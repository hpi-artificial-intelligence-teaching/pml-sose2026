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1" r:id="rId2"/>
    <p:sldId id="303" r:id="rId3"/>
    <p:sldId id="440" r:id="rId4"/>
    <p:sldId id="443" r:id="rId5"/>
    <p:sldId id="458" r:id="rId6"/>
    <p:sldId id="459" r:id="rId7"/>
    <p:sldId id="446" r:id="rId8"/>
    <p:sldId id="441" r:id="rId9"/>
    <p:sldId id="386" r:id="rId10"/>
    <p:sldId id="390" r:id="rId11"/>
    <p:sldId id="391" r:id="rId12"/>
    <p:sldId id="449" r:id="rId13"/>
    <p:sldId id="450" r:id="rId14"/>
    <p:sldId id="442" r:id="rId15"/>
    <p:sldId id="454" r:id="rId16"/>
    <p:sldId id="453" r:id="rId17"/>
    <p:sldId id="455" r:id="rId18"/>
    <p:sldId id="456" r:id="rId19"/>
    <p:sldId id="457" r:id="rId20"/>
    <p:sldId id="431" r:id="rId21"/>
    <p:sldId id="304" r:id="rId22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00B050"/>
    <a:srgbClr val="B1063A"/>
    <a:srgbClr val="92D050"/>
    <a:srgbClr val="FB80A6"/>
    <a:srgbClr val="F6A800"/>
    <a:srgbClr val="0070C0"/>
    <a:srgbClr val="FFFF00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1"/>
    <p:restoredTop sz="95959"/>
  </p:normalViewPr>
  <p:slideViewPr>
    <p:cSldViewPr snapToGrid="0" snapToObjects="1" showGuides="1">
      <p:cViewPr>
        <p:scale>
          <a:sx n="141" d="100"/>
          <a:sy n="141" d="100"/>
        </p:scale>
        <p:origin x="1688" y="528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5/9/26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4327-0564-426F-8378-D3BD2389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2048BDA3-5ED7-FB9D-14DF-89300E29A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DB407466-9D32-1361-36D9-75ADFBCABF24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967FB9-B59B-C14E-BC65-D78E56CE0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859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E363-7FA0-DF65-042C-0D4A2E87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B35B17A1-EFA1-EE63-A785-ECC62C4A6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73324537-BB1B-73F6-A408-DCEC463694DC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1177F9-D567-E4B6-BDB8-9F0A3EBB5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98976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79C10-F198-FAEE-E8F3-F7C38184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B5013F9A-9C31-53F8-2FC3-04A90D108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1A6F4E46-16C2-2E98-4E51-4A99FE0232F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E31C538-F990-DE52-91E9-801DBF2D3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2607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05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5 –</a:t>
            </a:r>
            <a:r>
              <a:rPr lang="en-US" sz="800" noProof="0" dirty="0"/>
              <a:t> Graphical Models: Approximate Inference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/21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5.png"/><Relationship Id="rId7" Type="http://schemas.openxmlformats.org/officeDocument/2006/relationships/image" Target="../media/image3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351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9.svg"/><Relationship Id="rId3" Type="http://schemas.openxmlformats.org/officeDocument/2006/relationships/image" Target="../media/image90.png"/><Relationship Id="rId21" Type="http://schemas.openxmlformats.org/officeDocument/2006/relationships/image" Target="../media/image22.sv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20.sv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18.png"/><Relationship Id="rId3" Type="http://schemas.openxmlformats.org/officeDocument/2006/relationships/image" Target="../media/image116.png"/><Relationship Id="rId7" Type="http://schemas.openxmlformats.org/officeDocument/2006/relationships/image" Target="../media/image20.svg"/><Relationship Id="rId2" Type="http://schemas.openxmlformats.org/officeDocument/2006/relationships/image" Target="../media/image115.png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1.svg"/><Relationship Id="rId15" Type="http://schemas.openxmlformats.org/officeDocument/2006/relationships/image" Target="../media/image122.png"/><Relationship Id="rId4" Type="http://schemas.openxmlformats.org/officeDocument/2006/relationships/image" Target="../media/image117.png"/><Relationship Id="rId14" Type="http://schemas.openxmlformats.org/officeDocument/2006/relationships/image" Target="../media/image1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" Type="http://schemas.openxmlformats.org/officeDocument/2006/relationships/image" Target="../media/image124.png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Graphical Models: Approximate Inference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Distance Measures for Distributions</a:t>
            </a:r>
          </a:p>
          <a:p>
            <a:pPr marL="342900" indent="-342900"/>
            <a:r>
              <a:rPr lang="en-US" altLang="en-DE" dirty="0"/>
              <a:t>Approximating Marginals: Expectation Propagation</a:t>
            </a:r>
          </a:p>
          <a:p>
            <a:pPr marL="342900" indent="-342900"/>
            <a:r>
              <a:rPr lang="en-US" altLang="en-DE" dirty="0"/>
              <a:t>Approximating Normalization Constants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FF00-A9C4-5D81-8F8A-9A1EF52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067932-EDFC-7D80-5837-CC34C14CF2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Distance Measures for Distributions</a:t>
            </a:r>
          </a:p>
          <a:p>
            <a:pPr marL="342900" indent="-342900"/>
            <a:r>
              <a:rPr lang="en-US" altLang="en-DE" dirty="0"/>
              <a:t>Approximating Marginals: Expectation Propagation</a:t>
            </a:r>
          </a:p>
          <a:p>
            <a:pPr marL="342900" indent="-342900"/>
            <a:r>
              <a:rPr lang="en-US" altLang="en-DE" dirty="0"/>
              <a:t>Approximating Normalization Constants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A6E3FA-3666-9F29-F321-91329424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90463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BD3B64D-3B2B-67E1-25C0-8A051C084F2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06770" cy="3563938"/>
              </a:xfrm>
            </p:spPr>
            <p:txBody>
              <a:bodyPr/>
              <a:lstStyle/>
              <a:p>
                <a:r>
                  <a:rPr lang="en-US" b="1" dirty="0"/>
                  <a:t>Problem</a:t>
                </a:r>
                <a:r>
                  <a:rPr lang="en-US" dirty="0"/>
                  <a:t>. We have a non-Gaussian normalized marginal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would like to approximate it by a Gaussian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⋅;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What is the optimal approximation?</a:t>
                </a:r>
              </a:p>
              <a:p>
                <a:r>
                  <a:rPr lang="en-US" b="1" dirty="0"/>
                  <a:t>Solution</a:t>
                </a:r>
                <a:r>
                  <a:rPr lang="en-US" dirty="0"/>
                  <a:t>. To define “optimality”, we need a distance measure between probability densities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lang="en-US" b="1" dirty="0"/>
                  <a:t>-Divergence (Amari, 1985)</a:t>
                </a:r>
                <a:r>
                  <a:rPr lang="en-US" dirty="0"/>
                  <a:t>. </a:t>
                </a:r>
                <a:r>
                  <a:rPr lang="en-US" i="1" dirty="0"/>
                  <a:t>Given two probability densities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,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>-divergence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i="1" dirty="0"/>
                  <a:t> 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i="1" dirty="0"/>
              </a:p>
              <a:p>
                <a:pPr lvl="1"/>
                <a:r>
                  <a:rPr lang="en-US" sz="1200" b="1" dirty="0"/>
                  <a:t>Non-Negativity</a:t>
                </a:r>
                <a:r>
                  <a:rPr lang="en-US" sz="1200" dirty="0"/>
                  <a:t>: If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200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200" dirty="0"/>
                  <a:t>;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b="1" dirty="0"/>
                  <a:t>Asymmetry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Flexibility</a:t>
                </a:r>
                <a:r>
                  <a:rPr lang="en-US" sz="1200" dirty="0"/>
                  <a:t>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200" dirty="0"/>
                  <a:t> gives more weight to regions where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1200" dirty="0"/>
                  <a:t> gives more weight to regions where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BD3B64D-3B2B-67E1-25C0-8A051C084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06770" cy="3563938"/>
              </a:xfrm>
              <a:blipFill>
                <a:blip r:embed="rId2"/>
                <a:stretch>
                  <a:fillRect t="-355" b="-70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12C033BD-4CF8-D885-878F-22968753AC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Distance Measures: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-Divergence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12C033BD-4CF8-D885-878F-22968753A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5BE7770-BF4C-0A5E-3303-E6EA23D4650A}"/>
              </a:ext>
            </a:extLst>
          </p:cNvPr>
          <p:cNvSpPr txBox="1"/>
          <p:nvPr/>
        </p:nvSpPr>
        <p:spPr bwMode="gray">
          <a:xfrm>
            <a:off x="7758928" y="2303536"/>
            <a:ext cx="1008112" cy="29665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dirty="0" err="1"/>
              <a:t>Shun'ichi</a:t>
            </a:r>
            <a:r>
              <a:rPr lang="en-GB" sz="800" b="1" dirty="0"/>
              <a:t> Amari (</a:t>
            </a:r>
            <a:r>
              <a:rPr lang="ja-JP" altLang="en-US" sz="800" b="1"/>
              <a:t>甘利 俊</a:t>
            </a:r>
            <a:r>
              <a:rPr lang="en-US" altLang="ja-JP" sz="800" b="1" dirty="0"/>
              <a:t>)</a:t>
            </a:r>
            <a:br>
              <a:rPr lang="en-DE" sz="800" b="1" dirty="0"/>
            </a:br>
            <a:r>
              <a:rPr lang="en-DE" sz="800" b="1" dirty="0"/>
              <a:t>(1936)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D8E05B2B-D18E-25F6-EBCA-A5A27171D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69" y="1266482"/>
            <a:ext cx="776692" cy="103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9DA2A2-F4DB-A4A4-AC69-07FF1FAFF7FF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 bwMode="gray">
          <a:xfrm flipH="1">
            <a:off x="5810849" y="2927160"/>
            <a:ext cx="378617" cy="1846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3A78B7-043E-15C7-8AA5-23267BFABD37}"/>
                  </a:ext>
                </a:extLst>
              </p:cNvPr>
              <p:cNvSpPr txBox="1"/>
              <p:nvPr/>
            </p:nvSpPr>
            <p:spPr bwMode="gray">
              <a:xfrm>
                <a:off x="6189466" y="2715766"/>
                <a:ext cx="184710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Expectation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DE" sz="1000" dirty="0">
                    <a:solidFill>
                      <a:srgbClr val="C00000"/>
                    </a:solidFill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3A78B7-043E-15C7-8AA5-23267BFAB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89466" y="2715766"/>
                <a:ext cx="1847102" cy="422788"/>
              </a:xfrm>
              <a:prstGeom prst="rect">
                <a:avLst/>
              </a:prstGeom>
              <a:blipFill>
                <a:blip r:embed="rId5"/>
                <a:stretch>
                  <a:fillRect l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E03C8BA-B1B1-DC32-FCFB-0A844D7E7045}"/>
              </a:ext>
            </a:extLst>
          </p:cNvPr>
          <p:cNvSpPr/>
          <p:nvPr/>
        </p:nvSpPr>
        <p:spPr bwMode="gray">
          <a:xfrm>
            <a:off x="4067944" y="2715766"/>
            <a:ext cx="1742905" cy="79208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86761C-8757-6B7F-4FD4-8C3EA7E321C3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 bwMode="gray">
          <a:xfrm flipH="1" flipV="1">
            <a:off x="5810849" y="3111810"/>
            <a:ext cx="338706" cy="4495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89E96-0ED0-03BE-85F1-B5A28D797CED}"/>
                  </a:ext>
                </a:extLst>
              </p:cNvPr>
              <p:cNvSpPr txBox="1"/>
              <p:nvPr/>
            </p:nvSpPr>
            <p:spPr bwMode="gray">
              <a:xfrm>
                <a:off x="6149555" y="3349948"/>
                <a:ext cx="160177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1000" dirty="0">
                    <a:solidFill>
                      <a:srgbClr val="C00000"/>
                    </a:solidFill>
                  </a:rPr>
                  <a:t> </a:t>
                </a:r>
                <a:br>
                  <a:rPr lang="en-DE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and the expectation is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89E96-0ED0-03BE-85F1-B5A28D797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9555" y="3349948"/>
                <a:ext cx="1601779" cy="422788"/>
              </a:xfrm>
              <a:prstGeom prst="rect">
                <a:avLst/>
              </a:prstGeom>
              <a:blipFill>
                <a:blip r:embed="rId6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728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2AB0-723F-DDD5-ED8C-17EE95006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AF39FDF-990F-71E5-2345-1C04EA4BD2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-Divergence with a Gaussian in Pictures</a:t>
                </a:r>
              </a:p>
            </p:txBody>
          </p:sp>
        </mc:Choice>
        <mc:Fallback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AF39FDF-990F-71E5-2345-1C04EA4BD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81F271-C5E5-D508-35D7-ED046E7B0C03}"/>
              </a:ext>
            </a:extLst>
          </p:cNvPr>
          <p:cNvCxnSpPr>
            <a:cxnSpLocks/>
          </p:cNvCxnSpPr>
          <p:nvPr/>
        </p:nvCxnSpPr>
        <p:spPr bwMode="gray">
          <a:xfrm>
            <a:off x="358776" y="3363838"/>
            <a:ext cx="6733504" cy="599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F8E4F1E-317E-B8D6-BB31-14958D83B82E}"/>
                  </a:ext>
                </a:extLst>
              </p:cNvPr>
              <p:cNvSpPr txBox="1"/>
              <p:nvPr/>
            </p:nvSpPr>
            <p:spPr bwMode="gray">
              <a:xfrm>
                <a:off x="6868162" y="3423798"/>
                <a:ext cx="448235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 err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F44F30-6486-4484-85B3-D08274751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68162" y="3423798"/>
                <a:ext cx="448235" cy="303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B8E5EE-3182-1401-6E38-3362F4479333}"/>
                  </a:ext>
                </a:extLst>
              </p:cNvPr>
              <p:cNvSpPr txBox="1"/>
              <p:nvPr/>
            </p:nvSpPr>
            <p:spPr bwMode="gray">
              <a:xfrm>
                <a:off x="6136858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E1CE7C-F3AA-0029-0AD1-E8621A890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36858" y="3639912"/>
                <a:ext cx="641886" cy="303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1560FE-1A8D-FD6A-6D06-720579473A98}"/>
                  </a:ext>
                </a:extLst>
              </p:cNvPr>
              <p:cNvSpPr txBox="1"/>
              <p:nvPr/>
            </p:nvSpPr>
            <p:spPr bwMode="gray">
              <a:xfrm>
                <a:off x="4805813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213893-2D0D-D32C-26E5-762D0AB6B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05813" y="3639912"/>
                <a:ext cx="641886" cy="303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297F4C-ED51-D91A-D57A-A915E8035137}"/>
                  </a:ext>
                </a:extLst>
              </p:cNvPr>
              <p:cNvSpPr txBox="1"/>
              <p:nvPr/>
            </p:nvSpPr>
            <p:spPr bwMode="gray">
              <a:xfrm>
                <a:off x="3474767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D3C439-3354-73BA-13AB-D065C3C29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74767" y="3639912"/>
                <a:ext cx="641886" cy="303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444285B-897D-EE7F-1924-3A9713932913}"/>
                  </a:ext>
                </a:extLst>
              </p:cNvPr>
              <p:cNvSpPr txBox="1"/>
              <p:nvPr/>
            </p:nvSpPr>
            <p:spPr bwMode="gray">
              <a:xfrm>
                <a:off x="2143721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D5D420-1270-0104-0FF4-38D714265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43721" y="3639912"/>
                <a:ext cx="641886" cy="303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141ED3-56E6-B1F1-8C76-FCCB9C0972CE}"/>
                  </a:ext>
                </a:extLst>
              </p:cNvPr>
              <p:cNvSpPr txBox="1"/>
              <p:nvPr/>
            </p:nvSpPr>
            <p:spPr bwMode="gray">
              <a:xfrm>
                <a:off x="812675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=−∞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4A0416-E8ED-0EED-E1A1-139396C41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2675" y="3639912"/>
                <a:ext cx="641886" cy="303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TextBox 358">
            <a:extLst>
              <a:ext uri="{FF2B5EF4-FFF2-40B4-BE49-F238E27FC236}">
                <a16:creationId xmlns:a16="http://schemas.microsoft.com/office/drawing/2014/main" id="{C409BA50-9AEC-99D3-B1D0-55CC40567929}"/>
              </a:ext>
            </a:extLst>
          </p:cNvPr>
          <p:cNvSpPr txBox="1"/>
          <p:nvPr/>
        </p:nvSpPr>
        <p:spPr bwMode="gray">
          <a:xfrm>
            <a:off x="251768" y="2960699"/>
            <a:ext cx="1891953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zero-forcing &amp; mode seeking</a:t>
            </a:r>
            <a:endParaRPr lang="en-DE" sz="1000" dirty="0">
              <a:solidFill>
                <a:srgbClr val="C00000"/>
              </a:solidFill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8F8516C9-FEF4-293F-55A2-363E7024BFFB}"/>
              </a:ext>
            </a:extLst>
          </p:cNvPr>
          <p:cNvSpPr txBox="1"/>
          <p:nvPr/>
        </p:nvSpPr>
        <p:spPr bwMode="gray">
          <a:xfrm>
            <a:off x="5292080" y="3013058"/>
            <a:ext cx="1891953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inclusive &amp; support seeking</a:t>
            </a:r>
            <a:endParaRPr lang="en-DE" sz="1000" dirty="0">
              <a:solidFill>
                <a:srgbClr val="C00000"/>
              </a:solidFill>
            </a:endParaRPr>
          </a:p>
        </p:txBody>
      </p:sp>
      <p:grpSp>
        <p:nvGrpSpPr>
          <p:cNvPr id="620" name="Group 619">
            <a:extLst>
              <a:ext uri="{FF2B5EF4-FFF2-40B4-BE49-F238E27FC236}">
                <a16:creationId xmlns:a16="http://schemas.microsoft.com/office/drawing/2014/main" id="{35792DFB-7B60-9EB2-3E4B-47FDF84D5DE8}"/>
              </a:ext>
            </a:extLst>
          </p:cNvPr>
          <p:cNvGrpSpPr/>
          <p:nvPr/>
        </p:nvGrpSpPr>
        <p:grpSpPr>
          <a:xfrm>
            <a:off x="5879470" y="3951939"/>
            <a:ext cx="1278089" cy="852059"/>
            <a:chOff x="5879470" y="3951939"/>
            <a:chExt cx="1278089" cy="852059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C04355A0-4715-5D04-6C94-D9FFCA8BE048}"/>
                </a:ext>
              </a:extLst>
            </p:cNvPr>
            <p:cNvSpPr/>
            <p:nvPr/>
          </p:nvSpPr>
          <p:spPr>
            <a:xfrm>
              <a:off x="5879470" y="3951939"/>
              <a:ext cx="1278089" cy="852059"/>
            </a:xfrm>
            <a:custGeom>
              <a:avLst/>
              <a:gdLst>
                <a:gd name="csX0" fmla="*/ 0 w 1278089"/>
                <a:gd name="csY0" fmla="*/ 852059 h 852059"/>
                <a:gd name="csX1" fmla="*/ 1278089 w 1278089"/>
                <a:gd name="csY1" fmla="*/ 852059 h 852059"/>
                <a:gd name="csX2" fmla="*/ 1278089 w 1278089"/>
                <a:gd name="csY2" fmla="*/ 0 h 852059"/>
                <a:gd name="csX3" fmla="*/ 0 w 1278089"/>
                <a:gd name="csY3" fmla="*/ 0 h 852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8089" h="852059">
                  <a:moveTo>
                    <a:pt x="0" y="852059"/>
                  </a:moveTo>
                  <a:lnTo>
                    <a:pt x="1278089" y="852059"/>
                  </a:lnTo>
                  <a:lnTo>
                    <a:pt x="1278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90160377-B0B7-89B6-C55D-D4C4DB86037A}"/>
                </a:ext>
              </a:extLst>
            </p:cNvPr>
            <p:cNvSpPr/>
            <p:nvPr/>
          </p:nvSpPr>
          <p:spPr>
            <a:xfrm>
              <a:off x="6209311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9FFB0E54-B49F-6DA2-9C96-234236D16711}"/>
                </a:ext>
              </a:extLst>
            </p:cNvPr>
            <p:cNvSpPr/>
            <p:nvPr/>
          </p:nvSpPr>
          <p:spPr>
            <a:xfrm>
              <a:off x="6471912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4D4660B8-F119-136B-C0AD-12591F7E5E58}"/>
                </a:ext>
              </a:extLst>
            </p:cNvPr>
            <p:cNvSpPr/>
            <p:nvPr/>
          </p:nvSpPr>
          <p:spPr>
            <a:xfrm>
              <a:off x="6734511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DF6C0CF0-4AD7-8E1B-48C7-BB32C53DE284}"/>
                </a:ext>
              </a:extLst>
            </p:cNvPr>
            <p:cNvSpPr/>
            <p:nvPr/>
          </p:nvSpPr>
          <p:spPr>
            <a:xfrm>
              <a:off x="6997110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73DF2E38-BA86-D382-1188-38AE316D4025}"/>
                </a:ext>
              </a:extLst>
            </p:cNvPr>
            <p:cNvSpPr/>
            <p:nvPr/>
          </p:nvSpPr>
          <p:spPr>
            <a:xfrm>
              <a:off x="6063516" y="466450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5E2749D8-C4A6-8E3A-DCDB-549EA45A45DD}"/>
                </a:ext>
              </a:extLst>
            </p:cNvPr>
            <p:cNvSpPr/>
            <p:nvPr/>
          </p:nvSpPr>
          <p:spPr>
            <a:xfrm>
              <a:off x="6063516" y="448975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1207EBDD-A677-174F-2CF0-038D13DA877C}"/>
                </a:ext>
              </a:extLst>
            </p:cNvPr>
            <p:cNvSpPr/>
            <p:nvPr/>
          </p:nvSpPr>
          <p:spPr>
            <a:xfrm>
              <a:off x="6063516" y="431501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DA465843-BCBD-2A1C-6640-8E27DBAA919B}"/>
                </a:ext>
              </a:extLst>
            </p:cNvPr>
            <p:cNvSpPr/>
            <p:nvPr/>
          </p:nvSpPr>
          <p:spPr>
            <a:xfrm>
              <a:off x="6063516" y="4140269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F6701AB3-48D1-C9E9-C306-A1DC772AEB37}"/>
                </a:ext>
              </a:extLst>
            </p:cNvPr>
            <p:cNvSpPr/>
            <p:nvPr/>
          </p:nvSpPr>
          <p:spPr>
            <a:xfrm>
              <a:off x="6063516" y="468452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9BB5F864-2653-D33D-D437-2D44BAEF1277}"/>
                </a:ext>
              </a:extLst>
            </p:cNvPr>
            <p:cNvSpPr/>
            <p:nvPr/>
          </p:nvSpPr>
          <p:spPr>
            <a:xfrm>
              <a:off x="6209311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DDCA3666-727B-E4F5-2F97-B4E3D3320FCB}"/>
                </a:ext>
              </a:extLst>
            </p:cNvPr>
            <p:cNvSpPr/>
            <p:nvPr/>
          </p:nvSpPr>
          <p:spPr>
            <a:xfrm>
              <a:off x="6471912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4B979BB8-B504-79CF-374D-35C16340882A}"/>
                </a:ext>
              </a:extLst>
            </p:cNvPr>
            <p:cNvSpPr/>
            <p:nvPr/>
          </p:nvSpPr>
          <p:spPr>
            <a:xfrm>
              <a:off x="6734511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1C589006-C27C-CD4D-6EE0-82B80BB59CBB}"/>
                </a:ext>
              </a:extLst>
            </p:cNvPr>
            <p:cNvSpPr/>
            <p:nvPr/>
          </p:nvSpPr>
          <p:spPr>
            <a:xfrm>
              <a:off x="6997110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73D32026-9E9D-2A7D-92A0-349CF683A228}"/>
                </a:ext>
              </a:extLst>
            </p:cNvPr>
            <p:cNvSpPr/>
            <p:nvPr/>
          </p:nvSpPr>
          <p:spPr>
            <a:xfrm>
              <a:off x="6181019" y="4719329"/>
              <a:ext cx="27656" cy="3669"/>
            </a:xfrm>
            <a:custGeom>
              <a:avLst/>
              <a:gdLst>
                <a:gd name="csX0" fmla="*/ 0 w 27656"/>
                <a:gd name="csY0" fmla="*/ 0 h 3669"/>
                <a:gd name="csX1" fmla="*/ 27656 w 27656"/>
                <a:gd name="csY1" fmla="*/ 0 h 3669"/>
                <a:gd name="csX2" fmla="*/ 27656 w 27656"/>
                <a:gd name="csY2" fmla="*/ 3669 h 3669"/>
                <a:gd name="csX3" fmla="*/ 0 w 27656"/>
                <a:gd name="csY3" fmla="*/ 3669 h 3669"/>
                <a:gd name="csX4" fmla="*/ 0 w 27656"/>
                <a:gd name="csY4" fmla="*/ 0 h 3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656" h="3669">
                  <a:moveTo>
                    <a:pt x="0" y="0"/>
                  </a:moveTo>
                  <a:lnTo>
                    <a:pt x="27656" y="0"/>
                  </a:lnTo>
                  <a:lnTo>
                    <a:pt x="27656" y="3669"/>
                  </a:lnTo>
                  <a:lnTo>
                    <a:pt x="0" y="3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77474B96-D58B-4B65-D0B9-B537E1BCB036}"/>
                </a:ext>
              </a:extLst>
            </p:cNvPr>
            <p:cNvSpPr/>
            <p:nvPr/>
          </p:nvSpPr>
          <p:spPr>
            <a:xfrm>
              <a:off x="6216765" y="4702805"/>
              <a:ext cx="20838" cy="32830"/>
            </a:xfrm>
            <a:custGeom>
              <a:avLst/>
              <a:gdLst>
                <a:gd name="csX0" fmla="*/ 1359 w 20838"/>
                <a:gd name="csY0" fmla="*/ 0 h 32830"/>
                <a:gd name="csX1" fmla="*/ 18466 w 20838"/>
                <a:gd name="csY1" fmla="*/ 0 h 32830"/>
                <a:gd name="csX2" fmla="*/ 18466 w 20838"/>
                <a:gd name="csY2" fmla="*/ 3669 h 32830"/>
                <a:gd name="csX3" fmla="*/ 5350 w 20838"/>
                <a:gd name="csY3" fmla="*/ 3669 h 32830"/>
                <a:gd name="csX4" fmla="*/ 5350 w 20838"/>
                <a:gd name="csY4" fmla="*/ 11561 h 32830"/>
                <a:gd name="csX5" fmla="*/ 7248 w 20838"/>
                <a:gd name="csY5" fmla="*/ 11087 h 32830"/>
                <a:gd name="csX6" fmla="*/ 9146 w 20838"/>
                <a:gd name="csY6" fmla="*/ 10917 h 32830"/>
                <a:gd name="csX7" fmla="*/ 17689 w 20838"/>
                <a:gd name="csY7" fmla="*/ 13873 h 32830"/>
                <a:gd name="csX8" fmla="*/ 20839 w 20838"/>
                <a:gd name="csY8" fmla="*/ 21877 h 32830"/>
                <a:gd name="csX9" fmla="*/ 17603 w 20838"/>
                <a:gd name="csY9" fmla="*/ 29966 h 32830"/>
                <a:gd name="csX10" fmla="*/ 8478 w 20838"/>
                <a:gd name="csY10" fmla="*/ 32831 h 32830"/>
                <a:gd name="csX11" fmla="*/ 4336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2 w 20838"/>
                <a:gd name="csY14" fmla="*/ 28651 h 32830"/>
                <a:gd name="csX15" fmla="*/ 8392 w 20838"/>
                <a:gd name="csY15" fmla="*/ 29167 h 32830"/>
                <a:gd name="csX16" fmla="*/ 14302 w 20838"/>
                <a:gd name="csY16" fmla="*/ 27202 h 32830"/>
                <a:gd name="csX17" fmla="*/ 16481 w 20838"/>
                <a:gd name="csY17" fmla="*/ 21877 h 32830"/>
                <a:gd name="csX18" fmla="*/ 14302 w 20838"/>
                <a:gd name="csY18" fmla="*/ 16546 h 32830"/>
                <a:gd name="csX19" fmla="*/ 8392 w 20838"/>
                <a:gd name="csY19" fmla="*/ 14581 h 32830"/>
                <a:gd name="csX20" fmla="*/ 4897 w 20838"/>
                <a:gd name="csY20" fmla="*/ 14970 h 32830"/>
                <a:gd name="csX21" fmla="*/ 1359 w 20838"/>
                <a:gd name="csY21" fmla="*/ 16178 h 32830"/>
                <a:gd name="csX22" fmla="*/ 1359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9" y="0"/>
                  </a:moveTo>
                  <a:lnTo>
                    <a:pt x="18466" y="0"/>
                  </a:lnTo>
                  <a:lnTo>
                    <a:pt x="18466" y="3669"/>
                  </a:lnTo>
                  <a:lnTo>
                    <a:pt x="5350" y="3669"/>
                  </a:lnTo>
                  <a:lnTo>
                    <a:pt x="5350" y="11561"/>
                  </a:lnTo>
                  <a:cubicBezTo>
                    <a:pt x="5982" y="11348"/>
                    <a:pt x="6615" y="11190"/>
                    <a:pt x="7248" y="11087"/>
                  </a:cubicBezTo>
                  <a:cubicBezTo>
                    <a:pt x="7881" y="10974"/>
                    <a:pt x="8514" y="10917"/>
                    <a:pt x="9146" y="10917"/>
                  </a:cubicBezTo>
                  <a:cubicBezTo>
                    <a:pt x="12742" y="10917"/>
                    <a:pt x="15590" y="11902"/>
                    <a:pt x="17689" y="13873"/>
                  </a:cubicBezTo>
                  <a:cubicBezTo>
                    <a:pt x="19789" y="15843"/>
                    <a:pt x="20839" y="18511"/>
                    <a:pt x="20839" y="21877"/>
                  </a:cubicBezTo>
                  <a:cubicBezTo>
                    <a:pt x="20839" y="25342"/>
                    <a:pt x="19760" y="28038"/>
                    <a:pt x="17603" y="29966"/>
                  </a:cubicBezTo>
                  <a:cubicBezTo>
                    <a:pt x="15446" y="31876"/>
                    <a:pt x="12404" y="32831"/>
                    <a:pt x="8478" y="32831"/>
                  </a:cubicBezTo>
                  <a:cubicBezTo>
                    <a:pt x="7126" y="32831"/>
                    <a:pt x="5745" y="32717"/>
                    <a:pt x="4336" y="32490"/>
                  </a:cubicBezTo>
                  <a:cubicBezTo>
                    <a:pt x="2941" y="32259"/>
                    <a:pt x="1496" y="31913"/>
                    <a:pt x="0" y="31452"/>
                  </a:cubicBezTo>
                  <a:lnTo>
                    <a:pt x="0" y="27074"/>
                  </a:lnTo>
                  <a:cubicBezTo>
                    <a:pt x="1294" y="27777"/>
                    <a:pt x="2631" y="28303"/>
                    <a:pt x="4012" y="28651"/>
                  </a:cubicBezTo>
                  <a:cubicBezTo>
                    <a:pt x="5393" y="28995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2"/>
                  </a:cubicBezTo>
                  <a:cubicBezTo>
                    <a:pt x="15755" y="25896"/>
                    <a:pt x="16481" y="24120"/>
                    <a:pt x="16481" y="21877"/>
                  </a:cubicBezTo>
                  <a:cubicBezTo>
                    <a:pt x="16481" y="19633"/>
                    <a:pt x="15755" y="17856"/>
                    <a:pt x="14302" y="16546"/>
                  </a:cubicBezTo>
                  <a:cubicBezTo>
                    <a:pt x="12850" y="15236"/>
                    <a:pt x="10880" y="14581"/>
                    <a:pt x="8392" y="14581"/>
                  </a:cubicBezTo>
                  <a:cubicBezTo>
                    <a:pt x="7227" y="14581"/>
                    <a:pt x="6062" y="14710"/>
                    <a:pt x="4897" y="14970"/>
                  </a:cubicBezTo>
                  <a:cubicBezTo>
                    <a:pt x="3746" y="15229"/>
                    <a:pt x="2567" y="15632"/>
                    <a:pt x="1359" y="16178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C92DF942-C6F6-6697-E260-2E1D81B0C9E3}"/>
                </a:ext>
              </a:extLst>
            </p:cNvPr>
            <p:cNvSpPr/>
            <p:nvPr/>
          </p:nvSpPr>
          <p:spPr>
            <a:xfrm>
              <a:off x="6460776" y="4702224"/>
              <a:ext cx="22265" cy="33411"/>
            </a:xfrm>
            <a:custGeom>
              <a:avLst/>
              <a:gdLst>
                <a:gd name="csX0" fmla="*/ 11135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5 w 22265"/>
                <a:gd name="csY4" fmla="*/ 29961 h 33411"/>
                <a:gd name="csX5" fmla="*/ 16205 w 22265"/>
                <a:gd name="csY5" fmla="*/ 26664 h 33411"/>
                <a:gd name="csX6" fmla="*/ 17909 w 22265"/>
                <a:gd name="csY6" fmla="*/ 16716 h 33411"/>
                <a:gd name="csX7" fmla="*/ 16205 w 22265"/>
                <a:gd name="csY7" fmla="*/ 6774 h 33411"/>
                <a:gd name="csX8" fmla="*/ 11135 w 22265"/>
                <a:gd name="csY8" fmla="*/ 3451 h 33411"/>
                <a:gd name="csX9" fmla="*/ 11135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5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5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5" y="3451"/>
                  </a:moveTo>
                  <a:cubicBezTo>
                    <a:pt x="8892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2" y="29961"/>
                    <a:pt x="11135" y="29961"/>
                  </a:cubicBezTo>
                  <a:cubicBezTo>
                    <a:pt x="13393" y="29961"/>
                    <a:pt x="15083" y="28862"/>
                    <a:pt x="16205" y="26664"/>
                  </a:cubicBezTo>
                  <a:cubicBezTo>
                    <a:pt x="17341" y="24449"/>
                    <a:pt x="17909" y="21133"/>
                    <a:pt x="17909" y="16716"/>
                  </a:cubicBezTo>
                  <a:cubicBezTo>
                    <a:pt x="17909" y="12286"/>
                    <a:pt x="17341" y="8971"/>
                    <a:pt x="16205" y="6774"/>
                  </a:cubicBezTo>
                  <a:cubicBezTo>
                    <a:pt x="15083" y="4558"/>
                    <a:pt x="13393" y="3451"/>
                    <a:pt x="11135" y="3451"/>
                  </a:cubicBezTo>
                  <a:moveTo>
                    <a:pt x="11135" y="0"/>
                  </a:moveTo>
                  <a:cubicBezTo>
                    <a:pt x="14742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2" y="33411"/>
                    <a:pt x="11135" y="33411"/>
                  </a:cubicBezTo>
                  <a:cubicBezTo>
                    <a:pt x="7525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5" y="0"/>
                    <a:pt x="11135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649C844F-5A22-7513-426E-2B18A4E35295}"/>
                </a:ext>
              </a:extLst>
            </p:cNvPr>
            <p:cNvSpPr/>
            <p:nvPr/>
          </p:nvSpPr>
          <p:spPr>
            <a:xfrm>
              <a:off x="6724089" y="4702805"/>
              <a:ext cx="20838" cy="32830"/>
            </a:xfrm>
            <a:custGeom>
              <a:avLst/>
              <a:gdLst>
                <a:gd name="csX0" fmla="*/ 1358 w 20838"/>
                <a:gd name="csY0" fmla="*/ 0 h 32830"/>
                <a:gd name="csX1" fmla="*/ 18468 w 20838"/>
                <a:gd name="csY1" fmla="*/ 0 h 32830"/>
                <a:gd name="csX2" fmla="*/ 18468 w 20838"/>
                <a:gd name="csY2" fmla="*/ 3669 h 32830"/>
                <a:gd name="csX3" fmla="*/ 5352 w 20838"/>
                <a:gd name="csY3" fmla="*/ 3669 h 32830"/>
                <a:gd name="csX4" fmla="*/ 5352 w 20838"/>
                <a:gd name="csY4" fmla="*/ 11561 h 32830"/>
                <a:gd name="csX5" fmla="*/ 7248 w 20838"/>
                <a:gd name="csY5" fmla="*/ 11087 h 32830"/>
                <a:gd name="csX6" fmla="*/ 9149 w 20838"/>
                <a:gd name="csY6" fmla="*/ 10917 h 32830"/>
                <a:gd name="csX7" fmla="*/ 17691 w 20838"/>
                <a:gd name="csY7" fmla="*/ 13873 h 32830"/>
                <a:gd name="csX8" fmla="*/ 20838 w 20838"/>
                <a:gd name="csY8" fmla="*/ 21877 h 32830"/>
                <a:gd name="csX9" fmla="*/ 17606 w 20838"/>
                <a:gd name="csY9" fmla="*/ 29966 h 32830"/>
                <a:gd name="csX10" fmla="*/ 8478 w 20838"/>
                <a:gd name="csY10" fmla="*/ 32831 h 32830"/>
                <a:gd name="csX11" fmla="*/ 4335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5 w 20838"/>
                <a:gd name="csY14" fmla="*/ 28651 h 32830"/>
                <a:gd name="csX15" fmla="*/ 8393 w 20838"/>
                <a:gd name="csY15" fmla="*/ 29167 h 32830"/>
                <a:gd name="csX16" fmla="*/ 14304 w 20838"/>
                <a:gd name="csY16" fmla="*/ 27202 h 32830"/>
                <a:gd name="csX17" fmla="*/ 16482 w 20838"/>
                <a:gd name="csY17" fmla="*/ 21877 h 32830"/>
                <a:gd name="csX18" fmla="*/ 14304 w 20838"/>
                <a:gd name="csY18" fmla="*/ 16546 h 32830"/>
                <a:gd name="csX19" fmla="*/ 8393 w 20838"/>
                <a:gd name="csY19" fmla="*/ 14581 h 32830"/>
                <a:gd name="csX20" fmla="*/ 4899 w 20838"/>
                <a:gd name="csY20" fmla="*/ 14970 h 32830"/>
                <a:gd name="csX21" fmla="*/ 1358 w 20838"/>
                <a:gd name="csY21" fmla="*/ 16178 h 32830"/>
                <a:gd name="csX22" fmla="*/ 1358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8" y="0"/>
                  </a:moveTo>
                  <a:lnTo>
                    <a:pt x="18468" y="0"/>
                  </a:lnTo>
                  <a:lnTo>
                    <a:pt x="18468" y="3669"/>
                  </a:lnTo>
                  <a:lnTo>
                    <a:pt x="5352" y="3669"/>
                  </a:lnTo>
                  <a:lnTo>
                    <a:pt x="5352" y="11561"/>
                  </a:lnTo>
                  <a:cubicBezTo>
                    <a:pt x="5984" y="11348"/>
                    <a:pt x="6616" y="11190"/>
                    <a:pt x="7248" y="11087"/>
                  </a:cubicBezTo>
                  <a:cubicBezTo>
                    <a:pt x="7880" y="10974"/>
                    <a:pt x="8514" y="10917"/>
                    <a:pt x="9149" y="10917"/>
                  </a:cubicBezTo>
                  <a:cubicBezTo>
                    <a:pt x="12742" y="10917"/>
                    <a:pt x="15589" y="11902"/>
                    <a:pt x="17691" y="13873"/>
                  </a:cubicBezTo>
                  <a:cubicBezTo>
                    <a:pt x="19789" y="15843"/>
                    <a:pt x="20838" y="18511"/>
                    <a:pt x="20838" y="21877"/>
                  </a:cubicBezTo>
                  <a:cubicBezTo>
                    <a:pt x="20838" y="25342"/>
                    <a:pt x="19761" y="28038"/>
                    <a:pt x="17606" y="29966"/>
                  </a:cubicBezTo>
                  <a:cubicBezTo>
                    <a:pt x="15447" y="31876"/>
                    <a:pt x="12405" y="32831"/>
                    <a:pt x="8478" y="32831"/>
                  </a:cubicBezTo>
                  <a:cubicBezTo>
                    <a:pt x="7125" y="32831"/>
                    <a:pt x="5744" y="32717"/>
                    <a:pt x="4335" y="32490"/>
                  </a:cubicBezTo>
                  <a:cubicBezTo>
                    <a:pt x="2940" y="32259"/>
                    <a:pt x="1495" y="31913"/>
                    <a:pt x="0" y="31452"/>
                  </a:cubicBezTo>
                  <a:lnTo>
                    <a:pt x="0" y="27074"/>
                  </a:lnTo>
                  <a:cubicBezTo>
                    <a:pt x="1296" y="27777"/>
                    <a:pt x="2634" y="28303"/>
                    <a:pt x="4015" y="28651"/>
                  </a:cubicBezTo>
                  <a:cubicBezTo>
                    <a:pt x="5393" y="28995"/>
                    <a:pt x="6852" y="29167"/>
                    <a:pt x="8393" y="29167"/>
                  </a:cubicBezTo>
                  <a:cubicBezTo>
                    <a:pt x="10882" y="29167"/>
                    <a:pt x="12852" y="28512"/>
                    <a:pt x="14304" y="27202"/>
                  </a:cubicBezTo>
                  <a:cubicBezTo>
                    <a:pt x="15756" y="25896"/>
                    <a:pt x="16482" y="24120"/>
                    <a:pt x="16482" y="21877"/>
                  </a:cubicBezTo>
                  <a:cubicBezTo>
                    <a:pt x="16482" y="19633"/>
                    <a:pt x="15756" y="17856"/>
                    <a:pt x="14304" y="16546"/>
                  </a:cubicBezTo>
                  <a:cubicBezTo>
                    <a:pt x="12852" y="15236"/>
                    <a:pt x="10882" y="14581"/>
                    <a:pt x="8393" y="14581"/>
                  </a:cubicBezTo>
                  <a:cubicBezTo>
                    <a:pt x="7228" y="14581"/>
                    <a:pt x="6064" y="14710"/>
                    <a:pt x="4899" y="14970"/>
                  </a:cubicBezTo>
                  <a:cubicBezTo>
                    <a:pt x="3749" y="15229"/>
                    <a:pt x="2569" y="15632"/>
                    <a:pt x="1358" y="16178"/>
                  </a:cubicBezTo>
                  <a:lnTo>
                    <a:pt x="1358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4B7DBC24-5470-DCBB-A6F2-EA356FE3623E}"/>
                </a:ext>
              </a:extLst>
            </p:cNvPr>
            <p:cNvSpPr/>
            <p:nvPr/>
          </p:nvSpPr>
          <p:spPr>
            <a:xfrm>
              <a:off x="6972891" y="4702805"/>
              <a:ext cx="19181" cy="32207"/>
            </a:xfrm>
            <a:custGeom>
              <a:avLst/>
              <a:gdLst>
                <a:gd name="csX0" fmla="*/ 628 w 19181"/>
                <a:gd name="csY0" fmla="*/ 28539 h 32207"/>
                <a:gd name="csX1" fmla="*/ 7748 w 19181"/>
                <a:gd name="csY1" fmla="*/ 28539 h 32207"/>
                <a:gd name="csX2" fmla="*/ 7748 w 19181"/>
                <a:gd name="csY2" fmla="*/ 3967 h 32207"/>
                <a:gd name="csX3" fmla="*/ 0 w 19181"/>
                <a:gd name="csY3" fmla="*/ 5522 h 32207"/>
                <a:gd name="csX4" fmla="*/ 0 w 19181"/>
                <a:gd name="csY4" fmla="*/ 1555 h 32207"/>
                <a:gd name="csX5" fmla="*/ 7706 w 19181"/>
                <a:gd name="csY5" fmla="*/ 0 h 32207"/>
                <a:gd name="csX6" fmla="*/ 12062 w 19181"/>
                <a:gd name="csY6" fmla="*/ 0 h 32207"/>
                <a:gd name="csX7" fmla="*/ 12062 w 19181"/>
                <a:gd name="csY7" fmla="*/ 28539 h 32207"/>
                <a:gd name="csX8" fmla="*/ 19182 w 19181"/>
                <a:gd name="csY8" fmla="*/ 28539 h 32207"/>
                <a:gd name="csX9" fmla="*/ 19182 w 19181"/>
                <a:gd name="csY9" fmla="*/ 32208 h 32207"/>
                <a:gd name="csX10" fmla="*/ 628 w 19181"/>
                <a:gd name="csY10" fmla="*/ 32208 h 32207"/>
                <a:gd name="csX11" fmla="*/ 628 w 19181"/>
                <a:gd name="csY11" fmla="*/ 28539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81" h="32207">
                  <a:moveTo>
                    <a:pt x="628" y="28539"/>
                  </a:moveTo>
                  <a:lnTo>
                    <a:pt x="7748" y="28539"/>
                  </a:lnTo>
                  <a:lnTo>
                    <a:pt x="7748" y="3967"/>
                  </a:lnTo>
                  <a:lnTo>
                    <a:pt x="0" y="5522"/>
                  </a:lnTo>
                  <a:lnTo>
                    <a:pt x="0" y="1555"/>
                  </a:lnTo>
                  <a:lnTo>
                    <a:pt x="7706" y="0"/>
                  </a:lnTo>
                  <a:lnTo>
                    <a:pt x="12062" y="0"/>
                  </a:lnTo>
                  <a:lnTo>
                    <a:pt x="12062" y="28539"/>
                  </a:lnTo>
                  <a:lnTo>
                    <a:pt x="19182" y="28539"/>
                  </a:lnTo>
                  <a:lnTo>
                    <a:pt x="19182" y="32208"/>
                  </a:lnTo>
                  <a:lnTo>
                    <a:pt x="628" y="32208"/>
                  </a:lnTo>
                  <a:lnTo>
                    <a:pt x="628" y="28539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68384CF9-48A1-05D0-57DB-05DD14313E10}"/>
                </a:ext>
              </a:extLst>
            </p:cNvPr>
            <p:cNvSpPr/>
            <p:nvPr/>
          </p:nvSpPr>
          <p:spPr>
            <a:xfrm>
              <a:off x="6999060" y="4702224"/>
              <a:ext cx="22265" cy="33411"/>
            </a:xfrm>
            <a:custGeom>
              <a:avLst/>
              <a:gdLst>
                <a:gd name="csX0" fmla="*/ 11130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0 w 22265"/>
                <a:gd name="csY4" fmla="*/ 29961 h 33411"/>
                <a:gd name="csX5" fmla="*/ 16200 w 22265"/>
                <a:gd name="csY5" fmla="*/ 26664 h 33411"/>
                <a:gd name="csX6" fmla="*/ 17904 w 22265"/>
                <a:gd name="csY6" fmla="*/ 16716 h 33411"/>
                <a:gd name="csX7" fmla="*/ 16200 w 22265"/>
                <a:gd name="csY7" fmla="*/ 6774 h 33411"/>
                <a:gd name="csX8" fmla="*/ 11130 w 22265"/>
                <a:gd name="csY8" fmla="*/ 3451 h 33411"/>
                <a:gd name="csX9" fmla="*/ 11130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0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0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0" y="3451"/>
                  </a:moveTo>
                  <a:cubicBezTo>
                    <a:pt x="8890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0" y="29961"/>
                    <a:pt x="11130" y="29961"/>
                  </a:cubicBezTo>
                  <a:cubicBezTo>
                    <a:pt x="13388" y="29961"/>
                    <a:pt x="15078" y="28862"/>
                    <a:pt x="16200" y="26664"/>
                  </a:cubicBezTo>
                  <a:cubicBezTo>
                    <a:pt x="17336" y="24449"/>
                    <a:pt x="17904" y="21133"/>
                    <a:pt x="17904" y="16716"/>
                  </a:cubicBezTo>
                  <a:cubicBezTo>
                    <a:pt x="17904" y="12286"/>
                    <a:pt x="17336" y="8971"/>
                    <a:pt x="16200" y="6774"/>
                  </a:cubicBezTo>
                  <a:cubicBezTo>
                    <a:pt x="15078" y="4558"/>
                    <a:pt x="13388" y="3451"/>
                    <a:pt x="11130" y="3451"/>
                  </a:cubicBezTo>
                  <a:moveTo>
                    <a:pt x="11130" y="0"/>
                  </a:moveTo>
                  <a:cubicBezTo>
                    <a:pt x="14741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1" y="33411"/>
                    <a:pt x="11130" y="33411"/>
                  </a:cubicBezTo>
                  <a:cubicBezTo>
                    <a:pt x="7523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3" y="0"/>
                    <a:pt x="11130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1DF4648D-5026-FEFD-8BDE-C949D21DF61F}"/>
                </a:ext>
              </a:extLst>
            </p:cNvPr>
            <p:cNvSpPr/>
            <p:nvPr/>
          </p:nvSpPr>
          <p:spPr>
            <a:xfrm>
              <a:off x="6583494" y="4762417"/>
              <a:ext cx="25444" cy="23149"/>
            </a:xfrm>
            <a:custGeom>
              <a:avLst/>
              <a:gdLst>
                <a:gd name="csX0" fmla="*/ 25445 w 25444"/>
                <a:gd name="csY0" fmla="*/ 3366 h 23149"/>
                <a:gd name="csX1" fmla="*/ 24571 w 25444"/>
                <a:gd name="csY1" fmla="*/ 5560 h 23149"/>
                <a:gd name="csX2" fmla="*/ 22697 w 25444"/>
                <a:gd name="csY2" fmla="*/ 6337 h 23149"/>
                <a:gd name="csX3" fmla="*/ 21254 w 25444"/>
                <a:gd name="csY3" fmla="*/ 5789 h 23149"/>
                <a:gd name="csX4" fmla="*/ 20753 w 25444"/>
                <a:gd name="csY4" fmla="*/ 4537 h 23149"/>
                <a:gd name="csX5" fmla="*/ 21451 w 25444"/>
                <a:gd name="csY5" fmla="*/ 2769 h 23149"/>
                <a:gd name="csX6" fmla="*/ 23197 w 25444"/>
                <a:gd name="csY6" fmla="*/ 1768 h 23149"/>
                <a:gd name="csX7" fmla="*/ 20652 w 25444"/>
                <a:gd name="csY7" fmla="*/ 1124 h 23149"/>
                <a:gd name="csX8" fmla="*/ 18783 w 25444"/>
                <a:gd name="csY8" fmla="*/ 1646 h 23149"/>
                <a:gd name="csX9" fmla="*/ 17409 w 25444"/>
                <a:gd name="csY9" fmla="*/ 2844 h 23149"/>
                <a:gd name="csX10" fmla="*/ 16461 w 25444"/>
                <a:gd name="csY10" fmla="*/ 4489 h 23149"/>
                <a:gd name="csX11" fmla="*/ 15864 w 25444"/>
                <a:gd name="csY11" fmla="*/ 6012 h 23149"/>
                <a:gd name="csX12" fmla="*/ 15587 w 25444"/>
                <a:gd name="csY12" fmla="*/ 7157 h 23149"/>
                <a:gd name="csX13" fmla="*/ 13841 w 25444"/>
                <a:gd name="csY13" fmla="*/ 14144 h 23149"/>
                <a:gd name="csX14" fmla="*/ 12994 w 25444"/>
                <a:gd name="csY14" fmla="*/ 18633 h 23149"/>
                <a:gd name="csX15" fmla="*/ 13692 w 25444"/>
                <a:gd name="csY15" fmla="*/ 21056 h 23149"/>
                <a:gd name="csX16" fmla="*/ 15790 w 25444"/>
                <a:gd name="csY16" fmla="*/ 22004 h 23149"/>
                <a:gd name="csX17" fmla="*/ 16961 w 25444"/>
                <a:gd name="csY17" fmla="*/ 21850 h 23149"/>
                <a:gd name="csX18" fmla="*/ 18383 w 25444"/>
                <a:gd name="csY18" fmla="*/ 21227 h 23149"/>
                <a:gd name="csX19" fmla="*/ 19927 w 25444"/>
                <a:gd name="csY19" fmla="*/ 20055 h 23149"/>
                <a:gd name="csX20" fmla="*/ 21403 w 25444"/>
                <a:gd name="csY20" fmla="*/ 18112 h 23149"/>
                <a:gd name="csX21" fmla="*/ 22601 w 25444"/>
                <a:gd name="csY21" fmla="*/ 15316 h 23149"/>
                <a:gd name="csX22" fmla="*/ 23251 w 25444"/>
                <a:gd name="csY22" fmla="*/ 14767 h 23149"/>
                <a:gd name="csX23" fmla="*/ 23874 w 25444"/>
                <a:gd name="csY23" fmla="*/ 15268 h 23149"/>
                <a:gd name="csX24" fmla="*/ 23522 w 25444"/>
                <a:gd name="csY24" fmla="*/ 16588 h 23149"/>
                <a:gd name="csX25" fmla="*/ 22473 w 25444"/>
                <a:gd name="csY25" fmla="*/ 18607 h 23149"/>
                <a:gd name="csX26" fmla="*/ 20854 w 25444"/>
                <a:gd name="csY26" fmla="*/ 20753 h 23149"/>
                <a:gd name="csX27" fmla="*/ 18559 w 25444"/>
                <a:gd name="csY27" fmla="*/ 22452 h 23149"/>
                <a:gd name="csX28" fmla="*/ 15689 w 25444"/>
                <a:gd name="csY28" fmla="*/ 23149 h 23149"/>
                <a:gd name="csX29" fmla="*/ 12121 w 25444"/>
                <a:gd name="csY29" fmla="*/ 22004 h 23149"/>
                <a:gd name="csX30" fmla="*/ 10177 w 25444"/>
                <a:gd name="csY30" fmla="*/ 19256 h 23149"/>
                <a:gd name="csX31" fmla="*/ 9879 w 25444"/>
                <a:gd name="csY31" fmla="*/ 19784 h 23149"/>
                <a:gd name="csX32" fmla="*/ 9176 w 25444"/>
                <a:gd name="csY32" fmla="*/ 20753 h 23149"/>
                <a:gd name="csX33" fmla="*/ 8105 w 25444"/>
                <a:gd name="csY33" fmla="*/ 21903 h 23149"/>
                <a:gd name="csX34" fmla="*/ 6635 w 25444"/>
                <a:gd name="csY34" fmla="*/ 22750 h 23149"/>
                <a:gd name="csX35" fmla="*/ 4814 w 25444"/>
                <a:gd name="csY35" fmla="*/ 23149 h 23149"/>
                <a:gd name="csX36" fmla="*/ 2540 w 25444"/>
                <a:gd name="csY36" fmla="*/ 22798 h 23149"/>
                <a:gd name="csX37" fmla="*/ 746 w 25444"/>
                <a:gd name="csY37" fmla="*/ 21653 h 23149"/>
                <a:gd name="csX38" fmla="*/ 0 w 25444"/>
                <a:gd name="csY38" fmla="*/ 19757 h 23149"/>
                <a:gd name="csX39" fmla="*/ 820 w 25444"/>
                <a:gd name="csY39" fmla="*/ 17686 h 23149"/>
                <a:gd name="csX40" fmla="*/ 2817 w 25444"/>
                <a:gd name="csY40" fmla="*/ 16812 h 23149"/>
                <a:gd name="csX41" fmla="*/ 4117 w 25444"/>
                <a:gd name="csY41" fmla="*/ 17238 h 23149"/>
                <a:gd name="csX42" fmla="*/ 4713 w 25444"/>
                <a:gd name="csY42" fmla="*/ 18585 h 23149"/>
                <a:gd name="csX43" fmla="*/ 4015 w 25444"/>
                <a:gd name="csY43" fmla="*/ 20380 h 23149"/>
                <a:gd name="csX44" fmla="*/ 2317 w 25444"/>
                <a:gd name="csY44" fmla="*/ 21355 h 23149"/>
                <a:gd name="csX45" fmla="*/ 4862 w 25444"/>
                <a:gd name="csY45" fmla="*/ 22004 h 23149"/>
                <a:gd name="csX46" fmla="*/ 7807 w 25444"/>
                <a:gd name="csY46" fmla="*/ 20556 h 23149"/>
                <a:gd name="csX47" fmla="*/ 9729 w 25444"/>
                <a:gd name="csY47" fmla="*/ 16690 h 23149"/>
                <a:gd name="csX48" fmla="*/ 11870 w 25444"/>
                <a:gd name="csY48" fmla="*/ 8281 h 23149"/>
                <a:gd name="csX49" fmla="*/ 12472 w 25444"/>
                <a:gd name="csY49" fmla="*/ 4537 h 23149"/>
                <a:gd name="csX50" fmla="*/ 12195 w 25444"/>
                <a:gd name="csY50" fmla="*/ 2769 h 23149"/>
                <a:gd name="csX51" fmla="*/ 11450 w 25444"/>
                <a:gd name="csY51" fmla="*/ 1720 h 23149"/>
                <a:gd name="csX52" fmla="*/ 10576 w 25444"/>
                <a:gd name="csY52" fmla="*/ 1246 h 23149"/>
                <a:gd name="csX53" fmla="*/ 9729 w 25444"/>
                <a:gd name="csY53" fmla="*/ 1124 h 23149"/>
                <a:gd name="csX54" fmla="*/ 8132 w 25444"/>
                <a:gd name="csY54" fmla="*/ 1422 h 23149"/>
                <a:gd name="csX55" fmla="*/ 6311 w 25444"/>
                <a:gd name="csY55" fmla="*/ 2418 h 23149"/>
                <a:gd name="csX56" fmla="*/ 4415 w 25444"/>
                <a:gd name="csY56" fmla="*/ 4489 h 23149"/>
                <a:gd name="csX57" fmla="*/ 2865 w 25444"/>
                <a:gd name="csY57" fmla="*/ 7807 h 23149"/>
                <a:gd name="csX58" fmla="*/ 2194 w 25444"/>
                <a:gd name="csY58" fmla="*/ 8382 h 23149"/>
                <a:gd name="csX59" fmla="*/ 1592 w 25444"/>
                <a:gd name="csY59" fmla="*/ 7855 h 23149"/>
                <a:gd name="csX60" fmla="*/ 1917 w 25444"/>
                <a:gd name="csY60" fmla="*/ 6561 h 23149"/>
                <a:gd name="csX61" fmla="*/ 2966 w 25444"/>
                <a:gd name="csY61" fmla="*/ 4537 h 23149"/>
                <a:gd name="csX62" fmla="*/ 4612 w 25444"/>
                <a:gd name="csY62" fmla="*/ 2418 h 23149"/>
                <a:gd name="csX63" fmla="*/ 6934 w 25444"/>
                <a:gd name="csY63" fmla="*/ 698 h 23149"/>
                <a:gd name="csX64" fmla="*/ 9825 w 25444"/>
                <a:gd name="csY64" fmla="*/ 0 h 23149"/>
                <a:gd name="csX65" fmla="*/ 11151 w 25444"/>
                <a:gd name="csY65" fmla="*/ 149 h 23149"/>
                <a:gd name="csX66" fmla="*/ 12621 w 25444"/>
                <a:gd name="csY66" fmla="*/ 650 h 23149"/>
                <a:gd name="csX67" fmla="*/ 14165 w 25444"/>
                <a:gd name="csY67" fmla="*/ 1843 h 23149"/>
                <a:gd name="csX68" fmla="*/ 15342 w 25444"/>
                <a:gd name="csY68" fmla="*/ 3866 h 23149"/>
                <a:gd name="csX69" fmla="*/ 16040 w 25444"/>
                <a:gd name="csY69" fmla="*/ 2743 h 23149"/>
                <a:gd name="csX70" fmla="*/ 17110 w 25444"/>
                <a:gd name="csY70" fmla="*/ 1523 h 23149"/>
                <a:gd name="csX71" fmla="*/ 18708 w 25444"/>
                <a:gd name="csY71" fmla="*/ 421 h 23149"/>
                <a:gd name="csX72" fmla="*/ 20705 w 25444"/>
                <a:gd name="csY72" fmla="*/ 0 h 23149"/>
                <a:gd name="csX73" fmla="*/ 22723 w 25444"/>
                <a:gd name="csY73" fmla="*/ 272 h 23149"/>
                <a:gd name="csX74" fmla="*/ 24571 w 25444"/>
                <a:gd name="csY74" fmla="*/ 1347 h 23149"/>
                <a:gd name="csX75" fmla="*/ 25445 w 25444"/>
                <a:gd name="csY75" fmla="*/ 3366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5444" h="23149">
                  <a:moveTo>
                    <a:pt x="25445" y="3366"/>
                  </a:moveTo>
                  <a:cubicBezTo>
                    <a:pt x="25445" y="4299"/>
                    <a:pt x="25153" y="5031"/>
                    <a:pt x="24571" y="5560"/>
                  </a:cubicBezTo>
                  <a:cubicBezTo>
                    <a:pt x="23989" y="6078"/>
                    <a:pt x="23364" y="6337"/>
                    <a:pt x="22697" y="6337"/>
                  </a:cubicBezTo>
                  <a:cubicBezTo>
                    <a:pt x="22065" y="6337"/>
                    <a:pt x="21584" y="6154"/>
                    <a:pt x="21254" y="5789"/>
                  </a:cubicBezTo>
                  <a:cubicBezTo>
                    <a:pt x="20920" y="5423"/>
                    <a:pt x="20753" y="5006"/>
                    <a:pt x="20753" y="4537"/>
                  </a:cubicBezTo>
                  <a:cubicBezTo>
                    <a:pt x="20753" y="3905"/>
                    <a:pt x="20985" y="3316"/>
                    <a:pt x="21451" y="2769"/>
                  </a:cubicBezTo>
                  <a:cubicBezTo>
                    <a:pt x="21916" y="2219"/>
                    <a:pt x="22498" y="1885"/>
                    <a:pt x="23197" y="1768"/>
                  </a:cubicBezTo>
                  <a:cubicBezTo>
                    <a:pt x="22516" y="1338"/>
                    <a:pt x="21667" y="1124"/>
                    <a:pt x="20652" y="1124"/>
                  </a:cubicBezTo>
                  <a:cubicBezTo>
                    <a:pt x="19988" y="1124"/>
                    <a:pt x="19365" y="1298"/>
                    <a:pt x="18783" y="1646"/>
                  </a:cubicBezTo>
                  <a:cubicBezTo>
                    <a:pt x="18218" y="1993"/>
                    <a:pt x="17760" y="2393"/>
                    <a:pt x="17409" y="2844"/>
                  </a:cubicBezTo>
                  <a:cubicBezTo>
                    <a:pt x="17078" y="3291"/>
                    <a:pt x="16763" y="3840"/>
                    <a:pt x="16461" y="4489"/>
                  </a:cubicBezTo>
                  <a:cubicBezTo>
                    <a:pt x="16180" y="5121"/>
                    <a:pt x="15981" y="5629"/>
                    <a:pt x="15864" y="6012"/>
                  </a:cubicBezTo>
                  <a:cubicBezTo>
                    <a:pt x="15765" y="6378"/>
                    <a:pt x="15673" y="6760"/>
                    <a:pt x="15587" y="7157"/>
                  </a:cubicBezTo>
                  <a:lnTo>
                    <a:pt x="13841" y="14144"/>
                  </a:lnTo>
                  <a:cubicBezTo>
                    <a:pt x="13276" y="16356"/>
                    <a:pt x="12994" y="17852"/>
                    <a:pt x="12994" y="18633"/>
                  </a:cubicBezTo>
                  <a:cubicBezTo>
                    <a:pt x="12994" y="19599"/>
                    <a:pt x="13226" y="20407"/>
                    <a:pt x="13692" y="21056"/>
                  </a:cubicBezTo>
                  <a:cubicBezTo>
                    <a:pt x="14160" y="21688"/>
                    <a:pt x="14860" y="22004"/>
                    <a:pt x="15790" y="22004"/>
                  </a:cubicBezTo>
                  <a:cubicBezTo>
                    <a:pt x="16155" y="22004"/>
                    <a:pt x="16546" y="21953"/>
                    <a:pt x="16961" y="21850"/>
                  </a:cubicBezTo>
                  <a:cubicBezTo>
                    <a:pt x="17377" y="21736"/>
                    <a:pt x="17851" y="21529"/>
                    <a:pt x="18383" y="21227"/>
                  </a:cubicBezTo>
                  <a:cubicBezTo>
                    <a:pt x="18933" y="20911"/>
                    <a:pt x="19448" y="20520"/>
                    <a:pt x="19927" y="20055"/>
                  </a:cubicBezTo>
                  <a:cubicBezTo>
                    <a:pt x="20428" y="19572"/>
                    <a:pt x="20920" y="18925"/>
                    <a:pt x="21403" y="18112"/>
                  </a:cubicBezTo>
                  <a:cubicBezTo>
                    <a:pt x="21886" y="17295"/>
                    <a:pt x="22285" y="16363"/>
                    <a:pt x="22601" y="15316"/>
                  </a:cubicBezTo>
                  <a:cubicBezTo>
                    <a:pt x="22700" y="14950"/>
                    <a:pt x="22917" y="14767"/>
                    <a:pt x="23251" y="14767"/>
                  </a:cubicBezTo>
                  <a:cubicBezTo>
                    <a:pt x="23666" y="14767"/>
                    <a:pt x="23874" y="14934"/>
                    <a:pt x="23874" y="15268"/>
                  </a:cubicBezTo>
                  <a:cubicBezTo>
                    <a:pt x="23874" y="15548"/>
                    <a:pt x="23756" y="15989"/>
                    <a:pt x="23522" y="16588"/>
                  </a:cubicBezTo>
                  <a:cubicBezTo>
                    <a:pt x="23306" y="17171"/>
                    <a:pt x="22956" y="17843"/>
                    <a:pt x="22473" y="18607"/>
                  </a:cubicBezTo>
                  <a:cubicBezTo>
                    <a:pt x="22008" y="19356"/>
                    <a:pt x="21468" y="20071"/>
                    <a:pt x="20854" y="20753"/>
                  </a:cubicBezTo>
                  <a:cubicBezTo>
                    <a:pt x="20236" y="21420"/>
                    <a:pt x="19471" y="21987"/>
                    <a:pt x="18559" y="22452"/>
                  </a:cubicBezTo>
                  <a:cubicBezTo>
                    <a:pt x="17643" y="22917"/>
                    <a:pt x="16686" y="23149"/>
                    <a:pt x="15689" y="23149"/>
                  </a:cubicBezTo>
                  <a:cubicBezTo>
                    <a:pt x="14258" y="23149"/>
                    <a:pt x="13068" y="22768"/>
                    <a:pt x="12121" y="22004"/>
                  </a:cubicBezTo>
                  <a:cubicBezTo>
                    <a:pt x="11173" y="21238"/>
                    <a:pt x="10525" y="20322"/>
                    <a:pt x="10177" y="19256"/>
                  </a:cubicBezTo>
                  <a:cubicBezTo>
                    <a:pt x="10092" y="19406"/>
                    <a:pt x="9992" y="19581"/>
                    <a:pt x="9879" y="19784"/>
                  </a:cubicBezTo>
                  <a:cubicBezTo>
                    <a:pt x="9761" y="19983"/>
                    <a:pt x="9527" y="20306"/>
                    <a:pt x="9176" y="20753"/>
                  </a:cubicBezTo>
                  <a:cubicBezTo>
                    <a:pt x="8845" y="21186"/>
                    <a:pt x="8489" y="21569"/>
                    <a:pt x="8105" y="21903"/>
                  </a:cubicBezTo>
                  <a:cubicBezTo>
                    <a:pt x="7722" y="22219"/>
                    <a:pt x="7232" y="22501"/>
                    <a:pt x="6635" y="22750"/>
                  </a:cubicBezTo>
                  <a:cubicBezTo>
                    <a:pt x="6053" y="23016"/>
                    <a:pt x="5446" y="23149"/>
                    <a:pt x="4814" y="23149"/>
                  </a:cubicBezTo>
                  <a:cubicBezTo>
                    <a:pt x="4015" y="23149"/>
                    <a:pt x="3257" y="23032"/>
                    <a:pt x="2540" y="22798"/>
                  </a:cubicBezTo>
                  <a:cubicBezTo>
                    <a:pt x="1844" y="22567"/>
                    <a:pt x="1246" y="22185"/>
                    <a:pt x="746" y="21653"/>
                  </a:cubicBezTo>
                  <a:cubicBezTo>
                    <a:pt x="249" y="21120"/>
                    <a:pt x="0" y="20488"/>
                    <a:pt x="0" y="19757"/>
                  </a:cubicBezTo>
                  <a:cubicBezTo>
                    <a:pt x="0" y="18941"/>
                    <a:pt x="273" y="18250"/>
                    <a:pt x="820" y="17686"/>
                  </a:cubicBezTo>
                  <a:cubicBezTo>
                    <a:pt x="1385" y="17103"/>
                    <a:pt x="2050" y="16812"/>
                    <a:pt x="2817" y="16812"/>
                  </a:cubicBezTo>
                  <a:cubicBezTo>
                    <a:pt x="3300" y="16812"/>
                    <a:pt x="3733" y="16954"/>
                    <a:pt x="4117" y="17238"/>
                  </a:cubicBezTo>
                  <a:cubicBezTo>
                    <a:pt x="4514" y="17519"/>
                    <a:pt x="4713" y="17968"/>
                    <a:pt x="4713" y="18585"/>
                  </a:cubicBezTo>
                  <a:cubicBezTo>
                    <a:pt x="4713" y="19267"/>
                    <a:pt x="4480" y="19865"/>
                    <a:pt x="4015" y="20380"/>
                  </a:cubicBezTo>
                  <a:cubicBezTo>
                    <a:pt x="3550" y="20895"/>
                    <a:pt x="2984" y="21220"/>
                    <a:pt x="2317" y="21355"/>
                  </a:cubicBezTo>
                  <a:cubicBezTo>
                    <a:pt x="2998" y="21788"/>
                    <a:pt x="3847" y="22004"/>
                    <a:pt x="4862" y="22004"/>
                  </a:cubicBezTo>
                  <a:cubicBezTo>
                    <a:pt x="5959" y="22004"/>
                    <a:pt x="6941" y="21522"/>
                    <a:pt x="7807" y="20556"/>
                  </a:cubicBezTo>
                  <a:cubicBezTo>
                    <a:pt x="8670" y="19590"/>
                    <a:pt x="9310" y="18301"/>
                    <a:pt x="9729" y="16690"/>
                  </a:cubicBezTo>
                  <a:cubicBezTo>
                    <a:pt x="10759" y="12813"/>
                    <a:pt x="11473" y="10010"/>
                    <a:pt x="11870" y="8281"/>
                  </a:cubicBezTo>
                  <a:cubicBezTo>
                    <a:pt x="12271" y="6534"/>
                    <a:pt x="12472" y="5286"/>
                    <a:pt x="12472" y="4537"/>
                  </a:cubicBezTo>
                  <a:cubicBezTo>
                    <a:pt x="12472" y="3841"/>
                    <a:pt x="12380" y="3252"/>
                    <a:pt x="12195" y="2769"/>
                  </a:cubicBezTo>
                  <a:cubicBezTo>
                    <a:pt x="12014" y="2286"/>
                    <a:pt x="11765" y="1937"/>
                    <a:pt x="11450" y="1720"/>
                  </a:cubicBezTo>
                  <a:cubicBezTo>
                    <a:pt x="11148" y="1486"/>
                    <a:pt x="10857" y="1328"/>
                    <a:pt x="10576" y="1246"/>
                  </a:cubicBezTo>
                  <a:cubicBezTo>
                    <a:pt x="10310" y="1164"/>
                    <a:pt x="10028" y="1124"/>
                    <a:pt x="9729" y="1124"/>
                  </a:cubicBezTo>
                  <a:cubicBezTo>
                    <a:pt x="9229" y="1124"/>
                    <a:pt x="8696" y="1223"/>
                    <a:pt x="8132" y="1422"/>
                  </a:cubicBezTo>
                  <a:cubicBezTo>
                    <a:pt x="7582" y="1621"/>
                    <a:pt x="6974" y="1953"/>
                    <a:pt x="6311" y="2418"/>
                  </a:cubicBezTo>
                  <a:cubicBezTo>
                    <a:pt x="5661" y="2869"/>
                    <a:pt x="5029" y="3559"/>
                    <a:pt x="4415" y="4489"/>
                  </a:cubicBezTo>
                  <a:cubicBezTo>
                    <a:pt x="3797" y="5419"/>
                    <a:pt x="3280" y="6525"/>
                    <a:pt x="2865" y="7807"/>
                  </a:cubicBezTo>
                  <a:cubicBezTo>
                    <a:pt x="2783" y="8190"/>
                    <a:pt x="2560" y="8382"/>
                    <a:pt x="2194" y="8382"/>
                  </a:cubicBezTo>
                  <a:cubicBezTo>
                    <a:pt x="1793" y="8364"/>
                    <a:pt x="1592" y="8189"/>
                    <a:pt x="1592" y="7855"/>
                  </a:cubicBezTo>
                  <a:cubicBezTo>
                    <a:pt x="1592" y="7574"/>
                    <a:pt x="1701" y="7143"/>
                    <a:pt x="1917" y="6561"/>
                  </a:cubicBezTo>
                  <a:cubicBezTo>
                    <a:pt x="2151" y="5961"/>
                    <a:pt x="2501" y="5286"/>
                    <a:pt x="2966" y="4537"/>
                  </a:cubicBezTo>
                  <a:cubicBezTo>
                    <a:pt x="3449" y="3792"/>
                    <a:pt x="3998" y="3085"/>
                    <a:pt x="4612" y="2418"/>
                  </a:cubicBezTo>
                  <a:cubicBezTo>
                    <a:pt x="5244" y="1736"/>
                    <a:pt x="6018" y="1163"/>
                    <a:pt x="6934" y="698"/>
                  </a:cubicBezTo>
                  <a:cubicBezTo>
                    <a:pt x="7864" y="233"/>
                    <a:pt x="8828" y="0"/>
                    <a:pt x="9825" y="0"/>
                  </a:cubicBezTo>
                  <a:cubicBezTo>
                    <a:pt x="10276" y="0"/>
                    <a:pt x="10718" y="50"/>
                    <a:pt x="11151" y="149"/>
                  </a:cubicBezTo>
                  <a:cubicBezTo>
                    <a:pt x="11599" y="231"/>
                    <a:pt x="12089" y="398"/>
                    <a:pt x="12621" y="650"/>
                  </a:cubicBezTo>
                  <a:cubicBezTo>
                    <a:pt x="13171" y="898"/>
                    <a:pt x="13686" y="1296"/>
                    <a:pt x="14165" y="1843"/>
                  </a:cubicBezTo>
                  <a:cubicBezTo>
                    <a:pt x="14648" y="2393"/>
                    <a:pt x="15041" y="3067"/>
                    <a:pt x="15342" y="3866"/>
                  </a:cubicBezTo>
                  <a:cubicBezTo>
                    <a:pt x="15541" y="3483"/>
                    <a:pt x="15774" y="3108"/>
                    <a:pt x="16040" y="2743"/>
                  </a:cubicBezTo>
                  <a:cubicBezTo>
                    <a:pt x="16320" y="2377"/>
                    <a:pt x="16677" y="1970"/>
                    <a:pt x="17110" y="1523"/>
                  </a:cubicBezTo>
                  <a:cubicBezTo>
                    <a:pt x="17561" y="1054"/>
                    <a:pt x="18094" y="687"/>
                    <a:pt x="18708" y="421"/>
                  </a:cubicBezTo>
                  <a:cubicBezTo>
                    <a:pt x="19340" y="140"/>
                    <a:pt x="20006" y="0"/>
                    <a:pt x="20705" y="0"/>
                  </a:cubicBezTo>
                  <a:cubicBezTo>
                    <a:pt x="21387" y="0"/>
                    <a:pt x="22059" y="90"/>
                    <a:pt x="22723" y="272"/>
                  </a:cubicBezTo>
                  <a:cubicBezTo>
                    <a:pt x="23391" y="438"/>
                    <a:pt x="24007" y="797"/>
                    <a:pt x="24571" y="1347"/>
                  </a:cubicBezTo>
                  <a:cubicBezTo>
                    <a:pt x="25153" y="1880"/>
                    <a:pt x="25445" y="2553"/>
                    <a:pt x="25445" y="3366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792B47D0-5FA4-AFC0-5385-0CA920166B95}"/>
                </a:ext>
              </a:extLst>
            </p:cNvPr>
            <p:cNvSpPr/>
            <p:nvPr/>
          </p:nvSpPr>
          <p:spPr>
            <a:xfrm>
              <a:off x="6063516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E55B73B7-7059-04B0-973F-1A3AD8426508}"/>
                </a:ext>
              </a:extLst>
            </p:cNvPr>
            <p:cNvSpPr/>
            <p:nvPr/>
          </p:nvSpPr>
          <p:spPr>
            <a:xfrm>
              <a:off x="6063516" y="466450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5754F3C2-944C-0FE0-AD07-55A18469A104}"/>
                </a:ext>
              </a:extLst>
            </p:cNvPr>
            <p:cNvSpPr/>
            <p:nvPr/>
          </p:nvSpPr>
          <p:spPr>
            <a:xfrm>
              <a:off x="6063516" y="4489758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4265D951-43E1-67E2-F2AB-F0D4CC44D97B}"/>
                </a:ext>
              </a:extLst>
            </p:cNvPr>
            <p:cNvSpPr/>
            <p:nvPr/>
          </p:nvSpPr>
          <p:spPr>
            <a:xfrm>
              <a:off x="6063516" y="431501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8B013016-50B0-1DFC-A910-08884509C347}"/>
                </a:ext>
              </a:extLst>
            </p:cNvPr>
            <p:cNvSpPr/>
            <p:nvPr/>
          </p:nvSpPr>
          <p:spPr>
            <a:xfrm>
              <a:off x="6063516" y="4140269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2CF9043C-2795-1EB1-5161-E180E05A5F99}"/>
                </a:ext>
              </a:extLst>
            </p:cNvPr>
            <p:cNvSpPr/>
            <p:nvPr/>
          </p:nvSpPr>
          <p:spPr>
            <a:xfrm>
              <a:off x="5951820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5B48B4DA-EA0F-00FF-DEAF-A4D726120846}"/>
                </a:ext>
              </a:extLst>
            </p:cNvPr>
            <p:cNvSpPr/>
            <p:nvPr/>
          </p:nvSpPr>
          <p:spPr>
            <a:xfrm>
              <a:off x="5981741" y="467512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3ACD0594-B7E5-6943-9FBA-F325DEA8755B}"/>
                </a:ext>
              </a:extLst>
            </p:cNvPr>
            <p:cNvSpPr/>
            <p:nvPr/>
          </p:nvSpPr>
          <p:spPr>
            <a:xfrm>
              <a:off x="5993973" y="4647820"/>
              <a:ext cx="22262" cy="33416"/>
            </a:xfrm>
            <a:custGeom>
              <a:avLst/>
              <a:gdLst>
                <a:gd name="csX0" fmla="*/ 11131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1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1 w 22262"/>
                <a:gd name="csY8" fmla="*/ 3451 h 33416"/>
                <a:gd name="csX9" fmla="*/ 11131 w 22262"/>
                <a:gd name="csY9" fmla="*/ 0 h 33416"/>
                <a:gd name="csX10" fmla="*/ 19393 w 22262"/>
                <a:gd name="csY10" fmla="*/ 4292 h 33416"/>
                <a:gd name="csX11" fmla="*/ 22263 w 22262"/>
                <a:gd name="csY11" fmla="*/ 16716 h 33416"/>
                <a:gd name="csX12" fmla="*/ 19393 w 22262"/>
                <a:gd name="csY12" fmla="*/ 29146 h 33416"/>
                <a:gd name="csX13" fmla="*/ 11131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1" y="29966"/>
                  </a:cubicBezTo>
                  <a:cubicBezTo>
                    <a:pt x="13389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89" y="3451"/>
                    <a:pt x="11131" y="3451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3" y="29146"/>
                  </a:cubicBezTo>
                  <a:cubicBezTo>
                    <a:pt x="17495" y="31993"/>
                    <a:pt x="14741" y="33417"/>
                    <a:pt x="11131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4C7B2B21-0513-4039-B706-FAF3724AC41B}"/>
                </a:ext>
              </a:extLst>
            </p:cNvPr>
            <p:cNvSpPr/>
            <p:nvPr/>
          </p:nvSpPr>
          <p:spPr>
            <a:xfrm>
              <a:off x="6022082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F9E4C942-3D9D-EF44-C475-4FA8566B9587}"/>
                </a:ext>
              </a:extLst>
            </p:cNvPr>
            <p:cNvSpPr/>
            <p:nvPr/>
          </p:nvSpPr>
          <p:spPr>
            <a:xfrm>
              <a:off x="5952748" y="4473074"/>
              <a:ext cx="22262" cy="33416"/>
            </a:xfrm>
            <a:custGeom>
              <a:avLst/>
              <a:gdLst>
                <a:gd name="csX0" fmla="*/ 11132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2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2 w 22262"/>
                <a:gd name="csY8" fmla="*/ 3452 h 33416"/>
                <a:gd name="csX9" fmla="*/ 11132 w 22262"/>
                <a:gd name="csY9" fmla="*/ 0 h 33416"/>
                <a:gd name="csX10" fmla="*/ 19394 w 22262"/>
                <a:gd name="csY10" fmla="*/ 4293 h 33416"/>
                <a:gd name="csX11" fmla="*/ 22263 w 22262"/>
                <a:gd name="csY11" fmla="*/ 16721 h 33416"/>
                <a:gd name="csX12" fmla="*/ 19394 w 22262"/>
                <a:gd name="csY12" fmla="*/ 29145 h 33416"/>
                <a:gd name="csX13" fmla="*/ 11132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2" y="29965"/>
                  </a:cubicBezTo>
                  <a:cubicBezTo>
                    <a:pt x="13390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90" y="3452"/>
                    <a:pt x="11132" y="3452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4" y="29145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C2CBE87F-3528-6C14-61A1-B46C899648E5}"/>
                </a:ext>
              </a:extLst>
            </p:cNvPr>
            <p:cNvSpPr/>
            <p:nvPr/>
          </p:nvSpPr>
          <p:spPr>
            <a:xfrm>
              <a:off x="5982669" y="4500388"/>
              <a:ext cx="4551" cy="5474"/>
            </a:xfrm>
            <a:custGeom>
              <a:avLst/>
              <a:gdLst>
                <a:gd name="csX0" fmla="*/ 0 w 4551"/>
                <a:gd name="csY0" fmla="*/ 0 h 5474"/>
                <a:gd name="csX1" fmla="*/ 4552 w 4551"/>
                <a:gd name="csY1" fmla="*/ 0 h 5474"/>
                <a:gd name="csX2" fmla="*/ 4552 w 4551"/>
                <a:gd name="csY2" fmla="*/ 5474 h 5474"/>
                <a:gd name="csX3" fmla="*/ 0 w 4551"/>
                <a:gd name="csY3" fmla="*/ 5474 h 5474"/>
                <a:gd name="csX4" fmla="*/ 0 w 4551"/>
                <a:gd name="csY4" fmla="*/ 0 h 5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4">
                  <a:moveTo>
                    <a:pt x="0" y="0"/>
                  </a:moveTo>
                  <a:lnTo>
                    <a:pt x="4552" y="0"/>
                  </a:lnTo>
                  <a:lnTo>
                    <a:pt x="4552" y="5474"/>
                  </a:lnTo>
                  <a:lnTo>
                    <a:pt x="0" y="5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643EBA35-2B11-161D-330C-559B33C1FD17}"/>
                </a:ext>
              </a:extLst>
            </p:cNvPr>
            <p:cNvSpPr/>
            <p:nvPr/>
          </p:nvSpPr>
          <p:spPr>
            <a:xfrm>
              <a:off x="5994901" y="4473074"/>
              <a:ext cx="22262" cy="33416"/>
            </a:xfrm>
            <a:custGeom>
              <a:avLst/>
              <a:gdLst>
                <a:gd name="csX0" fmla="*/ 11131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1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1 w 22262"/>
                <a:gd name="csY8" fmla="*/ 3452 h 33416"/>
                <a:gd name="csX9" fmla="*/ 11131 w 22262"/>
                <a:gd name="csY9" fmla="*/ 0 h 33416"/>
                <a:gd name="csX10" fmla="*/ 19393 w 22262"/>
                <a:gd name="csY10" fmla="*/ 4293 h 33416"/>
                <a:gd name="csX11" fmla="*/ 22263 w 22262"/>
                <a:gd name="csY11" fmla="*/ 16721 h 33416"/>
                <a:gd name="csX12" fmla="*/ 19393 w 22262"/>
                <a:gd name="csY12" fmla="*/ 29145 h 33416"/>
                <a:gd name="csX13" fmla="*/ 11131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1" y="29965"/>
                  </a:cubicBezTo>
                  <a:cubicBezTo>
                    <a:pt x="13389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89" y="3452"/>
                    <a:pt x="11131" y="3452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3" y="29145"/>
                  </a:cubicBezTo>
                  <a:cubicBezTo>
                    <a:pt x="17495" y="31992"/>
                    <a:pt x="14741" y="33416"/>
                    <a:pt x="11131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4E902720-B130-E804-C661-7874133CC6FB}"/>
                </a:ext>
              </a:extLst>
            </p:cNvPr>
            <p:cNvSpPr/>
            <p:nvPr/>
          </p:nvSpPr>
          <p:spPr>
            <a:xfrm>
              <a:off x="6023506" y="4473657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7 h 32833"/>
                <a:gd name="csX3" fmla="*/ 5350 w 20838"/>
                <a:gd name="csY3" fmla="*/ 3667 h 32833"/>
                <a:gd name="csX4" fmla="*/ 5350 w 20838"/>
                <a:gd name="csY4" fmla="*/ 11564 h 32833"/>
                <a:gd name="csX5" fmla="*/ 7248 w 20838"/>
                <a:gd name="csY5" fmla="*/ 11090 h 32833"/>
                <a:gd name="csX6" fmla="*/ 9147 w 20838"/>
                <a:gd name="csY6" fmla="*/ 10914 h 32833"/>
                <a:gd name="csX7" fmla="*/ 17689 w 20838"/>
                <a:gd name="csY7" fmla="*/ 13870 h 32833"/>
                <a:gd name="csX8" fmla="*/ 20839 w 20838"/>
                <a:gd name="csY8" fmla="*/ 21874 h 32833"/>
                <a:gd name="csX9" fmla="*/ 17603 w 20838"/>
                <a:gd name="csY9" fmla="*/ 29963 h 32833"/>
                <a:gd name="csX10" fmla="*/ 8478 w 20838"/>
                <a:gd name="csY10" fmla="*/ 32834 h 32833"/>
                <a:gd name="csX11" fmla="*/ 4336 w 20838"/>
                <a:gd name="csY11" fmla="*/ 32487 h 32833"/>
                <a:gd name="csX12" fmla="*/ 0 w 20838"/>
                <a:gd name="csY12" fmla="*/ 31454 h 32833"/>
                <a:gd name="csX13" fmla="*/ 0 w 20838"/>
                <a:gd name="csY13" fmla="*/ 27072 h 32833"/>
                <a:gd name="csX14" fmla="*/ 4012 w 20838"/>
                <a:gd name="csY14" fmla="*/ 28648 h 32833"/>
                <a:gd name="csX15" fmla="*/ 8392 w 20838"/>
                <a:gd name="csY15" fmla="*/ 29164 h 32833"/>
                <a:gd name="csX16" fmla="*/ 14302 w 20838"/>
                <a:gd name="csY16" fmla="*/ 27205 h 32833"/>
                <a:gd name="csX17" fmla="*/ 16481 w 20838"/>
                <a:gd name="csY17" fmla="*/ 21874 h 32833"/>
                <a:gd name="csX18" fmla="*/ 14302 w 20838"/>
                <a:gd name="csY18" fmla="*/ 16549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1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7"/>
                  </a:lnTo>
                  <a:lnTo>
                    <a:pt x="5350" y="3667"/>
                  </a:lnTo>
                  <a:lnTo>
                    <a:pt x="5350" y="11564"/>
                  </a:lnTo>
                  <a:cubicBezTo>
                    <a:pt x="5983" y="11347"/>
                    <a:pt x="6615" y="11189"/>
                    <a:pt x="7248" y="11090"/>
                  </a:cubicBezTo>
                  <a:cubicBezTo>
                    <a:pt x="7881" y="10973"/>
                    <a:pt x="8514" y="10914"/>
                    <a:pt x="9147" y="10914"/>
                  </a:cubicBezTo>
                  <a:cubicBezTo>
                    <a:pt x="12742" y="10914"/>
                    <a:pt x="15590" y="11900"/>
                    <a:pt x="17689" y="13870"/>
                  </a:cubicBezTo>
                  <a:cubicBezTo>
                    <a:pt x="19789" y="15840"/>
                    <a:pt x="20839" y="18508"/>
                    <a:pt x="20839" y="21874"/>
                  </a:cubicBezTo>
                  <a:cubicBezTo>
                    <a:pt x="20839" y="25339"/>
                    <a:pt x="19760" y="28035"/>
                    <a:pt x="17603" y="29963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8"/>
                    <a:pt x="4336" y="32487"/>
                  </a:cubicBezTo>
                  <a:cubicBezTo>
                    <a:pt x="2941" y="32257"/>
                    <a:pt x="1496" y="31912"/>
                    <a:pt x="0" y="31454"/>
                  </a:cubicBezTo>
                  <a:lnTo>
                    <a:pt x="0" y="27072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2"/>
                    <a:pt x="6853" y="29164"/>
                    <a:pt x="8392" y="29164"/>
                  </a:cubicBezTo>
                  <a:cubicBezTo>
                    <a:pt x="10880" y="29164"/>
                    <a:pt x="12850" y="28511"/>
                    <a:pt x="14302" y="27205"/>
                  </a:cubicBezTo>
                  <a:cubicBezTo>
                    <a:pt x="15755" y="25895"/>
                    <a:pt x="16481" y="24118"/>
                    <a:pt x="16481" y="21874"/>
                  </a:cubicBezTo>
                  <a:cubicBezTo>
                    <a:pt x="16481" y="19630"/>
                    <a:pt x="15755" y="17855"/>
                    <a:pt x="14302" y="16549"/>
                  </a:cubicBezTo>
                  <a:cubicBezTo>
                    <a:pt x="12850" y="15239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4"/>
                    <a:pt x="1359" y="16181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2600FE31-BC0B-C23A-4610-2D6236C3E785}"/>
                </a:ext>
              </a:extLst>
            </p:cNvPr>
            <p:cNvSpPr/>
            <p:nvPr/>
          </p:nvSpPr>
          <p:spPr>
            <a:xfrm>
              <a:off x="5951820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B46A5F37-6069-A01E-1EB9-293F3346E3E2}"/>
                </a:ext>
              </a:extLst>
            </p:cNvPr>
            <p:cNvSpPr/>
            <p:nvPr/>
          </p:nvSpPr>
          <p:spPr>
            <a:xfrm>
              <a:off x="5981741" y="432563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85AE4E3D-5929-B645-79C3-FA1C607E1C54}"/>
                </a:ext>
              </a:extLst>
            </p:cNvPr>
            <p:cNvSpPr/>
            <p:nvPr/>
          </p:nvSpPr>
          <p:spPr>
            <a:xfrm>
              <a:off x="5995915" y="4298911"/>
              <a:ext cx="19177" cy="32207"/>
            </a:xfrm>
            <a:custGeom>
              <a:avLst/>
              <a:gdLst>
                <a:gd name="csX0" fmla="*/ 625 w 19177"/>
                <a:gd name="csY0" fmla="*/ 28540 h 32207"/>
                <a:gd name="csX1" fmla="*/ 7744 w 19177"/>
                <a:gd name="csY1" fmla="*/ 28540 h 32207"/>
                <a:gd name="csX2" fmla="*/ 7744 w 19177"/>
                <a:gd name="csY2" fmla="*/ 3969 h 32207"/>
                <a:gd name="csX3" fmla="*/ 0 w 19177"/>
                <a:gd name="csY3" fmla="*/ 5522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0 h 32207"/>
                <a:gd name="csX8" fmla="*/ 19178 w 19177"/>
                <a:gd name="csY8" fmla="*/ 28540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0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0"/>
                  </a:moveTo>
                  <a:lnTo>
                    <a:pt x="7744" y="28540"/>
                  </a:lnTo>
                  <a:lnTo>
                    <a:pt x="7744" y="3969"/>
                  </a:lnTo>
                  <a:lnTo>
                    <a:pt x="0" y="5522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0"/>
                  </a:lnTo>
                  <a:lnTo>
                    <a:pt x="19178" y="28540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BFBB0232-D1F8-6282-54EB-6BF290FA9D35}"/>
                </a:ext>
              </a:extLst>
            </p:cNvPr>
            <p:cNvSpPr/>
            <p:nvPr/>
          </p:nvSpPr>
          <p:spPr>
            <a:xfrm>
              <a:off x="6022082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6D55A6DD-01AA-609D-13CE-B7436E6FD561}"/>
                </a:ext>
              </a:extLst>
            </p:cNvPr>
            <p:cNvSpPr/>
            <p:nvPr/>
          </p:nvSpPr>
          <p:spPr>
            <a:xfrm>
              <a:off x="5952748" y="4123583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3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3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4 h 33415"/>
                <a:gd name="csX13" fmla="*/ 11132 w 22262"/>
                <a:gd name="csY13" fmla="*/ 33416 h 33415"/>
                <a:gd name="csX14" fmla="*/ 2847 w 22262"/>
                <a:gd name="csY14" fmla="*/ 29144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3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3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4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4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CE66CE4C-4706-AED3-55C0-BF535A0B9D7B}"/>
                </a:ext>
              </a:extLst>
            </p:cNvPr>
            <p:cNvSpPr/>
            <p:nvPr/>
          </p:nvSpPr>
          <p:spPr>
            <a:xfrm>
              <a:off x="5982669" y="4150894"/>
              <a:ext cx="4551" cy="5479"/>
            </a:xfrm>
            <a:custGeom>
              <a:avLst/>
              <a:gdLst>
                <a:gd name="csX0" fmla="*/ 0 w 4551"/>
                <a:gd name="csY0" fmla="*/ 0 h 5479"/>
                <a:gd name="csX1" fmla="*/ 4552 w 4551"/>
                <a:gd name="csY1" fmla="*/ 0 h 5479"/>
                <a:gd name="csX2" fmla="*/ 4552 w 4551"/>
                <a:gd name="csY2" fmla="*/ 5479 h 5479"/>
                <a:gd name="csX3" fmla="*/ 0 w 4551"/>
                <a:gd name="csY3" fmla="*/ 5479 h 5479"/>
                <a:gd name="csX4" fmla="*/ 0 w 4551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9">
                  <a:moveTo>
                    <a:pt x="0" y="0"/>
                  </a:moveTo>
                  <a:lnTo>
                    <a:pt x="4552" y="0"/>
                  </a:lnTo>
                  <a:lnTo>
                    <a:pt x="4552" y="5479"/>
                  </a:lnTo>
                  <a:lnTo>
                    <a:pt x="0" y="5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1974B3A3-2E51-0CD2-28E8-21BC90F85F39}"/>
                </a:ext>
              </a:extLst>
            </p:cNvPr>
            <p:cNvSpPr/>
            <p:nvPr/>
          </p:nvSpPr>
          <p:spPr>
            <a:xfrm>
              <a:off x="5996842" y="4124165"/>
              <a:ext cx="19177" cy="32207"/>
            </a:xfrm>
            <a:custGeom>
              <a:avLst/>
              <a:gdLst>
                <a:gd name="csX0" fmla="*/ 625 w 19177"/>
                <a:gd name="csY0" fmla="*/ 28541 h 32207"/>
                <a:gd name="csX1" fmla="*/ 7744 w 19177"/>
                <a:gd name="csY1" fmla="*/ 28541 h 32207"/>
                <a:gd name="csX2" fmla="*/ 7744 w 19177"/>
                <a:gd name="csY2" fmla="*/ 3970 h 32207"/>
                <a:gd name="csX3" fmla="*/ 0 w 19177"/>
                <a:gd name="csY3" fmla="*/ 5523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1 h 32207"/>
                <a:gd name="csX8" fmla="*/ 19178 w 19177"/>
                <a:gd name="csY8" fmla="*/ 28541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1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1"/>
                  </a:moveTo>
                  <a:lnTo>
                    <a:pt x="7744" y="28541"/>
                  </a:lnTo>
                  <a:lnTo>
                    <a:pt x="7744" y="3970"/>
                  </a:lnTo>
                  <a:lnTo>
                    <a:pt x="0" y="5523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1"/>
                  </a:lnTo>
                  <a:lnTo>
                    <a:pt x="19178" y="28541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1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F958CB7C-E20C-4B87-45F0-7E6B49A7B4CC}"/>
                </a:ext>
              </a:extLst>
            </p:cNvPr>
            <p:cNvSpPr/>
            <p:nvPr/>
          </p:nvSpPr>
          <p:spPr>
            <a:xfrm>
              <a:off x="6023506" y="4124165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8 h 32833"/>
                <a:gd name="csX3" fmla="*/ 5350 w 20838"/>
                <a:gd name="csY3" fmla="*/ 3668 h 32833"/>
                <a:gd name="csX4" fmla="*/ 5350 w 20838"/>
                <a:gd name="csY4" fmla="*/ 11563 h 32833"/>
                <a:gd name="csX5" fmla="*/ 7248 w 20838"/>
                <a:gd name="csY5" fmla="*/ 11088 h 32833"/>
                <a:gd name="csX6" fmla="*/ 9147 w 20838"/>
                <a:gd name="csY6" fmla="*/ 10916 h 32833"/>
                <a:gd name="csX7" fmla="*/ 17689 w 20838"/>
                <a:gd name="csY7" fmla="*/ 13872 h 32833"/>
                <a:gd name="csX8" fmla="*/ 20839 w 20838"/>
                <a:gd name="csY8" fmla="*/ 21875 h 32833"/>
                <a:gd name="csX9" fmla="*/ 17603 w 20838"/>
                <a:gd name="csY9" fmla="*/ 29964 h 32833"/>
                <a:gd name="csX10" fmla="*/ 8478 w 20838"/>
                <a:gd name="csY10" fmla="*/ 32834 h 32833"/>
                <a:gd name="csX11" fmla="*/ 4336 w 20838"/>
                <a:gd name="csY11" fmla="*/ 32488 h 32833"/>
                <a:gd name="csX12" fmla="*/ 0 w 20838"/>
                <a:gd name="csY12" fmla="*/ 31453 h 32833"/>
                <a:gd name="csX13" fmla="*/ 0 w 20838"/>
                <a:gd name="csY13" fmla="*/ 27074 h 32833"/>
                <a:gd name="csX14" fmla="*/ 4012 w 20838"/>
                <a:gd name="csY14" fmla="*/ 28648 h 32833"/>
                <a:gd name="csX15" fmla="*/ 8392 w 20838"/>
                <a:gd name="csY15" fmla="*/ 29167 h 32833"/>
                <a:gd name="csX16" fmla="*/ 14302 w 20838"/>
                <a:gd name="csY16" fmla="*/ 27203 h 32833"/>
                <a:gd name="csX17" fmla="*/ 16481 w 20838"/>
                <a:gd name="csY17" fmla="*/ 21875 h 32833"/>
                <a:gd name="csX18" fmla="*/ 14302 w 20838"/>
                <a:gd name="csY18" fmla="*/ 16546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0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8"/>
                  </a:lnTo>
                  <a:lnTo>
                    <a:pt x="5350" y="3668"/>
                  </a:lnTo>
                  <a:lnTo>
                    <a:pt x="5350" y="11563"/>
                  </a:lnTo>
                  <a:cubicBezTo>
                    <a:pt x="5983" y="11347"/>
                    <a:pt x="6615" y="11189"/>
                    <a:pt x="7248" y="11088"/>
                  </a:cubicBezTo>
                  <a:cubicBezTo>
                    <a:pt x="7881" y="10973"/>
                    <a:pt x="8514" y="10916"/>
                    <a:pt x="9147" y="10916"/>
                  </a:cubicBezTo>
                  <a:cubicBezTo>
                    <a:pt x="12742" y="10916"/>
                    <a:pt x="15590" y="11901"/>
                    <a:pt x="17689" y="13872"/>
                  </a:cubicBezTo>
                  <a:cubicBezTo>
                    <a:pt x="19789" y="15842"/>
                    <a:pt x="20839" y="18509"/>
                    <a:pt x="20839" y="21875"/>
                  </a:cubicBezTo>
                  <a:cubicBezTo>
                    <a:pt x="20839" y="25341"/>
                    <a:pt x="19760" y="28037"/>
                    <a:pt x="17603" y="29964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9"/>
                    <a:pt x="4336" y="32488"/>
                  </a:cubicBezTo>
                  <a:cubicBezTo>
                    <a:pt x="2941" y="32258"/>
                    <a:pt x="1496" y="31913"/>
                    <a:pt x="0" y="31453"/>
                  </a:cubicBezTo>
                  <a:lnTo>
                    <a:pt x="0" y="27074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4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3"/>
                  </a:cubicBezTo>
                  <a:cubicBezTo>
                    <a:pt x="15755" y="25894"/>
                    <a:pt x="16481" y="24118"/>
                    <a:pt x="16481" y="21875"/>
                  </a:cubicBezTo>
                  <a:cubicBezTo>
                    <a:pt x="16481" y="19631"/>
                    <a:pt x="15755" y="17855"/>
                    <a:pt x="14302" y="16546"/>
                  </a:cubicBezTo>
                  <a:cubicBezTo>
                    <a:pt x="12850" y="15238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3"/>
                    <a:pt x="1359" y="16180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80825F20-3FA5-8DC4-0FCE-7083B085A838}"/>
                </a:ext>
              </a:extLst>
            </p:cNvPr>
            <p:cNvSpPr/>
            <p:nvPr/>
          </p:nvSpPr>
          <p:spPr>
            <a:xfrm>
              <a:off x="5900639" y="4353176"/>
              <a:ext cx="32480" cy="26692"/>
            </a:xfrm>
            <a:custGeom>
              <a:avLst/>
              <a:gdLst>
                <a:gd name="csX0" fmla="*/ 8158 w 32480"/>
                <a:gd name="csY0" fmla="*/ 0 h 26692"/>
                <a:gd name="csX1" fmla="*/ 15317 w 32480"/>
                <a:gd name="csY1" fmla="*/ 1846 h 26692"/>
                <a:gd name="csX2" fmla="*/ 21005 w 32480"/>
                <a:gd name="csY2" fmla="*/ 6536 h 26692"/>
                <a:gd name="csX3" fmla="*/ 23151 w 32480"/>
                <a:gd name="csY3" fmla="*/ 12323 h 26692"/>
                <a:gd name="csX4" fmla="*/ 22203 w 32480"/>
                <a:gd name="csY4" fmla="*/ 15242 h 26692"/>
                <a:gd name="csX5" fmla="*/ 19858 w 32480"/>
                <a:gd name="csY5" fmla="*/ 17013 h 26692"/>
                <a:gd name="csX6" fmla="*/ 25620 w 32480"/>
                <a:gd name="csY6" fmla="*/ 18510 h 26692"/>
                <a:gd name="csX7" fmla="*/ 30086 w 32480"/>
                <a:gd name="csY7" fmla="*/ 19533 h 26692"/>
                <a:gd name="csX8" fmla="*/ 30410 w 32480"/>
                <a:gd name="csY8" fmla="*/ 19483 h 26692"/>
                <a:gd name="csX9" fmla="*/ 30635 w 32480"/>
                <a:gd name="csY9" fmla="*/ 19209 h 26692"/>
                <a:gd name="csX10" fmla="*/ 30834 w 32480"/>
                <a:gd name="csY10" fmla="*/ 18435 h 26692"/>
                <a:gd name="csX11" fmla="*/ 30909 w 32480"/>
                <a:gd name="csY11" fmla="*/ 16964 h 26692"/>
                <a:gd name="csX12" fmla="*/ 30909 w 32480"/>
                <a:gd name="csY12" fmla="*/ 16315 h 26692"/>
                <a:gd name="csX13" fmla="*/ 31059 w 32480"/>
                <a:gd name="csY13" fmla="*/ 15941 h 26692"/>
                <a:gd name="csX14" fmla="*/ 31458 w 32480"/>
                <a:gd name="csY14" fmla="*/ 15741 h 26692"/>
                <a:gd name="csX15" fmla="*/ 32480 w 32480"/>
                <a:gd name="csY15" fmla="*/ 16664 h 26692"/>
                <a:gd name="csX16" fmla="*/ 32406 w 32480"/>
                <a:gd name="csY16" fmla="*/ 19184 h 26692"/>
                <a:gd name="csX17" fmla="*/ 32331 w 32480"/>
                <a:gd name="csY17" fmla="*/ 21729 h 26692"/>
                <a:gd name="csX18" fmla="*/ 32406 w 32480"/>
                <a:gd name="csY18" fmla="*/ 23899 h 26692"/>
                <a:gd name="csX19" fmla="*/ 32480 w 32480"/>
                <a:gd name="csY19" fmla="*/ 26019 h 26692"/>
                <a:gd name="csX20" fmla="*/ 31882 w 32480"/>
                <a:gd name="csY20" fmla="*/ 26693 h 26692"/>
                <a:gd name="csX21" fmla="*/ 31308 w 32480"/>
                <a:gd name="csY21" fmla="*/ 26593 h 26692"/>
                <a:gd name="csX22" fmla="*/ 31009 w 32480"/>
                <a:gd name="csY22" fmla="*/ 26319 h 26692"/>
                <a:gd name="csX23" fmla="*/ 30909 w 32480"/>
                <a:gd name="csY23" fmla="*/ 25945 h 26692"/>
                <a:gd name="csX24" fmla="*/ 30909 w 32480"/>
                <a:gd name="csY24" fmla="*/ 25496 h 26692"/>
                <a:gd name="csX25" fmla="*/ 30709 w 32480"/>
                <a:gd name="csY25" fmla="*/ 23849 h 26692"/>
                <a:gd name="csX26" fmla="*/ 30161 w 32480"/>
                <a:gd name="csY26" fmla="*/ 23175 h 26692"/>
                <a:gd name="csX27" fmla="*/ 28813 w 32480"/>
                <a:gd name="csY27" fmla="*/ 22752 h 26692"/>
                <a:gd name="csX28" fmla="*/ 6062 w 32480"/>
                <a:gd name="csY28" fmla="*/ 17013 h 26692"/>
                <a:gd name="csX29" fmla="*/ 3468 w 32480"/>
                <a:gd name="csY29" fmla="*/ 16664 h 26692"/>
                <a:gd name="csX30" fmla="*/ 1622 w 32480"/>
                <a:gd name="csY30" fmla="*/ 17089 h 26692"/>
                <a:gd name="csX31" fmla="*/ 1123 w 32480"/>
                <a:gd name="csY31" fmla="*/ 18261 h 26692"/>
                <a:gd name="csX32" fmla="*/ 2669 w 32480"/>
                <a:gd name="csY32" fmla="*/ 20406 h 26692"/>
                <a:gd name="csX33" fmla="*/ 7210 w 32480"/>
                <a:gd name="csY33" fmla="*/ 21978 h 26692"/>
                <a:gd name="csX34" fmla="*/ 8207 w 32480"/>
                <a:gd name="csY34" fmla="*/ 22352 h 26692"/>
                <a:gd name="csX35" fmla="*/ 8382 w 32480"/>
                <a:gd name="csY35" fmla="*/ 22851 h 26692"/>
                <a:gd name="csX36" fmla="*/ 7858 w 32480"/>
                <a:gd name="csY36" fmla="*/ 23475 h 26692"/>
                <a:gd name="csX37" fmla="*/ 6935 w 32480"/>
                <a:gd name="csY37" fmla="*/ 23275 h 26692"/>
                <a:gd name="csX38" fmla="*/ 4915 w 32480"/>
                <a:gd name="csY38" fmla="*/ 22702 h 26692"/>
                <a:gd name="csX39" fmla="*/ 2919 w 32480"/>
                <a:gd name="csY39" fmla="*/ 21878 h 26692"/>
                <a:gd name="csX40" fmla="*/ 2046 w 32480"/>
                <a:gd name="csY40" fmla="*/ 21404 h 26692"/>
                <a:gd name="csX41" fmla="*/ 1148 w 32480"/>
                <a:gd name="csY41" fmla="*/ 20731 h 26692"/>
                <a:gd name="csX42" fmla="*/ 299 w 32480"/>
                <a:gd name="csY42" fmla="*/ 19583 h 26692"/>
                <a:gd name="csX43" fmla="*/ 0 w 32480"/>
                <a:gd name="csY43" fmla="*/ 18087 h 26692"/>
                <a:gd name="csX44" fmla="*/ 948 w 32480"/>
                <a:gd name="csY44" fmla="*/ 15168 h 26692"/>
                <a:gd name="csX45" fmla="*/ 3817 w 32480"/>
                <a:gd name="csY45" fmla="*/ 13496 h 26692"/>
                <a:gd name="csX46" fmla="*/ 1073 w 32480"/>
                <a:gd name="csY46" fmla="*/ 10328 h 26692"/>
                <a:gd name="csX47" fmla="*/ 0 w 32480"/>
                <a:gd name="csY47" fmla="*/ 6811 h 26692"/>
                <a:gd name="csX48" fmla="*/ 2295 w 32480"/>
                <a:gd name="csY48" fmla="*/ 1946 h 26692"/>
                <a:gd name="csX49" fmla="*/ 8158 w 32480"/>
                <a:gd name="csY49" fmla="*/ 0 h 26692"/>
                <a:gd name="csX50" fmla="*/ 5912 w 32480"/>
                <a:gd name="csY50" fmla="*/ 3692 h 26692"/>
                <a:gd name="csX51" fmla="*/ 2395 w 32480"/>
                <a:gd name="csY51" fmla="*/ 4565 h 26692"/>
                <a:gd name="csX52" fmla="*/ 1123 w 32480"/>
                <a:gd name="csY52" fmla="*/ 6960 h 26692"/>
                <a:gd name="csX53" fmla="*/ 3068 w 32480"/>
                <a:gd name="csY53" fmla="*/ 11101 h 26692"/>
                <a:gd name="csX54" fmla="*/ 6636 w 32480"/>
                <a:gd name="csY54" fmla="*/ 13746 h 26692"/>
                <a:gd name="csX55" fmla="*/ 16639 w 32480"/>
                <a:gd name="csY55" fmla="*/ 16265 h 26692"/>
                <a:gd name="csX56" fmla="*/ 17463 w 32480"/>
                <a:gd name="csY56" fmla="*/ 16415 h 26692"/>
                <a:gd name="csX57" fmla="*/ 18061 w 32480"/>
                <a:gd name="csY57" fmla="*/ 16340 h 26692"/>
                <a:gd name="csX58" fmla="*/ 19184 w 32480"/>
                <a:gd name="csY58" fmla="*/ 15966 h 26692"/>
                <a:gd name="csX59" fmla="*/ 20506 w 32480"/>
                <a:gd name="csY59" fmla="*/ 15267 h 26692"/>
                <a:gd name="csX60" fmla="*/ 21554 w 32480"/>
                <a:gd name="csY60" fmla="*/ 14095 h 26692"/>
                <a:gd name="csX61" fmla="*/ 22003 w 32480"/>
                <a:gd name="csY61" fmla="*/ 12374 h 26692"/>
                <a:gd name="csX62" fmla="*/ 20656 w 32480"/>
                <a:gd name="csY62" fmla="*/ 9205 h 26692"/>
                <a:gd name="csX63" fmla="*/ 16764 w 32480"/>
                <a:gd name="csY63" fmla="*/ 6287 h 26692"/>
                <a:gd name="csX64" fmla="*/ 11575 w 32480"/>
                <a:gd name="csY64" fmla="*/ 4615 h 26692"/>
                <a:gd name="csX65" fmla="*/ 5912 w 32480"/>
                <a:gd name="csY65" fmla="*/ 3692 h 2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32480" h="26692">
                  <a:moveTo>
                    <a:pt x="8158" y="0"/>
                  </a:moveTo>
                  <a:cubicBezTo>
                    <a:pt x="10586" y="0"/>
                    <a:pt x="12972" y="615"/>
                    <a:pt x="15317" y="1846"/>
                  </a:cubicBezTo>
                  <a:cubicBezTo>
                    <a:pt x="17662" y="3060"/>
                    <a:pt x="19558" y="4623"/>
                    <a:pt x="21005" y="6536"/>
                  </a:cubicBezTo>
                  <a:cubicBezTo>
                    <a:pt x="22435" y="8449"/>
                    <a:pt x="23151" y="10378"/>
                    <a:pt x="23151" y="12323"/>
                  </a:cubicBezTo>
                  <a:cubicBezTo>
                    <a:pt x="23151" y="13488"/>
                    <a:pt x="22835" y="14461"/>
                    <a:pt x="22203" y="15242"/>
                  </a:cubicBezTo>
                  <a:cubicBezTo>
                    <a:pt x="21554" y="16007"/>
                    <a:pt x="20772" y="16598"/>
                    <a:pt x="19858" y="17013"/>
                  </a:cubicBezTo>
                  <a:cubicBezTo>
                    <a:pt x="20988" y="17329"/>
                    <a:pt x="22909" y="17828"/>
                    <a:pt x="25620" y="18510"/>
                  </a:cubicBezTo>
                  <a:cubicBezTo>
                    <a:pt x="28331" y="19192"/>
                    <a:pt x="29820" y="19533"/>
                    <a:pt x="30086" y="19533"/>
                  </a:cubicBezTo>
                  <a:cubicBezTo>
                    <a:pt x="30235" y="19533"/>
                    <a:pt x="30343" y="19517"/>
                    <a:pt x="30410" y="19483"/>
                  </a:cubicBezTo>
                  <a:cubicBezTo>
                    <a:pt x="30476" y="19450"/>
                    <a:pt x="30551" y="19359"/>
                    <a:pt x="30635" y="19209"/>
                  </a:cubicBezTo>
                  <a:cubicBezTo>
                    <a:pt x="30734" y="19059"/>
                    <a:pt x="30801" y="18801"/>
                    <a:pt x="30834" y="18435"/>
                  </a:cubicBezTo>
                  <a:cubicBezTo>
                    <a:pt x="30884" y="18070"/>
                    <a:pt x="30909" y="17579"/>
                    <a:pt x="30909" y="16964"/>
                  </a:cubicBezTo>
                  <a:cubicBezTo>
                    <a:pt x="30909" y="16648"/>
                    <a:pt x="30909" y="16431"/>
                    <a:pt x="30909" y="16315"/>
                  </a:cubicBezTo>
                  <a:cubicBezTo>
                    <a:pt x="30926" y="16182"/>
                    <a:pt x="30975" y="16057"/>
                    <a:pt x="31059" y="15941"/>
                  </a:cubicBezTo>
                  <a:cubicBezTo>
                    <a:pt x="31142" y="15808"/>
                    <a:pt x="31275" y="15741"/>
                    <a:pt x="31458" y="15741"/>
                  </a:cubicBezTo>
                  <a:cubicBezTo>
                    <a:pt x="32139" y="15741"/>
                    <a:pt x="32480" y="16049"/>
                    <a:pt x="32480" y="16664"/>
                  </a:cubicBezTo>
                  <a:cubicBezTo>
                    <a:pt x="32480" y="17213"/>
                    <a:pt x="32455" y="18053"/>
                    <a:pt x="32406" y="19184"/>
                  </a:cubicBezTo>
                  <a:cubicBezTo>
                    <a:pt x="32356" y="20315"/>
                    <a:pt x="32331" y="21163"/>
                    <a:pt x="32331" y="21729"/>
                  </a:cubicBezTo>
                  <a:cubicBezTo>
                    <a:pt x="32331" y="22211"/>
                    <a:pt x="32356" y="22934"/>
                    <a:pt x="32406" y="23899"/>
                  </a:cubicBezTo>
                  <a:cubicBezTo>
                    <a:pt x="32455" y="24863"/>
                    <a:pt x="32480" y="25570"/>
                    <a:pt x="32480" y="26019"/>
                  </a:cubicBezTo>
                  <a:cubicBezTo>
                    <a:pt x="32480" y="26468"/>
                    <a:pt x="32281" y="26693"/>
                    <a:pt x="31882" y="26693"/>
                  </a:cubicBezTo>
                  <a:cubicBezTo>
                    <a:pt x="31649" y="26693"/>
                    <a:pt x="31458" y="26660"/>
                    <a:pt x="31308" y="26593"/>
                  </a:cubicBezTo>
                  <a:cubicBezTo>
                    <a:pt x="31175" y="26543"/>
                    <a:pt x="31075" y="26452"/>
                    <a:pt x="31009" y="26319"/>
                  </a:cubicBezTo>
                  <a:cubicBezTo>
                    <a:pt x="30959" y="26186"/>
                    <a:pt x="30926" y="26061"/>
                    <a:pt x="30909" y="25945"/>
                  </a:cubicBezTo>
                  <a:cubicBezTo>
                    <a:pt x="30909" y="25845"/>
                    <a:pt x="30909" y="25695"/>
                    <a:pt x="30909" y="25496"/>
                  </a:cubicBezTo>
                  <a:cubicBezTo>
                    <a:pt x="30909" y="24731"/>
                    <a:pt x="30842" y="24182"/>
                    <a:pt x="30709" y="23849"/>
                  </a:cubicBezTo>
                  <a:cubicBezTo>
                    <a:pt x="30593" y="23516"/>
                    <a:pt x="30410" y="23292"/>
                    <a:pt x="30161" y="23175"/>
                  </a:cubicBezTo>
                  <a:cubicBezTo>
                    <a:pt x="29928" y="23042"/>
                    <a:pt x="29479" y="22901"/>
                    <a:pt x="28813" y="22752"/>
                  </a:cubicBezTo>
                  <a:lnTo>
                    <a:pt x="6062" y="17013"/>
                  </a:lnTo>
                  <a:cubicBezTo>
                    <a:pt x="5048" y="16781"/>
                    <a:pt x="4183" y="16664"/>
                    <a:pt x="3468" y="16664"/>
                  </a:cubicBezTo>
                  <a:cubicBezTo>
                    <a:pt x="2570" y="16664"/>
                    <a:pt x="1954" y="16806"/>
                    <a:pt x="1622" y="17089"/>
                  </a:cubicBezTo>
                  <a:cubicBezTo>
                    <a:pt x="1289" y="17371"/>
                    <a:pt x="1123" y="17762"/>
                    <a:pt x="1123" y="18261"/>
                  </a:cubicBezTo>
                  <a:cubicBezTo>
                    <a:pt x="1123" y="19126"/>
                    <a:pt x="1638" y="19841"/>
                    <a:pt x="2669" y="20406"/>
                  </a:cubicBezTo>
                  <a:cubicBezTo>
                    <a:pt x="3700" y="20972"/>
                    <a:pt x="5214" y="21496"/>
                    <a:pt x="7210" y="21978"/>
                  </a:cubicBezTo>
                  <a:cubicBezTo>
                    <a:pt x="7758" y="22128"/>
                    <a:pt x="8091" y="22252"/>
                    <a:pt x="8207" y="22352"/>
                  </a:cubicBezTo>
                  <a:cubicBezTo>
                    <a:pt x="8324" y="22435"/>
                    <a:pt x="8382" y="22602"/>
                    <a:pt x="8382" y="22851"/>
                  </a:cubicBezTo>
                  <a:cubicBezTo>
                    <a:pt x="8365" y="23267"/>
                    <a:pt x="8191" y="23475"/>
                    <a:pt x="7858" y="23475"/>
                  </a:cubicBezTo>
                  <a:cubicBezTo>
                    <a:pt x="7775" y="23475"/>
                    <a:pt x="7467" y="23408"/>
                    <a:pt x="6935" y="23275"/>
                  </a:cubicBezTo>
                  <a:cubicBezTo>
                    <a:pt x="6386" y="23142"/>
                    <a:pt x="5713" y="22951"/>
                    <a:pt x="4915" y="22702"/>
                  </a:cubicBezTo>
                  <a:cubicBezTo>
                    <a:pt x="4100" y="22435"/>
                    <a:pt x="3434" y="22161"/>
                    <a:pt x="2919" y="21878"/>
                  </a:cubicBezTo>
                  <a:cubicBezTo>
                    <a:pt x="2570" y="21712"/>
                    <a:pt x="2278" y="21554"/>
                    <a:pt x="2046" y="21404"/>
                  </a:cubicBezTo>
                  <a:cubicBezTo>
                    <a:pt x="1813" y="21254"/>
                    <a:pt x="1513" y="21030"/>
                    <a:pt x="1148" y="20731"/>
                  </a:cubicBezTo>
                  <a:cubicBezTo>
                    <a:pt x="782" y="20415"/>
                    <a:pt x="499" y="20032"/>
                    <a:pt x="299" y="19583"/>
                  </a:cubicBezTo>
                  <a:cubicBezTo>
                    <a:pt x="100" y="19134"/>
                    <a:pt x="0" y="18635"/>
                    <a:pt x="0" y="18087"/>
                  </a:cubicBezTo>
                  <a:cubicBezTo>
                    <a:pt x="0" y="17022"/>
                    <a:pt x="316" y="16049"/>
                    <a:pt x="948" y="15168"/>
                  </a:cubicBezTo>
                  <a:cubicBezTo>
                    <a:pt x="1580" y="14286"/>
                    <a:pt x="2536" y="13729"/>
                    <a:pt x="3817" y="13496"/>
                  </a:cubicBezTo>
                  <a:cubicBezTo>
                    <a:pt x="2703" y="12548"/>
                    <a:pt x="1788" y="11492"/>
                    <a:pt x="1073" y="10328"/>
                  </a:cubicBezTo>
                  <a:cubicBezTo>
                    <a:pt x="358" y="9164"/>
                    <a:pt x="0" y="7991"/>
                    <a:pt x="0" y="6811"/>
                  </a:cubicBezTo>
                  <a:cubicBezTo>
                    <a:pt x="0" y="4848"/>
                    <a:pt x="765" y="3226"/>
                    <a:pt x="2295" y="1946"/>
                  </a:cubicBezTo>
                  <a:cubicBezTo>
                    <a:pt x="3809" y="649"/>
                    <a:pt x="5763" y="0"/>
                    <a:pt x="8158" y="0"/>
                  </a:cubicBezTo>
                  <a:moveTo>
                    <a:pt x="5912" y="3692"/>
                  </a:moveTo>
                  <a:cubicBezTo>
                    <a:pt x="4399" y="3692"/>
                    <a:pt x="3226" y="3983"/>
                    <a:pt x="2395" y="4565"/>
                  </a:cubicBezTo>
                  <a:cubicBezTo>
                    <a:pt x="1547" y="5131"/>
                    <a:pt x="1123" y="5929"/>
                    <a:pt x="1123" y="6960"/>
                  </a:cubicBezTo>
                  <a:cubicBezTo>
                    <a:pt x="1123" y="8241"/>
                    <a:pt x="1771" y="9621"/>
                    <a:pt x="3068" y="11101"/>
                  </a:cubicBezTo>
                  <a:cubicBezTo>
                    <a:pt x="4299" y="12565"/>
                    <a:pt x="5488" y="13446"/>
                    <a:pt x="6636" y="13746"/>
                  </a:cubicBezTo>
                  <a:lnTo>
                    <a:pt x="16639" y="16265"/>
                  </a:lnTo>
                  <a:lnTo>
                    <a:pt x="17463" y="16415"/>
                  </a:lnTo>
                  <a:cubicBezTo>
                    <a:pt x="17562" y="16415"/>
                    <a:pt x="17762" y="16390"/>
                    <a:pt x="18061" y="16340"/>
                  </a:cubicBezTo>
                  <a:cubicBezTo>
                    <a:pt x="18344" y="16273"/>
                    <a:pt x="18718" y="16149"/>
                    <a:pt x="19184" y="15966"/>
                  </a:cubicBezTo>
                  <a:cubicBezTo>
                    <a:pt x="19650" y="15766"/>
                    <a:pt x="20090" y="15534"/>
                    <a:pt x="20506" y="15267"/>
                  </a:cubicBezTo>
                  <a:cubicBezTo>
                    <a:pt x="20905" y="14985"/>
                    <a:pt x="21255" y="14594"/>
                    <a:pt x="21554" y="14095"/>
                  </a:cubicBezTo>
                  <a:cubicBezTo>
                    <a:pt x="21853" y="13579"/>
                    <a:pt x="22003" y="13005"/>
                    <a:pt x="22003" y="12374"/>
                  </a:cubicBezTo>
                  <a:cubicBezTo>
                    <a:pt x="22003" y="11359"/>
                    <a:pt x="21554" y="10303"/>
                    <a:pt x="20656" y="9205"/>
                  </a:cubicBezTo>
                  <a:cubicBezTo>
                    <a:pt x="19758" y="8091"/>
                    <a:pt x="18461" y="7118"/>
                    <a:pt x="16764" y="6287"/>
                  </a:cubicBezTo>
                  <a:cubicBezTo>
                    <a:pt x="15666" y="5771"/>
                    <a:pt x="13937" y="5214"/>
                    <a:pt x="11575" y="4615"/>
                  </a:cubicBezTo>
                  <a:cubicBezTo>
                    <a:pt x="9197" y="4000"/>
                    <a:pt x="7309" y="3692"/>
                    <a:pt x="5912" y="3692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EE76A77A-F1A0-E5BE-962F-7300BAD08992}"/>
                </a:ext>
              </a:extLst>
            </p:cNvPr>
            <p:cNvSpPr/>
            <p:nvPr/>
          </p:nvSpPr>
          <p:spPr>
            <a:xfrm>
              <a:off x="5884897" y="4335619"/>
              <a:ext cx="51090" cy="11849"/>
            </a:xfrm>
            <a:custGeom>
              <a:avLst/>
              <a:gdLst>
                <a:gd name="csX0" fmla="*/ 25545 w 51090"/>
                <a:gd name="csY0" fmla="*/ 11849 h 11849"/>
                <a:gd name="csX1" fmla="*/ 9954 w 51090"/>
                <a:gd name="csY1" fmla="*/ 8631 h 11849"/>
                <a:gd name="csX2" fmla="*/ 4590 w 51090"/>
                <a:gd name="csY2" fmla="*/ 5338 h 11849"/>
                <a:gd name="csX3" fmla="*/ 1073 w 51090"/>
                <a:gd name="csY3" fmla="*/ 2145 h 11849"/>
                <a:gd name="csX4" fmla="*/ 0 w 51090"/>
                <a:gd name="csY4" fmla="*/ 524 h 11849"/>
                <a:gd name="csX5" fmla="*/ 499 w 51090"/>
                <a:gd name="csY5" fmla="*/ 0 h 11849"/>
                <a:gd name="csX6" fmla="*/ 1372 w 51090"/>
                <a:gd name="csY6" fmla="*/ 673 h 11849"/>
                <a:gd name="csX7" fmla="*/ 25545 w 51090"/>
                <a:gd name="csY7" fmla="*/ 8881 h 11849"/>
                <a:gd name="csX8" fmla="*/ 49444 w 51090"/>
                <a:gd name="csY8" fmla="*/ 873 h 11849"/>
                <a:gd name="csX9" fmla="*/ 50592 w 51090"/>
                <a:gd name="csY9" fmla="*/ 0 h 11849"/>
                <a:gd name="csX10" fmla="*/ 51091 w 51090"/>
                <a:gd name="csY10" fmla="*/ 524 h 11849"/>
                <a:gd name="csX11" fmla="*/ 50068 w 51090"/>
                <a:gd name="csY11" fmla="*/ 2096 h 11849"/>
                <a:gd name="csX12" fmla="*/ 46700 w 51090"/>
                <a:gd name="csY12" fmla="*/ 5214 h 11849"/>
                <a:gd name="csX13" fmla="*/ 41486 w 51090"/>
                <a:gd name="csY13" fmla="*/ 8482 h 11849"/>
                <a:gd name="csX14" fmla="*/ 25545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25545" y="11849"/>
                  </a:moveTo>
                  <a:cubicBezTo>
                    <a:pt x="19791" y="11849"/>
                    <a:pt x="14594" y="10777"/>
                    <a:pt x="9954" y="8631"/>
                  </a:cubicBezTo>
                  <a:cubicBezTo>
                    <a:pt x="8008" y="7716"/>
                    <a:pt x="6220" y="6619"/>
                    <a:pt x="4590" y="5338"/>
                  </a:cubicBezTo>
                  <a:cubicBezTo>
                    <a:pt x="2960" y="4058"/>
                    <a:pt x="1788" y="2993"/>
                    <a:pt x="1073" y="2145"/>
                  </a:cubicBezTo>
                  <a:cubicBezTo>
                    <a:pt x="358" y="1297"/>
                    <a:pt x="0" y="756"/>
                    <a:pt x="0" y="524"/>
                  </a:cubicBezTo>
                  <a:cubicBezTo>
                    <a:pt x="0" y="191"/>
                    <a:pt x="166" y="16"/>
                    <a:pt x="499" y="0"/>
                  </a:cubicBezTo>
                  <a:cubicBezTo>
                    <a:pt x="665" y="0"/>
                    <a:pt x="956" y="224"/>
                    <a:pt x="1372" y="673"/>
                  </a:cubicBezTo>
                  <a:cubicBezTo>
                    <a:pt x="6960" y="6161"/>
                    <a:pt x="15018" y="8897"/>
                    <a:pt x="25545" y="8881"/>
                  </a:cubicBezTo>
                  <a:cubicBezTo>
                    <a:pt x="36106" y="8881"/>
                    <a:pt x="44072" y="6211"/>
                    <a:pt x="49444" y="873"/>
                  </a:cubicBezTo>
                  <a:cubicBezTo>
                    <a:pt x="50026" y="291"/>
                    <a:pt x="50409" y="0"/>
                    <a:pt x="50592" y="0"/>
                  </a:cubicBezTo>
                  <a:cubicBezTo>
                    <a:pt x="50925" y="0"/>
                    <a:pt x="51091" y="175"/>
                    <a:pt x="51091" y="524"/>
                  </a:cubicBezTo>
                  <a:cubicBezTo>
                    <a:pt x="51091" y="756"/>
                    <a:pt x="50750" y="1280"/>
                    <a:pt x="50068" y="2096"/>
                  </a:cubicBezTo>
                  <a:cubicBezTo>
                    <a:pt x="49386" y="2910"/>
                    <a:pt x="48263" y="3950"/>
                    <a:pt x="46700" y="5214"/>
                  </a:cubicBezTo>
                  <a:cubicBezTo>
                    <a:pt x="45137" y="6477"/>
                    <a:pt x="43399" y="7567"/>
                    <a:pt x="41486" y="8482"/>
                  </a:cubicBezTo>
                  <a:cubicBezTo>
                    <a:pt x="36846" y="10727"/>
                    <a:pt x="31533" y="11849"/>
                    <a:pt x="25545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FBAB9209-2A90-76A9-83AD-7C4C3386BDC5}"/>
                </a:ext>
              </a:extLst>
            </p:cNvPr>
            <p:cNvSpPr/>
            <p:nvPr/>
          </p:nvSpPr>
          <p:spPr>
            <a:xfrm>
              <a:off x="5900639" y="4306291"/>
              <a:ext cx="23150" cy="25445"/>
            </a:xfrm>
            <a:custGeom>
              <a:avLst/>
              <a:gdLst>
                <a:gd name="csX0" fmla="*/ 3368 w 23150"/>
                <a:gd name="csY0" fmla="*/ 0 h 25445"/>
                <a:gd name="csX1" fmla="*/ 5563 w 23150"/>
                <a:gd name="csY1" fmla="*/ 873 h 25445"/>
                <a:gd name="csX2" fmla="*/ 6336 w 23150"/>
                <a:gd name="csY2" fmla="*/ 2744 h 25445"/>
                <a:gd name="csX3" fmla="*/ 5788 w 23150"/>
                <a:gd name="csY3" fmla="*/ 4191 h 25445"/>
                <a:gd name="csX4" fmla="*/ 4540 w 23150"/>
                <a:gd name="csY4" fmla="*/ 4690 h 25445"/>
                <a:gd name="csX5" fmla="*/ 2769 w 23150"/>
                <a:gd name="csY5" fmla="*/ 3991 h 25445"/>
                <a:gd name="csX6" fmla="*/ 1771 w 23150"/>
                <a:gd name="csY6" fmla="*/ 2245 h 25445"/>
                <a:gd name="csX7" fmla="*/ 1123 w 23150"/>
                <a:gd name="csY7" fmla="*/ 4790 h 25445"/>
                <a:gd name="csX8" fmla="*/ 1646 w 23150"/>
                <a:gd name="csY8" fmla="*/ 6661 h 25445"/>
                <a:gd name="csX9" fmla="*/ 2844 w 23150"/>
                <a:gd name="csY9" fmla="*/ 8033 h 25445"/>
                <a:gd name="csX10" fmla="*/ 4490 w 23150"/>
                <a:gd name="csY10" fmla="*/ 8981 h 25445"/>
                <a:gd name="csX11" fmla="*/ 6012 w 23150"/>
                <a:gd name="csY11" fmla="*/ 9579 h 25445"/>
                <a:gd name="csX12" fmla="*/ 7160 w 23150"/>
                <a:gd name="csY12" fmla="*/ 9854 h 25445"/>
                <a:gd name="csX13" fmla="*/ 14145 w 23150"/>
                <a:gd name="csY13" fmla="*/ 11600 h 25445"/>
                <a:gd name="csX14" fmla="*/ 18635 w 23150"/>
                <a:gd name="csY14" fmla="*/ 12449 h 25445"/>
                <a:gd name="csX15" fmla="*/ 21055 w 23150"/>
                <a:gd name="csY15" fmla="*/ 11750 h 25445"/>
                <a:gd name="csX16" fmla="*/ 22003 w 23150"/>
                <a:gd name="csY16" fmla="*/ 9654 h 25445"/>
                <a:gd name="csX17" fmla="*/ 21853 w 23150"/>
                <a:gd name="csY17" fmla="*/ 8482 h 25445"/>
                <a:gd name="csX18" fmla="*/ 21230 w 23150"/>
                <a:gd name="csY18" fmla="*/ 7060 h 25445"/>
                <a:gd name="csX19" fmla="*/ 20057 w 23150"/>
                <a:gd name="csY19" fmla="*/ 5513 h 25445"/>
                <a:gd name="csX20" fmla="*/ 18111 w 23150"/>
                <a:gd name="csY20" fmla="*/ 4041 h 25445"/>
                <a:gd name="csX21" fmla="*/ 15317 w 23150"/>
                <a:gd name="csY21" fmla="*/ 2844 h 25445"/>
                <a:gd name="csX22" fmla="*/ 14768 w 23150"/>
                <a:gd name="csY22" fmla="*/ 2195 h 25445"/>
                <a:gd name="csX23" fmla="*/ 15267 w 23150"/>
                <a:gd name="csY23" fmla="*/ 1572 h 25445"/>
                <a:gd name="csX24" fmla="*/ 16590 w 23150"/>
                <a:gd name="csY24" fmla="*/ 1921 h 25445"/>
                <a:gd name="csX25" fmla="*/ 18610 w 23150"/>
                <a:gd name="csY25" fmla="*/ 2969 h 25445"/>
                <a:gd name="csX26" fmla="*/ 20756 w 23150"/>
                <a:gd name="csY26" fmla="*/ 4590 h 25445"/>
                <a:gd name="csX27" fmla="*/ 22452 w 23150"/>
                <a:gd name="csY27" fmla="*/ 6885 h 25445"/>
                <a:gd name="csX28" fmla="*/ 23151 w 23150"/>
                <a:gd name="csY28" fmla="*/ 9754 h 25445"/>
                <a:gd name="csX29" fmla="*/ 22003 w 23150"/>
                <a:gd name="csY29" fmla="*/ 13321 h 25445"/>
                <a:gd name="csX30" fmla="*/ 19259 w 23150"/>
                <a:gd name="csY30" fmla="*/ 15267 h 25445"/>
                <a:gd name="csX31" fmla="*/ 19783 w 23150"/>
                <a:gd name="csY31" fmla="*/ 15567 h 25445"/>
                <a:gd name="csX32" fmla="*/ 20756 w 23150"/>
                <a:gd name="csY32" fmla="*/ 16265 h 25445"/>
                <a:gd name="csX33" fmla="*/ 21903 w 23150"/>
                <a:gd name="csY33" fmla="*/ 17338 h 25445"/>
                <a:gd name="csX34" fmla="*/ 22751 w 23150"/>
                <a:gd name="csY34" fmla="*/ 18810 h 25445"/>
                <a:gd name="csX35" fmla="*/ 23151 w 23150"/>
                <a:gd name="csY35" fmla="*/ 20631 h 25445"/>
                <a:gd name="csX36" fmla="*/ 22801 w 23150"/>
                <a:gd name="csY36" fmla="*/ 22901 h 25445"/>
                <a:gd name="csX37" fmla="*/ 21654 w 23150"/>
                <a:gd name="csY37" fmla="*/ 24697 h 25445"/>
                <a:gd name="csX38" fmla="*/ 19758 w 23150"/>
                <a:gd name="csY38" fmla="*/ 25446 h 25445"/>
                <a:gd name="csX39" fmla="*/ 17687 w 23150"/>
                <a:gd name="csY39" fmla="*/ 24622 h 25445"/>
                <a:gd name="csX40" fmla="*/ 16814 w 23150"/>
                <a:gd name="csY40" fmla="*/ 22626 h 25445"/>
                <a:gd name="csX41" fmla="*/ 17238 w 23150"/>
                <a:gd name="csY41" fmla="*/ 21329 h 25445"/>
                <a:gd name="csX42" fmla="*/ 18585 w 23150"/>
                <a:gd name="csY42" fmla="*/ 20731 h 25445"/>
                <a:gd name="csX43" fmla="*/ 20381 w 23150"/>
                <a:gd name="csY43" fmla="*/ 21429 h 25445"/>
                <a:gd name="csX44" fmla="*/ 21354 w 23150"/>
                <a:gd name="csY44" fmla="*/ 23125 h 25445"/>
                <a:gd name="csX45" fmla="*/ 22003 w 23150"/>
                <a:gd name="csY45" fmla="*/ 20581 h 25445"/>
                <a:gd name="csX46" fmla="*/ 20556 w 23150"/>
                <a:gd name="csY46" fmla="*/ 17637 h 25445"/>
                <a:gd name="csX47" fmla="*/ 16689 w 23150"/>
                <a:gd name="csY47" fmla="*/ 15716 h 25445"/>
                <a:gd name="csX48" fmla="*/ 8282 w 23150"/>
                <a:gd name="csY48" fmla="*/ 13571 h 25445"/>
                <a:gd name="csX49" fmla="*/ 4540 w 23150"/>
                <a:gd name="csY49" fmla="*/ 12972 h 25445"/>
                <a:gd name="csX50" fmla="*/ 2769 w 23150"/>
                <a:gd name="csY50" fmla="*/ 13247 h 25445"/>
                <a:gd name="csX51" fmla="*/ 1721 w 23150"/>
                <a:gd name="csY51" fmla="*/ 13995 h 25445"/>
                <a:gd name="csX52" fmla="*/ 1247 w 23150"/>
                <a:gd name="csY52" fmla="*/ 14868 h 25445"/>
                <a:gd name="csX53" fmla="*/ 1123 w 23150"/>
                <a:gd name="csY53" fmla="*/ 15716 h 25445"/>
                <a:gd name="csX54" fmla="*/ 1422 w 23150"/>
                <a:gd name="csY54" fmla="*/ 17313 h 25445"/>
                <a:gd name="csX55" fmla="*/ 2420 w 23150"/>
                <a:gd name="csY55" fmla="*/ 19134 h 25445"/>
                <a:gd name="csX56" fmla="*/ 4490 w 23150"/>
                <a:gd name="csY56" fmla="*/ 21030 h 25445"/>
                <a:gd name="csX57" fmla="*/ 7808 w 23150"/>
                <a:gd name="csY57" fmla="*/ 22577 h 25445"/>
                <a:gd name="csX58" fmla="*/ 8382 w 23150"/>
                <a:gd name="csY58" fmla="*/ 23250 h 25445"/>
                <a:gd name="csX59" fmla="*/ 7858 w 23150"/>
                <a:gd name="csY59" fmla="*/ 23849 h 25445"/>
                <a:gd name="csX60" fmla="*/ 6561 w 23150"/>
                <a:gd name="csY60" fmla="*/ 23525 h 25445"/>
                <a:gd name="csX61" fmla="*/ 4540 w 23150"/>
                <a:gd name="csY61" fmla="*/ 22477 h 25445"/>
                <a:gd name="csX62" fmla="*/ 2420 w 23150"/>
                <a:gd name="csY62" fmla="*/ 20830 h 25445"/>
                <a:gd name="csX63" fmla="*/ 699 w 23150"/>
                <a:gd name="csY63" fmla="*/ 18510 h 25445"/>
                <a:gd name="csX64" fmla="*/ 0 w 23150"/>
                <a:gd name="csY64" fmla="*/ 15617 h 25445"/>
                <a:gd name="csX65" fmla="*/ 150 w 23150"/>
                <a:gd name="csY65" fmla="*/ 14294 h 25445"/>
                <a:gd name="csX66" fmla="*/ 649 w 23150"/>
                <a:gd name="csY66" fmla="*/ 12822 h 25445"/>
                <a:gd name="csX67" fmla="*/ 1846 w 23150"/>
                <a:gd name="csY67" fmla="*/ 11276 h 25445"/>
                <a:gd name="csX68" fmla="*/ 3867 w 23150"/>
                <a:gd name="csY68" fmla="*/ 10103 h 25445"/>
                <a:gd name="csX69" fmla="*/ 2744 w 23150"/>
                <a:gd name="csY69" fmla="*/ 9405 h 25445"/>
                <a:gd name="csX70" fmla="*/ 1522 w 23150"/>
                <a:gd name="csY70" fmla="*/ 8332 h 25445"/>
                <a:gd name="csX71" fmla="*/ 424 w 23150"/>
                <a:gd name="csY71" fmla="*/ 6735 h 25445"/>
                <a:gd name="csX72" fmla="*/ 0 w 23150"/>
                <a:gd name="csY72" fmla="*/ 4740 h 25445"/>
                <a:gd name="csX73" fmla="*/ 274 w 23150"/>
                <a:gd name="csY73" fmla="*/ 2719 h 25445"/>
                <a:gd name="csX74" fmla="*/ 1347 w 23150"/>
                <a:gd name="csY74" fmla="*/ 873 h 25445"/>
                <a:gd name="csX75" fmla="*/ 3368 w 23150"/>
                <a:gd name="csY75" fmla="*/ 0 h 25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3150" h="25445">
                  <a:moveTo>
                    <a:pt x="3368" y="0"/>
                  </a:moveTo>
                  <a:cubicBezTo>
                    <a:pt x="4299" y="0"/>
                    <a:pt x="5031" y="291"/>
                    <a:pt x="5563" y="873"/>
                  </a:cubicBezTo>
                  <a:cubicBezTo>
                    <a:pt x="6079" y="1455"/>
                    <a:pt x="6336" y="2079"/>
                    <a:pt x="6336" y="2744"/>
                  </a:cubicBezTo>
                  <a:cubicBezTo>
                    <a:pt x="6336" y="3376"/>
                    <a:pt x="6154" y="3858"/>
                    <a:pt x="5788" y="4191"/>
                  </a:cubicBezTo>
                  <a:cubicBezTo>
                    <a:pt x="5422" y="4524"/>
                    <a:pt x="5006" y="4690"/>
                    <a:pt x="4540" y="4690"/>
                  </a:cubicBezTo>
                  <a:cubicBezTo>
                    <a:pt x="3908" y="4690"/>
                    <a:pt x="3318" y="4457"/>
                    <a:pt x="2769" y="3991"/>
                  </a:cubicBezTo>
                  <a:cubicBezTo>
                    <a:pt x="2220" y="3526"/>
                    <a:pt x="1888" y="2944"/>
                    <a:pt x="1771" y="2245"/>
                  </a:cubicBezTo>
                  <a:cubicBezTo>
                    <a:pt x="1339" y="2927"/>
                    <a:pt x="1123" y="3775"/>
                    <a:pt x="1123" y="4790"/>
                  </a:cubicBezTo>
                  <a:cubicBezTo>
                    <a:pt x="1123" y="5455"/>
                    <a:pt x="1297" y="6079"/>
                    <a:pt x="1646" y="6661"/>
                  </a:cubicBezTo>
                  <a:cubicBezTo>
                    <a:pt x="1996" y="7226"/>
                    <a:pt x="2395" y="7683"/>
                    <a:pt x="2844" y="8033"/>
                  </a:cubicBezTo>
                  <a:cubicBezTo>
                    <a:pt x="3293" y="8365"/>
                    <a:pt x="3842" y="8681"/>
                    <a:pt x="4490" y="8981"/>
                  </a:cubicBezTo>
                  <a:cubicBezTo>
                    <a:pt x="5122" y="9264"/>
                    <a:pt x="5630" y="9463"/>
                    <a:pt x="6012" y="9579"/>
                  </a:cubicBezTo>
                  <a:cubicBezTo>
                    <a:pt x="6378" y="9679"/>
                    <a:pt x="6761" y="9771"/>
                    <a:pt x="7160" y="9854"/>
                  </a:cubicBezTo>
                  <a:lnTo>
                    <a:pt x="14145" y="11600"/>
                  </a:lnTo>
                  <a:cubicBezTo>
                    <a:pt x="16357" y="12166"/>
                    <a:pt x="17854" y="12449"/>
                    <a:pt x="18635" y="12449"/>
                  </a:cubicBezTo>
                  <a:cubicBezTo>
                    <a:pt x="19600" y="12449"/>
                    <a:pt x="20406" y="12216"/>
                    <a:pt x="21055" y="11750"/>
                  </a:cubicBezTo>
                  <a:cubicBezTo>
                    <a:pt x="21687" y="11284"/>
                    <a:pt x="22003" y="10586"/>
                    <a:pt x="22003" y="9654"/>
                  </a:cubicBezTo>
                  <a:cubicBezTo>
                    <a:pt x="22003" y="9288"/>
                    <a:pt x="21953" y="8897"/>
                    <a:pt x="21853" y="8482"/>
                  </a:cubicBezTo>
                  <a:cubicBezTo>
                    <a:pt x="21737" y="8066"/>
                    <a:pt x="21529" y="7592"/>
                    <a:pt x="21230" y="7060"/>
                  </a:cubicBezTo>
                  <a:cubicBezTo>
                    <a:pt x="20914" y="6511"/>
                    <a:pt x="20523" y="5995"/>
                    <a:pt x="20057" y="5513"/>
                  </a:cubicBezTo>
                  <a:cubicBezTo>
                    <a:pt x="19575" y="5014"/>
                    <a:pt x="18926" y="4524"/>
                    <a:pt x="18111" y="4041"/>
                  </a:cubicBezTo>
                  <a:cubicBezTo>
                    <a:pt x="17296" y="3559"/>
                    <a:pt x="16365" y="3160"/>
                    <a:pt x="15317" y="2844"/>
                  </a:cubicBezTo>
                  <a:cubicBezTo>
                    <a:pt x="14951" y="2744"/>
                    <a:pt x="14768" y="2528"/>
                    <a:pt x="14768" y="2195"/>
                  </a:cubicBezTo>
                  <a:cubicBezTo>
                    <a:pt x="14768" y="1779"/>
                    <a:pt x="14935" y="1572"/>
                    <a:pt x="15267" y="1572"/>
                  </a:cubicBezTo>
                  <a:cubicBezTo>
                    <a:pt x="15550" y="1572"/>
                    <a:pt x="15991" y="1688"/>
                    <a:pt x="16590" y="1921"/>
                  </a:cubicBezTo>
                  <a:cubicBezTo>
                    <a:pt x="17172" y="2137"/>
                    <a:pt x="17845" y="2486"/>
                    <a:pt x="18610" y="2969"/>
                  </a:cubicBezTo>
                  <a:cubicBezTo>
                    <a:pt x="19359" y="3434"/>
                    <a:pt x="20074" y="3975"/>
                    <a:pt x="20756" y="4590"/>
                  </a:cubicBezTo>
                  <a:cubicBezTo>
                    <a:pt x="21421" y="5206"/>
                    <a:pt x="21986" y="5971"/>
                    <a:pt x="22452" y="6885"/>
                  </a:cubicBezTo>
                  <a:cubicBezTo>
                    <a:pt x="22918" y="7800"/>
                    <a:pt x="23151" y="8756"/>
                    <a:pt x="23151" y="9754"/>
                  </a:cubicBezTo>
                  <a:cubicBezTo>
                    <a:pt x="23151" y="11184"/>
                    <a:pt x="22768" y="12373"/>
                    <a:pt x="22003" y="13321"/>
                  </a:cubicBezTo>
                  <a:cubicBezTo>
                    <a:pt x="21238" y="14269"/>
                    <a:pt x="20323" y="14918"/>
                    <a:pt x="19259" y="15267"/>
                  </a:cubicBezTo>
                  <a:cubicBezTo>
                    <a:pt x="19409" y="15350"/>
                    <a:pt x="19583" y="15450"/>
                    <a:pt x="19783" y="15567"/>
                  </a:cubicBezTo>
                  <a:cubicBezTo>
                    <a:pt x="19982" y="15683"/>
                    <a:pt x="20307" y="15916"/>
                    <a:pt x="20756" y="16265"/>
                  </a:cubicBezTo>
                  <a:cubicBezTo>
                    <a:pt x="21188" y="16598"/>
                    <a:pt x="21571" y="16955"/>
                    <a:pt x="21903" y="17338"/>
                  </a:cubicBezTo>
                  <a:cubicBezTo>
                    <a:pt x="22219" y="17721"/>
                    <a:pt x="22502" y="18211"/>
                    <a:pt x="22751" y="18810"/>
                  </a:cubicBezTo>
                  <a:cubicBezTo>
                    <a:pt x="23017" y="19392"/>
                    <a:pt x="23151" y="19999"/>
                    <a:pt x="23151" y="20631"/>
                  </a:cubicBezTo>
                  <a:cubicBezTo>
                    <a:pt x="23151" y="21429"/>
                    <a:pt x="23034" y="22186"/>
                    <a:pt x="22801" y="22901"/>
                  </a:cubicBezTo>
                  <a:cubicBezTo>
                    <a:pt x="22568" y="23600"/>
                    <a:pt x="22186" y="24198"/>
                    <a:pt x="21654" y="24697"/>
                  </a:cubicBezTo>
                  <a:cubicBezTo>
                    <a:pt x="21122" y="25196"/>
                    <a:pt x="20490" y="25446"/>
                    <a:pt x="19758" y="25446"/>
                  </a:cubicBezTo>
                  <a:cubicBezTo>
                    <a:pt x="18943" y="25446"/>
                    <a:pt x="18253" y="25171"/>
                    <a:pt x="17687" y="24622"/>
                  </a:cubicBezTo>
                  <a:cubicBezTo>
                    <a:pt x="17105" y="24057"/>
                    <a:pt x="16814" y="23391"/>
                    <a:pt x="16814" y="22626"/>
                  </a:cubicBezTo>
                  <a:cubicBezTo>
                    <a:pt x="16814" y="22144"/>
                    <a:pt x="16955" y="21712"/>
                    <a:pt x="17238" y="21329"/>
                  </a:cubicBezTo>
                  <a:cubicBezTo>
                    <a:pt x="17521" y="20930"/>
                    <a:pt x="17970" y="20731"/>
                    <a:pt x="18585" y="20731"/>
                  </a:cubicBezTo>
                  <a:cubicBezTo>
                    <a:pt x="19267" y="20731"/>
                    <a:pt x="19866" y="20963"/>
                    <a:pt x="20381" y="21429"/>
                  </a:cubicBezTo>
                  <a:cubicBezTo>
                    <a:pt x="20897" y="21895"/>
                    <a:pt x="21221" y="22460"/>
                    <a:pt x="21354" y="23125"/>
                  </a:cubicBezTo>
                  <a:cubicBezTo>
                    <a:pt x="21787" y="22444"/>
                    <a:pt x="22003" y="21596"/>
                    <a:pt x="22003" y="20581"/>
                  </a:cubicBezTo>
                  <a:cubicBezTo>
                    <a:pt x="22003" y="19483"/>
                    <a:pt x="21521" y="18502"/>
                    <a:pt x="20556" y="17637"/>
                  </a:cubicBezTo>
                  <a:cubicBezTo>
                    <a:pt x="19591" y="16772"/>
                    <a:pt x="18303" y="16132"/>
                    <a:pt x="16689" y="15716"/>
                  </a:cubicBezTo>
                  <a:cubicBezTo>
                    <a:pt x="12814" y="14685"/>
                    <a:pt x="10012" y="13970"/>
                    <a:pt x="8282" y="13571"/>
                  </a:cubicBezTo>
                  <a:cubicBezTo>
                    <a:pt x="6536" y="13172"/>
                    <a:pt x="5289" y="12972"/>
                    <a:pt x="4540" y="12972"/>
                  </a:cubicBezTo>
                  <a:cubicBezTo>
                    <a:pt x="3842" y="12972"/>
                    <a:pt x="3251" y="13064"/>
                    <a:pt x="2769" y="13247"/>
                  </a:cubicBezTo>
                  <a:cubicBezTo>
                    <a:pt x="2287" y="13430"/>
                    <a:pt x="1938" y="13679"/>
                    <a:pt x="1721" y="13995"/>
                  </a:cubicBezTo>
                  <a:cubicBezTo>
                    <a:pt x="1488" y="14294"/>
                    <a:pt x="1331" y="14585"/>
                    <a:pt x="1247" y="14868"/>
                  </a:cubicBezTo>
                  <a:cubicBezTo>
                    <a:pt x="1164" y="15134"/>
                    <a:pt x="1123" y="15417"/>
                    <a:pt x="1123" y="15716"/>
                  </a:cubicBezTo>
                  <a:cubicBezTo>
                    <a:pt x="1123" y="16215"/>
                    <a:pt x="1222" y="16748"/>
                    <a:pt x="1422" y="17313"/>
                  </a:cubicBezTo>
                  <a:cubicBezTo>
                    <a:pt x="1622" y="17862"/>
                    <a:pt x="1954" y="18469"/>
                    <a:pt x="2420" y="19134"/>
                  </a:cubicBezTo>
                  <a:cubicBezTo>
                    <a:pt x="2869" y="19783"/>
                    <a:pt x="3559" y="20415"/>
                    <a:pt x="4490" y="21030"/>
                  </a:cubicBezTo>
                  <a:cubicBezTo>
                    <a:pt x="5422" y="21645"/>
                    <a:pt x="6528" y="22161"/>
                    <a:pt x="7808" y="22577"/>
                  </a:cubicBezTo>
                  <a:cubicBezTo>
                    <a:pt x="8191" y="22660"/>
                    <a:pt x="8382" y="22884"/>
                    <a:pt x="8382" y="23250"/>
                  </a:cubicBezTo>
                  <a:cubicBezTo>
                    <a:pt x="8365" y="23649"/>
                    <a:pt x="8191" y="23849"/>
                    <a:pt x="7858" y="23849"/>
                  </a:cubicBezTo>
                  <a:cubicBezTo>
                    <a:pt x="7575" y="23849"/>
                    <a:pt x="7143" y="23741"/>
                    <a:pt x="6561" y="23525"/>
                  </a:cubicBezTo>
                  <a:cubicBezTo>
                    <a:pt x="5962" y="23292"/>
                    <a:pt x="5289" y="22943"/>
                    <a:pt x="4540" y="22477"/>
                  </a:cubicBezTo>
                  <a:cubicBezTo>
                    <a:pt x="3792" y="21995"/>
                    <a:pt x="3085" y="21446"/>
                    <a:pt x="2420" y="20830"/>
                  </a:cubicBezTo>
                  <a:cubicBezTo>
                    <a:pt x="1738" y="20198"/>
                    <a:pt x="1164" y="19425"/>
                    <a:pt x="699" y="18510"/>
                  </a:cubicBezTo>
                  <a:cubicBezTo>
                    <a:pt x="233" y="17579"/>
                    <a:pt x="0" y="16615"/>
                    <a:pt x="0" y="15617"/>
                  </a:cubicBezTo>
                  <a:cubicBezTo>
                    <a:pt x="0" y="15168"/>
                    <a:pt x="50" y="14727"/>
                    <a:pt x="150" y="14294"/>
                  </a:cubicBezTo>
                  <a:cubicBezTo>
                    <a:pt x="233" y="13845"/>
                    <a:pt x="399" y="13355"/>
                    <a:pt x="649" y="12822"/>
                  </a:cubicBezTo>
                  <a:cubicBezTo>
                    <a:pt x="898" y="12274"/>
                    <a:pt x="1297" y="11758"/>
                    <a:pt x="1846" y="11276"/>
                  </a:cubicBezTo>
                  <a:cubicBezTo>
                    <a:pt x="2395" y="10793"/>
                    <a:pt x="3068" y="10403"/>
                    <a:pt x="3867" y="10103"/>
                  </a:cubicBezTo>
                  <a:cubicBezTo>
                    <a:pt x="3484" y="9904"/>
                    <a:pt x="3110" y="9671"/>
                    <a:pt x="2744" y="9405"/>
                  </a:cubicBezTo>
                  <a:cubicBezTo>
                    <a:pt x="2378" y="9122"/>
                    <a:pt x="1971" y="8764"/>
                    <a:pt x="1522" y="8332"/>
                  </a:cubicBezTo>
                  <a:cubicBezTo>
                    <a:pt x="1056" y="7883"/>
                    <a:pt x="690" y="7351"/>
                    <a:pt x="424" y="6735"/>
                  </a:cubicBezTo>
                  <a:cubicBezTo>
                    <a:pt x="141" y="6104"/>
                    <a:pt x="0" y="5438"/>
                    <a:pt x="0" y="4740"/>
                  </a:cubicBezTo>
                  <a:cubicBezTo>
                    <a:pt x="0" y="4058"/>
                    <a:pt x="91" y="3384"/>
                    <a:pt x="274" y="2719"/>
                  </a:cubicBezTo>
                  <a:cubicBezTo>
                    <a:pt x="441" y="2054"/>
                    <a:pt x="798" y="1439"/>
                    <a:pt x="1347" y="873"/>
                  </a:cubicBezTo>
                  <a:cubicBezTo>
                    <a:pt x="1879" y="291"/>
                    <a:pt x="2553" y="0"/>
                    <a:pt x="3368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E69B5731-C3B2-0E2C-7AA7-354361B1EF25}"/>
                </a:ext>
              </a:extLst>
            </p:cNvPr>
            <p:cNvSpPr/>
            <p:nvPr/>
          </p:nvSpPr>
          <p:spPr>
            <a:xfrm>
              <a:off x="5884897" y="4289524"/>
              <a:ext cx="51090" cy="11849"/>
            </a:xfrm>
            <a:custGeom>
              <a:avLst/>
              <a:gdLst>
                <a:gd name="csX0" fmla="*/ 50592 w 51090"/>
                <a:gd name="csY0" fmla="*/ 11849 h 11849"/>
                <a:gd name="csX1" fmla="*/ 49719 w 51090"/>
                <a:gd name="csY1" fmla="*/ 11201 h 11849"/>
                <a:gd name="csX2" fmla="*/ 25545 w 51090"/>
                <a:gd name="csY2" fmla="*/ 2968 h 11849"/>
                <a:gd name="csX3" fmla="*/ 1696 w 51090"/>
                <a:gd name="csY3" fmla="*/ 10877 h 11849"/>
                <a:gd name="csX4" fmla="*/ 499 w 51090"/>
                <a:gd name="csY4" fmla="*/ 11849 h 11849"/>
                <a:gd name="csX5" fmla="*/ 0 w 51090"/>
                <a:gd name="csY5" fmla="*/ 11351 h 11849"/>
                <a:gd name="csX6" fmla="*/ 1023 w 51090"/>
                <a:gd name="csY6" fmla="*/ 9779 h 11849"/>
                <a:gd name="csX7" fmla="*/ 4391 w 51090"/>
                <a:gd name="csY7" fmla="*/ 6660 h 11849"/>
                <a:gd name="csX8" fmla="*/ 9604 w 51090"/>
                <a:gd name="csY8" fmla="*/ 3368 h 11849"/>
                <a:gd name="csX9" fmla="*/ 25545 w 51090"/>
                <a:gd name="csY9" fmla="*/ 0 h 11849"/>
                <a:gd name="csX10" fmla="*/ 41137 w 51090"/>
                <a:gd name="csY10" fmla="*/ 3218 h 11849"/>
                <a:gd name="csX11" fmla="*/ 46501 w 51090"/>
                <a:gd name="csY11" fmla="*/ 6511 h 11849"/>
                <a:gd name="csX12" fmla="*/ 50018 w 51090"/>
                <a:gd name="csY12" fmla="*/ 9704 h 11849"/>
                <a:gd name="csX13" fmla="*/ 51091 w 51090"/>
                <a:gd name="csY13" fmla="*/ 11351 h 11849"/>
                <a:gd name="csX14" fmla="*/ 50592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50592" y="11849"/>
                  </a:moveTo>
                  <a:cubicBezTo>
                    <a:pt x="50425" y="11849"/>
                    <a:pt x="50134" y="11633"/>
                    <a:pt x="49719" y="11201"/>
                  </a:cubicBezTo>
                  <a:cubicBezTo>
                    <a:pt x="44131" y="5713"/>
                    <a:pt x="36073" y="2968"/>
                    <a:pt x="25545" y="2968"/>
                  </a:cubicBezTo>
                  <a:cubicBezTo>
                    <a:pt x="14985" y="2968"/>
                    <a:pt x="7035" y="5604"/>
                    <a:pt x="1696" y="10877"/>
                  </a:cubicBezTo>
                  <a:cubicBezTo>
                    <a:pt x="1081" y="11525"/>
                    <a:pt x="682" y="11849"/>
                    <a:pt x="499" y="11849"/>
                  </a:cubicBezTo>
                  <a:cubicBezTo>
                    <a:pt x="166" y="11849"/>
                    <a:pt x="0" y="11683"/>
                    <a:pt x="0" y="11351"/>
                  </a:cubicBezTo>
                  <a:cubicBezTo>
                    <a:pt x="0" y="11118"/>
                    <a:pt x="341" y="10594"/>
                    <a:pt x="1023" y="9779"/>
                  </a:cubicBezTo>
                  <a:cubicBezTo>
                    <a:pt x="1705" y="8948"/>
                    <a:pt x="2827" y="7908"/>
                    <a:pt x="4391" y="6660"/>
                  </a:cubicBezTo>
                  <a:cubicBezTo>
                    <a:pt x="5954" y="5397"/>
                    <a:pt x="7692" y="4299"/>
                    <a:pt x="9604" y="3368"/>
                  </a:cubicBezTo>
                  <a:cubicBezTo>
                    <a:pt x="14245" y="1123"/>
                    <a:pt x="19558" y="0"/>
                    <a:pt x="25545" y="0"/>
                  </a:cubicBezTo>
                  <a:cubicBezTo>
                    <a:pt x="31300" y="0"/>
                    <a:pt x="36497" y="1073"/>
                    <a:pt x="41137" y="3218"/>
                  </a:cubicBezTo>
                  <a:cubicBezTo>
                    <a:pt x="43083" y="4133"/>
                    <a:pt x="44871" y="5230"/>
                    <a:pt x="46501" y="6511"/>
                  </a:cubicBezTo>
                  <a:cubicBezTo>
                    <a:pt x="48130" y="7791"/>
                    <a:pt x="49303" y="8856"/>
                    <a:pt x="50018" y="9704"/>
                  </a:cubicBezTo>
                  <a:cubicBezTo>
                    <a:pt x="50733" y="10552"/>
                    <a:pt x="51091" y="11101"/>
                    <a:pt x="51091" y="11351"/>
                  </a:cubicBezTo>
                  <a:cubicBezTo>
                    <a:pt x="51091" y="11683"/>
                    <a:pt x="50925" y="11849"/>
                    <a:pt x="50592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33B94D00-FFF3-C6EC-7719-D6635914A94A}"/>
                </a:ext>
              </a:extLst>
            </p:cNvPr>
            <p:cNvSpPr/>
            <p:nvPr/>
          </p:nvSpPr>
          <p:spPr>
            <a:xfrm>
              <a:off x="6093768" y="3997119"/>
              <a:ext cx="1008380" cy="667385"/>
            </a:xfrm>
            <a:custGeom>
              <a:avLst/>
              <a:gdLst>
                <a:gd name="csX0" fmla="*/ 0 w 1008380"/>
                <a:gd name="csY0" fmla="*/ 667386 h 667385"/>
                <a:gd name="csX1" fmla="*/ 1009 w 1008380"/>
                <a:gd name="csY1" fmla="*/ 667386 h 667385"/>
                <a:gd name="csX2" fmla="*/ 2019 w 1008380"/>
                <a:gd name="csY2" fmla="*/ 667386 h 667385"/>
                <a:gd name="csX3" fmla="*/ 3028 w 1008380"/>
                <a:gd name="csY3" fmla="*/ 667386 h 667385"/>
                <a:gd name="csX4" fmla="*/ 4037 w 1008380"/>
                <a:gd name="csY4" fmla="*/ 667386 h 667385"/>
                <a:gd name="csX5" fmla="*/ 5047 w 1008380"/>
                <a:gd name="csY5" fmla="*/ 667386 h 667385"/>
                <a:gd name="csX6" fmla="*/ 6056 w 1008380"/>
                <a:gd name="csY6" fmla="*/ 667386 h 667385"/>
                <a:gd name="csX7" fmla="*/ 7066 w 1008380"/>
                <a:gd name="csY7" fmla="*/ 667386 h 667385"/>
                <a:gd name="csX8" fmla="*/ 8075 w 1008380"/>
                <a:gd name="csY8" fmla="*/ 667386 h 667385"/>
                <a:gd name="csX9" fmla="*/ 9085 w 1008380"/>
                <a:gd name="csY9" fmla="*/ 667386 h 667385"/>
                <a:gd name="csX10" fmla="*/ 10094 w 1008380"/>
                <a:gd name="csY10" fmla="*/ 667386 h 667385"/>
                <a:gd name="csX11" fmla="*/ 11103 w 1008380"/>
                <a:gd name="csY11" fmla="*/ 667386 h 667385"/>
                <a:gd name="csX12" fmla="*/ 12113 w 1008380"/>
                <a:gd name="csY12" fmla="*/ 667386 h 667385"/>
                <a:gd name="csX13" fmla="*/ 13122 w 1008380"/>
                <a:gd name="csY13" fmla="*/ 667386 h 667385"/>
                <a:gd name="csX14" fmla="*/ 14131 w 1008380"/>
                <a:gd name="csY14" fmla="*/ 667386 h 667385"/>
                <a:gd name="csX15" fmla="*/ 15141 w 1008380"/>
                <a:gd name="csY15" fmla="*/ 667386 h 667385"/>
                <a:gd name="csX16" fmla="*/ 16150 w 1008380"/>
                <a:gd name="csY16" fmla="*/ 667386 h 667385"/>
                <a:gd name="csX17" fmla="*/ 17159 w 1008380"/>
                <a:gd name="csY17" fmla="*/ 667386 h 667385"/>
                <a:gd name="csX18" fmla="*/ 18169 w 1008380"/>
                <a:gd name="csY18" fmla="*/ 667386 h 667385"/>
                <a:gd name="csX19" fmla="*/ 19178 w 1008380"/>
                <a:gd name="csY19" fmla="*/ 667386 h 667385"/>
                <a:gd name="csX20" fmla="*/ 20187 w 1008380"/>
                <a:gd name="csY20" fmla="*/ 667386 h 667385"/>
                <a:gd name="csX21" fmla="*/ 21197 w 1008380"/>
                <a:gd name="csY21" fmla="*/ 667386 h 667385"/>
                <a:gd name="csX22" fmla="*/ 22206 w 1008380"/>
                <a:gd name="csY22" fmla="*/ 667386 h 667385"/>
                <a:gd name="csX23" fmla="*/ 23216 w 1008380"/>
                <a:gd name="csY23" fmla="*/ 667386 h 667385"/>
                <a:gd name="csX24" fmla="*/ 24225 w 1008380"/>
                <a:gd name="csY24" fmla="*/ 667386 h 667385"/>
                <a:gd name="csX25" fmla="*/ 25235 w 1008380"/>
                <a:gd name="csY25" fmla="*/ 667386 h 667385"/>
                <a:gd name="csX26" fmla="*/ 26244 w 1008380"/>
                <a:gd name="csY26" fmla="*/ 667386 h 667385"/>
                <a:gd name="csX27" fmla="*/ 27253 w 1008380"/>
                <a:gd name="csY27" fmla="*/ 667386 h 667385"/>
                <a:gd name="csX28" fmla="*/ 28263 w 1008380"/>
                <a:gd name="csY28" fmla="*/ 667386 h 667385"/>
                <a:gd name="csX29" fmla="*/ 29272 w 1008380"/>
                <a:gd name="csY29" fmla="*/ 667386 h 667385"/>
                <a:gd name="csX30" fmla="*/ 30282 w 1008380"/>
                <a:gd name="csY30" fmla="*/ 667386 h 667385"/>
                <a:gd name="csX31" fmla="*/ 31291 w 1008380"/>
                <a:gd name="csY31" fmla="*/ 667386 h 667385"/>
                <a:gd name="csX32" fmla="*/ 32301 w 1008380"/>
                <a:gd name="csY32" fmla="*/ 667386 h 667385"/>
                <a:gd name="csX33" fmla="*/ 33310 w 1008380"/>
                <a:gd name="csY33" fmla="*/ 667386 h 667385"/>
                <a:gd name="csX34" fmla="*/ 34319 w 1008380"/>
                <a:gd name="csY34" fmla="*/ 667386 h 667385"/>
                <a:gd name="csX35" fmla="*/ 35329 w 1008380"/>
                <a:gd name="csY35" fmla="*/ 667386 h 667385"/>
                <a:gd name="csX36" fmla="*/ 36338 w 1008380"/>
                <a:gd name="csY36" fmla="*/ 667386 h 667385"/>
                <a:gd name="csX37" fmla="*/ 37347 w 1008380"/>
                <a:gd name="csY37" fmla="*/ 667386 h 667385"/>
                <a:gd name="csX38" fmla="*/ 38357 w 1008380"/>
                <a:gd name="csY38" fmla="*/ 667386 h 667385"/>
                <a:gd name="csX39" fmla="*/ 39366 w 1008380"/>
                <a:gd name="csY39" fmla="*/ 667386 h 667385"/>
                <a:gd name="csX40" fmla="*/ 40375 w 1008380"/>
                <a:gd name="csY40" fmla="*/ 667386 h 667385"/>
                <a:gd name="csX41" fmla="*/ 41385 w 1008380"/>
                <a:gd name="csY41" fmla="*/ 667386 h 667385"/>
                <a:gd name="csX42" fmla="*/ 42394 w 1008380"/>
                <a:gd name="csY42" fmla="*/ 667386 h 667385"/>
                <a:gd name="csX43" fmla="*/ 43403 w 1008380"/>
                <a:gd name="csY43" fmla="*/ 667380 h 667385"/>
                <a:gd name="csX44" fmla="*/ 44413 w 1008380"/>
                <a:gd name="csY44" fmla="*/ 667380 h 667385"/>
                <a:gd name="csX45" fmla="*/ 45422 w 1008380"/>
                <a:gd name="csY45" fmla="*/ 667380 h 667385"/>
                <a:gd name="csX46" fmla="*/ 46432 w 1008380"/>
                <a:gd name="csY46" fmla="*/ 667380 h 667385"/>
                <a:gd name="csX47" fmla="*/ 47441 w 1008380"/>
                <a:gd name="csY47" fmla="*/ 667380 h 667385"/>
                <a:gd name="csX48" fmla="*/ 48451 w 1008380"/>
                <a:gd name="csY48" fmla="*/ 667380 h 667385"/>
                <a:gd name="csX49" fmla="*/ 49460 w 1008380"/>
                <a:gd name="csY49" fmla="*/ 667375 h 667385"/>
                <a:gd name="csX50" fmla="*/ 50469 w 1008380"/>
                <a:gd name="csY50" fmla="*/ 667375 h 667385"/>
                <a:gd name="csX51" fmla="*/ 51479 w 1008380"/>
                <a:gd name="csY51" fmla="*/ 667375 h 667385"/>
                <a:gd name="csX52" fmla="*/ 52488 w 1008380"/>
                <a:gd name="csY52" fmla="*/ 667375 h 667385"/>
                <a:gd name="csX53" fmla="*/ 53498 w 1008380"/>
                <a:gd name="csY53" fmla="*/ 667370 h 667385"/>
                <a:gd name="csX54" fmla="*/ 54507 w 1008380"/>
                <a:gd name="csY54" fmla="*/ 667370 h 667385"/>
                <a:gd name="csX55" fmla="*/ 55516 w 1008380"/>
                <a:gd name="csY55" fmla="*/ 667364 h 667385"/>
                <a:gd name="csX56" fmla="*/ 56526 w 1008380"/>
                <a:gd name="csY56" fmla="*/ 667364 h 667385"/>
                <a:gd name="csX57" fmla="*/ 57535 w 1008380"/>
                <a:gd name="csY57" fmla="*/ 667359 h 667385"/>
                <a:gd name="csX58" fmla="*/ 58544 w 1008380"/>
                <a:gd name="csY58" fmla="*/ 667359 h 667385"/>
                <a:gd name="csX59" fmla="*/ 59554 w 1008380"/>
                <a:gd name="csY59" fmla="*/ 667354 h 667385"/>
                <a:gd name="csX60" fmla="*/ 60563 w 1008380"/>
                <a:gd name="csY60" fmla="*/ 667348 h 667385"/>
                <a:gd name="csX61" fmla="*/ 61572 w 1008380"/>
                <a:gd name="csY61" fmla="*/ 667343 h 667385"/>
                <a:gd name="csX62" fmla="*/ 62582 w 1008380"/>
                <a:gd name="csY62" fmla="*/ 667338 h 667385"/>
                <a:gd name="csX63" fmla="*/ 63591 w 1008380"/>
                <a:gd name="csY63" fmla="*/ 667332 h 667385"/>
                <a:gd name="csX64" fmla="*/ 64601 w 1008380"/>
                <a:gd name="csY64" fmla="*/ 667327 h 667385"/>
                <a:gd name="csX65" fmla="*/ 65610 w 1008380"/>
                <a:gd name="csY65" fmla="*/ 667316 h 667385"/>
                <a:gd name="csX66" fmla="*/ 66619 w 1008380"/>
                <a:gd name="csY66" fmla="*/ 667311 h 667385"/>
                <a:gd name="csX67" fmla="*/ 67629 w 1008380"/>
                <a:gd name="csY67" fmla="*/ 667300 h 667385"/>
                <a:gd name="csX68" fmla="*/ 68638 w 1008380"/>
                <a:gd name="csY68" fmla="*/ 667290 h 667385"/>
                <a:gd name="csX69" fmla="*/ 69648 w 1008380"/>
                <a:gd name="csY69" fmla="*/ 667279 h 667385"/>
                <a:gd name="csX70" fmla="*/ 70657 w 1008380"/>
                <a:gd name="csY70" fmla="*/ 667263 h 667385"/>
                <a:gd name="csX71" fmla="*/ 71667 w 1008380"/>
                <a:gd name="csY71" fmla="*/ 667252 h 667385"/>
                <a:gd name="csX72" fmla="*/ 72676 w 1008380"/>
                <a:gd name="csY72" fmla="*/ 667236 h 667385"/>
                <a:gd name="csX73" fmla="*/ 73685 w 1008380"/>
                <a:gd name="csY73" fmla="*/ 667215 h 667385"/>
                <a:gd name="csX74" fmla="*/ 74695 w 1008380"/>
                <a:gd name="csY74" fmla="*/ 667199 h 667385"/>
                <a:gd name="csX75" fmla="*/ 75704 w 1008380"/>
                <a:gd name="csY75" fmla="*/ 667178 h 667385"/>
                <a:gd name="csX76" fmla="*/ 76714 w 1008380"/>
                <a:gd name="csY76" fmla="*/ 667151 h 667385"/>
                <a:gd name="csX77" fmla="*/ 77723 w 1008380"/>
                <a:gd name="csY77" fmla="*/ 667124 h 667385"/>
                <a:gd name="csX78" fmla="*/ 78732 w 1008380"/>
                <a:gd name="csY78" fmla="*/ 667098 h 667385"/>
                <a:gd name="csX79" fmla="*/ 79742 w 1008380"/>
                <a:gd name="csY79" fmla="*/ 667066 h 667385"/>
                <a:gd name="csX80" fmla="*/ 80751 w 1008380"/>
                <a:gd name="csY80" fmla="*/ 667029 h 667385"/>
                <a:gd name="csX81" fmla="*/ 81760 w 1008380"/>
                <a:gd name="csY81" fmla="*/ 666986 h 667385"/>
                <a:gd name="csX82" fmla="*/ 82770 w 1008380"/>
                <a:gd name="csY82" fmla="*/ 666943 h 667385"/>
                <a:gd name="csX83" fmla="*/ 83779 w 1008380"/>
                <a:gd name="csY83" fmla="*/ 666896 h 667385"/>
                <a:gd name="csX84" fmla="*/ 84788 w 1008380"/>
                <a:gd name="csY84" fmla="*/ 666842 h 667385"/>
                <a:gd name="csX85" fmla="*/ 85798 w 1008380"/>
                <a:gd name="csY85" fmla="*/ 666789 h 667385"/>
                <a:gd name="csX86" fmla="*/ 86807 w 1008380"/>
                <a:gd name="csY86" fmla="*/ 666725 h 667385"/>
                <a:gd name="csX87" fmla="*/ 87817 w 1008380"/>
                <a:gd name="csY87" fmla="*/ 666656 h 667385"/>
                <a:gd name="csX88" fmla="*/ 88826 w 1008380"/>
                <a:gd name="csY88" fmla="*/ 666576 h 667385"/>
                <a:gd name="csX89" fmla="*/ 89835 w 1008380"/>
                <a:gd name="csY89" fmla="*/ 666496 h 667385"/>
                <a:gd name="csX90" fmla="*/ 90845 w 1008380"/>
                <a:gd name="csY90" fmla="*/ 666406 h 667385"/>
                <a:gd name="csX91" fmla="*/ 91854 w 1008380"/>
                <a:gd name="csY91" fmla="*/ 666304 h 667385"/>
                <a:gd name="csX92" fmla="*/ 92864 w 1008380"/>
                <a:gd name="csY92" fmla="*/ 666193 h 667385"/>
                <a:gd name="csX93" fmla="*/ 93873 w 1008380"/>
                <a:gd name="csY93" fmla="*/ 666075 h 667385"/>
                <a:gd name="csX94" fmla="*/ 94883 w 1008380"/>
                <a:gd name="csY94" fmla="*/ 665948 h 667385"/>
                <a:gd name="csX95" fmla="*/ 95892 w 1008380"/>
                <a:gd name="csY95" fmla="*/ 665804 h 667385"/>
                <a:gd name="csX96" fmla="*/ 96901 w 1008380"/>
                <a:gd name="csY96" fmla="*/ 665649 h 667385"/>
                <a:gd name="csX97" fmla="*/ 97911 w 1008380"/>
                <a:gd name="csY97" fmla="*/ 665484 h 667385"/>
                <a:gd name="csX98" fmla="*/ 98920 w 1008380"/>
                <a:gd name="csY98" fmla="*/ 665303 h 667385"/>
                <a:gd name="csX99" fmla="*/ 99930 w 1008380"/>
                <a:gd name="csY99" fmla="*/ 665106 h 667385"/>
                <a:gd name="csX100" fmla="*/ 100939 w 1008380"/>
                <a:gd name="csY100" fmla="*/ 664888 h 667385"/>
                <a:gd name="csX101" fmla="*/ 101948 w 1008380"/>
                <a:gd name="csY101" fmla="*/ 664659 h 667385"/>
                <a:gd name="csX102" fmla="*/ 102958 w 1008380"/>
                <a:gd name="csY102" fmla="*/ 664403 h 667385"/>
                <a:gd name="csX103" fmla="*/ 103967 w 1008380"/>
                <a:gd name="csY103" fmla="*/ 664132 h 667385"/>
                <a:gd name="csX104" fmla="*/ 104976 w 1008380"/>
                <a:gd name="csY104" fmla="*/ 663839 h 667385"/>
                <a:gd name="csX105" fmla="*/ 105986 w 1008380"/>
                <a:gd name="csY105" fmla="*/ 663519 h 667385"/>
                <a:gd name="csX106" fmla="*/ 106995 w 1008380"/>
                <a:gd name="csY106" fmla="*/ 663178 h 667385"/>
                <a:gd name="csX107" fmla="*/ 108004 w 1008380"/>
                <a:gd name="csY107" fmla="*/ 662806 h 667385"/>
                <a:gd name="csX108" fmla="*/ 109014 w 1008380"/>
                <a:gd name="csY108" fmla="*/ 662406 h 667385"/>
                <a:gd name="csX109" fmla="*/ 110023 w 1008380"/>
                <a:gd name="csY109" fmla="*/ 661975 h 667385"/>
                <a:gd name="csX110" fmla="*/ 111033 w 1008380"/>
                <a:gd name="csY110" fmla="*/ 661512 h 667385"/>
                <a:gd name="csX111" fmla="*/ 112042 w 1008380"/>
                <a:gd name="csY111" fmla="*/ 661011 h 667385"/>
                <a:gd name="csX112" fmla="*/ 113051 w 1008380"/>
                <a:gd name="csY112" fmla="*/ 660473 h 667385"/>
                <a:gd name="csX113" fmla="*/ 114061 w 1008380"/>
                <a:gd name="csY113" fmla="*/ 659898 h 667385"/>
                <a:gd name="csX114" fmla="*/ 115070 w 1008380"/>
                <a:gd name="csY114" fmla="*/ 659286 h 667385"/>
                <a:gd name="csX115" fmla="*/ 116080 w 1008380"/>
                <a:gd name="csY115" fmla="*/ 658620 h 667385"/>
                <a:gd name="csX116" fmla="*/ 117089 w 1008380"/>
                <a:gd name="csY116" fmla="*/ 657917 h 667385"/>
                <a:gd name="csX117" fmla="*/ 118099 w 1008380"/>
                <a:gd name="csY117" fmla="*/ 657155 h 667385"/>
                <a:gd name="csX118" fmla="*/ 119108 w 1008380"/>
                <a:gd name="csY118" fmla="*/ 656346 h 667385"/>
                <a:gd name="csX119" fmla="*/ 120117 w 1008380"/>
                <a:gd name="csY119" fmla="*/ 655483 h 667385"/>
                <a:gd name="csX120" fmla="*/ 121127 w 1008380"/>
                <a:gd name="csY120" fmla="*/ 654562 h 667385"/>
                <a:gd name="csX121" fmla="*/ 122136 w 1008380"/>
                <a:gd name="csY121" fmla="*/ 653577 h 667385"/>
                <a:gd name="csX122" fmla="*/ 123145 w 1008380"/>
                <a:gd name="csY122" fmla="*/ 652528 h 667385"/>
                <a:gd name="csX123" fmla="*/ 124155 w 1008380"/>
                <a:gd name="csY123" fmla="*/ 651415 h 667385"/>
                <a:gd name="csX124" fmla="*/ 125164 w 1008380"/>
                <a:gd name="csY124" fmla="*/ 650227 h 667385"/>
                <a:gd name="csX125" fmla="*/ 126173 w 1008380"/>
                <a:gd name="csY125" fmla="*/ 648965 h 667385"/>
                <a:gd name="csX126" fmla="*/ 127183 w 1008380"/>
                <a:gd name="csY126" fmla="*/ 647628 h 667385"/>
                <a:gd name="csX127" fmla="*/ 128192 w 1008380"/>
                <a:gd name="csY127" fmla="*/ 646206 h 667385"/>
                <a:gd name="csX128" fmla="*/ 129201 w 1008380"/>
                <a:gd name="csY128" fmla="*/ 644699 h 667385"/>
                <a:gd name="csX129" fmla="*/ 130211 w 1008380"/>
                <a:gd name="csY129" fmla="*/ 643107 h 667385"/>
                <a:gd name="csX130" fmla="*/ 131220 w 1008380"/>
                <a:gd name="csY130" fmla="*/ 641424 h 667385"/>
                <a:gd name="csX131" fmla="*/ 132230 w 1008380"/>
                <a:gd name="csY131" fmla="*/ 639640 h 667385"/>
                <a:gd name="csX132" fmla="*/ 133239 w 1008380"/>
                <a:gd name="csY132" fmla="*/ 637760 h 667385"/>
                <a:gd name="csX133" fmla="*/ 134249 w 1008380"/>
                <a:gd name="csY133" fmla="*/ 635774 h 667385"/>
                <a:gd name="csX134" fmla="*/ 135258 w 1008380"/>
                <a:gd name="csY134" fmla="*/ 633681 h 667385"/>
                <a:gd name="csX135" fmla="*/ 136267 w 1008380"/>
                <a:gd name="csY135" fmla="*/ 631477 h 667385"/>
                <a:gd name="csX136" fmla="*/ 137277 w 1008380"/>
                <a:gd name="csY136" fmla="*/ 629155 h 667385"/>
                <a:gd name="csX137" fmla="*/ 138286 w 1008380"/>
                <a:gd name="csY137" fmla="*/ 626716 h 667385"/>
                <a:gd name="csX138" fmla="*/ 139296 w 1008380"/>
                <a:gd name="csY138" fmla="*/ 624154 h 667385"/>
                <a:gd name="csX139" fmla="*/ 140305 w 1008380"/>
                <a:gd name="csY139" fmla="*/ 621465 h 667385"/>
                <a:gd name="csX140" fmla="*/ 141315 w 1008380"/>
                <a:gd name="csY140" fmla="*/ 618648 h 667385"/>
                <a:gd name="csX141" fmla="*/ 142324 w 1008380"/>
                <a:gd name="csY141" fmla="*/ 615692 h 667385"/>
                <a:gd name="csX142" fmla="*/ 143333 w 1008380"/>
                <a:gd name="csY142" fmla="*/ 612603 h 667385"/>
                <a:gd name="csX143" fmla="*/ 144343 w 1008380"/>
                <a:gd name="csY143" fmla="*/ 609371 h 667385"/>
                <a:gd name="csX144" fmla="*/ 145352 w 1008380"/>
                <a:gd name="csY144" fmla="*/ 605989 h 667385"/>
                <a:gd name="csX145" fmla="*/ 146361 w 1008380"/>
                <a:gd name="csY145" fmla="*/ 602464 h 667385"/>
                <a:gd name="csX146" fmla="*/ 147371 w 1008380"/>
                <a:gd name="csY146" fmla="*/ 598789 h 667385"/>
                <a:gd name="csX147" fmla="*/ 148380 w 1008380"/>
                <a:gd name="csY147" fmla="*/ 594960 h 667385"/>
                <a:gd name="csX148" fmla="*/ 149389 w 1008380"/>
                <a:gd name="csY148" fmla="*/ 590977 h 667385"/>
                <a:gd name="csX149" fmla="*/ 150399 w 1008380"/>
                <a:gd name="csY149" fmla="*/ 586834 h 667385"/>
                <a:gd name="csX150" fmla="*/ 151408 w 1008380"/>
                <a:gd name="csY150" fmla="*/ 582526 h 667385"/>
                <a:gd name="csX151" fmla="*/ 152417 w 1008380"/>
                <a:gd name="csY151" fmla="*/ 578063 h 667385"/>
                <a:gd name="csX152" fmla="*/ 153427 w 1008380"/>
                <a:gd name="csY152" fmla="*/ 573430 h 667385"/>
                <a:gd name="csX153" fmla="*/ 154436 w 1008380"/>
                <a:gd name="csY153" fmla="*/ 568632 h 667385"/>
                <a:gd name="csX154" fmla="*/ 155446 w 1008380"/>
                <a:gd name="csY154" fmla="*/ 563669 h 667385"/>
                <a:gd name="csX155" fmla="*/ 156455 w 1008380"/>
                <a:gd name="csY155" fmla="*/ 558535 h 667385"/>
                <a:gd name="csX156" fmla="*/ 157465 w 1008380"/>
                <a:gd name="csY156" fmla="*/ 553236 h 667385"/>
                <a:gd name="csX157" fmla="*/ 158474 w 1008380"/>
                <a:gd name="csY157" fmla="*/ 547767 h 667385"/>
                <a:gd name="csX158" fmla="*/ 159483 w 1008380"/>
                <a:gd name="csY158" fmla="*/ 542133 h 667385"/>
                <a:gd name="csX159" fmla="*/ 160493 w 1008380"/>
                <a:gd name="csY159" fmla="*/ 536328 h 667385"/>
                <a:gd name="csX160" fmla="*/ 161502 w 1008380"/>
                <a:gd name="csY160" fmla="*/ 530358 h 667385"/>
                <a:gd name="csX161" fmla="*/ 162512 w 1008380"/>
                <a:gd name="csY161" fmla="*/ 524229 h 667385"/>
                <a:gd name="csX162" fmla="*/ 163521 w 1008380"/>
                <a:gd name="csY162" fmla="*/ 517934 h 667385"/>
                <a:gd name="csX163" fmla="*/ 164531 w 1008380"/>
                <a:gd name="csY163" fmla="*/ 511480 h 667385"/>
                <a:gd name="csX164" fmla="*/ 165540 w 1008380"/>
                <a:gd name="csY164" fmla="*/ 504871 h 667385"/>
                <a:gd name="csX165" fmla="*/ 166549 w 1008380"/>
                <a:gd name="csY165" fmla="*/ 498108 h 667385"/>
                <a:gd name="csX166" fmla="*/ 167559 w 1008380"/>
                <a:gd name="csY166" fmla="*/ 491196 h 667385"/>
                <a:gd name="csX167" fmla="*/ 168568 w 1008380"/>
                <a:gd name="csY167" fmla="*/ 484140 h 667385"/>
                <a:gd name="csX168" fmla="*/ 169577 w 1008380"/>
                <a:gd name="csY168" fmla="*/ 476944 h 667385"/>
                <a:gd name="csX169" fmla="*/ 170587 w 1008380"/>
                <a:gd name="csY169" fmla="*/ 469614 h 667385"/>
                <a:gd name="csX170" fmla="*/ 171596 w 1008380"/>
                <a:gd name="csY170" fmla="*/ 462157 h 667385"/>
                <a:gd name="csX171" fmla="*/ 172605 w 1008380"/>
                <a:gd name="csY171" fmla="*/ 454578 h 667385"/>
                <a:gd name="csX172" fmla="*/ 173615 w 1008380"/>
                <a:gd name="csY172" fmla="*/ 446885 h 667385"/>
                <a:gd name="csX173" fmla="*/ 174624 w 1008380"/>
                <a:gd name="csY173" fmla="*/ 439086 h 667385"/>
                <a:gd name="csX174" fmla="*/ 175633 w 1008380"/>
                <a:gd name="csY174" fmla="*/ 431188 h 667385"/>
                <a:gd name="csX175" fmla="*/ 176643 w 1008380"/>
                <a:gd name="csY175" fmla="*/ 423201 h 667385"/>
                <a:gd name="csX176" fmla="*/ 177652 w 1008380"/>
                <a:gd name="csY176" fmla="*/ 415132 h 667385"/>
                <a:gd name="csX177" fmla="*/ 178662 w 1008380"/>
                <a:gd name="csY177" fmla="*/ 406993 h 667385"/>
                <a:gd name="csX178" fmla="*/ 179671 w 1008380"/>
                <a:gd name="csY178" fmla="*/ 398792 h 667385"/>
                <a:gd name="csX179" fmla="*/ 180681 w 1008380"/>
                <a:gd name="csY179" fmla="*/ 390541 h 667385"/>
                <a:gd name="csX180" fmla="*/ 181690 w 1008380"/>
                <a:gd name="csY180" fmla="*/ 382250 h 667385"/>
                <a:gd name="csX181" fmla="*/ 182699 w 1008380"/>
                <a:gd name="csY181" fmla="*/ 373930 h 667385"/>
                <a:gd name="csX182" fmla="*/ 183709 w 1008380"/>
                <a:gd name="csY182" fmla="*/ 365595 h 667385"/>
                <a:gd name="csX183" fmla="*/ 184718 w 1008380"/>
                <a:gd name="csY183" fmla="*/ 357254 h 667385"/>
                <a:gd name="csX184" fmla="*/ 185728 w 1008380"/>
                <a:gd name="csY184" fmla="*/ 348921 h 667385"/>
                <a:gd name="csX185" fmla="*/ 186737 w 1008380"/>
                <a:gd name="csY185" fmla="*/ 340610 h 667385"/>
                <a:gd name="csX186" fmla="*/ 187746 w 1008380"/>
                <a:gd name="csY186" fmla="*/ 332332 h 667385"/>
                <a:gd name="csX187" fmla="*/ 188756 w 1008380"/>
                <a:gd name="csY187" fmla="*/ 324100 h 667385"/>
                <a:gd name="csX188" fmla="*/ 189765 w 1008380"/>
                <a:gd name="csY188" fmla="*/ 315930 h 667385"/>
                <a:gd name="csX189" fmla="*/ 190774 w 1008380"/>
                <a:gd name="csY189" fmla="*/ 307834 h 667385"/>
                <a:gd name="csX190" fmla="*/ 191784 w 1008380"/>
                <a:gd name="csY190" fmla="*/ 299825 h 667385"/>
                <a:gd name="csX191" fmla="*/ 192793 w 1008380"/>
                <a:gd name="csY191" fmla="*/ 291918 h 667385"/>
                <a:gd name="csX192" fmla="*/ 193803 w 1008380"/>
                <a:gd name="csY192" fmla="*/ 284126 h 667385"/>
                <a:gd name="csX193" fmla="*/ 194812 w 1008380"/>
                <a:gd name="csY193" fmla="*/ 276465 h 667385"/>
                <a:gd name="csX194" fmla="*/ 195821 w 1008380"/>
                <a:gd name="csY194" fmla="*/ 268946 h 667385"/>
                <a:gd name="csX195" fmla="*/ 196831 w 1008380"/>
                <a:gd name="csY195" fmla="*/ 261584 h 667385"/>
                <a:gd name="csX196" fmla="*/ 197840 w 1008380"/>
                <a:gd name="csY196" fmla="*/ 254394 h 667385"/>
                <a:gd name="csX197" fmla="*/ 198849 w 1008380"/>
                <a:gd name="csY197" fmla="*/ 247388 h 667385"/>
                <a:gd name="csX198" fmla="*/ 199859 w 1008380"/>
                <a:gd name="csY198" fmla="*/ 240580 h 667385"/>
                <a:gd name="csX199" fmla="*/ 200868 w 1008380"/>
                <a:gd name="csY199" fmla="*/ 233982 h 667385"/>
                <a:gd name="csX200" fmla="*/ 201878 w 1008380"/>
                <a:gd name="csY200" fmla="*/ 227607 h 667385"/>
                <a:gd name="csX201" fmla="*/ 202887 w 1008380"/>
                <a:gd name="csY201" fmla="*/ 221469 h 667385"/>
                <a:gd name="csX202" fmla="*/ 203897 w 1008380"/>
                <a:gd name="csY202" fmla="*/ 215578 h 667385"/>
                <a:gd name="csX203" fmla="*/ 204906 w 1008380"/>
                <a:gd name="csY203" fmla="*/ 209946 h 667385"/>
                <a:gd name="csX204" fmla="*/ 205915 w 1008380"/>
                <a:gd name="csY204" fmla="*/ 204585 h 667385"/>
                <a:gd name="csX205" fmla="*/ 206925 w 1008380"/>
                <a:gd name="csY205" fmla="*/ 199505 h 667385"/>
                <a:gd name="csX206" fmla="*/ 207934 w 1008380"/>
                <a:gd name="csY206" fmla="*/ 194715 h 667385"/>
                <a:gd name="csX207" fmla="*/ 208944 w 1008380"/>
                <a:gd name="csY207" fmla="*/ 190226 h 667385"/>
                <a:gd name="csX208" fmla="*/ 209953 w 1008380"/>
                <a:gd name="csY208" fmla="*/ 186046 h 667385"/>
                <a:gd name="csX209" fmla="*/ 210962 w 1008380"/>
                <a:gd name="csY209" fmla="*/ 182183 h 667385"/>
                <a:gd name="csX210" fmla="*/ 211972 w 1008380"/>
                <a:gd name="csY210" fmla="*/ 178643 h 667385"/>
                <a:gd name="csX211" fmla="*/ 212981 w 1008380"/>
                <a:gd name="csY211" fmla="*/ 175435 h 667385"/>
                <a:gd name="csX212" fmla="*/ 213990 w 1008380"/>
                <a:gd name="csY212" fmla="*/ 172564 h 667385"/>
                <a:gd name="csX213" fmla="*/ 215000 w 1008380"/>
                <a:gd name="csY213" fmla="*/ 170035 h 667385"/>
                <a:gd name="csX214" fmla="*/ 216009 w 1008380"/>
                <a:gd name="csY214" fmla="*/ 167851 h 667385"/>
                <a:gd name="csX215" fmla="*/ 217018 w 1008380"/>
                <a:gd name="csY215" fmla="*/ 166018 h 667385"/>
                <a:gd name="csX216" fmla="*/ 218028 w 1008380"/>
                <a:gd name="csY216" fmla="*/ 164536 h 667385"/>
                <a:gd name="csX217" fmla="*/ 219037 w 1008380"/>
                <a:gd name="csY217" fmla="*/ 163409 h 667385"/>
                <a:gd name="csX218" fmla="*/ 220047 w 1008380"/>
                <a:gd name="csY218" fmla="*/ 162636 h 667385"/>
                <a:gd name="csX219" fmla="*/ 221056 w 1008380"/>
                <a:gd name="csY219" fmla="*/ 162219 h 667385"/>
                <a:gd name="csX220" fmla="*/ 222065 w 1008380"/>
                <a:gd name="csY220" fmla="*/ 162155 h 667385"/>
                <a:gd name="csX221" fmla="*/ 223075 w 1008380"/>
                <a:gd name="csY221" fmla="*/ 162443 h 667385"/>
                <a:gd name="csX222" fmla="*/ 224084 w 1008380"/>
                <a:gd name="csY222" fmla="*/ 163081 h 667385"/>
                <a:gd name="csX223" fmla="*/ 225094 w 1008380"/>
                <a:gd name="csY223" fmla="*/ 164065 h 667385"/>
                <a:gd name="csX224" fmla="*/ 226103 w 1008380"/>
                <a:gd name="csY224" fmla="*/ 165391 h 667385"/>
                <a:gd name="csX225" fmla="*/ 227113 w 1008380"/>
                <a:gd name="csY225" fmla="*/ 167053 h 667385"/>
                <a:gd name="csX226" fmla="*/ 228122 w 1008380"/>
                <a:gd name="csY226" fmla="*/ 169046 h 667385"/>
                <a:gd name="csX227" fmla="*/ 229131 w 1008380"/>
                <a:gd name="csY227" fmla="*/ 171362 h 667385"/>
                <a:gd name="csX228" fmla="*/ 230141 w 1008380"/>
                <a:gd name="csY228" fmla="*/ 173995 h 667385"/>
                <a:gd name="csX229" fmla="*/ 231150 w 1008380"/>
                <a:gd name="csY229" fmla="*/ 176935 h 667385"/>
                <a:gd name="csX230" fmla="*/ 232160 w 1008380"/>
                <a:gd name="csY230" fmla="*/ 180174 h 667385"/>
                <a:gd name="csX231" fmla="*/ 233169 w 1008380"/>
                <a:gd name="csY231" fmla="*/ 183701 h 667385"/>
                <a:gd name="csX232" fmla="*/ 234178 w 1008380"/>
                <a:gd name="csY232" fmla="*/ 187506 h 667385"/>
                <a:gd name="csX233" fmla="*/ 235188 w 1008380"/>
                <a:gd name="csY233" fmla="*/ 191579 h 667385"/>
                <a:gd name="csX234" fmla="*/ 236197 w 1008380"/>
                <a:gd name="csY234" fmla="*/ 195906 h 667385"/>
                <a:gd name="csX235" fmla="*/ 237206 w 1008380"/>
                <a:gd name="csY235" fmla="*/ 200476 h 667385"/>
                <a:gd name="csX236" fmla="*/ 238216 w 1008380"/>
                <a:gd name="csY236" fmla="*/ 205276 h 667385"/>
                <a:gd name="csX237" fmla="*/ 239225 w 1008380"/>
                <a:gd name="csY237" fmla="*/ 210292 h 667385"/>
                <a:gd name="csX238" fmla="*/ 240234 w 1008380"/>
                <a:gd name="csY238" fmla="*/ 215511 h 667385"/>
                <a:gd name="csX239" fmla="*/ 241244 w 1008380"/>
                <a:gd name="csY239" fmla="*/ 220919 h 667385"/>
                <a:gd name="csX240" fmla="*/ 242253 w 1008380"/>
                <a:gd name="csY240" fmla="*/ 226500 h 667385"/>
                <a:gd name="csX241" fmla="*/ 243263 w 1008380"/>
                <a:gd name="csY241" fmla="*/ 232240 h 667385"/>
                <a:gd name="csX242" fmla="*/ 244272 w 1008380"/>
                <a:gd name="csY242" fmla="*/ 238123 h 667385"/>
                <a:gd name="csX243" fmla="*/ 245281 w 1008380"/>
                <a:gd name="csY243" fmla="*/ 244136 h 667385"/>
                <a:gd name="csX244" fmla="*/ 246291 w 1008380"/>
                <a:gd name="csY244" fmla="*/ 250260 h 667385"/>
                <a:gd name="csX245" fmla="*/ 247300 w 1008380"/>
                <a:gd name="csY245" fmla="*/ 256482 h 667385"/>
                <a:gd name="csX246" fmla="*/ 248310 w 1008380"/>
                <a:gd name="csY246" fmla="*/ 262785 h 667385"/>
                <a:gd name="csX247" fmla="*/ 249319 w 1008380"/>
                <a:gd name="csY247" fmla="*/ 269153 h 667385"/>
                <a:gd name="csX248" fmla="*/ 250329 w 1008380"/>
                <a:gd name="csY248" fmla="*/ 275570 h 667385"/>
                <a:gd name="csX249" fmla="*/ 251338 w 1008380"/>
                <a:gd name="csY249" fmla="*/ 282021 h 667385"/>
                <a:gd name="csX250" fmla="*/ 252347 w 1008380"/>
                <a:gd name="csY250" fmla="*/ 288490 h 667385"/>
                <a:gd name="csX251" fmla="*/ 253357 w 1008380"/>
                <a:gd name="csY251" fmla="*/ 294962 h 667385"/>
                <a:gd name="csX252" fmla="*/ 254366 w 1008380"/>
                <a:gd name="csY252" fmla="*/ 301420 h 667385"/>
                <a:gd name="csX253" fmla="*/ 255376 w 1008380"/>
                <a:gd name="csY253" fmla="*/ 307850 h 667385"/>
                <a:gd name="csX254" fmla="*/ 256385 w 1008380"/>
                <a:gd name="csY254" fmla="*/ 314237 h 667385"/>
                <a:gd name="csX255" fmla="*/ 257394 w 1008380"/>
                <a:gd name="csY255" fmla="*/ 320565 h 667385"/>
                <a:gd name="csX256" fmla="*/ 258404 w 1008380"/>
                <a:gd name="csY256" fmla="*/ 326822 h 667385"/>
                <a:gd name="csX257" fmla="*/ 259413 w 1008380"/>
                <a:gd name="csY257" fmla="*/ 332993 h 667385"/>
                <a:gd name="csX258" fmla="*/ 260422 w 1008380"/>
                <a:gd name="csY258" fmla="*/ 339063 h 667385"/>
                <a:gd name="csX259" fmla="*/ 261432 w 1008380"/>
                <a:gd name="csY259" fmla="*/ 345021 h 667385"/>
                <a:gd name="csX260" fmla="*/ 262441 w 1008380"/>
                <a:gd name="csY260" fmla="*/ 350852 h 667385"/>
                <a:gd name="csX261" fmla="*/ 263450 w 1008380"/>
                <a:gd name="csY261" fmla="*/ 356545 h 667385"/>
                <a:gd name="csX262" fmla="*/ 264460 w 1008380"/>
                <a:gd name="csY262" fmla="*/ 362088 h 667385"/>
                <a:gd name="csX263" fmla="*/ 265469 w 1008380"/>
                <a:gd name="csY263" fmla="*/ 367470 h 667385"/>
                <a:gd name="csX264" fmla="*/ 266479 w 1008380"/>
                <a:gd name="csY264" fmla="*/ 372679 h 667385"/>
                <a:gd name="csX265" fmla="*/ 267488 w 1008380"/>
                <a:gd name="csY265" fmla="*/ 377706 h 667385"/>
                <a:gd name="csX266" fmla="*/ 268497 w 1008380"/>
                <a:gd name="csY266" fmla="*/ 382540 h 667385"/>
                <a:gd name="csX267" fmla="*/ 269507 w 1008380"/>
                <a:gd name="csY267" fmla="*/ 387172 h 667385"/>
                <a:gd name="csX268" fmla="*/ 270516 w 1008380"/>
                <a:gd name="csY268" fmla="*/ 391594 h 667385"/>
                <a:gd name="csX269" fmla="*/ 271526 w 1008380"/>
                <a:gd name="csY269" fmla="*/ 395798 h 667385"/>
                <a:gd name="csX270" fmla="*/ 272535 w 1008380"/>
                <a:gd name="csY270" fmla="*/ 399776 h 667385"/>
                <a:gd name="csX271" fmla="*/ 273545 w 1008380"/>
                <a:gd name="csY271" fmla="*/ 403520 h 667385"/>
                <a:gd name="csX272" fmla="*/ 274554 w 1008380"/>
                <a:gd name="csY272" fmla="*/ 407025 h 667385"/>
                <a:gd name="csX273" fmla="*/ 275563 w 1008380"/>
                <a:gd name="csY273" fmla="*/ 410285 h 667385"/>
                <a:gd name="csX274" fmla="*/ 276573 w 1008380"/>
                <a:gd name="csY274" fmla="*/ 413295 h 667385"/>
                <a:gd name="csX275" fmla="*/ 277582 w 1008380"/>
                <a:gd name="csY275" fmla="*/ 416049 h 667385"/>
                <a:gd name="csX276" fmla="*/ 278591 w 1008380"/>
                <a:gd name="csY276" fmla="*/ 418544 h 667385"/>
                <a:gd name="csX277" fmla="*/ 279601 w 1008380"/>
                <a:gd name="csY277" fmla="*/ 420776 h 667385"/>
                <a:gd name="csX278" fmla="*/ 280610 w 1008380"/>
                <a:gd name="csY278" fmla="*/ 422743 h 667385"/>
                <a:gd name="csX279" fmla="*/ 281619 w 1008380"/>
                <a:gd name="csY279" fmla="*/ 424441 h 667385"/>
                <a:gd name="csX280" fmla="*/ 282629 w 1008380"/>
                <a:gd name="csY280" fmla="*/ 425869 h 667385"/>
                <a:gd name="csX281" fmla="*/ 283638 w 1008380"/>
                <a:gd name="csY281" fmla="*/ 427024 h 667385"/>
                <a:gd name="csX282" fmla="*/ 284647 w 1008380"/>
                <a:gd name="csY282" fmla="*/ 427908 h 667385"/>
                <a:gd name="csX283" fmla="*/ 285657 w 1008380"/>
                <a:gd name="csY283" fmla="*/ 428518 h 667385"/>
                <a:gd name="csX284" fmla="*/ 286666 w 1008380"/>
                <a:gd name="csY284" fmla="*/ 428855 h 667385"/>
                <a:gd name="csX285" fmla="*/ 287676 w 1008380"/>
                <a:gd name="csY285" fmla="*/ 428920 h 667385"/>
                <a:gd name="csX286" fmla="*/ 288685 w 1008380"/>
                <a:gd name="csY286" fmla="*/ 428713 h 667385"/>
                <a:gd name="csX287" fmla="*/ 289695 w 1008380"/>
                <a:gd name="csY287" fmla="*/ 428235 h 667385"/>
                <a:gd name="csX288" fmla="*/ 290704 w 1008380"/>
                <a:gd name="csY288" fmla="*/ 427489 h 667385"/>
                <a:gd name="csX289" fmla="*/ 291714 w 1008380"/>
                <a:gd name="csY289" fmla="*/ 426476 h 667385"/>
                <a:gd name="csX290" fmla="*/ 292723 w 1008380"/>
                <a:gd name="csY290" fmla="*/ 425200 h 667385"/>
                <a:gd name="csX291" fmla="*/ 293732 w 1008380"/>
                <a:gd name="csY291" fmla="*/ 423662 h 667385"/>
                <a:gd name="csX292" fmla="*/ 294742 w 1008380"/>
                <a:gd name="csY292" fmla="*/ 421867 h 667385"/>
                <a:gd name="csX293" fmla="*/ 295751 w 1008380"/>
                <a:gd name="csY293" fmla="*/ 419818 h 667385"/>
                <a:gd name="csX294" fmla="*/ 296761 w 1008380"/>
                <a:gd name="csY294" fmla="*/ 417519 h 667385"/>
                <a:gd name="csX295" fmla="*/ 297770 w 1008380"/>
                <a:gd name="csY295" fmla="*/ 414974 h 667385"/>
                <a:gd name="csX296" fmla="*/ 298779 w 1008380"/>
                <a:gd name="csY296" fmla="*/ 412186 h 667385"/>
                <a:gd name="csX297" fmla="*/ 299789 w 1008380"/>
                <a:gd name="csY297" fmla="*/ 409163 h 667385"/>
                <a:gd name="csX298" fmla="*/ 300798 w 1008380"/>
                <a:gd name="csY298" fmla="*/ 405908 h 667385"/>
                <a:gd name="csX299" fmla="*/ 301807 w 1008380"/>
                <a:gd name="csY299" fmla="*/ 402426 h 667385"/>
                <a:gd name="csX300" fmla="*/ 302817 w 1008380"/>
                <a:gd name="csY300" fmla="*/ 398724 h 667385"/>
                <a:gd name="csX301" fmla="*/ 303826 w 1008380"/>
                <a:gd name="csY301" fmla="*/ 394806 h 667385"/>
                <a:gd name="csX302" fmla="*/ 304835 w 1008380"/>
                <a:gd name="csY302" fmla="*/ 390679 h 667385"/>
                <a:gd name="csX303" fmla="*/ 305845 w 1008380"/>
                <a:gd name="csY303" fmla="*/ 386349 h 667385"/>
                <a:gd name="csX304" fmla="*/ 306854 w 1008380"/>
                <a:gd name="csY304" fmla="*/ 381821 h 667385"/>
                <a:gd name="csX305" fmla="*/ 307863 w 1008380"/>
                <a:gd name="csY305" fmla="*/ 377104 h 667385"/>
                <a:gd name="csX306" fmla="*/ 308873 w 1008380"/>
                <a:gd name="csY306" fmla="*/ 372202 h 667385"/>
                <a:gd name="csX307" fmla="*/ 309882 w 1008380"/>
                <a:gd name="csY307" fmla="*/ 367123 h 667385"/>
                <a:gd name="csX308" fmla="*/ 310892 w 1008380"/>
                <a:gd name="csY308" fmla="*/ 361874 h 667385"/>
                <a:gd name="csX309" fmla="*/ 311901 w 1008380"/>
                <a:gd name="csY309" fmla="*/ 356462 h 667385"/>
                <a:gd name="csX310" fmla="*/ 312911 w 1008380"/>
                <a:gd name="csY310" fmla="*/ 350893 h 667385"/>
                <a:gd name="csX311" fmla="*/ 313920 w 1008380"/>
                <a:gd name="csY311" fmla="*/ 345175 h 667385"/>
                <a:gd name="csX312" fmla="*/ 314930 w 1008380"/>
                <a:gd name="csY312" fmla="*/ 339316 h 667385"/>
                <a:gd name="csX313" fmla="*/ 315939 w 1008380"/>
                <a:gd name="csY313" fmla="*/ 333321 h 667385"/>
                <a:gd name="csX314" fmla="*/ 316948 w 1008380"/>
                <a:gd name="csY314" fmla="*/ 327200 h 667385"/>
                <a:gd name="csX315" fmla="*/ 317958 w 1008380"/>
                <a:gd name="csY315" fmla="*/ 320960 h 667385"/>
                <a:gd name="csX316" fmla="*/ 318968 w 1008380"/>
                <a:gd name="csY316" fmla="*/ 314607 h 667385"/>
                <a:gd name="csX317" fmla="*/ 319975 w 1008380"/>
                <a:gd name="csY317" fmla="*/ 308150 h 667385"/>
                <a:gd name="csX318" fmla="*/ 320987 w 1008380"/>
                <a:gd name="csY318" fmla="*/ 301597 h 667385"/>
                <a:gd name="csX319" fmla="*/ 321993 w 1008380"/>
                <a:gd name="csY319" fmla="*/ 294954 h 667385"/>
                <a:gd name="csX320" fmla="*/ 323005 w 1008380"/>
                <a:gd name="csY320" fmla="*/ 288230 h 667385"/>
                <a:gd name="csX321" fmla="*/ 324012 w 1008380"/>
                <a:gd name="csY321" fmla="*/ 281433 h 667385"/>
                <a:gd name="csX322" fmla="*/ 325023 w 1008380"/>
                <a:gd name="csY322" fmla="*/ 274569 h 667385"/>
                <a:gd name="csX323" fmla="*/ 326035 w 1008380"/>
                <a:gd name="csY323" fmla="*/ 267648 h 667385"/>
                <a:gd name="csX324" fmla="*/ 327042 w 1008380"/>
                <a:gd name="csY324" fmla="*/ 260676 h 667385"/>
                <a:gd name="csX325" fmla="*/ 328054 w 1008380"/>
                <a:gd name="csY325" fmla="*/ 253662 h 667385"/>
                <a:gd name="csX326" fmla="*/ 329060 w 1008380"/>
                <a:gd name="csY326" fmla="*/ 246614 h 667385"/>
                <a:gd name="csX327" fmla="*/ 330072 w 1008380"/>
                <a:gd name="csY327" fmla="*/ 239538 h 667385"/>
                <a:gd name="csX328" fmla="*/ 331078 w 1008380"/>
                <a:gd name="csY328" fmla="*/ 232443 h 667385"/>
                <a:gd name="csX329" fmla="*/ 332090 w 1008380"/>
                <a:gd name="csY329" fmla="*/ 225337 h 667385"/>
                <a:gd name="csX330" fmla="*/ 333097 w 1008380"/>
                <a:gd name="csY330" fmla="*/ 218228 h 667385"/>
                <a:gd name="csX331" fmla="*/ 334108 w 1008380"/>
                <a:gd name="csY331" fmla="*/ 211122 h 667385"/>
                <a:gd name="csX332" fmla="*/ 335115 w 1008380"/>
                <a:gd name="csY332" fmla="*/ 204028 h 667385"/>
                <a:gd name="csX333" fmla="*/ 336127 w 1008380"/>
                <a:gd name="csY333" fmla="*/ 196953 h 667385"/>
                <a:gd name="csX334" fmla="*/ 337139 w 1008380"/>
                <a:gd name="csY334" fmla="*/ 189904 h 667385"/>
                <a:gd name="csX335" fmla="*/ 338145 w 1008380"/>
                <a:gd name="csY335" fmla="*/ 182890 h 667385"/>
                <a:gd name="csX336" fmla="*/ 339157 w 1008380"/>
                <a:gd name="csY336" fmla="*/ 175918 h 667385"/>
                <a:gd name="csX337" fmla="*/ 340163 w 1008380"/>
                <a:gd name="csY337" fmla="*/ 168994 h 667385"/>
                <a:gd name="csX338" fmla="*/ 341175 w 1008380"/>
                <a:gd name="csY338" fmla="*/ 162126 h 667385"/>
                <a:gd name="csX339" fmla="*/ 342182 w 1008380"/>
                <a:gd name="csY339" fmla="*/ 155322 h 667385"/>
                <a:gd name="csX340" fmla="*/ 343194 w 1008380"/>
                <a:gd name="csY340" fmla="*/ 148588 h 667385"/>
                <a:gd name="csX341" fmla="*/ 344200 w 1008380"/>
                <a:gd name="csY341" fmla="*/ 141931 h 667385"/>
                <a:gd name="csX342" fmla="*/ 345212 w 1008380"/>
                <a:gd name="csY342" fmla="*/ 135359 h 667385"/>
                <a:gd name="csX343" fmla="*/ 346218 w 1008380"/>
                <a:gd name="csY343" fmla="*/ 128878 h 667385"/>
                <a:gd name="csX344" fmla="*/ 347230 w 1008380"/>
                <a:gd name="csY344" fmla="*/ 122494 h 667385"/>
                <a:gd name="csX345" fmla="*/ 348237 w 1008380"/>
                <a:gd name="csY345" fmla="*/ 116215 h 667385"/>
                <a:gd name="csX346" fmla="*/ 349248 w 1008380"/>
                <a:gd name="csY346" fmla="*/ 110046 h 667385"/>
                <a:gd name="csX347" fmla="*/ 350260 w 1008380"/>
                <a:gd name="csY347" fmla="*/ 103994 h 667385"/>
                <a:gd name="csX348" fmla="*/ 351267 w 1008380"/>
                <a:gd name="csY348" fmla="*/ 98065 h 667385"/>
                <a:gd name="csX349" fmla="*/ 352279 w 1008380"/>
                <a:gd name="csY349" fmla="*/ 92265 h 667385"/>
                <a:gd name="csX350" fmla="*/ 353285 w 1008380"/>
                <a:gd name="csY350" fmla="*/ 86600 h 667385"/>
                <a:gd name="csX351" fmla="*/ 354297 w 1008380"/>
                <a:gd name="csY351" fmla="*/ 81075 h 667385"/>
                <a:gd name="csX352" fmla="*/ 355303 w 1008380"/>
                <a:gd name="csY352" fmla="*/ 75696 h 667385"/>
                <a:gd name="csX353" fmla="*/ 356315 w 1008380"/>
                <a:gd name="csY353" fmla="*/ 70469 h 667385"/>
                <a:gd name="csX354" fmla="*/ 357322 w 1008380"/>
                <a:gd name="csY354" fmla="*/ 65397 h 667385"/>
                <a:gd name="csX355" fmla="*/ 358334 w 1008380"/>
                <a:gd name="csY355" fmla="*/ 60487 h 667385"/>
                <a:gd name="csX356" fmla="*/ 359340 w 1008380"/>
                <a:gd name="csY356" fmla="*/ 55742 h 667385"/>
                <a:gd name="csX357" fmla="*/ 360352 w 1008380"/>
                <a:gd name="csY357" fmla="*/ 51168 h 667385"/>
                <a:gd name="csX358" fmla="*/ 361364 w 1008380"/>
                <a:gd name="csY358" fmla="*/ 46770 h 667385"/>
                <a:gd name="csX359" fmla="*/ 362370 w 1008380"/>
                <a:gd name="csY359" fmla="*/ 42550 h 667385"/>
                <a:gd name="csX360" fmla="*/ 363382 w 1008380"/>
                <a:gd name="csY360" fmla="*/ 38513 h 667385"/>
                <a:gd name="csX361" fmla="*/ 364389 w 1008380"/>
                <a:gd name="csY361" fmla="*/ 34662 h 667385"/>
                <a:gd name="csX362" fmla="*/ 365400 w 1008380"/>
                <a:gd name="csY362" fmla="*/ 31001 h 667385"/>
                <a:gd name="csX363" fmla="*/ 366407 w 1008380"/>
                <a:gd name="csY363" fmla="*/ 27534 h 667385"/>
                <a:gd name="csX364" fmla="*/ 367419 w 1008380"/>
                <a:gd name="csY364" fmla="*/ 24262 h 667385"/>
                <a:gd name="csX365" fmla="*/ 368425 w 1008380"/>
                <a:gd name="csY365" fmla="*/ 21190 h 667385"/>
                <a:gd name="csX366" fmla="*/ 369437 w 1008380"/>
                <a:gd name="csY366" fmla="*/ 18319 h 667385"/>
                <a:gd name="csX367" fmla="*/ 370443 w 1008380"/>
                <a:gd name="csY367" fmla="*/ 15652 h 667385"/>
                <a:gd name="csX368" fmla="*/ 371455 w 1008380"/>
                <a:gd name="csY368" fmla="*/ 13190 h 667385"/>
                <a:gd name="csX369" fmla="*/ 372467 w 1008380"/>
                <a:gd name="csY369" fmla="*/ 10936 h 667385"/>
                <a:gd name="csX370" fmla="*/ 373474 w 1008380"/>
                <a:gd name="csY370" fmla="*/ 8890 h 667385"/>
                <a:gd name="csX371" fmla="*/ 374485 w 1008380"/>
                <a:gd name="csY371" fmla="*/ 7055 h 667385"/>
                <a:gd name="csX372" fmla="*/ 375492 w 1008380"/>
                <a:gd name="csY372" fmla="*/ 5431 h 667385"/>
                <a:gd name="csX373" fmla="*/ 376504 w 1008380"/>
                <a:gd name="csY373" fmla="*/ 4018 h 667385"/>
                <a:gd name="csX374" fmla="*/ 377510 w 1008380"/>
                <a:gd name="csY374" fmla="*/ 2818 h 667385"/>
                <a:gd name="csX375" fmla="*/ 378522 w 1008380"/>
                <a:gd name="csY375" fmla="*/ 1831 h 667385"/>
                <a:gd name="csX376" fmla="*/ 379529 w 1008380"/>
                <a:gd name="csY376" fmla="*/ 1055 h 667385"/>
                <a:gd name="csX377" fmla="*/ 380540 w 1008380"/>
                <a:gd name="csY377" fmla="*/ 492 h 667385"/>
                <a:gd name="csX378" fmla="*/ 381547 w 1008380"/>
                <a:gd name="csY378" fmla="*/ 141 h 667385"/>
                <a:gd name="csX379" fmla="*/ 382559 w 1008380"/>
                <a:gd name="csY379" fmla="*/ 0 h 667385"/>
                <a:gd name="csX380" fmla="*/ 383571 w 1008380"/>
                <a:gd name="csY380" fmla="*/ 69 h 667385"/>
                <a:gd name="csX381" fmla="*/ 384577 w 1008380"/>
                <a:gd name="csY381" fmla="*/ 346 h 667385"/>
                <a:gd name="csX382" fmla="*/ 385589 w 1008380"/>
                <a:gd name="csY382" fmla="*/ 830 h 667385"/>
                <a:gd name="csX383" fmla="*/ 386595 w 1008380"/>
                <a:gd name="csY383" fmla="*/ 1518 h 667385"/>
                <a:gd name="csX384" fmla="*/ 387607 w 1008380"/>
                <a:gd name="csY384" fmla="*/ 2410 h 667385"/>
                <a:gd name="csX385" fmla="*/ 388614 w 1008380"/>
                <a:gd name="csY385" fmla="*/ 3502 h 667385"/>
                <a:gd name="csX386" fmla="*/ 389625 w 1008380"/>
                <a:gd name="csY386" fmla="*/ 4792 h 667385"/>
                <a:gd name="csX387" fmla="*/ 390632 w 1008380"/>
                <a:gd name="csY387" fmla="*/ 6278 h 667385"/>
                <a:gd name="csX388" fmla="*/ 391644 w 1008380"/>
                <a:gd name="csY388" fmla="*/ 7955 h 667385"/>
                <a:gd name="csX389" fmla="*/ 392650 w 1008380"/>
                <a:gd name="csY389" fmla="*/ 9822 h 667385"/>
                <a:gd name="csX390" fmla="*/ 393662 w 1008380"/>
                <a:gd name="csY390" fmla="*/ 11875 h 667385"/>
                <a:gd name="csX391" fmla="*/ 394669 w 1008380"/>
                <a:gd name="csY391" fmla="*/ 14109 h 667385"/>
                <a:gd name="csX392" fmla="*/ 395680 w 1008380"/>
                <a:gd name="csY392" fmla="*/ 16522 h 667385"/>
                <a:gd name="csX393" fmla="*/ 396692 w 1008380"/>
                <a:gd name="csY393" fmla="*/ 19109 h 667385"/>
                <a:gd name="csX394" fmla="*/ 397699 w 1008380"/>
                <a:gd name="csY394" fmla="*/ 21866 h 667385"/>
                <a:gd name="csX395" fmla="*/ 398711 w 1008380"/>
                <a:gd name="csY395" fmla="*/ 24789 h 667385"/>
                <a:gd name="csX396" fmla="*/ 399717 w 1008380"/>
                <a:gd name="csY396" fmla="*/ 27873 h 667385"/>
                <a:gd name="csX397" fmla="*/ 400729 w 1008380"/>
                <a:gd name="csY397" fmla="*/ 31113 h 667385"/>
                <a:gd name="csX398" fmla="*/ 401735 w 1008380"/>
                <a:gd name="csY398" fmla="*/ 34505 h 667385"/>
                <a:gd name="csX399" fmla="*/ 402747 w 1008380"/>
                <a:gd name="csY399" fmla="*/ 38045 h 667385"/>
                <a:gd name="csX400" fmla="*/ 403754 w 1008380"/>
                <a:gd name="csY400" fmla="*/ 41725 h 667385"/>
                <a:gd name="csX401" fmla="*/ 404765 w 1008380"/>
                <a:gd name="csY401" fmla="*/ 45543 h 667385"/>
                <a:gd name="csX402" fmla="*/ 405772 w 1008380"/>
                <a:gd name="csY402" fmla="*/ 49491 h 667385"/>
                <a:gd name="csX403" fmla="*/ 406784 w 1008380"/>
                <a:gd name="csY403" fmla="*/ 53565 h 667385"/>
                <a:gd name="csX404" fmla="*/ 407796 w 1008380"/>
                <a:gd name="csY404" fmla="*/ 57759 h 667385"/>
                <a:gd name="csX405" fmla="*/ 408802 w 1008380"/>
                <a:gd name="csY405" fmla="*/ 62068 h 667385"/>
                <a:gd name="csX406" fmla="*/ 409814 w 1008380"/>
                <a:gd name="csY406" fmla="*/ 66486 h 667385"/>
                <a:gd name="csX407" fmla="*/ 410820 w 1008380"/>
                <a:gd name="csY407" fmla="*/ 71006 h 667385"/>
                <a:gd name="csX408" fmla="*/ 411832 w 1008380"/>
                <a:gd name="csY408" fmla="*/ 75624 h 667385"/>
                <a:gd name="csX409" fmla="*/ 412839 w 1008380"/>
                <a:gd name="csY409" fmla="*/ 80334 h 667385"/>
                <a:gd name="csX410" fmla="*/ 413851 w 1008380"/>
                <a:gd name="csY410" fmla="*/ 85129 h 667385"/>
                <a:gd name="csX411" fmla="*/ 414857 w 1008380"/>
                <a:gd name="csY411" fmla="*/ 90004 h 667385"/>
                <a:gd name="csX412" fmla="*/ 415869 w 1008380"/>
                <a:gd name="csY412" fmla="*/ 94952 h 667385"/>
                <a:gd name="csX413" fmla="*/ 416875 w 1008380"/>
                <a:gd name="csY413" fmla="*/ 99968 h 667385"/>
                <a:gd name="csX414" fmla="*/ 417887 w 1008380"/>
                <a:gd name="csY414" fmla="*/ 105046 h 667385"/>
                <a:gd name="csX415" fmla="*/ 418899 w 1008380"/>
                <a:gd name="csY415" fmla="*/ 110180 h 667385"/>
                <a:gd name="csX416" fmla="*/ 419906 w 1008380"/>
                <a:gd name="csY416" fmla="*/ 115364 h 667385"/>
                <a:gd name="csX417" fmla="*/ 420917 w 1008380"/>
                <a:gd name="csY417" fmla="*/ 120591 h 667385"/>
                <a:gd name="csX418" fmla="*/ 421924 w 1008380"/>
                <a:gd name="csY418" fmla="*/ 125857 h 667385"/>
                <a:gd name="csX419" fmla="*/ 422936 w 1008380"/>
                <a:gd name="csY419" fmla="*/ 131155 h 667385"/>
                <a:gd name="csX420" fmla="*/ 423942 w 1008380"/>
                <a:gd name="csY420" fmla="*/ 136481 h 667385"/>
                <a:gd name="csX421" fmla="*/ 424954 w 1008380"/>
                <a:gd name="csY421" fmla="*/ 141827 h 667385"/>
                <a:gd name="csX422" fmla="*/ 425960 w 1008380"/>
                <a:gd name="csY422" fmla="*/ 147189 h 667385"/>
                <a:gd name="csX423" fmla="*/ 426972 w 1008380"/>
                <a:gd name="csY423" fmla="*/ 152560 h 667385"/>
                <a:gd name="csX424" fmla="*/ 427979 w 1008380"/>
                <a:gd name="csY424" fmla="*/ 157936 h 667385"/>
                <a:gd name="csX425" fmla="*/ 428991 w 1008380"/>
                <a:gd name="csY425" fmla="*/ 163311 h 667385"/>
                <a:gd name="csX426" fmla="*/ 430002 w 1008380"/>
                <a:gd name="csY426" fmla="*/ 168680 h 667385"/>
                <a:gd name="csX427" fmla="*/ 431009 w 1008380"/>
                <a:gd name="csY427" fmla="*/ 174037 h 667385"/>
                <a:gd name="csX428" fmla="*/ 432021 w 1008380"/>
                <a:gd name="csY428" fmla="*/ 179378 h 667385"/>
                <a:gd name="csX429" fmla="*/ 433027 w 1008380"/>
                <a:gd name="csY429" fmla="*/ 184698 h 667385"/>
                <a:gd name="csX430" fmla="*/ 434039 w 1008380"/>
                <a:gd name="csY430" fmla="*/ 189991 h 667385"/>
                <a:gd name="csX431" fmla="*/ 435046 w 1008380"/>
                <a:gd name="csY431" fmla="*/ 195255 h 667385"/>
                <a:gd name="csX432" fmla="*/ 436057 w 1008380"/>
                <a:gd name="csY432" fmla="*/ 200482 h 667385"/>
                <a:gd name="csX433" fmla="*/ 437064 w 1008380"/>
                <a:gd name="csY433" fmla="*/ 205671 h 667385"/>
                <a:gd name="csX434" fmla="*/ 438076 w 1008380"/>
                <a:gd name="csY434" fmla="*/ 210815 h 667385"/>
                <a:gd name="csX435" fmla="*/ 439082 w 1008380"/>
                <a:gd name="csY435" fmla="*/ 215912 h 667385"/>
                <a:gd name="csX436" fmla="*/ 440094 w 1008380"/>
                <a:gd name="csY436" fmla="*/ 220957 h 667385"/>
                <a:gd name="csX437" fmla="*/ 441100 w 1008380"/>
                <a:gd name="csY437" fmla="*/ 225946 h 667385"/>
                <a:gd name="csX438" fmla="*/ 442112 w 1008380"/>
                <a:gd name="csY438" fmla="*/ 230876 h 667385"/>
                <a:gd name="csX439" fmla="*/ 443124 w 1008380"/>
                <a:gd name="csY439" fmla="*/ 235743 h 667385"/>
                <a:gd name="csX440" fmla="*/ 444131 w 1008380"/>
                <a:gd name="csY440" fmla="*/ 240544 h 667385"/>
                <a:gd name="csX441" fmla="*/ 445142 w 1008380"/>
                <a:gd name="csY441" fmla="*/ 245277 h 667385"/>
                <a:gd name="csX442" fmla="*/ 446149 w 1008380"/>
                <a:gd name="csY442" fmla="*/ 249937 h 667385"/>
                <a:gd name="csX443" fmla="*/ 447161 w 1008380"/>
                <a:gd name="csY443" fmla="*/ 254523 h 667385"/>
                <a:gd name="csX444" fmla="*/ 448167 w 1008380"/>
                <a:gd name="csY444" fmla="*/ 259031 h 667385"/>
                <a:gd name="csX445" fmla="*/ 449179 w 1008380"/>
                <a:gd name="csY445" fmla="*/ 263459 h 667385"/>
                <a:gd name="csX446" fmla="*/ 450186 w 1008380"/>
                <a:gd name="csY446" fmla="*/ 267805 h 667385"/>
                <a:gd name="csX447" fmla="*/ 451197 w 1008380"/>
                <a:gd name="csY447" fmla="*/ 272067 h 667385"/>
                <a:gd name="csX448" fmla="*/ 452204 w 1008380"/>
                <a:gd name="csY448" fmla="*/ 276242 h 667385"/>
                <a:gd name="csX449" fmla="*/ 453216 w 1008380"/>
                <a:gd name="csY449" fmla="*/ 280330 h 667385"/>
                <a:gd name="csX450" fmla="*/ 454228 w 1008380"/>
                <a:gd name="csY450" fmla="*/ 284328 h 667385"/>
                <a:gd name="csX451" fmla="*/ 455234 w 1008380"/>
                <a:gd name="csY451" fmla="*/ 288235 h 667385"/>
                <a:gd name="csX452" fmla="*/ 456246 w 1008380"/>
                <a:gd name="csY452" fmla="*/ 292049 h 667385"/>
                <a:gd name="csX453" fmla="*/ 457252 w 1008380"/>
                <a:gd name="csY453" fmla="*/ 295771 h 667385"/>
                <a:gd name="csX454" fmla="*/ 458264 w 1008380"/>
                <a:gd name="csY454" fmla="*/ 299398 h 667385"/>
                <a:gd name="csX455" fmla="*/ 459271 w 1008380"/>
                <a:gd name="csY455" fmla="*/ 302929 h 667385"/>
                <a:gd name="csX456" fmla="*/ 460282 w 1008380"/>
                <a:gd name="csY456" fmla="*/ 306365 h 667385"/>
                <a:gd name="csX457" fmla="*/ 461289 w 1008380"/>
                <a:gd name="csY457" fmla="*/ 309705 h 667385"/>
                <a:gd name="csX458" fmla="*/ 462301 w 1008380"/>
                <a:gd name="csY458" fmla="*/ 312949 h 667385"/>
                <a:gd name="csX459" fmla="*/ 463307 w 1008380"/>
                <a:gd name="csY459" fmla="*/ 316095 h 667385"/>
                <a:gd name="csX460" fmla="*/ 464319 w 1008380"/>
                <a:gd name="csY460" fmla="*/ 319145 h 667385"/>
                <a:gd name="csX461" fmla="*/ 465331 w 1008380"/>
                <a:gd name="csY461" fmla="*/ 322099 h 667385"/>
                <a:gd name="csX462" fmla="*/ 466337 w 1008380"/>
                <a:gd name="csY462" fmla="*/ 324956 h 667385"/>
                <a:gd name="csX463" fmla="*/ 467349 w 1008380"/>
                <a:gd name="csY463" fmla="*/ 327716 h 667385"/>
                <a:gd name="csX464" fmla="*/ 468356 w 1008380"/>
                <a:gd name="csY464" fmla="*/ 330382 h 667385"/>
                <a:gd name="csX465" fmla="*/ 469368 w 1008380"/>
                <a:gd name="csY465" fmla="*/ 332953 h 667385"/>
                <a:gd name="csX466" fmla="*/ 470374 w 1008380"/>
                <a:gd name="csY466" fmla="*/ 335429 h 667385"/>
                <a:gd name="csX467" fmla="*/ 471386 w 1008380"/>
                <a:gd name="csY467" fmla="*/ 337813 h 667385"/>
                <a:gd name="csX468" fmla="*/ 472392 w 1008380"/>
                <a:gd name="csY468" fmla="*/ 340104 h 667385"/>
                <a:gd name="csX469" fmla="*/ 473404 w 1008380"/>
                <a:gd name="csY469" fmla="*/ 342304 h 667385"/>
                <a:gd name="csX470" fmla="*/ 474411 w 1008380"/>
                <a:gd name="csY470" fmla="*/ 344414 h 667385"/>
                <a:gd name="csX471" fmla="*/ 475423 w 1008380"/>
                <a:gd name="csY471" fmla="*/ 346436 h 667385"/>
                <a:gd name="csX472" fmla="*/ 476434 w 1008380"/>
                <a:gd name="csY472" fmla="*/ 348370 h 667385"/>
                <a:gd name="csX473" fmla="*/ 477441 w 1008380"/>
                <a:gd name="csY473" fmla="*/ 350219 h 667385"/>
                <a:gd name="csX474" fmla="*/ 478453 w 1008380"/>
                <a:gd name="csY474" fmla="*/ 351984 h 667385"/>
                <a:gd name="csX475" fmla="*/ 479459 w 1008380"/>
                <a:gd name="csY475" fmla="*/ 353666 h 667385"/>
                <a:gd name="csX476" fmla="*/ 480471 w 1008380"/>
                <a:gd name="csY476" fmla="*/ 355268 h 667385"/>
                <a:gd name="csX477" fmla="*/ 481477 w 1008380"/>
                <a:gd name="csY477" fmla="*/ 356790 h 667385"/>
                <a:gd name="csX478" fmla="*/ 482489 w 1008380"/>
                <a:gd name="csY478" fmla="*/ 358236 h 667385"/>
                <a:gd name="csX479" fmla="*/ 483496 w 1008380"/>
                <a:gd name="csY479" fmla="*/ 359607 h 667385"/>
                <a:gd name="csX480" fmla="*/ 484508 w 1008380"/>
                <a:gd name="csY480" fmla="*/ 360904 h 667385"/>
                <a:gd name="csX481" fmla="*/ 485514 w 1008380"/>
                <a:gd name="csY481" fmla="*/ 362131 h 667385"/>
                <a:gd name="csX482" fmla="*/ 486526 w 1008380"/>
                <a:gd name="csY482" fmla="*/ 363288 h 667385"/>
                <a:gd name="csX483" fmla="*/ 487532 w 1008380"/>
                <a:gd name="csY483" fmla="*/ 364378 h 667385"/>
                <a:gd name="csX484" fmla="*/ 488544 w 1008380"/>
                <a:gd name="csY484" fmla="*/ 365405 h 667385"/>
                <a:gd name="csX485" fmla="*/ 489556 w 1008380"/>
                <a:gd name="csY485" fmla="*/ 366368 h 667385"/>
                <a:gd name="csX486" fmla="*/ 490563 w 1008380"/>
                <a:gd name="csY486" fmla="*/ 367272 h 667385"/>
                <a:gd name="csX487" fmla="*/ 491574 w 1008380"/>
                <a:gd name="csY487" fmla="*/ 368117 h 667385"/>
                <a:gd name="csX488" fmla="*/ 492581 w 1008380"/>
                <a:gd name="csY488" fmla="*/ 368907 h 667385"/>
                <a:gd name="csX489" fmla="*/ 493593 w 1008380"/>
                <a:gd name="csY489" fmla="*/ 369644 h 667385"/>
                <a:gd name="csX490" fmla="*/ 494599 w 1008380"/>
                <a:gd name="csY490" fmla="*/ 370329 h 667385"/>
                <a:gd name="csX491" fmla="*/ 495611 w 1008380"/>
                <a:gd name="csY491" fmla="*/ 370966 h 667385"/>
                <a:gd name="csX492" fmla="*/ 496617 w 1008380"/>
                <a:gd name="csY492" fmla="*/ 371557 h 667385"/>
                <a:gd name="csX493" fmla="*/ 497629 w 1008380"/>
                <a:gd name="csY493" fmla="*/ 372104 h 667385"/>
                <a:gd name="csX494" fmla="*/ 498636 w 1008380"/>
                <a:gd name="csY494" fmla="*/ 372610 h 667385"/>
                <a:gd name="csX495" fmla="*/ 499648 w 1008380"/>
                <a:gd name="csY495" fmla="*/ 373076 h 667385"/>
                <a:gd name="csX496" fmla="*/ 500659 w 1008380"/>
                <a:gd name="csY496" fmla="*/ 373506 h 667385"/>
                <a:gd name="csX497" fmla="*/ 501666 w 1008380"/>
                <a:gd name="csY497" fmla="*/ 373901 h 667385"/>
                <a:gd name="csX498" fmla="*/ 502678 w 1008380"/>
                <a:gd name="csY498" fmla="*/ 374263 h 667385"/>
                <a:gd name="csX499" fmla="*/ 503684 w 1008380"/>
                <a:gd name="csY499" fmla="*/ 374597 h 667385"/>
                <a:gd name="csX500" fmla="*/ 504696 w 1008380"/>
                <a:gd name="csY500" fmla="*/ 374902 h 667385"/>
                <a:gd name="csX501" fmla="*/ 505703 w 1008380"/>
                <a:gd name="csY501" fmla="*/ 375182 h 667385"/>
                <a:gd name="csX502" fmla="*/ 506714 w 1008380"/>
                <a:gd name="csY502" fmla="*/ 375439 h 667385"/>
                <a:gd name="csX503" fmla="*/ 507721 w 1008380"/>
                <a:gd name="csY503" fmla="*/ 375675 h 667385"/>
                <a:gd name="csX504" fmla="*/ 508733 w 1008380"/>
                <a:gd name="csY504" fmla="*/ 375893 h 667385"/>
                <a:gd name="csX505" fmla="*/ 509739 w 1008380"/>
                <a:gd name="csY505" fmla="*/ 376094 h 667385"/>
                <a:gd name="csX506" fmla="*/ 510751 w 1008380"/>
                <a:gd name="csY506" fmla="*/ 376281 h 667385"/>
                <a:gd name="csX507" fmla="*/ 511763 w 1008380"/>
                <a:gd name="csY507" fmla="*/ 376455 h 667385"/>
                <a:gd name="csX508" fmla="*/ 512769 w 1008380"/>
                <a:gd name="csY508" fmla="*/ 376619 h 667385"/>
                <a:gd name="csX509" fmla="*/ 513781 w 1008380"/>
                <a:gd name="csY509" fmla="*/ 376776 h 667385"/>
                <a:gd name="csX510" fmla="*/ 514788 w 1008380"/>
                <a:gd name="csY510" fmla="*/ 376925 h 667385"/>
                <a:gd name="csX511" fmla="*/ 515799 w 1008380"/>
                <a:gd name="csY511" fmla="*/ 377071 h 667385"/>
                <a:gd name="csX512" fmla="*/ 516806 w 1008380"/>
                <a:gd name="csY512" fmla="*/ 377215 h 667385"/>
                <a:gd name="csX513" fmla="*/ 517818 w 1008380"/>
                <a:gd name="csY513" fmla="*/ 377358 h 667385"/>
                <a:gd name="csX514" fmla="*/ 518824 w 1008380"/>
                <a:gd name="csY514" fmla="*/ 377502 h 667385"/>
                <a:gd name="csX515" fmla="*/ 519836 w 1008380"/>
                <a:gd name="csY515" fmla="*/ 377650 h 667385"/>
                <a:gd name="csX516" fmla="*/ 520843 w 1008380"/>
                <a:gd name="csY516" fmla="*/ 377801 h 667385"/>
                <a:gd name="csX517" fmla="*/ 521854 w 1008380"/>
                <a:gd name="csY517" fmla="*/ 377960 h 667385"/>
                <a:gd name="csX518" fmla="*/ 522866 w 1008380"/>
                <a:gd name="csY518" fmla="*/ 378127 h 667385"/>
                <a:gd name="csX519" fmla="*/ 523873 w 1008380"/>
                <a:gd name="csY519" fmla="*/ 378304 h 667385"/>
                <a:gd name="csX520" fmla="*/ 524885 w 1008380"/>
                <a:gd name="csY520" fmla="*/ 378491 h 667385"/>
                <a:gd name="csX521" fmla="*/ 525891 w 1008380"/>
                <a:gd name="csY521" fmla="*/ 378691 h 667385"/>
                <a:gd name="csX522" fmla="*/ 526903 w 1008380"/>
                <a:gd name="csY522" fmla="*/ 378906 h 667385"/>
                <a:gd name="csX523" fmla="*/ 527909 w 1008380"/>
                <a:gd name="csY523" fmla="*/ 379136 h 667385"/>
                <a:gd name="csX524" fmla="*/ 528921 w 1008380"/>
                <a:gd name="csY524" fmla="*/ 379382 h 667385"/>
                <a:gd name="csX525" fmla="*/ 529928 w 1008380"/>
                <a:gd name="csY525" fmla="*/ 379647 h 667385"/>
                <a:gd name="csX526" fmla="*/ 530940 w 1008380"/>
                <a:gd name="csY526" fmla="*/ 379931 h 667385"/>
                <a:gd name="csX527" fmla="*/ 531946 w 1008380"/>
                <a:gd name="csY527" fmla="*/ 380235 h 667385"/>
                <a:gd name="csX528" fmla="*/ 532958 w 1008380"/>
                <a:gd name="csY528" fmla="*/ 380561 h 667385"/>
                <a:gd name="csX529" fmla="*/ 533970 w 1008380"/>
                <a:gd name="csY529" fmla="*/ 380909 h 667385"/>
                <a:gd name="csX530" fmla="*/ 534976 w 1008380"/>
                <a:gd name="csY530" fmla="*/ 381281 h 667385"/>
                <a:gd name="csX531" fmla="*/ 535988 w 1008380"/>
                <a:gd name="csY531" fmla="*/ 381677 h 667385"/>
                <a:gd name="csX532" fmla="*/ 536994 w 1008380"/>
                <a:gd name="csY532" fmla="*/ 382099 h 667385"/>
                <a:gd name="csX533" fmla="*/ 538006 w 1008380"/>
                <a:gd name="csY533" fmla="*/ 382547 h 667385"/>
                <a:gd name="csX534" fmla="*/ 539013 w 1008380"/>
                <a:gd name="csY534" fmla="*/ 383022 h 667385"/>
                <a:gd name="csX535" fmla="*/ 540025 w 1008380"/>
                <a:gd name="csY535" fmla="*/ 383526 h 667385"/>
                <a:gd name="csX536" fmla="*/ 541031 w 1008380"/>
                <a:gd name="csY536" fmla="*/ 384057 h 667385"/>
                <a:gd name="csX537" fmla="*/ 542043 w 1008380"/>
                <a:gd name="csY537" fmla="*/ 384618 h 667385"/>
                <a:gd name="csX538" fmla="*/ 543049 w 1008380"/>
                <a:gd name="csY538" fmla="*/ 385209 h 667385"/>
                <a:gd name="csX539" fmla="*/ 544061 w 1008380"/>
                <a:gd name="csY539" fmla="*/ 385829 h 667385"/>
                <a:gd name="csX540" fmla="*/ 545068 w 1008380"/>
                <a:gd name="csY540" fmla="*/ 386481 h 667385"/>
                <a:gd name="csX541" fmla="*/ 546080 w 1008380"/>
                <a:gd name="csY541" fmla="*/ 387164 h 667385"/>
                <a:gd name="csX542" fmla="*/ 547091 w 1008380"/>
                <a:gd name="csY542" fmla="*/ 387879 h 667385"/>
                <a:gd name="csX543" fmla="*/ 548098 w 1008380"/>
                <a:gd name="csY543" fmla="*/ 388625 h 667385"/>
                <a:gd name="csX544" fmla="*/ 549110 w 1008380"/>
                <a:gd name="csY544" fmla="*/ 389405 h 667385"/>
                <a:gd name="csX545" fmla="*/ 550116 w 1008380"/>
                <a:gd name="csY545" fmla="*/ 390217 h 667385"/>
                <a:gd name="csX546" fmla="*/ 551128 w 1008380"/>
                <a:gd name="csY546" fmla="*/ 391062 h 667385"/>
                <a:gd name="csX547" fmla="*/ 552134 w 1008380"/>
                <a:gd name="csY547" fmla="*/ 391939 h 667385"/>
                <a:gd name="csX548" fmla="*/ 553146 w 1008380"/>
                <a:gd name="csY548" fmla="*/ 392850 h 667385"/>
                <a:gd name="csX549" fmla="*/ 554153 w 1008380"/>
                <a:gd name="csY549" fmla="*/ 393795 h 667385"/>
                <a:gd name="csX550" fmla="*/ 555165 w 1008380"/>
                <a:gd name="csY550" fmla="*/ 394773 h 667385"/>
                <a:gd name="csX551" fmla="*/ 556171 w 1008380"/>
                <a:gd name="csY551" fmla="*/ 395785 h 667385"/>
                <a:gd name="csX552" fmla="*/ 557183 w 1008380"/>
                <a:gd name="csY552" fmla="*/ 396830 h 667385"/>
                <a:gd name="csX553" fmla="*/ 558195 w 1008380"/>
                <a:gd name="csY553" fmla="*/ 397908 h 667385"/>
                <a:gd name="csX554" fmla="*/ 559201 w 1008380"/>
                <a:gd name="csY554" fmla="*/ 399020 h 667385"/>
                <a:gd name="csX555" fmla="*/ 560213 w 1008380"/>
                <a:gd name="csY555" fmla="*/ 400166 h 667385"/>
                <a:gd name="csX556" fmla="*/ 561220 w 1008380"/>
                <a:gd name="csY556" fmla="*/ 401344 h 667385"/>
                <a:gd name="csX557" fmla="*/ 562231 w 1008380"/>
                <a:gd name="csY557" fmla="*/ 402555 h 667385"/>
                <a:gd name="csX558" fmla="*/ 563238 w 1008380"/>
                <a:gd name="csY558" fmla="*/ 403799 h 667385"/>
                <a:gd name="csX559" fmla="*/ 564250 w 1008380"/>
                <a:gd name="csY559" fmla="*/ 405075 h 667385"/>
                <a:gd name="csX560" fmla="*/ 565256 w 1008380"/>
                <a:gd name="csY560" fmla="*/ 406384 h 667385"/>
                <a:gd name="csX561" fmla="*/ 566268 w 1008380"/>
                <a:gd name="csY561" fmla="*/ 407725 h 667385"/>
                <a:gd name="csX562" fmla="*/ 567275 w 1008380"/>
                <a:gd name="csY562" fmla="*/ 409097 h 667385"/>
                <a:gd name="csX563" fmla="*/ 568286 w 1008380"/>
                <a:gd name="csY563" fmla="*/ 410500 h 667385"/>
                <a:gd name="csX564" fmla="*/ 569298 w 1008380"/>
                <a:gd name="csY564" fmla="*/ 411934 h 667385"/>
                <a:gd name="csX565" fmla="*/ 570305 w 1008380"/>
                <a:gd name="csY565" fmla="*/ 413399 h 667385"/>
                <a:gd name="csX566" fmla="*/ 571316 w 1008380"/>
                <a:gd name="csY566" fmla="*/ 414894 h 667385"/>
                <a:gd name="csX567" fmla="*/ 572323 w 1008380"/>
                <a:gd name="csY567" fmla="*/ 416418 h 667385"/>
                <a:gd name="csX568" fmla="*/ 573335 w 1008380"/>
                <a:gd name="csY568" fmla="*/ 417971 h 667385"/>
                <a:gd name="csX569" fmla="*/ 574341 w 1008380"/>
                <a:gd name="csY569" fmla="*/ 419553 h 667385"/>
                <a:gd name="csX570" fmla="*/ 575353 w 1008380"/>
                <a:gd name="csY570" fmla="*/ 421163 h 667385"/>
                <a:gd name="csX571" fmla="*/ 576360 w 1008380"/>
                <a:gd name="csY571" fmla="*/ 422800 h 667385"/>
                <a:gd name="csX572" fmla="*/ 577371 w 1008380"/>
                <a:gd name="csY572" fmla="*/ 424464 h 667385"/>
                <a:gd name="csX573" fmla="*/ 578378 w 1008380"/>
                <a:gd name="csY573" fmla="*/ 426155 h 667385"/>
                <a:gd name="csX574" fmla="*/ 579390 w 1008380"/>
                <a:gd name="csY574" fmla="*/ 427871 h 667385"/>
                <a:gd name="csX575" fmla="*/ 580402 w 1008380"/>
                <a:gd name="csY575" fmla="*/ 429612 h 667385"/>
                <a:gd name="csX576" fmla="*/ 581408 w 1008380"/>
                <a:gd name="csY576" fmla="*/ 431378 h 667385"/>
                <a:gd name="csX577" fmla="*/ 582420 w 1008380"/>
                <a:gd name="csY577" fmla="*/ 433168 h 667385"/>
                <a:gd name="csX578" fmla="*/ 583426 w 1008380"/>
                <a:gd name="csY578" fmla="*/ 434980 h 667385"/>
                <a:gd name="csX579" fmla="*/ 584438 w 1008380"/>
                <a:gd name="csY579" fmla="*/ 436816 h 667385"/>
                <a:gd name="csX580" fmla="*/ 585445 w 1008380"/>
                <a:gd name="csY580" fmla="*/ 438674 h 667385"/>
                <a:gd name="csX581" fmla="*/ 586457 w 1008380"/>
                <a:gd name="csY581" fmla="*/ 440552 h 667385"/>
                <a:gd name="csX582" fmla="*/ 587463 w 1008380"/>
                <a:gd name="csY582" fmla="*/ 442451 h 667385"/>
                <a:gd name="csX583" fmla="*/ 588475 w 1008380"/>
                <a:gd name="csY583" fmla="*/ 444370 h 667385"/>
                <a:gd name="csX584" fmla="*/ 589481 w 1008380"/>
                <a:gd name="csY584" fmla="*/ 446307 h 667385"/>
                <a:gd name="csX585" fmla="*/ 590493 w 1008380"/>
                <a:gd name="csY585" fmla="*/ 448263 h 667385"/>
                <a:gd name="csX586" fmla="*/ 591500 w 1008380"/>
                <a:gd name="csY586" fmla="*/ 450237 h 667385"/>
                <a:gd name="csX587" fmla="*/ 592511 w 1008380"/>
                <a:gd name="csY587" fmla="*/ 452227 h 667385"/>
                <a:gd name="csX588" fmla="*/ 593523 w 1008380"/>
                <a:gd name="csY588" fmla="*/ 454233 h 667385"/>
                <a:gd name="csX589" fmla="*/ 594530 w 1008380"/>
                <a:gd name="csY589" fmla="*/ 456255 h 667385"/>
                <a:gd name="csX590" fmla="*/ 595542 w 1008380"/>
                <a:gd name="csY590" fmla="*/ 458291 h 667385"/>
                <a:gd name="csX591" fmla="*/ 596548 w 1008380"/>
                <a:gd name="csY591" fmla="*/ 460341 h 667385"/>
                <a:gd name="csX592" fmla="*/ 597560 w 1008380"/>
                <a:gd name="csY592" fmla="*/ 462405 h 667385"/>
                <a:gd name="csX593" fmla="*/ 598566 w 1008380"/>
                <a:gd name="csY593" fmla="*/ 464480 h 667385"/>
                <a:gd name="csX594" fmla="*/ 599578 w 1008380"/>
                <a:gd name="csY594" fmla="*/ 466566 h 667385"/>
                <a:gd name="csX595" fmla="*/ 600585 w 1008380"/>
                <a:gd name="csY595" fmla="*/ 468664 h 667385"/>
                <a:gd name="csX596" fmla="*/ 601597 w 1008380"/>
                <a:gd name="csY596" fmla="*/ 470772 h 667385"/>
                <a:gd name="csX597" fmla="*/ 602603 w 1008380"/>
                <a:gd name="csY597" fmla="*/ 472889 h 667385"/>
                <a:gd name="csX598" fmla="*/ 603615 w 1008380"/>
                <a:gd name="csY598" fmla="*/ 475014 h 667385"/>
                <a:gd name="csX599" fmla="*/ 604627 w 1008380"/>
                <a:gd name="csY599" fmla="*/ 477147 h 667385"/>
                <a:gd name="csX600" fmla="*/ 605633 w 1008380"/>
                <a:gd name="csY600" fmla="*/ 479287 h 667385"/>
                <a:gd name="csX601" fmla="*/ 606645 w 1008380"/>
                <a:gd name="csY601" fmla="*/ 481433 h 667385"/>
                <a:gd name="csX602" fmla="*/ 607651 w 1008380"/>
                <a:gd name="csY602" fmla="*/ 483585 h 667385"/>
                <a:gd name="csX603" fmla="*/ 608663 w 1008380"/>
                <a:gd name="csY603" fmla="*/ 485741 h 667385"/>
                <a:gd name="csX604" fmla="*/ 609670 w 1008380"/>
                <a:gd name="csY604" fmla="*/ 487899 h 667385"/>
                <a:gd name="csX605" fmla="*/ 610682 w 1008380"/>
                <a:gd name="csY605" fmla="*/ 490067 h 667385"/>
                <a:gd name="csX606" fmla="*/ 611688 w 1008380"/>
                <a:gd name="csY606" fmla="*/ 492229 h 667385"/>
                <a:gd name="csX607" fmla="*/ 612700 w 1008380"/>
                <a:gd name="csY607" fmla="*/ 494401 h 667385"/>
                <a:gd name="csX608" fmla="*/ 613706 w 1008380"/>
                <a:gd name="csY608" fmla="*/ 496569 h 667385"/>
                <a:gd name="csX609" fmla="*/ 614718 w 1008380"/>
                <a:gd name="csY609" fmla="*/ 498736 h 667385"/>
                <a:gd name="csX610" fmla="*/ 615730 w 1008380"/>
                <a:gd name="csY610" fmla="*/ 500904 h 667385"/>
                <a:gd name="csX611" fmla="*/ 616737 w 1008380"/>
                <a:gd name="csY611" fmla="*/ 503071 h 667385"/>
                <a:gd name="csX612" fmla="*/ 617748 w 1008380"/>
                <a:gd name="csY612" fmla="*/ 505239 h 667385"/>
                <a:gd name="csX613" fmla="*/ 618755 w 1008380"/>
                <a:gd name="csY613" fmla="*/ 507406 h 667385"/>
                <a:gd name="csX614" fmla="*/ 619767 w 1008380"/>
                <a:gd name="csY614" fmla="*/ 509563 h 667385"/>
                <a:gd name="csX615" fmla="*/ 620773 w 1008380"/>
                <a:gd name="csY615" fmla="*/ 511720 h 667385"/>
                <a:gd name="csX616" fmla="*/ 621785 w 1008380"/>
                <a:gd name="csY616" fmla="*/ 513876 h 667385"/>
                <a:gd name="csX617" fmla="*/ 622792 w 1008380"/>
                <a:gd name="csY617" fmla="*/ 516022 h 667385"/>
                <a:gd name="csX618" fmla="*/ 623803 w 1008380"/>
                <a:gd name="csY618" fmla="*/ 518163 h 667385"/>
                <a:gd name="csX619" fmla="*/ 624810 w 1008380"/>
                <a:gd name="csY619" fmla="*/ 520299 h 667385"/>
                <a:gd name="csX620" fmla="*/ 625822 w 1008380"/>
                <a:gd name="csY620" fmla="*/ 522429 h 667385"/>
                <a:gd name="csX621" fmla="*/ 626833 w 1008380"/>
                <a:gd name="csY621" fmla="*/ 524548 h 667385"/>
                <a:gd name="csX622" fmla="*/ 627840 w 1008380"/>
                <a:gd name="csY622" fmla="*/ 526663 h 667385"/>
                <a:gd name="csX623" fmla="*/ 628852 w 1008380"/>
                <a:gd name="csY623" fmla="*/ 528766 h 667385"/>
                <a:gd name="csX624" fmla="*/ 629858 w 1008380"/>
                <a:gd name="csY624" fmla="*/ 530864 h 667385"/>
                <a:gd name="csX625" fmla="*/ 630870 w 1008380"/>
                <a:gd name="csY625" fmla="*/ 532952 h 667385"/>
                <a:gd name="csX626" fmla="*/ 631877 w 1008380"/>
                <a:gd name="csY626" fmla="*/ 535029 h 667385"/>
                <a:gd name="csX627" fmla="*/ 632888 w 1008380"/>
                <a:gd name="csY627" fmla="*/ 537095 h 667385"/>
                <a:gd name="csX628" fmla="*/ 633895 w 1008380"/>
                <a:gd name="csY628" fmla="*/ 539145 h 667385"/>
                <a:gd name="csX629" fmla="*/ 634907 w 1008380"/>
                <a:gd name="csY629" fmla="*/ 541190 h 667385"/>
                <a:gd name="csX630" fmla="*/ 635913 w 1008380"/>
                <a:gd name="csY630" fmla="*/ 543219 h 667385"/>
                <a:gd name="csX631" fmla="*/ 636925 w 1008380"/>
                <a:gd name="csY631" fmla="*/ 545237 h 667385"/>
                <a:gd name="csX632" fmla="*/ 637931 w 1008380"/>
                <a:gd name="csY632" fmla="*/ 547240 h 667385"/>
                <a:gd name="csX633" fmla="*/ 638943 w 1008380"/>
                <a:gd name="csY633" fmla="*/ 549231 h 667385"/>
                <a:gd name="csX634" fmla="*/ 639955 w 1008380"/>
                <a:gd name="csY634" fmla="*/ 551213 h 667385"/>
                <a:gd name="csX635" fmla="*/ 640962 w 1008380"/>
                <a:gd name="csY635" fmla="*/ 553172 h 667385"/>
                <a:gd name="csX636" fmla="*/ 641974 w 1008380"/>
                <a:gd name="csY636" fmla="*/ 555121 h 667385"/>
                <a:gd name="csX637" fmla="*/ 642980 w 1008380"/>
                <a:gd name="csY637" fmla="*/ 557054 h 667385"/>
                <a:gd name="csX638" fmla="*/ 643992 w 1008380"/>
                <a:gd name="csY638" fmla="*/ 558972 h 667385"/>
                <a:gd name="csX639" fmla="*/ 644998 w 1008380"/>
                <a:gd name="csY639" fmla="*/ 560873 h 667385"/>
                <a:gd name="csX640" fmla="*/ 646010 w 1008380"/>
                <a:gd name="csY640" fmla="*/ 562758 h 667385"/>
                <a:gd name="csX641" fmla="*/ 647017 w 1008380"/>
                <a:gd name="csY641" fmla="*/ 564627 h 667385"/>
                <a:gd name="csX642" fmla="*/ 648028 w 1008380"/>
                <a:gd name="csY642" fmla="*/ 566480 h 667385"/>
                <a:gd name="csX643" fmla="*/ 649035 w 1008380"/>
                <a:gd name="csY643" fmla="*/ 568312 h 667385"/>
                <a:gd name="csX644" fmla="*/ 650047 w 1008380"/>
                <a:gd name="csY644" fmla="*/ 570134 h 667385"/>
                <a:gd name="csX645" fmla="*/ 651059 w 1008380"/>
                <a:gd name="csY645" fmla="*/ 571934 h 667385"/>
                <a:gd name="csX646" fmla="*/ 652065 w 1008380"/>
                <a:gd name="csY646" fmla="*/ 573712 h 667385"/>
                <a:gd name="csX647" fmla="*/ 653077 w 1008380"/>
                <a:gd name="csY647" fmla="*/ 575475 h 667385"/>
                <a:gd name="csX648" fmla="*/ 654083 w 1008380"/>
                <a:gd name="csY648" fmla="*/ 577222 h 667385"/>
                <a:gd name="csX649" fmla="*/ 655095 w 1008380"/>
                <a:gd name="csY649" fmla="*/ 578947 h 667385"/>
                <a:gd name="csX650" fmla="*/ 656102 w 1008380"/>
                <a:gd name="csY650" fmla="*/ 580656 h 667385"/>
                <a:gd name="csX651" fmla="*/ 657113 w 1008380"/>
                <a:gd name="csY651" fmla="*/ 582345 h 667385"/>
                <a:gd name="csX652" fmla="*/ 658120 w 1008380"/>
                <a:gd name="csY652" fmla="*/ 584017 h 667385"/>
                <a:gd name="csX653" fmla="*/ 659132 w 1008380"/>
                <a:gd name="csY653" fmla="*/ 585668 h 667385"/>
                <a:gd name="csX654" fmla="*/ 660138 w 1008380"/>
                <a:gd name="csY654" fmla="*/ 587297 h 667385"/>
                <a:gd name="csX655" fmla="*/ 661150 w 1008380"/>
                <a:gd name="csY655" fmla="*/ 588905 h 667385"/>
                <a:gd name="csX656" fmla="*/ 662162 w 1008380"/>
                <a:gd name="csY656" fmla="*/ 590498 h 667385"/>
                <a:gd name="csX657" fmla="*/ 663168 w 1008380"/>
                <a:gd name="csY657" fmla="*/ 592069 h 667385"/>
                <a:gd name="csX658" fmla="*/ 664180 w 1008380"/>
                <a:gd name="csY658" fmla="*/ 593624 h 667385"/>
                <a:gd name="csX659" fmla="*/ 665187 w 1008380"/>
                <a:gd name="csY659" fmla="*/ 595152 h 667385"/>
                <a:gd name="csX660" fmla="*/ 666199 w 1008380"/>
                <a:gd name="csY660" fmla="*/ 596665 h 667385"/>
                <a:gd name="csX661" fmla="*/ 667205 w 1008380"/>
                <a:gd name="csY661" fmla="*/ 598156 h 667385"/>
                <a:gd name="csX662" fmla="*/ 668217 w 1008380"/>
                <a:gd name="csY662" fmla="*/ 599625 h 667385"/>
                <a:gd name="csX663" fmla="*/ 669223 w 1008380"/>
                <a:gd name="csY663" fmla="*/ 601074 h 667385"/>
                <a:gd name="csX664" fmla="*/ 670235 w 1008380"/>
                <a:gd name="csY664" fmla="*/ 602506 h 667385"/>
                <a:gd name="csX665" fmla="*/ 671242 w 1008380"/>
                <a:gd name="csY665" fmla="*/ 603918 h 667385"/>
                <a:gd name="csX666" fmla="*/ 672254 w 1008380"/>
                <a:gd name="csY666" fmla="*/ 605302 h 667385"/>
                <a:gd name="csX667" fmla="*/ 673265 w 1008380"/>
                <a:gd name="csY667" fmla="*/ 606671 h 667385"/>
                <a:gd name="csX668" fmla="*/ 674272 w 1008380"/>
                <a:gd name="csY668" fmla="*/ 608024 h 667385"/>
                <a:gd name="csX669" fmla="*/ 675284 w 1008380"/>
                <a:gd name="csY669" fmla="*/ 609350 h 667385"/>
                <a:gd name="csX670" fmla="*/ 676290 w 1008380"/>
                <a:gd name="csY670" fmla="*/ 610654 h 667385"/>
                <a:gd name="csX671" fmla="*/ 677302 w 1008380"/>
                <a:gd name="csY671" fmla="*/ 611943 h 667385"/>
                <a:gd name="csX672" fmla="*/ 678308 w 1008380"/>
                <a:gd name="csY672" fmla="*/ 613210 h 667385"/>
                <a:gd name="csX673" fmla="*/ 679320 w 1008380"/>
                <a:gd name="csY673" fmla="*/ 614457 h 667385"/>
                <a:gd name="csX674" fmla="*/ 680327 w 1008380"/>
                <a:gd name="csY674" fmla="*/ 615681 h 667385"/>
                <a:gd name="csX675" fmla="*/ 681339 w 1008380"/>
                <a:gd name="csY675" fmla="*/ 616890 h 667385"/>
                <a:gd name="csX676" fmla="*/ 682345 w 1008380"/>
                <a:gd name="csY676" fmla="*/ 618073 h 667385"/>
                <a:gd name="csX677" fmla="*/ 683357 w 1008380"/>
                <a:gd name="csY677" fmla="*/ 619239 h 667385"/>
                <a:gd name="csX678" fmla="*/ 684363 w 1008380"/>
                <a:gd name="csY678" fmla="*/ 620389 h 667385"/>
                <a:gd name="csX679" fmla="*/ 685375 w 1008380"/>
                <a:gd name="csY679" fmla="*/ 621513 h 667385"/>
                <a:gd name="csX680" fmla="*/ 686387 w 1008380"/>
                <a:gd name="csY680" fmla="*/ 622620 h 667385"/>
                <a:gd name="csX681" fmla="*/ 687394 w 1008380"/>
                <a:gd name="csY681" fmla="*/ 623707 h 667385"/>
                <a:gd name="csX682" fmla="*/ 688405 w 1008380"/>
                <a:gd name="csY682" fmla="*/ 624777 h 667385"/>
                <a:gd name="csX683" fmla="*/ 689412 w 1008380"/>
                <a:gd name="csY683" fmla="*/ 625826 h 667385"/>
                <a:gd name="csX684" fmla="*/ 690424 w 1008380"/>
                <a:gd name="csY684" fmla="*/ 626854 h 667385"/>
                <a:gd name="csX685" fmla="*/ 691430 w 1008380"/>
                <a:gd name="csY685" fmla="*/ 627866 h 667385"/>
                <a:gd name="csX686" fmla="*/ 692442 w 1008380"/>
                <a:gd name="csY686" fmla="*/ 628856 h 667385"/>
                <a:gd name="csX687" fmla="*/ 693448 w 1008380"/>
                <a:gd name="csY687" fmla="*/ 629831 h 667385"/>
                <a:gd name="csX688" fmla="*/ 694460 w 1008380"/>
                <a:gd name="csY688" fmla="*/ 630784 h 667385"/>
                <a:gd name="csX689" fmla="*/ 695467 w 1008380"/>
                <a:gd name="csY689" fmla="*/ 631721 h 667385"/>
                <a:gd name="csX690" fmla="*/ 696479 w 1008380"/>
                <a:gd name="csY690" fmla="*/ 632637 h 667385"/>
                <a:gd name="csX691" fmla="*/ 697490 w 1008380"/>
                <a:gd name="csY691" fmla="*/ 633537 h 667385"/>
                <a:gd name="csX692" fmla="*/ 698497 w 1008380"/>
                <a:gd name="csY692" fmla="*/ 634421 h 667385"/>
                <a:gd name="csX693" fmla="*/ 699509 w 1008380"/>
                <a:gd name="csY693" fmla="*/ 635284 h 667385"/>
                <a:gd name="csX694" fmla="*/ 700515 w 1008380"/>
                <a:gd name="csY694" fmla="*/ 636131 h 667385"/>
                <a:gd name="csX695" fmla="*/ 701527 w 1008380"/>
                <a:gd name="csY695" fmla="*/ 636956 h 667385"/>
                <a:gd name="csX696" fmla="*/ 702534 w 1008380"/>
                <a:gd name="csY696" fmla="*/ 637771 h 667385"/>
                <a:gd name="csX697" fmla="*/ 703545 w 1008380"/>
                <a:gd name="csY697" fmla="*/ 638565 h 667385"/>
                <a:gd name="csX698" fmla="*/ 704552 w 1008380"/>
                <a:gd name="csY698" fmla="*/ 639342 h 667385"/>
                <a:gd name="csX699" fmla="*/ 705564 w 1008380"/>
                <a:gd name="csY699" fmla="*/ 640109 h 667385"/>
                <a:gd name="csX700" fmla="*/ 706570 w 1008380"/>
                <a:gd name="csY700" fmla="*/ 640854 h 667385"/>
                <a:gd name="csX701" fmla="*/ 707582 w 1008380"/>
                <a:gd name="csY701" fmla="*/ 641579 h 667385"/>
                <a:gd name="csX702" fmla="*/ 708594 w 1008380"/>
                <a:gd name="csY702" fmla="*/ 642292 h 667385"/>
                <a:gd name="csX703" fmla="*/ 709600 w 1008380"/>
                <a:gd name="csY703" fmla="*/ 642990 h 667385"/>
                <a:gd name="csX704" fmla="*/ 710612 w 1008380"/>
                <a:gd name="csY704" fmla="*/ 643677 h 667385"/>
                <a:gd name="csX705" fmla="*/ 711619 w 1008380"/>
                <a:gd name="csY705" fmla="*/ 644343 h 667385"/>
                <a:gd name="csX706" fmla="*/ 712630 w 1008380"/>
                <a:gd name="csY706" fmla="*/ 644992 h 667385"/>
                <a:gd name="csX707" fmla="*/ 713637 w 1008380"/>
                <a:gd name="csY707" fmla="*/ 645631 h 667385"/>
                <a:gd name="csX708" fmla="*/ 714649 w 1008380"/>
                <a:gd name="csY708" fmla="*/ 646254 h 667385"/>
                <a:gd name="csX709" fmla="*/ 715655 w 1008380"/>
                <a:gd name="csY709" fmla="*/ 646862 h 667385"/>
                <a:gd name="csX710" fmla="*/ 716667 w 1008380"/>
                <a:gd name="csY710" fmla="*/ 647453 h 667385"/>
                <a:gd name="csX711" fmla="*/ 717674 w 1008380"/>
                <a:gd name="csY711" fmla="*/ 648033 h 667385"/>
                <a:gd name="csX712" fmla="*/ 718685 w 1008380"/>
                <a:gd name="csY712" fmla="*/ 648598 h 667385"/>
                <a:gd name="csX713" fmla="*/ 719697 w 1008380"/>
                <a:gd name="csY713" fmla="*/ 649151 h 667385"/>
                <a:gd name="csX714" fmla="*/ 720704 w 1008380"/>
                <a:gd name="csY714" fmla="*/ 649689 h 667385"/>
                <a:gd name="csX715" fmla="*/ 721716 w 1008380"/>
                <a:gd name="csY715" fmla="*/ 650216 h 667385"/>
                <a:gd name="csX716" fmla="*/ 722722 w 1008380"/>
                <a:gd name="csY716" fmla="*/ 650733 h 667385"/>
                <a:gd name="csX717" fmla="*/ 723734 w 1008380"/>
                <a:gd name="csY717" fmla="*/ 651228 h 667385"/>
                <a:gd name="csX718" fmla="*/ 724740 w 1008380"/>
                <a:gd name="csY718" fmla="*/ 651718 h 667385"/>
                <a:gd name="csX719" fmla="*/ 725752 w 1008380"/>
                <a:gd name="csY719" fmla="*/ 652192 h 667385"/>
                <a:gd name="csX720" fmla="*/ 726759 w 1008380"/>
                <a:gd name="csY720" fmla="*/ 652656 h 667385"/>
                <a:gd name="csX721" fmla="*/ 727771 w 1008380"/>
                <a:gd name="csY721" fmla="*/ 653108 h 667385"/>
                <a:gd name="csX722" fmla="*/ 728777 w 1008380"/>
                <a:gd name="csY722" fmla="*/ 653550 h 667385"/>
                <a:gd name="csX723" fmla="*/ 729789 w 1008380"/>
                <a:gd name="csY723" fmla="*/ 653982 h 667385"/>
                <a:gd name="csX724" fmla="*/ 730795 w 1008380"/>
                <a:gd name="csY724" fmla="*/ 654397 h 667385"/>
                <a:gd name="csX725" fmla="*/ 731807 w 1008380"/>
                <a:gd name="csY725" fmla="*/ 654802 h 667385"/>
                <a:gd name="csX726" fmla="*/ 732819 w 1008380"/>
                <a:gd name="csY726" fmla="*/ 655201 h 667385"/>
                <a:gd name="csX727" fmla="*/ 733825 w 1008380"/>
                <a:gd name="csY727" fmla="*/ 655584 h 667385"/>
                <a:gd name="csX728" fmla="*/ 734837 w 1008380"/>
                <a:gd name="csY728" fmla="*/ 655963 h 667385"/>
                <a:gd name="csX729" fmla="*/ 735844 w 1008380"/>
                <a:gd name="csY729" fmla="*/ 656325 h 667385"/>
                <a:gd name="csX730" fmla="*/ 736856 w 1008380"/>
                <a:gd name="csY730" fmla="*/ 656681 h 667385"/>
                <a:gd name="csX731" fmla="*/ 737862 w 1008380"/>
                <a:gd name="csY731" fmla="*/ 657028 h 667385"/>
                <a:gd name="csX732" fmla="*/ 738874 w 1008380"/>
                <a:gd name="csY732" fmla="*/ 657363 h 667385"/>
                <a:gd name="csX733" fmla="*/ 739880 w 1008380"/>
                <a:gd name="csY733" fmla="*/ 657688 h 667385"/>
                <a:gd name="csX734" fmla="*/ 740892 w 1008380"/>
                <a:gd name="csY734" fmla="*/ 658007 h 667385"/>
                <a:gd name="csX735" fmla="*/ 741899 w 1008380"/>
                <a:gd name="csY735" fmla="*/ 658316 h 667385"/>
                <a:gd name="csX736" fmla="*/ 742911 w 1008380"/>
                <a:gd name="csY736" fmla="*/ 658615 h 667385"/>
                <a:gd name="csX737" fmla="*/ 743922 w 1008380"/>
                <a:gd name="csY737" fmla="*/ 658907 h 667385"/>
                <a:gd name="csX738" fmla="*/ 744929 w 1008380"/>
                <a:gd name="csY738" fmla="*/ 659190 h 667385"/>
                <a:gd name="csX739" fmla="*/ 745941 w 1008380"/>
                <a:gd name="csY739" fmla="*/ 659467 h 667385"/>
                <a:gd name="csX740" fmla="*/ 746947 w 1008380"/>
                <a:gd name="csY740" fmla="*/ 659733 h 667385"/>
                <a:gd name="csX741" fmla="*/ 747959 w 1008380"/>
                <a:gd name="csY741" fmla="*/ 659989 h 667385"/>
                <a:gd name="csX742" fmla="*/ 748965 w 1008380"/>
                <a:gd name="csY742" fmla="*/ 660244 h 667385"/>
                <a:gd name="csX743" fmla="*/ 749977 w 1008380"/>
                <a:gd name="csY743" fmla="*/ 660484 h 667385"/>
                <a:gd name="csX744" fmla="*/ 750984 w 1008380"/>
                <a:gd name="csY744" fmla="*/ 660723 h 667385"/>
                <a:gd name="csX745" fmla="*/ 751996 w 1008380"/>
                <a:gd name="csY745" fmla="*/ 660952 h 667385"/>
                <a:gd name="csX746" fmla="*/ 753002 w 1008380"/>
                <a:gd name="csY746" fmla="*/ 661176 h 667385"/>
                <a:gd name="csX747" fmla="*/ 754014 w 1008380"/>
                <a:gd name="csY747" fmla="*/ 661389 h 667385"/>
                <a:gd name="csX748" fmla="*/ 755026 w 1008380"/>
                <a:gd name="csY748" fmla="*/ 661602 h 667385"/>
                <a:gd name="csX749" fmla="*/ 756032 w 1008380"/>
                <a:gd name="csY749" fmla="*/ 661804 h 667385"/>
                <a:gd name="csX750" fmla="*/ 757044 w 1008380"/>
                <a:gd name="csY750" fmla="*/ 662001 h 667385"/>
                <a:gd name="csX751" fmla="*/ 758051 w 1008380"/>
                <a:gd name="csY751" fmla="*/ 662193 h 667385"/>
                <a:gd name="csX752" fmla="*/ 759062 w 1008380"/>
                <a:gd name="csY752" fmla="*/ 662380 h 667385"/>
                <a:gd name="csX753" fmla="*/ 760069 w 1008380"/>
                <a:gd name="csY753" fmla="*/ 662555 h 667385"/>
                <a:gd name="csX754" fmla="*/ 761081 w 1008380"/>
                <a:gd name="csY754" fmla="*/ 662731 h 667385"/>
                <a:gd name="csX755" fmla="*/ 762087 w 1008380"/>
                <a:gd name="csY755" fmla="*/ 662896 h 667385"/>
                <a:gd name="csX756" fmla="*/ 763099 w 1008380"/>
                <a:gd name="csY756" fmla="*/ 663061 h 667385"/>
                <a:gd name="csX757" fmla="*/ 764106 w 1008380"/>
                <a:gd name="csY757" fmla="*/ 663216 h 667385"/>
                <a:gd name="csX758" fmla="*/ 765117 w 1008380"/>
                <a:gd name="csY758" fmla="*/ 663370 h 667385"/>
                <a:gd name="csX759" fmla="*/ 766129 w 1008380"/>
                <a:gd name="csY759" fmla="*/ 663519 h 667385"/>
                <a:gd name="csX760" fmla="*/ 767136 w 1008380"/>
                <a:gd name="csY760" fmla="*/ 663663 h 667385"/>
                <a:gd name="csX761" fmla="*/ 768147 w 1008380"/>
                <a:gd name="csY761" fmla="*/ 663796 h 667385"/>
                <a:gd name="csX762" fmla="*/ 769154 w 1008380"/>
                <a:gd name="csY762" fmla="*/ 663929 h 667385"/>
                <a:gd name="csX763" fmla="*/ 770166 w 1008380"/>
                <a:gd name="csY763" fmla="*/ 664062 h 667385"/>
                <a:gd name="csX764" fmla="*/ 771172 w 1008380"/>
                <a:gd name="csY764" fmla="*/ 664185 h 667385"/>
                <a:gd name="csX765" fmla="*/ 772184 w 1008380"/>
                <a:gd name="csY765" fmla="*/ 664307 h 667385"/>
                <a:gd name="csX766" fmla="*/ 773191 w 1008380"/>
                <a:gd name="csY766" fmla="*/ 664425 h 667385"/>
                <a:gd name="csX767" fmla="*/ 774202 w 1008380"/>
                <a:gd name="csY767" fmla="*/ 664536 h 667385"/>
                <a:gd name="csX768" fmla="*/ 775209 w 1008380"/>
                <a:gd name="csY768" fmla="*/ 664643 h 667385"/>
                <a:gd name="csX769" fmla="*/ 776221 w 1008380"/>
                <a:gd name="csY769" fmla="*/ 664749 h 667385"/>
                <a:gd name="csX770" fmla="*/ 777227 w 1008380"/>
                <a:gd name="csY770" fmla="*/ 664851 h 667385"/>
                <a:gd name="csX771" fmla="*/ 778239 w 1008380"/>
                <a:gd name="csY771" fmla="*/ 664946 h 667385"/>
                <a:gd name="csX772" fmla="*/ 779251 w 1008380"/>
                <a:gd name="csY772" fmla="*/ 665042 h 667385"/>
                <a:gd name="csX773" fmla="*/ 780257 w 1008380"/>
                <a:gd name="csY773" fmla="*/ 665133 h 667385"/>
                <a:gd name="csX774" fmla="*/ 781269 w 1008380"/>
                <a:gd name="csY774" fmla="*/ 665223 h 667385"/>
                <a:gd name="csX775" fmla="*/ 782276 w 1008380"/>
                <a:gd name="csY775" fmla="*/ 665309 h 667385"/>
                <a:gd name="csX776" fmla="*/ 783288 w 1008380"/>
                <a:gd name="csY776" fmla="*/ 665388 h 667385"/>
                <a:gd name="csX777" fmla="*/ 784294 w 1008380"/>
                <a:gd name="csY777" fmla="*/ 665468 h 667385"/>
                <a:gd name="csX778" fmla="*/ 785306 w 1008380"/>
                <a:gd name="csY778" fmla="*/ 665543 h 667385"/>
                <a:gd name="csX779" fmla="*/ 786312 w 1008380"/>
                <a:gd name="csY779" fmla="*/ 665617 h 667385"/>
                <a:gd name="csX780" fmla="*/ 787324 w 1008380"/>
                <a:gd name="csY780" fmla="*/ 665687 h 667385"/>
                <a:gd name="csX781" fmla="*/ 788331 w 1008380"/>
                <a:gd name="csY781" fmla="*/ 665756 h 667385"/>
                <a:gd name="csX782" fmla="*/ 789342 w 1008380"/>
                <a:gd name="csY782" fmla="*/ 665820 h 667385"/>
                <a:gd name="csX783" fmla="*/ 790354 w 1008380"/>
                <a:gd name="csY783" fmla="*/ 665884 h 667385"/>
                <a:gd name="csX784" fmla="*/ 791361 w 1008380"/>
                <a:gd name="csY784" fmla="*/ 665948 h 667385"/>
                <a:gd name="csX785" fmla="*/ 792373 w 1008380"/>
                <a:gd name="csY785" fmla="*/ 666006 h 667385"/>
                <a:gd name="csX786" fmla="*/ 793379 w 1008380"/>
                <a:gd name="csY786" fmla="*/ 666065 h 667385"/>
                <a:gd name="csX787" fmla="*/ 794391 w 1008380"/>
                <a:gd name="csY787" fmla="*/ 666118 h 667385"/>
                <a:gd name="csX788" fmla="*/ 795397 w 1008380"/>
                <a:gd name="csY788" fmla="*/ 666171 h 667385"/>
                <a:gd name="csX789" fmla="*/ 796409 w 1008380"/>
                <a:gd name="csY789" fmla="*/ 666219 h 667385"/>
                <a:gd name="csX790" fmla="*/ 797416 w 1008380"/>
                <a:gd name="csY790" fmla="*/ 666267 h 667385"/>
                <a:gd name="csX791" fmla="*/ 798428 w 1008380"/>
                <a:gd name="csY791" fmla="*/ 666315 h 667385"/>
                <a:gd name="csX792" fmla="*/ 799434 w 1008380"/>
                <a:gd name="csY792" fmla="*/ 666358 h 667385"/>
                <a:gd name="csX793" fmla="*/ 800446 w 1008380"/>
                <a:gd name="csY793" fmla="*/ 666406 h 667385"/>
                <a:gd name="csX794" fmla="*/ 801458 w 1008380"/>
                <a:gd name="csY794" fmla="*/ 666443 h 667385"/>
                <a:gd name="csX795" fmla="*/ 802464 w 1008380"/>
                <a:gd name="csY795" fmla="*/ 666485 h 667385"/>
                <a:gd name="csX796" fmla="*/ 803476 w 1008380"/>
                <a:gd name="csY796" fmla="*/ 666523 h 667385"/>
                <a:gd name="csX797" fmla="*/ 804482 w 1008380"/>
                <a:gd name="csY797" fmla="*/ 666560 h 667385"/>
                <a:gd name="csX798" fmla="*/ 805494 w 1008380"/>
                <a:gd name="csY798" fmla="*/ 666597 h 667385"/>
                <a:gd name="csX799" fmla="*/ 806501 w 1008380"/>
                <a:gd name="csY799" fmla="*/ 666629 h 667385"/>
                <a:gd name="csX800" fmla="*/ 807513 w 1008380"/>
                <a:gd name="csY800" fmla="*/ 666661 h 667385"/>
                <a:gd name="csX801" fmla="*/ 808519 w 1008380"/>
                <a:gd name="csY801" fmla="*/ 666693 h 667385"/>
                <a:gd name="csX802" fmla="*/ 809531 w 1008380"/>
                <a:gd name="csY802" fmla="*/ 666725 h 667385"/>
                <a:gd name="csX803" fmla="*/ 810537 w 1008380"/>
                <a:gd name="csY803" fmla="*/ 666752 h 667385"/>
                <a:gd name="csX804" fmla="*/ 811549 w 1008380"/>
                <a:gd name="csY804" fmla="*/ 666778 h 667385"/>
                <a:gd name="csX805" fmla="*/ 812561 w 1008380"/>
                <a:gd name="csY805" fmla="*/ 666805 h 667385"/>
                <a:gd name="csX806" fmla="*/ 813568 w 1008380"/>
                <a:gd name="csY806" fmla="*/ 666832 h 667385"/>
                <a:gd name="csX807" fmla="*/ 814579 w 1008380"/>
                <a:gd name="csY807" fmla="*/ 666858 h 667385"/>
                <a:gd name="csX808" fmla="*/ 815586 w 1008380"/>
                <a:gd name="csY808" fmla="*/ 666880 h 667385"/>
                <a:gd name="csX809" fmla="*/ 816598 w 1008380"/>
                <a:gd name="csY809" fmla="*/ 666901 h 667385"/>
                <a:gd name="csX810" fmla="*/ 817604 w 1008380"/>
                <a:gd name="csY810" fmla="*/ 666927 h 667385"/>
                <a:gd name="csX811" fmla="*/ 818616 w 1008380"/>
                <a:gd name="csY811" fmla="*/ 666943 h 667385"/>
                <a:gd name="csX812" fmla="*/ 819623 w 1008380"/>
                <a:gd name="csY812" fmla="*/ 666965 h 667385"/>
                <a:gd name="csX813" fmla="*/ 820634 w 1008380"/>
                <a:gd name="csY813" fmla="*/ 666986 h 667385"/>
                <a:gd name="csX814" fmla="*/ 821641 w 1008380"/>
                <a:gd name="csY814" fmla="*/ 667002 h 667385"/>
                <a:gd name="csX815" fmla="*/ 822653 w 1008380"/>
                <a:gd name="csY815" fmla="*/ 667018 h 667385"/>
                <a:gd name="csX816" fmla="*/ 823664 w 1008380"/>
                <a:gd name="csY816" fmla="*/ 667039 h 667385"/>
                <a:gd name="csX817" fmla="*/ 824671 w 1008380"/>
                <a:gd name="csY817" fmla="*/ 667055 h 667385"/>
                <a:gd name="csX818" fmla="*/ 825683 w 1008380"/>
                <a:gd name="csY818" fmla="*/ 667066 h 667385"/>
                <a:gd name="csX819" fmla="*/ 826689 w 1008380"/>
                <a:gd name="csY819" fmla="*/ 667082 h 667385"/>
                <a:gd name="csX820" fmla="*/ 827701 w 1008380"/>
                <a:gd name="csY820" fmla="*/ 667098 h 667385"/>
                <a:gd name="csX821" fmla="*/ 828708 w 1008380"/>
                <a:gd name="csY821" fmla="*/ 667109 h 667385"/>
                <a:gd name="csX822" fmla="*/ 829719 w 1008380"/>
                <a:gd name="csY822" fmla="*/ 667124 h 667385"/>
                <a:gd name="csX823" fmla="*/ 830726 w 1008380"/>
                <a:gd name="csY823" fmla="*/ 667135 h 667385"/>
                <a:gd name="csX824" fmla="*/ 831738 w 1008380"/>
                <a:gd name="csY824" fmla="*/ 667146 h 667385"/>
                <a:gd name="csX825" fmla="*/ 832744 w 1008380"/>
                <a:gd name="csY825" fmla="*/ 667156 h 667385"/>
                <a:gd name="csX826" fmla="*/ 833756 w 1008380"/>
                <a:gd name="csY826" fmla="*/ 667172 h 667385"/>
                <a:gd name="csX827" fmla="*/ 834763 w 1008380"/>
                <a:gd name="csY827" fmla="*/ 667178 h 667385"/>
                <a:gd name="csX828" fmla="*/ 835774 w 1008380"/>
                <a:gd name="csY828" fmla="*/ 667188 h 667385"/>
                <a:gd name="csX829" fmla="*/ 836786 w 1008380"/>
                <a:gd name="csY829" fmla="*/ 667199 h 667385"/>
                <a:gd name="csX830" fmla="*/ 837793 w 1008380"/>
                <a:gd name="csY830" fmla="*/ 667210 h 667385"/>
                <a:gd name="csX831" fmla="*/ 838805 w 1008380"/>
                <a:gd name="csY831" fmla="*/ 667215 h 667385"/>
                <a:gd name="csX832" fmla="*/ 839811 w 1008380"/>
                <a:gd name="csY832" fmla="*/ 667226 h 667385"/>
                <a:gd name="csX833" fmla="*/ 840823 w 1008380"/>
                <a:gd name="csY833" fmla="*/ 667231 h 667385"/>
                <a:gd name="csX834" fmla="*/ 841829 w 1008380"/>
                <a:gd name="csY834" fmla="*/ 667242 h 667385"/>
                <a:gd name="csX835" fmla="*/ 842841 w 1008380"/>
                <a:gd name="csY835" fmla="*/ 667247 h 667385"/>
                <a:gd name="csX836" fmla="*/ 843848 w 1008380"/>
                <a:gd name="csY836" fmla="*/ 667252 h 667385"/>
                <a:gd name="csX837" fmla="*/ 844859 w 1008380"/>
                <a:gd name="csY837" fmla="*/ 667263 h 667385"/>
                <a:gd name="csX838" fmla="*/ 845866 w 1008380"/>
                <a:gd name="csY838" fmla="*/ 667268 h 667385"/>
                <a:gd name="csX839" fmla="*/ 846878 w 1008380"/>
                <a:gd name="csY839" fmla="*/ 667274 h 667385"/>
                <a:gd name="csX840" fmla="*/ 847890 w 1008380"/>
                <a:gd name="csY840" fmla="*/ 667279 h 667385"/>
                <a:gd name="csX841" fmla="*/ 848896 w 1008380"/>
                <a:gd name="csY841" fmla="*/ 667284 h 667385"/>
                <a:gd name="csX842" fmla="*/ 849908 w 1008380"/>
                <a:gd name="csY842" fmla="*/ 667290 h 667385"/>
                <a:gd name="csX843" fmla="*/ 850914 w 1008380"/>
                <a:gd name="csY843" fmla="*/ 667295 h 667385"/>
                <a:gd name="csX844" fmla="*/ 851926 w 1008380"/>
                <a:gd name="csY844" fmla="*/ 667300 h 667385"/>
                <a:gd name="csX845" fmla="*/ 852933 w 1008380"/>
                <a:gd name="csY845" fmla="*/ 667306 h 667385"/>
                <a:gd name="csX846" fmla="*/ 853945 w 1008380"/>
                <a:gd name="csY846" fmla="*/ 667306 h 667385"/>
                <a:gd name="csX847" fmla="*/ 854951 w 1008380"/>
                <a:gd name="csY847" fmla="*/ 667311 h 667385"/>
                <a:gd name="csX848" fmla="*/ 855963 w 1008380"/>
                <a:gd name="csY848" fmla="*/ 667316 h 667385"/>
                <a:gd name="csX849" fmla="*/ 856969 w 1008380"/>
                <a:gd name="csY849" fmla="*/ 667322 h 667385"/>
                <a:gd name="csX850" fmla="*/ 857981 w 1008380"/>
                <a:gd name="csY850" fmla="*/ 667322 h 667385"/>
                <a:gd name="csX851" fmla="*/ 858993 w 1008380"/>
                <a:gd name="csY851" fmla="*/ 667327 h 667385"/>
                <a:gd name="csX852" fmla="*/ 859999 w 1008380"/>
                <a:gd name="csY852" fmla="*/ 667327 h 667385"/>
                <a:gd name="csX853" fmla="*/ 861011 w 1008380"/>
                <a:gd name="csY853" fmla="*/ 667332 h 667385"/>
                <a:gd name="csX854" fmla="*/ 862018 w 1008380"/>
                <a:gd name="csY854" fmla="*/ 667332 h 667385"/>
                <a:gd name="csX855" fmla="*/ 863030 w 1008380"/>
                <a:gd name="csY855" fmla="*/ 667338 h 667385"/>
                <a:gd name="csX856" fmla="*/ 864036 w 1008380"/>
                <a:gd name="csY856" fmla="*/ 667338 h 667385"/>
                <a:gd name="csX857" fmla="*/ 865048 w 1008380"/>
                <a:gd name="csY857" fmla="*/ 667343 h 667385"/>
                <a:gd name="csX858" fmla="*/ 866054 w 1008380"/>
                <a:gd name="csY858" fmla="*/ 667343 h 667385"/>
                <a:gd name="csX859" fmla="*/ 867066 w 1008380"/>
                <a:gd name="csY859" fmla="*/ 667348 h 667385"/>
                <a:gd name="csX860" fmla="*/ 868073 w 1008380"/>
                <a:gd name="csY860" fmla="*/ 667348 h 667385"/>
                <a:gd name="csX861" fmla="*/ 869085 w 1008380"/>
                <a:gd name="csY861" fmla="*/ 667354 h 667385"/>
                <a:gd name="csX862" fmla="*/ 870096 w 1008380"/>
                <a:gd name="csY862" fmla="*/ 667354 h 667385"/>
                <a:gd name="csX863" fmla="*/ 871103 w 1008380"/>
                <a:gd name="csY863" fmla="*/ 667354 h 667385"/>
                <a:gd name="csX864" fmla="*/ 872115 w 1008380"/>
                <a:gd name="csY864" fmla="*/ 667359 h 667385"/>
                <a:gd name="csX865" fmla="*/ 873121 w 1008380"/>
                <a:gd name="csY865" fmla="*/ 667359 h 667385"/>
                <a:gd name="csX866" fmla="*/ 874133 w 1008380"/>
                <a:gd name="csY866" fmla="*/ 667359 h 667385"/>
                <a:gd name="csX867" fmla="*/ 875140 w 1008380"/>
                <a:gd name="csY867" fmla="*/ 667359 h 667385"/>
                <a:gd name="csX868" fmla="*/ 876151 w 1008380"/>
                <a:gd name="csY868" fmla="*/ 667364 h 667385"/>
                <a:gd name="csX869" fmla="*/ 877158 w 1008380"/>
                <a:gd name="csY869" fmla="*/ 667364 h 667385"/>
                <a:gd name="csX870" fmla="*/ 878170 w 1008380"/>
                <a:gd name="csY870" fmla="*/ 667364 h 667385"/>
                <a:gd name="csX871" fmla="*/ 879176 w 1008380"/>
                <a:gd name="csY871" fmla="*/ 667364 h 667385"/>
                <a:gd name="csX872" fmla="*/ 880188 w 1008380"/>
                <a:gd name="csY872" fmla="*/ 667370 h 667385"/>
                <a:gd name="csX873" fmla="*/ 881195 w 1008380"/>
                <a:gd name="csY873" fmla="*/ 667370 h 667385"/>
                <a:gd name="csX874" fmla="*/ 882206 w 1008380"/>
                <a:gd name="csY874" fmla="*/ 667370 h 667385"/>
                <a:gd name="csX875" fmla="*/ 883218 w 1008380"/>
                <a:gd name="csY875" fmla="*/ 667370 h 667385"/>
                <a:gd name="csX876" fmla="*/ 884225 w 1008380"/>
                <a:gd name="csY876" fmla="*/ 667370 h 667385"/>
                <a:gd name="csX877" fmla="*/ 885236 w 1008380"/>
                <a:gd name="csY877" fmla="*/ 667375 h 667385"/>
                <a:gd name="csX878" fmla="*/ 886243 w 1008380"/>
                <a:gd name="csY878" fmla="*/ 667375 h 667385"/>
                <a:gd name="csX879" fmla="*/ 887255 w 1008380"/>
                <a:gd name="csY879" fmla="*/ 667375 h 667385"/>
                <a:gd name="csX880" fmla="*/ 888261 w 1008380"/>
                <a:gd name="csY880" fmla="*/ 667375 h 667385"/>
                <a:gd name="csX881" fmla="*/ 889273 w 1008380"/>
                <a:gd name="csY881" fmla="*/ 667375 h 667385"/>
                <a:gd name="csX882" fmla="*/ 890280 w 1008380"/>
                <a:gd name="csY882" fmla="*/ 667375 h 667385"/>
                <a:gd name="csX883" fmla="*/ 891291 w 1008380"/>
                <a:gd name="csY883" fmla="*/ 667375 h 667385"/>
                <a:gd name="csX884" fmla="*/ 892298 w 1008380"/>
                <a:gd name="csY884" fmla="*/ 667375 h 667385"/>
                <a:gd name="csX885" fmla="*/ 893310 w 1008380"/>
                <a:gd name="csY885" fmla="*/ 667380 h 667385"/>
                <a:gd name="csX886" fmla="*/ 894322 w 1008380"/>
                <a:gd name="csY886" fmla="*/ 667380 h 667385"/>
                <a:gd name="csX887" fmla="*/ 895328 w 1008380"/>
                <a:gd name="csY887" fmla="*/ 667380 h 667385"/>
                <a:gd name="csX888" fmla="*/ 896340 w 1008380"/>
                <a:gd name="csY888" fmla="*/ 667380 h 667385"/>
                <a:gd name="csX889" fmla="*/ 897346 w 1008380"/>
                <a:gd name="csY889" fmla="*/ 667380 h 667385"/>
                <a:gd name="csX890" fmla="*/ 898358 w 1008380"/>
                <a:gd name="csY890" fmla="*/ 667380 h 667385"/>
                <a:gd name="csX891" fmla="*/ 899365 w 1008380"/>
                <a:gd name="csY891" fmla="*/ 667380 h 667385"/>
                <a:gd name="csX892" fmla="*/ 900376 w 1008380"/>
                <a:gd name="csY892" fmla="*/ 667380 h 667385"/>
                <a:gd name="csX893" fmla="*/ 901383 w 1008380"/>
                <a:gd name="csY893" fmla="*/ 667380 h 667385"/>
                <a:gd name="csX894" fmla="*/ 902395 w 1008380"/>
                <a:gd name="csY894" fmla="*/ 667380 h 667385"/>
                <a:gd name="csX895" fmla="*/ 903401 w 1008380"/>
                <a:gd name="csY895" fmla="*/ 667380 h 667385"/>
                <a:gd name="csX896" fmla="*/ 904413 w 1008380"/>
                <a:gd name="csY896" fmla="*/ 667380 h 667385"/>
                <a:gd name="csX897" fmla="*/ 905425 w 1008380"/>
                <a:gd name="csY897" fmla="*/ 667380 h 667385"/>
                <a:gd name="csX898" fmla="*/ 906431 w 1008380"/>
                <a:gd name="csY898" fmla="*/ 667386 h 667385"/>
                <a:gd name="csX899" fmla="*/ 907443 w 1008380"/>
                <a:gd name="csY899" fmla="*/ 667386 h 667385"/>
                <a:gd name="csX900" fmla="*/ 908450 w 1008380"/>
                <a:gd name="csY900" fmla="*/ 667386 h 667385"/>
                <a:gd name="csX901" fmla="*/ 909462 w 1008380"/>
                <a:gd name="csY901" fmla="*/ 667386 h 667385"/>
                <a:gd name="csX902" fmla="*/ 910468 w 1008380"/>
                <a:gd name="csY902" fmla="*/ 667386 h 667385"/>
                <a:gd name="csX903" fmla="*/ 911480 w 1008380"/>
                <a:gd name="csY903" fmla="*/ 667386 h 667385"/>
                <a:gd name="csX904" fmla="*/ 912486 w 1008380"/>
                <a:gd name="csY904" fmla="*/ 667386 h 667385"/>
                <a:gd name="csX905" fmla="*/ 913498 w 1008380"/>
                <a:gd name="csY905" fmla="*/ 667386 h 667385"/>
                <a:gd name="csX906" fmla="*/ 914505 w 1008380"/>
                <a:gd name="csY906" fmla="*/ 667386 h 667385"/>
                <a:gd name="csX907" fmla="*/ 915517 w 1008380"/>
                <a:gd name="csY907" fmla="*/ 667386 h 667385"/>
                <a:gd name="csX908" fmla="*/ 916528 w 1008380"/>
                <a:gd name="csY908" fmla="*/ 667386 h 667385"/>
                <a:gd name="csX909" fmla="*/ 917535 w 1008380"/>
                <a:gd name="csY909" fmla="*/ 667386 h 667385"/>
                <a:gd name="csX910" fmla="*/ 918547 w 1008380"/>
                <a:gd name="csY910" fmla="*/ 667386 h 667385"/>
                <a:gd name="csX911" fmla="*/ 919553 w 1008380"/>
                <a:gd name="csY911" fmla="*/ 667386 h 667385"/>
                <a:gd name="csX912" fmla="*/ 920565 w 1008380"/>
                <a:gd name="csY912" fmla="*/ 667386 h 667385"/>
                <a:gd name="csX913" fmla="*/ 921571 w 1008380"/>
                <a:gd name="csY913" fmla="*/ 667386 h 667385"/>
                <a:gd name="csX914" fmla="*/ 922583 w 1008380"/>
                <a:gd name="csY914" fmla="*/ 667386 h 667385"/>
                <a:gd name="csX915" fmla="*/ 923590 w 1008380"/>
                <a:gd name="csY915" fmla="*/ 667386 h 667385"/>
                <a:gd name="csX916" fmla="*/ 924602 w 1008380"/>
                <a:gd name="csY916" fmla="*/ 667386 h 667385"/>
                <a:gd name="csX917" fmla="*/ 925608 w 1008380"/>
                <a:gd name="csY917" fmla="*/ 667386 h 667385"/>
                <a:gd name="csX918" fmla="*/ 926620 w 1008380"/>
                <a:gd name="csY918" fmla="*/ 667386 h 667385"/>
                <a:gd name="csX919" fmla="*/ 927626 w 1008380"/>
                <a:gd name="csY919" fmla="*/ 667386 h 667385"/>
                <a:gd name="csX920" fmla="*/ 928638 w 1008380"/>
                <a:gd name="csY920" fmla="*/ 667386 h 667385"/>
                <a:gd name="csX921" fmla="*/ 929650 w 1008380"/>
                <a:gd name="csY921" fmla="*/ 667386 h 667385"/>
                <a:gd name="csX922" fmla="*/ 930657 w 1008380"/>
                <a:gd name="csY922" fmla="*/ 667386 h 667385"/>
                <a:gd name="csX923" fmla="*/ 931668 w 1008380"/>
                <a:gd name="csY923" fmla="*/ 667386 h 667385"/>
                <a:gd name="csX924" fmla="*/ 932675 w 1008380"/>
                <a:gd name="csY924" fmla="*/ 667386 h 667385"/>
                <a:gd name="csX925" fmla="*/ 933687 w 1008380"/>
                <a:gd name="csY925" fmla="*/ 667386 h 667385"/>
                <a:gd name="csX926" fmla="*/ 934693 w 1008380"/>
                <a:gd name="csY926" fmla="*/ 667386 h 667385"/>
                <a:gd name="csX927" fmla="*/ 935705 w 1008380"/>
                <a:gd name="csY927" fmla="*/ 667386 h 667385"/>
                <a:gd name="csX928" fmla="*/ 936712 w 1008380"/>
                <a:gd name="csY928" fmla="*/ 667386 h 667385"/>
                <a:gd name="csX929" fmla="*/ 937723 w 1008380"/>
                <a:gd name="csY929" fmla="*/ 667386 h 667385"/>
                <a:gd name="csX930" fmla="*/ 938730 w 1008380"/>
                <a:gd name="csY930" fmla="*/ 667386 h 667385"/>
                <a:gd name="csX931" fmla="*/ 939742 w 1008380"/>
                <a:gd name="csY931" fmla="*/ 667386 h 667385"/>
                <a:gd name="csX932" fmla="*/ 940753 w 1008380"/>
                <a:gd name="csY932" fmla="*/ 667386 h 667385"/>
                <a:gd name="csX933" fmla="*/ 941760 w 1008380"/>
                <a:gd name="csY933" fmla="*/ 667386 h 667385"/>
                <a:gd name="csX934" fmla="*/ 942772 w 1008380"/>
                <a:gd name="csY934" fmla="*/ 667386 h 667385"/>
                <a:gd name="csX935" fmla="*/ 943778 w 1008380"/>
                <a:gd name="csY935" fmla="*/ 667386 h 667385"/>
                <a:gd name="csX936" fmla="*/ 944790 w 1008380"/>
                <a:gd name="csY936" fmla="*/ 667386 h 667385"/>
                <a:gd name="csX937" fmla="*/ 945797 w 1008380"/>
                <a:gd name="csY937" fmla="*/ 667386 h 667385"/>
                <a:gd name="csX938" fmla="*/ 946808 w 1008380"/>
                <a:gd name="csY938" fmla="*/ 667386 h 667385"/>
                <a:gd name="csX939" fmla="*/ 947815 w 1008380"/>
                <a:gd name="csY939" fmla="*/ 667386 h 667385"/>
                <a:gd name="csX940" fmla="*/ 948827 w 1008380"/>
                <a:gd name="csY940" fmla="*/ 667386 h 667385"/>
                <a:gd name="csX941" fmla="*/ 949833 w 1008380"/>
                <a:gd name="csY941" fmla="*/ 667386 h 667385"/>
                <a:gd name="csX942" fmla="*/ 950845 w 1008380"/>
                <a:gd name="csY942" fmla="*/ 667386 h 667385"/>
                <a:gd name="csX943" fmla="*/ 951857 w 1008380"/>
                <a:gd name="csY943" fmla="*/ 667386 h 667385"/>
                <a:gd name="csX944" fmla="*/ 952863 w 1008380"/>
                <a:gd name="csY944" fmla="*/ 667386 h 667385"/>
                <a:gd name="csX945" fmla="*/ 953875 w 1008380"/>
                <a:gd name="csY945" fmla="*/ 667386 h 667385"/>
                <a:gd name="csX946" fmla="*/ 954882 w 1008380"/>
                <a:gd name="csY946" fmla="*/ 667386 h 667385"/>
                <a:gd name="csX947" fmla="*/ 955893 w 1008380"/>
                <a:gd name="csY947" fmla="*/ 667386 h 667385"/>
                <a:gd name="csX948" fmla="*/ 956900 w 1008380"/>
                <a:gd name="csY948" fmla="*/ 667386 h 667385"/>
                <a:gd name="csX949" fmla="*/ 957912 w 1008380"/>
                <a:gd name="csY949" fmla="*/ 667386 h 667385"/>
                <a:gd name="csX950" fmla="*/ 958918 w 1008380"/>
                <a:gd name="csY950" fmla="*/ 667386 h 667385"/>
                <a:gd name="csX951" fmla="*/ 959930 w 1008380"/>
                <a:gd name="csY951" fmla="*/ 667386 h 667385"/>
                <a:gd name="csX952" fmla="*/ 960937 w 1008380"/>
                <a:gd name="csY952" fmla="*/ 667386 h 667385"/>
                <a:gd name="csX953" fmla="*/ 961948 w 1008380"/>
                <a:gd name="csY953" fmla="*/ 667386 h 667385"/>
                <a:gd name="csX954" fmla="*/ 962960 w 1008380"/>
                <a:gd name="csY954" fmla="*/ 667386 h 667385"/>
                <a:gd name="csX955" fmla="*/ 963967 w 1008380"/>
                <a:gd name="csY955" fmla="*/ 667386 h 667385"/>
                <a:gd name="csX956" fmla="*/ 964978 w 1008380"/>
                <a:gd name="csY956" fmla="*/ 667386 h 667385"/>
                <a:gd name="csX957" fmla="*/ 965985 w 1008380"/>
                <a:gd name="csY957" fmla="*/ 667386 h 667385"/>
                <a:gd name="csX958" fmla="*/ 966997 w 1008380"/>
                <a:gd name="csY958" fmla="*/ 667386 h 667385"/>
                <a:gd name="csX959" fmla="*/ 968003 w 1008380"/>
                <a:gd name="csY959" fmla="*/ 667386 h 667385"/>
                <a:gd name="csX960" fmla="*/ 969015 w 1008380"/>
                <a:gd name="csY960" fmla="*/ 667386 h 667385"/>
                <a:gd name="csX961" fmla="*/ 970022 w 1008380"/>
                <a:gd name="csY961" fmla="*/ 667386 h 667385"/>
                <a:gd name="csX962" fmla="*/ 971034 w 1008380"/>
                <a:gd name="csY962" fmla="*/ 667386 h 667385"/>
                <a:gd name="csX963" fmla="*/ 972040 w 1008380"/>
                <a:gd name="csY963" fmla="*/ 667386 h 667385"/>
                <a:gd name="csX964" fmla="*/ 973052 w 1008380"/>
                <a:gd name="csY964" fmla="*/ 667386 h 667385"/>
                <a:gd name="csX965" fmla="*/ 974058 w 1008380"/>
                <a:gd name="csY965" fmla="*/ 667386 h 667385"/>
                <a:gd name="csX966" fmla="*/ 975070 w 1008380"/>
                <a:gd name="csY966" fmla="*/ 667386 h 667385"/>
                <a:gd name="csX967" fmla="*/ 976082 w 1008380"/>
                <a:gd name="csY967" fmla="*/ 667386 h 667385"/>
                <a:gd name="csX968" fmla="*/ 977088 w 1008380"/>
                <a:gd name="csY968" fmla="*/ 667386 h 667385"/>
                <a:gd name="csX969" fmla="*/ 978100 w 1008380"/>
                <a:gd name="csY969" fmla="*/ 667386 h 667385"/>
                <a:gd name="csX970" fmla="*/ 979107 w 1008380"/>
                <a:gd name="csY970" fmla="*/ 667386 h 667385"/>
                <a:gd name="csX971" fmla="*/ 980118 w 1008380"/>
                <a:gd name="csY971" fmla="*/ 667386 h 667385"/>
                <a:gd name="csX972" fmla="*/ 981125 w 1008380"/>
                <a:gd name="csY972" fmla="*/ 667386 h 667385"/>
                <a:gd name="csX973" fmla="*/ 982137 w 1008380"/>
                <a:gd name="csY973" fmla="*/ 667386 h 667385"/>
                <a:gd name="csX974" fmla="*/ 983143 w 1008380"/>
                <a:gd name="csY974" fmla="*/ 667386 h 667385"/>
                <a:gd name="csX975" fmla="*/ 984155 w 1008380"/>
                <a:gd name="csY975" fmla="*/ 667386 h 667385"/>
                <a:gd name="csX976" fmla="*/ 985162 w 1008380"/>
                <a:gd name="csY976" fmla="*/ 667386 h 667385"/>
                <a:gd name="csX977" fmla="*/ 986174 w 1008380"/>
                <a:gd name="csY977" fmla="*/ 667386 h 667385"/>
                <a:gd name="csX978" fmla="*/ 987185 w 1008380"/>
                <a:gd name="csY978" fmla="*/ 667386 h 667385"/>
                <a:gd name="csX979" fmla="*/ 988192 w 1008380"/>
                <a:gd name="csY979" fmla="*/ 667386 h 667385"/>
                <a:gd name="csX980" fmla="*/ 989204 w 1008380"/>
                <a:gd name="csY980" fmla="*/ 667386 h 667385"/>
                <a:gd name="csX981" fmla="*/ 990210 w 1008380"/>
                <a:gd name="csY981" fmla="*/ 667386 h 667385"/>
                <a:gd name="csX982" fmla="*/ 991222 w 1008380"/>
                <a:gd name="csY982" fmla="*/ 667386 h 667385"/>
                <a:gd name="csX983" fmla="*/ 992229 w 1008380"/>
                <a:gd name="csY983" fmla="*/ 667386 h 667385"/>
                <a:gd name="csX984" fmla="*/ 993240 w 1008380"/>
                <a:gd name="csY984" fmla="*/ 667386 h 667385"/>
                <a:gd name="csX985" fmla="*/ 994247 w 1008380"/>
                <a:gd name="csY985" fmla="*/ 667386 h 667385"/>
                <a:gd name="csX986" fmla="*/ 995259 w 1008380"/>
                <a:gd name="csY986" fmla="*/ 667386 h 667385"/>
                <a:gd name="csX987" fmla="*/ 996265 w 1008380"/>
                <a:gd name="csY987" fmla="*/ 667386 h 667385"/>
                <a:gd name="csX988" fmla="*/ 997277 w 1008380"/>
                <a:gd name="csY988" fmla="*/ 667386 h 667385"/>
                <a:gd name="csX989" fmla="*/ 998289 w 1008380"/>
                <a:gd name="csY989" fmla="*/ 667386 h 667385"/>
                <a:gd name="csX990" fmla="*/ 999295 w 1008380"/>
                <a:gd name="csY990" fmla="*/ 667386 h 667385"/>
                <a:gd name="csX991" fmla="*/ 1000307 w 1008380"/>
                <a:gd name="csY991" fmla="*/ 667386 h 667385"/>
                <a:gd name="csX992" fmla="*/ 1001313 w 1008380"/>
                <a:gd name="csY992" fmla="*/ 667386 h 667385"/>
                <a:gd name="csX993" fmla="*/ 1002325 w 1008380"/>
                <a:gd name="csY993" fmla="*/ 667386 h 667385"/>
                <a:gd name="csX994" fmla="*/ 1003332 w 1008380"/>
                <a:gd name="csY994" fmla="*/ 667386 h 667385"/>
                <a:gd name="csX995" fmla="*/ 1004344 w 1008380"/>
                <a:gd name="csY995" fmla="*/ 667386 h 667385"/>
                <a:gd name="csX996" fmla="*/ 1005350 w 1008380"/>
                <a:gd name="csY996" fmla="*/ 667386 h 667385"/>
                <a:gd name="csX997" fmla="*/ 1006362 w 1008380"/>
                <a:gd name="csY997" fmla="*/ 667386 h 667385"/>
                <a:gd name="csX998" fmla="*/ 1007369 w 1008380"/>
                <a:gd name="csY998" fmla="*/ 667386 h 667385"/>
                <a:gd name="csX999" fmla="*/ 1008380 w 1008380"/>
                <a:gd name="csY999" fmla="*/ 667386 h 667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</a:cxnLst>
              <a:rect l="l" t="t" r="r" b="b"/>
              <a:pathLst>
                <a:path w="1008380" h="667385">
                  <a:moveTo>
                    <a:pt x="0" y="667386"/>
                  </a:moveTo>
                  <a:lnTo>
                    <a:pt x="1009" y="667386"/>
                  </a:lnTo>
                  <a:lnTo>
                    <a:pt x="2019" y="667386"/>
                  </a:lnTo>
                  <a:lnTo>
                    <a:pt x="3028" y="667386"/>
                  </a:lnTo>
                  <a:lnTo>
                    <a:pt x="4037" y="667386"/>
                  </a:lnTo>
                  <a:lnTo>
                    <a:pt x="5047" y="667386"/>
                  </a:lnTo>
                  <a:lnTo>
                    <a:pt x="6056" y="667386"/>
                  </a:lnTo>
                  <a:lnTo>
                    <a:pt x="7066" y="667386"/>
                  </a:lnTo>
                  <a:lnTo>
                    <a:pt x="8075" y="667386"/>
                  </a:lnTo>
                  <a:lnTo>
                    <a:pt x="9085" y="667386"/>
                  </a:lnTo>
                  <a:lnTo>
                    <a:pt x="10094" y="667386"/>
                  </a:lnTo>
                  <a:lnTo>
                    <a:pt x="11103" y="667386"/>
                  </a:lnTo>
                  <a:lnTo>
                    <a:pt x="12113" y="667386"/>
                  </a:lnTo>
                  <a:lnTo>
                    <a:pt x="13122" y="667386"/>
                  </a:lnTo>
                  <a:lnTo>
                    <a:pt x="14131" y="667386"/>
                  </a:lnTo>
                  <a:lnTo>
                    <a:pt x="15141" y="667386"/>
                  </a:lnTo>
                  <a:lnTo>
                    <a:pt x="16150" y="667386"/>
                  </a:lnTo>
                  <a:lnTo>
                    <a:pt x="17159" y="667386"/>
                  </a:lnTo>
                  <a:lnTo>
                    <a:pt x="18169" y="667386"/>
                  </a:lnTo>
                  <a:lnTo>
                    <a:pt x="19178" y="667386"/>
                  </a:lnTo>
                  <a:lnTo>
                    <a:pt x="20187" y="667386"/>
                  </a:lnTo>
                  <a:lnTo>
                    <a:pt x="21197" y="667386"/>
                  </a:lnTo>
                  <a:lnTo>
                    <a:pt x="22206" y="667386"/>
                  </a:lnTo>
                  <a:lnTo>
                    <a:pt x="23216" y="667386"/>
                  </a:lnTo>
                  <a:lnTo>
                    <a:pt x="24225" y="667386"/>
                  </a:lnTo>
                  <a:lnTo>
                    <a:pt x="25235" y="667386"/>
                  </a:lnTo>
                  <a:lnTo>
                    <a:pt x="26244" y="667386"/>
                  </a:lnTo>
                  <a:lnTo>
                    <a:pt x="27253" y="667386"/>
                  </a:lnTo>
                  <a:lnTo>
                    <a:pt x="28263" y="667386"/>
                  </a:lnTo>
                  <a:lnTo>
                    <a:pt x="29272" y="667386"/>
                  </a:lnTo>
                  <a:lnTo>
                    <a:pt x="30282" y="667386"/>
                  </a:lnTo>
                  <a:lnTo>
                    <a:pt x="31291" y="667386"/>
                  </a:lnTo>
                  <a:lnTo>
                    <a:pt x="32301" y="667386"/>
                  </a:lnTo>
                  <a:lnTo>
                    <a:pt x="33310" y="667386"/>
                  </a:lnTo>
                  <a:lnTo>
                    <a:pt x="34319" y="667386"/>
                  </a:lnTo>
                  <a:lnTo>
                    <a:pt x="35329" y="667386"/>
                  </a:lnTo>
                  <a:lnTo>
                    <a:pt x="36338" y="667386"/>
                  </a:lnTo>
                  <a:lnTo>
                    <a:pt x="37347" y="667386"/>
                  </a:lnTo>
                  <a:lnTo>
                    <a:pt x="38357" y="667386"/>
                  </a:lnTo>
                  <a:lnTo>
                    <a:pt x="39366" y="667386"/>
                  </a:lnTo>
                  <a:lnTo>
                    <a:pt x="40375" y="667386"/>
                  </a:lnTo>
                  <a:lnTo>
                    <a:pt x="41385" y="667386"/>
                  </a:lnTo>
                  <a:lnTo>
                    <a:pt x="42394" y="667386"/>
                  </a:lnTo>
                  <a:lnTo>
                    <a:pt x="43403" y="667380"/>
                  </a:lnTo>
                  <a:lnTo>
                    <a:pt x="44413" y="667380"/>
                  </a:lnTo>
                  <a:lnTo>
                    <a:pt x="45422" y="667380"/>
                  </a:lnTo>
                  <a:lnTo>
                    <a:pt x="46432" y="667380"/>
                  </a:lnTo>
                  <a:lnTo>
                    <a:pt x="47441" y="667380"/>
                  </a:lnTo>
                  <a:lnTo>
                    <a:pt x="48451" y="667380"/>
                  </a:lnTo>
                  <a:lnTo>
                    <a:pt x="49460" y="667375"/>
                  </a:lnTo>
                  <a:lnTo>
                    <a:pt x="50469" y="667375"/>
                  </a:lnTo>
                  <a:lnTo>
                    <a:pt x="51479" y="667375"/>
                  </a:lnTo>
                  <a:lnTo>
                    <a:pt x="52488" y="667375"/>
                  </a:lnTo>
                  <a:lnTo>
                    <a:pt x="53498" y="667370"/>
                  </a:lnTo>
                  <a:lnTo>
                    <a:pt x="54507" y="667370"/>
                  </a:lnTo>
                  <a:lnTo>
                    <a:pt x="55516" y="667364"/>
                  </a:lnTo>
                  <a:lnTo>
                    <a:pt x="56526" y="667364"/>
                  </a:lnTo>
                  <a:lnTo>
                    <a:pt x="57535" y="667359"/>
                  </a:lnTo>
                  <a:lnTo>
                    <a:pt x="58544" y="667359"/>
                  </a:lnTo>
                  <a:lnTo>
                    <a:pt x="59554" y="667354"/>
                  </a:lnTo>
                  <a:lnTo>
                    <a:pt x="60563" y="667348"/>
                  </a:lnTo>
                  <a:lnTo>
                    <a:pt x="61572" y="667343"/>
                  </a:lnTo>
                  <a:lnTo>
                    <a:pt x="62582" y="667338"/>
                  </a:lnTo>
                  <a:lnTo>
                    <a:pt x="63591" y="667332"/>
                  </a:lnTo>
                  <a:lnTo>
                    <a:pt x="64601" y="667327"/>
                  </a:lnTo>
                  <a:lnTo>
                    <a:pt x="65610" y="667316"/>
                  </a:lnTo>
                  <a:lnTo>
                    <a:pt x="66619" y="667311"/>
                  </a:lnTo>
                  <a:lnTo>
                    <a:pt x="67629" y="667300"/>
                  </a:lnTo>
                  <a:lnTo>
                    <a:pt x="68638" y="667290"/>
                  </a:lnTo>
                  <a:lnTo>
                    <a:pt x="69648" y="667279"/>
                  </a:lnTo>
                  <a:lnTo>
                    <a:pt x="70657" y="667263"/>
                  </a:lnTo>
                  <a:lnTo>
                    <a:pt x="71667" y="667252"/>
                  </a:lnTo>
                  <a:lnTo>
                    <a:pt x="72676" y="667236"/>
                  </a:lnTo>
                  <a:lnTo>
                    <a:pt x="73685" y="667215"/>
                  </a:lnTo>
                  <a:lnTo>
                    <a:pt x="74695" y="667199"/>
                  </a:lnTo>
                  <a:lnTo>
                    <a:pt x="75704" y="667178"/>
                  </a:lnTo>
                  <a:lnTo>
                    <a:pt x="76714" y="667151"/>
                  </a:lnTo>
                  <a:lnTo>
                    <a:pt x="77723" y="667124"/>
                  </a:lnTo>
                  <a:lnTo>
                    <a:pt x="78732" y="667098"/>
                  </a:lnTo>
                  <a:lnTo>
                    <a:pt x="79742" y="667066"/>
                  </a:lnTo>
                  <a:lnTo>
                    <a:pt x="80751" y="667029"/>
                  </a:lnTo>
                  <a:lnTo>
                    <a:pt x="81760" y="666986"/>
                  </a:lnTo>
                  <a:lnTo>
                    <a:pt x="82770" y="666943"/>
                  </a:lnTo>
                  <a:lnTo>
                    <a:pt x="83779" y="666896"/>
                  </a:lnTo>
                  <a:lnTo>
                    <a:pt x="84788" y="666842"/>
                  </a:lnTo>
                  <a:lnTo>
                    <a:pt x="85798" y="666789"/>
                  </a:lnTo>
                  <a:lnTo>
                    <a:pt x="86807" y="666725"/>
                  </a:lnTo>
                  <a:lnTo>
                    <a:pt x="87817" y="666656"/>
                  </a:lnTo>
                  <a:lnTo>
                    <a:pt x="88826" y="666576"/>
                  </a:lnTo>
                  <a:lnTo>
                    <a:pt x="89835" y="666496"/>
                  </a:lnTo>
                  <a:lnTo>
                    <a:pt x="90845" y="666406"/>
                  </a:lnTo>
                  <a:lnTo>
                    <a:pt x="91854" y="666304"/>
                  </a:lnTo>
                  <a:lnTo>
                    <a:pt x="92864" y="666193"/>
                  </a:lnTo>
                  <a:lnTo>
                    <a:pt x="93873" y="666075"/>
                  </a:lnTo>
                  <a:lnTo>
                    <a:pt x="94883" y="665948"/>
                  </a:lnTo>
                  <a:lnTo>
                    <a:pt x="95892" y="665804"/>
                  </a:lnTo>
                  <a:lnTo>
                    <a:pt x="96901" y="665649"/>
                  </a:lnTo>
                  <a:lnTo>
                    <a:pt x="97911" y="665484"/>
                  </a:lnTo>
                  <a:lnTo>
                    <a:pt x="98920" y="665303"/>
                  </a:lnTo>
                  <a:lnTo>
                    <a:pt x="99930" y="665106"/>
                  </a:lnTo>
                  <a:lnTo>
                    <a:pt x="100939" y="664888"/>
                  </a:lnTo>
                  <a:lnTo>
                    <a:pt x="101948" y="664659"/>
                  </a:lnTo>
                  <a:lnTo>
                    <a:pt x="102958" y="664403"/>
                  </a:lnTo>
                  <a:lnTo>
                    <a:pt x="103967" y="664132"/>
                  </a:lnTo>
                  <a:lnTo>
                    <a:pt x="104976" y="663839"/>
                  </a:lnTo>
                  <a:lnTo>
                    <a:pt x="105986" y="663519"/>
                  </a:lnTo>
                  <a:lnTo>
                    <a:pt x="106995" y="663178"/>
                  </a:lnTo>
                  <a:lnTo>
                    <a:pt x="108004" y="662806"/>
                  </a:lnTo>
                  <a:lnTo>
                    <a:pt x="109014" y="662406"/>
                  </a:lnTo>
                  <a:lnTo>
                    <a:pt x="110023" y="661975"/>
                  </a:lnTo>
                  <a:lnTo>
                    <a:pt x="111033" y="661512"/>
                  </a:lnTo>
                  <a:lnTo>
                    <a:pt x="112042" y="661011"/>
                  </a:lnTo>
                  <a:lnTo>
                    <a:pt x="113051" y="660473"/>
                  </a:lnTo>
                  <a:lnTo>
                    <a:pt x="114061" y="659898"/>
                  </a:lnTo>
                  <a:lnTo>
                    <a:pt x="115070" y="659286"/>
                  </a:lnTo>
                  <a:lnTo>
                    <a:pt x="116080" y="658620"/>
                  </a:lnTo>
                  <a:lnTo>
                    <a:pt x="117089" y="657917"/>
                  </a:lnTo>
                  <a:lnTo>
                    <a:pt x="118099" y="657155"/>
                  </a:lnTo>
                  <a:lnTo>
                    <a:pt x="119108" y="656346"/>
                  </a:lnTo>
                  <a:lnTo>
                    <a:pt x="120117" y="655483"/>
                  </a:lnTo>
                  <a:lnTo>
                    <a:pt x="121127" y="654562"/>
                  </a:lnTo>
                  <a:lnTo>
                    <a:pt x="122136" y="653577"/>
                  </a:lnTo>
                  <a:lnTo>
                    <a:pt x="123145" y="652528"/>
                  </a:lnTo>
                  <a:lnTo>
                    <a:pt x="124155" y="651415"/>
                  </a:lnTo>
                  <a:lnTo>
                    <a:pt x="125164" y="650227"/>
                  </a:lnTo>
                  <a:lnTo>
                    <a:pt x="126173" y="648965"/>
                  </a:lnTo>
                  <a:lnTo>
                    <a:pt x="127183" y="647628"/>
                  </a:lnTo>
                  <a:lnTo>
                    <a:pt x="128192" y="646206"/>
                  </a:lnTo>
                  <a:lnTo>
                    <a:pt x="129201" y="644699"/>
                  </a:lnTo>
                  <a:lnTo>
                    <a:pt x="130211" y="643107"/>
                  </a:lnTo>
                  <a:lnTo>
                    <a:pt x="131220" y="641424"/>
                  </a:lnTo>
                  <a:lnTo>
                    <a:pt x="132230" y="639640"/>
                  </a:lnTo>
                  <a:lnTo>
                    <a:pt x="133239" y="637760"/>
                  </a:lnTo>
                  <a:lnTo>
                    <a:pt x="134249" y="635774"/>
                  </a:lnTo>
                  <a:lnTo>
                    <a:pt x="135258" y="633681"/>
                  </a:lnTo>
                  <a:lnTo>
                    <a:pt x="136267" y="631477"/>
                  </a:lnTo>
                  <a:lnTo>
                    <a:pt x="137277" y="629155"/>
                  </a:lnTo>
                  <a:lnTo>
                    <a:pt x="138286" y="626716"/>
                  </a:lnTo>
                  <a:lnTo>
                    <a:pt x="139296" y="624154"/>
                  </a:lnTo>
                  <a:lnTo>
                    <a:pt x="140305" y="621465"/>
                  </a:lnTo>
                  <a:lnTo>
                    <a:pt x="141315" y="618648"/>
                  </a:lnTo>
                  <a:lnTo>
                    <a:pt x="142324" y="615692"/>
                  </a:lnTo>
                  <a:lnTo>
                    <a:pt x="143333" y="612603"/>
                  </a:lnTo>
                  <a:lnTo>
                    <a:pt x="144343" y="609371"/>
                  </a:lnTo>
                  <a:lnTo>
                    <a:pt x="145352" y="605989"/>
                  </a:lnTo>
                  <a:lnTo>
                    <a:pt x="146361" y="602464"/>
                  </a:lnTo>
                  <a:lnTo>
                    <a:pt x="147371" y="598789"/>
                  </a:lnTo>
                  <a:lnTo>
                    <a:pt x="148380" y="594960"/>
                  </a:lnTo>
                  <a:lnTo>
                    <a:pt x="149389" y="590977"/>
                  </a:lnTo>
                  <a:lnTo>
                    <a:pt x="150399" y="586834"/>
                  </a:lnTo>
                  <a:lnTo>
                    <a:pt x="151408" y="582526"/>
                  </a:lnTo>
                  <a:lnTo>
                    <a:pt x="152417" y="578063"/>
                  </a:lnTo>
                  <a:lnTo>
                    <a:pt x="153427" y="573430"/>
                  </a:lnTo>
                  <a:lnTo>
                    <a:pt x="154436" y="568632"/>
                  </a:lnTo>
                  <a:lnTo>
                    <a:pt x="155446" y="563669"/>
                  </a:lnTo>
                  <a:lnTo>
                    <a:pt x="156455" y="558535"/>
                  </a:lnTo>
                  <a:lnTo>
                    <a:pt x="157465" y="553236"/>
                  </a:lnTo>
                  <a:lnTo>
                    <a:pt x="158474" y="547767"/>
                  </a:lnTo>
                  <a:lnTo>
                    <a:pt x="159483" y="542133"/>
                  </a:lnTo>
                  <a:lnTo>
                    <a:pt x="160493" y="536328"/>
                  </a:lnTo>
                  <a:lnTo>
                    <a:pt x="161502" y="530358"/>
                  </a:lnTo>
                  <a:lnTo>
                    <a:pt x="162512" y="524229"/>
                  </a:lnTo>
                  <a:lnTo>
                    <a:pt x="163521" y="517934"/>
                  </a:lnTo>
                  <a:lnTo>
                    <a:pt x="164531" y="511480"/>
                  </a:lnTo>
                  <a:lnTo>
                    <a:pt x="165540" y="504871"/>
                  </a:lnTo>
                  <a:lnTo>
                    <a:pt x="166549" y="498108"/>
                  </a:lnTo>
                  <a:lnTo>
                    <a:pt x="167559" y="491196"/>
                  </a:lnTo>
                  <a:lnTo>
                    <a:pt x="168568" y="484140"/>
                  </a:lnTo>
                  <a:lnTo>
                    <a:pt x="169577" y="476944"/>
                  </a:lnTo>
                  <a:lnTo>
                    <a:pt x="170587" y="469614"/>
                  </a:lnTo>
                  <a:lnTo>
                    <a:pt x="171596" y="462157"/>
                  </a:lnTo>
                  <a:lnTo>
                    <a:pt x="172605" y="454578"/>
                  </a:lnTo>
                  <a:lnTo>
                    <a:pt x="173615" y="446885"/>
                  </a:lnTo>
                  <a:lnTo>
                    <a:pt x="174624" y="439086"/>
                  </a:lnTo>
                  <a:lnTo>
                    <a:pt x="175633" y="431188"/>
                  </a:lnTo>
                  <a:lnTo>
                    <a:pt x="176643" y="423201"/>
                  </a:lnTo>
                  <a:lnTo>
                    <a:pt x="177652" y="415132"/>
                  </a:lnTo>
                  <a:lnTo>
                    <a:pt x="178662" y="406993"/>
                  </a:lnTo>
                  <a:lnTo>
                    <a:pt x="179671" y="398792"/>
                  </a:lnTo>
                  <a:lnTo>
                    <a:pt x="180681" y="390541"/>
                  </a:lnTo>
                  <a:lnTo>
                    <a:pt x="181690" y="382250"/>
                  </a:lnTo>
                  <a:lnTo>
                    <a:pt x="182699" y="373930"/>
                  </a:lnTo>
                  <a:lnTo>
                    <a:pt x="183709" y="365595"/>
                  </a:lnTo>
                  <a:lnTo>
                    <a:pt x="184718" y="357254"/>
                  </a:lnTo>
                  <a:lnTo>
                    <a:pt x="185728" y="348921"/>
                  </a:lnTo>
                  <a:lnTo>
                    <a:pt x="186737" y="340610"/>
                  </a:lnTo>
                  <a:lnTo>
                    <a:pt x="187746" y="332332"/>
                  </a:lnTo>
                  <a:lnTo>
                    <a:pt x="188756" y="324100"/>
                  </a:lnTo>
                  <a:lnTo>
                    <a:pt x="189765" y="315930"/>
                  </a:lnTo>
                  <a:lnTo>
                    <a:pt x="190774" y="307834"/>
                  </a:lnTo>
                  <a:lnTo>
                    <a:pt x="191784" y="299825"/>
                  </a:lnTo>
                  <a:lnTo>
                    <a:pt x="192793" y="291918"/>
                  </a:lnTo>
                  <a:lnTo>
                    <a:pt x="193803" y="284126"/>
                  </a:lnTo>
                  <a:lnTo>
                    <a:pt x="194812" y="276465"/>
                  </a:lnTo>
                  <a:lnTo>
                    <a:pt x="195821" y="268946"/>
                  </a:lnTo>
                  <a:lnTo>
                    <a:pt x="196831" y="261584"/>
                  </a:lnTo>
                  <a:lnTo>
                    <a:pt x="197840" y="254394"/>
                  </a:lnTo>
                  <a:lnTo>
                    <a:pt x="198849" y="247388"/>
                  </a:lnTo>
                  <a:lnTo>
                    <a:pt x="199859" y="240580"/>
                  </a:lnTo>
                  <a:lnTo>
                    <a:pt x="200868" y="233982"/>
                  </a:lnTo>
                  <a:lnTo>
                    <a:pt x="201878" y="227607"/>
                  </a:lnTo>
                  <a:lnTo>
                    <a:pt x="202887" y="221469"/>
                  </a:lnTo>
                  <a:lnTo>
                    <a:pt x="203897" y="215578"/>
                  </a:lnTo>
                  <a:lnTo>
                    <a:pt x="204906" y="209946"/>
                  </a:lnTo>
                  <a:lnTo>
                    <a:pt x="205915" y="204585"/>
                  </a:lnTo>
                  <a:lnTo>
                    <a:pt x="206925" y="199505"/>
                  </a:lnTo>
                  <a:lnTo>
                    <a:pt x="207934" y="194715"/>
                  </a:lnTo>
                  <a:lnTo>
                    <a:pt x="208944" y="190226"/>
                  </a:lnTo>
                  <a:lnTo>
                    <a:pt x="209953" y="186046"/>
                  </a:lnTo>
                  <a:lnTo>
                    <a:pt x="210962" y="182183"/>
                  </a:lnTo>
                  <a:lnTo>
                    <a:pt x="211972" y="178643"/>
                  </a:lnTo>
                  <a:lnTo>
                    <a:pt x="212981" y="175435"/>
                  </a:lnTo>
                  <a:lnTo>
                    <a:pt x="213990" y="172564"/>
                  </a:lnTo>
                  <a:lnTo>
                    <a:pt x="215000" y="170035"/>
                  </a:lnTo>
                  <a:lnTo>
                    <a:pt x="216009" y="167851"/>
                  </a:lnTo>
                  <a:lnTo>
                    <a:pt x="217018" y="166018"/>
                  </a:lnTo>
                  <a:lnTo>
                    <a:pt x="218028" y="164536"/>
                  </a:lnTo>
                  <a:lnTo>
                    <a:pt x="219037" y="163409"/>
                  </a:lnTo>
                  <a:lnTo>
                    <a:pt x="220047" y="162636"/>
                  </a:lnTo>
                  <a:lnTo>
                    <a:pt x="221056" y="162219"/>
                  </a:lnTo>
                  <a:lnTo>
                    <a:pt x="222065" y="162155"/>
                  </a:lnTo>
                  <a:lnTo>
                    <a:pt x="223075" y="162443"/>
                  </a:lnTo>
                  <a:lnTo>
                    <a:pt x="224084" y="163081"/>
                  </a:lnTo>
                  <a:lnTo>
                    <a:pt x="225094" y="164065"/>
                  </a:lnTo>
                  <a:lnTo>
                    <a:pt x="226103" y="165391"/>
                  </a:lnTo>
                  <a:lnTo>
                    <a:pt x="227113" y="167053"/>
                  </a:lnTo>
                  <a:lnTo>
                    <a:pt x="228122" y="169046"/>
                  </a:lnTo>
                  <a:lnTo>
                    <a:pt x="229131" y="171362"/>
                  </a:lnTo>
                  <a:lnTo>
                    <a:pt x="230141" y="173995"/>
                  </a:lnTo>
                  <a:lnTo>
                    <a:pt x="231150" y="176935"/>
                  </a:lnTo>
                  <a:lnTo>
                    <a:pt x="232160" y="180174"/>
                  </a:lnTo>
                  <a:lnTo>
                    <a:pt x="233169" y="183701"/>
                  </a:lnTo>
                  <a:lnTo>
                    <a:pt x="234178" y="187506"/>
                  </a:lnTo>
                  <a:lnTo>
                    <a:pt x="235188" y="191579"/>
                  </a:lnTo>
                  <a:lnTo>
                    <a:pt x="236197" y="195906"/>
                  </a:lnTo>
                  <a:lnTo>
                    <a:pt x="237206" y="200476"/>
                  </a:lnTo>
                  <a:lnTo>
                    <a:pt x="238216" y="205276"/>
                  </a:lnTo>
                  <a:lnTo>
                    <a:pt x="239225" y="210292"/>
                  </a:lnTo>
                  <a:lnTo>
                    <a:pt x="240234" y="215511"/>
                  </a:lnTo>
                  <a:lnTo>
                    <a:pt x="241244" y="220919"/>
                  </a:lnTo>
                  <a:lnTo>
                    <a:pt x="242253" y="226500"/>
                  </a:lnTo>
                  <a:lnTo>
                    <a:pt x="243263" y="232240"/>
                  </a:lnTo>
                  <a:lnTo>
                    <a:pt x="244272" y="238123"/>
                  </a:lnTo>
                  <a:lnTo>
                    <a:pt x="245281" y="244136"/>
                  </a:lnTo>
                  <a:lnTo>
                    <a:pt x="246291" y="250260"/>
                  </a:lnTo>
                  <a:lnTo>
                    <a:pt x="247300" y="256482"/>
                  </a:lnTo>
                  <a:lnTo>
                    <a:pt x="248310" y="262785"/>
                  </a:lnTo>
                  <a:lnTo>
                    <a:pt x="249319" y="269153"/>
                  </a:lnTo>
                  <a:lnTo>
                    <a:pt x="250329" y="275570"/>
                  </a:lnTo>
                  <a:lnTo>
                    <a:pt x="251338" y="282021"/>
                  </a:lnTo>
                  <a:lnTo>
                    <a:pt x="252347" y="288490"/>
                  </a:lnTo>
                  <a:lnTo>
                    <a:pt x="253357" y="294962"/>
                  </a:lnTo>
                  <a:lnTo>
                    <a:pt x="254366" y="301420"/>
                  </a:lnTo>
                  <a:lnTo>
                    <a:pt x="255376" y="307850"/>
                  </a:lnTo>
                  <a:lnTo>
                    <a:pt x="256385" y="314237"/>
                  </a:lnTo>
                  <a:lnTo>
                    <a:pt x="257394" y="320565"/>
                  </a:lnTo>
                  <a:lnTo>
                    <a:pt x="258404" y="326822"/>
                  </a:lnTo>
                  <a:lnTo>
                    <a:pt x="259413" y="332993"/>
                  </a:lnTo>
                  <a:lnTo>
                    <a:pt x="260422" y="339063"/>
                  </a:lnTo>
                  <a:lnTo>
                    <a:pt x="261432" y="345021"/>
                  </a:lnTo>
                  <a:lnTo>
                    <a:pt x="262441" y="350852"/>
                  </a:lnTo>
                  <a:lnTo>
                    <a:pt x="263450" y="356545"/>
                  </a:lnTo>
                  <a:lnTo>
                    <a:pt x="264460" y="362088"/>
                  </a:lnTo>
                  <a:lnTo>
                    <a:pt x="265469" y="367470"/>
                  </a:lnTo>
                  <a:lnTo>
                    <a:pt x="266479" y="372679"/>
                  </a:lnTo>
                  <a:lnTo>
                    <a:pt x="267488" y="377706"/>
                  </a:lnTo>
                  <a:lnTo>
                    <a:pt x="268497" y="382540"/>
                  </a:lnTo>
                  <a:lnTo>
                    <a:pt x="269507" y="387172"/>
                  </a:lnTo>
                  <a:lnTo>
                    <a:pt x="270516" y="391594"/>
                  </a:lnTo>
                  <a:lnTo>
                    <a:pt x="271526" y="395798"/>
                  </a:lnTo>
                  <a:lnTo>
                    <a:pt x="272535" y="399776"/>
                  </a:lnTo>
                  <a:lnTo>
                    <a:pt x="273545" y="403520"/>
                  </a:lnTo>
                  <a:lnTo>
                    <a:pt x="274554" y="407025"/>
                  </a:lnTo>
                  <a:lnTo>
                    <a:pt x="275563" y="410285"/>
                  </a:lnTo>
                  <a:lnTo>
                    <a:pt x="276573" y="413295"/>
                  </a:lnTo>
                  <a:lnTo>
                    <a:pt x="277582" y="416049"/>
                  </a:lnTo>
                  <a:lnTo>
                    <a:pt x="278591" y="418544"/>
                  </a:lnTo>
                  <a:lnTo>
                    <a:pt x="279601" y="420776"/>
                  </a:lnTo>
                  <a:lnTo>
                    <a:pt x="280610" y="422743"/>
                  </a:lnTo>
                  <a:lnTo>
                    <a:pt x="281619" y="424441"/>
                  </a:lnTo>
                  <a:lnTo>
                    <a:pt x="282629" y="425869"/>
                  </a:lnTo>
                  <a:lnTo>
                    <a:pt x="283638" y="427024"/>
                  </a:lnTo>
                  <a:lnTo>
                    <a:pt x="284647" y="427908"/>
                  </a:lnTo>
                  <a:lnTo>
                    <a:pt x="285657" y="428518"/>
                  </a:lnTo>
                  <a:lnTo>
                    <a:pt x="286666" y="428855"/>
                  </a:lnTo>
                  <a:lnTo>
                    <a:pt x="287676" y="428920"/>
                  </a:lnTo>
                  <a:lnTo>
                    <a:pt x="288685" y="428713"/>
                  </a:lnTo>
                  <a:lnTo>
                    <a:pt x="289695" y="428235"/>
                  </a:lnTo>
                  <a:lnTo>
                    <a:pt x="290704" y="427489"/>
                  </a:lnTo>
                  <a:lnTo>
                    <a:pt x="291714" y="426476"/>
                  </a:lnTo>
                  <a:lnTo>
                    <a:pt x="292723" y="425200"/>
                  </a:lnTo>
                  <a:lnTo>
                    <a:pt x="293732" y="423662"/>
                  </a:lnTo>
                  <a:lnTo>
                    <a:pt x="294742" y="421867"/>
                  </a:lnTo>
                  <a:lnTo>
                    <a:pt x="295751" y="419818"/>
                  </a:lnTo>
                  <a:lnTo>
                    <a:pt x="296761" y="417519"/>
                  </a:lnTo>
                  <a:lnTo>
                    <a:pt x="297770" y="414974"/>
                  </a:lnTo>
                  <a:lnTo>
                    <a:pt x="298779" y="412186"/>
                  </a:lnTo>
                  <a:lnTo>
                    <a:pt x="299789" y="409163"/>
                  </a:lnTo>
                  <a:lnTo>
                    <a:pt x="300798" y="405908"/>
                  </a:lnTo>
                  <a:lnTo>
                    <a:pt x="301807" y="402426"/>
                  </a:lnTo>
                  <a:lnTo>
                    <a:pt x="302817" y="398724"/>
                  </a:lnTo>
                  <a:lnTo>
                    <a:pt x="303826" y="394806"/>
                  </a:lnTo>
                  <a:lnTo>
                    <a:pt x="304835" y="390679"/>
                  </a:lnTo>
                  <a:lnTo>
                    <a:pt x="305845" y="386349"/>
                  </a:lnTo>
                  <a:lnTo>
                    <a:pt x="306854" y="381821"/>
                  </a:lnTo>
                  <a:lnTo>
                    <a:pt x="307863" y="377104"/>
                  </a:lnTo>
                  <a:lnTo>
                    <a:pt x="308873" y="372202"/>
                  </a:lnTo>
                  <a:lnTo>
                    <a:pt x="309882" y="367123"/>
                  </a:lnTo>
                  <a:lnTo>
                    <a:pt x="310892" y="361874"/>
                  </a:lnTo>
                  <a:lnTo>
                    <a:pt x="311901" y="356462"/>
                  </a:lnTo>
                  <a:lnTo>
                    <a:pt x="312911" y="350893"/>
                  </a:lnTo>
                  <a:lnTo>
                    <a:pt x="313920" y="345175"/>
                  </a:lnTo>
                  <a:lnTo>
                    <a:pt x="314930" y="339316"/>
                  </a:lnTo>
                  <a:lnTo>
                    <a:pt x="315939" y="333321"/>
                  </a:lnTo>
                  <a:lnTo>
                    <a:pt x="316948" y="327200"/>
                  </a:lnTo>
                  <a:lnTo>
                    <a:pt x="317958" y="320960"/>
                  </a:lnTo>
                  <a:lnTo>
                    <a:pt x="318968" y="314607"/>
                  </a:lnTo>
                  <a:lnTo>
                    <a:pt x="319975" y="308150"/>
                  </a:lnTo>
                  <a:lnTo>
                    <a:pt x="320987" y="301597"/>
                  </a:lnTo>
                  <a:lnTo>
                    <a:pt x="321993" y="294954"/>
                  </a:lnTo>
                  <a:lnTo>
                    <a:pt x="323005" y="288230"/>
                  </a:lnTo>
                  <a:lnTo>
                    <a:pt x="324012" y="281433"/>
                  </a:lnTo>
                  <a:lnTo>
                    <a:pt x="325023" y="274569"/>
                  </a:lnTo>
                  <a:lnTo>
                    <a:pt x="326035" y="267648"/>
                  </a:lnTo>
                  <a:lnTo>
                    <a:pt x="327042" y="260676"/>
                  </a:lnTo>
                  <a:lnTo>
                    <a:pt x="328054" y="253662"/>
                  </a:lnTo>
                  <a:lnTo>
                    <a:pt x="329060" y="246614"/>
                  </a:lnTo>
                  <a:lnTo>
                    <a:pt x="330072" y="239538"/>
                  </a:lnTo>
                  <a:lnTo>
                    <a:pt x="331078" y="232443"/>
                  </a:lnTo>
                  <a:lnTo>
                    <a:pt x="332090" y="225337"/>
                  </a:lnTo>
                  <a:lnTo>
                    <a:pt x="333097" y="218228"/>
                  </a:lnTo>
                  <a:lnTo>
                    <a:pt x="334108" y="211122"/>
                  </a:lnTo>
                  <a:lnTo>
                    <a:pt x="335115" y="204028"/>
                  </a:lnTo>
                  <a:lnTo>
                    <a:pt x="336127" y="196953"/>
                  </a:lnTo>
                  <a:lnTo>
                    <a:pt x="337139" y="189904"/>
                  </a:lnTo>
                  <a:lnTo>
                    <a:pt x="338145" y="182890"/>
                  </a:lnTo>
                  <a:lnTo>
                    <a:pt x="339157" y="175918"/>
                  </a:lnTo>
                  <a:lnTo>
                    <a:pt x="340163" y="168994"/>
                  </a:lnTo>
                  <a:lnTo>
                    <a:pt x="341175" y="162126"/>
                  </a:lnTo>
                  <a:lnTo>
                    <a:pt x="342182" y="155322"/>
                  </a:lnTo>
                  <a:lnTo>
                    <a:pt x="343194" y="148588"/>
                  </a:lnTo>
                  <a:lnTo>
                    <a:pt x="344200" y="141931"/>
                  </a:lnTo>
                  <a:lnTo>
                    <a:pt x="345212" y="135359"/>
                  </a:lnTo>
                  <a:lnTo>
                    <a:pt x="346218" y="128878"/>
                  </a:lnTo>
                  <a:lnTo>
                    <a:pt x="347230" y="122494"/>
                  </a:lnTo>
                  <a:lnTo>
                    <a:pt x="348237" y="116215"/>
                  </a:lnTo>
                  <a:lnTo>
                    <a:pt x="349248" y="110046"/>
                  </a:lnTo>
                  <a:lnTo>
                    <a:pt x="350260" y="103994"/>
                  </a:lnTo>
                  <a:lnTo>
                    <a:pt x="351267" y="98065"/>
                  </a:lnTo>
                  <a:lnTo>
                    <a:pt x="352279" y="92265"/>
                  </a:lnTo>
                  <a:lnTo>
                    <a:pt x="353285" y="86600"/>
                  </a:lnTo>
                  <a:lnTo>
                    <a:pt x="354297" y="81075"/>
                  </a:lnTo>
                  <a:lnTo>
                    <a:pt x="355303" y="75696"/>
                  </a:lnTo>
                  <a:lnTo>
                    <a:pt x="356315" y="70469"/>
                  </a:lnTo>
                  <a:lnTo>
                    <a:pt x="357322" y="65397"/>
                  </a:lnTo>
                  <a:lnTo>
                    <a:pt x="358334" y="60487"/>
                  </a:lnTo>
                  <a:lnTo>
                    <a:pt x="359340" y="55742"/>
                  </a:lnTo>
                  <a:lnTo>
                    <a:pt x="360352" y="51168"/>
                  </a:lnTo>
                  <a:lnTo>
                    <a:pt x="361364" y="46770"/>
                  </a:lnTo>
                  <a:lnTo>
                    <a:pt x="362370" y="42550"/>
                  </a:lnTo>
                  <a:lnTo>
                    <a:pt x="363382" y="38513"/>
                  </a:lnTo>
                  <a:lnTo>
                    <a:pt x="364389" y="34662"/>
                  </a:lnTo>
                  <a:lnTo>
                    <a:pt x="365400" y="31001"/>
                  </a:lnTo>
                  <a:lnTo>
                    <a:pt x="366407" y="27534"/>
                  </a:lnTo>
                  <a:lnTo>
                    <a:pt x="367419" y="24262"/>
                  </a:lnTo>
                  <a:lnTo>
                    <a:pt x="368425" y="21190"/>
                  </a:lnTo>
                  <a:lnTo>
                    <a:pt x="369437" y="18319"/>
                  </a:lnTo>
                  <a:lnTo>
                    <a:pt x="370443" y="15652"/>
                  </a:lnTo>
                  <a:lnTo>
                    <a:pt x="371455" y="13190"/>
                  </a:lnTo>
                  <a:lnTo>
                    <a:pt x="372467" y="10936"/>
                  </a:lnTo>
                  <a:lnTo>
                    <a:pt x="373474" y="8890"/>
                  </a:lnTo>
                  <a:lnTo>
                    <a:pt x="374485" y="7055"/>
                  </a:lnTo>
                  <a:lnTo>
                    <a:pt x="375492" y="5431"/>
                  </a:lnTo>
                  <a:lnTo>
                    <a:pt x="376504" y="4018"/>
                  </a:lnTo>
                  <a:lnTo>
                    <a:pt x="377510" y="2818"/>
                  </a:lnTo>
                  <a:lnTo>
                    <a:pt x="378522" y="1831"/>
                  </a:lnTo>
                  <a:lnTo>
                    <a:pt x="379529" y="1055"/>
                  </a:lnTo>
                  <a:lnTo>
                    <a:pt x="380540" y="492"/>
                  </a:lnTo>
                  <a:lnTo>
                    <a:pt x="381547" y="141"/>
                  </a:lnTo>
                  <a:lnTo>
                    <a:pt x="382559" y="0"/>
                  </a:lnTo>
                  <a:lnTo>
                    <a:pt x="383571" y="69"/>
                  </a:lnTo>
                  <a:lnTo>
                    <a:pt x="384577" y="346"/>
                  </a:lnTo>
                  <a:lnTo>
                    <a:pt x="385589" y="830"/>
                  </a:lnTo>
                  <a:lnTo>
                    <a:pt x="386595" y="1518"/>
                  </a:lnTo>
                  <a:lnTo>
                    <a:pt x="387607" y="2410"/>
                  </a:lnTo>
                  <a:lnTo>
                    <a:pt x="388614" y="3502"/>
                  </a:lnTo>
                  <a:lnTo>
                    <a:pt x="389625" y="4792"/>
                  </a:lnTo>
                  <a:lnTo>
                    <a:pt x="390632" y="6278"/>
                  </a:lnTo>
                  <a:lnTo>
                    <a:pt x="391644" y="7955"/>
                  </a:lnTo>
                  <a:lnTo>
                    <a:pt x="392650" y="9822"/>
                  </a:lnTo>
                  <a:lnTo>
                    <a:pt x="393662" y="11875"/>
                  </a:lnTo>
                  <a:lnTo>
                    <a:pt x="394669" y="14109"/>
                  </a:lnTo>
                  <a:lnTo>
                    <a:pt x="395680" y="16522"/>
                  </a:lnTo>
                  <a:lnTo>
                    <a:pt x="396692" y="19109"/>
                  </a:lnTo>
                  <a:lnTo>
                    <a:pt x="397699" y="21866"/>
                  </a:lnTo>
                  <a:lnTo>
                    <a:pt x="398711" y="24789"/>
                  </a:lnTo>
                  <a:lnTo>
                    <a:pt x="399717" y="27873"/>
                  </a:lnTo>
                  <a:lnTo>
                    <a:pt x="400729" y="31113"/>
                  </a:lnTo>
                  <a:lnTo>
                    <a:pt x="401735" y="34505"/>
                  </a:lnTo>
                  <a:lnTo>
                    <a:pt x="402747" y="38045"/>
                  </a:lnTo>
                  <a:lnTo>
                    <a:pt x="403754" y="41725"/>
                  </a:lnTo>
                  <a:lnTo>
                    <a:pt x="404765" y="45543"/>
                  </a:lnTo>
                  <a:lnTo>
                    <a:pt x="405772" y="49491"/>
                  </a:lnTo>
                  <a:lnTo>
                    <a:pt x="406784" y="53565"/>
                  </a:lnTo>
                  <a:lnTo>
                    <a:pt x="407796" y="57759"/>
                  </a:lnTo>
                  <a:lnTo>
                    <a:pt x="408802" y="62068"/>
                  </a:lnTo>
                  <a:lnTo>
                    <a:pt x="409814" y="66486"/>
                  </a:lnTo>
                  <a:lnTo>
                    <a:pt x="410820" y="71006"/>
                  </a:lnTo>
                  <a:lnTo>
                    <a:pt x="411832" y="75624"/>
                  </a:lnTo>
                  <a:lnTo>
                    <a:pt x="412839" y="80334"/>
                  </a:lnTo>
                  <a:lnTo>
                    <a:pt x="413851" y="85129"/>
                  </a:lnTo>
                  <a:lnTo>
                    <a:pt x="414857" y="90004"/>
                  </a:lnTo>
                  <a:lnTo>
                    <a:pt x="415869" y="94952"/>
                  </a:lnTo>
                  <a:lnTo>
                    <a:pt x="416875" y="99968"/>
                  </a:lnTo>
                  <a:lnTo>
                    <a:pt x="417887" y="105046"/>
                  </a:lnTo>
                  <a:lnTo>
                    <a:pt x="418899" y="110180"/>
                  </a:lnTo>
                  <a:lnTo>
                    <a:pt x="419906" y="115364"/>
                  </a:lnTo>
                  <a:lnTo>
                    <a:pt x="420917" y="120591"/>
                  </a:lnTo>
                  <a:lnTo>
                    <a:pt x="421924" y="125857"/>
                  </a:lnTo>
                  <a:lnTo>
                    <a:pt x="422936" y="131155"/>
                  </a:lnTo>
                  <a:lnTo>
                    <a:pt x="423942" y="136481"/>
                  </a:lnTo>
                  <a:lnTo>
                    <a:pt x="424954" y="141827"/>
                  </a:lnTo>
                  <a:lnTo>
                    <a:pt x="425960" y="147189"/>
                  </a:lnTo>
                  <a:lnTo>
                    <a:pt x="426972" y="152560"/>
                  </a:lnTo>
                  <a:lnTo>
                    <a:pt x="427979" y="157936"/>
                  </a:lnTo>
                  <a:lnTo>
                    <a:pt x="428991" y="163311"/>
                  </a:lnTo>
                  <a:lnTo>
                    <a:pt x="430002" y="168680"/>
                  </a:lnTo>
                  <a:lnTo>
                    <a:pt x="431009" y="174037"/>
                  </a:lnTo>
                  <a:lnTo>
                    <a:pt x="432021" y="179378"/>
                  </a:lnTo>
                  <a:lnTo>
                    <a:pt x="433027" y="184698"/>
                  </a:lnTo>
                  <a:lnTo>
                    <a:pt x="434039" y="189991"/>
                  </a:lnTo>
                  <a:lnTo>
                    <a:pt x="435046" y="195255"/>
                  </a:lnTo>
                  <a:lnTo>
                    <a:pt x="436057" y="200482"/>
                  </a:lnTo>
                  <a:lnTo>
                    <a:pt x="437064" y="205671"/>
                  </a:lnTo>
                  <a:lnTo>
                    <a:pt x="438076" y="210815"/>
                  </a:lnTo>
                  <a:lnTo>
                    <a:pt x="439082" y="215912"/>
                  </a:lnTo>
                  <a:lnTo>
                    <a:pt x="440094" y="220957"/>
                  </a:lnTo>
                  <a:lnTo>
                    <a:pt x="441100" y="225946"/>
                  </a:lnTo>
                  <a:lnTo>
                    <a:pt x="442112" y="230876"/>
                  </a:lnTo>
                  <a:lnTo>
                    <a:pt x="443124" y="235743"/>
                  </a:lnTo>
                  <a:lnTo>
                    <a:pt x="444131" y="240544"/>
                  </a:lnTo>
                  <a:lnTo>
                    <a:pt x="445142" y="245277"/>
                  </a:lnTo>
                  <a:lnTo>
                    <a:pt x="446149" y="249937"/>
                  </a:lnTo>
                  <a:lnTo>
                    <a:pt x="447161" y="254523"/>
                  </a:lnTo>
                  <a:lnTo>
                    <a:pt x="448167" y="259031"/>
                  </a:lnTo>
                  <a:lnTo>
                    <a:pt x="449179" y="263459"/>
                  </a:lnTo>
                  <a:lnTo>
                    <a:pt x="450186" y="267805"/>
                  </a:lnTo>
                  <a:lnTo>
                    <a:pt x="451197" y="272067"/>
                  </a:lnTo>
                  <a:lnTo>
                    <a:pt x="452204" y="276242"/>
                  </a:lnTo>
                  <a:lnTo>
                    <a:pt x="453216" y="280330"/>
                  </a:lnTo>
                  <a:lnTo>
                    <a:pt x="454228" y="284328"/>
                  </a:lnTo>
                  <a:lnTo>
                    <a:pt x="455234" y="288235"/>
                  </a:lnTo>
                  <a:lnTo>
                    <a:pt x="456246" y="292049"/>
                  </a:lnTo>
                  <a:lnTo>
                    <a:pt x="457252" y="295771"/>
                  </a:lnTo>
                  <a:lnTo>
                    <a:pt x="458264" y="299398"/>
                  </a:lnTo>
                  <a:lnTo>
                    <a:pt x="459271" y="302929"/>
                  </a:lnTo>
                  <a:lnTo>
                    <a:pt x="460282" y="306365"/>
                  </a:lnTo>
                  <a:lnTo>
                    <a:pt x="461289" y="309705"/>
                  </a:lnTo>
                  <a:lnTo>
                    <a:pt x="462301" y="312949"/>
                  </a:lnTo>
                  <a:lnTo>
                    <a:pt x="463307" y="316095"/>
                  </a:lnTo>
                  <a:lnTo>
                    <a:pt x="464319" y="319145"/>
                  </a:lnTo>
                  <a:lnTo>
                    <a:pt x="465331" y="322099"/>
                  </a:lnTo>
                  <a:lnTo>
                    <a:pt x="466337" y="324956"/>
                  </a:lnTo>
                  <a:lnTo>
                    <a:pt x="467349" y="327716"/>
                  </a:lnTo>
                  <a:lnTo>
                    <a:pt x="468356" y="330382"/>
                  </a:lnTo>
                  <a:lnTo>
                    <a:pt x="469368" y="332953"/>
                  </a:lnTo>
                  <a:lnTo>
                    <a:pt x="470374" y="335429"/>
                  </a:lnTo>
                  <a:lnTo>
                    <a:pt x="471386" y="337813"/>
                  </a:lnTo>
                  <a:lnTo>
                    <a:pt x="472392" y="340104"/>
                  </a:lnTo>
                  <a:lnTo>
                    <a:pt x="473404" y="342304"/>
                  </a:lnTo>
                  <a:lnTo>
                    <a:pt x="474411" y="344414"/>
                  </a:lnTo>
                  <a:lnTo>
                    <a:pt x="475423" y="346436"/>
                  </a:lnTo>
                  <a:lnTo>
                    <a:pt x="476434" y="348370"/>
                  </a:lnTo>
                  <a:lnTo>
                    <a:pt x="477441" y="350219"/>
                  </a:lnTo>
                  <a:lnTo>
                    <a:pt x="478453" y="351984"/>
                  </a:lnTo>
                  <a:lnTo>
                    <a:pt x="479459" y="353666"/>
                  </a:lnTo>
                  <a:lnTo>
                    <a:pt x="480471" y="355268"/>
                  </a:lnTo>
                  <a:lnTo>
                    <a:pt x="481477" y="356790"/>
                  </a:lnTo>
                  <a:lnTo>
                    <a:pt x="482489" y="358236"/>
                  </a:lnTo>
                  <a:lnTo>
                    <a:pt x="483496" y="359607"/>
                  </a:lnTo>
                  <a:lnTo>
                    <a:pt x="484508" y="360904"/>
                  </a:lnTo>
                  <a:lnTo>
                    <a:pt x="485514" y="362131"/>
                  </a:lnTo>
                  <a:lnTo>
                    <a:pt x="486526" y="363288"/>
                  </a:lnTo>
                  <a:lnTo>
                    <a:pt x="487532" y="364378"/>
                  </a:lnTo>
                  <a:lnTo>
                    <a:pt x="488544" y="365405"/>
                  </a:lnTo>
                  <a:lnTo>
                    <a:pt x="489556" y="366368"/>
                  </a:lnTo>
                  <a:lnTo>
                    <a:pt x="490563" y="367272"/>
                  </a:lnTo>
                  <a:lnTo>
                    <a:pt x="491574" y="368117"/>
                  </a:lnTo>
                  <a:lnTo>
                    <a:pt x="492581" y="368907"/>
                  </a:lnTo>
                  <a:lnTo>
                    <a:pt x="493593" y="369644"/>
                  </a:lnTo>
                  <a:lnTo>
                    <a:pt x="494599" y="370329"/>
                  </a:lnTo>
                  <a:lnTo>
                    <a:pt x="495611" y="370966"/>
                  </a:lnTo>
                  <a:lnTo>
                    <a:pt x="496617" y="371557"/>
                  </a:lnTo>
                  <a:lnTo>
                    <a:pt x="497629" y="372104"/>
                  </a:lnTo>
                  <a:lnTo>
                    <a:pt x="498636" y="372610"/>
                  </a:lnTo>
                  <a:lnTo>
                    <a:pt x="499648" y="373076"/>
                  </a:lnTo>
                  <a:lnTo>
                    <a:pt x="500659" y="373506"/>
                  </a:lnTo>
                  <a:lnTo>
                    <a:pt x="501666" y="373901"/>
                  </a:lnTo>
                  <a:lnTo>
                    <a:pt x="502678" y="374263"/>
                  </a:lnTo>
                  <a:lnTo>
                    <a:pt x="503684" y="374597"/>
                  </a:lnTo>
                  <a:lnTo>
                    <a:pt x="504696" y="374902"/>
                  </a:lnTo>
                  <a:lnTo>
                    <a:pt x="505703" y="375182"/>
                  </a:lnTo>
                  <a:lnTo>
                    <a:pt x="506714" y="375439"/>
                  </a:lnTo>
                  <a:lnTo>
                    <a:pt x="507721" y="375675"/>
                  </a:lnTo>
                  <a:lnTo>
                    <a:pt x="508733" y="375893"/>
                  </a:lnTo>
                  <a:lnTo>
                    <a:pt x="509739" y="376094"/>
                  </a:lnTo>
                  <a:lnTo>
                    <a:pt x="510751" y="376281"/>
                  </a:lnTo>
                  <a:lnTo>
                    <a:pt x="511763" y="376455"/>
                  </a:lnTo>
                  <a:lnTo>
                    <a:pt x="512769" y="376619"/>
                  </a:lnTo>
                  <a:lnTo>
                    <a:pt x="513781" y="376776"/>
                  </a:lnTo>
                  <a:lnTo>
                    <a:pt x="514788" y="376925"/>
                  </a:lnTo>
                  <a:lnTo>
                    <a:pt x="515799" y="377071"/>
                  </a:lnTo>
                  <a:lnTo>
                    <a:pt x="516806" y="377215"/>
                  </a:lnTo>
                  <a:lnTo>
                    <a:pt x="517818" y="377358"/>
                  </a:lnTo>
                  <a:lnTo>
                    <a:pt x="518824" y="377502"/>
                  </a:lnTo>
                  <a:lnTo>
                    <a:pt x="519836" y="377650"/>
                  </a:lnTo>
                  <a:lnTo>
                    <a:pt x="520843" y="377801"/>
                  </a:lnTo>
                  <a:lnTo>
                    <a:pt x="521854" y="377960"/>
                  </a:lnTo>
                  <a:lnTo>
                    <a:pt x="522866" y="378127"/>
                  </a:lnTo>
                  <a:lnTo>
                    <a:pt x="523873" y="378304"/>
                  </a:lnTo>
                  <a:lnTo>
                    <a:pt x="524885" y="378491"/>
                  </a:lnTo>
                  <a:lnTo>
                    <a:pt x="525891" y="378691"/>
                  </a:lnTo>
                  <a:lnTo>
                    <a:pt x="526903" y="378906"/>
                  </a:lnTo>
                  <a:lnTo>
                    <a:pt x="527909" y="379136"/>
                  </a:lnTo>
                  <a:lnTo>
                    <a:pt x="528921" y="379382"/>
                  </a:lnTo>
                  <a:lnTo>
                    <a:pt x="529928" y="379647"/>
                  </a:lnTo>
                  <a:lnTo>
                    <a:pt x="530940" y="379931"/>
                  </a:lnTo>
                  <a:lnTo>
                    <a:pt x="531946" y="380235"/>
                  </a:lnTo>
                  <a:lnTo>
                    <a:pt x="532958" y="380561"/>
                  </a:lnTo>
                  <a:lnTo>
                    <a:pt x="533970" y="380909"/>
                  </a:lnTo>
                  <a:lnTo>
                    <a:pt x="534976" y="381281"/>
                  </a:lnTo>
                  <a:lnTo>
                    <a:pt x="535988" y="381677"/>
                  </a:lnTo>
                  <a:lnTo>
                    <a:pt x="536994" y="382099"/>
                  </a:lnTo>
                  <a:lnTo>
                    <a:pt x="538006" y="382547"/>
                  </a:lnTo>
                  <a:lnTo>
                    <a:pt x="539013" y="383022"/>
                  </a:lnTo>
                  <a:lnTo>
                    <a:pt x="540025" y="383526"/>
                  </a:lnTo>
                  <a:lnTo>
                    <a:pt x="541031" y="384057"/>
                  </a:lnTo>
                  <a:lnTo>
                    <a:pt x="542043" y="384618"/>
                  </a:lnTo>
                  <a:lnTo>
                    <a:pt x="543049" y="385209"/>
                  </a:lnTo>
                  <a:lnTo>
                    <a:pt x="544061" y="385829"/>
                  </a:lnTo>
                  <a:lnTo>
                    <a:pt x="545068" y="386481"/>
                  </a:lnTo>
                  <a:lnTo>
                    <a:pt x="546080" y="387164"/>
                  </a:lnTo>
                  <a:lnTo>
                    <a:pt x="547091" y="387879"/>
                  </a:lnTo>
                  <a:lnTo>
                    <a:pt x="548098" y="388625"/>
                  </a:lnTo>
                  <a:lnTo>
                    <a:pt x="549110" y="389405"/>
                  </a:lnTo>
                  <a:lnTo>
                    <a:pt x="550116" y="390217"/>
                  </a:lnTo>
                  <a:lnTo>
                    <a:pt x="551128" y="391062"/>
                  </a:lnTo>
                  <a:lnTo>
                    <a:pt x="552134" y="391939"/>
                  </a:lnTo>
                  <a:lnTo>
                    <a:pt x="553146" y="392850"/>
                  </a:lnTo>
                  <a:lnTo>
                    <a:pt x="554153" y="393795"/>
                  </a:lnTo>
                  <a:lnTo>
                    <a:pt x="555165" y="394773"/>
                  </a:lnTo>
                  <a:lnTo>
                    <a:pt x="556171" y="395785"/>
                  </a:lnTo>
                  <a:lnTo>
                    <a:pt x="557183" y="396830"/>
                  </a:lnTo>
                  <a:lnTo>
                    <a:pt x="558195" y="397908"/>
                  </a:lnTo>
                  <a:lnTo>
                    <a:pt x="559201" y="399020"/>
                  </a:lnTo>
                  <a:lnTo>
                    <a:pt x="560213" y="400166"/>
                  </a:lnTo>
                  <a:lnTo>
                    <a:pt x="561220" y="401344"/>
                  </a:lnTo>
                  <a:lnTo>
                    <a:pt x="562231" y="402555"/>
                  </a:lnTo>
                  <a:lnTo>
                    <a:pt x="563238" y="403799"/>
                  </a:lnTo>
                  <a:lnTo>
                    <a:pt x="564250" y="405075"/>
                  </a:lnTo>
                  <a:lnTo>
                    <a:pt x="565256" y="406384"/>
                  </a:lnTo>
                  <a:lnTo>
                    <a:pt x="566268" y="407725"/>
                  </a:lnTo>
                  <a:lnTo>
                    <a:pt x="567275" y="409097"/>
                  </a:lnTo>
                  <a:lnTo>
                    <a:pt x="568286" y="410500"/>
                  </a:lnTo>
                  <a:lnTo>
                    <a:pt x="569298" y="411934"/>
                  </a:lnTo>
                  <a:lnTo>
                    <a:pt x="570305" y="413399"/>
                  </a:lnTo>
                  <a:lnTo>
                    <a:pt x="571316" y="414894"/>
                  </a:lnTo>
                  <a:lnTo>
                    <a:pt x="572323" y="416418"/>
                  </a:lnTo>
                  <a:lnTo>
                    <a:pt x="573335" y="417971"/>
                  </a:lnTo>
                  <a:lnTo>
                    <a:pt x="574341" y="419553"/>
                  </a:lnTo>
                  <a:lnTo>
                    <a:pt x="575353" y="421163"/>
                  </a:lnTo>
                  <a:lnTo>
                    <a:pt x="576360" y="422800"/>
                  </a:lnTo>
                  <a:lnTo>
                    <a:pt x="577371" y="424464"/>
                  </a:lnTo>
                  <a:lnTo>
                    <a:pt x="578378" y="426155"/>
                  </a:lnTo>
                  <a:lnTo>
                    <a:pt x="579390" y="427871"/>
                  </a:lnTo>
                  <a:lnTo>
                    <a:pt x="580402" y="429612"/>
                  </a:lnTo>
                  <a:lnTo>
                    <a:pt x="581408" y="431378"/>
                  </a:lnTo>
                  <a:lnTo>
                    <a:pt x="582420" y="433168"/>
                  </a:lnTo>
                  <a:lnTo>
                    <a:pt x="583426" y="434980"/>
                  </a:lnTo>
                  <a:lnTo>
                    <a:pt x="584438" y="436816"/>
                  </a:lnTo>
                  <a:lnTo>
                    <a:pt x="585445" y="438674"/>
                  </a:lnTo>
                  <a:lnTo>
                    <a:pt x="586457" y="440552"/>
                  </a:lnTo>
                  <a:lnTo>
                    <a:pt x="587463" y="442451"/>
                  </a:lnTo>
                  <a:lnTo>
                    <a:pt x="588475" y="444370"/>
                  </a:lnTo>
                  <a:lnTo>
                    <a:pt x="589481" y="446307"/>
                  </a:lnTo>
                  <a:lnTo>
                    <a:pt x="590493" y="448263"/>
                  </a:lnTo>
                  <a:lnTo>
                    <a:pt x="591500" y="450237"/>
                  </a:lnTo>
                  <a:lnTo>
                    <a:pt x="592511" y="452227"/>
                  </a:lnTo>
                  <a:lnTo>
                    <a:pt x="593523" y="454233"/>
                  </a:lnTo>
                  <a:lnTo>
                    <a:pt x="594530" y="456255"/>
                  </a:lnTo>
                  <a:lnTo>
                    <a:pt x="595542" y="458291"/>
                  </a:lnTo>
                  <a:lnTo>
                    <a:pt x="596548" y="460341"/>
                  </a:lnTo>
                  <a:lnTo>
                    <a:pt x="597560" y="462405"/>
                  </a:lnTo>
                  <a:lnTo>
                    <a:pt x="598566" y="464480"/>
                  </a:lnTo>
                  <a:lnTo>
                    <a:pt x="599578" y="466566"/>
                  </a:lnTo>
                  <a:lnTo>
                    <a:pt x="600585" y="468664"/>
                  </a:lnTo>
                  <a:lnTo>
                    <a:pt x="601597" y="470772"/>
                  </a:lnTo>
                  <a:lnTo>
                    <a:pt x="602603" y="472889"/>
                  </a:lnTo>
                  <a:lnTo>
                    <a:pt x="603615" y="475014"/>
                  </a:lnTo>
                  <a:lnTo>
                    <a:pt x="604627" y="477147"/>
                  </a:lnTo>
                  <a:lnTo>
                    <a:pt x="605633" y="479287"/>
                  </a:lnTo>
                  <a:lnTo>
                    <a:pt x="606645" y="481433"/>
                  </a:lnTo>
                  <a:lnTo>
                    <a:pt x="607651" y="483585"/>
                  </a:lnTo>
                  <a:lnTo>
                    <a:pt x="608663" y="485741"/>
                  </a:lnTo>
                  <a:lnTo>
                    <a:pt x="609670" y="487899"/>
                  </a:lnTo>
                  <a:lnTo>
                    <a:pt x="610682" y="490067"/>
                  </a:lnTo>
                  <a:lnTo>
                    <a:pt x="611688" y="492229"/>
                  </a:lnTo>
                  <a:lnTo>
                    <a:pt x="612700" y="494401"/>
                  </a:lnTo>
                  <a:lnTo>
                    <a:pt x="613706" y="496569"/>
                  </a:lnTo>
                  <a:lnTo>
                    <a:pt x="614718" y="498736"/>
                  </a:lnTo>
                  <a:lnTo>
                    <a:pt x="615730" y="500904"/>
                  </a:lnTo>
                  <a:lnTo>
                    <a:pt x="616737" y="503071"/>
                  </a:lnTo>
                  <a:lnTo>
                    <a:pt x="617748" y="505239"/>
                  </a:lnTo>
                  <a:lnTo>
                    <a:pt x="618755" y="507406"/>
                  </a:lnTo>
                  <a:lnTo>
                    <a:pt x="619767" y="509563"/>
                  </a:lnTo>
                  <a:lnTo>
                    <a:pt x="620773" y="511720"/>
                  </a:lnTo>
                  <a:lnTo>
                    <a:pt x="621785" y="513876"/>
                  </a:lnTo>
                  <a:lnTo>
                    <a:pt x="622792" y="516022"/>
                  </a:lnTo>
                  <a:lnTo>
                    <a:pt x="623803" y="518163"/>
                  </a:lnTo>
                  <a:lnTo>
                    <a:pt x="624810" y="520299"/>
                  </a:lnTo>
                  <a:lnTo>
                    <a:pt x="625822" y="522429"/>
                  </a:lnTo>
                  <a:lnTo>
                    <a:pt x="626833" y="524548"/>
                  </a:lnTo>
                  <a:lnTo>
                    <a:pt x="627840" y="526663"/>
                  </a:lnTo>
                  <a:lnTo>
                    <a:pt x="628852" y="528766"/>
                  </a:lnTo>
                  <a:lnTo>
                    <a:pt x="629858" y="530864"/>
                  </a:lnTo>
                  <a:lnTo>
                    <a:pt x="630870" y="532952"/>
                  </a:lnTo>
                  <a:lnTo>
                    <a:pt x="631877" y="535029"/>
                  </a:lnTo>
                  <a:lnTo>
                    <a:pt x="632888" y="537095"/>
                  </a:lnTo>
                  <a:lnTo>
                    <a:pt x="633895" y="539145"/>
                  </a:lnTo>
                  <a:lnTo>
                    <a:pt x="634907" y="541190"/>
                  </a:lnTo>
                  <a:lnTo>
                    <a:pt x="635913" y="543219"/>
                  </a:lnTo>
                  <a:lnTo>
                    <a:pt x="636925" y="545237"/>
                  </a:lnTo>
                  <a:lnTo>
                    <a:pt x="637931" y="547240"/>
                  </a:lnTo>
                  <a:lnTo>
                    <a:pt x="638943" y="549231"/>
                  </a:lnTo>
                  <a:lnTo>
                    <a:pt x="639955" y="551213"/>
                  </a:lnTo>
                  <a:lnTo>
                    <a:pt x="640962" y="553172"/>
                  </a:lnTo>
                  <a:lnTo>
                    <a:pt x="641974" y="555121"/>
                  </a:lnTo>
                  <a:lnTo>
                    <a:pt x="642980" y="557054"/>
                  </a:lnTo>
                  <a:lnTo>
                    <a:pt x="643992" y="558972"/>
                  </a:lnTo>
                  <a:lnTo>
                    <a:pt x="644998" y="560873"/>
                  </a:lnTo>
                  <a:lnTo>
                    <a:pt x="646010" y="562758"/>
                  </a:lnTo>
                  <a:lnTo>
                    <a:pt x="647017" y="564627"/>
                  </a:lnTo>
                  <a:lnTo>
                    <a:pt x="648028" y="566480"/>
                  </a:lnTo>
                  <a:lnTo>
                    <a:pt x="649035" y="568312"/>
                  </a:lnTo>
                  <a:lnTo>
                    <a:pt x="650047" y="570134"/>
                  </a:lnTo>
                  <a:lnTo>
                    <a:pt x="651059" y="571934"/>
                  </a:lnTo>
                  <a:lnTo>
                    <a:pt x="652065" y="573712"/>
                  </a:lnTo>
                  <a:lnTo>
                    <a:pt x="653077" y="575475"/>
                  </a:lnTo>
                  <a:lnTo>
                    <a:pt x="654083" y="577222"/>
                  </a:lnTo>
                  <a:lnTo>
                    <a:pt x="655095" y="578947"/>
                  </a:lnTo>
                  <a:lnTo>
                    <a:pt x="656102" y="580656"/>
                  </a:lnTo>
                  <a:lnTo>
                    <a:pt x="657113" y="582345"/>
                  </a:lnTo>
                  <a:lnTo>
                    <a:pt x="658120" y="584017"/>
                  </a:lnTo>
                  <a:lnTo>
                    <a:pt x="659132" y="585668"/>
                  </a:lnTo>
                  <a:lnTo>
                    <a:pt x="660138" y="587297"/>
                  </a:lnTo>
                  <a:lnTo>
                    <a:pt x="661150" y="588905"/>
                  </a:lnTo>
                  <a:lnTo>
                    <a:pt x="662162" y="590498"/>
                  </a:lnTo>
                  <a:lnTo>
                    <a:pt x="663168" y="592069"/>
                  </a:lnTo>
                  <a:lnTo>
                    <a:pt x="664180" y="593624"/>
                  </a:lnTo>
                  <a:lnTo>
                    <a:pt x="665187" y="595152"/>
                  </a:lnTo>
                  <a:lnTo>
                    <a:pt x="666199" y="596665"/>
                  </a:lnTo>
                  <a:lnTo>
                    <a:pt x="667205" y="598156"/>
                  </a:lnTo>
                  <a:lnTo>
                    <a:pt x="668217" y="599625"/>
                  </a:lnTo>
                  <a:lnTo>
                    <a:pt x="669223" y="601074"/>
                  </a:lnTo>
                  <a:lnTo>
                    <a:pt x="670235" y="602506"/>
                  </a:lnTo>
                  <a:lnTo>
                    <a:pt x="671242" y="603918"/>
                  </a:lnTo>
                  <a:lnTo>
                    <a:pt x="672254" y="605302"/>
                  </a:lnTo>
                  <a:lnTo>
                    <a:pt x="673265" y="606671"/>
                  </a:lnTo>
                  <a:lnTo>
                    <a:pt x="674272" y="608024"/>
                  </a:lnTo>
                  <a:lnTo>
                    <a:pt x="675284" y="609350"/>
                  </a:lnTo>
                  <a:lnTo>
                    <a:pt x="676290" y="610654"/>
                  </a:lnTo>
                  <a:lnTo>
                    <a:pt x="677302" y="611943"/>
                  </a:lnTo>
                  <a:lnTo>
                    <a:pt x="678308" y="613210"/>
                  </a:lnTo>
                  <a:lnTo>
                    <a:pt x="679320" y="614457"/>
                  </a:lnTo>
                  <a:lnTo>
                    <a:pt x="680327" y="615681"/>
                  </a:lnTo>
                  <a:lnTo>
                    <a:pt x="681339" y="616890"/>
                  </a:lnTo>
                  <a:lnTo>
                    <a:pt x="682345" y="618073"/>
                  </a:lnTo>
                  <a:lnTo>
                    <a:pt x="683357" y="619239"/>
                  </a:lnTo>
                  <a:lnTo>
                    <a:pt x="684363" y="620389"/>
                  </a:lnTo>
                  <a:lnTo>
                    <a:pt x="685375" y="621513"/>
                  </a:lnTo>
                  <a:lnTo>
                    <a:pt x="686387" y="622620"/>
                  </a:lnTo>
                  <a:lnTo>
                    <a:pt x="687394" y="623707"/>
                  </a:lnTo>
                  <a:lnTo>
                    <a:pt x="688405" y="624777"/>
                  </a:lnTo>
                  <a:lnTo>
                    <a:pt x="689412" y="625826"/>
                  </a:lnTo>
                  <a:lnTo>
                    <a:pt x="690424" y="626854"/>
                  </a:lnTo>
                  <a:lnTo>
                    <a:pt x="691430" y="627866"/>
                  </a:lnTo>
                  <a:lnTo>
                    <a:pt x="692442" y="628856"/>
                  </a:lnTo>
                  <a:lnTo>
                    <a:pt x="693448" y="629831"/>
                  </a:lnTo>
                  <a:lnTo>
                    <a:pt x="694460" y="630784"/>
                  </a:lnTo>
                  <a:lnTo>
                    <a:pt x="695467" y="631721"/>
                  </a:lnTo>
                  <a:lnTo>
                    <a:pt x="696479" y="632637"/>
                  </a:lnTo>
                  <a:lnTo>
                    <a:pt x="697490" y="633537"/>
                  </a:lnTo>
                  <a:lnTo>
                    <a:pt x="698497" y="634421"/>
                  </a:lnTo>
                  <a:lnTo>
                    <a:pt x="699509" y="635284"/>
                  </a:lnTo>
                  <a:lnTo>
                    <a:pt x="700515" y="636131"/>
                  </a:lnTo>
                  <a:lnTo>
                    <a:pt x="701527" y="636956"/>
                  </a:lnTo>
                  <a:lnTo>
                    <a:pt x="702534" y="637771"/>
                  </a:lnTo>
                  <a:lnTo>
                    <a:pt x="703545" y="638565"/>
                  </a:lnTo>
                  <a:lnTo>
                    <a:pt x="704552" y="639342"/>
                  </a:lnTo>
                  <a:lnTo>
                    <a:pt x="705564" y="640109"/>
                  </a:lnTo>
                  <a:lnTo>
                    <a:pt x="706570" y="640854"/>
                  </a:lnTo>
                  <a:lnTo>
                    <a:pt x="707582" y="641579"/>
                  </a:lnTo>
                  <a:lnTo>
                    <a:pt x="708594" y="642292"/>
                  </a:lnTo>
                  <a:lnTo>
                    <a:pt x="709600" y="642990"/>
                  </a:lnTo>
                  <a:lnTo>
                    <a:pt x="710612" y="643677"/>
                  </a:lnTo>
                  <a:lnTo>
                    <a:pt x="711619" y="644343"/>
                  </a:lnTo>
                  <a:lnTo>
                    <a:pt x="712630" y="644992"/>
                  </a:lnTo>
                  <a:lnTo>
                    <a:pt x="713637" y="645631"/>
                  </a:lnTo>
                  <a:lnTo>
                    <a:pt x="714649" y="646254"/>
                  </a:lnTo>
                  <a:lnTo>
                    <a:pt x="715655" y="646862"/>
                  </a:lnTo>
                  <a:lnTo>
                    <a:pt x="716667" y="647453"/>
                  </a:lnTo>
                  <a:lnTo>
                    <a:pt x="717674" y="648033"/>
                  </a:lnTo>
                  <a:lnTo>
                    <a:pt x="718685" y="648598"/>
                  </a:lnTo>
                  <a:lnTo>
                    <a:pt x="719697" y="649151"/>
                  </a:lnTo>
                  <a:lnTo>
                    <a:pt x="720704" y="649689"/>
                  </a:lnTo>
                  <a:lnTo>
                    <a:pt x="721716" y="650216"/>
                  </a:lnTo>
                  <a:lnTo>
                    <a:pt x="722722" y="650733"/>
                  </a:lnTo>
                  <a:lnTo>
                    <a:pt x="723734" y="651228"/>
                  </a:lnTo>
                  <a:lnTo>
                    <a:pt x="724740" y="651718"/>
                  </a:lnTo>
                  <a:lnTo>
                    <a:pt x="725752" y="652192"/>
                  </a:lnTo>
                  <a:lnTo>
                    <a:pt x="726759" y="652656"/>
                  </a:lnTo>
                  <a:lnTo>
                    <a:pt x="727771" y="653108"/>
                  </a:lnTo>
                  <a:lnTo>
                    <a:pt x="728777" y="653550"/>
                  </a:lnTo>
                  <a:lnTo>
                    <a:pt x="729789" y="653982"/>
                  </a:lnTo>
                  <a:lnTo>
                    <a:pt x="730795" y="654397"/>
                  </a:lnTo>
                  <a:lnTo>
                    <a:pt x="731807" y="654802"/>
                  </a:lnTo>
                  <a:lnTo>
                    <a:pt x="732819" y="655201"/>
                  </a:lnTo>
                  <a:lnTo>
                    <a:pt x="733825" y="655584"/>
                  </a:lnTo>
                  <a:lnTo>
                    <a:pt x="734837" y="655963"/>
                  </a:lnTo>
                  <a:lnTo>
                    <a:pt x="735844" y="656325"/>
                  </a:lnTo>
                  <a:lnTo>
                    <a:pt x="736856" y="656681"/>
                  </a:lnTo>
                  <a:lnTo>
                    <a:pt x="737862" y="657028"/>
                  </a:lnTo>
                  <a:lnTo>
                    <a:pt x="738874" y="657363"/>
                  </a:lnTo>
                  <a:lnTo>
                    <a:pt x="739880" y="657688"/>
                  </a:lnTo>
                  <a:lnTo>
                    <a:pt x="740892" y="658007"/>
                  </a:lnTo>
                  <a:lnTo>
                    <a:pt x="741899" y="658316"/>
                  </a:lnTo>
                  <a:lnTo>
                    <a:pt x="742911" y="658615"/>
                  </a:lnTo>
                  <a:lnTo>
                    <a:pt x="743922" y="658907"/>
                  </a:lnTo>
                  <a:lnTo>
                    <a:pt x="744929" y="659190"/>
                  </a:lnTo>
                  <a:lnTo>
                    <a:pt x="745941" y="659467"/>
                  </a:lnTo>
                  <a:lnTo>
                    <a:pt x="746947" y="659733"/>
                  </a:lnTo>
                  <a:lnTo>
                    <a:pt x="747959" y="659989"/>
                  </a:lnTo>
                  <a:lnTo>
                    <a:pt x="748965" y="660244"/>
                  </a:lnTo>
                  <a:lnTo>
                    <a:pt x="749977" y="660484"/>
                  </a:lnTo>
                  <a:lnTo>
                    <a:pt x="750984" y="660723"/>
                  </a:lnTo>
                  <a:lnTo>
                    <a:pt x="751996" y="660952"/>
                  </a:lnTo>
                  <a:lnTo>
                    <a:pt x="753002" y="661176"/>
                  </a:lnTo>
                  <a:lnTo>
                    <a:pt x="754014" y="661389"/>
                  </a:lnTo>
                  <a:lnTo>
                    <a:pt x="755026" y="661602"/>
                  </a:lnTo>
                  <a:lnTo>
                    <a:pt x="756032" y="661804"/>
                  </a:lnTo>
                  <a:lnTo>
                    <a:pt x="757044" y="662001"/>
                  </a:lnTo>
                  <a:lnTo>
                    <a:pt x="758051" y="662193"/>
                  </a:lnTo>
                  <a:lnTo>
                    <a:pt x="759062" y="662380"/>
                  </a:lnTo>
                  <a:lnTo>
                    <a:pt x="760069" y="662555"/>
                  </a:lnTo>
                  <a:lnTo>
                    <a:pt x="761081" y="662731"/>
                  </a:lnTo>
                  <a:lnTo>
                    <a:pt x="762087" y="662896"/>
                  </a:lnTo>
                  <a:lnTo>
                    <a:pt x="763099" y="663061"/>
                  </a:lnTo>
                  <a:lnTo>
                    <a:pt x="764106" y="663216"/>
                  </a:lnTo>
                  <a:lnTo>
                    <a:pt x="765117" y="663370"/>
                  </a:lnTo>
                  <a:lnTo>
                    <a:pt x="766129" y="663519"/>
                  </a:lnTo>
                  <a:lnTo>
                    <a:pt x="767136" y="663663"/>
                  </a:lnTo>
                  <a:lnTo>
                    <a:pt x="768147" y="663796"/>
                  </a:lnTo>
                  <a:lnTo>
                    <a:pt x="769154" y="663929"/>
                  </a:lnTo>
                  <a:lnTo>
                    <a:pt x="770166" y="664062"/>
                  </a:lnTo>
                  <a:lnTo>
                    <a:pt x="771172" y="664185"/>
                  </a:lnTo>
                  <a:lnTo>
                    <a:pt x="772184" y="664307"/>
                  </a:lnTo>
                  <a:lnTo>
                    <a:pt x="773191" y="664425"/>
                  </a:lnTo>
                  <a:lnTo>
                    <a:pt x="774202" y="664536"/>
                  </a:lnTo>
                  <a:lnTo>
                    <a:pt x="775209" y="664643"/>
                  </a:lnTo>
                  <a:lnTo>
                    <a:pt x="776221" y="664749"/>
                  </a:lnTo>
                  <a:lnTo>
                    <a:pt x="777227" y="664851"/>
                  </a:lnTo>
                  <a:lnTo>
                    <a:pt x="778239" y="664946"/>
                  </a:lnTo>
                  <a:lnTo>
                    <a:pt x="779251" y="665042"/>
                  </a:lnTo>
                  <a:lnTo>
                    <a:pt x="780257" y="665133"/>
                  </a:lnTo>
                  <a:lnTo>
                    <a:pt x="781269" y="665223"/>
                  </a:lnTo>
                  <a:lnTo>
                    <a:pt x="782276" y="665309"/>
                  </a:lnTo>
                  <a:lnTo>
                    <a:pt x="783288" y="665388"/>
                  </a:lnTo>
                  <a:lnTo>
                    <a:pt x="784294" y="665468"/>
                  </a:lnTo>
                  <a:lnTo>
                    <a:pt x="785306" y="665543"/>
                  </a:lnTo>
                  <a:lnTo>
                    <a:pt x="786312" y="665617"/>
                  </a:lnTo>
                  <a:lnTo>
                    <a:pt x="787324" y="665687"/>
                  </a:lnTo>
                  <a:lnTo>
                    <a:pt x="788331" y="665756"/>
                  </a:lnTo>
                  <a:lnTo>
                    <a:pt x="789342" y="665820"/>
                  </a:lnTo>
                  <a:lnTo>
                    <a:pt x="790354" y="665884"/>
                  </a:lnTo>
                  <a:lnTo>
                    <a:pt x="791361" y="665948"/>
                  </a:lnTo>
                  <a:lnTo>
                    <a:pt x="792373" y="666006"/>
                  </a:lnTo>
                  <a:lnTo>
                    <a:pt x="793379" y="666065"/>
                  </a:lnTo>
                  <a:lnTo>
                    <a:pt x="794391" y="666118"/>
                  </a:lnTo>
                  <a:lnTo>
                    <a:pt x="795397" y="666171"/>
                  </a:lnTo>
                  <a:lnTo>
                    <a:pt x="796409" y="666219"/>
                  </a:lnTo>
                  <a:lnTo>
                    <a:pt x="797416" y="666267"/>
                  </a:lnTo>
                  <a:lnTo>
                    <a:pt x="798428" y="666315"/>
                  </a:lnTo>
                  <a:lnTo>
                    <a:pt x="799434" y="666358"/>
                  </a:lnTo>
                  <a:lnTo>
                    <a:pt x="800446" y="666406"/>
                  </a:lnTo>
                  <a:lnTo>
                    <a:pt x="801458" y="666443"/>
                  </a:lnTo>
                  <a:lnTo>
                    <a:pt x="802464" y="666485"/>
                  </a:lnTo>
                  <a:lnTo>
                    <a:pt x="803476" y="666523"/>
                  </a:lnTo>
                  <a:lnTo>
                    <a:pt x="804482" y="666560"/>
                  </a:lnTo>
                  <a:lnTo>
                    <a:pt x="805494" y="666597"/>
                  </a:lnTo>
                  <a:lnTo>
                    <a:pt x="806501" y="666629"/>
                  </a:lnTo>
                  <a:lnTo>
                    <a:pt x="807513" y="666661"/>
                  </a:lnTo>
                  <a:lnTo>
                    <a:pt x="808519" y="666693"/>
                  </a:lnTo>
                  <a:lnTo>
                    <a:pt x="809531" y="666725"/>
                  </a:lnTo>
                  <a:lnTo>
                    <a:pt x="810537" y="666752"/>
                  </a:lnTo>
                  <a:lnTo>
                    <a:pt x="811549" y="666778"/>
                  </a:lnTo>
                  <a:lnTo>
                    <a:pt x="812561" y="666805"/>
                  </a:lnTo>
                  <a:lnTo>
                    <a:pt x="813568" y="666832"/>
                  </a:lnTo>
                  <a:lnTo>
                    <a:pt x="814579" y="666858"/>
                  </a:lnTo>
                  <a:lnTo>
                    <a:pt x="815586" y="666880"/>
                  </a:lnTo>
                  <a:lnTo>
                    <a:pt x="816598" y="666901"/>
                  </a:lnTo>
                  <a:lnTo>
                    <a:pt x="817604" y="666927"/>
                  </a:lnTo>
                  <a:lnTo>
                    <a:pt x="818616" y="666943"/>
                  </a:lnTo>
                  <a:lnTo>
                    <a:pt x="819623" y="666965"/>
                  </a:lnTo>
                  <a:lnTo>
                    <a:pt x="820634" y="666986"/>
                  </a:lnTo>
                  <a:lnTo>
                    <a:pt x="821641" y="667002"/>
                  </a:lnTo>
                  <a:lnTo>
                    <a:pt x="822653" y="667018"/>
                  </a:lnTo>
                  <a:lnTo>
                    <a:pt x="823664" y="667039"/>
                  </a:lnTo>
                  <a:lnTo>
                    <a:pt x="824671" y="667055"/>
                  </a:lnTo>
                  <a:lnTo>
                    <a:pt x="825683" y="667066"/>
                  </a:lnTo>
                  <a:lnTo>
                    <a:pt x="826689" y="667082"/>
                  </a:lnTo>
                  <a:lnTo>
                    <a:pt x="827701" y="667098"/>
                  </a:lnTo>
                  <a:lnTo>
                    <a:pt x="828708" y="667109"/>
                  </a:lnTo>
                  <a:lnTo>
                    <a:pt x="829719" y="667124"/>
                  </a:lnTo>
                  <a:lnTo>
                    <a:pt x="830726" y="667135"/>
                  </a:lnTo>
                  <a:lnTo>
                    <a:pt x="831738" y="667146"/>
                  </a:lnTo>
                  <a:lnTo>
                    <a:pt x="832744" y="667156"/>
                  </a:lnTo>
                  <a:lnTo>
                    <a:pt x="833756" y="667172"/>
                  </a:lnTo>
                  <a:lnTo>
                    <a:pt x="834763" y="667178"/>
                  </a:lnTo>
                  <a:lnTo>
                    <a:pt x="835774" y="667188"/>
                  </a:lnTo>
                  <a:lnTo>
                    <a:pt x="836786" y="667199"/>
                  </a:lnTo>
                  <a:lnTo>
                    <a:pt x="837793" y="667210"/>
                  </a:lnTo>
                  <a:lnTo>
                    <a:pt x="838805" y="667215"/>
                  </a:lnTo>
                  <a:lnTo>
                    <a:pt x="839811" y="667226"/>
                  </a:lnTo>
                  <a:lnTo>
                    <a:pt x="840823" y="667231"/>
                  </a:lnTo>
                  <a:lnTo>
                    <a:pt x="841829" y="667242"/>
                  </a:lnTo>
                  <a:lnTo>
                    <a:pt x="842841" y="667247"/>
                  </a:lnTo>
                  <a:lnTo>
                    <a:pt x="843848" y="667252"/>
                  </a:lnTo>
                  <a:lnTo>
                    <a:pt x="844859" y="667263"/>
                  </a:lnTo>
                  <a:lnTo>
                    <a:pt x="845866" y="667268"/>
                  </a:lnTo>
                  <a:lnTo>
                    <a:pt x="846878" y="667274"/>
                  </a:lnTo>
                  <a:lnTo>
                    <a:pt x="847890" y="667279"/>
                  </a:lnTo>
                  <a:lnTo>
                    <a:pt x="848896" y="667284"/>
                  </a:lnTo>
                  <a:lnTo>
                    <a:pt x="849908" y="667290"/>
                  </a:lnTo>
                  <a:lnTo>
                    <a:pt x="850914" y="667295"/>
                  </a:lnTo>
                  <a:lnTo>
                    <a:pt x="851926" y="667300"/>
                  </a:lnTo>
                  <a:lnTo>
                    <a:pt x="852933" y="667306"/>
                  </a:lnTo>
                  <a:lnTo>
                    <a:pt x="853945" y="667306"/>
                  </a:lnTo>
                  <a:lnTo>
                    <a:pt x="854951" y="667311"/>
                  </a:lnTo>
                  <a:lnTo>
                    <a:pt x="855963" y="667316"/>
                  </a:lnTo>
                  <a:lnTo>
                    <a:pt x="856969" y="667322"/>
                  </a:lnTo>
                  <a:lnTo>
                    <a:pt x="857981" y="667322"/>
                  </a:lnTo>
                  <a:lnTo>
                    <a:pt x="858993" y="667327"/>
                  </a:lnTo>
                  <a:lnTo>
                    <a:pt x="859999" y="667327"/>
                  </a:lnTo>
                  <a:lnTo>
                    <a:pt x="861011" y="667332"/>
                  </a:lnTo>
                  <a:lnTo>
                    <a:pt x="862018" y="667332"/>
                  </a:lnTo>
                  <a:lnTo>
                    <a:pt x="863030" y="667338"/>
                  </a:lnTo>
                  <a:lnTo>
                    <a:pt x="864036" y="667338"/>
                  </a:lnTo>
                  <a:lnTo>
                    <a:pt x="865048" y="667343"/>
                  </a:lnTo>
                  <a:lnTo>
                    <a:pt x="866054" y="667343"/>
                  </a:lnTo>
                  <a:lnTo>
                    <a:pt x="867066" y="667348"/>
                  </a:lnTo>
                  <a:lnTo>
                    <a:pt x="868073" y="667348"/>
                  </a:lnTo>
                  <a:lnTo>
                    <a:pt x="869085" y="667354"/>
                  </a:lnTo>
                  <a:lnTo>
                    <a:pt x="870096" y="667354"/>
                  </a:lnTo>
                  <a:lnTo>
                    <a:pt x="871103" y="667354"/>
                  </a:lnTo>
                  <a:lnTo>
                    <a:pt x="872115" y="667359"/>
                  </a:lnTo>
                  <a:lnTo>
                    <a:pt x="873121" y="667359"/>
                  </a:lnTo>
                  <a:lnTo>
                    <a:pt x="874133" y="667359"/>
                  </a:lnTo>
                  <a:lnTo>
                    <a:pt x="875140" y="667359"/>
                  </a:lnTo>
                  <a:lnTo>
                    <a:pt x="876151" y="667364"/>
                  </a:lnTo>
                  <a:lnTo>
                    <a:pt x="877158" y="667364"/>
                  </a:lnTo>
                  <a:lnTo>
                    <a:pt x="878170" y="667364"/>
                  </a:lnTo>
                  <a:lnTo>
                    <a:pt x="879176" y="667364"/>
                  </a:lnTo>
                  <a:lnTo>
                    <a:pt x="880188" y="667370"/>
                  </a:lnTo>
                  <a:lnTo>
                    <a:pt x="881195" y="667370"/>
                  </a:lnTo>
                  <a:lnTo>
                    <a:pt x="882206" y="667370"/>
                  </a:lnTo>
                  <a:lnTo>
                    <a:pt x="883218" y="667370"/>
                  </a:lnTo>
                  <a:lnTo>
                    <a:pt x="884225" y="667370"/>
                  </a:lnTo>
                  <a:lnTo>
                    <a:pt x="885236" y="667375"/>
                  </a:lnTo>
                  <a:lnTo>
                    <a:pt x="886243" y="667375"/>
                  </a:lnTo>
                  <a:lnTo>
                    <a:pt x="887255" y="667375"/>
                  </a:lnTo>
                  <a:lnTo>
                    <a:pt x="888261" y="667375"/>
                  </a:lnTo>
                  <a:lnTo>
                    <a:pt x="889273" y="667375"/>
                  </a:lnTo>
                  <a:lnTo>
                    <a:pt x="890280" y="667375"/>
                  </a:lnTo>
                  <a:lnTo>
                    <a:pt x="891291" y="667375"/>
                  </a:lnTo>
                  <a:lnTo>
                    <a:pt x="892298" y="667375"/>
                  </a:lnTo>
                  <a:lnTo>
                    <a:pt x="893310" y="667380"/>
                  </a:lnTo>
                  <a:lnTo>
                    <a:pt x="894322" y="667380"/>
                  </a:lnTo>
                  <a:lnTo>
                    <a:pt x="895328" y="667380"/>
                  </a:lnTo>
                  <a:lnTo>
                    <a:pt x="896340" y="667380"/>
                  </a:lnTo>
                  <a:lnTo>
                    <a:pt x="897346" y="667380"/>
                  </a:lnTo>
                  <a:lnTo>
                    <a:pt x="898358" y="667380"/>
                  </a:lnTo>
                  <a:lnTo>
                    <a:pt x="899365" y="667380"/>
                  </a:lnTo>
                  <a:lnTo>
                    <a:pt x="900376" y="667380"/>
                  </a:lnTo>
                  <a:lnTo>
                    <a:pt x="901383" y="667380"/>
                  </a:lnTo>
                  <a:lnTo>
                    <a:pt x="902395" y="667380"/>
                  </a:lnTo>
                  <a:lnTo>
                    <a:pt x="903401" y="667380"/>
                  </a:lnTo>
                  <a:lnTo>
                    <a:pt x="904413" y="667380"/>
                  </a:lnTo>
                  <a:lnTo>
                    <a:pt x="905425" y="667380"/>
                  </a:lnTo>
                  <a:lnTo>
                    <a:pt x="906431" y="667386"/>
                  </a:lnTo>
                  <a:lnTo>
                    <a:pt x="907443" y="667386"/>
                  </a:lnTo>
                  <a:lnTo>
                    <a:pt x="908450" y="667386"/>
                  </a:lnTo>
                  <a:lnTo>
                    <a:pt x="909462" y="667386"/>
                  </a:lnTo>
                  <a:lnTo>
                    <a:pt x="910468" y="667386"/>
                  </a:lnTo>
                  <a:lnTo>
                    <a:pt x="911480" y="667386"/>
                  </a:lnTo>
                  <a:lnTo>
                    <a:pt x="912486" y="667386"/>
                  </a:lnTo>
                  <a:lnTo>
                    <a:pt x="913498" y="667386"/>
                  </a:lnTo>
                  <a:lnTo>
                    <a:pt x="914505" y="667386"/>
                  </a:lnTo>
                  <a:lnTo>
                    <a:pt x="915517" y="667386"/>
                  </a:lnTo>
                  <a:lnTo>
                    <a:pt x="916528" y="667386"/>
                  </a:lnTo>
                  <a:lnTo>
                    <a:pt x="917535" y="667386"/>
                  </a:lnTo>
                  <a:lnTo>
                    <a:pt x="918547" y="667386"/>
                  </a:lnTo>
                  <a:lnTo>
                    <a:pt x="919553" y="667386"/>
                  </a:lnTo>
                  <a:lnTo>
                    <a:pt x="920565" y="667386"/>
                  </a:lnTo>
                  <a:lnTo>
                    <a:pt x="921571" y="667386"/>
                  </a:lnTo>
                  <a:lnTo>
                    <a:pt x="922583" y="667386"/>
                  </a:lnTo>
                  <a:lnTo>
                    <a:pt x="923590" y="667386"/>
                  </a:lnTo>
                  <a:lnTo>
                    <a:pt x="924602" y="667386"/>
                  </a:lnTo>
                  <a:lnTo>
                    <a:pt x="925608" y="667386"/>
                  </a:lnTo>
                  <a:lnTo>
                    <a:pt x="926620" y="667386"/>
                  </a:lnTo>
                  <a:lnTo>
                    <a:pt x="927626" y="667386"/>
                  </a:lnTo>
                  <a:lnTo>
                    <a:pt x="928638" y="667386"/>
                  </a:lnTo>
                  <a:lnTo>
                    <a:pt x="929650" y="667386"/>
                  </a:lnTo>
                  <a:lnTo>
                    <a:pt x="930657" y="667386"/>
                  </a:lnTo>
                  <a:lnTo>
                    <a:pt x="931668" y="667386"/>
                  </a:lnTo>
                  <a:lnTo>
                    <a:pt x="932675" y="667386"/>
                  </a:lnTo>
                  <a:lnTo>
                    <a:pt x="933687" y="667386"/>
                  </a:lnTo>
                  <a:lnTo>
                    <a:pt x="934693" y="667386"/>
                  </a:lnTo>
                  <a:lnTo>
                    <a:pt x="935705" y="667386"/>
                  </a:lnTo>
                  <a:lnTo>
                    <a:pt x="936712" y="667386"/>
                  </a:lnTo>
                  <a:lnTo>
                    <a:pt x="937723" y="667386"/>
                  </a:lnTo>
                  <a:lnTo>
                    <a:pt x="938730" y="667386"/>
                  </a:lnTo>
                  <a:lnTo>
                    <a:pt x="939742" y="667386"/>
                  </a:lnTo>
                  <a:lnTo>
                    <a:pt x="940753" y="667386"/>
                  </a:lnTo>
                  <a:lnTo>
                    <a:pt x="941760" y="667386"/>
                  </a:lnTo>
                  <a:lnTo>
                    <a:pt x="942772" y="667386"/>
                  </a:lnTo>
                  <a:lnTo>
                    <a:pt x="943778" y="667386"/>
                  </a:lnTo>
                  <a:lnTo>
                    <a:pt x="944790" y="667386"/>
                  </a:lnTo>
                  <a:lnTo>
                    <a:pt x="945797" y="667386"/>
                  </a:lnTo>
                  <a:lnTo>
                    <a:pt x="946808" y="667386"/>
                  </a:lnTo>
                  <a:lnTo>
                    <a:pt x="947815" y="667386"/>
                  </a:lnTo>
                  <a:lnTo>
                    <a:pt x="948827" y="667386"/>
                  </a:lnTo>
                  <a:lnTo>
                    <a:pt x="949833" y="667386"/>
                  </a:lnTo>
                  <a:lnTo>
                    <a:pt x="950845" y="667386"/>
                  </a:lnTo>
                  <a:lnTo>
                    <a:pt x="951857" y="667386"/>
                  </a:lnTo>
                  <a:lnTo>
                    <a:pt x="952863" y="667386"/>
                  </a:lnTo>
                  <a:lnTo>
                    <a:pt x="953875" y="667386"/>
                  </a:lnTo>
                  <a:lnTo>
                    <a:pt x="954882" y="667386"/>
                  </a:lnTo>
                  <a:lnTo>
                    <a:pt x="955893" y="667386"/>
                  </a:lnTo>
                  <a:lnTo>
                    <a:pt x="956900" y="667386"/>
                  </a:lnTo>
                  <a:lnTo>
                    <a:pt x="957912" y="667386"/>
                  </a:lnTo>
                  <a:lnTo>
                    <a:pt x="958918" y="667386"/>
                  </a:lnTo>
                  <a:lnTo>
                    <a:pt x="959930" y="667386"/>
                  </a:lnTo>
                  <a:lnTo>
                    <a:pt x="960937" y="667386"/>
                  </a:lnTo>
                  <a:lnTo>
                    <a:pt x="961948" y="667386"/>
                  </a:lnTo>
                  <a:lnTo>
                    <a:pt x="962960" y="667386"/>
                  </a:lnTo>
                  <a:lnTo>
                    <a:pt x="963967" y="667386"/>
                  </a:lnTo>
                  <a:lnTo>
                    <a:pt x="964978" y="667386"/>
                  </a:lnTo>
                  <a:lnTo>
                    <a:pt x="965985" y="667386"/>
                  </a:lnTo>
                  <a:lnTo>
                    <a:pt x="966997" y="667386"/>
                  </a:lnTo>
                  <a:lnTo>
                    <a:pt x="968003" y="667386"/>
                  </a:lnTo>
                  <a:lnTo>
                    <a:pt x="969015" y="667386"/>
                  </a:lnTo>
                  <a:lnTo>
                    <a:pt x="970022" y="667386"/>
                  </a:lnTo>
                  <a:lnTo>
                    <a:pt x="971034" y="667386"/>
                  </a:lnTo>
                  <a:lnTo>
                    <a:pt x="972040" y="667386"/>
                  </a:lnTo>
                  <a:lnTo>
                    <a:pt x="973052" y="667386"/>
                  </a:lnTo>
                  <a:lnTo>
                    <a:pt x="974058" y="667386"/>
                  </a:lnTo>
                  <a:lnTo>
                    <a:pt x="975070" y="667386"/>
                  </a:lnTo>
                  <a:lnTo>
                    <a:pt x="976082" y="667386"/>
                  </a:lnTo>
                  <a:lnTo>
                    <a:pt x="977088" y="667386"/>
                  </a:lnTo>
                  <a:lnTo>
                    <a:pt x="978100" y="667386"/>
                  </a:lnTo>
                  <a:lnTo>
                    <a:pt x="979107" y="667386"/>
                  </a:lnTo>
                  <a:lnTo>
                    <a:pt x="980118" y="667386"/>
                  </a:lnTo>
                  <a:lnTo>
                    <a:pt x="981125" y="667386"/>
                  </a:lnTo>
                  <a:lnTo>
                    <a:pt x="982137" y="667386"/>
                  </a:lnTo>
                  <a:lnTo>
                    <a:pt x="983143" y="667386"/>
                  </a:lnTo>
                  <a:lnTo>
                    <a:pt x="984155" y="667386"/>
                  </a:lnTo>
                  <a:lnTo>
                    <a:pt x="985162" y="667386"/>
                  </a:lnTo>
                  <a:lnTo>
                    <a:pt x="986174" y="667386"/>
                  </a:lnTo>
                  <a:lnTo>
                    <a:pt x="987185" y="667386"/>
                  </a:lnTo>
                  <a:lnTo>
                    <a:pt x="988192" y="667386"/>
                  </a:lnTo>
                  <a:lnTo>
                    <a:pt x="989204" y="667386"/>
                  </a:lnTo>
                  <a:lnTo>
                    <a:pt x="990210" y="667386"/>
                  </a:lnTo>
                  <a:lnTo>
                    <a:pt x="991222" y="667386"/>
                  </a:lnTo>
                  <a:lnTo>
                    <a:pt x="992229" y="667386"/>
                  </a:lnTo>
                  <a:lnTo>
                    <a:pt x="993240" y="667386"/>
                  </a:lnTo>
                  <a:lnTo>
                    <a:pt x="994247" y="667386"/>
                  </a:lnTo>
                  <a:lnTo>
                    <a:pt x="995259" y="667386"/>
                  </a:lnTo>
                  <a:lnTo>
                    <a:pt x="996265" y="667386"/>
                  </a:lnTo>
                  <a:lnTo>
                    <a:pt x="997277" y="667386"/>
                  </a:lnTo>
                  <a:lnTo>
                    <a:pt x="998289" y="667386"/>
                  </a:lnTo>
                  <a:lnTo>
                    <a:pt x="999295" y="667386"/>
                  </a:lnTo>
                  <a:lnTo>
                    <a:pt x="1000307" y="667386"/>
                  </a:lnTo>
                  <a:lnTo>
                    <a:pt x="1001313" y="667386"/>
                  </a:lnTo>
                  <a:lnTo>
                    <a:pt x="1002325" y="667386"/>
                  </a:lnTo>
                  <a:lnTo>
                    <a:pt x="1003332" y="667386"/>
                  </a:lnTo>
                  <a:lnTo>
                    <a:pt x="1004344" y="667386"/>
                  </a:lnTo>
                  <a:lnTo>
                    <a:pt x="1005350" y="667386"/>
                  </a:lnTo>
                  <a:lnTo>
                    <a:pt x="1006362" y="667386"/>
                  </a:lnTo>
                  <a:lnTo>
                    <a:pt x="1007369" y="667386"/>
                  </a:lnTo>
                  <a:lnTo>
                    <a:pt x="1008380" y="667386"/>
                  </a:lnTo>
                </a:path>
              </a:pathLst>
            </a:custGeom>
            <a:noFill/>
            <a:ln w="17018" cap="rnd">
              <a:solidFill>
                <a:srgbClr val="009AF9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419" name="Freeform 418">
            <a:extLst>
              <a:ext uri="{FF2B5EF4-FFF2-40B4-BE49-F238E27FC236}">
                <a16:creationId xmlns:a16="http://schemas.microsoft.com/office/drawing/2014/main" id="{4D71650D-0B47-C13E-70E4-F526D9472CBC}"/>
              </a:ext>
            </a:extLst>
          </p:cNvPr>
          <p:cNvSpPr/>
          <p:nvPr/>
        </p:nvSpPr>
        <p:spPr>
          <a:xfrm>
            <a:off x="6046075" y="3996296"/>
            <a:ext cx="1150337" cy="660321"/>
          </a:xfrm>
          <a:custGeom>
            <a:avLst/>
            <a:gdLst>
              <a:gd name="csX0" fmla="*/ 0 w 1008380"/>
              <a:gd name="csY0" fmla="*/ 583675 h 622422"/>
              <a:gd name="csX1" fmla="*/ 1009 w 1008380"/>
              <a:gd name="csY1" fmla="*/ 583063 h 622422"/>
              <a:gd name="csX2" fmla="*/ 2019 w 1008380"/>
              <a:gd name="csY2" fmla="*/ 582445 h 622422"/>
              <a:gd name="csX3" fmla="*/ 3028 w 1008380"/>
              <a:gd name="csY3" fmla="*/ 581817 h 622422"/>
              <a:gd name="csX4" fmla="*/ 4037 w 1008380"/>
              <a:gd name="csY4" fmla="*/ 581183 h 622422"/>
              <a:gd name="csX5" fmla="*/ 5047 w 1008380"/>
              <a:gd name="csY5" fmla="*/ 580539 h 622422"/>
              <a:gd name="csX6" fmla="*/ 6056 w 1008380"/>
              <a:gd name="csY6" fmla="*/ 579884 h 622422"/>
              <a:gd name="csX7" fmla="*/ 7066 w 1008380"/>
              <a:gd name="csY7" fmla="*/ 579223 h 622422"/>
              <a:gd name="csX8" fmla="*/ 8075 w 1008380"/>
              <a:gd name="csY8" fmla="*/ 578552 h 622422"/>
              <a:gd name="csX9" fmla="*/ 9085 w 1008380"/>
              <a:gd name="csY9" fmla="*/ 577876 h 622422"/>
              <a:gd name="csX10" fmla="*/ 10094 w 1008380"/>
              <a:gd name="csY10" fmla="*/ 577189 h 622422"/>
              <a:gd name="csX11" fmla="*/ 11103 w 1008380"/>
              <a:gd name="csY11" fmla="*/ 576497 h 622422"/>
              <a:gd name="csX12" fmla="*/ 12113 w 1008380"/>
              <a:gd name="csY12" fmla="*/ 575794 h 622422"/>
              <a:gd name="csX13" fmla="*/ 13122 w 1008380"/>
              <a:gd name="csY13" fmla="*/ 575080 h 622422"/>
              <a:gd name="csX14" fmla="*/ 14131 w 1008380"/>
              <a:gd name="csY14" fmla="*/ 574361 h 622422"/>
              <a:gd name="csX15" fmla="*/ 15141 w 1008380"/>
              <a:gd name="csY15" fmla="*/ 573632 h 622422"/>
              <a:gd name="csX16" fmla="*/ 16150 w 1008380"/>
              <a:gd name="csY16" fmla="*/ 572897 h 622422"/>
              <a:gd name="csX17" fmla="*/ 17159 w 1008380"/>
              <a:gd name="csY17" fmla="*/ 572146 h 622422"/>
              <a:gd name="csX18" fmla="*/ 18169 w 1008380"/>
              <a:gd name="csY18" fmla="*/ 571395 h 622422"/>
              <a:gd name="csX19" fmla="*/ 19178 w 1008380"/>
              <a:gd name="csY19" fmla="*/ 570628 h 622422"/>
              <a:gd name="csX20" fmla="*/ 20187 w 1008380"/>
              <a:gd name="csY20" fmla="*/ 569856 h 622422"/>
              <a:gd name="csX21" fmla="*/ 21197 w 1008380"/>
              <a:gd name="csY21" fmla="*/ 569068 h 622422"/>
              <a:gd name="csX22" fmla="*/ 22206 w 1008380"/>
              <a:gd name="csY22" fmla="*/ 568280 h 622422"/>
              <a:gd name="csX23" fmla="*/ 23216 w 1008380"/>
              <a:gd name="csY23" fmla="*/ 567476 h 622422"/>
              <a:gd name="csX24" fmla="*/ 24225 w 1008380"/>
              <a:gd name="csY24" fmla="*/ 566666 h 622422"/>
              <a:gd name="csX25" fmla="*/ 25235 w 1008380"/>
              <a:gd name="csY25" fmla="*/ 565846 h 622422"/>
              <a:gd name="csX26" fmla="*/ 26244 w 1008380"/>
              <a:gd name="csY26" fmla="*/ 565015 h 622422"/>
              <a:gd name="csX27" fmla="*/ 27253 w 1008380"/>
              <a:gd name="csY27" fmla="*/ 564174 h 622422"/>
              <a:gd name="csX28" fmla="*/ 28263 w 1008380"/>
              <a:gd name="csY28" fmla="*/ 563327 h 622422"/>
              <a:gd name="csX29" fmla="*/ 29272 w 1008380"/>
              <a:gd name="csY29" fmla="*/ 562464 h 622422"/>
              <a:gd name="csX30" fmla="*/ 30282 w 1008380"/>
              <a:gd name="csY30" fmla="*/ 561596 h 622422"/>
              <a:gd name="csX31" fmla="*/ 31291 w 1008380"/>
              <a:gd name="csY31" fmla="*/ 560718 h 622422"/>
              <a:gd name="csX32" fmla="*/ 32301 w 1008380"/>
              <a:gd name="csY32" fmla="*/ 559828 h 622422"/>
              <a:gd name="csX33" fmla="*/ 33310 w 1008380"/>
              <a:gd name="csY33" fmla="*/ 558934 h 622422"/>
              <a:gd name="csX34" fmla="*/ 34319 w 1008380"/>
              <a:gd name="csY34" fmla="*/ 558023 h 622422"/>
              <a:gd name="csX35" fmla="*/ 35329 w 1008380"/>
              <a:gd name="csY35" fmla="*/ 557107 h 622422"/>
              <a:gd name="csX36" fmla="*/ 36338 w 1008380"/>
              <a:gd name="csY36" fmla="*/ 556175 h 622422"/>
              <a:gd name="csX37" fmla="*/ 37347 w 1008380"/>
              <a:gd name="csY37" fmla="*/ 555238 h 622422"/>
              <a:gd name="csX38" fmla="*/ 38357 w 1008380"/>
              <a:gd name="csY38" fmla="*/ 554290 h 622422"/>
              <a:gd name="csX39" fmla="*/ 39366 w 1008380"/>
              <a:gd name="csY39" fmla="*/ 553326 h 622422"/>
              <a:gd name="csX40" fmla="*/ 40375 w 1008380"/>
              <a:gd name="csY40" fmla="*/ 552357 h 622422"/>
              <a:gd name="csX41" fmla="*/ 41385 w 1008380"/>
              <a:gd name="csY41" fmla="*/ 551377 h 622422"/>
              <a:gd name="csX42" fmla="*/ 42394 w 1008380"/>
              <a:gd name="csY42" fmla="*/ 550387 h 622422"/>
              <a:gd name="csX43" fmla="*/ 43403 w 1008380"/>
              <a:gd name="csY43" fmla="*/ 549385 h 622422"/>
              <a:gd name="csX44" fmla="*/ 44413 w 1008380"/>
              <a:gd name="csY44" fmla="*/ 548373 h 622422"/>
              <a:gd name="csX45" fmla="*/ 45422 w 1008380"/>
              <a:gd name="csY45" fmla="*/ 547351 h 622422"/>
              <a:gd name="csX46" fmla="*/ 46432 w 1008380"/>
              <a:gd name="csY46" fmla="*/ 546318 h 622422"/>
              <a:gd name="csX47" fmla="*/ 47441 w 1008380"/>
              <a:gd name="csY47" fmla="*/ 545274 h 622422"/>
              <a:gd name="csX48" fmla="*/ 48451 w 1008380"/>
              <a:gd name="csY48" fmla="*/ 544220 h 622422"/>
              <a:gd name="csX49" fmla="*/ 49460 w 1008380"/>
              <a:gd name="csY49" fmla="*/ 543149 h 622422"/>
              <a:gd name="csX50" fmla="*/ 50469 w 1008380"/>
              <a:gd name="csY50" fmla="*/ 542074 h 622422"/>
              <a:gd name="csX51" fmla="*/ 51479 w 1008380"/>
              <a:gd name="csY51" fmla="*/ 540987 h 622422"/>
              <a:gd name="csX52" fmla="*/ 52488 w 1008380"/>
              <a:gd name="csY52" fmla="*/ 539885 h 622422"/>
              <a:gd name="csX53" fmla="*/ 53498 w 1008380"/>
              <a:gd name="csY53" fmla="*/ 538777 h 622422"/>
              <a:gd name="csX54" fmla="*/ 54507 w 1008380"/>
              <a:gd name="csY54" fmla="*/ 537654 h 622422"/>
              <a:gd name="csX55" fmla="*/ 55516 w 1008380"/>
              <a:gd name="csY55" fmla="*/ 536525 h 622422"/>
              <a:gd name="csX56" fmla="*/ 56526 w 1008380"/>
              <a:gd name="csY56" fmla="*/ 535380 h 622422"/>
              <a:gd name="csX57" fmla="*/ 57535 w 1008380"/>
              <a:gd name="csY57" fmla="*/ 534224 h 622422"/>
              <a:gd name="csX58" fmla="*/ 58544 w 1008380"/>
              <a:gd name="csY58" fmla="*/ 533058 h 622422"/>
              <a:gd name="csX59" fmla="*/ 59554 w 1008380"/>
              <a:gd name="csY59" fmla="*/ 531876 h 622422"/>
              <a:gd name="csX60" fmla="*/ 60563 w 1008380"/>
              <a:gd name="csY60" fmla="*/ 530688 h 622422"/>
              <a:gd name="csX61" fmla="*/ 61572 w 1008380"/>
              <a:gd name="csY61" fmla="*/ 529490 h 622422"/>
              <a:gd name="csX62" fmla="*/ 62582 w 1008380"/>
              <a:gd name="csY62" fmla="*/ 528276 h 622422"/>
              <a:gd name="csX63" fmla="*/ 63591 w 1008380"/>
              <a:gd name="csY63" fmla="*/ 527051 h 622422"/>
              <a:gd name="csX64" fmla="*/ 64601 w 1008380"/>
              <a:gd name="csY64" fmla="*/ 525815 h 622422"/>
              <a:gd name="csX65" fmla="*/ 65610 w 1008380"/>
              <a:gd name="csY65" fmla="*/ 524569 h 622422"/>
              <a:gd name="csX66" fmla="*/ 66619 w 1008380"/>
              <a:gd name="csY66" fmla="*/ 523307 h 622422"/>
              <a:gd name="csX67" fmla="*/ 67629 w 1008380"/>
              <a:gd name="csY67" fmla="*/ 522039 h 622422"/>
              <a:gd name="csX68" fmla="*/ 68638 w 1008380"/>
              <a:gd name="csY68" fmla="*/ 520756 h 622422"/>
              <a:gd name="csX69" fmla="*/ 69648 w 1008380"/>
              <a:gd name="csY69" fmla="*/ 519462 h 622422"/>
              <a:gd name="csX70" fmla="*/ 70657 w 1008380"/>
              <a:gd name="csY70" fmla="*/ 518152 h 622422"/>
              <a:gd name="csX71" fmla="*/ 71667 w 1008380"/>
              <a:gd name="csY71" fmla="*/ 516837 h 622422"/>
              <a:gd name="csX72" fmla="*/ 72676 w 1008380"/>
              <a:gd name="csY72" fmla="*/ 515505 h 622422"/>
              <a:gd name="csX73" fmla="*/ 73685 w 1008380"/>
              <a:gd name="csY73" fmla="*/ 514163 h 622422"/>
              <a:gd name="csX74" fmla="*/ 74695 w 1008380"/>
              <a:gd name="csY74" fmla="*/ 512811 h 622422"/>
              <a:gd name="csX75" fmla="*/ 75704 w 1008380"/>
              <a:gd name="csY75" fmla="*/ 511442 h 622422"/>
              <a:gd name="csX76" fmla="*/ 76714 w 1008380"/>
              <a:gd name="csY76" fmla="*/ 510063 h 622422"/>
              <a:gd name="csX77" fmla="*/ 77723 w 1008380"/>
              <a:gd name="csY77" fmla="*/ 508673 h 622422"/>
              <a:gd name="csX78" fmla="*/ 78732 w 1008380"/>
              <a:gd name="csY78" fmla="*/ 507272 h 622422"/>
              <a:gd name="csX79" fmla="*/ 79742 w 1008380"/>
              <a:gd name="csY79" fmla="*/ 505861 h 622422"/>
              <a:gd name="csX80" fmla="*/ 80751 w 1008380"/>
              <a:gd name="csY80" fmla="*/ 504434 h 622422"/>
              <a:gd name="csX81" fmla="*/ 81760 w 1008380"/>
              <a:gd name="csY81" fmla="*/ 502991 h 622422"/>
              <a:gd name="csX82" fmla="*/ 82770 w 1008380"/>
              <a:gd name="csY82" fmla="*/ 501542 h 622422"/>
              <a:gd name="csX83" fmla="*/ 83779 w 1008380"/>
              <a:gd name="csY83" fmla="*/ 500078 h 622422"/>
              <a:gd name="csX84" fmla="*/ 84788 w 1008380"/>
              <a:gd name="csY84" fmla="*/ 498603 h 622422"/>
              <a:gd name="csX85" fmla="*/ 85798 w 1008380"/>
              <a:gd name="csY85" fmla="*/ 497117 h 622422"/>
              <a:gd name="csX86" fmla="*/ 86807 w 1008380"/>
              <a:gd name="csY86" fmla="*/ 495615 h 622422"/>
              <a:gd name="csX87" fmla="*/ 87817 w 1008380"/>
              <a:gd name="csY87" fmla="*/ 494103 h 622422"/>
              <a:gd name="csX88" fmla="*/ 88826 w 1008380"/>
              <a:gd name="csY88" fmla="*/ 492580 h 622422"/>
              <a:gd name="csX89" fmla="*/ 89835 w 1008380"/>
              <a:gd name="csY89" fmla="*/ 491046 h 622422"/>
              <a:gd name="csX90" fmla="*/ 90845 w 1008380"/>
              <a:gd name="csY90" fmla="*/ 489496 h 622422"/>
              <a:gd name="csX91" fmla="*/ 91854 w 1008380"/>
              <a:gd name="csY91" fmla="*/ 487936 h 622422"/>
              <a:gd name="csX92" fmla="*/ 92864 w 1008380"/>
              <a:gd name="csY92" fmla="*/ 486360 h 622422"/>
              <a:gd name="csX93" fmla="*/ 93873 w 1008380"/>
              <a:gd name="csY93" fmla="*/ 484773 h 622422"/>
              <a:gd name="csX94" fmla="*/ 94883 w 1008380"/>
              <a:gd name="csY94" fmla="*/ 483175 h 622422"/>
              <a:gd name="csX95" fmla="*/ 95892 w 1008380"/>
              <a:gd name="csY95" fmla="*/ 481567 h 622422"/>
              <a:gd name="csX96" fmla="*/ 96901 w 1008380"/>
              <a:gd name="csY96" fmla="*/ 479942 h 622422"/>
              <a:gd name="csX97" fmla="*/ 97911 w 1008380"/>
              <a:gd name="csY97" fmla="*/ 478308 h 622422"/>
              <a:gd name="csX98" fmla="*/ 98920 w 1008380"/>
              <a:gd name="csY98" fmla="*/ 476662 h 622422"/>
              <a:gd name="csX99" fmla="*/ 99930 w 1008380"/>
              <a:gd name="csY99" fmla="*/ 475001 h 622422"/>
              <a:gd name="csX100" fmla="*/ 100939 w 1008380"/>
              <a:gd name="csY100" fmla="*/ 473328 h 622422"/>
              <a:gd name="csX101" fmla="*/ 101948 w 1008380"/>
              <a:gd name="csY101" fmla="*/ 471646 h 622422"/>
              <a:gd name="csX102" fmla="*/ 102958 w 1008380"/>
              <a:gd name="csY102" fmla="*/ 469952 h 622422"/>
              <a:gd name="csX103" fmla="*/ 103967 w 1008380"/>
              <a:gd name="csY103" fmla="*/ 468243 h 622422"/>
              <a:gd name="csX104" fmla="*/ 104976 w 1008380"/>
              <a:gd name="csY104" fmla="*/ 466523 h 622422"/>
              <a:gd name="csX105" fmla="*/ 105986 w 1008380"/>
              <a:gd name="csY105" fmla="*/ 464786 h 622422"/>
              <a:gd name="csX106" fmla="*/ 106995 w 1008380"/>
              <a:gd name="csY106" fmla="*/ 463045 h 622422"/>
              <a:gd name="csX107" fmla="*/ 108004 w 1008380"/>
              <a:gd name="csY107" fmla="*/ 461288 h 622422"/>
              <a:gd name="csX108" fmla="*/ 109014 w 1008380"/>
              <a:gd name="csY108" fmla="*/ 459514 h 622422"/>
              <a:gd name="csX109" fmla="*/ 110023 w 1008380"/>
              <a:gd name="csY109" fmla="*/ 457736 h 622422"/>
              <a:gd name="csX110" fmla="*/ 111033 w 1008380"/>
              <a:gd name="csY110" fmla="*/ 455941 h 622422"/>
              <a:gd name="csX111" fmla="*/ 112042 w 1008380"/>
              <a:gd name="csY111" fmla="*/ 454136 h 622422"/>
              <a:gd name="csX112" fmla="*/ 113051 w 1008380"/>
              <a:gd name="csY112" fmla="*/ 452314 h 622422"/>
              <a:gd name="csX113" fmla="*/ 114061 w 1008380"/>
              <a:gd name="csY113" fmla="*/ 450488 h 622422"/>
              <a:gd name="csX114" fmla="*/ 115070 w 1008380"/>
              <a:gd name="csY114" fmla="*/ 448645 h 622422"/>
              <a:gd name="csX115" fmla="*/ 116080 w 1008380"/>
              <a:gd name="csY115" fmla="*/ 446792 h 622422"/>
              <a:gd name="csX116" fmla="*/ 117089 w 1008380"/>
              <a:gd name="csY116" fmla="*/ 444928 h 622422"/>
              <a:gd name="csX117" fmla="*/ 118099 w 1008380"/>
              <a:gd name="csY117" fmla="*/ 443048 h 622422"/>
              <a:gd name="csX118" fmla="*/ 119108 w 1008380"/>
              <a:gd name="csY118" fmla="*/ 441159 h 622422"/>
              <a:gd name="csX119" fmla="*/ 120117 w 1008380"/>
              <a:gd name="csY119" fmla="*/ 439258 h 622422"/>
              <a:gd name="csX120" fmla="*/ 121127 w 1008380"/>
              <a:gd name="csY120" fmla="*/ 437345 h 622422"/>
              <a:gd name="csX121" fmla="*/ 122136 w 1008380"/>
              <a:gd name="csY121" fmla="*/ 435420 h 622422"/>
              <a:gd name="csX122" fmla="*/ 123145 w 1008380"/>
              <a:gd name="csY122" fmla="*/ 433484 h 622422"/>
              <a:gd name="csX123" fmla="*/ 124155 w 1008380"/>
              <a:gd name="csY123" fmla="*/ 431536 h 622422"/>
              <a:gd name="csX124" fmla="*/ 125164 w 1008380"/>
              <a:gd name="csY124" fmla="*/ 429577 h 622422"/>
              <a:gd name="csX125" fmla="*/ 126173 w 1008380"/>
              <a:gd name="csY125" fmla="*/ 427606 h 622422"/>
              <a:gd name="csX126" fmla="*/ 127183 w 1008380"/>
              <a:gd name="csY126" fmla="*/ 425624 h 622422"/>
              <a:gd name="csX127" fmla="*/ 128192 w 1008380"/>
              <a:gd name="csY127" fmla="*/ 423630 h 622422"/>
              <a:gd name="csX128" fmla="*/ 129201 w 1008380"/>
              <a:gd name="csY128" fmla="*/ 421625 h 622422"/>
              <a:gd name="csX129" fmla="*/ 130211 w 1008380"/>
              <a:gd name="csY129" fmla="*/ 419609 h 622422"/>
              <a:gd name="csX130" fmla="*/ 131220 w 1008380"/>
              <a:gd name="csY130" fmla="*/ 417582 h 622422"/>
              <a:gd name="csX131" fmla="*/ 132230 w 1008380"/>
              <a:gd name="csY131" fmla="*/ 415543 h 622422"/>
              <a:gd name="csX132" fmla="*/ 133239 w 1008380"/>
              <a:gd name="csY132" fmla="*/ 413494 h 622422"/>
              <a:gd name="csX133" fmla="*/ 134249 w 1008380"/>
              <a:gd name="csY133" fmla="*/ 411434 h 622422"/>
              <a:gd name="csX134" fmla="*/ 135258 w 1008380"/>
              <a:gd name="csY134" fmla="*/ 409363 h 622422"/>
              <a:gd name="csX135" fmla="*/ 136267 w 1008380"/>
              <a:gd name="csY135" fmla="*/ 407280 h 622422"/>
              <a:gd name="csX136" fmla="*/ 137277 w 1008380"/>
              <a:gd name="csY136" fmla="*/ 405188 h 622422"/>
              <a:gd name="csX137" fmla="*/ 138286 w 1008380"/>
              <a:gd name="csY137" fmla="*/ 403085 h 622422"/>
              <a:gd name="csX138" fmla="*/ 139296 w 1008380"/>
              <a:gd name="csY138" fmla="*/ 400970 h 622422"/>
              <a:gd name="csX139" fmla="*/ 140305 w 1008380"/>
              <a:gd name="csY139" fmla="*/ 398846 h 622422"/>
              <a:gd name="csX140" fmla="*/ 141315 w 1008380"/>
              <a:gd name="csY140" fmla="*/ 396712 h 622422"/>
              <a:gd name="csX141" fmla="*/ 142324 w 1008380"/>
              <a:gd name="csY141" fmla="*/ 394567 h 622422"/>
              <a:gd name="csX142" fmla="*/ 143333 w 1008380"/>
              <a:gd name="csY142" fmla="*/ 392412 h 622422"/>
              <a:gd name="csX143" fmla="*/ 144343 w 1008380"/>
              <a:gd name="csY143" fmla="*/ 390246 h 622422"/>
              <a:gd name="csX144" fmla="*/ 145352 w 1008380"/>
              <a:gd name="csY144" fmla="*/ 388071 h 622422"/>
              <a:gd name="csX145" fmla="*/ 146361 w 1008380"/>
              <a:gd name="csY145" fmla="*/ 385886 h 622422"/>
              <a:gd name="csX146" fmla="*/ 147371 w 1008380"/>
              <a:gd name="csY146" fmla="*/ 383691 h 622422"/>
              <a:gd name="csX147" fmla="*/ 148380 w 1008380"/>
              <a:gd name="csY147" fmla="*/ 381486 h 622422"/>
              <a:gd name="csX148" fmla="*/ 149389 w 1008380"/>
              <a:gd name="csY148" fmla="*/ 379272 h 622422"/>
              <a:gd name="csX149" fmla="*/ 150399 w 1008380"/>
              <a:gd name="csY149" fmla="*/ 377048 h 622422"/>
              <a:gd name="csX150" fmla="*/ 151408 w 1008380"/>
              <a:gd name="csY150" fmla="*/ 374815 h 622422"/>
              <a:gd name="csX151" fmla="*/ 152417 w 1008380"/>
              <a:gd name="csY151" fmla="*/ 372572 h 622422"/>
              <a:gd name="csX152" fmla="*/ 153427 w 1008380"/>
              <a:gd name="csY152" fmla="*/ 370321 h 622422"/>
              <a:gd name="csX153" fmla="*/ 154436 w 1008380"/>
              <a:gd name="csY153" fmla="*/ 368061 h 622422"/>
              <a:gd name="csX154" fmla="*/ 155446 w 1008380"/>
              <a:gd name="csY154" fmla="*/ 365791 h 622422"/>
              <a:gd name="csX155" fmla="*/ 156455 w 1008380"/>
              <a:gd name="csY155" fmla="*/ 363513 h 622422"/>
              <a:gd name="csX156" fmla="*/ 157465 w 1008380"/>
              <a:gd name="csY156" fmla="*/ 361226 h 622422"/>
              <a:gd name="csX157" fmla="*/ 158474 w 1008380"/>
              <a:gd name="csY157" fmla="*/ 358931 h 622422"/>
              <a:gd name="csX158" fmla="*/ 159483 w 1008380"/>
              <a:gd name="csY158" fmla="*/ 356627 h 622422"/>
              <a:gd name="csX159" fmla="*/ 160493 w 1008380"/>
              <a:gd name="csY159" fmla="*/ 354315 h 622422"/>
              <a:gd name="csX160" fmla="*/ 161502 w 1008380"/>
              <a:gd name="csY160" fmla="*/ 351995 h 622422"/>
              <a:gd name="csX161" fmla="*/ 162512 w 1008380"/>
              <a:gd name="csY161" fmla="*/ 349667 h 622422"/>
              <a:gd name="csX162" fmla="*/ 163521 w 1008380"/>
              <a:gd name="csY162" fmla="*/ 347331 h 622422"/>
              <a:gd name="csX163" fmla="*/ 164531 w 1008380"/>
              <a:gd name="csY163" fmla="*/ 344988 h 622422"/>
              <a:gd name="csX164" fmla="*/ 165540 w 1008380"/>
              <a:gd name="csY164" fmla="*/ 342636 h 622422"/>
              <a:gd name="csX165" fmla="*/ 166549 w 1008380"/>
              <a:gd name="csY165" fmla="*/ 340278 h 622422"/>
              <a:gd name="csX166" fmla="*/ 167559 w 1008380"/>
              <a:gd name="csY166" fmla="*/ 337912 h 622422"/>
              <a:gd name="csX167" fmla="*/ 168568 w 1008380"/>
              <a:gd name="csY167" fmla="*/ 335539 h 622422"/>
              <a:gd name="csX168" fmla="*/ 169577 w 1008380"/>
              <a:gd name="csY168" fmla="*/ 333159 h 622422"/>
              <a:gd name="csX169" fmla="*/ 170587 w 1008380"/>
              <a:gd name="csY169" fmla="*/ 330772 h 622422"/>
              <a:gd name="csX170" fmla="*/ 171596 w 1008380"/>
              <a:gd name="csY170" fmla="*/ 328378 h 622422"/>
              <a:gd name="csX171" fmla="*/ 172605 w 1008380"/>
              <a:gd name="csY171" fmla="*/ 325978 h 622422"/>
              <a:gd name="csX172" fmla="*/ 173615 w 1008380"/>
              <a:gd name="csY172" fmla="*/ 323572 h 622422"/>
              <a:gd name="csX173" fmla="*/ 174624 w 1008380"/>
              <a:gd name="csY173" fmla="*/ 321159 h 622422"/>
              <a:gd name="csX174" fmla="*/ 175633 w 1008380"/>
              <a:gd name="csY174" fmla="*/ 318741 h 622422"/>
              <a:gd name="csX175" fmla="*/ 176643 w 1008380"/>
              <a:gd name="csY175" fmla="*/ 316316 h 622422"/>
              <a:gd name="csX176" fmla="*/ 177652 w 1008380"/>
              <a:gd name="csY176" fmla="*/ 313886 h 622422"/>
              <a:gd name="csX177" fmla="*/ 178662 w 1008380"/>
              <a:gd name="csY177" fmla="*/ 311450 h 622422"/>
              <a:gd name="csX178" fmla="*/ 179671 w 1008380"/>
              <a:gd name="csY178" fmla="*/ 309010 h 622422"/>
              <a:gd name="csX179" fmla="*/ 180681 w 1008380"/>
              <a:gd name="csY179" fmla="*/ 306563 h 622422"/>
              <a:gd name="csX180" fmla="*/ 181690 w 1008380"/>
              <a:gd name="csY180" fmla="*/ 304113 h 622422"/>
              <a:gd name="csX181" fmla="*/ 182699 w 1008380"/>
              <a:gd name="csY181" fmla="*/ 301657 h 622422"/>
              <a:gd name="csX182" fmla="*/ 183709 w 1008380"/>
              <a:gd name="csY182" fmla="*/ 299196 h 622422"/>
              <a:gd name="csX183" fmla="*/ 184718 w 1008380"/>
              <a:gd name="csY183" fmla="*/ 296731 h 622422"/>
              <a:gd name="csX184" fmla="*/ 185728 w 1008380"/>
              <a:gd name="csY184" fmla="*/ 294262 h 622422"/>
              <a:gd name="csX185" fmla="*/ 186737 w 1008380"/>
              <a:gd name="csY185" fmla="*/ 291789 h 622422"/>
              <a:gd name="csX186" fmla="*/ 187746 w 1008380"/>
              <a:gd name="csY186" fmla="*/ 289311 h 622422"/>
              <a:gd name="csX187" fmla="*/ 188756 w 1008380"/>
              <a:gd name="csY187" fmla="*/ 286830 h 622422"/>
              <a:gd name="csX188" fmla="*/ 189765 w 1008380"/>
              <a:gd name="csY188" fmla="*/ 284346 h 622422"/>
              <a:gd name="csX189" fmla="*/ 190774 w 1008380"/>
              <a:gd name="csY189" fmla="*/ 281858 h 622422"/>
              <a:gd name="csX190" fmla="*/ 191784 w 1008380"/>
              <a:gd name="csY190" fmla="*/ 279368 h 622422"/>
              <a:gd name="csX191" fmla="*/ 192793 w 1008380"/>
              <a:gd name="csY191" fmla="*/ 276874 h 622422"/>
              <a:gd name="csX192" fmla="*/ 193803 w 1008380"/>
              <a:gd name="csY192" fmla="*/ 274377 h 622422"/>
              <a:gd name="csX193" fmla="*/ 194812 w 1008380"/>
              <a:gd name="csY193" fmla="*/ 271879 h 622422"/>
              <a:gd name="csX194" fmla="*/ 195821 w 1008380"/>
              <a:gd name="csY194" fmla="*/ 269377 h 622422"/>
              <a:gd name="csX195" fmla="*/ 196831 w 1008380"/>
              <a:gd name="csY195" fmla="*/ 266874 h 622422"/>
              <a:gd name="csX196" fmla="*/ 197840 w 1008380"/>
              <a:gd name="csY196" fmla="*/ 264369 h 622422"/>
              <a:gd name="csX197" fmla="*/ 198849 w 1008380"/>
              <a:gd name="csY197" fmla="*/ 261862 h 622422"/>
              <a:gd name="csX198" fmla="*/ 199859 w 1008380"/>
              <a:gd name="csY198" fmla="*/ 259353 h 622422"/>
              <a:gd name="csX199" fmla="*/ 200868 w 1008380"/>
              <a:gd name="csY199" fmla="*/ 256844 h 622422"/>
              <a:gd name="csX200" fmla="*/ 201878 w 1008380"/>
              <a:gd name="csY200" fmla="*/ 254334 h 622422"/>
              <a:gd name="csX201" fmla="*/ 202887 w 1008380"/>
              <a:gd name="csY201" fmla="*/ 251822 h 622422"/>
              <a:gd name="csX202" fmla="*/ 203897 w 1008380"/>
              <a:gd name="csY202" fmla="*/ 249310 h 622422"/>
              <a:gd name="csX203" fmla="*/ 204906 w 1008380"/>
              <a:gd name="csY203" fmla="*/ 246798 h 622422"/>
              <a:gd name="csX204" fmla="*/ 205915 w 1008380"/>
              <a:gd name="csY204" fmla="*/ 244285 h 622422"/>
              <a:gd name="csX205" fmla="*/ 206925 w 1008380"/>
              <a:gd name="csY205" fmla="*/ 241772 h 622422"/>
              <a:gd name="csX206" fmla="*/ 207934 w 1008380"/>
              <a:gd name="csY206" fmla="*/ 239260 h 622422"/>
              <a:gd name="csX207" fmla="*/ 208944 w 1008380"/>
              <a:gd name="csY207" fmla="*/ 236748 h 622422"/>
              <a:gd name="csX208" fmla="*/ 209953 w 1008380"/>
              <a:gd name="csY208" fmla="*/ 234237 h 622422"/>
              <a:gd name="csX209" fmla="*/ 210962 w 1008380"/>
              <a:gd name="csY209" fmla="*/ 231728 h 622422"/>
              <a:gd name="csX210" fmla="*/ 211972 w 1008380"/>
              <a:gd name="csY210" fmla="*/ 229218 h 622422"/>
              <a:gd name="csX211" fmla="*/ 212981 w 1008380"/>
              <a:gd name="csY211" fmla="*/ 226711 h 622422"/>
              <a:gd name="csX212" fmla="*/ 213990 w 1008380"/>
              <a:gd name="csY212" fmla="*/ 224205 h 622422"/>
              <a:gd name="csX213" fmla="*/ 215000 w 1008380"/>
              <a:gd name="csY213" fmla="*/ 221701 h 622422"/>
              <a:gd name="csX214" fmla="*/ 216009 w 1008380"/>
              <a:gd name="csY214" fmla="*/ 219200 h 622422"/>
              <a:gd name="csX215" fmla="*/ 217018 w 1008380"/>
              <a:gd name="csY215" fmla="*/ 216700 h 622422"/>
              <a:gd name="csX216" fmla="*/ 218028 w 1008380"/>
              <a:gd name="csY216" fmla="*/ 214203 h 622422"/>
              <a:gd name="csX217" fmla="*/ 219037 w 1008380"/>
              <a:gd name="csY217" fmla="*/ 211709 h 622422"/>
              <a:gd name="csX218" fmla="*/ 220047 w 1008380"/>
              <a:gd name="csY218" fmla="*/ 209218 h 622422"/>
              <a:gd name="csX219" fmla="*/ 221056 w 1008380"/>
              <a:gd name="csY219" fmla="*/ 206731 h 622422"/>
              <a:gd name="csX220" fmla="*/ 222065 w 1008380"/>
              <a:gd name="csY220" fmla="*/ 204247 h 622422"/>
              <a:gd name="csX221" fmla="*/ 223075 w 1008380"/>
              <a:gd name="csY221" fmla="*/ 201766 h 622422"/>
              <a:gd name="csX222" fmla="*/ 224084 w 1008380"/>
              <a:gd name="csY222" fmla="*/ 199290 h 622422"/>
              <a:gd name="csX223" fmla="*/ 225094 w 1008380"/>
              <a:gd name="csY223" fmla="*/ 196818 h 622422"/>
              <a:gd name="csX224" fmla="*/ 226103 w 1008380"/>
              <a:gd name="csY224" fmla="*/ 194350 h 622422"/>
              <a:gd name="csX225" fmla="*/ 227113 w 1008380"/>
              <a:gd name="csY225" fmla="*/ 191888 h 622422"/>
              <a:gd name="csX226" fmla="*/ 228122 w 1008380"/>
              <a:gd name="csY226" fmla="*/ 189430 h 622422"/>
              <a:gd name="csX227" fmla="*/ 229131 w 1008380"/>
              <a:gd name="csY227" fmla="*/ 186977 h 622422"/>
              <a:gd name="csX228" fmla="*/ 230141 w 1008380"/>
              <a:gd name="csY228" fmla="*/ 184531 h 622422"/>
              <a:gd name="csX229" fmla="*/ 231150 w 1008380"/>
              <a:gd name="csY229" fmla="*/ 182090 h 622422"/>
              <a:gd name="csX230" fmla="*/ 232160 w 1008380"/>
              <a:gd name="csY230" fmla="*/ 179655 h 622422"/>
              <a:gd name="csX231" fmla="*/ 233169 w 1008380"/>
              <a:gd name="csY231" fmla="*/ 177226 h 622422"/>
              <a:gd name="csX232" fmla="*/ 234178 w 1008380"/>
              <a:gd name="csY232" fmla="*/ 174803 h 622422"/>
              <a:gd name="csX233" fmla="*/ 235188 w 1008380"/>
              <a:gd name="csY233" fmla="*/ 172388 h 622422"/>
              <a:gd name="csX234" fmla="*/ 236197 w 1008380"/>
              <a:gd name="csY234" fmla="*/ 169979 h 622422"/>
              <a:gd name="csX235" fmla="*/ 237206 w 1008380"/>
              <a:gd name="csY235" fmla="*/ 167578 h 622422"/>
              <a:gd name="csX236" fmla="*/ 238216 w 1008380"/>
              <a:gd name="csY236" fmla="*/ 165184 h 622422"/>
              <a:gd name="csX237" fmla="*/ 239225 w 1008380"/>
              <a:gd name="csY237" fmla="*/ 162798 h 622422"/>
              <a:gd name="csX238" fmla="*/ 240234 w 1008380"/>
              <a:gd name="csY238" fmla="*/ 160419 h 622422"/>
              <a:gd name="csX239" fmla="*/ 241244 w 1008380"/>
              <a:gd name="csY239" fmla="*/ 158049 h 622422"/>
              <a:gd name="csX240" fmla="*/ 242253 w 1008380"/>
              <a:gd name="csY240" fmla="*/ 155688 h 622422"/>
              <a:gd name="csX241" fmla="*/ 243263 w 1008380"/>
              <a:gd name="csY241" fmla="*/ 153336 h 622422"/>
              <a:gd name="csX242" fmla="*/ 244272 w 1008380"/>
              <a:gd name="csY242" fmla="*/ 150992 h 622422"/>
              <a:gd name="csX243" fmla="*/ 245281 w 1008380"/>
              <a:gd name="csY243" fmla="*/ 148658 h 622422"/>
              <a:gd name="csX244" fmla="*/ 246291 w 1008380"/>
              <a:gd name="csY244" fmla="*/ 146333 h 622422"/>
              <a:gd name="csX245" fmla="*/ 247300 w 1008380"/>
              <a:gd name="csY245" fmla="*/ 144018 h 622422"/>
              <a:gd name="csX246" fmla="*/ 248310 w 1008380"/>
              <a:gd name="csY246" fmla="*/ 141713 h 622422"/>
              <a:gd name="csX247" fmla="*/ 249319 w 1008380"/>
              <a:gd name="csY247" fmla="*/ 139419 h 622422"/>
              <a:gd name="csX248" fmla="*/ 250329 w 1008380"/>
              <a:gd name="csY248" fmla="*/ 137135 h 622422"/>
              <a:gd name="csX249" fmla="*/ 251338 w 1008380"/>
              <a:gd name="csY249" fmla="*/ 134862 h 622422"/>
              <a:gd name="csX250" fmla="*/ 252347 w 1008380"/>
              <a:gd name="csY250" fmla="*/ 132600 h 622422"/>
              <a:gd name="csX251" fmla="*/ 253357 w 1008380"/>
              <a:gd name="csY251" fmla="*/ 130349 h 622422"/>
              <a:gd name="csX252" fmla="*/ 254366 w 1008380"/>
              <a:gd name="csY252" fmla="*/ 128109 h 622422"/>
              <a:gd name="csX253" fmla="*/ 255376 w 1008380"/>
              <a:gd name="csY253" fmla="*/ 125882 h 622422"/>
              <a:gd name="csX254" fmla="*/ 256385 w 1008380"/>
              <a:gd name="csY254" fmla="*/ 123666 h 622422"/>
              <a:gd name="csX255" fmla="*/ 257394 w 1008380"/>
              <a:gd name="csY255" fmla="*/ 121463 h 622422"/>
              <a:gd name="csX256" fmla="*/ 258404 w 1008380"/>
              <a:gd name="csY256" fmla="*/ 119273 h 622422"/>
              <a:gd name="csX257" fmla="*/ 259413 w 1008380"/>
              <a:gd name="csY257" fmla="*/ 117095 h 622422"/>
              <a:gd name="csX258" fmla="*/ 260422 w 1008380"/>
              <a:gd name="csY258" fmla="*/ 114930 h 622422"/>
              <a:gd name="csX259" fmla="*/ 261432 w 1008380"/>
              <a:gd name="csY259" fmla="*/ 112779 h 622422"/>
              <a:gd name="csX260" fmla="*/ 262441 w 1008380"/>
              <a:gd name="csY260" fmla="*/ 110641 h 622422"/>
              <a:gd name="csX261" fmla="*/ 263450 w 1008380"/>
              <a:gd name="csY261" fmla="*/ 108517 h 622422"/>
              <a:gd name="csX262" fmla="*/ 264460 w 1008380"/>
              <a:gd name="csY262" fmla="*/ 106407 h 622422"/>
              <a:gd name="csX263" fmla="*/ 265469 w 1008380"/>
              <a:gd name="csY263" fmla="*/ 104311 h 622422"/>
              <a:gd name="csX264" fmla="*/ 266479 w 1008380"/>
              <a:gd name="csY264" fmla="*/ 102230 h 622422"/>
              <a:gd name="csX265" fmla="*/ 267488 w 1008380"/>
              <a:gd name="csY265" fmla="*/ 100163 h 622422"/>
              <a:gd name="csX266" fmla="*/ 268497 w 1008380"/>
              <a:gd name="csY266" fmla="*/ 98111 h 622422"/>
              <a:gd name="csX267" fmla="*/ 269507 w 1008380"/>
              <a:gd name="csY267" fmla="*/ 96076 h 622422"/>
              <a:gd name="csX268" fmla="*/ 270516 w 1008380"/>
              <a:gd name="csY268" fmla="*/ 94055 h 622422"/>
              <a:gd name="csX269" fmla="*/ 271526 w 1008380"/>
              <a:gd name="csY269" fmla="*/ 92050 h 622422"/>
              <a:gd name="csX270" fmla="*/ 272535 w 1008380"/>
              <a:gd name="csY270" fmla="*/ 90061 h 622422"/>
              <a:gd name="csX271" fmla="*/ 273545 w 1008380"/>
              <a:gd name="csY271" fmla="*/ 88088 h 622422"/>
              <a:gd name="csX272" fmla="*/ 274554 w 1008380"/>
              <a:gd name="csY272" fmla="*/ 86131 h 622422"/>
              <a:gd name="csX273" fmla="*/ 275563 w 1008380"/>
              <a:gd name="csY273" fmla="*/ 84192 h 622422"/>
              <a:gd name="csX274" fmla="*/ 276573 w 1008380"/>
              <a:gd name="csY274" fmla="*/ 82269 h 622422"/>
              <a:gd name="csX275" fmla="*/ 277582 w 1008380"/>
              <a:gd name="csY275" fmla="*/ 80364 h 622422"/>
              <a:gd name="csX276" fmla="*/ 278591 w 1008380"/>
              <a:gd name="csY276" fmla="*/ 78475 h 622422"/>
              <a:gd name="csX277" fmla="*/ 279601 w 1008380"/>
              <a:gd name="csY277" fmla="*/ 76605 h 622422"/>
              <a:gd name="csX278" fmla="*/ 280610 w 1008380"/>
              <a:gd name="csY278" fmla="*/ 74752 h 622422"/>
              <a:gd name="csX279" fmla="*/ 281619 w 1008380"/>
              <a:gd name="csY279" fmla="*/ 72917 h 622422"/>
              <a:gd name="csX280" fmla="*/ 282629 w 1008380"/>
              <a:gd name="csY280" fmla="*/ 71101 h 622422"/>
              <a:gd name="csX281" fmla="*/ 283638 w 1008380"/>
              <a:gd name="csY281" fmla="*/ 69303 h 622422"/>
              <a:gd name="csX282" fmla="*/ 284647 w 1008380"/>
              <a:gd name="csY282" fmla="*/ 67524 h 622422"/>
              <a:gd name="csX283" fmla="*/ 285657 w 1008380"/>
              <a:gd name="csY283" fmla="*/ 65763 h 622422"/>
              <a:gd name="csX284" fmla="*/ 286666 w 1008380"/>
              <a:gd name="csY284" fmla="*/ 64022 h 622422"/>
              <a:gd name="csX285" fmla="*/ 287676 w 1008380"/>
              <a:gd name="csY285" fmla="*/ 62300 h 622422"/>
              <a:gd name="csX286" fmla="*/ 288685 w 1008380"/>
              <a:gd name="csY286" fmla="*/ 60598 h 622422"/>
              <a:gd name="csX287" fmla="*/ 289695 w 1008380"/>
              <a:gd name="csY287" fmla="*/ 58916 h 622422"/>
              <a:gd name="csX288" fmla="*/ 290704 w 1008380"/>
              <a:gd name="csY288" fmla="*/ 57253 h 622422"/>
              <a:gd name="csX289" fmla="*/ 291714 w 1008380"/>
              <a:gd name="csY289" fmla="*/ 55611 h 622422"/>
              <a:gd name="csX290" fmla="*/ 292723 w 1008380"/>
              <a:gd name="csY290" fmla="*/ 53989 h 622422"/>
              <a:gd name="csX291" fmla="*/ 293732 w 1008380"/>
              <a:gd name="csY291" fmla="*/ 52388 h 622422"/>
              <a:gd name="csX292" fmla="*/ 294742 w 1008380"/>
              <a:gd name="csY292" fmla="*/ 50807 h 622422"/>
              <a:gd name="csX293" fmla="*/ 295751 w 1008380"/>
              <a:gd name="csY293" fmla="*/ 49248 h 622422"/>
              <a:gd name="csX294" fmla="*/ 296761 w 1008380"/>
              <a:gd name="csY294" fmla="*/ 47709 h 622422"/>
              <a:gd name="csX295" fmla="*/ 297770 w 1008380"/>
              <a:gd name="csY295" fmla="*/ 46193 h 622422"/>
              <a:gd name="csX296" fmla="*/ 298779 w 1008380"/>
              <a:gd name="csY296" fmla="*/ 44697 h 622422"/>
              <a:gd name="csX297" fmla="*/ 299789 w 1008380"/>
              <a:gd name="csY297" fmla="*/ 43224 h 622422"/>
              <a:gd name="csX298" fmla="*/ 300798 w 1008380"/>
              <a:gd name="csY298" fmla="*/ 41773 h 622422"/>
              <a:gd name="csX299" fmla="*/ 301807 w 1008380"/>
              <a:gd name="csY299" fmla="*/ 40343 h 622422"/>
              <a:gd name="csX300" fmla="*/ 302817 w 1008380"/>
              <a:gd name="csY300" fmla="*/ 38936 h 622422"/>
              <a:gd name="csX301" fmla="*/ 303826 w 1008380"/>
              <a:gd name="csY301" fmla="*/ 37552 h 622422"/>
              <a:gd name="csX302" fmla="*/ 304835 w 1008380"/>
              <a:gd name="csY302" fmla="*/ 36190 h 622422"/>
              <a:gd name="csX303" fmla="*/ 305845 w 1008380"/>
              <a:gd name="csY303" fmla="*/ 34851 h 622422"/>
              <a:gd name="csX304" fmla="*/ 306854 w 1008380"/>
              <a:gd name="csY304" fmla="*/ 33535 h 622422"/>
              <a:gd name="csX305" fmla="*/ 307863 w 1008380"/>
              <a:gd name="csY305" fmla="*/ 32242 h 622422"/>
              <a:gd name="csX306" fmla="*/ 308873 w 1008380"/>
              <a:gd name="csY306" fmla="*/ 30973 h 622422"/>
              <a:gd name="csX307" fmla="*/ 309882 w 1008380"/>
              <a:gd name="csY307" fmla="*/ 29727 h 622422"/>
              <a:gd name="csX308" fmla="*/ 310892 w 1008380"/>
              <a:gd name="csY308" fmla="*/ 28505 h 622422"/>
              <a:gd name="csX309" fmla="*/ 311901 w 1008380"/>
              <a:gd name="csY309" fmla="*/ 27306 h 622422"/>
              <a:gd name="csX310" fmla="*/ 312911 w 1008380"/>
              <a:gd name="csY310" fmla="*/ 26132 h 622422"/>
              <a:gd name="csX311" fmla="*/ 313920 w 1008380"/>
              <a:gd name="csY311" fmla="*/ 24982 h 622422"/>
              <a:gd name="csX312" fmla="*/ 314930 w 1008380"/>
              <a:gd name="csY312" fmla="*/ 23856 h 622422"/>
              <a:gd name="csX313" fmla="*/ 315939 w 1008380"/>
              <a:gd name="csY313" fmla="*/ 22754 h 622422"/>
              <a:gd name="csX314" fmla="*/ 316948 w 1008380"/>
              <a:gd name="csY314" fmla="*/ 21677 h 622422"/>
              <a:gd name="csX315" fmla="*/ 317958 w 1008380"/>
              <a:gd name="csY315" fmla="*/ 20625 h 622422"/>
              <a:gd name="csX316" fmla="*/ 318968 w 1008380"/>
              <a:gd name="csY316" fmla="*/ 19598 h 622422"/>
              <a:gd name="csX317" fmla="*/ 319975 w 1008380"/>
              <a:gd name="csY317" fmla="*/ 18596 h 622422"/>
              <a:gd name="csX318" fmla="*/ 320987 w 1008380"/>
              <a:gd name="csY318" fmla="*/ 17618 h 622422"/>
              <a:gd name="csX319" fmla="*/ 321993 w 1008380"/>
              <a:gd name="csY319" fmla="*/ 16666 h 622422"/>
              <a:gd name="csX320" fmla="*/ 323005 w 1008380"/>
              <a:gd name="csY320" fmla="*/ 15740 h 622422"/>
              <a:gd name="csX321" fmla="*/ 324012 w 1008380"/>
              <a:gd name="csY321" fmla="*/ 14839 h 622422"/>
              <a:gd name="csX322" fmla="*/ 325023 w 1008380"/>
              <a:gd name="csY322" fmla="*/ 13964 h 622422"/>
              <a:gd name="csX323" fmla="*/ 326035 w 1008380"/>
              <a:gd name="csY323" fmla="*/ 13114 h 622422"/>
              <a:gd name="csX324" fmla="*/ 327042 w 1008380"/>
              <a:gd name="csY324" fmla="*/ 12290 h 622422"/>
              <a:gd name="csX325" fmla="*/ 328054 w 1008380"/>
              <a:gd name="csY325" fmla="*/ 11492 h 622422"/>
              <a:gd name="csX326" fmla="*/ 329060 w 1008380"/>
              <a:gd name="csY326" fmla="*/ 10720 h 622422"/>
              <a:gd name="csX327" fmla="*/ 330072 w 1008380"/>
              <a:gd name="csY327" fmla="*/ 9974 h 622422"/>
              <a:gd name="csX328" fmla="*/ 331078 w 1008380"/>
              <a:gd name="csY328" fmla="*/ 9254 h 622422"/>
              <a:gd name="csX329" fmla="*/ 332090 w 1008380"/>
              <a:gd name="csY329" fmla="*/ 8562 h 622422"/>
              <a:gd name="csX330" fmla="*/ 333097 w 1008380"/>
              <a:gd name="csY330" fmla="*/ 7895 h 622422"/>
              <a:gd name="csX331" fmla="*/ 334108 w 1008380"/>
              <a:gd name="csY331" fmla="*/ 7255 h 622422"/>
              <a:gd name="csX332" fmla="*/ 335115 w 1008380"/>
              <a:gd name="csY332" fmla="*/ 6641 h 622422"/>
              <a:gd name="csX333" fmla="*/ 336127 w 1008380"/>
              <a:gd name="csY333" fmla="*/ 6054 h 622422"/>
              <a:gd name="csX334" fmla="*/ 337139 w 1008380"/>
              <a:gd name="csY334" fmla="*/ 5494 h 622422"/>
              <a:gd name="csX335" fmla="*/ 338145 w 1008380"/>
              <a:gd name="csY335" fmla="*/ 4961 h 622422"/>
              <a:gd name="csX336" fmla="*/ 339157 w 1008380"/>
              <a:gd name="csY336" fmla="*/ 4454 h 622422"/>
              <a:gd name="csX337" fmla="*/ 340163 w 1008380"/>
              <a:gd name="csY337" fmla="*/ 3975 h 622422"/>
              <a:gd name="csX338" fmla="*/ 341175 w 1008380"/>
              <a:gd name="csY338" fmla="*/ 3523 h 622422"/>
              <a:gd name="csX339" fmla="*/ 342182 w 1008380"/>
              <a:gd name="csY339" fmla="*/ 3097 h 622422"/>
              <a:gd name="csX340" fmla="*/ 343194 w 1008380"/>
              <a:gd name="csY340" fmla="*/ 2699 h 622422"/>
              <a:gd name="csX341" fmla="*/ 344200 w 1008380"/>
              <a:gd name="csY341" fmla="*/ 2328 h 622422"/>
              <a:gd name="csX342" fmla="*/ 345212 w 1008380"/>
              <a:gd name="csY342" fmla="*/ 1985 h 622422"/>
              <a:gd name="csX343" fmla="*/ 346218 w 1008380"/>
              <a:gd name="csY343" fmla="*/ 1668 h 622422"/>
              <a:gd name="csX344" fmla="*/ 347230 w 1008380"/>
              <a:gd name="csY344" fmla="*/ 1379 h 622422"/>
              <a:gd name="csX345" fmla="*/ 348237 w 1008380"/>
              <a:gd name="csY345" fmla="*/ 1118 h 622422"/>
              <a:gd name="csX346" fmla="*/ 349248 w 1008380"/>
              <a:gd name="csY346" fmla="*/ 883 h 622422"/>
              <a:gd name="csX347" fmla="*/ 350260 w 1008380"/>
              <a:gd name="csY347" fmla="*/ 677 h 622422"/>
              <a:gd name="csX348" fmla="*/ 351267 w 1008380"/>
              <a:gd name="csY348" fmla="*/ 497 h 622422"/>
              <a:gd name="csX349" fmla="*/ 352279 w 1008380"/>
              <a:gd name="csY349" fmla="*/ 346 h 622422"/>
              <a:gd name="csX350" fmla="*/ 353285 w 1008380"/>
              <a:gd name="csY350" fmla="*/ 222 h 622422"/>
              <a:gd name="csX351" fmla="*/ 354297 w 1008380"/>
              <a:gd name="csY351" fmla="*/ 125 h 622422"/>
              <a:gd name="csX352" fmla="*/ 355303 w 1008380"/>
              <a:gd name="csY352" fmla="*/ 56 h 622422"/>
              <a:gd name="csX353" fmla="*/ 356315 w 1008380"/>
              <a:gd name="csY353" fmla="*/ 14 h 622422"/>
              <a:gd name="csX354" fmla="*/ 357322 w 1008380"/>
              <a:gd name="csY354" fmla="*/ 0 h 622422"/>
              <a:gd name="csX355" fmla="*/ 358334 w 1008380"/>
              <a:gd name="csY355" fmla="*/ 14 h 622422"/>
              <a:gd name="csX356" fmla="*/ 359340 w 1008380"/>
              <a:gd name="csY356" fmla="*/ 55 h 622422"/>
              <a:gd name="csX357" fmla="*/ 360352 w 1008380"/>
              <a:gd name="csY357" fmla="*/ 124 h 622422"/>
              <a:gd name="csX358" fmla="*/ 361364 w 1008380"/>
              <a:gd name="csY358" fmla="*/ 220 h 622422"/>
              <a:gd name="csX359" fmla="*/ 362370 w 1008380"/>
              <a:gd name="csY359" fmla="*/ 343 h 622422"/>
              <a:gd name="csX360" fmla="*/ 363382 w 1008380"/>
              <a:gd name="csY360" fmla="*/ 495 h 622422"/>
              <a:gd name="csX361" fmla="*/ 364389 w 1008380"/>
              <a:gd name="csY361" fmla="*/ 674 h 622422"/>
              <a:gd name="csX362" fmla="*/ 365400 w 1008380"/>
              <a:gd name="csY362" fmla="*/ 880 h 622422"/>
              <a:gd name="csX363" fmla="*/ 366407 w 1008380"/>
              <a:gd name="csY363" fmla="*/ 1114 h 622422"/>
              <a:gd name="csX364" fmla="*/ 367419 w 1008380"/>
              <a:gd name="csY364" fmla="*/ 1375 h 622422"/>
              <a:gd name="csX365" fmla="*/ 368425 w 1008380"/>
              <a:gd name="csY365" fmla="*/ 1664 h 622422"/>
              <a:gd name="csX366" fmla="*/ 369437 w 1008380"/>
              <a:gd name="csY366" fmla="*/ 1979 h 622422"/>
              <a:gd name="csX367" fmla="*/ 370443 w 1008380"/>
              <a:gd name="csY367" fmla="*/ 2322 h 622422"/>
              <a:gd name="csX368" fmla="*/ 371455 w 1008380"/>
              <a:gd name="csY368" fmla="*/ 2693 h 622422"/>
              <a:gd name="csX369" fmla="*/ 372467 w 1008380"/>
              <a:gd name="csY369" fmla="*/ 3091 h 622422"/>
              <a:gd name="csX370" fmla="*/ 373474 w 1008380"/>
              <a:gd name="csY370" fmla="*/ 3516 h 622422"/>
              <a:gd name="csX371" fmla="*/ 374485 w 1008380"/>
              <a:gd name="csY371" fmla="*/ 3967 h 622422"/>
              <a:gd name="csX372" fmla="*/ 375492 w 1008380"/>
              <a:gd name="csY372" fmla="*/ 4447 h 622422"/>
              <a:gd name="csX373" fmla="*/ 376504 w 1008380"/>
              <a:gd name="csY373" fmla="*/ 4953 h 622422"/>
              <a:gd name="csX374" fmla="*/ 377510 w 1008380"/>
              <a:gd name="csY374" fmla="*/ 5485 h 622422"/>
              <a:gd name="csX375" fmla="*/ 378522 w 1008380"/>
              <a:gd name="csY375" fmla="*/ 6045 h 622422"/>
              <a:gd name="csX376" fmla="*/ 379529 w 1008380"/>
              <a:gd name="csY376" fmla="*/ 6632 h 622422"/>
              <a:gd name="csX377" fmla="*/ 380540 w 1008380"/>
              <a:gd name="csY377" fmla="*/ 7245 h 622422"/>
              <a:gd name="csX378" fmla="*/ 381547 w 1008380"/>
              <a:gd name="csY378" fmla="*/ 7885 h 622422"/>
              <a:gd name="csX379" fmla="*/ 382559 w 1008380"/>
              <a:gd name="csY379" fmla="*/ 8551 h 622422"/>
              <a:gd name="csX380" fmla="*/ 383571 w 1008380"/>
              <a:gd name="csY380" fmla="*/ 9244 h 622422"/>
              <a:gd name="csX381" fmla="*/ 384577 w 1008380"/>
              <a:gd name="csY381" fmla="*/ 9963 h 622422"/>
              <a:gd name="csX382" fmla="*/ 385589 w 1008380"/>
              <a:gd name="csY382" fmla="*/ 10708 h 622422"/>
              <a:gd name="csX383" fmla="*/ 386595 w 1008380"/>
              <a:gd name="csY383" fmla="*/ 11479 h 622422"/>
              <a:gd name="csX384" fmla="*/ 387607 w 1008380"/>
              <a:gd name="csY384" fmla="*/ 12277 h 622422"/>
              <a:gd name="csX385" fmla="*/ 388614 w 1008380"/>
              <a:gd name="csY385" fmla="*/ 13100 h 622422"/>
              <a:gd name="csX386" fmla="*/ 389625 w 1008380"/>
              <a:gd name="csY386" fmla="*/ 13950 h 622422"/>
              <a:gd name="csX387" fmla="*/ 390632 w 1008380"/>
              <a:gd name="csY387" fmla="*/ 14825 h 622422"/>
              <a:gd name="csX388" fmla="*/ 391644 w 1008380"/>
              <a:gd name="csY388" fmla="*/ 15726 h 622422"/>
              <a:gd name="csX389" fmla="*/ 392650 w 1008380"/>
              <a:gd name="csY389" fmla="*/ 16652 h 622422"/>
              <a:gd name="csX390" fmla="*/ 393662 w 1008380"/>
              <a:gd name="csY390" fmla="*/ 17604 h 622422"/>
              <a:gd name="csX391" fmla="*/ 394669 w 1008380"/>
              <a:gd name="csY391" fmla="*/ 18580 h 622422"/>
              <a:gd name="csX392" fmla="*/ 395680 w 1008380"/>
              <a:gd name="csY392" fmla="*/ 19582 h 622422"/>
              <a:gd name="csX393" fmla="*/ 396692 w 1008380"/>
              <a:gd name="csY393" fmla="*/ 20609 h 622422"/>
              <a:gd name="csX394" fmla="*/ 397699 w 1008380"/>
              <a:gd name="csY394" fmla="*/ 21661 h 622422"/>
              <a:gd name="csX395" fmla="*/ 398711 w 1008380"/>
              <a:gd name="csY395" fmla="*/ 22737 h 622422"/>
              <a:gd name="csX396" fmla="*/ 399717 w 1008380"/>
              <a:gd name="csY396" fmla="*/ 23838 h 622422"/>
              <a:gd name="csX397" fmla="*/ 400729 w 1008380"/>
              <a:gd name="csY397" fmla="*/ 24964 h 622422"/>
              <a:gd name="csX398" fmla="*/ 401735 w 1008380"/>
              <a:gd name="csY398" fmla="*/ 26114 h 622422"/>
              <a:gd name="csX399" fmla="*/ 402747 w 1008380"/>
              <a:gd name="csY399" fmla="*/ 27288 h 622422"/>
              <a:gd name="csX400" fmla="*/ 403754 w 1008380"/>
              <a:gd name="csY400" fmla="*/ 28486 h 622422"/>
              <a:gd name="csX401" fmla="*/ 404765 w 1008380"/>
              <a:gd name="csY401" fmla="*/ 29708 h 622422"/>
              <a:gd name="csX402" fmla="*/ 405772 w 1008380"/>
              <a:gd name="csY402" fmla="*/ 30953 h 622422"/>
              <a:gd name="csX403" fmla="*/ 406784 w 1008380"/>
              <a:gd name="csY403" fmla="*/ 32222 h 622422"/>
              <a:gd name="csX404" fmla="*/ 407796 w 1008380"/>
              <a:gd name="csY404" fmla="*/ 33515 h 622422"/>
              <a:gd name="csX405" fmla="*/ 408802 w 1008380"/>
              <a:gd name="csY405" fmla="*/ 34830 h 622422"/>
              <a:gd name="csX406" fmla="*/ 409814 w 1008380"/>
              <a:gd name="csY406" fmla="*/ 36169 h 622422"/>
              <a:gd name="csX407" fmla="*/ 410820 w 1008380"/>
              <a:gd name="csY407" fmla="*/ 37530 h 622422"/>
              <a:gd name="csX408" fmla="*/ 411832 w 1008380"/>
              <a:gd name="csY408" fmla="*/ 38915 h 622422"/>
              <a:gd name="csX409" fmla="*/ 412839 w 1008380"/>
              <a:gd name="csY409" fmla="*/ 40321 h 622422"/>
              <a:gd name="csX410" fmla="*/ 413851 w 1008380"/>
              <a:gd name="csY410" fmla="*/ 41750 h 622422"/>
              <a:gd name="csX411" fmla="*/ 414857 w 1008380"/>
              <a:gd name="csY411" fmla="*/ 43201 h 622422"/>
              <a:gd name="csX412" fmla="*/ 415869 w 1008380"/>
              <a:gd name="csY412" fmla="*/ 44675 h 622422"/>
              <a:gd name="csX413" fmla="*/ 416875 w 1008380"/>
              <a:gd name="csY413" fmla="*/ 46169 h 622422"/>
              <a:gd name="csX414" fmla="*/ 417887 w 1008380"/>
              <a:gd name="csY414" fmla="*/ 47685 h 622422"/>
              <a:gd name="csX415" fmla="*/ 418899 w 1008380"/>
              <a:gd name="csY415" fmla="*/ 49223 h 622422"/>
              <a:gd name="csX416" fmla="*/ 419906 w 1008380"/>
              <a:gd name="csY416" fmla="*/ 50783 h 622422"/>
              <a:gd name="csX417" fmla="*/ 420917 w 1008380"/>
              <a:gd name="csY417" fmla="*/ 52363 h 622422"/>
              <a:gd name="csX418" fmla="*/ 421924 w 1008380"/>
              <a:gd name="csY418" fmla="*/ 53964 h 622422"/>
              <a:gd name="csX419" fmla="*/ 422936 w 1008380"/>
              <a:gd name="csY419" fmla="*/ 55585 h 622422"/>
              <a:gd name="csX420" fmla="*/ 423942 w 1008380"/>
              <a:gd name="csY420" fmla="*/ 57227 h 622422"/>
              <a:gd name="csX421" fmla="*/ 424954 w 1008380"/>
              <a:gd name="csY421" fmla="*/ 58890 h 622422"/>
              <a:gd name="csX422" fmla="*/ 425960 w 1008380"/>
              <a:gd name="csY422" fmla="*/ 60571 h 622422"/>
              <a:gd name="csX423" fmla="*/ 426972 w 1008380"/>
              <a:gd name="csY423" fmla="*/ 62273 h 622422"/>
              <a:gd name="csX424" fmla="*/ 427979 w 1008380"/>
              <a:gd name="csY424" fmla="*/ 63995 h 622422"/>
              <a:gd name="csX425" fmla="*/ 428991 w 1008380"/>
              <a:gd name="csY425" fmla="*/ 65736 h 622422"/>
              <a:gd name="csX426" fmla="*/ 430002 w 1008380"/>
              <a:gd name="csY426" fmla="*/ 67496 h 622422"/>
              <a:gd name="csX427" fmla="*/ 431009 w 1008380"/>
              <a:gd name="csY427" fmla="*/ 69275 h 622422"/>
              <a:gd name="csX428" fmla="*/ 432021 w 1008380"/>
              <a:gd name="csY428" fmla="*/ 71072 h 622422"/>
              <a:gd name="csX429" fmla="*/ 433027 w 1008380"/>
              <a:gd name="csY429" fmla="*/ 72889 h 622422"/>
              <a:gd name="csX430" fmla="*/ 434039 w 1008380"/>
              <a:gd name="csY430" fmla="*/ 74723 h 622422"/>
              <a:gd name="csX431" fmla="*/ 435046 w 1008380"/>
              <a:gd name="csY431" fmla="*/ 76576 h 622422"/>
              <a:gd name="csX432" fmla="*/ 436057 w 1008380"/>
              <a:gd name="csY432" fmla="*/ 78446 h 622422"/>
              <a:gd name="csX433" fmla="*/ 437064 w 1008380"/>
              <a:gd name="csY433" fmla="*/ 80334 h 622422"/>
              <a:gd name="csX434" fmla="*/ 438076 w 1008380"/>
              <a:gd name="csY434" fmla="*/ 82239 h 622422"/>
              <a:gd name="csX435" fmla="*/ 439082 w 1008380"/>
              <a:gd name="csY435" fmla="*/ 84162 h 622422"/>
              <a:gd name="csX436" fmla="*/ 440094 w 1008380"/>
              <a:gd name="csY436" fmla="*/ 86101 h 622422"/>
              <a:gd name="csX437" fmla="*/ 441100 w 1008380"/>
              <a:gd name="csY437" fmla="*/ 88057 h 622422"/>
              <a:gd name="csX438" fmla="*/ 442112 w 1008380"/>
              <a:gd name="csY438" fmla="*/ 90030 h 622422"/>
              <a:gd name="csX439" fmla="*/ 443124 w 1008380"/>
              <a:gd name="csY439" fmla="*/ 92019 h 622422"/>
              <a:gd name="csX440" fmla="*/ 444131 w 1008380"/>
              <a:gd name="csY440" fmla="*/ 94023 h 622422"/>
              <a:gd name="csX441" fmla="*/ 445142 w 1008380"/>
              <a:gd name="csY441" fmla="*/ 96044 h 622422"/>
              <a:gd name="csX442" fmla="*/ 446149 w 1008380"/>
              <a:gd name="csY442" fmla="*/ 98079 h 622422"/>
              <a:gd name="csX443" fmla="*/ 447161 w 1008380"/>
              <a:gd name="csY443" fmla="*/ 100131 h 622422"/>
              <a:gd name="csX444" fmla="*/ 448167 w 1008380"/>
              <a:gd name="csY444" fmla="*/ 102197 h 622422"/>
              <a:gd name="csX445" fmla="*/ 449179 w 1008380"/>
              <a:gd name="csY445" fmla="*/ 104278 h 622422"/>
              <a:gd name="csX446" fmla="*/ 450186 w 1008380"/>
              <a:gd name="csY446" fmla="*/ 106374 h 622422"/>
              <a:gd name="csX447" fmla="*/ 451197 w 1008380"/>
              <a:gd name="csY447" fmla="*/ 108484 h 622422"/>
              <a:gd name="csX448" fmla="*/ 452204 w 1008380"/>
              <a:gd name="csY448" fmla="*/ 110607 h 622422"/>
              <a:gd name="csX449" fmla="*/ 453216 w 1008380"/>
              <a:gd name="csY449" fmla="*/ 112745 h 622422"/>
              <a:gd name="csX450" fmla="*/ 454228 w 1008380"/>
              <a:gd name="csY450" fmla="*/ 114896 h 622422"/>
              <a:gd name="csX451" fmla="*/ 455234 w 1008380"/>
              <a:gd name="csY451" fmla="*/ 117061 h 622422"/>
              <a:gd name="csX452" fmla="*/ 456246 w 1008380"/>
              <a:gd name="csY452" fmla="*/ 119238 h 622422"/>
              <a:gd name="csX453" fmla="*/ 457252 w 1008380"/>
              <a:gd name="csY453" fmla="*/ 121429 h 622422"/>
              <a:gd name="csX454" fmla="*/ 458264 w 1008380"/>
              <a:gd name="csY454" fmla="*/ 123632 h 622422"/>
              <a:gd name="csX455" fmla="*/ 459271 w 1008380"/>
              <a:gd name="csY455" fmla="*/ 125847 h 622422"/>
              <a:gd name="csX456" fmla="*/ 460282 w 1008380"/>
              <a:gd name="csY456" fmla="*/ 128075 h 622422"/>
              <a:gd name="csX457" fmla="*/ 461289 w 1008380"/>
              <a:gd name="csY457" fmla="*/ 130313 h 622422"/>
              <a:gd name="csX458" fmla="*/ 462301 w 1008380"/>
              <a:gd name="csY458" fmla="*/ 132564 h 622422"/>
              <a:gd name="csX459" fmla="*/ 463307 w 1008380"/>
              <a:gd name="csY459" fmla="*/ 134826 h 622422"/>
              <a:gd name="csX460" fmla="*/ 464319 w 1008380"/>
              <a:gd name="csY460" fmla="*/ 137099 h 622422"/>
              <a:gd name="csX461" fmla="*/ 465331 w 1008380"/>
              <a:gd name="csY461" fmla="*/ 139383 h 622422"/>
              <a:gd name="csX462" fmla="*/ 466337 w 1008380"/>
              <a:gd name="csY462" fmla="*/ 141678 h 622422"/>
              <a:gd name="csX463" fmla="*/ 467349 w 1008380"/>
              <a:gd name="csY463" fmla="*/ 143983 h 622422"/>
              <a:gd name="csX464" fmla="*/ 468356 w 1008380"/>
              <a:gd name="csY464" fmla="*/ 146297 h 622422"/>
              <a:gd name="csX465" fmla="*/ 469368 w 1008380"/>
              <a:gd name="csY465" fmla="*/ 148621 h 622422"/>
              <a:gd name="csX466" fmla="*/ 470374 w 1008380"/>
              <a:gd name="csY466" fmla="*/ 150956 h 622422"/>
              <a:gd name="csX467" fmla="*/ 471386 w 1008380"/>
              <a:gd name="csY467" fmla="*/ 153299 h 622422"/>
              <a:gd name="csX468" fmla="*/ 472392 w 1008380"/>
              <a:gd name="csY468" fmla="*/ 155651 h 622422"/>
              <a:gd name="csX469" fmla="*/ 473404 w 1008380"/>
              <a:gd name="csY469" fmla="*/ 158013 h 622422"/>
              <a:gd name="csX470" fmla="*/ 474411 w 1008380"/>
              <a:gd name="csY470" fmla="*/ 160383 h 622422"/>
              <a:gd name="csX471" fmla="*/ 475423 w 1008380"/>
              <a:gd name="csY471" fmla="*/ 162760 h 622422"/>
              <a:gd name="csX472" fmla="*/ 476434 w 1008380"/>
              <a:gd name="csY472" fmla="*/ 165146 h 622422"/>
              <a:gd name="csX473" fmla="*/ 477441 w 1008380"/>
              <a:gd name="csY473" fmla="*/ 167540 h 622422"/>
              <a:gd name="csX474" fmla="*/ 478453 w 1008380"/>
              <a:gd name="csY474" fmla="*/ 169941 h 622422"/>
              <a:gd name="csX475" fmla="*/ 479459 w 1008380"/>
              <a:gd name="csY475" fmla="*/ 172350 h 622422"/>
              <a:gd name="csX476" fmla="*/ 480471 w 1008380"/>
              <a:gd name="csY476" fmla="*/ 174765 h 622422"/>
              <a:gd name="csX477" fmla="*/ 481477 w 1008380"/>
              <a:gd name="csY477" fmla="*/ 177188 h 622422"/>
              <a:gd name="csX478" fmla="*/ 482489 w 1008380"/>
              <a:gd name="csY478" fmla="*/ 179616 h 622422"/>
              <a:gd name="csX479" fmla="*/ 483496 w 1008380"/>
              <a:gd name="csY479" fmla="*/ 182051 h 622422"/>
              <a:gd name="csX480" fmla="*/ 484508 w 1008380"/>
              <a:gd name="csY480" fmla="*/ 184493 h 622422"/>
              <a:gd name="csX481" fmla="*/ 485514 w 1008380"/>
              <a:gd name="csY481" fmla="*/ 186939 h 622422"/>
              <a:gd name="csX482" fmla="*/ 486526 w 1008380"/>
              <a:gd name="csY482" fmla="*/ 189391 h 622422"/>
              <a:gd name="csX483" fmla="*/ 487532 w 1008380"/>
              <a:gd name="csY483" fmla="*/ 191849 h 622422"/>
              <a:gd name="csX484" fmla="*/ 488544 w 1008380"/>
              <a:gd name="csY484" fmla="*/ 194312 h 622422"/>
              <a:gd name="csX485" fmla="*/ 489556 w 1008380"/>
              <a:gd name="csY485" fmla="*/ 196779 h 622422"/>
              <a:gd name="csX486" fmla="*/ 490563 w 1008380"/>
              <a:gd name="csY486" fmla="*/ 199251 h 622422"/>
              <a:gd name="csX487" fmla="*/ 491574 w 1008380"/>
              <a:gd name="csY487" fmla="*/ 201728 h 622422"/>
              <a:gd name="csX488" fmla="*/ 492581 w 1008380"/>
              <a:gd name="csY488" fmla="*/ 204208 h 622422"/>
              <a:gd name="csX489" fmla="*/ 493593 w 1008380"/>
              <a:gd name="csY489" fmla="*/ 206692 h 622422"/>
              <a:gd name="csX490" fmla="*/ 494599 w 1008380"/>
              <a:gd name="csY490" fmla="*/ 209179 h 622422"/>
              <a:gd name="csX491" fmla="*/ 495611 w 1008380"/>
              <a:gd name="csY491" fmla="*/ 211670 h 622422"/>
              <a:gd name="csX492" fmla="*/ 496617 w 1008380"/>
              <a:gd name="csY492" fmla="*/ 214164 h 622422"/>
              <a:gd name="csX493" fmla="*/ 497629 w 1008380"/>
              <a:gd name="csY493" fmla="*/ 216661 h 622422"/>
              <a:gd name="csX494" fmla="*/ 498636 w 1008380"/>
              <a:gd name="csY494" fmla="*/ 219160 h 622422"/>
              <a:gd name="csX495" fmla="*/ 499648 w 1008380"/>
              <a:gd name="csY495" fmla="*/ 221662 h 622422"/>
              <a:gd name="csX496" fmla="*/ 500659 w 1008380"/>
              <a:gd name="csY496" fmla="*/ 224166 h 622422"/>
              <a:gd name="csX497" fmla="*/ 501666 w 1008380"/>
              <a:gd name="csY497" fmla="*/ 226672 h 622422"/>
              <a:gd name="csX498" fmla="*/ 502678 w 1008380"/>
              <a:gd name="csY498" fmla="*/ 229179 h 622422"/>
              <a:gd name="csX499" fmla="*/ 503684 w 1008380"/>
              <a:gd name="csY499" fmla="*/ 231688 h 622422"/>
              <a:gd name="csX500" fmla="*/ 504696 w 1008380"/>
              <a:gd name="csY500" fmla="*/ 234198 h 622422"/>
              <a:gd name="csX501" fmla="*/ 505703 w 1008380"/>
              <a:gd name="csY501" fmla="*/ 236709 h 622422"/>
              <a:gd name="csX502" fmla="*/ 506714 w 1008380"/>
              <a:gd name="csY502" fmla="*/ 239221 h 622422"/>
              <a:gd name="csX503" fmla="*/ 507721 w 1008380"/>
              <a:gd name="csY503" fmla="*/ 241733 h 622422"/>
              <a:gd name="csX504" fmla="*/ 508733 w 1008380"/>
              <a:gd name="csY504" fmla="*/ 244246 h 622422"/>
              <a:gd name="csX505" fmla="*/ 509739 w 1008380"/>
              <a:gd name="csY505" fmla="*/ 246758 h 622422"/>
              <a:gd name="csX506" fmla="*/ 510751 w 1008380"/>
              <a:gd name="csY506" fmla="*/ 249271 h 622422"/>
              <a:gd name="csX507" fmla="*/ 511763 w 1008380"/>
              <a:gd name="csY507" fmla="*/ 251783 h 622422"/>
              <a:gd name="csX508" fmla="*/ 512769 w 1008380"/>
              <a:gd name="csY508" fmla="*/ 254294 h 622422"/>
              <a:gd name="csX509" fmla="*/ 513781 w 1008380"/>
              <a:gd name="csY509" fmla="*/ 256805 h 622422"/>
              <a:gd name="csX510" fmla="*/ 514788 w 1008380"/>
              <a:gd name="csY510" fmla="*/ 259315 h 622422"/>
              <a:gd name="csX511" fmla="*/ 515799 w 1008380"/>
              <a:gd name="csY511" fmla="*/ 261823 h 622422"/>
              <a:gd name="csX512" fmla="*/ 516806 w 1008380"/>
              <a:gd name="csY512" fmla="*/ 264329 h 622422"/>
              <a:gd name="csX513" fmla="*/ 517818 w 1008380"/>
              <a:gd name="csY513" fmla="*/ 266835 h 622422"/>
              <a:gd name="csX514" fmla="*/ 518824 w 1008380"/>
              <a:gd name="csY514" fmla="*/ 269338 h 622422"/>
              <a:gd name="csX515" fmla="*/ 519836 w 1008380"/>
              <a:gd name="csY515" fmla="*/ 271839 h 622422"/>
              <a:gd name="csX516" fmla="*/ 520843 w 1008380"/>
              <a:gd name="csY516" fmla="*/ 274339 h 622422"/>
              <a:gd name="csX517" fmla="*/ 521854 w 1008380"/>
              <a:gd name="csY517" fmla="*/ 276835 h 622422"/>
              <a:gd name="csX518" fmla="*/ 522866 w 1008380"/>
              <a:gd name="csY518" fmla="*/ 279328 h 622422"/>
              <a:gd name="csX519" fmla="*/ 523873 w 1008380"/>
              <a:gd name="csY519" fmla="*/ 281820 h 622422"/>
              <a:gd name="csX520" fmla="*/ 524885 w 1008380"/>
              <a:gd name="csY520" fmla="*/ 284307 h 622422"/>
              <a:gd name="csX521" fmla="*/ 525891 w 1008380"/>
              <a:gd name="csY521" fmla="*/ 286791 h 622422"/>
              <a:gd name="csX522" fmla="*/ 526903 w 1008380"/>
              <a:gd name="csY522" fmla="*/ 289272 h 622422"/>
              <a:gd name="csX523" fmla="*/ 527909 w 1008380"/>
              <a:gd name="csY523" fmla="*/ 291750 h 622422"/>
              <a:gd name="csX524" fmla="*/ 528921 w 1008380"/>
              <a:gd name="csY524" fmla="*/ 294223 h 622422"/>
              <a:gd name="csX525" fmla="*/ 529928 w 1008380"/>
              <a:gd name="csY525" fmla="*/ 296692 h 622422"/>
              <a:gd name="csX526" fmla="*/ 530940 w 1008380"/>
              <a:gd name="csY526" fmla="*/ 299157 h 622422"/>
              <a:gd name="csX527" fmla="*/ 531946 w 1008380"/>
              <a:gd name="csY527" fmla="*/ 301618 h 622422"/>
              <a:gd name="csX528" fmla="*/ 532958 w 1008380"/>
              <a:gd name="csY528" fmla="*/ 304074 h 622422"/>
              <a:gd name="csX529" fmla="*/ 533970 w 1008380"/>
              <a:gd name="csY529" fmla="*/ 306525 h 622422"/>
              <a:gd name="csX530" fmla="*/ 534976 w 1008380"/>
              <a:gd name="csY530" fmla="*/ 308972 h 622422"/>
              <a:gd name="csX531" fmla="*/ 535988 w 1008380"/>
              <a:gd name="csY531" fmla="*/ 311413 h 622422"/>
              <a:gd name="csX532" fmla="*/ 536994 w 1008380"/>
              <a:gd name="csY532" fmla="*/ 313848 h 622422"/>
              <a:gd name="csX533" fmla="*/ 538006 w 1008380"/>
              <a:gd name="csY533" fmla="*/ 316278 h 622422"/>
              <a:gd name="csX534" fmla="*/ 539013 w 1008380"/>
              <a:gd name="csY534" fmla="*/ 318703 h 622422"/>
              <a:gd name="csX535" fmla="*/ 540025 w 1008380"/>
              <a:gd name="csY535" fmla="*/ 321121 h 622422"/>
              <a:gd name="csX536" fmla="*/ 541031 w 1008380"/>
              <a:gd name="csY536" fmla="*/ 323534 h 622422"/>
              <a:gd name="csX537" fmla="*/ 542043 w 1008380"/>
              <a:gd name="csY537" fmla="*/ 325941 h 622422"/>
              <a:gd name="csX538" fmla="*/ 543049 w 1008380"/>
              <a:gd name="csY538" fmla="*/ 328341 h 622422"/>
              <a:gd name="csX539" fmla="*/ 544061 w 1008380"/>
              <a:gd name="csY539" fmla="*/ 330734 h 622422"/>
              <a:gd name="csX540" fmla="*/ 545068 w 1008380"/>
              <a:gd name="csY540" fmla="*/ 333122 h 622422"/>
              <a:gd name="csX541" fmla="*/ 546080 w 1008380"/>
              <a:gd name="csY541" fmla="*/ 335501 h 622422"/>
              <a:gd name="csX542" fmla="*/ 547091 w 1008380"/>
              <a:gd name="csY542" fmla="*/ 337874 h 622422"/>
              <a:gd name="csX543" fmla="*/ 548098 w 1008380"/>
              <a:gd name="csY543" fmla="*/ 340240 h 622422"/>
              <a:gd name="csX544" fmla="*/ 549110 w 1008380"/>
              <a:gd name="csY544" fmla="*/ 342600 h 622422"/>
              <a:gd name="csX545" fmla="*/ 550116 w 1008380"/>
              <a:gd name="csY545" fmla="*/ 344951 h 622422"/>
              <a:gd name="csX546" fmla="*/ 551128 w 1008380"/>
              <a:gd name="csY546" fmla="*/ 347294 h 622422"/>
              <a:gd name="csX547" fmla="*/ 552134 w 1008380"/>
              <a:gd name="csY547" fmla="*/ 349631 h 622422"/>
              <a:gd name="csX548" fmla="*/ 553146 w 1008380"/>
              <a:gd name="csY548" fmla="*/ 351959 h 622422"/>
              <a:gd name="csX549" fmla="*/ 554153 w 1008380"/>
              <a:gd name="csY549" fmla="*/ 354279 h 622422"/>
              <a:gd name="csX550" fmla="*/ 555165 w 1008380"/>
              <a:gd name="csY550" fmla="*/ 356591 h 622422"/>
              <a:gd name="csX551" fmla="*/ 556171 w 1008380"/>
              <a:gd name="csY551" fmla="*/ 358895 h 622422"/>
              <a:gd name="csX552" fmla="*/ 557183 w 1008380"/>
              <a:gd name="csY552" fmla="*/ 361190 h 622422"/>
              <a:gd name="csX553" fmla="*/ 558195 w 1008380"/>
              <a:gd name="csY553" fmla="*/ 363477 h 622422"/>
              <a:gd name="csX554" fmla="*/ 559201 w 1008380"/>
              <a:gd name="csY554" fmla="*/ 365756 h 622422"/>
              <a:gd name="csX555" fmla="*/ 560213 w 1008380"/>
              <a:gd name="csY555" fmla="*/ 368025 h 622422"/>
              <a:gd name="csX556" fmla="*/ 561220 w 1008380"/>
              <a:gd name="csY556" fmla="*/ 370286 h 622422"/>
              <a:gd name="csX557" fmla="*/ 562231 w 1008380"/>
              <a:gd name="csY557" fmla="*/ 372537 h 622422"/>
              <a:gd name="csX558" fmla="*/ 563238 w 1008380"/>
              <a:gd name="csY558" fmla="*/ 374780 h 622422"/>
              <a:gd name="csX559" fmla="*/ 564250 w 1008380"/>
              <a:gd name="csY559" fmla="*/ 377013 h 622422"/>
              <a:gd name="csX560" fmla="*/ 565256 w 1008380"/>
              <a:gd name="csY560" fmla="*/ 379237 h 622422"/>
              <a:gd name="csX561" fmla="*/ 566268 w 1008380"/>
              <a:gd name="csY561" fmla="*/ 381451 h 622422"/>
              <a:gd name="csX562" fmla="*/ 567275 w 1008380"/>
              <a:gd name="csY562" fmla="*/ 383656 h 622422"/>
              <a:gd name="csX563" fmla="*/ 568286 w 1008380"/>
              <a:gd name="csY563" fmla="*/ 385851 h 622422"/>
              <a:gd name="csX564" fmla="*/ 569298 w 1008380"/>
              <a:gd name="csY564" fmla="*/ 388037 h 622422"/>
              <a:gd name="csX565" fmla="*/ 570305 w 1008380"/>
              <a:gd name="csY565" fmla="*/ 390212 h 622422"/>
              <a:gd name="csX566" fmla="*/ 571316 w 1008380"/>
              <a:gd name="csY566" fmla="*/ 392377 h 622422"/>
              <a:gd name="csX567" fmla="*/ 572323 w 1008380"/>
              <a:gd name="csY567" fmla="*/ 394533 h 622422"/>
              <a:gd name="csX568" fmla="*/ 573335 w 1008380"/>
              <a:gd name="csY568" fmla="*/ 396678 h 622422"/>
              <a:gd name="csX569" fmla="*/ 574341 w 1008380"/>
              <a:gd name="csY569" fmla="*/ 398813 h 622422"/>
              <a:gd name="csX570" fmla="*/ 575353 w 1008380"/>
              <a:gd name="csY570" fmla="*/ 400937 h 622422"/>
              <a:gd name="csX571" fmla="*/ 576360 w 1008380"/>
              <a:gd name="csY571" fmla="*/ 403052 h 622422"/>
              <a:gd name="csX572" fmla="*/ 577371 w 1008380"/>
              <a:gd name="csY572" fmla="*/ 405155 h 622422"/>
              <a:gd name="csX573" fmla="*/ 578378 w 1008380"/>
              <a:gd name="csY573" fmla="*/ 407248 h 622422"/>
              <a:gd name="csX574" fmla="*/ 579390 w 1008380"/>
              <a:gd name="csY574" fmla="*/ 409330 h 622422"/>
              <a:gd name="csX575" fmla="*/ 580402 w 1008380"/>
              <a:gd name="csY575" fmla="*/ 411401 h 622422"/>
              <a:gd name="csX576" fmla="*/ 581408 w 1008380"/>
              <a:gd name="csY576" fmla="*/ 413462 h 622422"/>
              <a:gd name="csX577" fmla="*/ 582420 w 1008380"/>
              <a:gd name="csY577" fmla="*/ 415511 h 622422"/>
              <a:gd name="csX578" fmla="*/ 583426 w 1008380"/>
              <a:gd name="csY578" fmla="*/ 417550 h 622422"/>
              <a:gd name="csX579" fmla="*/ 584438 w 1008380"/>
              <a:gd name="csY579" fmla="*/ 419577 h 622422"/>
              <a:gd name="csX580" fmla="*/ 585445 w 1008380"/>
              <a:gd name="csY580" fmla="*/ 421594 h 622422"/>
              <a:gd name="csX581" fmla="*/ 586457 w 1008380"/>
              <a:gd name="csY581" fmla="*/ 423599 h 622422"/>
              <a:gd name="csX582" fmla="*/ 587463 w 1008380"/>
              <a:gd name="csY582" fmla="*/ 425593 h 622422"/>
              <a:gd name="csX583" fmla="*/ 588475 w 1008380"/>
              <a:gd name="csY583" fmla="*/ 427575 h 622422"/>
              <a:gd name="csX584" fmla="*/ 589481 w 1008380"/>
              <a:gd name="csY584" fmla="*/ 429546 h 622422"/>
              <a:gd name="csX585" fmla="*/ 590493 w 1008380"/>
              <a:gd name="csY585" fmla="*/ 431506 h 622422"/>
              <a:gd name="csX586" fmla="*/ 591500 w 1008380"/>
              <a:gd name="csY586" fmla="*/ 433454 h 622422"/>
              <a:gd name="csX587" fmla="*/ 592511 w 1008380"/>
              <a:gd name="csY587" fmla="*/ 435390 h 622422"/>
              <a:gd name="csX588" fmla="*/ 593523 w 1008380"/>
              <a:gd name="csY588" fmla="*/ 437315 h 622422"/>
              <a:gd name="csX589" fmla="*/ 594530 w 1008380"/>
              <a:gd name="csY589" fmla="*/ 439228 h 622422"/>
              <a:gd name="csX590" fmla="*/ 595542 w 1008380"/>
              <a:gd name="csY590" fmla="*/ 441129 h 622422"/>
              <a:gd name="csX591" fmla="*/ 596548 w 1008380"/>
              <a:gd name="csY591" fmla="*/ 443016 h 622422"/>
              <a:gd name="csX592" fmla="*/ 597560 w 1008380"/>
              <a:gd name="csY592" fmla="*/ 444896 h 622422"/>
              <a:gd name="csX593" fmla="*/ 598566 w 1008380"/>
              <a:gd name="csY593" fmla="*/ 446760 h 622422"/>
              <a:gd name="csX594" fmla="*/ 599578 w 1008380"/>
              <a:gd name="csY594" fmla="*/ 448619 h 622422"/>
              <a:gd name="csX595" fmla="*/ 600585 w 1008380"/>
              <a:gd name="csY595" fmla="*/ 450456 h 622422"/>
              <a:gd name="csX596" fmla="*/ 601597 w 1008380"/>
              <a:gd name="csY596" fmla="*/ 452288 h 622422"/>
              <a:gd name="csX597" fmla="*/ 602603 w 1008380"/>
              <a:gd name="csY597" fmla="*/ 454104 h 622422"/>
              <a:gd name="csX598" fmla="*/ 603615 w 1008380"/>
              <a:gd name="csY598" fmla="*/ 455914 h 622422"/>
              <a:gd name="csX599" fmla="*/ 604627 w 1008380"/>
              <a:gd name="csY599" fmla="*/ 457704 h 622422"/>
              <a:gd name="csX600" fmla="*/ 605633 w 1008380"/>
              <a:gd name="csY600" fmla="*/ 459488 h 622422"/>
              <a:gd name="csX601" fmla="*/ 606645 w 1008380"/>
              <a:gd name="csY601" fmla="*/ 461256 h 622422"/>
              <a:gd name="csX602" fmla="*/ 607651 w 1008380"/>
              <a:gd name="csY602" fmla="*/ 463013 h 622422"/>
              <a:gd name="csX603" fmla="*/ 608663 w 1008380"/>
              <a:gd name="csY603" fmla="*/ 464760 h 622422"/>
              <a:gd name="csX604" fmla="*/ 609670 w 1008380"/>
              <a:gd name="csY604" fmla="*/ 466496 h 622422"/>
              <a:gd name="csX605" fmla="*/ 610682 w 1008380"/>
              <a:gd name="csY605" fmla="*/ 468216 h 622422"/>
              <a:gd name="csX606" fmla="*/ 611688 w 1008380"/>
              <a:gd name="csY606" fmla="*/ 469925 h 622422"/>
              <a:gd name="csX607" fmla="*/ 612700 w 1008380"/>
              <a:gd name="csY607" fmla="*/ 471619 h 622422"/>
              <a:gd name="csX608" fmla="*/ 613706 w 1008380"/>
              <a:gd name="csY608" fmla="*/ 473302 h 622422"/>
              <a:gd name="csX609" fmla="*/ 614718 w 1008380"/>
              <a:gd name="csY609" fmla="*/ 474974 h 622422"/>
              <a:gd name="csX610" fmla="*/ 615730 w 1008380"/>
              <a:gd name="csY610" fmla="*/ 476635 h 622422"/>
              <a:gd name="csX611" fmla="*/ 616737 w 1008380"/>
              <a:gd name="csY611" fmla="*/ 478281 h 622422"/>
              <a:gd name="csX612" fmla="*/ 617748 w 1008380"/>
              <a:gd name="csY612" fmla="*/ 479921 h 622422"/>
              <a:gd name="csX613" fmla="*/ 618755 w 1008380"/>
              <a:gd name="csY613" fmla="*/ 481540 h 622422"/>
              <a:gd name="csX614" fmla="*/ 619767 w 1008380"/>
              <a:gd name="csY614" fmla="*/ 483154 h 622422"/>
              <a:gd name="csX615" fmla="*/ 620773 w 1008380"/>
              <a:gd name="csY615" fmla="*/ 484751 h 622422"/>
              <a:gd name="csX616" fmla="*/ 621785 w 1008380"/>
              <a:gd name="csY616" fmla="*/ 486338 h 622422"/>
              <a:gd name="csX617" fmla="*/ 622792 w 1008380"/>
              <a:gd name="csY617" fmla="*/ 487909 h 622422"/>
              <a:gd name="csX618" fmla="*/ 623803 w 1008380"/>
              <a:gd name="csY618" fmla="*/ 489470 h 622422"/>
              <a:gd name="csX619" fmla="*/ 624810 w 1008380"/>
              <a:gd name="csY619" fmla="*/ 491019 h 622422"/>
              <a:gd name="csX620" fmla="*/ 625822 w 1008380"/>
              <a:gd name="csY620" fmla="*/ 492558 h 622422"/>
              <a:gd name="csX621" fmla="*/ 626833 w 1008380"/>
              <a:gd name="csY621" fmla="*/ 494081 h 622422"/>
              <a:gd name="csX622" fmla="*/ 627840 w 1008380"/>
              <a:gd name="csY622" fmla="*/ 495594 h 622422"/>
              <a:gd name="csX623" fmla="*/ 628852 w 1008380"/>
              <a:gd name="csY623" fmla="*/ 497095 h 622422"/>
              <a:gd name="csX624" fmla="*/ 629858 w 1008380"/>
              <a:gd name="csY624" fmla="*/ 498581 h 622422"/>
              <a:gd name="csX625" fmla="*/ 630870 w 1008380"/>
              <a:gd name="csY625" fmla="*/ 500056 h 622422"/>
              <a:gd name="csX626" fmla="*/ 631877 w 1008380"/>
              <a:gd name="csY626" fmla="*/ 501521 h 622422"/>
              <a:gd name="csX627" fmla="*/ 632888 w 1008380"/>
              <a:gd name="csY627" fmla="*/ 502969 h 622422"/>
              <a:gd name="csX628" fmla="*/ 633895 w 1008380"/>
              <a:gd name="csY628" fmla="*/ 504407 h 622422"/>
              <a:gd name="csX629" fmla="*/ 634907 w 1008380"/>
              <a:gd name="csY629" fmla="*/ 505834 h 622422"/>
              <a:gd name="csX630" fmla="*/ 635913 w 1008380"/>
              <a:gd name="csY630" fmla="*/ 507251 h 622422"/>
              <a:gd name="csX631" fmla="*/ 636925 w 1008380"/>
              <a:gd name="csY631" fmla="*/ 508652 h 622422"/>
              <a:gd name="csX632" fmla="*/ 637931 w 1008380"/>
              <a:gd name="csY632" fmla="*/ 510041 h 622422"/>
              <a:gd name="csX633" fmla="*/ 638943 w 1008380"/>
              <a:gd name="csY633" fmla="*/ 511421 h 622422"/>
              <a:gd name="csX634" fmla="*/ 639955 w 1008380"/>
              <a:gd name="csY634" fmla="*/ 512789 h 622422"/>
              <a:gd name="csX635" fmla="*/ 640962 w 1008380"/>
              <a:gd name="csY635" fmla="*/ 514142 h 622422"/>
              <a:gd name="csX636" fmla="*/ 641974 w 1008380"/>
              <a:gd name="csY636" fmla="*/ 515484 h 622422"/>
              <a:gd name="csX637" fmla="*/ 642980 w 1008380"/>
              <a:gd name="csY637" fmla="*/ 516815 h 622422"/>
              <a:gd name="csX638" fmla="*/ 643992 w 1008380"/>
              <a:gd name="csY638" fmla="*/ 518136 h 622422"/>
              <a:gd name="csX639" fmla="*/ 644998 w 1008380"/>
              <a:gd name="csY639" fmla="*/ 519441 h 622422"/>
              <a:gd name="csX640" fmla="*/ 646010 w 1008380"/>
              <a:gd name="csY640" fmla="*/ 520735 h 622422"/>
              <a:gd name="csX641" fmla="*/ 647017 w 1008380"/>
              <a:gd name="csY641" fmla="*/ 522018 h 622422"/>
              <a:gd name="csX642" fmla="*/ 648028 w 1008380"/>
              <a:gd name="csY642" fmla="*/ 523291 h 622422"/>
              <a:gd name="csX643" fmla="*/ 649035 w 1008380"/>
              <a:gd name="csY643" fmla="*/ 524548 h 622422"/>
              <a:gd name="csX644" fmla="*/ 650047 w 1008380"/>
              <a:gd name="csY644" fmla="*/ 525794 h 622422"/>
              <a:gd name="csX645" fmla="*/ 651059 w 1008380"/>
              <a:gd name="csY645" fmla="*/ 527029 h 622422"/>
              <a:gd name="csX646" fmla="*/ 652065 w 1008380"/>
              <a:gd name="csY646" fmla="*/ 528254 h 622422"/>
              <a:gd name="csX647" fmla="*/ 653077 w 1008380"/>
              <a:gd name="csY647" fmla="*/ 529468 h 622422"/>
              <a:gd name="csX648" fmla="*/ 654083 w 1008380"/>
              <a:gd name="csY648" fmla="*/ 530672 h 622422"/>
              <a:gd name="csX649" fmla="*/ 655095 w 1008380"/>
              <a:gd name="csY649" fmla="*/ 531860 h 622422"/>
              <a:gd name="csX650" fmla="*/ 656102 w 1008380"/>
              <a:gd name="csY650" fmla="*/ 533036 h 622422"/>
              <a:gd name="csX651" fmla="*/ 657113 w 1008380"/>
              <a:gd name="csY651" fmla="*/ 534203 h 622422"/>
              <a:gd name="csX652" fmla="*/ 658120 w 1008380"/>
              <a:gd name="csY652" fmla="*/ 535358 h 622422"/>
              <a:gd name="csX653" fmla="*/ 659132 w 1008380"/>
              <a:gd name="csY653" fmla="*/ 536503 h 622422"/>
              <a:gd name="csX654" fmla="*/ 660138 w 1008380"/>
              <a:gd name="csY654" fmla="*/ 537638 h 622422"/>
              <a:gd name="csX655" fmla="*/ 661150 w 1008380"/>
              <a:gd name="csY655" fmla="*/ 538761 h 622422"/>
              <a:gd name="csX656" fmla="*/ 662162 w 1008380"/>
              <a:gd name="csY656" fmla="*/ 539869 h 622422"/>
              <a:gd name="csX657" fmla="*/ 663168 w 1008380"/>
              <a:gd name="csY657" fmla="*/ 540971 h 622422"/>
              <a:gd name="csX658" fmla="*/ 664180 w 1008380"/>
              <a:gd name="csY658" fmla="*/ 542058 h 622422"/>
              <a:gd name="csX659" fmla="*/ 665187 w 1008380"/>
              <a:gd name="csY659" fmla="*/ 543133 h 622422"/>
              <a:gd name="csX660" fmla="*/ 666199 w 1008380"/>
              <a:gd name="csY660" fmla="*/ 544198 h 622422"/>
              <a:gd name="csX661" fmla="*/ 667205 w 1008380"/>
              <a:gd name="csY661" fmla="*/ 545258 h 622422"/>
              <a:gd name="csX662" fmla="*/ 668217 w 1008380"/>
              <a:gd name="csY662" fmla="*/ 546302 h 622422"/>
              <a:gd name="csX663" fmla="*/ 669223 w 1008380"/>
              <a:gd name="csY663" fmla="*/ 547335 h 622422"/>
              <a:gd name="csX664" fmla="*/ 670235 w 1008380"/>
              <a:gd name="csY664" fmla="*/ 548358 h 622422"/>
              <a:gd name="csX665" fmla="*/ 671242 w 1008380"/>
              <a:gd name="csY665" fmla="*/ 549369 h 622422"/>
              <a:gd name="csX666" fmla="*/ 672254 w 1008380"/>
              <a:gd name="csY666" fmla="*/ 550371 h 622422"/>
              <a:gd name="csX667" fmla="*/ 673265 w 1008380"/>
              <a:gd name="csY667" fmla="*/ 551361 h 622422"/>
              <a:gd name="csX668" fmla="*/ 674272 w 1008380"/>
              <a:gd name="csY668" fmla="*/ 552341 h 622422"/>
              <a:gd name="csX669" fmla="*/ 675284 w 1008380"/>
              <a:gd name="csY669" fmla="*/ 553315 h 622422"/>
              <a:gd name="csX670" fmla="*/ 676290 w 1008380"/>
              <a:gd name="csY670" fmla="*/ 554274 h 622422"/>
              <a:gd name="csX671" fmla="*/ 677302 w 1008380"/>
              <a:gd name="csY671" fmla="*/ 555222 h 622422"/>
              <a:gd name="csX672" fmla="*/ 678308 w 1008380"/>
              <a:gd name="csY672" fmla="*/ 556165 h 622422"/>
              <a:gd name="csX673" fmla="*/ 679320 w 1008380"/>
              <a:gd name="csY673" fmla="*/ 557091 h 622422"/>
              <a:gd name="csX674" fmla="*/ 680327 w 1008380"/>
              <a:gd name="csY674" fmla="*/ 558007 h 622422"/>
              <a:gd name="csX675" fmla="*/ 681339 w 1008380"/>
              <a:gd name="csY675" fmla="*/ 558918 h 622422"/>
              <a:gd name="csX676" fmla="*/ 682345 w 1008380"/>
              <a:gd name="csY676" fmla="*/ 559818 h 622422"/>
              <a:gd name="csX677" fmla="*/ 683357 w 1008380"/>
              <a:gd name="csY677" fmla="*/ 560707 h 622422"/>
              <a:gd name="csX678" fmla="*/ 684363 w 1008380"/>
              <a:gd name="csY678" fmla="*/ 561586 h 622422"/>
              <a:gd name="csX679" fmla="*/ 685375 w 1008380"/>
              <a:gd name="csY679" fmla="*/ 562454 h 622422"/>
              <a:gd name="csX680" fmla="*/ 686387 w 1008380"/>
              <a:gd name="csY680" fmla="*/ 563311 h 622422"/>
              <a:gd name="csX681" fmla="*/ 687394 w 1008380"/>
              <a:gd name="csY681" fmla="*/ 564163 h 622422"/>
              <a:gd name="csX682" fmla="*/ 688405 w 1008380"/>
              <a:gd name="csY682" fmla="*/ 564999 h 622422"/>
              <a:gd name="csX683" fmla="*/ 689412 w 1008380"/>
              <a:gd name="csY683" fmla="*/ 565830 h 622422"/>
              <a:gd name="csX684" fmla="*/ 690424 w 1008380"/>
              <a:gd name="csY684" fmla="*/ 566650 h 622422"/>
              <a:gd name="csX685" fmla="*/ 691430 w 1008380"/>
              <a:gd name="csY685" fmla="*/ 567465 h 622422"/>
              <a:gd name="csX686" fmla="*/ 692442 w 1008380"/>
              <a:gd name="csY686" fmla="*/ 568264 h 622422"/>
              <a:gd name="csX687" fmla="*/ 693448 w 1008380"/>
              <a:gd name="csY687" fmla="*/ 569057 h 622422"/>
              <a:gd name="csX688" fmla="*/ 694460 w 1008380"/>
              <a:gd name="csY688" fmla="*/ 569840 h 622422"/>
              <a:gd name="csX689" fmla="*/ 695467 w 1008380"/>
              <a:gd name="csY689" fmla="*/ 570618 h 622422"/>
              <a:gd name="csX690" fmla="*/ 696479 w 1008380"/>
              <a:gd name="csY690" fmla="*/ 571379 h 622422"/>
              <a:gd name="csX691" fmla="*/ 697490 w 1008380"/>
              <a:gd name="csY691" fmla="*/ 572135 h 622422"/>
              <a:gd name="csX692" fmla="*/ 698497 w 1008380"/>
              <a:gd name="csY692" fmla="*/ 572881 h 622422"/>
              <a:gd name="csX693" fmla="*/ 699509 w 1008380"/>
              <a:gd name="csY693" fmla="*/ 573621 h 622422"/>
              <a:gd name="csX694" fmla="*/ 700515 w 1008380"/>
              <a:gd name="csY694" fmla="*/ 574351 h 622422"/>
              <a:gd name="csX695" fmla="*/ 701527 w 1008380"/>
              <a:gd name="csY695" fmla="*/ 575070 h 622422"/>
              <a:gd name="csX696" fmla="*/ 702534 w 1008380"/>
              <a:gd name="csY696" fmla="*/ 575783 h 622422"/>
              <a:gd name="csX697" fmla="*/ 703545 w 1008380"/>
              <a:gd name="csY697" fmla="*/ 576486 h 622422"/>
              <a:gd name="csX698" fmla="*/ 704552 w 1008380"/>
              <a:gd name="csY698" fmla="*/ 577178 h 622422"/>
              <a:gd name="csX699" fmla="*/ 705564 w 1008380"/>
              <a:gd name="csY699" fmla="*/ 577865 h 622422"/>
              <a:gd name="csX700" fmla="*/ 706570 w 1008380"/>
              <a:gd name="csY700" fmla="*/ 578542 h 622422"/>
              <a:gd name="csX701" fmla="*/ 707582 w 1008380"/>
              <a:gd name="csY701" fmla="*/ 579213 h 622422"/>
              <a:gd name="csX702" fmla="*/ 708594 w 1008380"/>
              <a:gd name="csY702" fmla="*/ 579873 h 622422"/>
              <a:gd name="csX703" fmla="*/ 709600 w 1008380"/>
              <a:gd name="csY703" fmla="*/ 580528 h 622422"/>
              <a:gd name="csX704" fmla="*/ 710612 w 1008380"/>
              <a:gd name="csY704" fmla="*/ 581172 h 622422"/>
              <a:gd name="csX705" fmla="*/ 711619 w 1008380"/>
              <a:gd name="csY705" fmla="*/ 581806 h 622422"/>
              <a:gd name="csX706" fmla="*/ 712630 w 1008380"/>
              <a:gd name="csY706" fmla="*/ 582435 h 622422"/>
              <a:gd name="csX707" fmla="*/ 713637 w 1008380"/>
              <a:gd name="csY707" fmla="*/ 583058 h 622422"/>
              <a:gd name="csX708" fmla="*/ 714649 w 1008380"/>
              <a:gd name="csY708" fmla="*/ 583670 h 622422"/>
              <a:gd name="csX709" fmla="*/ 715655 w 1008380"/>
              <a:gd name="csY709" fmla="*/ 584272 h 622422"/>
              <a:gd name="csX710" fmla="*/ 716667 w 1008380"/>
              <a:gd name="csY710" fmla="*/ 584868 h 622422"/>
              <a:gd name="csX711" fmla="*/ 717674 w 1008380"/>
              <a:gd name="csY711" fmla="*/ 585459 h 622422"/>
              <a:gd name="csX712" fmla="*/ 718685 w 1008380"/>
              <a:gd name="csY712" fmla="*/ 586040 h 622422"/>
              <a:gd name="csX713" fmla="*/ 719697 w 1008380"/>
              <a:gd name="csY713" fmla="*/ 586615 h 622422"/>
              <a:gd name="csX714" fmla="*/ 720704 w 1008380"/>
              <a:gd name="csY714" fmla="*/ 587179 h 622422"/>
              <a:gd name="csX715" fmla="*/ 721716 w 1008380"/>
              <a:gd name="csY715" fmla="*/ 587739 h 622422"/>
              <a:gd name="csX716" fmla="*/ 722722 w 1008380"/>
              <a:gd name="csY716" fmla="*/ 588292 h 622422"/>
              <a:gd name="csX717" fmla="*/ 723734 w 1008380"/>
              <a:gd name="csY717" fmla="*/ 588836 h 622422"/>
              <a:gd name="csX718" fmla="*/ 724740 w 1008380"/>
              <a:gd name="csY718" fmla="*/ 589374 h 622422"/>
              <a:gd name="csX719" fmla="*/ 725752 w 1008380"/>
              <a:gd name="csY719" fmla="*/ 589906 h 622422"/>
              <a:gd name="csX720" fmla="*/ 726759 w 1008380"/>
              <a:gd name="csY720" fmla="*/ 590428 h 622422"/>
              <a:gd name="csX721" fmla="*/ 727771 w 1008380"/>
              <a:gd name="csY721" fmla="*/ 590944 h 622422"/>
              <a:gd name="csX722" fmla="*/ 728777 w 1008380"/>
              <a:gd name="csY722" fmla="*/ 591450 h 622422"/>
              <a:gd name="csX723" fmla="*/ 729789 w 1008380"/>
              <a:gd name="csY723" fmla="*/ 591956 h 622422"/>
              <a:gd name="csX724" fmla="*/ 730795 w 1008380"/>
              <a:gd name="csY724" fmla="*/ 592452 h 622422"/>
              <a:gd name="csX725" fmla="*/ 731807 w 1008380"/>
              <a:gd name="csY725" fmla="*/ 592941 h 622422"/>
              <a:gd name="csX726" fmla="*/ 732819 w 1008380"/>
              <a:gd name="csY726" fmla="*/ 593421 h 622422"/>
              <a:gd name="csX727" fmla="*/ 733825 w 1008380"/>
              <a:gd name="csY727" fmla="*/ 593895 h 622422"/>
              <a:gd name="csX728" fmla="*/ 734837 w 1008380"/>
              <a:gd name="csY728" fmla="*/ 594363 h 622422"/>
              <a:gd name="csX729" fmla="*/ 735844 w 1008380"/>
              <a:gd name="csY729" fmla="*/ 594827 h 622422"/>
              <a:gd name="csX730" fmla="*/ 736856 w 1008380"/>
              <a:gd name="csY730" fmla="*/ 595285 h 622422"/>
              <a:gd name="csX731" fmla="*/ 737862 w 1008380"/>
              <a:gd name="csY731" fmla="*/ 595732 h 622422"/>
              <a:gd name="csX732" fmla="*/ 738874 w 1008380"/>
              <a:gd name="csY732" fmla="*/ 596179 h 622422"/>
              <a:gd name="csX733" fmla="*/ 739880 w 1008380"/>
              <a:gd name="csY733" fmla="*/ 596616 h 622422"/>
              <a:gd name="csX734" fmla="*/ 740892 w 1008380"/>
              <a:gd name="csY734" fmla="*/ 597047 h 622422"/>
              <a:gd name="csX735" fmla="*/ 741899 w 1008380"/>
              <a:gd name="csY735" fmla="*/ 597473 h 622422"/>
              <a:gd name="csX736" fmla="*/ 742911 w 1008380"/>
              <a:gd name="csY736" fmla="*/ 597889 h 622422"/>
              <a:gd name="csX737" fmla="*/ 743922 w 1008380"/>
              <a:gd name="csY737" fmla="*/ 598304 h 622422"/>
              <a:gd name="csX738" fmla="*/ 744929 w 1008380"/>
              <a:gd name="csY738" fmla="*/ 598709 h 622422"/>
              <a:gd name="csX739" fmla="*/ 745941 w 1008380"/>
              <a:gd name="csY739" fmla="*/ 599114 h 622422"/>
              <a:gd name="csX740" fmla="*/ 746947 w 1008380"/>
              <a:gd name="csY740" fmla="*/ 599508 h 622422"/>
              <a:gd name="csX741" fmla="*/ 747959 w 1008380"/>
              <a:gd name="csY741" fmla="*/ 599896 h 622422"/>
              <a:gd name="csX742" fmla="*/ 748965 w 1008380"/>
              <a:gd name="csY742" fmla="*/ 600280 h 622422"/>
              <a:gd name="csX743" fmla="*/ 749977 w 1008380"/>
              <a:gd name="csY743" fmla="*/ 600658 h 622422"/>
              <a:gd name="csX744" fmla="*/ 750984 w 1008380"/>
              <a:gd name="csY744" fmla="*/ 601031 h 622422"/>
              <a:gd name="csX745" fmla="*/ 751996 w 1008380"/>
              <a:gd name="csY745" fmla="*/ 601403 h 622422"/>
              <a:gd name="csX746" fmla="*/ 753002 w 1008380"/>
              <a:gd name="csY746" fmla="*/ 601766 h 622422"/>
              <a:gd name="csX747" fmla="*/ 754014 w 1008380"/>
              <a:gd name="csY747" fmla="*/ 602122 h 622422"/>
              <a:gd name="csX748" fmla="*/ 755026 w 1008380"/>
              <a:gd name="csY748" fmla="*/ 602474 h 622422"/>
              <a:gd name="csX749" fmla="*/ 756032 w 1008380"/>
              <a:gd name="csY749" fmla="*/ 602820 h 622422"/>
              <a:gd name="csX750" fmla="*/ 757044 w 1008380"/>
              <a:gd name="csY750" fmla="*/ 603161 h 622422"/>
              <a:gd name="csX751" fmla="*/ 758051 w 1008380"/>
              <a:gd name="csY751" fmla="*/ 603496 h 622422"/>
              <a:gd name="csX752" fmla="*/ 759062 w 1008380"/>
              <a:gd name="csY752" fmla="*/ 603827 h 622422"/>
              <a:gd name="csX753" fmla="*/ 760069 w 1008380"/>
              <a:gd name="csY753" fmla="*/ 604157 h 622422"/>
              <a:gd name="csX754" fmla="*/ 761081 w 1008380"/>
              <a:gd name="csY754" fmla="*/ 604476 h 622422"/>
              <a:gd name="csX755" fmla="*/ 762087 w 1008380"/>
              <a:gd name="csY755" fmla="*/ 604790 h 622422"/>
              <a:gd name="csX756" fmla="*/ 763099 w 1008380"/>
              <a:gd name="csY756" fmla="*/ 605105 h 622422"/>
              <a:gd name="csX757" fmla="*/ 764106 w 1008380"/>
              <a:gd name="csY757" fmla="*/ 605414 h 622422"/>
              <a:gd name="csX758" fmla="*/ 765117 w 1008380"/>
              <a:gd name="csY758" fmla="*/ 605712 h 622422"/>
              <a:gd name="csX759" fmla="*/ 766129 w 1008380"/>
              <a:gd name="csY759" fmla="*/ 606010 h 622422"/>
              <a:gd name="csX760" fmla="*/ 767136 w 1008380"/>
              <a:gd name="csY760" fmla="*/ 606303 h 622422"/>
              <a:gd name="csX761" fmla="*/ 768147 w 1008380"/>
              <a:gd name="csY761" fmla="*/ 606596 h 622422"/>
              <a:gd name="csX762" fmla="*/ 769154 w 1008380"/>
              <a:gd name="csY762" fmla="*/ 606878 h 622422"/>
              <a:gd name="csX763" fmla="*/ 770166 w 1008380"/>
              <a:gd name="csY763" fmla="*/ 607155 h 622422"/>
              <a:gd name="csX764" fmla="*/ 771172 w 1008380"/>
              <a:gd name="csY764" fmla="*/ 607432 h 622422"/>
              <a:gd name="csX765" fmla="*/ 772184 w 1008380"/>
              <a:gd name="csY765" fmla="*/ 607703 h 622422"/>
              <a:gd name="csX766" fmla="*/ 773191 w 1008380"/>
              <a:gd name="csY766" fmla="*/ 607970 h 622422"/>
              <a:gd name="csX767" fmla="*/ 774202 w 1008380"/>
              <a:gd name="csY767" fmla="*/ 608236 h 622422"/>
              <a:gd name="csX768" fmla="*/ 775209 w 1008380"/>
              <a:gd name="csY768" fmla="*/ 608492 h 622422"/>
              <a:gd name="csX769" fmla="*/ 776221 w 1008380"/>
              <a:gd name="csY769" fmla="*/ 608747 h 622422"/>
              <a:gd name="csX770" fmla="*/ 777227 w 1008380"/>
              <a:gd name="csY770" fmla="*/ 608997 h 622422"/>
              <a:gd name="csX771" fmla="*/ 778239 w 1008380"/>
              <a:gd name="csY771" fmla="*/ 609242 h 622422"/>
              <a:gd name="csX772" fmla="*/ 779251 w 1008380"/>
              <a:gd name="csY772" fmla="*/ 609487 h 622422"/>
              <a:gd name="csX773" fmla="*/ 780257 w 1008380"/>
              <a:gd name="csY773" fmla="*/ 609727 h 622422"/>
              <a:gd name="csX774" fmla="*/ 781269 w 1008380"/>
              <a:gd name="csY774" fmla="*/ 609961 h 622422"/>
              <a:gd name="csX775" fmla="*/ 782276 w 1008380"/>
              <a:gd name="csY775" fmla="*/ 610190 h 622422"/>
              <a:gd name="csX776" fmla="*/ 783288 w 1008380"/>
              <a:gd name="csY776" fmla="*/ 610419 h 622422"/>
              <a:gd name="csX777" fmla="*/ 784294 w 1008380"/>
              <a:gd name="csY777" fmla="*/ 610643 h 622422"/>
              <a:gd name="csX778" fmla="*/ 785306 w 1008380"/>
              <a:gd name="csY778" fmla="*/ 610861 h 622422"/>
              <a:gd name="csX779" fmla="*/ 786312 w 1008380"/>
              <a:gd name="csY779" fmla="*/ 611080 h 622422"/>
              <a:gd name="csX780" fmla="*/ 787324 w 1008380"/>
              <a:gd name="csY780" fmla="*/ 611293 h 622422"/>
              <a:gd name="csX781" fmla="*/ 788331 w 1008380"/>
              <a:gd name="csY781" fmla="*/ 611500 h 622422"/>
              <a:gd name="csX782" fmla="*/ 789342 w 1008380"/>
              <a:gd name="csY782" fmla="*/ 611708 h 622422"/>
              <a:gd name="csX783" fmla="*/ 790354 w 1008380"/>
              <a:gd name="csY783" fmla="*/ 611910 h 622422"/>
              <a:gd name="csX784" fmla="*/ 791361 w 1008380"/>
              <a:gd name="csY784" fmla="*/ 612107 h 622422"/>
              <a:gd name="csX785" fmla="*/ 792373 w 1008380"/>
              <a:gd name="csY785" fmla="*/ 612305 h 622422"/>
              <a:gd name="csX786" fmla="*/ 793379 w 1008380"/>
              <a:gd name="csY786" fmla="*/ 612496 h 622422"/>
              <a:gd name="csX787" fmla="*/ 794391 w 1008380"/>
              <a:gd name="csY787" fmla="*/ 612688 h 622422"/>
              <a:gd name="csX788" fmla="*/ 795397 w 1008380"/>
              <a:gd name="csY788" fmla="*/ 612874 h 622422"/>
              <a:gd name="csX789" fmla="*/ 796409 w 1008380"/>
              <a:gd name="csY789" fmla="*/ 613055 h 622422"/>
              <a:gd name="csX790" fmla="*/ 797416 w 1008380"/>
              <a:gd name="csY790" fmla="*/ 613236 h 622422"/>
              <a:gd name="csX791" fmla="*/ 798428 w 1008380"/>
              <a:gd name="csY791" fmla="*/ 613412 h 622422"/>
              <a:gd name="csX792" fmla="*/ 799434 w 1008380"/>
              <a:gd name="csY792" fmla="*/ 613588 h 622422"/>
              <a:gd name="csX793" fmla="*/ 800446 w 1008380"/>
              <a:gd name="csY793" fmla="*/ 613758 h 622422"/>
              <a:gd name="csX794" fmla="*/ 801458 w 1008380"/>
              <a:gd name="csY794" fmla="*/ 613923 h 622422"/>
              <a:gd name="csX795" fmla="*/ 802464 w 1008380"/>
              <a:gd name="csY795" fmla="*/ 614094 h 622422"/>
              <a:gd name="csX796" fmla="*/ 803476 w 1008380"/>
              <a:gd name="csY796" fmla="*/ 614254 h 622422"/>
              <a:gd name="csX797" fmla="*/ 804482 w 1008380"/>
              <a:gd name="csY797" fmla="*/ 614413 h 622422"/>
              <a:gd name="csX798" fmla="*/ 805494 w 1008380"/>
              <a:gd name="csY798" fmla="*/ 614573 h 622422"/>
              <a:gd name="csX799" fmla="*/ 806501 w 1008380"/>
              <a:gd name="csY799" fmla="*/ 614722 h 622422"/>
              <a:gd name="csX800" fmla="*/ 807513 w 1008380"/>
              <a:gd name="csY800" fmla="*/ 614877 h 622422"/>
              <a:gd name="csX801" fmla="*/ 808519 w 1008380"/>
              <a:gd name="csY801" fmla="*/ 615026 h 622422"/>
              <a:gd name="csX802" fmla="*/ 809531 w 1008380"/>
              <a:gd name="csY802" fmla="*/ 615170 h 622422"/>
              <a:gd name="csX803" fmla="*/ 810537 w 1008380"/>
              <a:gd name="csY803" fmla="*/ 615313 h 622422"/>
              <a:gd name="csX804" fmla="*/ 811549 w 1008380"/>
              <a:gd name="csY804" fmla="*/ 615457 h 622422"/>
              <a:gd name="csX805" fmla="*/ 812561 w 1008380"/>
              <a:gd name="csY805" fmla="*/ 615596 h 622422"/>
              <a:gd name="csX806" fmla="*/ 813568 w 1008380"/>
              <a:gd name="csY806" fmla="*/ 615734 h 622422"/>
              <a:gd name="csX807" fmla="*/ 814579 w 1008380"/>
              <a:gd name="csY807" fmla="*/ 615867 h 622422"/>
              <a:gd name="csX808" fmla="*/ 815586 w 1008380"/>
              <a:gd name="csY808" fmla="*/ 615995 h 622422"/>
              <a:gd name="csX809" fmla="*/ 816598 w 1008380"/>
              <a:gd name="csY809" fmla="*/ 616128 h 622422"/>
              <a:gd name="csX810" fmla="*/ 817604 w 1008380"/>
              <a:gd name="csY810" fmla="*/ 616256 h 622422"/>
              <a:gd name="csX811" fmla="*/ 818616 w 1008380"/>
              <a:gd name="csY811" fmla="*/ 616378 h 622422"/>
              <a:gd name="csX812" fmla="*/ 819623 w 1008380"/>
              <a:gd name="csY812" fmla="*/ 616501 h 622422"/>
              <a:gd name="csX813" fmla="*/ 820634 w 1008380"/>
              <a:gd name="csY813" fmla="*/ 616623 h 622422"/>
              <a:gd name="csX814" fmla="*/ 821641 w 1008380"/>
              <a:gd name="csY814" fmla="*/ 616741 h 622422"/>
              <a:gd name="csX815" fmla="*/ 822653 w 1008380"/>
              <a:gd name="csY815" fmla="*/ 616852 h 622422"/>
              <a:gd name="csX816" fmla="*/ 823664 w 1008380"/>
              <a:gd name="csY816" fmla="*/ 616970 h 622422"/>
              <a:gd name="csX817" fmla="*/ 824671 w 1008380"/>
              <a:gd name="csY817" fmla="*/ 617081 h 622422"/>
              <a:gd name="csX818" fmla="*/ 825683 w 1008380"/>
              <a:gd name="csY818" fmla="*/ 617188 h 622422"/>
              <a:gd name="csX819" fmla="*/ 826689 w 1008380"/>
              <a:gd name="csY819" fmla="*/ 617300 h 622422"/>
              <a:gd name="csX820" fmla="*/ 827701 w 1008380"/>
              <a:gd name="csY820" fmla="*/ 617406 h 622422"/>
              <a:gd name="csX821" fmla="*/ 828708 w 1008380"/>
              <a:gd name="csY821" fmla="*/ 617507 h 622422"/>
              <a:gd name="csX822" fmla="*/ 829719 w 1008380"/>
              <a:gd name="csY822" fmla="*/ 617609 h 622422"/>
              <a:gd name="csX823" fmla="*/ 830726 w 1008380"/>
              <a:gd name="csY823" fmla="*/ 617710 h 622422"/>
              <a:gd name="csX824" fmla="*/ 831738 w 1008380"/>
              <a:gd name="csY824" fmla="*/ 617806 h 622422"/>
              <a:gd name="csX825" fmla="*/ 832744 w 1008380"/>
              <a:gd name="csY825" fmla="*/ 617907 h 622422"/>
              <a:gd name="csX826" fmla="*/ 833756 w 1008380"/>
              <a:gd name="csY826" fmla="*/ 617997 h 622422"/>
              <a:gd name="csX827" fmla="*/ 834763 w 1008380"/>
              <a:gd name="csY827" fmla="*/ 618093 h 622422"/>
              <a:gd name="csX828" fmla="*/ 835774 w 1008380"/>
              <a:gd name="csY828" fmla="*/ 618184 h 622422"/>
              <a:gd name="csX829" fmla="*/ 836786 w 1008380"/>
              <a:gd name="csY829" fmla="*/ 618274 h 622422"/>
              <a:gd name="csX830" fmla="*/ 837793 w 1008380"/>
              <a:gd name="csY830" fmla="*/ 618359 h 622422"/>
              <a:gd name="csX831" fmla="*/ 838805 w 1008380"/>
              <a:gd name="csY831" fmla="*/ 618445 h 622422"/>
              <a:gd name="csX832" fmla="*/ 839811 w 1008380"/>
              <a:gd name="csY832" fmla="*/ 618530 h 622422"/>
              <a:gd name="csX833" fmla="*/ 840823 w 1008380"/>
              <a:gd name="csY833" fmla="*/ 618615 h 622422"/>
              <a:gd name="csX834" fmla="*/ 841829 w 1008380"/>
              <a:gd name="csY834" fmla="*/ 618695 h 622422"/>
              <a:gd name="csX835" fmla="*/ 842841 w 1008380"/>
              <a:gd name="csY835" fmla="*/ 618775 h 622422"/>
              <a:gd name="csX836" fmla="*/ 843848 w 1008380"/>
              <a:gd name="csY836" fmla="*/ 618855 h 622422"/>
              <a:gd name="csX837" fmla="*/ 844859 w 1008380"/>
              <a:gd name="csY837" fmla="*/ 618929 h 622422"/>
              <a:gd name="csX838" fmla="*/ 845866 w 1008380"/>
              <a:gd name="csY838" fmla="*/ 619004 h 622422"/>
              <a:gd name="csX839" fmla="*/ 846878 w 1008380"/>
              <a:gd name="csY839" fmla="*/ 619078 h 622422"/>
              <a:gd name="csX840" fmla="*/ 847890 w 1008380"/>
              <a:gd name="csY840" fmla="*/ 619153 h 622422"/>
              <a:gd name="csX841" fmla="*/ 848896 w 1008380"/>
              <a:gd name="csY841" fmla="*/ 619222 h 622422"/>
              <a:gd name="csX842" fmla="*/ 849908 w 1008380"/>
              <a:gd name="csY842" fmla="*/ 619291 h 622422"/>
              <a:gd name="csX843" fmla="*/ 850914 w 1008380"/>
              <a:gd name="csY843" fmla="*/ 619361 h 622422"/>
              <a:gd name="csX844" fmla="*/ 851926 w 1008380"/>
              <a:gd name="csY844" fmla="*/ 619425 h 622422"/>
              <a:gd name="csX845" fmla="*/ 852933 w 1008380"/>
              <a:gd name="csY845" fmla="*/ 619494 h 622422"/>
              <a:gd name="csX846" fmla="*/ 853945 w 1008380"/>
              <a:gd name="csY846" fmla="*/ 619558 h 622422"/>
              <a:gd name="csX847" fmla="*/ 854951 w 1008380"/>
              <a:gd name="csY847" fmla="*/ 619622 h 622422"/>
              <a:gd name="csX848" fmla="*/ 855963 w 1008380"/>
              <a:gd name="csY848" fmla="*/ 619680 h 622422"/>
              <a:gd name="csX849" fmla="*/ 856969 w 1008380"/>
              <a:gd name="csY849" fmla="*/ 619744 h 622422"/>
              <a:gd name="csX850" fmla="*/ 857981 w 1008380"/>
              <a:gd name="csY850" fmla="*/ 619803 h 622422"/>
              <a:gd name="csX851" fmla="*/ 858993 w 1008380"/>
              <a:gd name="csY851" fmla="*/ 619861 h 622422"/>
              <a:gd name="csX852" fmla="*/ 859999 w 1008380"/>
              <a:gd name="csY852" fmla="*/ 619920 h 622422"/>
              <a:gd name="csX853" fmla="*/ 861011 w 1008380"/>
              <a:gd name="csY853" fmla="*/ 619973 h 622422"/>
              <a:gd name="csX854" fmla="*/ 862018 w 1008380"/>
              <a:gd name="csY854" fmla="*/ 620026 h 622422"/>
              <a:gd name="csX855" fmla="*/ 863030 w 1008380"/>
              <a:gd name="csY855" fmla="*/ 620085 h 622422"/>
              <a:gd name="csX856" fmla="*/ 864036 w 1008380"/>
              <a:gd name="csY856" fmla="*/ 620133 h 622422"/>
              <a:gd name="csX857" fmla="*/ 865048 w 1008380"/>
              <a:gd name="csY857" fmla="*/ 620186 h 622422"/>
              <a:gd name="csX858" fmla="*/ 866054 w 1008380"/>
              <a:gd name="csY858" fmla="*/ 620239 h 622422"/>
              <a:gd name="csX859" fmla="*/ 867066 w 1008380"/>
              <a:gd name="csY859" fmla="*/ 620287 h 622422"/>
              <a:gd name="csX860" fmla="*/ 868073 w 1008380"/>
              <a:gd name="csY860" fmla="*/ 620335 h 622422"/>
              <a:gd name="csX861" fmla="*/ 869085 w 1008380"/>
              <a:gd name="csY861" fmla="*/ 620383 h 622422"/>
              <a:gd name="csX862" fmla="*/ 870096 w 1008380"/>
              <a:gd name="csY862" fmla="*/ 620431 h 622422"/>
              <a:gd name="csX863" fmla="*/ 871103 w 1008380"/>
              <a:gd name="csY863" fmla="*/ 620474 h 622422"/>
              <a:gd name="csX864" fmla="*/ 872115 w 1008380"/>
              <a:gd name="csY864" fmla="*/ 620522 h 622422"/>
              <a:gd name="csX865" fmla="*/ 873121 w 1008380"/>
              <a:gd name="csY865" fmla="*/ 620564 h 622422"/>
              <a:gd name="csX866" fmla="*/ 874133 w 1008380"/>
              <a:gd name="csY866" fmla="*/ 620607 h 622422"/>
              <a:gd name="csX867" fmla="*/ 875140 w 1008380"/>
              <a:gd name="csY867" fmla="*/ 620649 h 622422"/>
              <a:gd name="csX868" fmla="*/ 876151 w 1008380"/>
              <a:gd name="csY868" fmla="*/ 620692 h 622422"/>
              <a:gd name="csX869" fmla="*/ 877158 w 1008380"/>
              <a:gd name="csY869" fmla="*/ 620729 h 622422"/>
              <a:gd name="csX870" fmla="*/ 878170 w 1008380"/>
              <a:gd name="csY870" fmla="*/ 620772 h 622422"/>
              <a:gd name="csX871" fmla="*/ 879176 w 1008380"/>
              <a:gd name="csY871" fmla="*/ 620809 h 622422"/>
              <a:gd name="csX872" fmla="*/ 880188 w 1008380"/>
              <a:gd name="csY872" fmla="*/ 620846 h 622422"/>
              <a:gd name="csX873" fmla="*/ 881195 w 1008380"/>
              <a:gd name="csY873" fmla="*/ 620884 h 622422"/>
              <a:gd name="csX874" fmla="*/ 882206 w 1008380"/>
              <a:gd name="csY874" fmla="*/ 620921 h 622422"/>
              <a:gd name="csX875" fmla="*/ 883218 w 1008380"/>
              <a:gd name="csY875" fmla="*/ 620958 h 622422"/>
              <a:gd name="csX876" fmla="*/ 884225 w 1008380"/>
              <a:gd name="csY876" fmla="*/ 620990 h 622422"/>
              <a:gd name="csX877" fmla="*/ 885236 w 1008380"/>
              <a:gd name="csY877" fmla="*/ 621027 h 622422"/>
              <a:gd name="csX878" fmla="*/ 886243 w 1008380"/>
              <a:gd name="csY878" fmla="*/ 621059 h 622422"/>
              <a:gd name="csX879" fmla="*/ 887255 w 1008380"/>
              <a:gd name="csY879" fmla="*/ 621091 h 622422"/>
              <a:gd name="csX880" fmla="*/ 888261 w 1008380"/>
              <a:gd name="csY880" fmla="*/ 621123 h 622422"/>
              <a:gd name="csX881" fmla="*/ 889273 w 1008380"/>
              <a:gd name="csY881" fmla="*/ 621155 h 622422"/>
              <a:gd name="csX882" fmla="*/ 890280 w 1008380"/>
              <a:gd name="csY882" fmla="*/ 621187 h 622422"/>
              <a:gd name="csX883" fmla="*/ 891291 w 1008380"/>
              <a:gd name="csY883" fmla="*/ 621214 h 622422"/>
              <a:gd name="csX884" fmla="*/ 892298 w 1008380"/>
              <a:gd name="csY884" fmla="*/ 621246 h 622422"/>
              <a:gd name="csX885" fmla="*/ 893310 w 1008380"/>
              <a:gd name="csY885" fmla="*/ 621272 h 622422"/>
              <a:gd name="csX886" fmla="*/ 894322 w 1008380"/>
              <a:gd name="csY886" fmla="*/ 621304 h 622422"/>
              <a:gd name="csX887" fmla="*/ 895328 w 1008380"/>
              <a:gd name="csY887" fmla="*/ 621331 h 622422"/>
              <a:gd name="csX888" fmla="*/ 896340 w 1008380"/>
              <a:gd name="csY888" fmla="*/ 621358 h 622422"/>
              <a:gd name="csX889" fmla="*/ 897346 w 1008380"/>
              <a:gd name="csY889" fmla="*/ 621384 h 622422"/>
              <a:gd name="csX890" fmla="*/ 898358 w 1008380"/>
              <a:gd name="csY890" fmla="*/ 621411 h 622422"/>
              <a:gd name="csX891" fmla="*/ 899365 w 1008380"/>
              <a:gd name="csY891" fmla="*/ 621432 h 622422"/>
              <a:gd name="csX892" fmla="*/ 900376 w 1008380"/>
              <a:gd name="csY892" fmla="*/ 621459 h 622422"/>
              <a:gd name="csX893" fmla="*/ 901383 w 1008380"/>
              <a:gd name="csY893" fmla="*/ 621480 h 622422"/>
              <a:gd name="csX894" fmla="*/ 902395 w 1008380"/>
              <a:gd name="csY894" fmla="*/ 621507 h 622422"/>
              <a:gd name="csX895" fmla="*/ 903401 w 1008380"/>
              <a:gd name="csY895" fmla="*/ 621528 h 622422"/>
              <a:gd name="csX896" fmla="*/ 904413 w 1008380"/>
              <a:gd name="csY896" fmla="*/ 621549 h 622422"/>
              <a:gd name="csX897" fmla="*/ 905425 w 1008380"/>
              <a:gd name="csY897" fmla="*/ 621576 h 622422"/>
              <a:gd name="csX898" fmla="*/ 906431 w 1008380"/>
              <a:gd name="csY898" fmla="*/ 621597 h 622422"/>
              <a:gd name="csX899" fmla="*/ 907443 w 1008380"/>
              <a:gd name="csY899" fmla="*/ 621619 h 622422"/>
              <a:gd name="csX900" fmla="*/ 908450 w 1008380"/>
              <a:gd name="csY900" fmla="*/ 621640 h 622422"/>
              <a:gd name="csX901" fmla="*/ 909462 w 1008380"/>
              <a:gd name="csY901" fmla="*/ 621656 h 622422"/>
              <a:gd name="csX902" fmla="*/ 910468 w 1008380"/>
              <a:gd name="csY902" fmla="*/ 621677 h 622422"/>
              <a:gd name="csX903" fmla="*/ 911480 w 1008380"/>
              <a:gd name="csY903" fmla="*/ 621698 h 622422"/>
              <a:gd name="csX904" fmla="*/ 912486 w 1008380"/>
              <a:gd name="csY904" fmla="*/ 621714 h 622422"/>
              <a:gd name="csX905" fmla="*/ 913498 w 1008380"/>
              <a:gd name="csY905" fmla="*/ 621736 h 622422"/>
              <a:gd name="csX906" fmla="*/ 914505 w 1008380"/>
              <a:gd name="csY906" fmla="*/ 621752 h 622422"/>
              <a:gd name="csX907" fmla="*/ 915517 w 1008380"/>
              <a:gd name="csY907" fmla="*/ 621768 h 622422"/>
              <a:gd name="csX908" fmla="*/ 916528 w 1008380"/>
              <a:gd name="csY908" fmla="*/ 621789 h 622422"/>
              <a:gd name="csX909" fmla="*/ 917535 w 1008380"/>
              <a:gd name="csY909" fmla="*/ 621805 h 622422"/>
              <a:gd name="csX910" fmla="*/ 918547 w 1008380"/>
              <a:gd name="csY910" fmla="*/ 621821 h 622422"/>
              <a:gd name="csX911" fmla="*/ 919553 w 1008380"/>
              <a:gd name="csY911" fmla="*/ 621837 h 622422"/>
              <a:gd name="csX912" fmla="*/ 920565 w 1008380"/>
              <a:gd name="csY912" fmla="*/ 621853 h 622422"/>
              <a:gd name="csX913" fmla="*/ 921571 w 1008380"/>
              <a:gd name="csY913" fmla="*/ 621869 h 622422"/>
              <a:gd name="csX914" fmla="*/ 922583 w 1008380"/>
              <a:gd name="csY914" fmla="*/ 621885 h 622422"/>
              <a:gd name="csX915" fmla="*/ 923590 w 1008380"/>
              <a:gd name="csY915" fmla="*/ 621896 h 622422"/>
              <a:gd name="csX916" fmla="*/ 924602 w 1008380"/>
              <a:gd name="csY916" fmla="*/ 621911 h 622422"/>
              <a:gd name="csX917" fmla="*/ 925608 w 1008380"/>
              <a:gd name="csY917" fmla="*/ 621927 h 622422"/>
              <a:gd name="csX918" fmla="*/ 926620 w 1008380"/>
              <a:gd name="csY918" fmla="*/ 621938 h 622422"/>
              <a:gd name="csX919" fmla="*/ 927626 w 1008380"/>
              <a:gd name="csY919" fmla="*/ 621954 h 622422"/>
              <a:gd name="csX920" fmla="*/ 928638 w 1008380"/>
              <a:gd name="csY920" fmla="*/ 621965 h 622422"/>
              <a:gd name="csX921" fmla="*/ 929650 w 1008380"/>
              <a:gd name="csY921" fmla="*/ 621981 h 622422"/>
              <a:gd name="csX922" fmla="*/ 930657 w 1008380"/>
              <a:gd name="csY922" fmla="*/ 621991 h 622422"/>
              <a:gd name="csX923" fmla="*/ 931668 w 1008380"/>
              <a:gd name="csY923" fmla="*/ 622002 h 622422"/>
              <a:gd name="csX924" fmla="*/ 932675 w 1008380"/>
              <a:gd name="csY924" fmla="*/ 622018 h 622422"/>
              <a:gd name="csX925" fmla="*/ 933687 w 1008380"/>
              <a:gd name="csY925" fmla="*/ 622029 h 622422"/>
              <a:gd name="csX926" fmla="*/ 934693 w 1008380"/>
              <a:gd name="csY926" fmla="*/ 622039 h 622422"/>
              <a:gd name="csX927" fmla="*/ 935705 w 1008380"/>
              <a:gd name="csY927" fmla="*/ 622050 h 622422"/>
              <a:gd name="csX928" fmla="*/ 936712 w 1008380"/>
              <a:gd name="csY928" fmla="*/ 622061 h 622422"/>
              <a:gd name="csX929" fmla="*/ 937723 w 1008380"/>
              <a:gd name="csY929" fmla="*/ 622071 h 622422"/>
              <a:gd name="csX930" fmla="*/ 938730 w 1008380"/>
              <a:gd name="csY930" fmla="*/ 622082 h 622422"/>
              <a:gd name="csX931" fmla="*/ 939742 w 1008380"/>
              <a:gd name="csY931" fmla="*/ 622093 h 622422"/>
              <a:gd name="csX932" fmla="*/ 940753 w 1008380"/>
              <a:gd name="csY932" fmla="*/ 622103 h 622422"/>
              <a:gd name="csX933" fmla="*/ 941760 w 1008380"/>
              <a:gd name="csY933" fmla="*/ 622114 h 622422"/>
              <a:gd name="csX934" fmla="*/ 942772 w 1008380"/>
              <a:gd name="csY934" fmla="*/ 622119 h 622422"/>
              <a:gd name="csX935" fmla="*/ 943778 w 1008380"/>
              <a:gd name="csY935" fmla="*/ 622130 h 622422"/>
              <a:gd name="csX936" fmla="*/ 944790 w 1008380"/>
              <a:gd name="csY936" fmla="*/ 622141 h 622422"/>
              <a:gd name="csX937" fmla="*/ 945797 w 1008380"/>
              <a:gd name="csY937" fmla="*/ 622146 h 622422"/>
              <a:gd name="csX938" fmla="*/ 946808 w 1008380"/>
              <a:gd name="csY938" fmla="*/ 622156 h 622422"/>
              <a:gd name="csX939" fmla="*/ 947815 w 1008380"/>
              <a:gd name="csY939" fmla="*/ 622167 h 622422"/>
              <a:gd name="csX940" fmla="*/ 948827 w 1008380"/>
              <a:gd name="csY940" fmla="*/ 622172 h 622422"/>
              <a:gd name="csX941" fmla="*/ 949833 w 1008380"/>
              <a:gd name="csY941" fmla="*/ 622183 h 622422"/>
              <a:gd name="csX942" fmla="*/ 950845 w 1008380"/>
              <a:gd name="csY942" fmla="*/ 622188 h 622422"/>
              <a:gd name="csX943" fmla="*/ 951857 w 1008380"/>
              <a:gd name="csY943" fmla="*/ 622194 h 622422"/>
              <a:gd name="csX944" fmla="*/ 952863 w 1008380"/>
              <a:gd name="csY944" fmla="*/ 622204 h 622422"/>
              <a:gd name="csX945" fmla="*/ 953875 w 1008380"/>
              <a:gd name="csY945" fmla="*/ 622210 h 622422"/>
              <a:gd name="csX946" fmla="*/ 954882 w 1008380"/>
              <a:gd name="csY946" fmla="*/ 622215 h 622422"/>
              <a:gd name="csX947" fmla="*/ 955893 w 1008380"/>
              <a:gd name="csY947" fmla="*/ 622226 h 622422"/>
              <a:gd name="csX948" fmla="*/ 956900 w 1008380"/>
              <a:gd name="csY948" fmla="*/ 622231 h 622422"/>
              <a:gd name="csX949" fmla="*/ 957912 w 1008380"/>
              <a:gd name="csY949" fmla="*/ 622236 h 622422"/>
              <a:gd name="csX950" fmla="*/ 958918 w 1008380"/>
              <a:gd name="csY950" fmla="*/ 622242 h 622422"/>
              <a:gd name="csX951" fmla="*/ 959930 w 1008380"/>
              <a:gd name="csY951" fmla="*/ 622252 h 622422"/>
              <a:gd name="csX952" fmla="*/ 960937 w 1008380"/>
              <a:gd name="csY952" fmla="*/ 622258 h 622422"/>
              <a:gd name="csX953" fmla="*/ 961948 w 1008380"/>
              <a:gd name="csY953" fmla="*/ 622263 h 622422"/>
              <a:gd name="csX954" fmla="*/ 962960 w 1008380"/>
              <a:gd name="csY954" fmla="*/ 622268 h 622422"/>
              <a:gd name="csX955" fmla="*/ 963967 w 1008380"/>
              <a:gd name="csY955" fmla="*/ 622274 h 622422"/>
              <a:gd name="csX956" fmla="*/ 964978 w 1008380"/>
              <a:gd name="csY956" fmla="*/ 622279 h 622422"/>
              <a:gd name="csX957" fmla="*/ 965985 w 1008380"/>
              <a:gd name="csY957" fmla="*/ 622284 h 622422"/>
              <a:gd name="csX958" fmla="*/ 966997 w 1008380"/>
              <a:gd name="csY958" fmla="*/ 622290 h 622422"/>
              <a:gd name="csX959" fmla="*/ 968003 w 1008380"/>
              <a:gd name="csY959" fmla="*/ 622295 h 622422"/>
              <a:gd name="csX960" fmla="*/ 969015 w 1008380"/>
              <a:gd name="csY960" fmla="*/ 622300 h 622422"/>
              <a:gd name="csX961" fmla="*/ 970022 w 1008380"/>
              <a:gd name="csY961" fmla="*/ 622306 h 622422"/>
              <a:gd name="csX962" fmla="*/ 971034 w 1008380"/>
              <a:gd name="csY962" fmla="*/ 622311 h 622422"/>
              <a:gd name="csX963" fmla="*/ 972040 w 1008380"/>
              <a:gd name="csY963" fmla="*/ 622316 h 622422"/>
              <a:gd name="csX964" fmla="*/ 973052 w 1008380"/>
              <a:gd name="csY964" fmla="*/ 622316 h 622422"/>
              <a:gd name="csX965" fmla="*/ 974058 w 1008380"/>
              <a:gd name="csY965" fmla="*/ 622322 h 622422"/>
              <a:gd name="csX966" fmla="*/ 975070 w 1008380"/>
              <a:gd name="csY966" fmla="*/ 622327 h 622422"/>
              <a:gd name="csX967" fmla="*/ 976082 w 1008380"/>
              <a:gd name="csY967" fmla="*/ 622332 h 622422"/>
              <a:gd name="csX968" fmla="*/ 977088 w 1008380"/>
              <a:gd name="csY968" fmla="*/ 622338 h 622422"/>
              <a:gd name="csX969" fmla="*/ 978100 w 1008380"/>
              <a:gd name="csY969" fmla="*/ 622338 h 622422"/>
              <a:gd name="csX970" fmla="*/ 979107 w 1008380"/>
              <a:gd name="csY970" fmla="*/ 622343 h 622422"/>
              <a:gd name="csX971" fmla="*/ 980118 w 1008380"/>
              <a:gd name="csY971" fmla="*/ 622348 h 622422"/>
              <a:gd name="csX972" fmla="*/ 981125 w 1008380"/>
              <a:gd name="csY972" fmla="*/ 622348 h 622422"/>
              <a:gd name="csX973" fmla="*/ 982137 w 1008380"/>
              <a:gd name="csY973" fmla="*/ 622353 h 622422"/>
              <a:gd name="csX974" fmla="*/ 983143 w 1008380"/>
              <a:gd name="csY974" fmla="*/ 622359 h 622422"/>
              <a:gd name="csX975" fmla="*/ 984155 w 1008380"/>
              <a:gd name="csY975" fmla="*/ 622359 h 622422"/>
              <a:gd name="csX976" fmla="*/ 985162 w 1008380"/>
              <a:gd name="csY976" fmla="*/ 622364 h 622422"/>
              <a:gd name="csX977" fmla="*/ 986174 w 1008380"/>
              <a:gd name="csY977" fmla="*/ 622369 h 622422"/>
              <a:gd name="csX978" fmla="*/ 987185 w 1008380"/>
              <a:gd name="csY978" fmla="*/ 622369 h 622422"/>
              <a:gd name="csX979" fmla="*/ 988192 w 1008380"/>
              <a:gd name="csY979" fmla="*/ 622375 h 622422"/>
              <a:gd name="csX980" fmla="*/ 989204 w 1008380"/>
              <a:gd name="csY980" fmla="*/ 622375 h 622422"/>
              <a:gd name="csX981" fmla="*/ 990210 w 1008380"/>
              <a:gd name="csY981" fmla="*/ 622380 h 622422"/>
              <a:gd name="csX982" fmla="*/ 991222 w 1008380"/>
              <a:gd name="csY982" fmla="*/ 622380 h 622422"/>
              <a:gd name="csX983" fmla="*/ 992229 w 1008380"/>
              <a:gd name="csY983" fmla="*/ 622385 h 622422"/>
              <a:gd name="csX984" fmla="*/ 993240 w 1008380"/>
              <a:gd name="csY984" fmla="*/ 622391 h 622422"/>
              <a:gd name="csX985" fmla="*/ 994247 w 1008380"/>
              <a:gd name="csY985" fmla="*/ 622391 h 622422"/>
              <a:gd name="csX986" fmla="*/ 995259 w 1008380"/>
              <a:gd name="csY986" fmla="*/ 622391 h 622422"/>
              <a:gd name="csX987" fmla="*/ 996265 w 1008380"/>
              <a:gd name="csY987" fmla="*/ 622396 h 622422"/>
              <a:gd name="csX988" fmla="*/ 997277 w 1008380"/>
              <a:gd name="csY988" fmla="*/ 622396 h 622422"/>
              <a:gd name="csX989" fmla="*/ 998289 w 1008380"/>
              <a:gd name="csY989" fmla="*/ 622401 h 622422"/>
              <a:gd name="csX990" fmla="*/ 999295 w 1008380"/>
              <a:gd name="csY990" fmla="*/ 622401 h 622422"/>
              <a:gd name="csX991" fmla="*/ 1000307 w 1008380"/>
              <a:gd name="csY991" fmla="*/ 622407 h 622422"/>
              <a:gd name="csX992" fmla="*/ 1001313 w 1008380"/>
              <a:gd name="csY992" fmla="*/ 622407 h 622422"/>
              <a:gd name="csX993" fmla="*/ 1002325 w 1008380"/>
              <a:gd name="csY993" fmla="*/ 622407 h 622422"/>
              <a:gd name="csX994" fmla="*/ 1003332 w 1008380"/>
              <a:gd name="csY994" fmla="*/ 622412 h 622422"/>
              <a:gd name="csX995" fmla="*/ 1004344 w 1008380"/>
              <a:gd name="csY995" fmla="*/ 622412 h 622422"/>
              <a:gd name="csX996" fmla="*/ 1005350 w 1008380"/>
              <a:gd name="csY996" fmla="*/ 622417 h 622422"/>
              <a:gd name="csX997" fmla="*/ 1006362 w 1008380"/>
              <a:gd name="csY997" fmla="*/ 622417 h 622422"/>
              <a:gd name="csX998" fmla="*/ 1007369 w 1008380"/>
              <a:gd name="csY998" fmla="*/ 622417 h 622422"/>
              <a:gd name="csX999" fmla="*/ 1008380 w 1008380"/>
              <a:gd name="csY999" fmla="*/ 622423 h 622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</a:cxnLst>
            <a:rect l="l" t="t" r="r" b="b"/>
            <a:pathLst>
              <a:path w="1008380" h="622422">
                <a:moveTo>
                  <a:pt x="0" y="583675"/>
                </a:moveTo>
                <a:lnTo>
                  <a:pt x="1009" y="583063"/>
                </a:lnTo>
                <a:lnTo>
                  <a:pt x="2019" y="582445"/>
                </a:lnTo>
                <a:lnTo>
                  <a:pt x="3028" y="581817"/>
                </a:lnTo>
                <a:lnTo>
                  <a:pt x="4037" y="581183"/>
                </a:lnTo>
                <a:lnTo>
                  <a:pt x="5047" y="580539"/>
                </a:lnTo>
                <a:lnTo>
                  <a:pt x="6056" y="579884"/>
                </a:lnTo>
                <a:lnTo>
                  <a:pt x="7066" y="579223"/>
                </a:lnTo>
                <a:lnTo>
                  <a:pt x="8075" y="578552"/>
                </a:lnTo>
                <a:lnTo>
                  <a:pt x="9085" y="577876"/>
                </a:lnTo>
                <a:lnTo>
                  <a:pt x="10094" y="577189"/>
                </a:lnTo>
                <a:lnTo>
                  <a:pt x="11103" y="576497"/>
                </a:lnTo>
                <a:lnTo>
                  <a:pt x="12113" y="575794"/>
                </a:lnTo>
                <a:lnTo>
                  <a:pt x="13122" y="575080"/>
                </a:lnTo>
                <a:lnTo>
                  <a:pt x="14131" y="574361"/>
                </a:lnTo>
                <a:lnTo>
                  <a:pt x="15141" y="573632"/>
                </a:lnTo>
                <a:lnTo>
                  <a:pt x="16150" y="572897"/>
                </a:lnTo>
                <a:lnTo>
                  <a:pt x="17159" y="572146"/>
                </a:lnTo>
                <a:lnTo>
                  <a:pt x="18169" y="571395"/>
                </a:lnTo>
                <a:lnTo>
                  <a:pt x="19178" y="570628"/>
                </a:lnTo>
                <a:lnTo>
                  <a:pt x="20187" y="569856"/>
                </a:lnTo>
                <a:lnTo>
                  <a:pt x="21197" y="569068"/>
                </a:lnTo>
                <a:lnTo>
                  <a:pt x="22206" y="568280"/>
                </a:lnTo>
                <a:lnTo>
                  <a:pt x="23216" y="567476"/>
                </a:lnTo>
                <a:lnTo>
                  <a:pt x="24225" y="566666"/>
                </a:lnTo>
                <a:lnTo>
                  <a:pt x="25235" y="565846"/>
                </a:lnTo>
                <a:lnTo>
                  <a:pt x="26244" y="565015"/>
                </a:lnTo>
                <a:lnTo>
                  <a:pt x="27253" y="564174"/>
                </a:lnTo>
                <a:lnTo>
                  <a:pt x="28263" y="563327"/>
                </a:lnTo>
                <a:lnTo>
                  <a:pt x="29272" y="562464"/>
                </a:lnTo>
                <a:lnTo>
                  <a:pt x="30282" y="561596"/>
                </a:lnTo>
                <a:lnTo>
                  <a:pt x="31291" y="560718"/>
                </a:lnTo>
                <a:lnTo>
                  <a:pt x="32301" y="559828"/>
                </a:lnTo>
                <a:lnTo>
                  <a:pt x="33310" y="558934"/>
                </a:lnTo>
                <a:lnTo>
                  <a:pt x="34319" y="558023"/>
                </a:lnTo>
                <a:lnTo>
                  <a:pt x="35329" y="557107"/>
                </a:lnTo>
                <a:lnTo>
                  <a:pt x="36338" y="556175"/>
                </a:lnTo>
                <a:lnTo>
                  <a:pt x="37347" y="555238"/>
                </a:lnTo>
                <a:lnTo>
                  <a:pt x="38357" y="554290"/>
                </a:lnTo>
                <a:lnTo>
                  <a:pt x="39366" y="553326"/>
                </a:lnTo>
                <a:lnTo>
                  <a:pt x="40375" y="552357"/>
                </a:lnTo>
                <a:lnTo>
                  <a:pt x="41385" y="551377"/>
                </a:lnTo>
                <a:lnTo>
                  <a:pt x="42394" y="550387"/>
                </a:lnTo>
                <a:lnTo>
                  <a:pt x="43403" y="549385"/>
                </a:lnTo>
                <a:lnTo>
                  <a:pt x="44413" y="548373"/>
                </a:lnTo>
                <a:lnTo>
                  <a:pt x="45422" y="547351"/>
                </a:lnTo>
                <a:lnTo>
                  <a:pt x="46432" y="546318"/>
                </a:lnTo>
                <a:lnTo>
                  <a:pt x="47441" y="545274"/>
                </a:lnTo>
                <a:lnTo>
                  <a:pt x="48451" y="544220"/>
                </a:lnTo>
                <a:lnTo>
                  <a:pt x="49460" y="543149"/>
                </a:lnTo>
                <a:lnTo>
                  <a:pt x="50469" y="542074"/>
                </a:lnTo>
                <a:lnTo>
                  <a:pt x="51479" y="540987"/>
                </a:lnTo>
                <a:lnTo>
                  <a:pt x="52488" y="539885"/>
                </a:lnTo>
                <a:lnTo>
                  <a:pt x="53498" y="538777"/>
                </a:lnTo>
                <a:lnTo>
                  <a:pt x="54507" y="537654"/>
                </a:lnTo>
                <a:lnTo>
                  <a:pt x="55516" y="536525"/>
                </a:lnTo>
                <a:lnTo>
                  <a:pt x="56526" y="535380"/>
                </a:lnTo>
                <a:lnTo>
                  <a:pt x="57535" y="534224"/>
                </a:lnTo>
                <a:lnTo>
                  <a:pt x="58544" y="533058"/>
                </a:lnTo>
                <a:lnTo>
                  <a:pt x="59554" y="531876"/>
                </a:lnTo>
                <a:lnTo>
                  <a:pt x="60563" y="530688"/>
                </a:lnTo>
                <a:lnTo>
                  <a:pt x="61572" y="529490"/>
                </a:lnTo>
                <a:lnTo>
                  <a:pt x="62582" y="528276"/>
                </a:lnTo>
                <a:lnTo>
                  <a:pt x="63591" y="527051"/>
                </a:lnTo>
                <a:lnTo>
                  <a:pt x="64601" y="525815"/>
                </a:lnTo>
                <a:lnTo>
                  <a:pt x="65610" y="524569"/>
                </a:lnTo>
                <a:lnTo>
                  <a:pt x="66619" y="523307"/>
                </a:lnTo>
                <a:lnTo>
                  <a:pt x="67629" y="522039"/>
                </a:lnTo>
                <a:lnTo>
                  <a:pt x="68638" y="520756"/>
                </a:lnTo>
                <a:lnTo>
                  <a:pt x="69648" y="519462"/>
                </a:lnTo>
                <a:lnTo>
                  <a:pt x="70657" y="518152"/>
                </a:lnTo>
                <a:lnTo>
                  <a:pt x="71667" y="516837"/>
                </a:lnTo>
                <a:lnTo>
                  <a:pt x="72676" y="515505"/>
                </a:lnTo>
                <a:lnTo>
                  <a:pt x="73685" y="514163"/>
                </a:lnTo>
                <a:lnTo>
                  <a:pt x="74695" y="512811"/>
                </a:lnTo>
                <a:lnTo>
                  <a:pt x="75704" y="511442"/>
                </a:lnTo>
                <a:lnTo>
                  <a:pt x="76714" y="510063"/>
                </a:lnTo>
                <a:lnTo>
                  <a:pt x="77723" y="508673"/>
                </a:lnTo>
                <a:lnTo>
                  <a:pt x="78732" y="507272"/>
                </a:lnTo>
                <a:lnTo>
                  <a:pt x="79742" y="505861"/>
                </a:lnTo>
                <a:lnTo>
                  <a:pt x="80751" y="504434"/>
                </a:lnTo>
                <a:lnTo>
                  <a:pt x="81760" y="502991"/>
                </a:lnTo>
                <a:lnTo>
                  <a:pt x="82770" y="501542"/>
                </a:lnTo>
                <a:lnTo>
                  <a:pt x="83779" y="500078"/>
                </a:lnTo>
                <a:lnTo>
                  <a:pt x="84788" y="498603"/>
                </a:lnTo>
                <a:lnTo>
                  <a:pt x="85798" y="497117"/>
                </a:lnTo>
                <a:lnTo>
                  <a:pt x="86807" y="495615"/>
                </a:lnTo>
                <a:lnTo>
                  <a:pt x="87817" y="494103"/>
                </a:lnTo>
                <a:lnTo>
                  <a:pt x="88826" y="492580"/>
                </a:lnTo>
                <a:lnTo>
                  <a:pt x="89835" y="491046"/>
                </a:lnTo>
                <a:lnTo>
                  <a:pt x="90845" y="489496"/>
                </a:lnTo>
                <a:lnTo>
                  <a:pt x="91854" y="487936"/>
                </a:lnTo>
                <a:lnTo>
                  <a:pt x="92864" y="486360"/>
                </a:lnTo>
                <a:lnTo>
                  <a:pt x="93873" y="484773"/>
                </a:lnTo>
                <a:lnTo>
                  <a:pt x="94883" y="483175"/>
                </a:lnTo>
                <a:lnTo>
                  <a:pt x="95892" y="481567"/>
                </a:lnTo>
                <a:lnTo>
                  <a:pt x="96901" y="479942"/>
                </a:lnTo>
                <a:lnTo>
                  <a:pt x="97911" y="478308"/>
                </a:lnTo>
                <a:lnTo>
                  <a:pt x="98920" y="476662"/>
                </a:lnTo>
                <a:lnTo>
                  <a:pt x="99930" y="475001"/>
                </a:lnTo>
                <a:lnTo>
                  <a:pt x="100939" y="473328"/>
                </a:lnTo>
                <a:lnTo>
                  <a:pt x="101948" y="471646"/>
                </a:lnTo>
                <a:lnTo>
                  <a:pt x="102958" y="469952"/>
                </a:lnTo>
                <a:lnTo>
                  <a:pt x="103967" y="468243"/>
                </a:lnTo>
                <a:lnTo>
                  <a:pt x="104976" y="466523"/>
                </a:lnTo>
                <a:lnTo>
                  <a:pt x="105986" y="464786"/>
                </a:lnTo>
                <a:lnTo>
                  <a:pt x="106995" y="463045"/>
                </a:lnTo>
                <a:lnTo>
                  <a:pt x="108004" y="461288"/>
                </a:lnTo>
                <a:lnTo>
                  <a:pt x="109014" y="459514"/>
                </a:lnTo>
                <a:lnTo>
                  <a:pt x="110023" y="457736"/>
                </a:lnTo>
                <a:lnTo>
                  <a:pt x="111033" y="455941"/>
                </a:lnTo>
                <a:lnTo>
                  <a:pt x="112042" y="454136"/>
                </a:lnTo>
                <a:lnTo>
                  <a:pt x="113051" y="452314"/>
                </a:lnTo>
                <a:lnTo>
                  <a:pt x="114061" y="450488"/>
                </a:lnTo>
                <a:lnTo>
                  <a:pt x="115070" y="448645"/>
                </a:lnTo>
                <a:lnTo>
                  <a:pt x="116080" y="446792"/>
                </a:lnTo>
                <a:lnTo>
                  <a:pt x="117089" y="444928"/>
                </a:lnTo>
                <a:lnTo>
                  <a:pt x="118099" y="443048"/>
                </a:lnTo>
                <a:lnTo>
                  <a:pt x="119108" y="441159"/>
                </a:lnTo>
                <a:lnTo>
                  <a:pt x="120117" y="439258"/>
                </a:lnTo>
                <a:lnTo>
                  <a:pt x="121127" y="437345"/>
                </a:lnTo>
                <a:lnTo>
                  <a:pt x="122136" y="435420"/>
                </a:lnTo>
                <a:lnTo>
                  <a:pt x="123145" y="433484"/>
                </a:lnTo>
                <a:lnTo>
                  <a:pt x="124155" y="431536"/>
                </a:lnTo>
                <a:lnTo>
                  <a:pt x="125164" y="429577"/>
                </a:lnTo>
                <a:lnTo>
                  <a:pt x="126173" y="427606"/>
                </a:lnTo>
                <a:lnTo>
                  <a:pt x="127183" y="425624"/>
                </a:lnTo>
                <a:lnTo>
                  <a:pt x="128192" y="423630"/>
                </a:lnTo>
                <a:lnTo>
                  <a:pt x="129201" y="421625"/>
                </a:lnTo>
                <a:lnTo>
                  <a:pt x="130211" y="419609"/>
                </a:lnTo>
                <a:lnTo>
                  <a:pt x="131220" y="417582"/>
                </a:lnTo>
                <a:lnTo>
                  <a:pt x="132230" y="415543"/>
                </a:lnTo>
                <a:lnTo>
                  <a:pt x="133239" y="413494"/>
                </a:lnTo>
                <a:lnTo>
                  <a:pt x="134249" y="411434"/>
                </a:lnTo>
                <a:lnTo>
                  <a:pt x="135258" y="409363"/>
                </a:lnTo>
                <a:lnTo>
                  <a:pt x="136267" y="407280"/>
                </a:lnTo>
                <a:lnTo>
                  <a:pt x="137277" y="405188"/>
                </a:lnTo>
                <a:lnTo>
                  <a:pt x="138286" y="403085"/>
                </a:lnTo>
                <a:lnTo>
                  <a:pt x="139296" y="400970"/>
                </a:lnTo>
                <a:lnTo>
                  <a:pt x="140305" y="398846"/>
                </a:lnTo>
                <a:lnTo>
                  <a:pt x="141315" y="396712"/>
                </a:lnTo>
                <a:lnTo>
                  <a:pt x="142324" y="394567"/>
                </a:lnTo>
                <a:lnTo>
                  <a:pt x="143333" y="392412"/>
                </a:lnTo>
                <a:lnTo>
                  <a:pt x="144343" y="390246"/>
                </a:lnTo>
                <a:lnTo>
                  <a:pt x="145352" y="388071"/>
                </a:lnTo>
                <a:lnTo>
                  <a:pt x="146361" y="385886"/>
                </a:lnTo>
                <a:lnTo>
                  <a:pt x="147371" y="383691"/>
                </a:lnTo>
                <a:lnTo>
                  <a:pt x="148380" y="381486"/>
                </a:lnTo>
                <a:lnTo>
                  <a:pt x="149389" y="379272"/>
                </a:lnTo>
                <a:lnTo>
                  <a:pt x="150399" y="377048"/>
                </a:lnTo>
                <a:lnTo>
                  <a:pt x="151408" y="374815"/>
                </a:lnTo>
                <a:lnTo>
                  <a:pt x="152417" y="372572"/>
                </a:lnTo>
                <a:lnTo>
                  <a:pt x="153427" y="370321"/>
                </a:lnTo>
                <a:lnTo>
                  <a:pt x="154436" y="368061"/>
                </a:lnTo>
                <a:lnTo>
                  <a:pt x="155446" y="365791"/>
                </a:lnTo>
                <a:lnTo>
                  <a:pt x="156455" y="363513"/>
                </a:lnTo>
                <a:lnTo>
                  <a:pt x="157465" y="361226"/>
                </a:lnTo>
                <a:lnTo>
                  <a:pt x="158474" y="358931"/>
                </a:lnTo>
                <a:lnTo>
                  <a:pt x="159483" y="356627"/>
                </a:lnTo>
                <a:lnTo>
                  <a:pt x="160493" y="354315"/>
                </a:lnTo>
                <a:lnTo>
                  <a:pt x="161502" y="351995"/>
                </a:lnTo>
                <a:lnTo>
                  <a:pt x="162512" y="349667"/>
                </a:lnTo>
                <a:lnTo>
                  <a:pt x="163521" y="347331"/>
                </a:lnTo>
                <a:lnTo>
                  <a:pt x="164531" y="344988"/>
                </a:lnTo>
                <a:lnTo>
                  <a:pt x="165540" y="342636"/>
                </a:lnTo>
                <a:lnTo>
                  <a:pt x="166549" y="340278"/>
                </a:lnTo>
                <a:lnTo>
                  <a:pt x="167559" y="337912"/>
                </a:lnTo>
                <a:lnTo>
                  <a:pt x="168568" y="335539"/>
                </a:lnTo>
                <a:lnTo>
                  <a:pt x="169577" y="333159"/>
                </a:lnTo>
                <a:lnTo>
                  <a:pt x="170587" y="330772"/>
                </a:lnTo>
                <a:lnTo>
                  <a:pt x="171596" y="328378"/>
                </a:lnTo>
                <a:lnTo>
                  <a:pt x="172605" y="325978"/>
                </a:lnTo>
                <a:lnTo>
                  <a:pt x="173615" y="323572"/>
                </a:lnTo>
                <a:lnTo>
                  <a:pt x="174624" y="321159"/>
                </a:lnTo>
                <a:lnTo>
                  <a:pt x="175633" y="318741"/>
                </a:lnTo>
                <a:lnTo>
                  <a:pt x="176643" y="316316"/>
                </a:lnTo>
                <a:lnTo>
                  <a:pt x="177652" y="313886"/>
                </a:lnTo>
                <a:lnTo>
                  <a:pt x="178662" y="311450"/>
                </a:lnTo>
                <a:lnTo>
                  <a:pt x="179671" y="309010"/>
                </a:lnTo>
                <a:lnTo>
                  <a:pt x="180681" y="306563"/>
                </a:lnTo>
                <a:lnTo>
                  <a:pt x="181690" y="304113"/>
                </a:lnTo>
                <a:lnTo>
                  <a:pt x="182699" y="301657"/>
                </a:lnTo>
                <a:lnTo>
                  <a:pt x="183709" y="299196"/>
                </a:lnTo>
                <a:lnTo>
                  <a:pt x="184718" y="296731"/>
                </a:lnTo>
                <a:lnTo>
                  <a:pt x="185728" y="294262"/>
                </a:lnTo>
                <a:lnTo>
                  <a:pt x="186737" y="291789"/>
                </a:lnTo>
                <a:lnTo>
                  <a:pt x="187746" y="289311"/>
                </a:lnTo>
                <a:lnTo>
                  <a:pt x="188756" y="286830"/>
                </a:lnTo>
                <a:lnTo>
                  <a:pt x="189765" y="284346"/>
                </a:lnTo>
                <a:lnTo>
                  <a:pt x="190774" y="281858"/>
                </a:lnTo>
                <a:lnTo>
                  <a:pt x="191784" y="279368"/>
                </a:lnTo>
                <a:lnTo>
                  <a:pt x="192793" y="276874"/>
                </a:lnTo>
                <a:lnTo>
                  <a:pt x="193803" y="274377"/>
                </a:lnTo>
                <a:lnTo>
                  <a:pt x="194812" y="271879"/>
                </a:lnTo>
                <a:lnTo>
                  <a:pt x="195821" y="269377"/>
                </a:lnTo>
                <a:lnTo>
                  <a:pt x="196831" y="266874"/>
                </a:lnTo>
                <a:lnTo>
                  <a:pt x="197840" y="264369"/>
                </a:lnTo>
                <a:lnTo>
                  <a:pt x="198849" y="261862"/>
                </a:lnTo>
                <a:lnTo>
                  <a:pt x="199859" y="259353"/>
                </a:lnTo>
                <a:lnTo>
                  <a:pt x="200868" y="256844"/>
                </a:lnTo>
                <a:lnTo>
                  <a:pt x="201878" y="254334"/>
                </a:lnTo>
                <a:lnTo>
                  <a:pt x="202887" y="251822"/>
                </a:lnTo>
                <a:lnTo>
                  <a:pt x="203897" y="249310"/>
                </a:lnTo>
                <a:lnTo>
                  <a:pt x="204906" y="246798"/>
                </a:lnTo>
                <a:lnTo>
                  <a:pt x="205915" y="244285"/>
                </a:lnTo>
                <a:lnTo>
                  <a:pt x="206925" y="241772"/>
                </a:lnTo>
                <a:lnTo>
                  <a:pt x="207934" y="239260"/>
                </a:lnTo>
                <a:lnTo>
                  <a:pt x="208944" y="236748"/>
                </a:lnTo>
                <a:lnTo>
                  <a:pt x="209953" y="234237"/>
                </a:lnTo>
                <a:lnTo>
                  <a:pt x="210962" y="231728"/>
                </a:lnTo>
                <a:lnTo>
                  <a:pt x="211972" y="229218"/>
                </a:lnTo>
                <a:lnTo>
                  <a:pt x="212981" y="226711"/>
                </a:lnTo>
                <a:lnTo>
                  <a:pt x="213990" y="224205"/>
                </a:lnTo>
                <a:lnTo>
                  <a:pt x="215000" y="221701"/>
                </a:lnTo>
                <a:lnTo>
                  <a:pt x="216009" y="219200"/>
                </a:lnTo>
                <a:lnTo>
                  <a:pt x="217018" y="216700"/>
                </a:lnTo>
                <a:lnTo>
                  <a:pt x="218028" y="214203"/>
                </a:lnTo>
                <a:lnTo>
                  <a:pt x="219037" y="211709"/>
                </a:lnTo>
                <a:lnTo>
                  <a:pt x="220047" y="209218"/>
                </a:lnTo>
                <a:lnTo>
                  <a:pt x="221056" y="206731"/>
                </a:lnTo>
                <a:lnTo>
                  <a:pt x="222065" y="204247"/>
                </a:lnTo>
                <a:lnTo>
                  <a:pt x="223075" y="201766"/>
                </a:lnTo>
                <a:lnTo>
                  <a:pt x="224084" y="199290"/>
                </a:lnTo>
                <a:lnTo>
                  <a:pt x="225094" y="196818"/>
                </a:lnTo>
                <a:lnTo>
                  <a:pt x="226103" y="194350"/>
                </a:lnTo>
                <a:lnTo>
                  <a:pt x="227113" y="191888"/>
                </a:lnTo>
                <a:lnTo>
                  <a:pt x="228122" y="189430"/>
                </a:lnTo>
                <a:lnTo>
                  <a:pt x="229131" y="186977"/>
                </a:lnTo>
                <a:lnTo>
                  <a:pt x="230141" y="184531"/>
                </a:lnTo>
                <a:lnTo>
                  <a:pt x="231150" y="182090"/>
                </a:lnTo>
                <a:lnTo>
                  <a:pt x="232160" y="179655"/>
                </a:lnTo>
                <a:lnTo>
                  <a:pt x="233169" y="177226"/>
                </a:lnTo>
                <a:lnTo>
                  <a:pt x="234178" y="174803"/>
                </a:lnTo>
                <a:lnTo>
                  <a:pt x="235188" y="172388"/>
                </a:lnTo>
                <a:lnTo>
                  <a:pt x="236197" y="169979"/>
                </a:lnTo>
                <a:lnTo>
                  <a:pt x="237206" y="167578"/>
                </a:lnTo>
                <a:lnTo>
                  <a:pt x="238216" y="165184"/>
                </a:lnTo>
                <a:lnTo>
                  <a:pt x="239225" y="162798"/>
                </a:lnTo>
                <a:lnTo>
                  <a:pt x="240234" y="160419"/>
                </a:lnTo>
                <a:lnTo>
                  <a:pt x="241244" y="158049"/>
                </a:lnTo>
                <a:lnTo>
                  <a:pt x="242253" y="155688"/>
                </a:lnTo>
                <a:lnTo>
                  <a:pt x="243263" y="153336"/>
                </a:lnTo>
                <a:lnTo>
                  <a:pt x="244272" y="150992"/>
                </a:lnTo>
                <a:lnTo>
                  <a:pt x="245281" y="148658"/>
                </a:lnTo>
                <a:lnTo>
                  <a:pt x="246291" y="146333"/>
                </a:lnTo>
                <a:lnTo>
                  <a:pt x="247300" y="144018"/>
                </a:lnTo>
                <a:lnTo>
                  <a:pt x="248310" y="141713"/>
                </a:lnTo>
                <a:lnTo>
                  <a:pt x="249319" y="139419"/>
                </a:lnTo>
                <a:lnTo>
                  <a:pt x="250329" y="137135"/>
                </a:lnTo>
                <a:lnTo>
                  <a:pt x="251338" y="134862"/>
                </a:lnTo>
                <a:lnTo>
                  <a:pt x="252347" y="132600"/>
                </a:lnTo>
                <a:lnTo>
                  <a:pt x="253357" y="130349"/>
                </a:lnTo>
                <a:lnTo>
                  <a:pt x="254366" y="128109"/>
                </a:lnTo>
                <a:lnTo>
                  <a:pt x="255376" y="125882"/>
                </a:lnTo>
                <a:lnTo>
                  <a:pt x="256385" y="123666"/>
                </a:lnTo>
                <a:lnTo>
                  <a:pt x="257394" y="121463"/>
                </a:lnTo>
                <a:lnTo>
                  <a:pt x="258404" y="119273"/>
                </a:lnTo>
                <a:lnTo>
                  <a:pt x="259413" y="117095"/>
                </a:lnTo>
                <a:lnTo>
                  <a:pt x="260422" y="114930"/>
                </a:lnTo>
                <a:lnTo>
                  <a:pt x="261432" y="112779"/>
                </a:lnTo>
                <a:lnTo>
                  <a:pt x="262441" y="110641"/>
                </a:lnTo>
                <a:lnTo>
                  <a:pt x="263450" y="108517"/>
                </a:lnTo>
                <a:lnTo>
                  <a:pt x="264460" y="106407"/>
                </a:lnTo>
                <a:lnTo>
                  <a:pt x="265469" y="104311"/>
                </a:lnTo>
                <a:lnTo>
                  <a:pt x="266479" y="102230"/>
                </a:lnTo>
                <a:lnTo>
                  <a:pt x="267488" y="100163"/>
                </a:lnTo>
                <a:lnTo>
                  <a:pt x="268497" y="98111"/>
                </a:lnTo>
                <a:lnTo>
                  <a:pt x="269507" y="96076"/>
                </a:lnTo>
                <a:lnTo>
                  <a:pt x="270516" y="94055"/>
                </a:lnTo>
                <a:lnTo>
                  <a:pt x="271526" y="92050"/>
                </a:lnTo>
                <a:lnTo>
                  <a:pt x="272535" y="90061"/>
                </a:lnTo>
                <a:lnTo>
                  <a:pt x="273545" y="88088"/>
                </a:lnTo>
                <a:lnTo>
                  <a:pt x="274554" y="86131"/>
                </a:lnTo>
                <a:lnTo>
                  <a:pt x="275563" y="84192"/>
                </a:lnTo>
                <a:lnTo>
                  <a:pt x="276573" y="82269"/>
                </a:lnTo>
                <a:lnTo>
                  <a:pt x="277582" y="80364"/>
                </a:lnTo>
                <a:lnTo>
                  <a:pt x="278591" y="78475"/>
                </a:lnTo>
                <a:lnTo>
                  <a:pt x="279601" y="76605"/>
                </a:lnTo>
                <a:lnTo>
                  <a:pt x="280610" y="74752"/>
                </a:lnTo>
                <a:lnTo>
                  <a:pt x="281619" y="72917"/>
                </a:lnTo>
                <a:lnTo>
                  <a:pt x="282629" y="71101"/>
                </a:lnTo>
                <a:lnTo>
                  <a:pt x="283638" y="69303"/>
                </a:lnTo>
                <a:lnTo>
                  <a:pt x="284647" y="67524"/>
                </a:lnTo>
                <a:lnTo>
                  <a:pt x="285657" y="65763"/>
                </a:lnTo>
                <a:lnTo>
                  <a:pt x="286666" y="64022"/>
                </a:lnTo>
                <a:lnTo>
                  <a:pt x="287676" y="62300"/>
                </a:lnTo>
                <a:lnTo>
                  <a:pt x="288685" y="60598"/>
                </a:lnTo>
                <a:lnTo>
                  <a:pt x="289695" y="58916"/>
                </a:lnTo>
                <a:lnTo>
                  <a:pt x="290704" y="57253"/>
                </a:lnTo>
                <a:lnTo>
                  <a:pt x="291714" y="55611"/>
                </a:lnTo>
                <a:lnTo>
                  <a:pt x="292723" y="53989"/>
                </a:lnTo>
                <a:lnTo>
                  <a:pt x="293732" y="52388"/>
                </a:lnTo>
                <a:lnTo>
                  <a:pt x="294742" y="50807"/>
                </a:lnTo>
                <a:lnTo>
                  <a:pt x="295751" y="49248"/>
                </a:lnTo>
                <a:lnTo>
                  <a:pt x="296761" y="47709"/>
                </a:lnTo>
                <a:lnTo>
                  <a:pt x="297770" y="46193"/>
                </a:lnTo>
                <a:lnTo>
                  <a:pt x="298779" y="44697"/>
                </a:lnTo>
                <a:lnTo>
                  <a:pt x="299789" y="43224"/>
                </a:lnTo>
                <a:lnTo>
                  <a:pt x="300798" y="41773"/>
                </a:lnTo>
                <a:lnTo>
                  <a:pt x="301807" y="40343"/>
                </a:lnTo>
                <a:lnTo>
                  <a:pt x="302817" y="38936"/>
                </a:lnTo>
                <a:lnTo>
                  <a:pt x="303826" y="37552"/>
                </a:lnTo>
                <a:lnTo>
                  <a:pt x="304835" y="36190"/>
                </a:lnTo>
                <a:lnTo>
                  <a:pt x="305845" y="34851"/>
                </a:lnTo>
                <a:lnTo>
                  <a:pt x="306854" y="33535"/>
                </a:lnTo>
                <a:lnTo>
                  <a:pt x="307863" y="32242"/>
                </a:lnTo>
                <a:lnTo>
                  <a:pt x="308873" y="30973"/>
                </a:lnTo>
                <a:lnTo>
                  <a:pt x="309882" y="29727"/>
                </a:lnTo>
                <a:lnTo>
                  <a:pt x="310892" y="28505"/>
                </a:lnTo>
                <a:lnTo>
                  <a:pt x="311901" y="27306"/>
                </a:lnTo>
                <a:lnTo>
                  <a:pt x="312911" y="26132"/>
                </a:lnTo>
                <a:lnTo>
                  <a:pt x="313920" y="24982"/>
                </a:lnTo>
                <a:lnTo>
                  <a:pt x="314930" y="23856"/>
                </a:lnTo>
                <a:lnTo>
                  <a:pt x="315939" y="22754"/>
                </a:lnTo>
                <a:lnTo>
                  <a:pt x="316948" y="21677"/>
                </a:lnTo>
                <a:lnTo>
                  <a:pt x="317958" y="20625"/>
                </a:lnTo>
                <a:lnTo>
                  <a:pt x="318968" y="19598"/>
                </a:lnTo>
                <a:lnTo>
                  <a:pt x="319975" y="18596"/>
                </a:lnTo>
                <a:lnTo>
                  <a:pt x="320987" y="17618"/>
                </a:lnTo>
                <a:lnTo>
                  <a:pt x="321993" y="16666"/>
                </a:lnTo>
                <a:lnTo>
                  <a:pt x="323005" y="15740"/>
                </a:lnTo>
                <a:lnTo>
                  <a:pt x="324012" y="14839"/>
                </a:lnTo>
                <a:lnTo>
                  <a:pt x="325023" y="13964"/>
                </a:lnTo>
                <a:lnTo>
                  <a:pt x="326035" y="13114"/>
                </a:lnTo>
                <a:lnTo>
                  <a:pt x="327042" y="12290"/>
                </a:lnTo>
                <a:lnTo>
                  <a:pt x="328054" y="11492"/>
                </a:lnTo>
                <a:lnTo>
                  <a:pt x="329060" y="10720"/>
                </a:lnTo>
                <a:lnTo>
                  <a:pt x="330072" y="9974"/>
                </a:lnTo>
                <a:lnTo>
                  <a:pt x="331078" y="9254"/>
                </a:lnTo>
                <a:lnTo>
                  <a:pt x="332090" y="8562"/>
                </a:lnTo>
                <a:lnTo>
                  <a:pt x="333097" y="7895"/>
                </a:lnTo>
                <a:lnTo>
                  <a:pt x="334108" y="7255"/>
                </a:lnTo>
                <a:lnTo>
                  <a:pt x="335115" y="6641"/>
                </a:lnTo>
                <a:lnTo>
                  <a:pt x="336127" y="6054"/>
                </a:lnTo>
                <a:lnTo>
                  <a:pt x="337139" y="5494"/>
                </a:lnTo>
                <a:lnTo>
                  <a:pt x="338145" y="4961"/>
                </a:lnTo>
                <a:lnTo>
                  <a:pt x="339157" y="4454"/>
                </a:lnTo>
                <a:lnTo>
                  <a:pt x="340163" y="3975"/>
                </a:lnTo>
                <a:lnTo>
                  <a:pt x="341175" y="3523"/>
                </a:lnTo>
                <a:lnTo>
                  <a:pt x="342182" y="3097"/>
                </a:lnTo>
                <a:lnTo>
                  <a:pt x="343194" y="2699"/>
                </a:lnTo>
                <a:lnTo>
                  <a:pt x="344200" y="2328"/>
                </a:lnTo>
                <a:lnTo>
                  <a:pt x="345212" y="1985"/>
                </a:lnTo>
                <a:lnTo>
                  <a:pt x="346218" y="1668"/>
                </a:lnTo>
                <a:lnTo>
                  <a:pt x="347230" y="1379"/>
                </a:lnTo>
                <a:lnTo>
                  <a:pt x="348237" y="1118"/>
                </a:lnTo>
                <a:lnTo>
                  <a:pt x="349248" y="883"/>
                </a:lnTo>
                <a:lnTo>
                  <a:pt x="350260" y="677"/>
                </a:lnTo>
                <a:lnTo>
                  <a:pt x="351267" y="497"/>
                </a:lnTo>
                <a:lnTo>
                  <a:pt x="352279" y="346"/>
                </a:lnTo>
                <a:lnTo>
                  <a:pt x="353285" y="222"/>
                </a:lnTo>
                <a:lnTo>
                  <a:pt x="354297" y="125"/>
                </a:lnTo>
                <a:lnTo>
                  <a:pt x="355303" y="56"/>
                </a:lnTo>
                <a:lnTo>
                  <a:pt x="356315" y="14"/>
                </a:lnTo>
                <a:lnTo>
                  <a:pt x="357322" y="0"/>
                </a:lnTo>
                <a:lnTo>
                  <a:pt x="358334" y="14"/>
                </a:lnTo>
                <a:lnTo>
                  <a:pt x="359340" y="55"/>
                </a:lnTo>
                <a:lnTo>
                  <a:pt x="360352" y="124"/>
                </a:lnTo>
                <a:lnTo>
                  <a:pt x="361364" y="220"/>
                </a:lnTo>
                <a:lnTo>
                  <a:pt x="362370" y="343"/>
                </a:lnTo>
                <a:lnTo>
                  <a:pt x="363382" y="495"/>
                </a:lnTo>
                <a:lnTo>
                  <a:pt x="364389" y="674"/>
                </a:lnTo>
                <a:lnTo>
                  <a:pt x="365400" y="880"/>
                </a:lnTo>
                <a:lnTo>
                  <a:pt x="366407" y="1114"/>
                </a:lnTo>
                <a:lnTo>
                  <a:pt x="367419" y="1375"/>
                </a:lnTo>
                <a:lnTo>
                  <a:pt x="368425" y="1664"/>
                </a:lnTo>
                <a:lnTo>
                  <a:pt x="369437" y="1979"/>
                </a:lnTo>
                <a:lnTo>
                  <a:pt x="370443" y="2322"/>
                </a:lnTo>
                <a:lnTo>
                  <a:pt x="371455" y="2693"/>
                </a:lnTo>
                <a:lnTo>
                  <a:pt x="372467" y="3091"/>
                </a:lnTo>
                <a:lnTo>
                  <a:pt x="373474" y="3516"/>
                </a:lnTo>
                <a:lnTo>
                  <a:pt x="374485" y="3967"/>
                </a:lnTo>
                <a:lnTo>
                  <a:pt x="375492" y="4447"/>
                </a:lnTo>
                <a:lnTo>
                  <a:pt x="376504" y="4953"/>
                </a:lnTo>
                <a:lnTo>
                  <a:pt x="377510" y="5485"/>
                </a:lnTo>
                <a:lnTo>
                  <a:pt x="378522" y="6045"/>
                </a:lnTo>
                <a:lnTo>
                  <a:pt x="379529" y="6632"/>
                </a:lnTo>
                <a:lnTo>
                  <a:pt x="380540" y="7245"/>
                </a:lnTo>
                <a:lnTo>
                  <a:pt x="381547" y="7885"/>
                </a:lnTo>
                <a:lnTo>
                  <a:pt x="382559" y="8551"/>
                </a:lnTo>
                <a:lnTo>
                  <a:pt x="383571" y="9244"/>
                </a:lnTo>
                <a:lnTo>
                  <a:pt x="384577" y="9963"/>
                </a:lnTo>
                <a:lnTo>
                  <a:pt x="385589" y="10708"/>
                </a:lnTo>
                <a:lnTo>
                  <a:pt x="386595" y="11479"/>
                </a:lnTo>
                <a:lnTo>
                  <a:pt x="387607" y="12277"/>
                </a:lnTo>
                <a:lnTo>
                  <a:pt x="388614" y="13100"/>
                </a:lnTo>
                <a:lnTo>
                  <a:pt x="389625" y="13950"/>
                </a:lnTo>
                <a:lnTo>
                  <a:pt x="390632" y="14825"/>
                </a:lnTo>
                <a:lnTo>
                  <a:pt x="391644" y="15726"/>
                </a:lnTo>
                <a:lnTo>
                  <a:pt x="392650" y="16652"/>
                </a:lnTo>
                <a:lnTo>
                  <a:pt x="393662" y="17604"/>
                </a:lnTo>
                <a:lnTo>
                  <a:pt x="394669" y="18580"/>
                </a:lnTo>
                <a:lnTo>
                  <a:pt x="395680" y="19582"/>
                </a:lnTo>
                <a:lnTo>
                  <a:pt x="396692" y="20609"/>
                </a:lnTo>
                <a:lnTo>
                  <a:pt x="397699" y="21661"/>
                </a:lnTo>
                <a:lnTo>
                  <a:pt x="398711" y="22737"/>
                </a:lnTo>
                <a:lnTo>
                  <a:pt x="399717" y="23838"/>
                </a:lnTo>
                <a:lnTo>
                  <a:pt x="400729" y="24964"/>
                </a:lnTo>
                <a:lnTo>
                  <a:pt x="401735" y="26114"/>
                </a:lnTo>
                <a:lnTo>
                  <a:pt x="402747" y="27288"/>
                </a:lnTo>
                <a:lnTo>
                  <a:pt x="403754" y="28486"/>
                </a:lnTo>
                <a:lnTo>
                  <a:pt x="404765" y="29708"/>
                </a:lnTo>
                <a:lnTo>
                  <a:pt x="405772" y="30953"/>
                </a:lnTo>
                <a:lnTo>
                  <a:pt x="406784" y="32222"/>
                </a:lnTo>
                <a:lnTo>
                  <a:pt x="407796" y="33515"/>
                </a:lnTo>
                <a:lnTo>
                  <a:pt x="408802" y="34830"/>
                </a:lnTo>
                <a:lnTo>
                  <a:pt x="409814" y="36169"/>
                </a:lnTo>
                <a:lnTo>
                  <a:pt x="410820" y="37530"/>
                </a:lnTo>
                <a:lnTo>
                  <a:pt x="411832" y="38915"/>
                </a:lnTo>
                <a:lnTo>
                  <a:pt x="412839" y="40321"/>
                </a:lnTo>
                <a:lnTo>
                  <a:pt x="413851" y="41750"/>
                </a:lnTo>
                <a:lnTo>
                  <a:pt x="414857" y="43201"/>
                </a:lnTo>
                <a:lnTo>
                  <a:pt x="415869" y="44675"/>
                </a:lnTo>
                <a:lnTo>
                  <a:pt x="416875" y="46169"/>
                </a:lnTo>
                <a:lnTo>
                  <a:pt x="417887" y="47685"/>
                </a:lnTo>
                <a:lnTo>
                  <a:pt x="418899" y="49223"/>
                </a:lnTo>
                <a:lnTo>
                  <a:pt x="419906" y="50783"/>
                </a:lnTo>
                <a:lnTo>
                  <a:pt x="420917" y="52363"/>
                </a:lnTo>
                <a:lnTo>
                  <a:pt x="421924" y="53964"/>
                </a:lnTo>
                <a:lnTo>
                  <a:pt x="422936" y="55585"/>
                </a:lnTo>
                <a:lnTo>
                  <a:pt x="423942" y="57227"/>
                </a:lnTo>
                <a:lnTo>
                  <a:pt x="424954" y="58890"/>
                </a:lnTo>
                <a:lnTo>
                  <a:pt x="425960" y="60571"/>
                </a:lnTo>
                <a:lnTo>
                  <a:pt x="426972" y="62273"/>
                </a:lnTo>
                <a:lnTo>
                  <a:pt x="427979" y="63995"/>
                </a:lnTo>
                <a:lnTo>
                  <a:pt x="428991" y="65736"/>
                </a:lnTo>
                <a:lnTo>
                  <a:pt x="430002" y="67496"/>
                </a:lnTo>
                <a:lnTo>
                  <a:pt x="431009" y="69275"/>
                </a:lnTo>
                <a:lnTo>
                  <a:pt x="432021" y="71072"/>
                </a:lnTo>
                <a:lnTo>
                  <a:pt x="433027" y="72889"/>
                </a:lnTo>
                <a:lnTo>
                  <a:pt x="434039" y="74723"/>
                </a:lnTo>
                <a:lnTo>
                  <a:pt x="435046" y="76576"/>
                </a:lnTo>
                <a:lnTo>
                  <a:pt x="436057" y="78446"/>
                </a:lnTo>
                <a:lnTo>
                  <a:pt x="437064" y="80334"/>
                </a:lnTo>
                <a:lnTo>
                  <a:pt x="438076" y="82239"/>
                </a:lnTo>
                <a:lnTo>
                  <a:pt x="439082" y="84162"/>
                </a:lnTo>
                <a:lnTo>
                  <a:pt x="440094" y="86101"/>
                </a:lnTo>
                <a:lnTo>
                  <a:pt x="441100" y="88057"/>
                </a:lnTo>
                <a:lnTo>
                  <a:pt x="442112" y="90030"/>
                </a:lnTo>
                <a:lnTo>
                  <a:pt x="443124" y="92019"/>
                </a:lnTo>
                <a:lnTo>
                  <a:pt x="444131" y="94023"/>
                </a:lnTo>
                <a:lnTo>
                  <a:pt x="445142" y="96044"/>
                </a:lnTo>
                <a:lnTo>
                  <a:pt x="446149" y="98079"/>
                </a:lnTo>
                <a:lnTo>
                  <a:pt x="447161" y="100131"/>
                </a:lnTo>
                <a:lnTo>
                  <a:pt x="448167" y="102197"/>
                </a:lnTo>
                <a:lnTo>
                  <a:pt x="449179" y="104278"/>
                </a:lnTo>
                <a:lnTo>
                  <a:pt x="450186" y="106374"/>
                </a:lnTo>
                <a:lnTo>
                  <a:pt x="451197" y="108484"/>
                </a:lnTo>
                <a:lnTo>
                  <a:pt x="452204" y="110607"/>
                </a:lnTo>
                <a:lnTo>
                  <a:pt x="453216" y="112745"/>
                </a:lnTo>
                <a:lnTo>
                  <a:pt x="454228" y="114896"/>
                </a:lnTo>
                <a:lnTo>
                  <a:pt x="455234" y="117061"/>
                </a:lnTo>
                <a:lnTo>
                  <a:pt x="456246" y="119238"/>
                </a:lnTo>
                <a:lnTo>
                  <a:pt x="457252" y="121429"/>
                </a:lnTo>
                <a:lnTo>
                  <a:pt x="458264" y="123632"/>
                </a:lnTo>
                <a:lnTo>
                  <a:pt x="459271" y="125847"/>
                </a:lnTo>
                <a:lnTo>
                  <a:pt x="460282" y="128075"/>
                </a:lnTo>
                <a:lnTo>
                  <a:pt x="461289" y="130313"/>
                </a:lnTo>
                <a:lnTo>
                  <a:pt x="462301" y="132564"/>
                </a:lnTo>
                <a:lnTo>
                  <a:pt x="463307" y="134826"/>
                </a:lnTo>
                <a:lnTo>
                  <a:pt x="464319" y="137099"/>
                </a:lnTo>
                <a:lnTo>
                  <a:pt x="465331" y="139383"/>
                </a:lnTo>
                <a:lnTo>
                  <a:pt x="466337" y="141678"/>
                </a:lnTo>
                <a:lnTo>
                  <a:pt x="467349" y="143983"/>
                </a:lnTo>
                <a:lnTo>
                  <a:pt x="468356" y="146297"/>
                </a:lnTo>
                <a:lnTo>
                  <a:pt x="469368" y="148621"/>
                </a:lnTo>
                <a:lnTo>
                  <a:pt x="470374" y="150956"/>
                </a:lnTo>
                <a:lnTo>
                  <a:pt x="471386" y="153299"/>
                </a:lnTo>
                <a:lnTo>
                  <a:pt x="472392" y="155651"/>
                </a:lnTo>
                <a:lnTo>
                  <a:pt x="473404" y="158013"/>
                </a:lnTo>
                <a:lnTo>
                  <a:pt x="474411" y="160383"/>
                </a:lnTo>
                <a:lnTo>
                  <a:pt x="475423" y="162760"/>
                </a:lnTo>
                <a:lnTo>
                  <a:pt x="476434" y="165146"/>
                </a:lnTo>
                <a:lnTo>
                  <a:pt x="477441" y="167540"/>
                </a:lnTo>
                <a:lnTo>
                  <a:pt x="478453" y="169941"/>
                </a:lnTo>
                <a:lnTo>
                  <a:pt x="479459" y="172350"/>
                </a:lnTo>
                <a:lnTo>
                  <a:pt x="480471" y="174765"/>
                </a:lnTo>
                <a:lnTo>
                  <a:pt x="481477" y="177188"/>
                </a:lnTo>
                <a:lnTo>
                  <a:pt x="482489" y="179616"/>
                </a:lnTo>
                <a:lnTo>
                  <a:pt x="483496" y="182051"/>
                </a:lnTo>
                <a:lnTo>
                  <a:pt x="484508" y="184493"/>
                </a:lnTo>
                <a:lnTo>
                  <a:pt x="485514" y="186939"/>
                </a:lnTo>
                <a:lnTo>
                  <a:pt x="486526" y="189391"/>
                </a:lnTo>
                <a:lnTo>
                  <a:pt x="487532" y="191849"/>
                </a:lnTo>
                <a:lnTo>
                  <a:pt x="488544" y="194312"/>
                </a:lnTo>
                <a:lnTo>
                  <a:pt x="489556" y="196779"/>
                </a:lnTo>
                <a:lnTo>
                  <a:pt x="490563" y="199251"/>
                </a:lnTo>
                <a:lnTo>
                  <a:pt x="491574" y="201728"/>
                </a:lnTo>
                <a:lnTo>
                  <a:pt x="492581" y="204208"/>
                </a:lnTo>
                <a:lnTo>
                  <a:pt x="493593" y="206692"/>
                </a:lnTo>
                <a:lnTo>
                  <a:pt x="494599" y="209179"/>
                </a:lnTo>
                <a:lnTo>
                  <a:pt x="495611" y="211670"/>
                </a:lnTo>
                <a:lnTo>
                  <a:pt x="496617" y="214164"/>
                </a:lnTo>
                <a:lnTo>
                  <a:pt x="497629" y="216661"/>
                </a:lnTo>
                <a:lnTo>
                  <a:pt x="498636" y="219160"/>
                </a:lnTo>
                <a:lnTo>
                  <a:pt x="499648" y="221662"/>
                </a:lnTo>
                <a:lnTo>
                  <a:pt x="500659" y="224166"/>
                </a:lnTo>
                <a:lnTo>
                  <a:pt x="501666" y="226672"/>
                </a:lnTo>
                <a:lnTo>
                  <a:pt x="502678" y="229179"/>
                </a:lnTo>
                <a:lnTo>
                  <a:pt x="503684" y="231688"/>
                </a:lnTo>
                <a:lnTo>
                  <a:pt x="504696" y="234198"/>
                </a:lnTo>
                <a:lnTo>
                  <a:pt x="505703" y="236709"/>
                </a:lnTo>
                <a:lnTo>
                  <a:pt x="506714" y="239221"/>
                </a:lnTo>
                <a:lnTo>
                  <a:pt x="507721" y="241733"/>
                </a:lnTo>
                <a:lnTo>
                  <a:pt x="508733" y="244246"/>
                </a:lnTo>
                <a:lnTo>
                  <a:pt x="509739" y="246758"/>
                </a:lnTo>
                <a:lnTo>
                  <a:pt x="510751" y="249271"/>
                </a:lnTo>
                <a:lnTo>
                  <a:pt x="511763" y="251783"/>
                </a:lnTo>
                <a:lnTo>
                  <a:pt x="512769" y="254294"/>
                </a:lnTo>
                <a:lnTo>
                  <a:pt x="513781" y="256805"/>
                </a:lnTo>
                <a:lnTo>
                  <a:pt x="514788" y="259315"/>
                </a:lnTo>
                <a:lnTo>
                  <a:pt x="515799" y="261823"/>
                </a:lnTo>
                <a:lnTo>
                  <a:pt x="516806" y="264329"/>
                </a:lnTo>
                <a:lnTo>
                  <a:pt x="517818" y="266835"/>
                </a:lnTo>
                <a:lnTo>
                  <a:pt x="518824" y="269338"/>
                </a:lnTo>
                <a:lnTo>
                  <a:pt x="519836" y="271839"/>
                </a:lnTo>
                <a:lnTo>
                  <a:pt x="520843" y="274339"/>
                </a:lnTo>
                <a:lnTo>
                  <a:pt x="521854" y="276835"/>
                </a:lnTo>
                <a:lnTo>
                  <a:pt x="522866" y="279328"/>
                </a:lnTo>
                <a:lnTo>
                  <a:pt x="523873" y="281820"/>
                </a:lnTo>
                <a:lnTo>
                  <a:pt x="524885" y="284307"/>
                </a:lnTo>
                <a:lnTo>
                  <a:pt x="525891" y="286791"/>
                </a:lnTo>
                <a:lnTo>
                  <a:pt x="526903" y="289272"/>
                </a:lnTo>
                <a:lnTo>
                  <a:pt x="527909" y="291750"/>
                </a:lnTo>
                <a:lnTo>
                  <a:pt x="528921" y="294223"/>
                </a:lnTo>
                <a:lnTo>
                  <a:pt x="529928" y="296692"/>
                </a:lnTo>
                <a:lnTo>
                  <a:pt x="530940" y="299157"/>
                </a:lnTo>
                <a:lnTo>
                  <a:pt x="531946" y="301618"/>
                </a:lnTo>
                <a:lnTo>
                  <a:pt x="532958" y="304074"/>
                </a:lnTo>
                <a:lnTo>
                  <a:pt x="533970" y="306525"/>
                </a:lnTo>
                <a:lnTo>
                  <a:pt x="534976" y="308972"/>
                </a:lnTo>
                <a:lnTo>
                  <a:pt x="535988" y="311413"/>
                </a:lnTo>
                <a:lnTo>
                  <a:pt x="536994" y="313848"/>
                </a:lnTo>
                <a:lnTo>
                  <a:pt x="538006" y="316278"/>
                </a:lnTo>
                <a:lnTo>
                  <a:pt x="539013" y="318703"/>
                </a:lnTo>
                <a:lnTo>
                  <a:pt x="540025" y="321121"/>
                </a:lnTo>
                <a:lnTo>
                  <a:pt x="541031" y="323534"/>
                </a:lnTo>
                <a:lnTo>
                  <a:pt x="542043" y="325941"/>
                </a:lnTo>
                <a:lnTo>
                  <a:pt x="543049" y="328341"/>
                </a:lnTo>
                <a:lnTo>
                  <a:pt x="544061" y="330734"/>
                </a:lnTo>
                <a:lnTo>
                  <a:pt x="545068" y="333122"/>
                </a:lnTo>
                <a:lnTo>
                  <a:pt x="546080" y="335501"/>
                </a:lnTo>
                <a:lnTo>
                  <a:pt x="547091" y="337874"/>
                </a:lnTo>
                <a:lnTo>
                  <a:pt x="548098" y="340240"/>
                </a:lnTo>
                <a:lnTo>
                  <a:pt x="549110" y="342600"/>
                </a:lnTo>
                <a:lnTo>
                  <a:pt x="550116" y="344951"/>
                </a:lnTo>
                <a:lnTo>
                  <a:pt x="551128" y="347294"/>
                </a:lnTo>
                <a:lnTo>
                  <a:pt x="552134" y="349631"/>
                </a:lnTo>
                <a:lnTo>
                  <a:pt x="553146" y="351959"/>
                </a:lnTo>
                <a:lnTo>
                  <a:pt x="554153" y="354279"/>
                </a:lnTo>
                <a:lnTo>
                  <a:pt x="555165" y="356591"/>
                </a:lnTo>
                <a:lnTo>
                  <a:pt x="556171" y="358895"/>
                </a:lnTo>
                <a:lnTo>
                  <a:pt x="557183" y="361190"/>
                </a:lnTo>
                <a:lnTo>
                  <a:pt x="558195" y="363477"/>
                </a:lnTo>
                <a:lnTo>
                  <a:pt x="559201" y="365756"/>
                </a:lnTo>
                <a:lnTo>
                  <a:pt x="560213" y="368025"/>
                </a:lnTo>
                <a:lnTo>
                  <a:pt x="561220" y="370286"/>
                </a:lnTo>
                <a:lnTo>
                  <a:pt x="562231" y="372537"/>
                </a:lnTo>
                <a:lnTo>
                  <a:pt x="563238" y="374780"/>
                </a:lnTo>
                <a:lnTo>
                  <a:pt x="564250" y="377013"/>
                </a:lnTo>
                <a:lnTo>
                  <a:pt x="565256" y="379237"/>
                </a:lnTo>
                <a:lnTo>
                  <a:pt x="566268" y="381451"/>
                </a:lnTo>
                <a:lnTo>
                  <a:pt x="567275" y="383656"/>
                </a:lnTo>
                <a:lnTo>
                  <a:pt x="568286" y="385851"/>
                </a:lnTo>
                <a:lnTo>
                  <a:pt x="569298" y="388037"/>
                </a:lnTo>
                <a:lnTo>
                  <a:pt x="570305" y="390212"/>
                </a:lnTo>
                <a:lnTo>
                  <a:pt x="571316" y="392377"/>
                </a:lnTo>
                <a:lnTo>
                  <a:pt x="572323" y="394533"/>
                </a:lnTo>
                <a:lnTo>
                  <a:pt x="573335" y="396678"/>
                </a:lnTo>
                <a:lnTo>
                  <a:pt x="574341" y="398813"/>
                </a:lnTo>
                <a:lnTo>
                  <a:pt x="575353" y="400937"/>
                </a:lnTo>
                <a:lnTo>
                  <a:pt x="576360" y="403052"/>
                </a:lnTo>
                <a:lnTo>
                  <a:pt x="577371" y="405155"/>
                </a:lnTo>
                <a:lnTo>
                  <a:pt x="578378" y="407248"/>
                </a:lnTo>
                <a:lnTo>
                  <a:pt x="579390" y="409330"/>
                </a:lnTo>
                <a:lnTo>
                  <a:pt x="580402" y="411401"/>
                </a:lnTo>
                <a:lnTo>
                  <a:pt x="581408" y="413462"/>
                </a:lnTo>
                <a:lnTo>
                  <a:pt x="582420" y="415511"/>
                </a:lnTo>
                <a:lnTo>
                  <a:pt x="583426" y="417550"/>
                </a:lnTo>
                <a:lnTo>
                  <a:pt x="584438" y="419577"/>
                </a:lnTo>
                <a:lnTo>
                  <a:pt x="585445" y="421594"/>
                </a:lnTo>
                <a:lnTo>
                  <a:pt x="586457" y="423599"/>
                </a:lnTo>
                <a:lnTo>
                  <a:pt x="587463" y="425593"/>
                </a:lnTo>
                <a:lnTo>
                  <a:pt x="588475" y="427575"/>
                </a:lnTo>
                <a:lnTo>
                  <a:pt x="589481" y="429546"/>
                </a:lnTo>
                <a:lnTo>
                  <a:pt x="590493" y="431506"/>
                </a:lnTo>
                <a:lnTo>
                  <a:pt x="591500" y="433454"/>
                </a:lnTo>
                <a:lnTo>
                  <a:pt x="592511" y="435390"/>
                </a:lnTo>
                <a:lnTo>
                  <a:pt x="593523" y="437315"/>
                </a:lnTo>
                <a:lnTo>
                  <a:pt x="594530" y="439228"/>
                </a:lnTo>
                <a:lnTo>
                  <a:pt x="595542" y="441129"/>
                </a:lnTo>
                <a:lnTo>
                  <a:pt x="596548" y="443016"/>
                </a:lnTo>
                <a:lnTo>
                  <a:pt x="597560" y="444896"/>
                </a:lnTo>
                <a:lnTo>
                  <a:pt x="598566" y="446760"/>
                </a:lnTo>
                <a:lnTo>
                  <a:pt x="599578" y="448619"/>
                </a:lnTo>
                <a:lnTo>
                  <a:pt x="600585" y="450456"/>
                </a:lnTo>
                <a:lnTo>
                  <a:pt x="601597" y="452288"/>
                </a:lnTo>
                <a:lnTo>
                  <a:pt x="602603" y="454104"/>
                </a:lnTo>
                <a:lnTo>
                  <a:pt x="603615" y="455914"/>
                </a:lnTo>
                <a:lnTo>
                  <a:pt x="604627" y="457704"/>
                </a:lnTo>
                <a:lnTo>
                  <a:pt x="605633" y="459488"/>
                </a:lnTo>
                <a:lnTo>
                  <a:pt x="606645" y="461256"/>
                </a:lnTo>
                <a:lnTo>
                  <a:pt x="607651" y="463013"/>
                </a:lnTo>
                <a:lnTo>
                  <a:pt x="608663" y="464760"/>
                </a:lnTo>
                <a:lnTo>
                  <a:pt x="609670" y="466496"/>
                </a:lnTo>
                <a:lnTo>
                  <a:pt x="610682" y="468216"/>
                </a:lnTo>
                <a:lnTo>
                  <a:pt x="611688" y="469925"/>
                </a:lnTo>
                <a:lnTo>
                  <a:pt x="612700" y="471619"/>
                </a:lnTo>
                <a:lnTo>
                  <a:pt x="613706" y="473302"/>
                </a:lnTo>
                <a:lnTo>
                  <a:pt x="614718" y="474974"/>
                </a:lnTo>
                <a:lnTo>
                  <a:pt x="615730" y="476635"/>
                </a:lnTo>
                <a:lnTo>
                  <a:pt x="616737" y="478281"/>
                </a:lnTo>
                <a:lnTo>
                  <a:pt x="617748" y="479921"/>
                </a:lnTo>
                <a:lnTo>
                  <a:pt x="618755" y="481540"/>
                </a:lnTo>
                <a:lnTo>
                  <a:pt x="619767" y="483154"/>
                </a:lnTo>
                <a:lnTo>
                  <a:pt x="620773" y="484751"/>
                </a:lnTo>
                <a:lnTo>
                  <a:pt x="621785" y="486338"/>
                </a:lnTo>
                <a:lnTo>
                  <a:pt x="622792" y="487909"/>
                </a:lnTo>
                <a:lnTo>
                  <a:pt x="623803" y="489470"/>
                </a:lnTo>
                <a:lnTo>
                  <a:pt x="624810" y="491019"/>
                </a:lnTo>
                <a:lnTo>
                  <a:pt x="625822" y="492558"/>
                </a:lnTo>
                <a:lnTo>
                  <a:pt x="626833" y="494081"/>
                </a:lnTo>
                <a:lnTo>
                  <a:pt x="627840" y="495594"/>
                </a:lnTo>
                <a:lnTo>
                  <a:pt x="628852" y="497095"/>
                </a:lnTo>
                <a:lnTo>
                  <a:pt x="629858" y="498581"/>
                </a:lnTo>
                <a:lnTo>
                  <a:pt x="630870" y="500056"/>
                </a:lnTo>
                <a:lnTo>
                  <a:pt x="631877" y="501521"/>
                </a:lnTo>
                <a:lnTo>
                  <a:pt x="632888" y="502969"/>
                </a:lnTo>
                <a:lnTo>
                  <a:pt x="633895" y="504407"/>
                </a:lnTo>
                <a:lnTo>
                  <a:pt x="634907" y="505834"/>
                </a:lnTo>
                <a:lnTo>
                  <a:pt x="635913" y="507251"/>
                </a:lnTo>
                <a:lnTo>
                  <a:pt x="636925" y="508652"/>
                </a:lnTo>
                <a:lnTo>
                  <a:pt x="637931" y="510041"/>
                </a:lnTo>
                <a:lnTo>
                  <a:pt x="638943" y="511421"/>
                </a:lnTo>
                <a:lnTo>
                  <a:pt x="639955" y="512789"/>
                </a:lnTo>
                <a:lnTo>
                  <a:pt x="640962" y="514142"/>
                </a:lnTo>
                <a:lnTo>
                  <a:pt x="641974" y="515484"/>
                </a:lnTo>
                <a:lnTo>
                  <a:pt x="642980" y="516815"/>
                </a:lnTo>
                <a:lnTo>
                  <a:pt x="643992" y="518136"/>
                </a:lnTo>
                <a:lnTo>
                  <a:pt x="644998" y="519441"/>
                </a:lnTo>
                <a:lnTo>
                  <a:pt x="646010" y="520735"/>
                </a:lnTo>
                <a:lnTo>
                  <a:pt x="647017" y="522018"/>
                </a:lnTo>
                <a:lnTo>
                  <a:pt x="648028" y="523291"/>
                </a:lnTo>
                <a:lnTo>
                  <a:pt x="649035" y="524548"/>
                </a:lnTo>
                <a:lnTo>
                  <a:pt x="650047" y="525794"/>
                </a:lnTo>
                <a:lnTo>
                  <a:pt x="651059" y="527029"/>
                </a:lnTo>
                <a:lnTo>
                  <a:pt x="652065" y="528254"/>
                </a:lnTo>
                <a:lnTo>
                  <a:pt x="653077" y="529468"/>
                </a:lnTo>
                <a:lnTo>
                  <a:pt x="654083" y="530672"/>
                </a:lnTo>
                <a:lnTo>
                  <a:pt x="655095" y="531860"/>
                </a:lnTo>
                <a:lnTo>
                  <a:pt x="656102" y="533036"/>
                </a:lnTo>
                <a:lnTo>
                  <a:pt x="657113" y="534203"/>
                </a:lnTo>
                <a:lnTo>
                  <a:pt x="658120" y="535358"/>
                </a:lnTo>
                <a:lnTo>
                  <a:pt x="659132" y="536503"/>
                </a:lnTo>
                <a:lnTo>
                  <a:pt x="660138" y="537638"/>
                </a:lnTo>
                <a:lnTo>
                  <a:pt x="661150" y="538761"/>
                </a:lnTo>
                <a:lnTo>
                  <a:pt x="662162" y="539869"/>
                </a:lnTo>
                <a:lnTo>
                  <a:pt x="663168" y="540971"/>
                </a:lnTo>
                <a:lnTo>
                  <a:pt x="664180" y="542058"/>
                </a:lnTo>
                <a:lnTo>
                  <a:pt x="665187" y="543133"/>
                </a:lnTo>
                <a:lnTo>
                  <a:pt x="666199" y="544198"/>
                </a:lnTo>
                <a:lnTo>
                  <a:pt x="667205" y="545258"/>
                </a:lnTo>
                <a:lnTo>
                  <a:pt x="668217" y="546302"/>
                </a:lnTo>
                <a:lnTo>
                  <a:pt x="669223" y="547335"/>
                </a:lnTo>
                <a:lnTo>
                  <a:pt x="670235" y="548358"/>
                </a:lnTo>
                <a:lnTo>
                  <a:pt x="671242" y="549369"/>
                </a:lnTo>
                <a:lnTo>
                  <a:pt x="672254" y="550371"/>
                </a:lnTo>
                <a:lnTo>
                  <a:pt x="673265" y="551361"/>
                </a:lnTo>
                <a:lnTo>
                  <a:pt x="674272" y="552341"/>
                </a:lnTo>
                <a:lnTo>
                  <a:pt x="675284" y="553315"/>
                </a:lnTo>
                <a:lnTo>
                  <a:pt x="676290" y="554274"/>
                </a:lnTo>
                <a:lnTo>
                  <a:pt x="677302" y="555222"/>
                </a:lnTo>
                <a:lnTo>
                  <a:pt x="678308" y="556165"/>
                </a:lnTo>
                <a:lnTo>
                  <a:pt x="679320" y="557091"/>
                </a:lnTo>
                <a:lnTo>
                  <a:pt x="680327" y="558007"/>
                </a:lnTo>
                <a:lnTo>
                  <a:pt x="681339" y="558918"/>
                </a:lnTo>
                <a:lnTo>
                  <a:pt x="682345" y="559818"/>
                </a:lnTo>
                <a:lnTo>
                  <a:pt x="683357" y="560707"/>
                </a:lnTo>
                <a:lnTo>
                  <a:pt x="684363" y="561586"/>
                </a:lnTo>
                <a:lnTo>
                  <a:pt x="685375" y="562454"/>
                </a:lnTo>
                <a:lnTo>
                  <a:pt x="686387" y="563311"/>
                </a:lnTo>
                <a:lnTo>
                  <a:pt x="687394" y="564163"/>
                </a:lnTo>
                <a:lnTo>
                  <a:pt x="688405" y="564999"/>
                </a:lnTo>
                <a:lnTo>
                  <a:pt x="689412" y="565830"/>
                </a:lnTo>
                <a:lnTo>
                  <a:pt x="690424" y="566650"/>
                </a:lnTo>
                <a:lnTo>
                  <a:pt x="691430" y="567465"/>
                </a:lnTo>
                <a:lnTo>
                  <a:pt x="692442" y="568264"/>
                </a:lnTo>
                <a:lnTo>
                  <a:pt x="693448" y="569057"/>
                </a:lnTo>
                <a:lnTo>
                  <a:pt x="694460" y="569840"/>
                </a:lnTo>
                <a:lnTo>
                  <a:pt x="695467" y="570618"/>
                </a:lnTo>
                <a:lnTo>
                  <a:pt x="696479" y="571379"/>
                </a:lnTo>
                <a:lnTo>
                  <a:pt x="697490" y="572135"/>
                </a:lnTo>
                <a:lnTo>
                  <a:pt x="698497" y="572881"/>
                </a:lnTo>
                <a:lnTo>
                  <a:pt x="699509" y="573621"/>
                </a:lnTo>
                <a:lnTo>
                  <a:pt x="700515" y="574351"/>
                </a:lnTo>
                <a:lnTo>
                  <a:pt x="701527" y="575070"/>
                </a:lnTo>
                <a:lnTo>
                  <a:pt x="702534" y="575783"/>
                </a:lnTo>
                <a:lnTo>
                  <a:pt x="703545" y="576486"/>
                </a:lnTo>
                <a:lnTo>
                  <a:pt x="704552" y="577178"/>
                </a:lnTo>
                <a:lnTo>
                  <a:pt x="705564" y="577865"/>
                </a:lnTo>
                <a:lnTo>
                  <a:pt x="706570" y="578542"/>
                </a:lnTo>
                <a:lnTo>
                  <a:pt x="707582" y="579213"/>
                </a:lnTo>
                <a:lnTo>
                  <a:pt x="708594" y="579873"/>
                </a:lnTo>
                <a:lnTo>
                  <a:pt x="709600" y="580528"/>
                </a:lnTo>
                <a:lnTo>
                  <a:pt x="710612" y="581172"/>
                </a:lnTo>
                <a:lnTo>
                  <a:pt x="711619" y="581806"/>
                </a:lnTo>
                <a:lnTo>
                  <a:pt x="712630" y="582435"/>
                </a:lnTo>
                <a:lnTo>
                  <a:pt x="713637" y="583058"/>
                </a:lnTo>
                <a:lnTo>
                  <a:pt x="714649" y="583670"/>
                </a:lnTo>
                <a:lnTo>
                  <a:pt x="715655" y="584272"/>
                </a:lnTo>
                <a:lnTo>
                  <a:pt x="716667" y="584868"/>
                </a:lnTo>
                <a:lnTo>
                  <a:pt x="717674" y="585459"/>
                </a:lnTo>
                <a:lnTo>
                  <a:pt x="718685" y="586040"/>
                </a:lnTo>
                <a:lnTo>
                  <a:pt x="719697" y="586615"/>
                </a:lnTo>
                <a:lnTo>
                  <a:pt x="720704" y="587179"/>
                </a:lnTo>
                <a:lnTo>
                  <a:pt x="721716" y="587739"/>
                </a:lnTo>
                <a:lnTo>
                  <a:pt x="722722" y="588292"/>
                </a:lnTo>
                <a:lnTo>
                  <a:pt x="723734" y="588836"/>
                </a:lnTo>
                <a:lnTo>
                  <a:pt x="724740" y="589374"/>
                </a:lnTo>
                <a:lnTo>
                  <a:pt x="725752" y="589906"/>
                </a:lnTo>
                <a:lnTo>
                  <a:pt x="726759" y="590428"/>
                </a:lnTo>
                <a:lnTo>
                  <a:pt x="727771" y="590944"/>
                </a:lnTo>
                <a:lnTo>
                  <a:pt x="728777" y="591450"/>
                </a:lnTo>
                <a:lnTo>
                  <a:pt x="729789" y="591956"/>
                </a:lnTo>
                <a:lnTo>
                  <a:pt x="730795" y="592452"/>
                </a:lnTo>
                <a:lnTo>
                  <a:pt x="731807" y="592941"/>
                </a:lnTo>
                <a:lnTo>
                  <a:pt x="732819" y="593421"/>
                </a:lnTo>
                <a:lnTo>
                  <a:pt x="733825" y="593895"/>
                </a:lnTo>
                <a:lnTo>
                  <a:pt x="734837" y="594363"/>
                </a:lnTo>
                <a:lnTo>
                  <a:pt x="735844" y="594827"/>
                </a:lnTo>
                <a:lnTo>
                  <a:pt x="736856" y="595285"/>
                </a:lnTo>
                <a:lnTo>
                  <a:pt x="737862" y="595732"/>
                </a:lnTo>
                <a:lnTo>
                  <a:pt x="738874" y="596179"/>
                </a:lnTo>
                <a:lnTo>
                  <a:pt x="739880" y="596616"/>
                </a:lnTo>
                <a:lnTo>
                  <a:pt x="740892" y="597047"/>
                </a:lnTo>
                <a:lnTo>
                  <a:pt x="741899" y="597473"/>
                </a:lnTo>
                <a:lnTo>
                  <a:pt x="742911" y="597889"/>
                </a:lnTo>
                <a:lnTo>
                  <a:pt x="743922" y="598304"/>
                </a:lnTo>
                <a:lnTo>
                  <a:pt x="744929" y="598709"/>
                </a:lnTo>
                <a:lnTo>
                  <a:pt x="745941" y="599114"/>
                </a:lnTo>
                <a:lnTo>
                  <a:pt x="746947" y="599508"/>
                </a:lnTo>
                <a:lnTo>
                  <a:pt x="747959" y="599896"/>
                </a:lnTo>
                <a:lnTo>
                  <a:pt x="748965" y="600280"/>
                </a:lnTo>
                <a:lnTo>
                  <a:pt x="749977" y="600658"/>
                </a:lnTo>
                <a:lnTo>
                  <a:pt x="750984" y="601031"/>
                </a:lnTo>
                <a:lnTo>
                  <a:pt x="751996" y="601403"/>
                </a:lnTo>
                <a:lnTo>
                  <a:pt x="753002" y="601766"/>
                </a:lnTo>
                <a:lnTo>
                  <a:pt x="754014" y="602122"/>
                </a:lnTo>
                <a:lnTo>
                  <a:pt x="755026" y="602474"/>
                </a:lnTo>
                <a:lnTo>
                  <a:pt x="756032" y="602820"/>
                </a:lnTo>
                <a:lnTo>
                  <a:pt x="757044" y="603161"/>
                </a:lnTo>
                <a:lnTo>
                  <a:pt x="758051" y="603496"/>
                </a:lnTo>
                <a:lnTo>
                  <a:pt x="759062" y="603827"/>
                </a:lnTo>
                <a:lnTo>
                  <a:pt x="760069" y="604157"/>
                </a:lnTo>
                <a:lnTo>
                  <a:pt x="761081" y="604476"/>
                </a:lnTo>
                <a:lnTo>
                  <a:pt x="762087" y="604790"/>
                </a:lnTo>
                <a:lnTo>
                  <a:pt x="763099" y="605105"/>
                </a:lnTo>
                <a:lnTo>
                  <a:pt x="764106" y="605414"/>
                </a:lnTo>
                <a:lnTo>
                  <a:pt x="765117" y="605712"/>
                </a:lnTo>
                <a:lnTo>
                  <a:pt x="766129" y="606010"/>
                </a:lnTo>
                <a:lnTo>
                  <a:pt x="767136" y="606303"/>
                </a:lnTo>
                <a:lnTo>
                  <a:pt x="768147" y="606596"/>
                </a:lnTo>
                <a:lnTo>
                  <a:pt x="769154" y="606878"/>
                </a:lnTo>
                <a:lnTo>
                  <a:pt x="770166" y="607155"/>
                </a:lnTo>
                <a:lnTo>
                  <a:pt x="771172" y="607432"/>
                </a:lnTo>
                <a:lnTo>
                  <a:pt x="772184" y="607703"/>
                </a:lnTo>
                <a:lnTo>
                  <a:pt x="773191" y="607970"/>
                </a:lnTo>
                <a:lnTo>
                  <a:pt x="774202" y="608236"/>
                </a:lnTo>
                <a:lnTo>
                  <a:pt x="775209" y="608492"/>
                </a:lnTo>
                <a:lnTo>
                  <a:pt x="776221" y="608747"/>
                </a:lnTo>
                <a:lnTo>
                  <a:pt x="777227" y="608997"/>
                </a:lnTo>
                <a:lnTo>
                  <a:pt x="778239" y="609242"/>
                </a:lnTo>
                <a:lnTo>
                  <a:pt x="779251" y="609487"/>
                </a:lnTo>
                <a:lnTo>
                  <a:pt x="780257" y="609727"/>
                </a:lnTo>
                <a:lnTo>
                  <a:pt x="781269" y="609961"/>
                </a:lnTo>
                <a:lnTo>
                  <a:pt x="782276" y="610190"/>
                </a:lnTo>
                <a:lnTo>
                  <a:pt x="783288" y="610419"/>
                </a:lnTo>
                <a:lnTo>
                  <a:pt x="784294" y="610643"/>
                </a:lnTo>
                <a:lnTo>
                  <a:pt x="785306" y="610861"/>
                </a:lnTo>
                <a:lnTo>
                  <a:pt x="786312" y="611080"/>
                </a:lnTo>
                <a:lnTo>
                  <a:pt x="787324" y="611293"/>
                </a:lnTo>
                <a:lnTo>
                  <a:pt x="788331" y="611500"/>
                </a:lnTo>
                <a:lnTo>
                  <a:pt x="789342" y="611708"/>
                </a:lnTo>
                <a:lnTo>
                  <a:pt x="790354" y="611910"/>
                </a:lnTo>
                <a:lnTo>
                  <a:pt x="791361" y="612107"/>
                </a:lnTo>
                <a:lnTo>
                  <a:pt x="792373" y="612305"/>
                </a:lnTo>
                <a:lnTo>
                  <a:pt x="793379" y="612496"/>
                </a:lnTo>
                <a:lnTo>
                  <a:pt x="794391" y="612688"/>
                </a:lnTo>
                <a:lnTo>
                  <a:pt x="795397" y="612874"/>
                </a:lnTo>
                <a:lnTo>
                  <a:pt x="796409" y="613055"/>
                </a:lnTo>
                <a:lnTo>
                  <a:pt x="797416" y="613236"/>
                </a:lnTo>
                <a:lnTo>
                  <a:pt x="798428" y="613412"/>
                </a:lnTo>
                <a:lnTo>
                  <a:pt x="799434" y="613588"/>
                </a:lnTo>
                <a:lnTo>
                  <a:pt x="800446" y="613758"/>
                </a:lnTo>
                <a:lnTo>
                  <a:pt x="801458" y="613923"/>
                </a:lnTo>
                <a:lnTo>
                  <a:pt x="802464" y="614094"/>
                </a:lnTo>
                <a:lnTo>
                  <a:pt x="803476" y="614254"/>
                </a:lnTo>
                <a:lnTo>
                  <a:pt x="804482" y="614413"/>
                </a:lnTo>
                <a:lnTo>
                  <a:pt x="805494" y="614573"/>
                </a:lnTo>
                <a:lnTo>
                  <a:pt x="806501" y="614722"/>
                </a:lnTo>
                <a:lnTo>
                  <a:pt x="807513" y="614877"/>
                </a:lnTo>
                <a:lnTo>
                  <a:pt x="808519" y="615026"/>
                </a:lnTo>
                <a:lnTo>
                  <a:pt x="809531" y="615170"/>
                </a:lnTo>
                <a:lnTo>
                  <a:pt x="810537" y="615313"/>
                </a:lnTo>
                <a:lnTo>
                  <a:pt x="811549" y="615457"/>
                </a:lnTo>
                <a:lnTo>
                  <a:pt x="812561" y="615596"/>
                </a:lnTo>
                <a:lnTo>
                  <a:pt x="813568" y="615734"/>
                </a:lnTo>
                <a:lnTo>
                  <a:pt x="814579" y="615867"/>
                </a:lnTo>
                <a:lnTo>
                  <a:pt x="815586" y="615995"/>
                </a:lnTo>
                <a:lnTo>
                  <a:pt x="816598" y="616128"/>
                </a:lnTo>
                <a:lnTo>
                  <a:pt x="817604" y="616256"/>
                </a:lnTo>
                <a:lnTo>
                  <a:pt x="818616" y="616378"/>
                </a:lnTo>
                <a:lnTo>
                  <a:pt x="819623" y="616501"/>
                </a:lnTo>
                <a:lnTo>
                  <a:pt x="820634" y="616623"/>
                </a:lnTo>
                <a:lnTo>
                  <a:pt x="821641" y="616741"/>
                </a:lnTo>
                <a:lnTo>
                  <a:pt x="822653" y="616852"/>
                </a:lnTo>
                <a:lnTo>
                  <a:pt x="823664" y="616970"/>
                </a:lnTo>
                <a:lnTo>
                  <a:pt x="824671" y="617081"/>
                </a:lnTo>
                <a:lnTo>
                  <a:pt x="825683" y="617188"/>
                </a:lnTo>
                <a:lnTo>
                  <a:pt x="826689" y="617300"/>
                </a:lnTo>
                <a:lnTo>
                  <a:pt x="827701" y="617406"/>
                </a:lnTo>
                <a:lnTo>
                  <a:pt x="828708" y="617507"/>
                </a:lnTo>
                <a:lnTo>
                  <a:pt x="829719" y="617609"/>
                </a:lnTo>
                <a:lnTo>
                  <a:pt x="830726" y="617710"/>
                </a:lnTo>
                <a:lnTo>
                  <a:pt x="831738" y="617806"/>
                </a:lnTo>
                <a:lnTo>
                  <a:pt x="832744" y="617907"/>
                </a:lnTo>
                <a:lnTo>
                  <a:pt x="833756" y="617997"/>
                </a:lnTo>
                <a:lnTo>
                  <a:pt x="834763" y="618093"/>
                </a:lnTo>
                <a:lnTo>
                  <a:pt x="835774" y="618184"/>
                </a:lnTo>
                <a:lnTo>
                  <a:pt x="836786" y="618274"/>
                </a:lnTo>
                <a:lnTo>
                  <a:pt x="837793" y="618359"/>
                </a:lnTo>
                <a:lnTo>
                  <a:pt x="838805" y="618445"/>
                </a:lnTo>
                <a:lnTo>
                  <a:pt x="839811" y="618530"/>
                </a:lnTo>
                <a:lnTo>
                  <a:pt x="840823" y="618615"/>
                </a:lnTo>
                <a:lnTo>
                  <a:pt x="841829" y="618695"/>
                </a:lnTo>
                <a:lnTo>
                  <a:pt x="842841" y="618775"/>
                </a:lnTo>
                <a:lnTo>
                  <a:pt x="843848" y="618855"/>
                </a:lnTo>
                <a:lnTo>
                  <a:pt x="844859" y="618929"/>
                </a:lnTo>
                <a:lnTo>
                  <a:pt x="845866" y="619004"/>
                </a:lnTo>
                <a:lnTo>
                  <a:pt x="846878" y="619078"/>
                </a:lnTo>
                <a:lnTo>
                  <a:pt x="847890" y="619153"/>
                </a:lnTo>
                <a:lnTo>
                  <a:pt x="848896" y="619222"/>
                </a:lnTo>
                <a:lnTo>
                  <a:pt x="849908" y="619291"/>
                </a:lnTo>
                <a:lnTo>
                  <a:pt x="850914" y="619361"/>
                </a:lnTo>
                <a:lnTo>
                  <a:pt x="851926" y="619425"/>
                </a:lnTo>
                <a:lnTo>
                  <a:pt x="852933" y="619494"/>
                </a:lnTo>
                <a:lnTo>
                  <a:pt x="853945" y="619558"/>
                </a:lnTo>
                <a:lnTo>
                  <a:pt x="854951" y="619622"/>
                </a:lnTo>
                <a:lnTo>
                  <a:pt x="855963" y="619680"/>
                </a:lnTo>
                <a:lnTo>
                  <a:pt x="856969" y="619744"/>
                </a:lnTo>
                <a:lnTo>
                  <a:pt x="857981" y="619803"/>
                </a:lnTo>
                <a:lnTo>
                  <a:pt x="858993" y="619861"/>
                </a:lnTo>
                <a:lnTo>
                  <a:pt x="859999" y="619920"/>
                </a:lnTo>
                <a:lnTo>
                  <a:pt x="861011" y="619973"/>
                </a:lnTo>
                <a:lnTo>
                  <a:pt x="862018" y="620026"/>
                </a:lnTo>
                <a:lnTo>
                  <a:pt x="863030" y="620085"/>
                </a:lnTo>
                <a:lnTo>
                  <a:pt x="864036" y="620133"/>
                </a:lnTo>
                <a:lnTo>
                  <a:pt x="865048" y="620186"/>
                </a:lnTo>
                <a:lnTo>
                  <a:pt x="866054" y="620239"/>
                </a:lnTo>
                <a:lnTo>
                  <a:pt x="867066" y="620287"/>
                </a:lnTo>
                <a:lnTo>
                  <a:pt x="868073" y="620335"/>
                </a:lnTo>
                <a:lnTo>
                  <a:pt x="869085" y="620383"/>
                </a:lnTo>
                <a:lnTo>
                  <a:pt x="870096" y="620431"/>
                </a:lnTo>
                <a:lnTo>
                  <a:pt x="871103" y="620474"/>
                </a:lnTo>
                <a:lnTo>
                  <a:pt x="872115" y="620522"/>
                </a:lnTo>
                <a:lnTo>
                  <a:pt x="873121" y="620564"/>
                </a:lnTo>
                <a:lnTo>
                  <a:pt x="874133" y="620607"/>
                </a:lnTo>
                <a:lnTo>
                  <a:pt x="875140" y="620649"/>
                </a:lnTo>
                <a:lnTo>
                  <a:pt x="876151" y="620692"/>
                </a:lnTo>
                <a:lnTo>
                  <a:pt x="877158" y="620729"/>
                </a:lnTo>
                <a:lnTo>
                  <a:pt x="878170" y="620772"/>
                </a:lnTo>
                <a:lnTo>
                  <a:pt x="879176" y="620809"/>
                </a:lnTo>
                <a:lnTo>
                  <a:pt x="880188" y="620846"/>
                </a:lnTo>
                <a:lnTo>
                  <a:pt x="881195" y="620884"/>
                </a:lnTo>
                <a:lnTo>
                  <a:pt x="882206" y="620921"/>
                </a:lnTo>
                <a:lnTo>
                  <a:pt x="883218" y="620958"/>
                </a:lnTo>
                <a:lnTo>
                  <a:pt x="884225" y="620990"/>
                </a:lnTo>
                <a:lnTo>
                  <a:pt x="885236" y="621027"/>
                </a:lnTo>
                <a:lnTo>
                  <a:pt x="886243" y="621059"/>
                </a:lnTo>
                <a:lnTo>
                  <a:pt x="887255" y="621091"/>
                </a:lnTo>
                <a:lnTo>
                  <a:pt x="888261" y="621123"/>
                </a:lnTo>
                <a:lnTo>
                  <a:pt x="889273" y="621155"/>
                </a:lnTo>
                <a:lnTo>
                  <a:pt x="890280" y="621187"/>
                </a:lnTo>
                <a:lnTo>
                  <a:pt x="891291" y="621214"/>
                </a:lnTo>
                <a:lnTo>
                  <a:pt x="892298" y="621246"/>
                </a:lnTo>
                <a:lnTo>
                  <a:pt x="893310" y="621272"/>
                </a:lnTo>
                <a:lnTo>
                  <a:pt x="894322" y="621304"/>
                </a:lnTo>
                <a:lnTo>
                  <a:pt x="895328" y="621331"/>
                </a:lnTo>
                <a:lnTo>
                  <a:pt x="896340" y="621358"/>
                </a:lnTo>
                <a:lnTo>
                  <a:pt x="897346" y="621384"/>
                </a:lnTo>
                <a:lnTo>
                  <a:pt x="898358" y="621411"/>
                </a:lnTo>
                <a:lnTo>
                  <a:pt x="899365" y="621432"/>
                </a:lnTo>
                <a:lnTo>
                  <a:pt x="900376" y="621459"/>
                </a:lnTo>
                <a:lnTo>
                  <a:pt x="901383" y="621480"/>
                </a:lnTo>
                <a:lnTo>
                  <a:pt x="902395" y="621507"/>
                </a:lnTo>
                <a:lnTo>
                  <a:pt x="903401" y="621528"/>
                </a:lnTo>
                <a:lnTo>
                  <a:pt x="904413" y="621549"/>
                </a:lnTo>
                <a:lnTo>
                  <a:pt x="905425" y="621576"/>
                </a:lnTo>
                <a:lnTo>
                  <a:pt x="906431" y="621597"/>
                </a:lnTo>
                <a:lnTo>
                  <a:pt x="907443" y="621619"/>
                </a:lnTo>
                <a:lnTo>
                  <a:pt x="908450" y="621640"/>
                </a:lnTo>
                <a:lnTo>
                  <a:pt x="909462" y="621656"/>
                </a:lnTo>
                <a:lnTo>
                  <a:pt x="910468" y="621677"/>
                </a:lnTo>
                <a:lnTo>
                  <a:pt x="911480" y="621698"/>
                </a:lnTo>
                <a:lnTo>
                  <a:pt x="912486" y="621714"/>
                </a:lnTo>
                <a:lnTo>
                  <a:pt x="913498" y="621736"/>
                </a:lnTo>
                <a:lnTo>
                  <a:pt x="914505" y="621752"/>
                </a:lnTo>
                <a:lnTo>
                  <a:pt x="915517" y="621768"/>
                </a:lnTo>
                <a:lnTo>
                  <a:pt x="916528" y="621789"/>
                </a:lnTo>
                <a:lnTo>
                  <a:pt x="917535" y="621805"/>
                </a:lnTo>
                <a:lnTo>
                  <a:pt x="918547" y="621821"/>
                </a:lnTo>
                <a:lnTo>
                  <a:pt x="919553" y="621837"/>
                </a:lnTo>
                <a:lnTo>
                  <a:pt x="920565" y="621853"/>
                </a:lnTo>
                <a:lnTo>
                  <a:pt x="921571" y="621869"/>
                </a:lnTo>
                <a:lnTo>
                  <a:pt x="922583" y="621885"/>
                </a:lnTo>
                <a:lnTo>
                  <a:pt x="923590" y="621896"/>
                </a:lnTo>
                <a:lnTo>
                  <a:pt x="924602" y="621911"/>
                </a:lnTo>
                <a:lnTo>
                  <a:pt x="925608" y="621927"/>
                </a:lnTo>
                <a:lnTo>
                  <a:pt x="926620" y="621938"/>
                </a:lnTo>
                <a:lnTo>
                  <a:pt x="927626" y="621954"/>
                </a:lnTo>
                <a:lnTo>
                  <a:pt x="928638" y="621965"/>
                </a:lnTo>
                <a:lnTo>
                  <a:pt x="929650" y="621981"/>
                </a:lnTo>
                <a:lnTo>
                  <a:pt x="930657" y="621991"/>
                </a:lnTo>
                <a:lnTo>
                  <a:pt x="931668" y="622002"/>
                </a:lnTo>
                <a:lnTo>
                  <a:pt x="932675" y="622018"/>
                </a:lnTo>
                <a:lnTo>
                  <a:pt x="933687" y="622029"/>
                </a:lnTo>
                <a:lnTo>
                  <a:pt x="934693" y="622039"/>
                </a:lnTo>
                <a:lnTo>
                  <a:pt x="935705" y="622050"/>
                </a:lnTo>
                <a:lnTo>
                  <a:pt x="936712" y="622061"/>
                </a:lnTo>
                <a:lnTo>
                  <a:pt x="937723" y="622071"/>
                </a:lnTo>
                <a:lnTo>
                  <a:pt x="938730" y="622082"/>
                </a:lnTo>
                <a:lnTo>
                  <a:pt x="939742" y="622093"/>
                </a:lnTo>
                <a:lnTo>
                  <a:pt x="940753" y="622103"/>
                </a:lnTo>
                <a:lnTo>
                  <a:pt x="941760" y="622114"/>
                </a:lnTo>
                <a:lnTo>
                  <a:pt x="942772" y="622119"/>
                </a:lnTo>
                <a:lnTo>
                  <a:pt x="943778" y="622130"/>
                </a:lnTo>
                <a:lnTo>
                  <a:pt x="944790" y="622141"/>
                </a:lnTo>
                <a:lnTo>
                  <a:pt x="945797" y="622146"/>
                </a:lnTo>
                <a:lnTo>
                  <a:pt x="946808" y="622156"/>
                </a:lnTo>
                <a:lnTo>
                  <a:pt x="947815" y="622167"/>
                </a:lnTo>
                <a:lnTo>
                  <a:pt x="948827" y="622172"/>
                </a:lnTo>
                <a:lnTo>
                  <a:pt x="949833" y="622183"/>
                </a:lnTo>
                <a:lnTo>
                  <a:pt x="950845" y="622188"/>
                </a:lnTo>
                <a:lnTo>
                  <a:pt x="951857" y="622194"/>
                </a:lnTo>
                <a:lnTo>
                  <a:pt x="952863" y="622204"/>
                </a:lnTo>
                <a:lnTo>
                  <a:pt x="953875" y="622210"/>
                </a:lnTo>
                <a:lnTo>
                  <a:pt x="954882" y="622215"/>
                </a:lnTo>
                <a:lnTo>
                  <a:pt x="955893" y="622226"/>
                </a:lnTo>
                <a:lnTo>
                  <a:pt x="956900" y="622231"/>
                </a:lnTo>
                <a:lnTo>
                  <a:pt x="957912" y="622236"/>
                </a:lnTo>
                <a:lnTo>
                  <a:pt x="958918" y="622242"/>
                </a:lnTo>
                <a:lnTo>
                  <a:pt x="959930" y="622252"/>
                </a:lnTo>
                <a:lnTo>
                  <a:pt x="960937" y="622258"/>
                </a:lnTo>
                <a:lnTo>
                  <a:pt x="961948" y="622263"/>
                </a:lnTo>
                <a:lnTo>
                  <a:pt x="962960" y="622268"/>
                </a:lnTo>
                <a:lnTo>
                  <a:pt x="963967" y="622274"/>
                </a:lnTo>
                <a:lnTo>
                  <a:pt x="964978" y="622279"/>
                </a:lnTo>
                <a:lnTo>
                  <a:pt x="965985" y="622284"/>
                </a:lnTo>
                <a:lnTo>
                  <a:pt x="966997" y="622290"/>
                </a:lnTo>
                <a:lnTo>
                  <a:pt x="968003" y="622295"/>
                </a:lnTo>
                <a:lnTo>
                  <a:pt x="969015" y="622300"/>
                </a:lnTo>
                <a:lnTo>
                  <a:pt x="970022" y="622306"/>
                </a:lnTo>
                <a:lnTo>
                  <a:pt x="971034" y="622311"/>
                </a:lnTo>
                <a:lnTo>
                  <a:pt x="972040" y="622316"/>
                </a:lnTo>
                <a:lnTo>
                  <a:pt x="973052" y="622316"/>
                </a:lnTo>
                <a:lnTo>
                  <a:pt x="974058" y="622322"/>
                </a:lnTo>
                <a:lnTo>
                  <a:pt x="975070" y="622327"/>
                </a:lnTo>
                <a:lnTo>
                  <a:pt x="976082" y="622332"/>
                </a:lnTo>
                <a:lnTo>
                  <a:pt x="977088" y="622338"/>
                </a:lnTo>
                <a:lnTo>
                  <a:pt x="978100" y="622338"/>
                </a:lnTo>
                <a:lnTo>
                  <a:pt x="979107" y="622343"/>
                </a:lnTo>
                <a:lnTo>
                  <a:pt x="980118" y="622348"/>
                </a:lnTo>
                <a:lnTo>
                  <a:pt x="981125" y="622348"/>
                </a:lnTo>
                <a:lnTo>
                  <a:pt x="982137" y="622353"/>
                </a:lnTo>
                <a:lnTo>
                  <a:pt x="983143" y="622359"/>
                </a:lnTo>
                <a:lnTo>
                  <a:pt x="984155" y="622359"/>
                </a:lnTo>
                <a:lnTo>
                  <a:pt x="985162" y="622364"/>
                </a:lnTo>
                <a:lnTo>
                  <a:pt x="986174" y="622369"/>
                </a:lnTo>
                <a:lnTo>
                  <a:pt x="987185" y="622369"/>
                </a:lnTo>
                <a:lnTo>
                  <a:pt x="988192" y="622375"/>
                </a:lnTo>
                <a:lnTo>
                  <a:pt x="989204" y="622375"/>
                </a:lnTo>
                <a:lnTo>
                  <a:pt x="990210" y="622380"/>
                </a:lnTo>
                <a:lnTo>
                  <a:pt x="991222" y="622380"/>
                </a:lnTo>
                <a:lnTo>
                  <a:pt x="992229" y="622385"/>
                </a:lnTo>
                <a:lnTo>
                  <a:pt x="993240" y="622391"/>
                </a:lnTo>
                <a:lnTo>
                  <a:pt x="994247" y="622391"/>
                </a:lnTo>
                <a:lnTo>
                  <a:pt x="995259" y="622391"/>
                </a:lnTo>
                <a:lnTo>
                  <a:pt x="996265" y="622396"/>
                </a:lnTo>
                <a:lnTo>
                  <a:pt x="997277" y="622396"/>
                </a:lnTo>
                <a:lnTo>
                  <a:pt x="998289" y="622401"/>
                </a:lnTo>
                <a:lnTo>
                  <a:pt x="999295" y="622401"/>
                </a:lnTo>
                <a:lnTo>
                  <a:pt x="1000307" y="622407"/>
                </a:lnTo>
                <a:lnTo>
                  <a:pt x="1001313" y="622407"/>
                </a:lnTo>
                <a:lnTo>
                  <a:pt x="1002325" y="622407"/>
                </a:lnTo>
                <a:lnTo>
                  <a:pt x="1003332" y="622412"/>
                </a:lnTo>
                <a:lnTo>
                  <a:pt x="1004344" y="622412"/>
                </a:lnTo>
                <a:lnTo>
                  <a:pt x="1005350" y="622417"/>
                </a:lnTo>
                <a:lnTo>
                  <a:pt x="1006362" y="622417"/>
                </a:lnTo>
                <a:lnTo>
                  <a:pt x="1007369" y="622417"/>
                </a:lnTo>
                <a:lnTo>
                  <a:pt x="1008380" y="622423"/>
                </a:lnTo>
              </a:path>
            </a:pathLst>
          </a:custGeom>
          <a:noFill/>
          <a:ln w="17018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336D45A5-229E-31CD-90EA-3551D5BED18C}"/>
              </a:ext>
            </a:extLst>
          </p:cNvPr>
          <p:cNvGrpSpPr/>
          <p:nvPr/>
        </p:nvGrpSpPr>
        <p:grpSpPr>
          <a:xfrm>
            <a:off x="4511498" y="3951939"/>
            <a:ext cx="1278089" cy="852059"/>
            <a:chOff x="4511498" y="3951939"/>
            <a:chExt cx="1278089" cy="852059"/>
          </a:xfrm>
        </p:grpSpPr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5E8A77C8-B1B1-2F3B-97E1-CA37667FB708}"/>
                </a:ext>
              </a:extLst>
            </p:cNvPr>
            <p:cNvSpPr/>
            <p:nvPr/>
          </p:nvSpPr>
          <p:spPr>
            <a:xfrm>
              <a:off x="4511498" y="3951939"/>
              <a:ext cx="1278089" cy="852059"/>
            </a:xfrm>
            <a:custGeom>
              <a:avLst/>
              <a:gdLst>
                <a:gd name="csX0" fmla="*/ 0 w 1278089"/>
                <a:gd name="csY0" fmla="*/ 852059 h 852059"/>
                <a:gd name="csX1" fmla="*/ 1278089 w 1278089"/>
                <a:gd name="csY1" fmla="*/ 852059 h 852059"/>
                <a:gd name="csX2" fmla="*/ 1278089 w 1278089"/>
                <a:gd name="csY2" fmla="*/ 0 h 852059"/>
                <a:gd name="csX3" fmla="*/ 0 w 1278089"/>
                <a:gd name="csY3" fmla="*/ 0 h 852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8089" h="852059">
                  <a:moveTo>
                    <a:pt x="0" y="852059"/>
                  </a:moveTo>
                  <a:lnTo>
                    <a:pt x="1278089" y="852059"/>
                  </a:lnTo>
                  <a:lnTo>
                    <a:pt x="1278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E491EF54-A922-4F56-C86F-E69ACE9D3FC1}"/>
                </a:ext>
              </a:extLst>
            </p:cNvPr>
            <p:cNvSpPr/>
            <p:nvPr/>
          </p:nvSpPr>
          <p:spPr>
            <a:xfrm>
              <a:off x="4841339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DEBB1647-FE6B-EF5A-6B9E-7300AA91CA76}"/>
                </a:ext>
              </a:extLst>
            </p:cNvPr>
            <p:cNvSpPr/>
            <p:nvPr/>
          </p:nvSpPr>
          <p:spPr>
            <a:xfrm>
              <a:off x="5103940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DC26D87D-CE41-3735-E353-DDA62CEE556D}"/>
                </a:ext>
              </a:extLst>
            </p:cNvPr>
            <p:cNvSpPr/>
            <p:nvPr/>
          </p:nvSpPr>
          <p:spPr>
            <a:xfrm>
              <a:off x="5366539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3174A5E8-5C99-E08F-9D6B-1B6CBF80D604}"/>
                </a:ext>
              </a:extLst>
            </p:cNvPr>
            <p:cNvSpPr/>
            <p:nvPr/>
          </p:nvSpPr>
          <p:spPr>
            <a:xfrm>
              <a:off x="5629138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E1362B5C-891D-25BA-5896-C50B73C305F8}"/>
                </a:ext>
              </a:extLst>
            </p:cNvPr>
            <p:cNvSpPr/>
            <p:nvPr/>
          </p:nvSpPr>
          <p:spPr>
            <a:xfrm>
              <a:off x="4695544" y="466450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00002F9A-6AEA-DF89-9232-9C33F17BEA8C}"/>
                </a:ext>
              </a:extLst>
            </p:cNvPr>
            <p:cNvSpPr/>
            <p:nvPr/>
          </p:nvSpPr>
          <p:spPr>
            <a:xfrm>
              <a:off x="4695544" y="448975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5FBC4170-2F5E-FB81-E71C-5FEAF567FBA3}"/>
                </a:ext>
              </a:extLst>
            </p:cNvPr>
            <p:cNvSpPr/>
            <p:nvPr/>
          </p:nvSpPr>
          <p:spPr>
            <a:xfrm>
              <a:off x="4695544" y="431501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49994978-6A83-4FAE-7F03-4D8534C7BDD3}"/>
                </a:ext>
              </a:extLst>
            </p:cNvPr>
            <p:cNvSpPr/>
            <p:nvPr/>
          </p:nvSpPr>
          <p:spPr>
            <a:xfrm>
              <a:off x="4695544" y="4140269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C20E64C6-E800-5FCD-5EB0-52A4B02E35A8}"/>
                </a:ext>
              </a:extLst>
            </p:cNvPr>
            <p:cNvSpPr/>
            <p:nvPr/>
          </p:nvSpPr>
          <p:spPr>
            <a:xfrm>
              <a:off x="4695544" y="468452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1249AB90-2C13-839F-FA24-7C4DE90EB02E}"/>
                </a:ext>
              </a:extLst>
            </p:cNvPr>
            <p:cNvSpPr/>
            <p:nvPr/>
          </p:nvSpPr>
          <p:spPr>
            <a:xfrm>
              <a:off x="4841339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3B46613F-C9A9-312D-9F04-55544460B4FF}"/>
                </a:ext>
              </a:extLst>
            </p:cNvPr>
            <p:cNvSpPr/>
            <p:nvPr/>
          </p:nvSpPr>
          <p:spPr>
            <a:xfrm>
              <a:off x="5103940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3FFC95F9-9217-5852-BDF1-A8F91DFF5C50}"/>
                </a:ext>
              </a:extLst>
            </p:cNvPr>
            <p:cNvSpPr/>
            <p:nvPr/>
          </p:nvSpPr>
          <p:spPr>
            <a:xfrm>
              <a:off x="5366539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851988F1-7E48-924B-CA61-F4E819DDF70E}"/>
                </a:ext>
              </a:extLst>
            </p:cNvPr>
            <p:cNvSpPr/>
            <p:nvPr/>
          </p:nvSpPr>
          <p:spPr>
            <a:xfrm>
              <a:off x="5629138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AD72543A-F319-3E88-9824-E7B0DEAC992B}"/>
                </a:ext>
              </a:extLst>
            </p:cNvPr>
            <p:cNvSpPr/>
            <p:nvPr/>
          </p:nvSpPr>
          <p:spPr>
            <a:xfrm>
              <a:off x="4813047" y="4719329"/>
              <a:ext cx="27656" cy="3669"/>
            </a:xfrm>
            <a:custGeom>
              <a:avLst/>
              <a:gdLst>
                <a:gd name="csX0" fmla="*/ 0 w 27656"/>
                <a:gd name="csY0" fmla="*/ 0 h 3669"/>
                <a:gd name="csX1" fmla="*/ 27656 w 27656"/>
                <a:gd name="csY1" fmla="*/ 0 h 3669"/>
                <a:gd name="csX2" fmla="*/ 27656 w 27656"/>
                <a:gd name="csY2" fmla="*/ 3669 h 3669"/>
                <a:gd name="csX3" fmla="*/ 0 w 27656"/>
                <a:gd name="csY3" fmla="*/ 3669 h 3669"/>
                <a:gd name="csX4" fmla="*/ 0 w 27656"/>
                <a:gd name="csY4" fmla="*/ 0 h 3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656" h="3669">
                  <a:moveTo>
                    <a:pt x="0" y="0"/>
                  </a:moveTo>
                  <a:lnTo>
                    <a:pt x="27656" y="0"/>
                  </a:lnTo>
                  <a:lnTo>
                    <a:pt x="27656" y="3669"/>
                  </a:lnTo>
                  <a:lnTo>
                    <a:pt x="0" y="3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B8774923-F8E4-8D78-7F3A-4FD9A28AC701}"/>
                </a:ext>
              </a:extLst>
            </p:cNvPr>
            <p:cNvSpPr/>
            <p:nvPr/>
          </p:nvSpPr>
          <p:spPr>
            <a:xfrm>
              <a:off x="4848793" y="4702805"/>
              <a:ext cx="20838" cy="32830"/>
            </a:xfrm>
            <a:custGeom>
              <a:avLst/>
              <a:gdLst>
                <a:gd name="csX0" fmla="*/ 1359 w 20838"/>
                <a:gd name="csY0" fmla="*/ 0 h 32830"/>
                <a:gd name="csX1" fmla="*/ 18466 w 20838"/>
                <a:gd name="csY1" fmla="*/ 0 h 32830"/>
                <a:gd name="csX2" fmla="*/ 18466 w 20838"/>
                <a:gd name="csY2" fmla="*/ 3669 h 32830"/>
                <a:gd name="csX3" fmla="*/ 5350 w 20838"/>
                <a:gd name="csY3" fmla="*/ 3669 h 32830"/>
                <a:gd name="csX4" fmla="*/ 5350 w 20838"/>
                <a:gd name="csY4" fmla="*/ 11561 h 32830"/>
                <a:gd name="csX5" fmla="*/ 7248 w 20838"/>
                <a:gd name="csY5" fmla="*/ 11087 h 32830"/>
                <a:gd name="csX6" fmla="*/ 9146 w 20838"/>
                <a:gd name="csY6" fmla="*/ 10917 h 32830"/>
                <a:gd name="csX7" fmla="*/ 17689 w 20838"/>
                <a:gd name="csY7" fmla="*/ 13873 h 32830"/>
                <a:gd name="csX8" fmla="*/ 20839 w 20838"/>
                <a:gd name="csY8" fmla="*/ 21877 h 32830"/>
                <a:gd name="csX9" fmla="*/ 17603 w 20838"/>
                <a:gd name="csY9" fmla="*/ 29966 h 32830"/>
                <a:gd name="csX10" fmla="*/ 8478 w 20838"/>
                <a:gd name="csY10" fmla="*/ 32831 h 32830"/>
                <a:gd name="csX11" fmla="*/ 4336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2 w 20838"/>
                <a:gd name="csY14" fmla="*/ 28651 h 32830"/>
                <a:gd name="csX15" fmla="*/ 8392 w 20838"/>
                <a:gd name="csY15" fmla="*/ 29167 h 32830"/>
                <a:gd name="csX16" fmla="*/ 14302 w 20838"/>
                <a:gd name="csY16" fmla="*/ 27202 h 32830"/>
                <a:gd name="csX17" fmla="*/ 16481 w 20838"/>
                <a:gd name="csY17" fmla="*/ 21877 h 32830"/>
                <a:gd name="csX18" fmla="*/ 14302 w 20838"/>
                <a:gd name="csY18" fmla="*/ 16546 h 32830"/>
                <a:gd name="csX19" fmla="*/ 8392 w 20838"/>
                <a:gd name="csY19" fmla="*/ 14581 h 32830"/>
                <a:gd name="csX20" fmla="*/ 4897 w 20838"/>
                <a:gd name="csY20" fmla="*/ 14970 h 32830"/>
                <a:gd name="csX21" fmla="*/ 1359 w 20838"/>
                <a:gd name="csY21" fmla="*/ 16178 h 32830"/>
                <a:gd name="csX22" fmla="*/ 1359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9" y="0"/>
                  </a:moveTo>
                  <a:lnTo>
                    <a:pt x="18466" y="0"/>
                  </a:lnTo>
                  <a:lnTo>
                    <a:pt x="18466" y="3669"/>
                  </a:lnTo>
                  <a:lnTo>
                    <a:pt x="5350" y="3669"/>
                  </a:lnTo>
                  <a:lnTo>
                    <a:pt x="5350" y="11561"/>
                  </a:lnTo>
                  <a:cubicBezTo>
                    <a:pt x="5982" y="11348"/>
                    <a:pt x="6615" y="11190"/>
                    <a:pt x="7248" y="11087"/>
                  </a:cubicBezTo>
                  <a:cubicBezTo>
                    <a:pt x="7881" y="10974"/>
                    <a:pt x="8514" y="10917"/>
                    <a:pt x="9146" y="10917"/>
                  </a:cubicBezTo>
                  <a:cubicBezTo>
                    <a:pt x="12742" y="10917"/>
                    <a:pt x="15590" y="11902"/>
                    <a:pt x="17689" y="13873"/>
                  </a:cubicBezTo>
                  <a:cubicBezTo>
                    <a:pt x="19789" y="15843"/>
                    <a:pt x="20839" y="18511"/>
                    <a:pt x="20839" y="21877"/>
                  </a:cubicBezTo>
                  <a:cubicBezTo>
                    <a:pt x="20839" y="25342"/>
                    <a:pt x="19760" y="28038"/>
                    <a:pt x="17603" y="29966"/>
                  </a:cubicBezTo>
                  <a:cubicBezTo>
                    <a:pt x="15446" y="31876"/>
                    <a:pt x="12404" y="32831"/>
                    <a:pt x="8478" y="32831"/>
                  </a:cubicBezTo>
                  <a:cubicBezTo>
                    <a:pt x="7126" y="32831"/>
                    <a:pt x="5745" y="32717"/>
                    <a:pt x="4336" y="32490"/>
                  </a:cubicBezTo>
                  <a:cubicBezTo>
                    <a:pt x="2941" y="32259"/>
                    <a:pt x="1496" y="31913"/>
                    <a:pt x="0" y="31452"/>
                  </a:cubicBezTo>
                  <a:lnTo>
                    <a:pt x="0" y="27074"/>
                  </a:lnTo>
                  <a:cubicBezTo>
                    <a:pt x="1294" y="27777"/>
                    <a:pt x="2631" y="28303"/>
                    <a:pt x="4012" y="28651"/>
                  </a:cubicBezTo>
                  <a:cubicBezTo>
                    <a:pt x="5393" y="28995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2"/>
                  </a:cubicBezTo>
                  <a:cubicBezTo>
                    <a:pt x="15755" y="25896"/>
                    <a:pt x="16481" y="24120"/>
                    <a:pt x="16481" y="21877"/>
                  </a:cubicBezTo>
                  <a:cubicBezTo>
                    <a:pt x="16481" y="19633"/>
                    <a:pt x="15755" y="17856"/>
                    <a:pt x="14302" y="16546"/>
                  </a:cubicBezTo>
                  <a:cubicBezTo>
                    <a:pt x="12850" y="15236"/>
                    <a:pt x="10880" y="14581"/>
                    <a:pt x="8392" y="14581"/>
                  </a:cubicBezTo>
                  <a:cubicBezTo>
                    <a:pt x="7227" y="14581"/>
                    <a:pt x="6062" y="14710"/>
                    <a:pt x="4897" y="14970"/>
                  </a:cubicBezTo>
                  <a:cubicBezTo>
                    <a:pt x="3746" y="15229"/>
                    <a:pt x="2567" y="15632"/>
                    <a:pt x="1359" y="16178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1F2CCB22-07B2-9BCD-2F52-8CC10CB7E406}"/>
                </a:ext>
              </a:extLst>
            </p:cNvPr>
            <p:cNvSpPr/>
            <p:nvPr/>
          </p:nvSpPr>
          <p:spPr>
            <a:xfrm>
              <a:off x="5092804" y="4702224"/>
              <a:ext cx="22265" cy="33411"/>
            </a:xfrm>
            <a:custGeom>
              <a:avLst/>
              <a:gdLst>
                <a:gd name="csX0" fmla="*/ 11135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5 w 22265"/>
                <a:gd name="csY4" fmla="*/ 29961 h 33411"/>
                <a:gd name="csX5" fmla="*/ 16205 w 22265"/>
                <a:gd name="csY5" fmla="*/ 26664 h 33411"/>
                <a:gd name="csX6" fmla="*/ 17909 w 22265"/>
                <a:gd name="csY6" fmla="*/ 16716 h 33411"/>
                <a:gd name="csX7" fmla="*/ 16205 w 22265"/>
                <a:gd name="csY7" fmla="*/ 6774 h 33411"/>
                <a:gd name="csX8" fmla="*/ 11135 w 22265"/>
                <a:gd name="csY8" fmla="*/ 3451 h 33411"/>
                <a:gd name="csX9" fmla="*/ 11135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5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5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5" y="3451"/>
                  </a:moveTo>
                  <a:cubicBezTo>
                    <a:pt x="8892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2" y="29961"/>
                    <a:pt x="11135" y="29961"/>
                  </a:cubicBezTo>
                  <a:cubicBezTo>
                    <a:pt x="13393" y="29961"/>
                    <a:pt x="15083" y="28862"/>
                    <a:pt x="16205" y="26664"/>
                  </a:cubicBezTo>
                  <a:cubicBezTo>
                    <a:pt x="17341" y="24449"/>
                    <a:pt x="17909" y="21133"/>
                    <a:pt x="17909" y="16716"/>
                  </a:cubicBezTo>
                  <a:cubicBezTo>
                    <a:pt x="17909" y="12286"/>
                    <a:pt x="17341" y="8971"/>
                    <a:pt x="16205" y="6774"/>
                  </a:cubicBezTo>
                  <a:cubicBezTo>
                    <a:pt x="15083" y="4558"/>
                    <a:pt x="13393" y="3451"/>
                    <a:pt x="11135" y="3451"/>
                  </a:cubicBezTo>
                  <a:moveTo>
                    <a:pt x="11135" y="0"/>
                  </a:moveTo>
                  <a:cubicBezTo>
                    <a:pt x="14742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2" y="33411"/>
                    <a:pt x="11135" y="33411"/>
                  </a:cubicBezTo>
                  <a:cubicBezTo>
                    <a:pt x="7525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5" y="0"/>
                    <a:pt x="11135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5FD86413-95C8-13AC-00D7-B644C0D3107D}"/>
                </a:ext>
              </a:extLst>
            </p:cNvPr>
            <p:cNvSpPr/>
            <p:nvPr/>
          </p:nvSpPr>
          <p:spPr>
            <a:xfrm>
              <a:off x="5356117" y="4702805"/>
              <a:ext cx="20838" cy="32830"/>
            </a:xfrm>
            <a:custGeom>
              <a:avLst/>
              <a:gdLst>
                <a:gd name="csX0" fmla="*/ 1358 w 20838"/>
                <a:gd name="csY0" fmla="*/ 0 h 32830"/>
                <a:gd name="csX1" fmla="*/ 18468 w 20838"/>
                <a:gd name="csY1" fmla="*/ 0 h 32830"/>
                <a:gd name="csX2" fmla="*/ 18468 w 20838"/>
                <a:gd name="csY2" fmla="*/ 3669 h 32830"/>
                <a:gd name="csX3" fmla="*/ 5352 w 20838"/>
                <a:gd name="csY3" fmla="*/ 3669 h 32830"/>
                <a:gd name="csX4" fmla="*/ 5352 w 20838"/>
                <a:gd name="csY4" fmla="*/ 11561 h 32830"/>
                <a:gd name="csX5" fmla="*/ 7248 w 20838"/>
                <a:gd name="csY5" fmla="*/ 11087 h 32830"/>
                <a:gd name="csX6" fmla="*/ 9149 w 20838"/>
                <a:gd name="csY6" fmla="*/ 10917 h 32830"/>
                <a:gd name="csX7" fmla="*/ 17691 w 20838"/>
                <a:gd name="csY7" fmla="*/ 13873 h 32830"/>
                <a:gd name="csX8" fmla="*/ 20838 w 20838"/>
                <a:gd name="csY8" fmla="*/ 21877 h 32830"/>
                <a:gd name="csX9" fmla="*/ 17606 w 20838"/>
                <a:gd name="csY9" fmla="*/ 29966 h 32830"/>
                <a:gd name="csX10" fmla="*/ 8478 w 20838"/>
                <a:gd name="csY10" fmla="*/ 32831 h 32830"/>
                <a:gd name="csX11" fmla="*/ 4335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5 w 20838"/>
                <a:gd name="csY14" fmla="*/ 28651 h 32830"/>
                <a:gd name="csX15" fmla="*/ 8393 w 20838"/>
                <a:gd name="csY15" fmla="*/ 29167 h 32830"/>
                <a:gd name="csX16" fmla="*/ 14304 w 20838"/>
                <a:gd name="csY16" fmla="*/ 27202 h 32830"/>
                <a:gd name="csX17" fmla="*/ 16482 w 20838"/>
                <a:gd name="csY17" fmla="*/ 21877 h 32830"/>
                <a:gd name="csX18" fmla="*/ 14304 w 20838"/>
                <a:gd name="csY18" fmla="*/ 16546 h 32830"/>
                <a:gd name="csX19" fmla="*/ 8393 w 20838"/>
                <a:gd name="csY19" fmla="*/ 14581 h 32830"/>
                <a:gd name="csX20" fmla="*/ 4899 w 20838"/>
                <a:gd name="csY20" fmla="*/ 14970 h 32830"/>
                <a:gd name="csX21" fmla="*/ 1358 w 20838"/>
                <a:gd name="csY21" fmla="*/ 16178 h 32830"/>
                <a:gd name="csX22" fmla="*/ 1358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8" y="0"/>
                  </a:moveTo>
                  <a:lnTo>
                    <a:pt x="18468" y="0"/>
                  </a:lnTo>
                  <a:lnTo>
                    <a:pt x="18468" y="3669"/>
                  </a:lnTo>
                  <a:lnTo>
                    <a:pt x="5352" y="3669"/>
                  </a:lnTo>
                  <a:lnTo>
                    <a:pt x="5352" y="11561"/>
                  </a:lnTo>
                  <a:cubicBezTo>
                    <a:pt x="5984" y="11348"/>
                    <a:pt x="6616" y="11190"/>
                    <a:pt x="7248" y="11087"/>
                  </a:cubicBezTo>
                  <a:cubicBezTo>
                    <a:pt x="7880" y="10974"/>
                    <a:pt x="8514" y="10917"/>
                    <a:pt x="9149" y="10917"/>
                  </a:cubicBezTo>
                  <a:cubicBezTo>
                    <a:pt x="12742" y="10917"/>
                    <a:pt x="15589" y="11902"/>
                    <a:pt x="17691" y="13873"/>
                  </a:cubicBezTo>
                  <a:cubicBezTo>
                    <a:pt x="19789" y="15843"/>
                    <a:pt x="20838" y="18511"/>
                    <a:pt x="20838" y="21877"/>
                  </a:cubicBezTo>
                  <a:cubicBezTo>
                    <a:pt x="20838" y="25342"/>
                    <a:pt x="19761" y="28038"/>
                    <a:pt x="17606" y="29966"/>
                  </a:cubicBezTo>
                  <a:cubicBezTo>
                    <a:pt x="15447" y="31876"/>
                    <a:pt x="12405" y="32831"/>
                    <a:pt x="8478" y="32831"/>
                  </a:cubicBezTo>
                  <a:cubicBezTo>
                    <a:pt x="7125" y="32831"/>
                    <a:pt x="5744" y="32717"/>
                    <a:pt x="4335" y="32490"/>
                  </a:cubicBezTo>
                  <a:cubicBezTo>
                    <a:pt x="2940" y="32259"/>
                    <a:pt x="1495" y="31913"/>
                    <a:pt x="0" y="31452"/>
                  </a:cubicBezTo>
                  <a:lnTo>
                    <a:pt x="0" y="27074"/>
                  </a:lnTo>
                  <a:cubicBezTo>
                    <a:pt x="1296" y="27777"/>
                    <a:pt x="2634" y="28303"/>
                    <a:pt x="4015" y="28651"/>
                  </a:cubicBezTo>
                  <a:cubicBezTo>
                    <a:pt x="5393" y="28995"/>
                    <a:pt x="6852" y="29167"/>
                    <a:pt x="8393" y="29167"/>
                  </a:cubicBezTo>
                  <a:cubicBezTo>
                    <a:pt x="10882" y="29167"/>
                    <a:pt x="12852" y="28512"/>
                    <a:pt x="14304" y="27202"/>
                  </a:cubicBezTo>
                  <a:cubicBezTo>
                    <a:pt x="15756" y="25896"/>
                    <a:pt x="16482" y="24120"/>
                    <a:pt x="16482" y="21877"/>
                  </a:cubicBezTo>
                  <a:cubicBezTo>
                    <a:pt x="16482" y="19633"/>
                    <a:pt x="15756" y="17856"/>
                    <a:pt x="14304" y="16546"/>
                  </a:cubicBezTo>
                  <a:cubicBezTo>
                    <a:pt x="12852" y="15236"/>
                    <a:pt x="10882" y="14581"/>
                    <a:pt x="8393" y="14581"/>
                  </a:cubicBezTo>
                  <a:cubicBezTo>
                    <a:pt x="7228" y="14581"/>
                    <a:pt x="6064" y="14710"/>
                    <a:pt x="4899" y="14970"/>
                  </a:cubicBezTo>
                  <a:cubicBezTo>
                    <a:pt x="3749" y="15229"/>
                    <a:pt x="2569" y="15632"/>
                    <a:pt x="1358" y="16178"/>
                  </a:cubicBezTo>
                  <a:lnTo>
                    <a:pt x="1358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9728E5E7-5A3A-8FED-56A7-AA4A09A6E601}"/>
                </a:ext>
              </a:extLst>
            </p:cNvPr>
            <p:cNvSpPr/>
            <p:nvPr/>
          </p:nvSpPr>
          <p:spPr>
            <a:xfrm>
              <a:off x="5604919" y="4702805"/>
              <a:ext cx="19181" cy="32207"/>
            </a:xfrm>
            <a:custGeom>
              <a:avLst/>
              <a:gdLst>
                <a:gd name="csX0" fmla="*/ 628 w 19181"/>
                <a:gd name="csY0" fmla="*/ 28539 h 32207"/>
                <a:gd name="csX1" fmla="*/ 7748 w 19181"/>
                <a:gd name="csY1" fmla="*/ 28539 h 32207"/>
                <a:gd name="csX2" fmla="*/ 7748 w 19181"/>
                <a:gd name="csY2" fmla="*/ 3967 h 32207"/>
                <a:gd name="csX3" fmla="*/ 0 w 19181"/>
                <a:gd name="csY3" fmla="*/ 5522 h 32207"/>
                <a:gd name="csX4" fmla="*/ 0 w 19181"/>
                <a:gd name="csY4" fmla="*/ 1555 h 32207"/>
                <a:gd name="csX5" fmla="*/ 7706 w 19181"/>
                <a:gd name="csY5" fmla="*/ 0 h 32207"/>
                <a:gd name="csX6" fmla="*/ 12062 w 19181"/>
                <a:gd name="csY6" fmla="*/ 0 h 32207"/>
                <a:gd name="csX7" fmla="*/ 12062 w 19181"/>
                <a:gd name="csY7" fmla="*/ 28539 h 32207"/>
                <a:gd name="csX8" fmla="*/ 19182 w 19181"/>
                <a:gd name="csY8" fmla="*/ 28539 h 32207"/>
                <a:gd name="csX9" fmla="*/ 19182 w 19181"/>
                <a:gd name="csY9" fmla="*/ 32208 h 32207"/>
                <a:gd name="csX10" fmla="*/ 628 w 19181"/>
                <a:gd name="csY10" fmla="*/ 32208 h 32207"/>
                <a:gd name="csX11" fmla="*/ 628 w 19181"/>
                <a:gd name="csY11" fmla="*/ 28539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81" h="32207">
                  <a:moveTo>
                    <a:pt x="628" y="28539"/>
                  </a:moveTo>
                  <a:lnTo>
                    <a:pt x="7748" y="28539"/>
                  </a:lnTo>
                  <a:lnTo>
                    <a:pt x="7748" y="3967"/>
                  </a:lnTo>
                  <a:lnTo>
                    <a:pt x="0" y="5522"/>
                  </a:lnTo>
                  <a:lnTo>
                    <a:pt x="0" y="1555"/>
                  </a:lnTo>
                  <a:lnTo>
                    <a:pt x="7706" y="0"/>
                  </a:lnTo>
                  <a:lnTo>
                    <a:pt x="12062" y="0"/>
                  </a:lnTo>
                  <a:lnTo>
                    <a:pt x="12062" y="28539"/>
                  </a:lnTo>
                  <a:lnTo>
                    <a:pt x="19182" y="28539"/>
                  </a:lnTo>
                  <a:lnTo>
                    <a:pt x="19182" y="32208"/>
                  </a:lnTo>
                  <a:lnTo>
                    <a:pt x="628" y="32208"/>
                  </a:lnTo>
                  <a:lnTo>
                    <a:pt x="628" y="28539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B4C882F2-4C14-9EE0-1562-E3AA6AFCB2FD}"/>
                </a:ext>
              </a:extLst>
            </p:cNvPr>
            <p:cNvSpPr/>
            <p:nvPr/>
          </p:nvSpPr>
          <p:spPr>
            <a:xfrm>
              <a:off x="5631088" y="4702224"/>
              <a:ext cx="22265" cy="33411"/>
            </a:xfrm>
            <a:custGeom>
              <a:avLst/>
              <a:gdLst>
                <a:gd name="csX0" fmla="*/ 11130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0 w 22265"/>
                <a:gd name="csY4" fmla="*/ 29961 h 33411"/>
                <a:gd name="csX5" fmla="*/ 16200 w 22265"/>
                <a:gd name="csY5" fmla="*/ 26664 h 33411"/>
                <a:gd name="csX6" fmla="*/ 17904 w 22265"/>
                <a:gd name="csY6" fmla="*/ 16716 h 33411"/>
                <a:gd name="csX7" fmla="*/ 16200 w 22265"/>
                <a:gd name="csY7" fmla="*/ 6774 h 33411"/>
                <a:gd name="csX8" fmla="*/ 11130 w 22265"/>
                <a:gd name="csY8" fmla="*/ 3451 h 33411"/>
                <a:gd name="csX9" fmla="*/ 11130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0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0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0" y="3451"/>
                  </a:moveTo>
                  <a:cubicBezTo>
                    <a:pt x="8890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0" y="29961"/>
                    <a:pt x="11130" y="29961"/>
                  </a:cubicBezTo>
                  <a:cubicBezTo>
                    <a:pt x="13388" y="29961"/>
                    <a:pt x="15078" y="28862"/>
                    <a:pt x="16200" y="26664"/>
                  </a:cubicBezTo>
                  <a:cubicBezTo>
                    <a:pt x="17336" y="24449"/>
                    <a:pt x="17904" y="21133"/>
                    <a:pt x="17904" y="16716"/>
                  </a:cubicBezTo>
                  <a:cubicBezTo>
                    <a:pt x="17904" y="12286"/>
                    <a:pt x="17336" y="8971"/>
                    <a:pt x="16200" y="6774"/>
                  </a:cubicBezTo>
                  <a:cubicBezTo>
                    <a:pt x="15078" y="4558"/>
                    <a:pt x="13388" y="3451"/>
                    <a:pt x="11130" y="3451"/>
                  </a:cubicBezTo>
                  <a:moveTo>
                    <a:pt x="11130" y="0"/>
                  </a:moveTo>
                  <a:cubicBezTo>
                    <a:pt x="14741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1" y="33411"/>
                    <a:pt x="11130" y="33411"/>
                  </a:cubicBezTo>
                  <a:cubicBezTo>
                    <a:pt x="7523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3" y="0"/>
                    <a:pt x="11130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63C5999F-6920-D2B9-C7DA-3ADA8EE1EFBB}"/>
                </a:ext>
              </a:extLst>
            </p:cNvPr>
            <p:cNvSpPr/>
            <p:nvPr/>
          </p:nvSpPr>
          <p:spPr>
            <a:xfrm>
              <a:off x="5215522" y="4762417"/>
              <a:ext cx="25444" cy="23149"/>
            </a:xfrm>
            <a:custGeom>
              <a:avLst/>
              <a:gdLst>
                <a:gd name="csX0" fmla="*/ 25445 w 25444"/>
                <a:gd name="csY0" fmla="*/ 3366 h 23149"/>
                <a:gd name="csX1" fmla="*/ 24571 w 25444"/>
                <a:gd name="csY1" fmla="*/ 5560 h 23149"/>
                <a:gd name="csX2" fmla="*/ 22697 w 25444"/>
                <a:gd name="csY2" fmla="*/ 6337 h 23149"/>
                <a:gd name="csX3" fmla="*/ 21254 w 25444"/>
                <a:gd name="csY3" fmla="*/ 5789 h 23149"/>
                <a:gd name="csX4" fmla="*/ 20753 w 25444"/>
                <a:gd name="csY4" fmla="*/ 4537 h 23149"/>
                <a:gd name="csX5" fmla="*/ 21451 w 25444"/>
                <a:gd name="csY5" fmla="*/ 2769 h 23149"/>
                <a:gd name="csX6" fmla="*/ 23197 w 25444"/>
                <a:gd name="csY6" fmla="*/ 1768 h 23149"/>
                <a:gd name="csX7" fmla="*/ 20652 w 25444"/>
                <a:gd name="csY7" fmla="*/ 1124 h 23149"/>
                <a:gd name="csX8" fmla="*/ 18783 w 25444"/>
                <a:gd name="csY8" fmla="*/ 1646 h 23149"/>
                <a:gd name="csX9" fmla="*/ 17409 w 25444"/>
                <a:gd name="csY9" fmla="*/ 2844 h 23149"/>
                <a:gd name="csX10" fmla="*/ 16461 w 25444"/>
                <a:gd name="csY10" fmla="*/ 4489 h 23149"/>
                <a:gd name="csX11" fmla="*/ 15864 w 25444"/>
                <a:gd name="csY11" fmla="*/ 6012 h 23149"/>
                <a:gd name="csX12" fmla="*/ 15587 w 25444"/>
                <a:gd name="csY12" fmla="*/ 7157 h 23149"/>
                <a:gd name="csX13" fmla="*/ 13841 w 25444"/>
                <a:gd name="csY13" fmla="*/ 14144 h 23149"/>
                <a:gd name="csX14" fmla="*/ 12994 w 25444"/>
                <a:gd name="csY14" fmla="*/ 18633 h 23149"/>
                <a:gd name="csX15" fmla="*/ 13692 w 25444"/>
                <a:gd name="csY15" fmla="*/ 21056 h 23149"/>
                <a:gd name="csX16" fmla="*/ 15790 w 25444"/>
                <a:gd name="csY16" fmla="*/ 22004 h 23149"/>
                <a:gd name="csX17" fmla="*/ 16961 w 25444"/>
                <a:gd name="csY17" fmla="*/ 21850 h 23149"/>
                <a:gd name="csX18" fmla="*/ 18383 w 25444"/>
                <a:gd name="csY18" fmla="*/ 21227 h 23149"/>
                <a:gd name="csX19" fmla="*/ 19927 w 25444"/>
                <a:gd name="csY19" fmla="*/ 20055 h 23149"/>
                <a:gd name="csX20" fmla="*/ 21403 w 25444"/>
                <a:gd name="csY20" fmla="*/ 18112 h 23149"/>
                <a:gd name="csX21" fmla="*/ 22601 w 25444"/>
                <a:gd name="csY21" fmla="*/ 15316 h 23149"/>
                <a:gd name="csX22" fmla="*/ 23251 w 25444"/>
                <a:gd name="csY22" fmla="*/ 14767 h 23149"/>
                <a:gd name="csX23" fmla="*/ 23874 w 25444"/>
                <a:gd name="csY23" fmla="*/ 15268 h 23149"/>
                <a:gd name="csX24" fmla="*/ 23522 w 25444"/>
                <a:gd name="csY24" fmla="*/ 16588 h 23149"/>
                <a:gd name="csX25" fmla="*/ 22473 w 25444"/>
                <a:gd name="csY25" fmla="*/ 18607 h 23149"/>
                <a:gd name="csX26" fmla="*/ 20854 w 25444"/>
                <a:gd name="csY26" fmla="*/ 20753 h 23149"/>
                <a:gd name="csX27" fmla="*/ 18559 w 25444"/>
                <a:gd name="csY27" fmla="*/ 22452 h 23149"/>
                <a:gd name="csX28" fmla="*/ 15689 w 25444"/>
                <a:gd name="csY28" fmla="*/ 23149 h 23149"/>
                <a:gd name="csX29" fmla="*/ 12121 w 25444"/>
                <a:gd name="csY29" fmla="*/ 22004 h 23149"/>
                <a:gd name="csX30" fmla="*/ 10177 w 25444"/>
                <a:gd name="csY30" fmla="*/ 19256 h 23149"/>
                <a:gd name="csX31" fmla="*/ 9879 w 25444"/>
                <a:gd name="csY31" fmla="*/ 19784 h 23149"/>
                <a:gd name="csX32" fmla="*/ 9176 w 25444"/>
                <a:gd name="csY32" fmla="*/ 20753 h 23149"/>
                <a:gd name="csX33" fmla="*/ 8105 w 25444"/>
                <a:gd name="csY33" fmla="*/ 21903 h 23149"/>
                <a:gd name="csX34" fmla="*/ 6635 w 25444"/>
                <a:gd name="csY34" fmla="*/ 22750 h 23149"/>
                <a:gd name="csX35" fmla="*/ 4814 w 25444"/>
                <a:gd name="csY35" fmla="*/ 23149 h 23149"/>
                <a:gd name="csX36" fmla="*/ 2540 w 25444"/>
                <a:gd name="csY36" fmla="*/ 22798 h 23149"/>
                <a:gd name="csX37" fmla="*/ 746 w 25444"/>
                <a:gd name="csY37" fmla="*/ 21653 h 23149"/>
                <a:gd name="csX38" fmla="*/ 0 w 25444"/>
                <a:gd name="csY38" fmla="*/ 19757 h 23149"/>
                <a:gd name="csX39" fmla="*/ 820 w 25444"/>
                <a:gd name="csY39" fmla="*/ 17686 h 23149"/>
                <a:gd name="csX40" fmla="*/ 2817 w 25444"/>
                <a:gd name="csY40" fmla="*/ 16812 h 23149"/>
                <a:gd name="csX41" fmla="*/ 4117 w 25444"/>
                <a:gd name="csY41" fmla="*/ 17238 h 23149"/>
                <a:gd name="csX42" fmla="*/ 4713 w 25444"/>
                <a:gd name="csY42" fmla="*/ 18585 h 23149"/>
                <a:gd name="csX43" fmla="*/ 4015 w 25444"/>
                <a:gd name="csY43" fmla="*/ 20380 h 23149"/>
                <a:gd name="csX44" fmla="*/ 2317 w 25444"/>
                <a:gd name="csY44" fmla="*/ 21355 h 23149"/>
                <a:gd name="csX45" fmla="*/ 4862 w 25444"/>
                <a:gd name="csY45" fmla="*/ 22004 h 23149"/>
                <a:gd name="csX46" fmla="*/ 7807 w 25444"/>
                <a:gd name="csY46" fmla="*/ 20556 h 23149"/>
                <a:gd name="csX47" fmla="*/ 9729 w 25444"/>
                <a:gd name="csY47" fmla="*/ 16690 h 23149"/>
                <a:gd name="csX48" fmla="*/ 11870 w 25444"/>
                <a:gd name="csY48" fmla="*/ 8281 h 23149"/>
                <a:gd name="csX49" fmla="*/ 12472 w 25444"/>
                <a:gd name="csY49" fmla="*/ 4537 h 23149"/>
                <a:gd name="csX50" fmla="*/ 12195 w 25444"/>
                <a:gd name="csY50" fmla="*/ 2769 h 23149"/>
                <a:gd name="csX51" fmla="*/ 11450 w 25444"/>
                <a:gd name="csY51" fmla="*/ 1720 h 23149"/>
                <a:gd name="csX52" fmla="*/ 10576 w 25444"/>
                <a:gd name="csY52" fmla="*/ 1246 h 23149"/>
                <a:gd name="csX53" fmla="*/ 9729 w 25444"/>
                <a:gd name="csY53" fmla="*/ 1124 h 23149"/>
                <a:gd name="csX54" fmla="*/ 8132 w 25444"/>
                <a:gd name="csY54" fmla="*/ 1422 h 23149"/>
                <a:gd name="csX55" fmla="*/ 6311 w 25444"/>
                <a:gd name="csY55" fmla="*/ 2418 h 23149"/>
                <a:gd name="csX56" fmla="*/ 4415 w 25444"/>
                <a:gd name="csY56" fmla="*/ 4489 h 23149"/>
                <a:gd name="csX57" fmla="*/ 2865 w 25444"/>
                <a:gd name="csY57" fmla="*/ 7807 h 23149"/>
                <a:gd name="csX58" fmla="*/ 2194 w 25444"/>
                <a:gd name="csY58" fmla="*/ 8382 h 23149"/>
                <a:gd name="csX59" fmla="*/ 1592 w 25444"/>
                <a:gd name="csY59" fmla="*/ 7855 h 23149"/>
                <a:gd name="csX60" fmla="*/ 1917 w 25444"/>
                <a:gd name="csY60" fmla="*/ 6561 h 23149"/>
                <a:gd name="csX61" fmla="*/ 2966 w 25444"/>
                <a:gd name="csY61" fmla="*/ 4537 h 23149"/>
                <a:gd name="csX62" fmla="*/ 4612 w 25444"/>
                <a:gd name="csY62" fmla="*/ 2418 h 23149"/>
                <a:gd name="csX63" fmla="*/ 6934 w 25444"/>
                <a:gd name="csY63" fmla="*/ 698 h 23149"/>
                <a:gd name="csX64" fmla="*/ 9825 w 25444"/>
                <a:gd name="csY64" fmla="*/ 0 h 23149"/>
                <a:gd name="csX65" fmla="*/ 11151 w 25444"/>
                <a:gd name="csY65" fmla="*/ 149 h 23149"/>
                <a:gd name="csX66" fmla="*/ 12621 w 25444"/>
                <a:gd name="csY66" fmla="*/ 650 h 23149"/>
                <a:gd name="csX67" fmla="*/ 14165 w 25444"/>
                <a:gd name="csY67" fmla="*/ 1843 h 23149"/>
                <a:gd name="csX68" fmla="*/ 15342 w 25444"/>
                <a:gd name="csY68" fmla="*/ 3866 h 23149"/>
                <a:gd name="csX69" fmla="*/ 16040 w 25444"/>
                <a:gd name="csY69" fmla="*/ 2743 h 23149"/>
                <a:gd name="csX70" fmla="*/ 17110 w 25444"/>
                <a:gd name="csY70" fmla="*/ 1523 h 23149"/>
                <a:gd name="csX71" fmla="*/ 18708 w 25444"/>
                <a:gd name="csY71" fmla="*/ 421 h 23149"/>
                <a:gd name="csX72" fmla="*/ 20705 w 25444"/>
                <a:gd name="csY72" fmla="*/ 0 h 23149"/>
                <a:gd name="csX73" fmla="*/ 22723 w 25444"/>
                <a:gd name="csY73" fmla="*/ 272 h 23149"/>
                <a:gd name="csX74" fmla="*/ 24571 w 25444"/>
                <a:gd name="csY74" fmla="*/ 1347 h 23149"/>
                <a:gd name="csX75" fmla="*/ 25445 w 25444"/>
                <a:gd name="csY75" fmla="*/ 3366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5444" h="23149">
                  <a:moveTo>
                    <a:pt x="25445" y="3366"/>
                  </a:moveTo>
                  <a:cubicBezTo>
                    <a:pt x="25445" y="4299"/>
                    <a:pt x="25153" y="5031"/>
                    <a:pt x="24571" y="5560"/>
                  </a:cubicBezTo>
                  <a:cubicBezTo>
                    <a:pt x="23989" y="6078"/>
                    <a:pt x="23364" y="6337"/>
                    <a:pt x="22697" y="6337"/>
                  </a:cubicBezTo>
                  <a:cubicBezTo>
                    <a:pt x="22065" y="6337"/>
                    <a:pt x="21584" y="6154"/>
                    <a:pt x="21254" y="5789"/>
                  </a:cubicBezTo>
                  <a:cubicBezTo>
                    <a:pt x="20920" y="5423"/>
                    <a:pt x="20753" y="5006"/>
                    <a:pt x="20753" y="4537"/>
                  </a:cubicBezTo>
                  <a:cubicBezTo>
                    <a:pt x="20753" y="3905"/>
                    <a:pt x="20985" y="3316"/>
                    <a:pt x="21451" y="2769"/>
                  </a:cubicBezTo>
                  <a:cubicBezTo>
                    <a:pt x="21916" y="2219"/>
                    <a:pt x="22498" y="1885"/>
                    <a:pt x="23197" y="1768"/>
                  </a:cubicBezTo>
                  <a:cubicBezTo>
                    <a:pt x="22516" y="1338"/>
                    <a:pt x="21667" y="1124"/>
                    <a:pt x="20652" y="1124"/>
                  </a:cubicBezTo>
                  <a:cubicBezTo>
                    <a:pt x="19988" y="1124"/>
                    <a:pt x="19365" y="1298"/>
                    <a:pt x="18783" y="1646"/>
                  </a:cubicBezTo>
                  <a:cubicBezTo>
                    <a:pt x="18218" y="1993"/>
                    <a:pt x="17760" y="2393"/>
                    <a:pt x="17409" y="2844"/>
                  </a:cubicBezTo>
                  <a:cubicBezTo>
                    <a:pt x="17078" y="3291"/>
                    <a:pt x="16763" y="3840"/>
                    <a:pt x="16461" y="4489"/>
                  </a:cubicBezTo>
                  <a:cubicBezTo>
                    <a:pt x="16180" y="5121"/>
                    <a:pt x="15981" y="5629"/>
                    <a:pt x="15864" y="6012"/>
                  </a:cubicBezTo>
                  <a:cubicBezTo>
                    <a:pt x="15765" y="6378"/>
                    <a:pt x="15673" y="6760"/>
                    <a:pt x="15587" y="7157"/>
                  </a:cubicBezTo>
                  <a:lnTo>
                    <a:pt x="13841" y="14144"/>
                  </a:lnTo>
                  <a:cubicBezTo>
                    <a:pt x="13276" y="16356"/>
                    <a:pt x="12994" y="17852"/>
                    <a:pt x="12994" y="18633"/>
                  </a:cubicBezTo>
                  <a:cubicBezTo>
                    <a:pt x="12994" y="19599"/>
                    <a:pt x="13226" y="20407"/>
                    <a:pt x="13692" y="21056"/>
                  </a:cubicBezTo>
                  <a:cubicBezTo>
                    <a:pt x="14160" y="21688"/>
                    <a:pt x="14860" y="22004"/>
                    <a:pt x="15790" y="22004"/>
                  </a:cubicBezTo>
                  <a:cubicBezTo>
                    <a:pt x="16155" y="22004"/>
                    <a:pt x="16546" y="21953"/>
                    <a:pt x="16961" y="21850"/>
                  </a:cubicBezTo>
                  <a:cubicBezTo>
                    <a:pt x="17377" y="21736"/>
                    <a:pt x="17851" y="21529"/>
                    <a:pt x="18383" y="21227"/>
                  </a:cubicBezTo>
                  <a:cubicBezTo>
                    <a:pt x="18933" y="20911"/>
                    <a:pt x="19448" y="20520"/>
                    <a:pt x="19927" y="20055"/>
                  </a:cubicBezTo>
                  <a:cubicBezTo>
                    <a:pt x="20428" y="19572"/>
                    <a:pt x="20920" y="18925"/>
                    <a:pt x="21403" y="18112"/>
                  </a:cubicBezTo>
                  <a:cubicBezTo>
                    <a:pt x="21886" y="17295"/>
                    <a:pt x="22285" y="16363"/>
                    <a:pt x="22601" y="15316"/>
                  </a:cubicBezTo>
                  <a:cubicBezTo>
                    <a:pt x="22700" y="14950"/>
                    <a:pt x="22917" y="14767"/>
                    <a:pt x="23251" y="14767"/>
                  </a:cubicBezTo>
                  <a:cubicBezTo>
                    <a:pt x="23666" y="14767"/>
                    <a:pt x="23874" y="14934"/>
                    <a:pt x="23874" y="15268"/>
                  </a:cubicBezTo>
                  <a:cubicBezTo>
                    <a:pt x="23874" y="15548"/>
                    <a:pt x="23756" y="15989"/>
                    <a:pt x="23522" y="16588"/>
                  </a:cubicBezTo>
                  <a:cubicBezTo>
                    <a:pt x="23306" y="17171"/>
                    <a:pt x="22956" y="17843"/>
                    <a:pt x="22473" y="18607"/>
                  </a:cubicBezTo>
                  <a:cubicBezTo>
                    <a:pt x="22008" y="19356"/>
                    <a:pt x="21468" y="20071"/>
                    <a:pt x="20854" y="20753"/>
                  </a:cubicBezTo>
                  <a:cubicBezTo>
                    <a:pt x="20236" y="21420"/>
                    <a:pt x="19471" y="21987"/>
                    <a:pt x="18559" y="22452"/>
                  </a:cubicBezTo>
                  <a:cubicBezTo>
                    <a:pt x="17643" y="22917"/>
                    <a:pt x="16686" y="23149"/>
                    <a:pt x="15689" y="23149"/>
                  </a:cubicBezTo>
                  <a:cubicBezTo>
                    <a:pt x="14258" y="23149"/>
                    <a:pt x="13068" y="22768"/>
                    <a:pt x="12121" y="22004"/>
                  </a:cubicBezTo>
                  <a:cubicBezTo>
                    <a:pt x="11173" y="21238"/>
                    <a:pt x="10525" y="20322"/>
                    <a:pt x="10177" y="19256"/>
                  </a:cubicBezTo>
                  <a:cubicBezTo>
                    <a:pt x="10092" y="19406"/>
                    <a:pt x="9992" y="19581"/>
                    <a:pt x="9879" y="19784"/>
                  </a:cubicBezTo>
                  <a:cubicBezTo>
                    <a:pt x="9761" y="19983"/>
                    <a:pt x="9527" y="20306"/>
                    <a:pt x="9176" y="20753"/>
                  </a:cubicBezTo>
                  <a:cubicBezTo>
                    <a:pt x="8845" y="21186"/>
                    <a:pt x="8489" y="21569"/>
                    <a:pt x="8105" y="21903"/>
                  </a:cubicBezTo>
                  <a:cubicBezTo>
                    <a:pt x="7722" y="22219"/>
                    <a:pt x="7232" y="22501"/>
                    <a:pt x="6635" y="22750"/>
                  </a:cubicBezTo>
                  <a:cubicBezTo>
                    <a:pt x="6053" y="23016"/>
                    <a:pt x="5446" y="23149"/>
                    <a:pt x="4814" y="23149"/>
                  </a:cubicBezTo>
                  <a:cubicBezTo>
                    <a:pt x="4015" y="23149"/>
                    <a:pt x="3257" y="23032"/>
                    <a:pt x="2540" y="22798"/>
                  </a:cubicBezTo>
                  <a:cubicBezTo>
                    <a:pt x="1844" y="22567"/>
                    <a:pt x="1246" y="22185"/>
                    <a:pt x="746" y="21653"/>
                  </a:cubicBezTo>
                  <a:cubicBezTo>
                    <a:pt x="249" y="21120"/>
                    <a:pt x="0" y="20488"/>
                    <a:pt x="0" y="19757"/>
                  </a:cubicBezTo>
                  <a:cubicBezTo>
                    <a:pt x="0" y="18941"/>
                    <a:pt x="273" y="18250"/>
                    <a:pt x="820" y="17686"/>
                  </a:cubicBezTo>
                  <a:cubicBezTo>
                    <a:pt x="1385" y="17103"/>
                    <a:pt x="2050" y="16812"/>
                    <a:pt x="2817" y="16812"/>
                  </a:cubicBezTo>
                  <a:cubicBezTo>
                    <a:pt x="3300" y="16812"/>
                    <a:pt x="3733" y="16954"/>
                    <a:pt x="4117" y="17238"/>
                  </a:cubicBezTo>
                  <a:cubicBezTo>
                    <a:pt x="4514" y="17519"/>
                    <a:pt x="4713" y="17968"/>
                    <a:pt x="4713" y="18585"/>
                  </a:cubicBezTo>
                  <a:cubicBezTo>
                    <a:pt x="4713" y="19267"/>
                    <a:pt x="4480" y="19865"/>
                    <a:pt x="4015" y="20380"/>
                  </a:cubicBezTo>
                  <a:cubicBezTo>
                    <a:pt x="3550" y="20895"/>
                    <a:pt x="2984" y="21220"/>
                    <a:pt x="2317" y="21355"/>
                  </a:cubicBezTo>
                  <a:cubicBezTo>
                    <a:pt x="2998" y="21788"/>
                    <a:pt x="3847" y="22004"/>
                    <a:pt x="4862" y="22004"/>
                  </a:cubicBezTo>
                  <a:cubicBezTo>
                    <a:pt x="5959" y="22004"/>
                    <a:pt x="6941" y="21522"/>
                    <a:pt x="7807" y="20556"/>
                  </a:cubicBezTo>
                  <a:cubicBezTo>
                    <a:pt x="8670" y="19590"/>
                    <a:pt x="9310" y="18301"/>
                    <a:pt x="9729" y="16690"/>
                  </a:cubicBezTo>
                  <a:cubicBezTo>
                    <a:pt x="10759" y="12813"/>
                    <a:pt x="11473" y="10010"/>
                    <a:pt x="11870" y="8281"/>
                  </a:cubicBezTo>
                  <a:cubicBezTo>
                    <a:pt x="12271" y="6534"/>
                    <a:pt x="12472" y="5286"/>
                    <a:pt x="12472" y="4537"/>
                  </a:cubicBezTo>
                  <a:cubicBezTo>
                    <a:pt x="12472" y="3841"/>
                    <a:pt x="12380" y="3252"/>
                    <a:pt x="12195" y="2769"/>
                  </a:cubicBezTo>
                  <a:cubicBezTo>
                    <a:pt x="12014" y="2286"/>
                    <a:pt x="11765" y="1937"/>
                    <a:pt x="11450" y="1720"/>
                  </a:cubicBezTo>
                  <a:cubicBezTo>
                    <a:pt x="11148" y="1486"/>
                    <a:pt x="10857" y="1328"/>
                    <a:pt x="10576" y="1246"/>
                  </a:cubicBezTo>
                  <a:cubicBezTo>
                    <a:pt x="10310" y="1164"/>
                    <a:pt x="10028" y="1124"/>
                    <a:pt x="9729" y="1124"/>
                  </a:cubicBezTo>
                  <a:cubicBezTo>
                    <a:pt x="9229" y="1124"/>
                    <a:pt x="8696" y="1223"/>
                    <a:pt x="8132" y="1422"/>
                  </a:cubicBezTo>
                  <a:cubicBezTo>
                    <a:pt x="7582" y="1621"/>
                    <a:pt x="6974" y="1953"/>
                    <a:pt x="6311" y="2418"/>
                  </a:cubicBezTo>
                  <a:cubicBezTo>
                    <a:pt x="5661" y="2869"/>
                    <a:pt x="5029" y="3559"/>
                    <a:pt x="4415" y="4489"/>
                  </a:cubicBezTo>
                  <a:cubicBezTo>
                    <a:pt x="3797" y="5419"/>
                    <a:pt x="3280" y="6525"/>
                    <a:pt x="2865" y="7807"/>
                  </a:cubicBezTo>
                  <a:cubicBezTo>
                    <a:pt x="2783" y="8190"/>
                    <a:pt x="2560" y="8382"/>
                    <a:pt x="2194" y="8382"/>
                  </a:cubicBezTo>
                  <a:cubicBezTo>
                    <a:pt x="1793" y="8364"/>
                    <a:pt x="1592" y="8189"/>
                    <a:pt x="1592" y="7855"/>
                  </a:cubicBezTo>
                  <a:cubicBezTo>
                    <a:pt x="1592" y="7574"/>
                    <a:pt x="1701" y="7143"/>
                    <a:pt x="1917" y="6561"/>
                  </a:cubicBezTo>
                  <a:cubicBezTo>
                    <a:pt x="2151" y="5961"/>
                    <a:pt x="2501" y="5286"/>
                    <a:pt x="2966" y="4537"/>
                  </a:cubicBezTo>
                  <a:cubicBezTo>
                    <a:pt x="3449" y="3792"/>
                    <a:pt x="3998" y="3085"/>
                    <a:pt x="4612" y="2418"/>
                  </a:cubicBezTo>
                  <a:cubicBezTo>
                    <a:pt x="5244" y="1736"/>
                    <a:pt x="6018" y="1163"/>
                    <a:pt x="6934" y="698"/>
                  </a:cubicBezTo>
                  <a:cubicBezTo>
                    <a:pt x="7864" y="233"/>
                    <a:pt x="8828" y="0"/>
                    <a:pt x="9825" y="0"/>
                  </a:cubicBezTo>
                  <a:cubicBezTo>
                    <a:pt x="10276" y="0"/>
                    <a:pt x="10718" y="50"/>
                    <a:pt x="11151" y="149"/>
                  </a:cubicBezTo>
                  <a:cubicBezTo>
                    <a:pt x="11599" y="231"/>
                    <a:pt x="12089" y="398"/>
                    <a:pt x="12621" y="650"/>
                  </a:cubicBezTo>
                  <a:cubicBezTo>
                    <a:pt x="13171" y="898"/>
                    <a:pt x="13686" y="1296"/>
                    <a:pt x="14165" y="1843"/>
                  </a:cubicBezTo>
                  <a:cubicBezTo>
                    <a:pt x="14648" y="2393"/>
                    <a:pt x="15041" y="3067"/>
                    <a:pt x="15342" y="3866"/>
                  </a:cubicBezTo>
                  <a:cubicBezTo>
                    <a:pt x="15541" y="3483"/>
                    <a:pt x="15774" y="3108"/>
                    <a:pt x="16040" y="2743"/>
                  </a:cubicBezTo>
                  <a:cubicBezTo>
                    <a:pt x="16320" y="2377"/>
                    <a:pt x="16677" y="1970"/>
                    <a:pt x="17110" y="1523"/>
                  </a:cubicBezTo>
                  <a:cubicBezTo>
                    <a:pt x="17561" y="1054"/>
                    <a:pt x="18094" y="687"/>
                    <a:pt x="18708" y="421"/>
                  </a:cubicBezTo>
                  <a:cubicBezTo>
                    <a:pt x="19340" y="140"/>
                    <a:pt x="20006" y="0"/>
                    <a:pt x="20705" y="0"/>
                  </a:cubicBezTo>
                  <a:cubicBezTo>
                    <a:pt x="21387" y="0"/>
                    <a:pt x="22059" y="90"/>
                    <a:pt x="22723" y="272"/>
                  </a:cubicBezTo>
                  <a:cubicBezTo>
                    <a:pt x="23391" y="438"/>
                    <a:pt x="24007" y="797"/>
                    <a:pt x="24571" y="1347"/>
                  </a:cubicBezTo>
                  <a:cubicBezTo>
                    <a:pt x="25153" y="1880"/>
                    <a:pt x="25445" y="2553"/>
                    <a:pt x="25445" y="3366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00666513-1D1D-36DC-2739-210A1BCFF6D7}"/>
                </a:ext>
              </a:extLst>
            </p:cNvPr>
            <p:cNvSpPr/>
            <p:nvPr/>
          </p:nvSpPr>
          <p:spPr>
            <a:xfrm>
              <a:off x="4695544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3C8D8478-1764-D19A-C470-75B0E0780651}"/>
                </a:ext>
              </a:extLst>
            </p:cNvPr>
            <p:cNvSpPr/>
            <p:nvPr/>
          </p:nvSpPr>
          <p:spPr>
            <a:xfrm>
              <a:off x="4695544" y="466450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209E5BC9-056D-6818-933F-F781BA889856}"/>
                </a:ext>
              </a:extLst>
            </p:cNvPr>
            <p:cNvSpPr/>
            <p:nvPr/>
          </p:nvSpPr>
          <p:spPr>
            <a:xfrm>
              <a:off x="4695544" y="4489758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2EB33D97-4A1C-6117-A1DC-0DA452461008}"/>
                </a:ext>
              </a:extLst>
            </p:cNvPr>
            <p:cNvSpPr/>
            <p:nvPr/>
          </p:nvSpPr>
          <p:spPr>
            <a:xfrm>
              <a:off x="4695544" y="431501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834EC7E7-B7B3-A948-AB10-E5E6EAFA683B}"/>
                </a:ext>
              </a:extLst>
            </p:cNvPr>
            <p:cNvSpPr/>
            <p:nvPr/>
          </p:nvSpPr>
          <p:spPr>
            <a:xfrm>
              <a:off x="4695544" y="4140269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39CE576B-4899-0123-FA32-2E25FBC62F31}"/>
                </a:ext>
              </a:extLst>
            </p:cNvPr>
            <p:cNvSpPr/>
            <p:nvPr/>
          </p:nvSpPr>
          <p:spPr>
            <a:xfrm>
              <a:off x="4583848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36098C26-00AB-F9D3-771B-7801ABB62691}"/>
                </a:ext>
              </a:extLst>
            </p:cNvPr>
            <p:cNvSpPr/>
            <p:nvPr/>
          </p:nvSpPr>
          <p:spPr>
            <a:xfrm>
              <a:off x="4613769" y="467512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E9FEA00E-26B2-5755-7AAA-2CD8451E6CA6}"/>
                </a:ext>
              </a:extLst>
            </p:cNvPr>
            <p:cNvSpPr/>
            <p:nvPr/>
          </p:nvSpPr>
          <p:spPr>
            <a:xfrm>
              <a:off x="4626001" y="4647820"/>
              <a:ext cx="22262" cy="33416"/>
            </a:xfrm>
            <a:custGeom>
              <a:avLst/>
              <a:gdLst>
                <a:gd name="csX0" fmla="*/ 11131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1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1 w 22262"/>
                <a:gd name="csY8" fmla="*/ 3451 h 33416"/>
                <a:gd name="csX9" fmla="*/ 11131 w 22262"/>
                <a:gd name="csY9" fmla="*/ 0 h 33416"/>
                <a:gd name="csX10" fmla="*/ 19393 w 22262"/>
                <a:gd name="csY10" fmla="*/ 4292 h 33416"/>
                <a:gd name="csX11" fmla="*/ 22263 w 22262"/>
                <a:gd name="csY11" fmla="*/ 16716 h 33416"/>
                <a:gd name="csX12" fmla="*/ 19393 w 22262"/>
                <a:gd name="csY12" fmla="*/ 29146 h 33416"/>
                <a:gd name="csX13" fmla="*/ 11131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1" y="29966"/>
                  </a:cubicBezTo>
                  <a:cubicBezTo>
                    <a:pt x="13389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89" y="3451"/>
                    <a:pt x="11131" y="3451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3" y="29146"/>
                  </a:cubicBezTo>
                  <a:cubicBezTo>
                    <a:pt x="17495" y="31993"/>
                    <a:pt x="14741" y="33417"/>
                    <a:pt x="11131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B5429A08-F62C-D12E-2E3F-7C6F879BB00D}"/>
                </a:ext>
              </a:extLst>
            </p:cNvPr>
            <p:cNvSpPr/>
            <p:nvPr/>
          </p:nvSpPr>
          <p:spPr>
            <a:xfrm>
              <a:off x="4654110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A21FC5A1-E7C5-FC63-5DCF-99A54D51AF10}"/>
                </a:ext>
              </a:extLst>
            </p:cNvPr>
            <p:cNvSpPr/>
            <p:nvPr/>
          </p:nvSpPr>
          <p:spPr>
            <a:xfrm>
              <a:off x="4584776" y="4473074"/>
              <a:ext cx="22262" cy="33416"/>
            </a:xfrm>
            <a:custGeom>
              <a:avLst/>
              <a:gdLst>
                <a:gd name="csX0" fmla="*/ 11132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2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2 w 22262"/>
                <a:gd name="csY8" fmla="*/ 3452 h 33416"/>
                <a:gd name="csX9" fmla="*/ 11132 w 22262"/>
                <a:gd name="csY9" fmla="*/ 0 h 33416"/>
                <a:gd name="csX10" fmla="*/ 19394 w 22262"/>
                <a:gd name="csY10" fmla="*/ 4293 h 33416"/>
                <a:gd name="csX11" fmla="*/ 22263 w 22262"/>
                <a:gd name="csY11" fmla="*/ 16721 h 33416"/>
                <a:gd name="csX12" fmla="*/ 19394 w 22262"/>
                <a:gd name="csY12" fmla="*/ 29145 h 33416"/>
                <a:gd name="csX13" fmla="*/ 11132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2" y="29965"/>
                  </a:cubicBezTo>
                  <a:cubicBezTo>
                    <a:pt x="13390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90" y="3452"/>
                    <a:pt x="11132" y="3452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4" y="29145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BC16D472-2D3F-DBBF-D0F9-484B70ADC268}"/>
                </a:ext>
              </a:extLst>
            </p:cNvPr>
            <p:cNvSpPr/>
            <p:nvPr/>
          </p:nvSpPr>
          <p:spPr>
            <a:xfrm>
              <a:off x="4614697" y="4500388"/>
              <a:ext cx="4551" cy="5474"/>
            </a:xfrm>
            <a:custGeom>
              <a:avLst/>
              <a:gdLst>
                <a:gd name="csX0" fmla="*/ 0 w 4551"/>
                <a:gd name="csY0" fmla="*/ 0 h 5474"/>
                <a:gd name="csX1" fmla="*/ 4552 w 4551"/>
                <a:gd name="csY1" fmla="*/ 0 h 5474"/>
                <a:gd name="csX2" fmla="*/ 4552 w 4551"/>
                <a:gd name="csY2" fmla="*/ 5474 h 5474"/>
                <a:gd name="csX3" fmla="*/ 0 w 4551"/>
                <a:gd name="csY3" fmla="*/ 5474 h 5474"/>
                <a:gd name="csX4" fmla="*/ 0 w 4551"/>
                <a:gd name="csY4" fmla="*/ 0 h 5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4">
                  <a:moveTo>
                    <a:pt x="0" y="0"/>
                  </a:moveTo>
                  <a:lnTo>
                    <a:pt x="4552" y="0"/>
                  </a:lnTo>
                  <a:lnTo>
                    <a:pt x="4552" y="5474"/>
                  </a:lnTo>
                  <a:lnTo>
                    <a:pt x="0" y="5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7EE73A16-6790-EF2C-60CA-A2E81A1F8058}"/>
                </a:ext>
              </a:extLst>
            </p:cNvPr>
            <p:cNvSpPr/>
            <p:nvPr/>
          </p:nvSpPr>
          <p:spPr>
            <a:xfrm>
              <a:off x="4626929" y="4473074"/>
              <a:ext cx="22262" cy="33416"/>
            </a:xfrm>
            <a:custGeom>
              <a:avLst/>
              <a:gdLst>
                <a:gd name="csX0" fmla="*/ 11131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1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1 w 22262"/>
                <a:gd name="csY8" fmla="*/ 3452 h 33416"/>
                <a:gd name="csX9" fmla="*/ 11131 w 22262"/>
                <a:gd name="csY9" fmla="*/ 0 h 33416"/>
                <a:gd name="csX10" fmla="*/ 19393 w 22262"/>
                <a:gd name="csY10" fmla="*/ 4293 h 33416"/>
                <a:gd name="csX11" fmla="*/ 22263 w 22262"/>
                <a:gd name="csY11" fmla="*/ 16721 h 33416"/>
                <a:gd name="csX12" fmla="*/ 19393 w 22262"/>
                <a:gd name="csY12" fmla="*/ 29145 h 33416"/>
                <a:gd name="csX13" fmla="*/ 11131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1" y="29965"/>
                  </a:cubicBezTo>
                  <a:cubicBezTo>
                    <a:pt x="13389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89" y="3452"/>
                    <a:pt x="11131" y="3452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3" y="29145"/>
                  </a:cubicBezTo>
                  <a:cubicBezTo>
                    <a:pt x="17495" y="31992"/>
                    <a:pt x="14741" y="33416"/>
                    <a:pt x="11131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5216BAEA-906B-2992-B943-4C8759B6B7DE}"/>
                </a:ext>
              </a:extLst>
            </p:cNvPr>
            <p:cNvSpPr/>
            <p:nvPr/>
          </p:nvSpPr>
          <p:spPr>
            <a:xfrm>
              <a:off x="4655534" y="4473657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7 h 32833"/>
                <a:gd name="csX3" fmla="*/ 5350 w 20838"/>
                <a:gd name="csY3" fmla="*/ 3667 h 32833"/>
                <a:gd name="csX4" fmla="*/ 5350 w 20838"/>
                <a:gd name="csY4" fmla="*/ 11564 h 32833"/>
                <a:gd name="csX5" fmla="*/ 7248 w 20838"/>
                <a:gd name="csY5" fmla="*/ 11090 h 32833"/>
                <a:gd name="csX6" fmla="*/ 9147 w 20838"/>
                <a:gd name="csY6" fmla="*/ 10914 h 32833"/>
                <a:gd name="csX7" fmla="*/ 17689 w 20838"/>
                <a:gd name="csY7" fmla="*/ 13870 h 32833"/>
                <a:gd name="csX8" fmla="*/ 20839 w 20838"/>
                <a:gd name="csY8" fmla="*/ 21874 h 32833"/>
                <a:gd name="csX9" fmla="*/ 17603 w 20838"/>
                <a:gd name="csY9" fmla="*/ 29963 h 32833"/>
                <a:gd name="csX10" fmla="*/ 8478 w 20838"/>
                <a:gd name="csY10" fmla="*/ 32834 h 32833"/>
                <a:gd name="csX11" fmla="*/ 4336 w 20838"/>
                <a:gd name="csY11" fmla="*/ 32487 h 32833"/>
                <a:gd name="csX12" fmla="*/ 0 w 20838"/>
                <a:gd name="csY12" fmla="*/ 31454 h 32833"/>
                <a:gd name="csX13" fmla="*/ 0 w 20838"/>
                <a:gd name="csY13" fmla="*/ 27072 h 32833"/>
                <a:gd name="csX14" fmla="*/ 4012 w 20838"/>
                <a:gd name="csY14" fmla="*/ 28648 h 32833"/>
                <a:gd name="csX15" fmla="*/ 8392 w 20838"/>
                <a:gd name="csY15" fmla="*/ 29164 h 32833"/>
                <a:gd name="csX16" fmla="*/ 14302 w 20838"/>
                <a:gd name="csY16" fmla="*/ 27205 h 32833"/>
                <a:gd name="csX17" fmla="*/ 16481 w 20838"/>
                <a:gd name="csY17" fmla="*/ 21874 h 32833"/>
                <a:gd name="csX18" fmla="*/ 14302 w 20838"/>
                <a:gd name="csY18" fmla="*/ 16549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1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7"/>
                  </a:lnTo>
                  <a:lnTo>
                    <a:pt x="5350" y="3667"/>
                  </a:lnTo>
                  <a:lnTo>
                    <a:pt x="5350" y="11564"/>
                  </a:lnTo>
                  <a:cubicBezTo>
                    <a:pt x="5983" y="11347"/>
                    <a:pt x="6615" y="11189"/>
                    <a:pt x="7248" y="11090"/>
                  </a:cubicBezTo>
                  <a:cubicBezTo>
                    <a:pt x="7881" y="10973"/>
                    <a:pt x="8514" y="10914"/>
                    <a:pt x="9147" y="10914"/>
                  </a:cubicBezTo>
                  <a:cubicBezTo>
                    <a:pt x="12742" y="10914"/>
                    <a:pt x="15590" y="11900"/>
                    <a:pt x="17689" y="13870"/>
                  </a:cubicBezTo>
                  <a:cubicBezTo>
                    <a:pt x="19789" y="15840"/>
                    <a:pt x="20839" y="18508"/>
                    <a:pt x="20839" y="21874"/>
                  </a:cubicBezTo>
                  <a:cubicBezTo>
                    <a:pt x="20839" y="25339"/>
                    <a:pt x="19760" y="28035"/>
                    <a:pt x="17603" y="29963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8"/>
                    <a:pt x="4336" y="32487"/>
                  </a:cubicBezTo>
                  <a:cubicBezTo>
                    <a:pt x="2941" y="32257"/>
                    <a:pt x="1496" y="31912"/>
                    <a:pt x="0" y="31454"/>
                  </a:cubicBezTo>
                  <a:lnTo>
                    <a:pt x="0" y="27072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2"/>
                    <a:pt x="6853" y="29164"/>
                    <a:pt x="8392" y="29164"/>
                  </a:cubicBezTo>
                  <a:cubicBezTo>
                    <a:pt x="10880" y="29164"/>
                    <a:pt x="12850" y="28511"/>
                    <a:pt x="14302" y="27205"/>
                  </a:cubicBezTo>
                  <a:cubicBezTo>
                    <a:pt x="15755" y="25895"/>
                    <a:pt x="16481" y="24118"/>
                    <a:pt x="16481" y="21874"/>
                  </a:cubicBezTo>
                  <a:cubicBezTo>
                    <a:pt x="16481" y="19630"/>
                    <a:pt x="15755" y="17855"/>
                    <a:pt x="14302" y="16549"/>
                  </a:cubicBezTo>
                  <a:cubicBezTo>
                    <a:pt x="12850" y="15239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4"/>
                    <a:pt x="1359" y="16181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DA02C198-ADB1-453B-A673-C5853ACEE1E4}"/>
                </a:ext>
              </a:extLst>
            </p:cNvPr>
            <p:cNvSpPr/>
            <p:nvPr/>
          </p:nvSpPr>
          <p:spPr>
            <a:xfrm>
              <a:off x="4583848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81E84C49-C927-DB95-5B7F-BB87C02A91C9}"/>
                </a:ext>
              </a:extLst>
            </p:cNvPr>
            <p:cNvSpPr/>
            <p:nvPr/>
          </p:nvSpPr>
          <p:spPr>
            <a:xfrm>
              <a:off x="4613769" y="432563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4CFF5A17-8915-84BF-1860-5BD248361AB0}"/>
                </a:ext>
              </a:extLst>
            </p:cNvPr>
            <p:cNvSpPr/>
            <p:nvPr/>
          </p:nvSpPr>
          <p:spPr>
            <a:xfrm>
              <a:off x="4627943" y="4298911"/>
              <a:ext cx="19177" cy="32207"/>
            </a:xfrm>
            <a:custGeom>
              <a:avLst/>
              <a:gdLst>
                <a:gd name="csX0" fmla="*/ 625 w 19177"/>
                <a:gd name="csY0" fmla="*/ 28540 h 32207"/>
                <a:gd name="csX1" fmla="*/ 7744 w 19177"/>
                <a:gd name="csY1" fmla="*/ 28540 h 32207"/>
                <a:gd name="csX2" fmla="*/ 7744 w 19177"/>
                <a:gd name="csY2" fmla="*/ 3969 h 32207"/>
                <a:gd name="csX3" fmla="*/ 0 w 19177"/>
                <a:gd name="csY3" fmla="*/ 5522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0 h 32207"/>
                <a:gd name="csX8" fmla="*/ 19178 w 19177"/>
                <a:gd name="csY8" fmla="*/ 28540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0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0"/>
                  </a:moveTo>
                  <a:lnTo>
                    <a:pt x="7744" y="28540"/>
                  </a:lnTo>
                  <a:lnTo>
                    <a:pt x="7744" y="3969"/>
                  </a:lnTo>
                  <a:lnTo>
                    <a:pt x="0" y="5522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0"/>
                  </a:lnTo>
                  <a:lnTo>
                    <a:pt x="19178" y="28540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8CE97EE2-415E-91D5-7301-248C442E31DB}"/>
                </a:ext>
              </a:extLst>
            </p:cNvPr>
            <p:cNvSpPr/>
            <p:nvPr/>
          </p:nvSpPr>
          <p:spPr>
            <a:xfrm>
              <a:off x="4654110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4BC9B86E-E88B-5411-AB9A-9CB238B9E2ED}"/>
                </a:ext>
              </a:extLst>
            </p:cNvPr>
            <p:cNvSpPr/>
            <p:nvPr/>
          </p:nvSpPr>
          <p:spPr>
            <a:xfrm>
              <a:off x="4584776" y="4123583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3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3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4 h 33415"/>
                <a:gd name="csX13" fmla="*/ 11132 w 22262"/>
                <a:gd name="csY13" fmla="*/ 33416 h 33415"/>
                <a:gd name="csX14" fmla="*/ 2847 w 22262"/>
                <a:gd name="csY14" fmla="*/ 29144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3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3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4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4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2C2A160E-F3AB-4146-1E5C-4283ECDE90BD}"/>
                </a:ext>
              </a:extLst>
            </p:cNvPr>
            <p:cNvSpPr/>
            <p:nvPr/>
          </p:nvSpPr>
          <p:spPr>
            <a:xfrm>
              <a:off x="4614697" y="4150894"/>
              <a:ext cx="4551" cy="5479"/>
            </a:xfrm>
            <a:custGeom>
              <a:avLst/>
              <a:gdLst>
                <a:gd name="csX0" fmla="*/ 0 w 4551"/>
                <a:gd name="csY0" fmla="*/ 0 h 5479"/>
                <a:gd name="csX1" fmla="*/ 4552 w 4551"/>
                <a:gd name="csY1" fmla="*/ 0 h 5479"/>
                <a:gd name="csX2" fmla="*/ 4552 w 4551"/>
                <a:gd name="csY2" fmla="*/ 5479 h 5479"/>
                <a:gd name="csX3" fmla="*/ 0 w 4551"/>
                <a:gd name="csY3" fmla="*/ 5479 h 5479"/>
                <a:gd name="csX4" fmla="*/ 0 w 4551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9">
                  <a:moveTo>
                    <a:pt x="0" y="0"/>
                  </a:moveTo>
                  <a:lnTo>
                    <a:pt x="4552" y="0"/>
                  </a:lnTo>
                  <a:lnTo>
                    <a:pt x="4552" y="5479"/>
                  </a:lnTo>
                  <a:lnTo>
                    <a:pt x="0" y="5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7144ED48-DF3E-83D3-53DC-1D0A58375F9D}"/>
                </a:ext>
              </a:extLst>
            </p:cNvPr>
            <p:cNvSpPr/>
            <p:nvPr/>
          </p:nvSpPr>
          <p:spPr>
            <a:xfrm>
              <a:off x="4628870" y="4124165"/>
              <a:ext cx="19177" cy="32207"/>
            </a:xfrm>
            <a:custGeom>
              <a:avLst/>
              <a:gdLst>
                <a:gd name="csX0" fmla="*/ 625 w 19177"/>
                <a:gd name="csY0" fmla="*/ 28541 h 32207"/>
                <a:gd name="csX1" fmla="*/ 7744 w 19177"/>
                <a:gd name="csY1" fmla="*/ 28541 h 32207"/>
                <a:gd name="csX2" fmla="*/ 7744 w 19177"/>
                <a:gd name="csY2" fmla="*/ 3970 h 32207"/>
                <a:gd name="csX3" fmla="*/ 0 w 19177"/>
                <a:gd name="csY3" fmla="*/ 5523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1 h 32207"/>
                <a:gd name="csX8" fmla="*/ 19178 w 19177"/>
                <a:gd name="csY8" fmla="*/ 28541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1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1"/>
                  </a:moveTo>
                  <a:lnTo>
                    <a:pt x="7744" y="28541"/>
                  </a:lnTo>
                  <a:lnTo>
                    <a:pt x="7744" y="3970"/>
                  </a:lnTo>
                  <a:lnTo>
                    <a:pt x="0" y="5523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1"/>
                  </a:lnTo>
                  <a:lnTo>
                    <a:pt x="19178" y="28541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1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DD6B33D4-C626-D959-1EAF-5FB9C4A7EED8}"/>
                </a:ext>
              </a:extLst>
            </p:cNvPr>
            <p:cNvSpPr/>
            <p:nvPr/>
          </p:nvSpPr>
          <p:spPr>
            <a:xfrm>
              <a:off x="4655534" y="4124165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8 h 32833"/>
                <a:gd name="csX3" fmla="*/ 5350 w 20838"/>
                <a:gd name="csY3" fmla="*/ 3668 h 32833"/>
                <a:gd name="csX4" fmla="*/ 5350 w 20838"/>
                <a:gd name="csY4" fmla="*/ 11563 h 32833"/>
                <a:gd name="csX5" fmla="*/ 7248 w 20838"/>
                <a:gd name="csY5" fmla="*/ 11088 h 32833"/>
                <a:gd name="csX6" fmla="*/ 9147 w 20838"/>
                <a:gd name="csY6" fmla="*/ 10916 h 32833"/>
                <a:gd name="csX7" fmla="*/ 17689 w 20838"/>
                <a:gd name="csY7" fmla="*/ 13872 h 32833"/>
                <a:gd name="csX8" fmla="*/ 20839 w 20838"/>
                <a:gd name="csY8" fmla="*/ 21875 h 32833"/>
                <a:gd name="csX9" fmla="*/ 17603 w 20838"/>
                <a:gd name="csY9" fmla="*/ 29964 h 32833"/>
                <a:gd name="csX10" fmla="*/ 8478 w 20838"/>
                <a:gd name="csY10" fmla="*/ 32834 h 32833"/>
                <a:gd name="csX11" fmla="*/ 4336 w 20838"/>
                <a:gd name="csY11" fmla="*/ 32488 h 32833"/>
                <a:gd name="csX12" fmla="*/ 0 w 20838"/>
                <a:gd name="csY12" fmla="*/ 31453 h 32833"/>
                <a:gd name="csX13" fmla="*/ 0 w 20838"/>
                <a:gd name="csY13" fmla="*/ 27074 h 32833"/>
                <a:gd name="csX14" fmla="*/ 4012 w 20838"/>
                <a:gd name="csY14" fmla="*/ 28648 h 32833"/>
                <a:gd name="csX15" fmla="*/ 8392 w 20838"/>
                <a:gd name="csY15" fmla="*/ 29167 h 32833"/>
                <a:gd name="csX16" fmla="*/ 14302 w 20838"/>
                <a:gd name="csY16" fmla="*/ 27203 h 32833"/>
                <a:gd name="csX17" fmla="*/ 16481 w 20838"/>
                <a:gd name="csY17" fmla="*/ 21875 h 32833"/>
                <a:gd name="csX18" fmla="*/ 14302 w 20838"/>
                <a:gd name="csY18" fmla="*/ 16546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0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8"/>
                  </a:lnTo>
                  <a:lnTo>
                    <a:pt x="5350" y="3668"/>
                  </a:lnTo>
                  <a:lnTo>
                    <a:pt x="5350" y="11563"/>
                  </a:lnTo>
                  <a:cubicBezTo>
                    <a:pt x="5983" y="11347"/>
                    <a:pt x="6615" y="11189"/>
                    <a:pt x="7248" y="11088"/>
                  </a:cubicBezTo>
                  <a:cubicBezTo>
                    <a:pt x="7881" y="10973"/>
                    <a:pt x="8514" y="10916"/>
                    <a:pt x="9147" y="10916"/>
                  </a:cubicBezTo>
                  <a:cubicBezTo>
                    <a:pt x="12742" y="10916"/>
                    <a:pt x="15590" y="11901"/>
                    <a:pt x="17689" y="13872"/>
                  </a:cubicBezTo>
                  <a:cubicBezTo>
                    <a:pt x="19789" y="15842"/>
                    <a:pt x="20839" y="18509"/>
                    <a:pt x="20839" y="21875"/>
                  </a:cubicBezTo>
                  <a:cubicBezTo>
                    <a:pt x="20839" y="25341"/>
                    <a:pt x="19760" y="28037"/>
                    <a:pt x="17603" y="29964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9"/>
                    <a:pt x="4336" y="32488"/>
                  </a:cubicBezTo>
                  <a:cubicBezTo>
                    <a:pt x="2941" y="32258"/>
                    <a:pt x="1496" y="31913"/>
                    <a:pt x="0" y="31453"/>
                  </a:cubicBezTo>
                  <a:lnTo>
                    <a:pt x="0" y="27074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4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3"/>
                  </a:cubicBezTo>
                  <a:cubicBezTo>
                    <a:pt x="15755" y="25894"/>
                    <a:pt x="16481" y="24118"/>
                    <a:pt x="16481" y="21875"/>
                  </a:cubicBezTo>
                  <a:cubicBezTo>
                    <a:pt x="16481" y="19631"/>
                    <a:pt x="15755" y="17855"/>
                    <a:pt x="14302" y="16546"/>
                  </a:cubicBezTo>
                  <a:cubicBezTo>
                    <a:pt x="12850" y="15238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3"/>
                    <a:pt x="1359" y="16180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0E461E16-9333-34E7-AA50-09F2C8A1241F}"/>
                </a:ext>
              </a:extLst>
            </p:cNvPr>
            <p:cNvSpPr/>
            <p:nvPr/>
          </p:nvSpPr>
          <p:spPr>
            <a:xfrm>
              <a:off x="4532667" y="4353176"/>
              <a:ext cx="32480" cy="26692"/>
            </a:xfrm>
            <a:custGeom>
              <a:avLst/>
              <a:gdLst>
                <a:gd name="csX0" fmla="*/ 8158 w 32480"/>
                <a:gd name="csY0" fmla="*/ 0 h 26692"/>
                <a:gd name="csX1" fmla="*/ 15317 w 32480"/>
                <a:gd name="csY1" fmla="*/ 1846 h 26692"/>
                <a:gd name="csX2" fmla="*/ 21005 w 32480"/>
                <a:gd name="csY2" fmla="*/ 6536 h 26692"/>
                <a:gd name="csX3" fmla="*/ 23151 w 32480"/>
                <a:gd name="csY3" fmla="*/ 12323 h 26692"/>
                <a:gd name="csX4" fmla="*/ 22203 w 32480"/>
                <a:gd name="csY4" fmla="*/ 15242 h 26692"/>
                <a:gd name="csX5" fmla="*/ 19858 w 32480"/>
                <a:gd name="csY5" fmla="*/ 17013 h 26692"/>
                <a:gd name="csX6" fmla="*/ 25620 w 32480"/>
                <a:gd name="csY6" fmla="*/ 18510 h 26692"/>
                <a:gd name="csX7" fmla="*/ 30086 w 32480"/>
                <a:gd name="csY7" fmla="*/ 19533 h 26692"/>
                <a:gd name="csX8" fmla="*/ 30410 w 32480"/>
                <a:gd name="csY8" fmla="*/ 19483 h 26692"/>
                <a:gd name="csX9" fmla="*/ 30635 w 32480"/>
                <a:gd name="csY9" fmla="*/ 19209 h 26692"/>
                <a:gd name="csX10" fmla="*/ 30834 w 32480"/>
                <a:gd name="csY10" fmla="*/ 18435 h 26692"/>
                <a:gd name="csX11" fmla="*/ 30909 w 32480"/>
                <a:gd name="csY11" fmla="*/ 16964 h 26692"/>
                <a:gd name="csX12" fmla="*/ 30909 w 32480"/>
                <a:gd name="csY12" fmla="*/ 16315 h 26692"/>
                <a:gd name="csX13" fmla="*/ 31059 w 32480"/>
                <a:gd name="csY13" fmla="*/ 15941 h 26692"/>
                <a:gd name="csX14" fmla="*/ 31458 w 32480"/>
                <a:gd name="csY14" fmla="*/ 15741 h 26692"/>
                <a:gd name="csX15" fmla="*/ 32480 w 32480"/>
                <a:gd name="csY15" fmla="*/ 16664 h 26692"/>
                <a:gd name="csX16" fmla="*/ 32406 w 32480"/>
                <a:gd name="csY16" fmla="*/ 19184 h 26692"/>
                <a:gd name="csX17" fmla="*/ 32331 w 32480"/>
                <a:gd name="csY17" fmla="*/ 21729 h 26692"/>
                <a:gd name="csX18" fmla="*/ 32406 w 32480"/>
                <a:gd name="csY18" fmla="*/ 23899 h 26692"/>
                <a:gd name="csX19" fmla="*/ 32480 w 32480"/>
                <a:gd name="csY19" fmla="*/ 26019 h 26692"/>
                <a:gd name="csX20" fmla="*/ 31882 w 32480"/>
                <a:gd name="csY20" fmla="*/ 26693 h 26692"/>
                <a:gd name="csX21" fmla="*/ 31308 w 32480"/>
                <a:gd name="csY21" fmla="*/ 26593 h 26692"/>
                <a:gd name="csX22" fmla="*/ 31009 w 32480"/>
                <a:gd name="csY22" fmla="*/ 26319 h 26692"/>
                <a:gd name="csX23" fmla="*/ 30909 w 32480"/>
                <a:gd name="csY23" fmla="*/ 25945 h 26692"/>
                <a:gd name="csX24" fmla="*/ 30909 w 32480"/>
                <a:gd name="csY24" fmla="*/ 25496 h 26692"/>
                <a:gd name="csX25" fmla="*/ 30709 w 32480"/>
                <a:gd name="csY25" fmla="*/ 23849 h 26692"/>
                <a:gd name="csX26" fmla="*/ 30161 w 32480"/>
                <a:gd name="csY26" fmla="*/ 23175 h 26692"/>
                <a:gd name="csX27" fmla="*/ 28813 w 32480"/>
                <a:gd name="csY27" fmla="*/ 22752 h 26692"/>
                <a:gd name="csX28" fmla="*/ 6062 w 32480"/>
                <a:gd name="csY28" fmla="*/ 17013 h 26692"/>
                <a:gd name="csX29" fmla="*/ 3468 w 32480"/>
                <a:gd name="csY29" fmla="*/ 16664 h 26692"/>
                <a:gd name="csX30" fmla="*/ 1622 w 32480"/>
                <a:gd name="csY30" fmla="*/ 17089 h 26692"/>
                <a:gd name="csX31" fmla="*/ 1123 w 32480"/>
                <a:gd name="csY31" fmla="*/ 18261 h 26692"/>
                <a:gd name="csX32" fmla="*/ 2669 w 32480"/>
                <a:gd name="csY32" fmla="*/ 20406 h 26692"/>
                <a:gd name="csX33" fmla="*/ 7210 w 32480"/>
                <a:gd name="csY33" fmla="*/ 21978 h 26692"/>
                <a:gd name="csX34" fmla="*/ 8207 w 32480"/>
                <a:gd name="csY34" fmla="*/ 22352 h 26692"/>
                <a:gd name="csX35" fmla="*/ 8382 w 32480"/>
                <a:gd name="csY35" fmla="*/ 22851 h 26692"/>
                <a:gd name="csX36" fmla="*/ 7858 w 32480"/>
                <a:gd name="csY36" fmla="*/ 23475 h 26692"/>
                <a:gd name="csX37" fmla="*/ 6935 w 32480"/>
                <a:gd name="csY37" fmla="*/ 23275 h 26692"/>
                <a:gd name="csX38" fmla="*/ 4915 w 32480"/>
                <a:gd name="csY38" fmla="*/ 22702 h 26692"/>
                <a:gd name="csX39" fmla="*/ 2919 w 32480"/>
                <a:gd name="csY39" fmla="*/ 21878 h 26692"/>
                <a:gd name="csX40" fmla="*/ 2046 w 32480"/>
                <a:gd name="csY40" fmla="*/ 21404 h 26692"/>
                <a:gd name="csX41" fmla="*/ 1148 w 32480"/>
                <a:gd name="csY41" fmla="*/ 20731 h 26692"/>
                <a:gd name="csX42" fmla="*/ 299 w 32480"/>
                <a:gd name="csY42" fmla="*/ 19583 h 26692"/>
                <a:gd name="csX43" fmla="*/ 0 w 32480"/>
                <a:gd name="csY43" fmla="*/ 18087 h 26692"/>
                <a:gd name="csX44" fmla="*/ 948 w 32480"/>
                <a:gd name="csY44" fmla="*/ 15168 h 26692"/>
                <a:gd name="csX45" fmla="*/ 3817 w 32480"/>
                <a:gd name="csY45" fmla="*/ 13496 h 26692"/>
                <a:gd name="csX46" fmla="*/ 1073 w 32480"/>
                <a:gd name="csY46" fmla="*/ 10328 h 26692"/>
                <a:gd name="csX47" fmla="*/ 0 w 32480"/>
                <a:gd name="csY47" fmla="*/ 6811 h 26692"/>
                <a:gd name="csX48" fmla="*/ 2295 w 32480"/>
                <a:gd name="csY48" fmla="*/ 1946 h 26692"/>
                <a:gd name="csX49" fmla="*/ 8158 w 32480"/>
                <a:gd name="csY49" fmla="*/ 0 h 26692"/>
                <a:gd name="csX50" fmla="*/ 5912 w 32480"/>
                <a:gd name="csY50" fmla="*/ 3692 h 26692"/>
                <a:gd name="csX51" fmla="*/ 2395 w 32480"/>
                <a:gd name="csY51" fmla="*/ 4565 h 26692"/>
                <a:gd name="csX52" fmla="*/ 1123 w 32480"/>
                <a:gd name="csY52" fmla="*/ 6960 h 26692"/>
                <a:gd name="csX53" fmla="*/ 3068 w 32480"/>
                <a:gd name="csY53" fmla="*/ 11101 h 26692"/>
                <a:gd name="csX54" fmla="*/ 6636 w 32480"/>
                <a:gd name="csY54" fmla="*/ 13746 h 26692"/>
                <a:gd name="csX55" fmla="*/ 16639 w 32480"/>
                <a:gd name="csY55" fmla="*/ 16265 h 26692"/>
                <a:gd name="csX56" fmla="*/ 17463 w 32480"/>
                <a:gd name="csY56" fmla="*/ 16415 h 26692"/>
                <a:gd name="csX57" fmla="*/ 18061 w 32480"/>
                <a:gd name="csY57" fmla="*/ 16340 h 26692"/>
                <a:gd name="csX58" fmla="*/ 19184 w 32480"/>
                <a:gd name="csY58" fmla="*/ 15966 h 26692"/>
                <a:gd name="csX59" fmla="*/ 20506 w 32480"/>
                <a:gd name="csY59" fmla="*/ 15267 h 26692"/>
                <a:gd name="csX60" fmla="*/ 21554 w 32480"/>
                <a:gd name="csY60" fmla="*/ 14095 h 26692"/>
                <a:gd name="csX61" fmla="*/ 22003 w 32480"/>
                <a:gd name="csY61" fmla="*/ 12374 h 26692"/>
                <a:gd name="csX62" fmla="*/ 20656 w 32480"/>
                <a:gd name="csY62" fmla="*/ 9205 h 26692"/>
                <a:gd name="csX63" fmla="*/ 16764 w 32480"/>
                <a:gd name="csY63" fmla="*/ 6287 h 26692"/>
                <a:gd name="csX64" fmla="*/ 11575 w 32480"/>
                <a:gd name="csY64" fmla="*/ 4615 h 26692"/>
                <a:gd name="csX65" fmla="*/ 5912 w 32480"/>
                <a:gd name="csY65" fmla="*/ 3692 h 2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32480" h="26692">
                  <a:moveTo>
                    <a:pt x="8158" y="0"/>
                  </a:moveTo>
                  <a:cubicBezTo>
                    <a:pt x="10586" y="0"/>
                    <a:pt x="12972" y="615"/>
                    <a:pt x="15317" y="1846"/>
                  </a:cubicBezTo>
                  <a:cubicBezTo>
                    <a:pt x="17662" y="3060"/>
                    <a:pt x="19558" y="4623"/>
                    <a:pt x="21005" y="6536"/>
                  </a:cubicBezTo>
                  <a:cubicBezTo>
                    <a:pt x="22435" y="8449"/>
                    <a:pt x="23151" y="10378"/>
                    <a:pt x="23151" y="12323"/>
                  </a:cubicBezTo>
                  <a:cubicBezTo>
                    <a:pt x="23151" y="13488"/>
                    <a:pt x="22835" y="14461"/>
                    <a:pt x="22203" y="15242"/>
                  </a:cubicBezTo>
                  <a:cubicBezTo>
                    <a:pt x="21554" y="16007"/>
                    <a:pt x="20772" y="16598"/>
                    <a:pt x="19858" y="17013"/>
                  </a:cubicBezTo>
                  <a:cubicBezTo>
                    <a:pt x="20988" y="17329"/>
                    <a:pt x="22909" y="17828"/>
                    <a:pt x="25620" y="18510"/>
                  </a:cubicBezTo>
                  <a:cubicBezTo>
                    <a:pt x="28331" y="19192"/>
                    <a:pt x="29820" y="19533"/>
                    <a:pt x="30086" y="19533"/>
                  </a:cubicBezTo>
                  <a:cubicBezTo>
                    <a:pt x="30235" y="19533"/>
                    <a:pt x="30343" y="19517"/>
                    <a:pt x="30410" y="19483"/>
                  </a:cubicBezTo>
                  <a:cubicBezTo>
                    <a:pt x="30476" y="19450"/>
                    <a:pt x="30551" y="19359"/>
                    <a:pt x="30635" y="19209"/>
                  </a:cubicBezTo>
                  <a:cubicBezTo>
                    <a:pt x="30734" y="19059"/>
                    <a:pt x="30801" y="18801"/>
                    <a:pt x="30834" y="18435"/>
                  </a:cubicBezTo>
                  <a:cubicBezTo>
                    <a:pt x="30884" y="18070"/>
                    <a:pt x="30909" y="17579"/>
                    <a:pt x="30909" y="16964"/>
                  </a:cubicBezTo>
                  <a:cubicBezTo>
                    <a:pt x="30909" y="16648"/>
                    <a:pt x="30909" y="16431"/>
                    <a:pt x="30909" y="16315"/>
                  </a:cubicBezTo>
                  <a:cubicBezTo>
                    <a:pt x="30926" y="16182"/>
                    <a:pt x="30975" y="16057"/>
                    <a:pt x="31059" y="15941"/>
                  </a:cubicBezTo>
                  <a:cubicBezTo>
                    <a:pt x="31142" y="15808"/>
                    <a:pt x="31275" y="15741"/>
                    <a:pt x="31458" y="15741"/>
                  </a:cubicBezTo>
                  <a:cubicBezTo>
                    <a:pt x="32139" y="15741"/>
                    <a:pt x="32480" y="16049"/>
                    <a:pt x="32480" y="16664"/>
                  </a:cubicBezTo>
                  <a:cubicBezTo>
                    <a:pt x="32480" y="17213"/>
                    <a:pt x="32455" y="18053"/>
                    <a:pt x="32406" y="19184"/>
                  </a:cubicBezTo>
                  <a:cubicBezTo>
                    <a:pt x="32356" y="20315"/>
                    <a:pt x="32331" y="21163"/>
                    <a:pt x="32331" y="21729"/>
                  </a:cubicBezTo>
                  <a:cubicBezTo>
                    <a:pt x="32331" y="22211"/>
                    <a:pt x="32356" y="22934"/>
                    <a:pt x="32406" y="23899"/>
                  </a:cubicBezTo>
                  <a:cubicBezTo>
                    <a:pt x="32455" y="24863"/>
                    <a:pt x="32480" y="25570"/>
                    <a:pt x="32480" y="26019"/>
                  </a:cubicBezTo>
                  <a:cubicBezTo>
                    <a:pt x="32480" y="26468"/>
                    <a:pt x="32281" y="26693"/>
                    <a:pt x="31882" y="26693"/>
                  </a:cubicBezTo>
                  <a:cubicBezTo>
                    <a:pt x="31649" y="26693"/>
                    <a:pt x="31458" y="26660"/>
                    <a:pt x="31308" y="26593"/>
                  </a:cubicBezTo>
                  <a:cubicBezTo>
                    <a:pt x="31175" y="26543"/>
                    <a:pt x="31075" y="26452"/>
                    <a:pt x="31009" y="26319"/>
                  </a:cubicBezTo>
                  <a:cubicBezTo>
                    <a:pt x="30959" y="26186"/>
                    <a:pt x="30926" y="26061"/>
                    <a:pt x="30909" y="25945"/>
                  </a:cubicBezTo>
                  <a:cubicBezTo>
                    <a:pt x="30909" y="25845"/>
                    <a:pt x="30909" y="25695"/>
                    <a:pt x="30909" y="25496"/>
                  </a:cubicBezTo>
                  <a:cubicBezTo>
                    <a:pt x="30909" y="24731"/>
                    <a:pt x="30842" y="24182"/>
                    <a:pt x="30709" y="23849"/>
                  </a:cubicBezTo>
                  <a:cubicBezTo>
                    <a:pt x="30593" y="23516"/>
                    <a:pt x="30410" y="23292"/>
                    <a:pt x="30161" y="23175"/>
                  </a:cubicBezTo>
                  <a:cubicBezTo>
                    <a:pt x="29928" y="23042"/>
                    <a:pt x="29479" y="22901"/>
                    <a:pt x="28813" y="22752"/>
                  </a:cubicBezTo>
                  <a:lnTo>
                    <a:pt x="6062" y="17013"/>
                  </a:lnTo>
                  <a:cubicBezTo>
                    <a:pt x="5048" y="16781"/>
                    <a:pt x="4183" y="16664"/>
                    <a:pt x="3468" y="16664"/>
                  </a:cubicBezTo>
                  <a:cubicBezTo>
                    <a:pt x="2570" y="16664"/>
                    <a:pt x="1954" y="16806"/>
                    <a:pt x="1622" y="17089"/>
                  </a:cubicBezTo>
                  <a:cubicBezTo>
                    <a:pt x="1289" y="17371"/>
                    <a:pt x="1123" y="17762"/>
                    <a:pt x="1123" y="18261"/>
                  </a:cubicBezTo>
                  <a:cubicBezTo>
                    <a:pt x="1123" y="19126"/>
                    <a:pt x="1638" y="19841"/>
                    <a:pt x="2669" y="20406"/>
                  </a:cubicBezTo>
                  <a:cubicBezTo>
                    <a:pt x="3700" y="20972"/>
                    <a:pt x="5214" y="21496"/>
                    <a:pt x="7210" y="21978"/>
                  </a:cubicBezTo>
                  <a:cubicBezTo>
                    <a:pt x="7758" y="22128"/>
                    <a:pt x="8091" y="22252"/>
                    <a:pt x="8207" y="22352"/>
                  </a:cubicBezTo>
                  <a:cubicBezTo>
                    <a:pt x="8324" y="22435"/>
                    <a:pt x="8382" y="22602"/>
                    <a:pt x="8382" y="22851"/>
                  </a:cubicBezTo>
                  <a:cubicBezTo>
                    <a:pt x="8365" y="23267"/>
                    <a:pt x="8191" y="23475"/>
                    <a:pt x="7858" y="23475"/>
                  </a:cubicBezTo>
                  <a:cubicBezTo>
                    <a:pt x="7775" y="23475"/>
                    <a:pt x="7467" y="23408"/>
                    <a:pt x="6935" y="23275"/>
                  </a:cubicBezTo>
                  <a:cubicBezTo>
                    <a:pt x="6386" y="23142"/>
                    <a:pt x="5713" y="22951"/>
                    <a:pt x="4915" y="22702"/>
                  </a:cubicBezTo>
                  <a:cubicBezTo>
                    <a:pt x="4100" y="22435"/>
                    <a:pt x="3434" y="22161"/>
                    <a:pt x="2919" y="21878"/>
                  </a:cubicBezTo>
                  <a:cubicBezTo>
                    <a:pt x="2570" y="21712"/>
                    <a:pt x="2278" y="21554"/>
                    <a:pt x="2046" y="21404"/>
                  </a:cubicBezTo>
                  <a:cubicBezTo>
                    <a:pt x="1813" y="21254"/>
                    <a:pt x="1513" y="21030"/>
                    <a:pt x="1148" y="20731"/>
                  </a:cubicBezTo>
                  <a:cubicBezTo>
                    <a:pt x="782" y="20415"/>
                    <a:pt x="499" y="20032"/>
                    <a:pt x="299" y="19583"/>
                  </a:cubicBezTo>
                  <a:cubicBezTo>
                    <a:pt x="100" y="19134"/>
                    <a:pt x="0" y="18635"/>
                    <a:pt x="0" y="18087"/>
                  </a:cubicBezTo>
                  <a:cubicBezTo>
                    <a:pt x="0" y="17022"/>
                    <a:pt x="316" y="16049"/>
                    <a:pt x="948" y="15168"/>
                  </a:cubicBezTo>
                  <a:cubicBezTo>
                    <a:pt x="1580" y="14286"/>
                    <a:pt x="2536" y="13729"/>
                    <a:pt x="3817" y="13496"/>
                  </a:cubicBezTo>
                  <a:cubicBezTo>
                    <a:pt x="2703" y="12548"/>
                    <a:pt x="1788" y="11492"/>
                    <a:pt x="1073" y="10328"/>
                  </a:cubicBezTo>
                  <a:cubicBezTo>
                    <a:pt x="358" y="9164"/>
                    <a:pt x="0" y="7991"/>
                    <a:pt x="0" y="6811"/>
                  </a:cubicBezTo>
                  <a:cubicBezTo>
                    <a:pt x="0" y="4848"/>
                    <a:pt x="765" y="3226"/>
                    <a:pt x="2295" y="1946"/>
                  </a:cubicBezTo>
                  <a:cubicBezTo>
                    <a:pt x="3809" y="649"/>
                    <a:pt x="5763" y="0"/>
                    <a:pt x="8158" y="0"/>
                  </a:cubicBezTo>
                  <a:moveTo>
                    <a:pt x="5912" y="3692"/>
                  </a:moveTo>
                  <a:cubicBezTo>
                    <a:pt x="4399" y="3692"/>
                    <a:pt x="3226" y="3983"/>
                    <a:pt x="2395" y="4565"/>
                  </a:cubicBezTo>
                  <a:cubicBezTo>
                    <a:pt x="1547" y="5131"/>
                    <a:pt x="1123" y="5929"/>
                    <a:pt x="1123" y="6960"/>
                  </a:cubicBezTo>
                  <a:cubicBezTo>
                    <a:pt x="1123" y="8241"/>
                    <a:pt x="1771" y="9621"/>
                    <a:pt x="3068" y="11101"/>
                  </a:cubicBezTo>
                  <a:cubicBezTo>
                    <a:pt x="4299" y="12565"/>
                    <a:pt x="5488" y="13446"/>
                    <a:pt x="6636" y="13746"/>
                  </a:cubicBezTo>
                  <a:lnTo>
                    <a:pt x="16639" y="16265"/>
                  </a:lnTo>
                  <a:lnTo>
                    <a:pt x="17463" y="16415"/>
                  </a:lnTo>
                  <a:cubicBezTo>
                    <a:pt x="17562" y="16415"/>
                    <a:pt x="17762" y="16390"/>
                    <a:pt x="18061" y="16340"/>
                  </a:cubicBezTo>
                  <a:cubicBezTo>
                    <a:pt x="18344" y="16273"/>
                    <a:pt x="18718" y="16149"/>
                    <a:pt x="19184" y="15966"/>
                  </a:cubicBezTo>
                  <a:cubicBezTo>
                    <a:pt x="19650" y="15766"/>
                    <a:pt x="20090" y="15534"/>
                    <a:pt x="20506" y="15267"/>
                  </a:cubicBezTo>
                  <a:cubicBezTo>
                    <a:pt x="20905" y="14985"/>
                    <a:pt x="21255" y="14594"/>
                    <a:pt x="21554" y="14095"/>
                  </a:cubicBezTo>
                  <a:cubicBezTo>
                    <a:pt x="21853" y="13579"/>
                    <a:pt x="22003" y="13005"/>
                    <a:pt x="22003" y="12374"/>
                  </a:cubicBezTo>
                  <a:cubicBezTo>
                    <a:pt x="22003" y="11359"/>
                    <a:pt x="21554" y="10303"/>
                    <a:pt x="20656" y="9205"/>
                  </a:cubicBezTo>
                  <a:cubicBezTo>
                    <a:pt x="19758" y="8091"/>
                    <a:pt x="18461" y="7118"/>
                    <a:pt x="16764" y="6287"/>
                  </a:cubicBezTo>
                  <a:cubicBezTo>
                    <a:pt x="15666" y="5771"/>
                    <a:pt x="13937" y="5214"/>
                    <a:pt x="11575" y="4615"/>
                  </a:cubicBezTo>
                  <a:cubicBezTo>
                    <a:pt x="9197" y="4000"/>
                    <a:pt x="7309" y="3692"/>
                    <a:pt x="5912" y="3692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1011B9AC-A6ED-4D9D-ED41-9A15887C628D}"/>
                </a:ext>
              </a:extLst>
            </p:cNvPr>
            <p:cNvSpPr/>
            <p:nvPr/>
          </p:nvSpPr>
          <p:spPr>
            <a:xfrm>
              <a:off x="4516925" y="4335619"/>
              <a:ext cx="51090" cy="11849"/>
            </a:xfrm>
            <a:custGeom>
              <a:avLst/>
              <a:gdLst>
                <a:gd name="csX0" fmla="*/ 25545 w 51090"/>
                <a:gd name="csY0" fmla="*/ 11849 h 11849"/>
                <a:gd name="csX1" fmla="*/ 9954 w 51090"/>
                <a:gd name="csY1" fmla="*/ 8631 h 11849"/>
                <a:gd name="csX2" fmla="*/ 4590 w 51090"/>
                <a:gd name="csY2" fmla="*/ 5338 h 11849"/>
                <a:gd name="csX3" fmla="*/ 1073 w 51090"/>
                <a:gd name="csY3" fmla="*/ 2145 h 11849"/>
                <a:gd name="csX4" fmla="*/ 0 w 51090"/>
                <a:gd name="csY4" fmla="*/ 524 h 11849"/>
                <a:gd name="csX5" fmla="*/ 499 w 51090"/>
                <a:gd name="csY5" fmla="*/ 0 h 11849"/>
                <a:gd name="csX6" fmla="*/ 1372 w 51090"/>
                <a:gd name="csY6" fmla="*/ 673 h 11849"/>
                <a:gd name="csX7" fmla="*/ 25545 w 51090"/>
                <a:gd name="csY7" fmla="*/ 8881 h 11849"/>
                <a:gd name="csX8" fmla="*/ 49444 w 51090"/>
                <a:gd name="csY8" fmla="*/ 873 h 11849"/>
                <a:gd name="csX9" fmla="*/ 50592 w 51090"/>
                <a:gd name="csY9" fmla="*/ 0 h 11849"/>
                <a:gd name="csX10" fmla="*/ 51091 w 51090"/>
                <a:gd name="csY10" fmla="*/ 524 h 11849"/>
                <a:gd name="csX11" fmla="*/ 50068 w 51090"/>
                <a:gd name="csY11" fmla="*/ 2096 h 11849"/>
                <a:gd name="csX12" fmla="*/ 46700 w 51090"/>
                <a:gd name="csY12" fmla="*/ 5214 h 11849"/>
                <a:gd name="csX13" fmla="*/ 41486 w 51090"/>
                <a:gd name="csY13" fmla="*/ 8482 h 11849"/>
                <a:gd name="csX14" fmla="*/ 25545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25545" y="11849"/>
                  </a:moveTo>
                  <a:cubicBezTo>
                    <a:pt x="19791" y="11849"/>
                    <a:pt x="14594" y="10777"/>
                    <a:pt x="9954" y="8631"/>
                  </a:cubicBezTo>
                  <a:cubicBezTo>
                    <a:pt x="8008" y="7716"/>
                    <a:pt x="6220" y="6619"/>
                    <a:pt x="4590" y="5338"/>
                  </a:cubicBezTo>
                  <a:cubicBezTo>
                    <a:pt x="2960" y="4058"/>
                    <a:pt x="1788" y="2993"/>
                    <a:pt x="1073" y="2145"/>
                  </a:cubicBezTo>
                  <a:cubicBezTo>
                    <a:pt x="358" y="1297"/>
                    <a:pt x="0" y="756"/>
                    <a:pt x="0" y="524"/>
                  </a:cubicBezTo>
                  <a:cubicBezTo>
                    <a:pt x="0" y="191"/>
                    <a:pt x="166" y="16"/>
                    <a:pt x="499" y="0"/>
                  </a:cubicBezTo>
                  <a:cubicBezTo>
                    <a:pt x="665" y="0"/>
                    <a:pt x="956" y="224"/>
                    <a:pt x="1372" y="673"/>
                  </a:cubicBezTo>
                  <a:cubicBezTo>
                    <a:pt x="6960" y="6161"/>
                    <a:pt x="15018" y="8897"/>
                    <a:pt x="25545" y="8881"/>
                  </a:cubicBezTo>
                  <a:cubicBezTo>
                    <a:pt x="36106" y="8881"/>
                    <a:pt x="44072" y="6211"/>
                    <a:pt x="49444" y="873"/>
                  </a:cubicBezTo>
                  <a:cubicBezTo>
                    <a:pt x="50026" y="291"/>
                    <a:pt x="50409" y="0"/>
                    <a:pt x="50592" y="0"/>
                  </a:cubicBezTo>
                  <a:cubicBezTo>
                    <a:pt x="50925" y="0"/>
                    <a:pt x="51091" y="175"/>
                    <a:pt x="51091" y="524"/>
                  </a:cubicBezTo>
                  <a:cubicBezTo>
                    <a:pt x="51091" y="756"/>
                    <a:pt x="50750" y="1280"/>
                    <a:pt x="50068" y="2096"/>
                  </a:cubicBezTo>
                  <a:cubicBezTo>
                    <a:pt x="49386" y="2910"/>
                    <a:pt x="48263" y="3950"/>
                    <a:pt x="46700" y="5214"/>
                  </a:cubicBezTo>
                  <a:cubicBezTo>
                    <a:pt x="45137" y="6477"/>
                    <a:pt x="43399" y="7567"/>
                    <a:pt x="41486" y="8482"/>
                  </a:cubicBezTo>
                  <a:cubicBezTo>
                    <a:pt x="36846" y="10727"/>
                    <a:pt x="31533" y="11849"/>
                    <a:pt x="25545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8B5D54DD-7B34-ED65-AFA8-6DD2CC1EF1E6}"/>
                </a:ext>
              </a:extLst>
            </p:cNvPr>
            <p:cNvSpPr/>
            <p:nvPr/>
          </p:nvSpPr>
          <p:spPr>
            <a:xfrm>
              <a:off x="4532667" y="4306291"/>
              <a:ext cx="23150" cy="25445"/>
            </a:xfrm>
            <a:custGeom>
              <a:avLst/>
              <a:gdLst>
                <a:gd name="csX0" fmla="*/ 3368 w 23150"/>
                <a:gd name="csY0" fmla="*/ 0 h 25445"/>
                <a:gd name="csX1" fmla="*/ 5563 w 23150"/>
                <a:gd name="csY1" fmla="*/ 873 h 25445"/>
                <a:gd name="csX2" fmla="*/ 6336 w 23150"/>
                <a:gd name="csY2" fmla="*/ 2744 h 25445"/>
                <a:gd name="csX3" fmla="*/ 5788 w 23150"/>
                <a:gd name="csY3" fmla="*/ 4191 h 25445"/>
                <a:gd name="csX4" fmla="*/ 4540 w 23150"/>
                <a:gd name="csY4" fmla="*/ 4690 h 25445"/>
                <a:gd name="csX5" fmla="*/ 2769 w 23150"/>
                <a:gd name="csY5" fmla="*/ 3991 h 25445"/>
                <a:gd name="csX6" fmla="*/ 1771 w 23150"/>
                <a:gd name="csY6" fmla="*/ 2245 h 25445"/>
                <a:gd name="csX7" fmla="*/ 1123 w 23150"/>
                <a:gd name="csY7" fmla="*/ 4790 h 25445"/>
                <a:gd name="csX8" fmla="*/ 1646 w 23150"/>
                <a:gd name="csY8" fmla="*/ 6661 h 25445"/>
                <a:gd name="csX9" fmla="*/ 2844 w 23150"/>
                <a:gd name="csY9" fmla="*/ 8033 h 25445"/>
                <a:gd name="csX10" fmla="*/ 4490 w 23150"/>
                <a:gd name="csY10" fmla="*/ 8981 h 25445"/>
                <a:gd name="csX11" fmla="*/ 6012 w 23150"/>
                <a:gd name="csY11" fmla="*/ 9579 h 25445"/>
                <a:gd name="csX12" fmla="*/ 7160 w 23150"/>
                <a:gd name="csY12" fmla="*/ 9854 h 25445"/>
                <a:gd name="csX13" fmla="*/ 14145 w 23150"/>
                <a:gd name="csY13" fmla="*/ 11600 h 25445"/>
                <a:gd name="csX14" fmla="*/ 18635 w 23150"/>
                <a:gd name="csY14" fmla="*/ 12449 h 25445"/>
                <a:gd name="csX15" fmla="*/ 21055 w 23150"/>
                <a:gd name="csY15" fmla="*/ 11750 h 25445"/>
                <a:gd name="csX16" fmla="*/ 22003 w 23150"/>
                <a:gd name="csY16" fmla="*/ 9654 h 25445"/>
                <a:gd name="csX17" fmla="*/ 21853 w 23150"/>
                <a:gd name="csY17" fmla="*/ 8482 h 25445"/>
                <a:gd name="csX18" fmla="*/ 21230 w 23150"/>
                <a:gd name="csY18" fmla="*/ 7060 h 25445"/>
                <a:gd name="csX19" fmla="*/ 20057 w 23150"/>
                <a:gd name="csY19" fmla="*/ 5513 h 25445"/>
                <a:gd name="csX20" fmla="*/ 18111 w 23150"/>
                <a:gd name="csY20" fmla="*/ 4041 h 25445"/>
                <a:gd name="csX21" fmla="*/ 15317 w 23150"/>
                <a:gd name="csY21" fmla="*/ 2844 h 25445"/>
                <a:gd name="csX22" fmla="*/ 14768 w 23150"/>
                <a:gd name="csY22" fmla="*/ 2195 h 25445"/>
                <a:gd name="csX23" fmla="*/ 15267 w 23150"/>
                <a:gd name="csY23" fmla="*/ 1572 h 25445"/>
                <a:gd name="csX24" fmla="*/ 16590 w 23150"/>
                <a:gd name="csY24" fmla="*/ 1921 h 25445"/>
                <a:gd name="csX25" fmla="*/ 18610 w 23150"/>
                <a:gd name="csY25" fmla="*/ 2969 h 25445"/>
                <a:gd name="csX26" fmla="*/ 20756 w 23150"/>
                <a:gd name="csY26" fmla="*/ 4590 h 25445"/>
                <a:gd name="csX27" fmla="*/ 22452 w 23150"/>
                <a:gd name="csY27" fmla="*/ 6885 h 25445"/>
                <a:gd name="csX28" fmla="*/ 23151 w 23150"/>
                <a:gd name="csY28" fmla="*/ 9754 h 25445"/>
                <a:gd name="csX29" fmla="*/ 22003 w 23150"/>
                <a:gd name="csY29" fmla="*/ 13321 h 25445"/>
                <a:gd name="csX30" fmla="*/ 19259 w 23150"/>
                <a:gd name="csY30" fmla="*/ 15267 h 25445"/>
                <a:gd name="csX31" fmla="*/ 19783 w 23150"/>
                <a:gd name="csY31" fmla="*/ 15567 h 25445"/>
                <a:gd name="csX32" fmla="*/ 20756 w 23150"/>
                <a:gd name="csY32" fmla="*/ 16265 h 25445"/>
                <a:gd name="csX33" fmla="*/ 21903 w 23150"/>
                <a:gd name="csY33" fmla="*/ 17338 h 25445"/>
                <a:gd name="csX34" fmla="*/ 22751 w 23150"/>
                <a:gd name="csY34" fmla="*/ 18810 h 25445"/>
                <a:gd name="csX35" fmla="*/ 23151 w 23150"/>
                <a:gd name="csY35" fmla="*/ 20631 h 25445"/>
                <a:gd name="csX36" fmla="*/ 22801 w 23150"/>
                <a:gd name="csY36" fmla="*/ 22901 h 25445"/>
                <a:gd name="csX37" fmla="*/ 21654 w 23150"/>
                <a:gd name="csY37" fmla="*/ 24697 h 25445"/>
                <a:gd name="csX38" fmla="*/ 19758 w 23150"/>
                <a:gd name="csY38" fmla="*/ 25446 h 25445"/>
                <a:gd name="csX39" fmla="*/ 17687 w 23150"/>
                <a:gd name="csY39" fmla="*/ 24622 h 25445"/>
                <a:gd name="csX40" fmla="*/ 16814 w 23150"/>
                <a:gd name="csY40" fmla="*/ 22626 h 25445"/>
                <a:gd name="csX41" fmla="*/ 17238 w 23150"/>
                <a:gd name="csY41" fmla="*/ 21329 h 25445"/>
                <a:gd name="csX42" fmla="*/ 18585 w 23150"/>
                <a:gd name="csY42" fmla="*/ 20731 h 25445"/>
                <a:gd name="csX43" fmla="*/ 20381 w 23150"/>
                <a:gd name="csY43" fmla="*/ 21429 h 25445"/>
                <a:gd name="csX44" fmla="*/ 21354 w 23150"/>
                <a:gd name="csY44" fmla="*/ 23125 h 25445"/>
                <a:gd name="csX45" fmla="*/ 22003 w 23150"/>
                <a:gd name="csY45" fmla="*/ 20581 h 25445"/>
                <a:gd name="csX46" fmla="*/ 20556 w 23150"/>
                <a:gd name="csY46" fmla="*/ 17637 h 25445"/>
                <a:gd name="csX47" fmla="*/ 16689 w 23150"/>
                <a:gd name="csY47" fmla="*/ 15716 h 25445"/>
                <a:gd name="csX48" fmla="*/ 8282 w 23150"/>
                <a:gd name="csY48" fmla="*/ 13571 h 25445"/>
                <a:gd name="csX49" fmla="*/ 4540 w 23150"/>
                <a:gd name="csY49" fmla="*/ 12972 h 25445"/>
                <a:gd name="csX50" fmla="*/ 2769 w 23150"/>
                <a:gd name="csY50" fmla="*/ 13247 h 25445"/>
                <a:gd name="csX51" fmla="*/ 1721 w 23150"/>
                <a:gd name="csY51" fmla="*/ 13995 h 25445"/>
                <a:gd name="csX52" fmla="*/ 1247 w 23150"/>
                <a:gd name="csY52" fmla="*/ 14868 h 25445"/>
                <a:gd name="csX53" fmla="*/ 1123 w 23150"/>
                <a:gd name="csY53" fmla="*/ 15716 h 25445"/>
                <a:gd name="csX54" fmla="*/ 1422 w 23150"/>
                <a:gd name="csY54" fmla="*/ 17313 h 25445"/>
                <a:gd name="csX55" fmla="*/ 2420 w 23150"/>
                <a:gd name="csY55" fmla="*/ 19134 h 25445"/>
                <a:gd name="csX56" fmla="*/ 4490 w 23150"/>
                <a:gd name="csY56" fmla="*/ 21030 h 25445"/>
                <a:gd name="csX57" fmla="*/ 7808 w 23150"/>
                <a:gd name="csY57" fmla="*/ 22577 h 25445"/>
                <a:gd name="csX58" fmla="*/ 8382 w 23150"/>
                <a:gd name="csY58" fmla="*/ 23250 h 25445"/>
                <a:gd name="csX59" fmla="*/ 7858 w 23150"/>
                <a:gd name="csY59" fmla="*/ 23849 h 25445"/>
                <a:gd name="csX60" fmla="*/ 6561 w 23150"/>
                <a:gd name="csY60" fmla="*/ 23525 h 25445"/>
                <a:gd name="csX61" fmla="*/ 4540 w 23150"/>
                <a:gd name="csY61" fmla="*/ 22477 h 25445"/>
                <a:gd name="csX62" fmla="*/ 2420 w 23150"/>
                <a:gd name="csY62" fmla="*/ 20830 h 25445"/>
                <a:gd name="csX63" fmla="*/ 699 w 23150"/>
                <a:gd name="csY63" fmla="*/ 18510 h 25445"/>
                <a:gd name="csX64" fmla="*/ 0 w 23150"/>
                <a:gd name="csY64" fmla="*/ 15617 h 25445"/>
                <a:gd name="csX65" fmla="*/ 150 w 23150"/>
                <a:gd name="csY65" fmla="*/ 14294 h 25445"/>
                <a:gd name="csX66" fmla="*/ 649 w 23150"/>
                <a:gd name="csY66" fmla="*/ 12822 h 25445"/>
                <a:gd name="csX67" fmla="*/ 1846 w 23150"/>
                <a:gd name="csY67" fmla="*/ 11276 h 25445"/>
                <a:gd name="csX68" fmla="*/ 3867 w 23150"/>
                <a:gd name="csY68" fmla="*/ 10103 h 25445"/>
                <a:gd name="csX69" fmla="*/ 2744 w 23150"/>
                <a:gd name="csY69" fmla="*/ 9405 h 25445"/>
                <a:gd name="csX70" fmla="*/ 1522 w 23150"/>
                <a:gd name="csY70" fmla="*/ 8332 h 25445"/>
                <a:gd name="csX71" fmla="*/ 424 w 23150"/>
                <a:gd name="csY71" fmla="*/ 6735 h 25445"/>
                <a:gd name="csX72" fmla="*/ 0 w 23150"/>
                <a:gd name="csY72" fmla="*/ 4740 h 25445"/>
                <a:gd name="csX73" fmla="*/ 274 w 23150"/>
                <a:gd name="csY73" fmla="*/ 2719 h 25445"/>
                <a:gd name="csX74" fmla="*/ 1347 w 23150"/>
                <a:gd name="csY74" fmla="*/ 873 h 25445"/>
                <a:gd name="csX75" fmla="*/ 3368 w 23150"/>
                <a:gd name="csY75" fmla="*/ 0 h 25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3150" h="25445">
                  <a:moveTo>
                    <a:pt x="3368" y="0"/>
                  </a:moveTo>
                  <a:cubicBezTo>
                    <a:pt x="4299" y="0"/>
                    <a:pt x="5031" y="291"/>
                    <a:pt x="5563" y="873"/>
                  </a:cubicBezTo>
                  <a:cubicBezTo>
                    <a:pt x="6079" y="1455"/>
                    <a:pt x="6336" y="2079"/>
                    <a:pt x="6336" y="2744"/>
                  </a:cubicBezTo>
                  <a:cubicBezTo>
                    <a:pt x="6336" y="3376"/>
                    <a:pt x="6154" y="3858"/>
                    <a:pt x="5788" y="4191"/>
                  </a:cubicBezTo>
                  <a:cubicBezTo>
                    <a:pt x="5422" y="4524"/>
                    <a:pt x="5006" y="4690"/>
                    <a:pt x="4540" y="4690"/>
                  </a:cubicBezTo>
                  <a:cubicBezTo>
                    <a:pt x="3908" y="4690"/>
                    <a:pt x="3318" y="4457"/>
                    <a:pt x="2769" y="3991"/>
                  </a:cubicBezTo>
                  <a:cubicBezTo>
                    <a:pt x="2220" y="3526"/>
                    <a:pt x="1888" y="2944"/>
                    <a:pt x="1771" y="2245"/>
                  </a:cubicBezTo>
                  <a:cubicBezTo>
                    <a:pt x="1339" y="2927"/>
                    <a:pt x="1123" y="3775"/>
                    <a:pt x="1123" y="4790"/>
                  </a:cubicBezTo>
                  <a:cubicBezTo>
                    <a:pt x="1123" y="5455"/>
                    <a:pt x="1297" y="6079"/>
                    <a:pt x="1646" y="6661"/>
                  </a:cubicBezTo>
                  <a:cubicBezTo>
                    <a:pt x="1996" y="7226"/>
                    <a:pt x="2395" y="7683"/>
                    <a:pt x="2844" y="8033"/>
                  </a:cubicBezTo>
                  <a:cubicBezTo>
                    <a:pt x="3293" y="8365"/>
                    <a:pt x="3842" y="8681"/>
                    <a:pt x="4490" y="8981"/>
                  </a:cubicBezTo>
                  <a:cubicBezTo>
                    <a:pt x="5122" y="9264"/>
                    <a:pt x="5630" y="9463"/>
                    <a:pt x="6012" y="9579"/>
                  </a:cubicBezTo>
                  <a:cubicBezTo>
                    <a:pt x="6378" y="9679"/>
                    <a:pt x="6761" y="9771"/>
                    <a:pt x="7160" y="9854"/>
                  </a:cubicBezTo>
                  <a:lnTo>
                    <a:pt x="14145" y="11600"/>
                  </a:lnTo>
                  <a:cubicBezTo>
                    <a:pt x="16357" y="12166"/>
                    <a:pt x="17854" y="12449"/>
                    <a:pt x="18635" y="12449"/>
                  </a:cubicBezTo>
                  <a:cubicBezTo>
                    <a:pt x="19600" y="12449"/>
                    <a:pt x="20406" y="12216"/>
                    <a:pt x="21055" y="11750"/>
                  </a:cubicBezTo>
                  <a:cubicBezTo>
                    <a:pt x="21687" y="11284"/>
                    <a:pt x="22003" y="10586"/>
                    <a:pt x="22003" y="9654"/>
                  </a:cubicBezTo>
                  <a:cubicBezTo>
                    <a:pt x="22003" y="9288"/>
                    <a:pt x="21953" y="8897"/>
                    <a:pt x="21853" y="8482"/>
                  </a:cubicBezTo>
                  <a:cubicBezTo>
                    <a:pt x="21737" y="8066"/>
                    <a:pt x="21529" y="7592"/>
                    <a:pt x="21230" y="7060"/>
                  </a:cubicBezTo>
                  <a:cubicBezTo>
                    <a:pt x="20914" y="6511"/>
                    <a:pt x="20523" y="5995"/>
                    <a:pt x="20057" y="5513"/>
                  </a:cubicBezTo>
                  <a:cubicBezTo>
                    <a:pt x="19575" y="5014"/>
                    <a:pt x="18926" y="4524"/>
                    <a:pt x="18111" y="4041"/>
                  </a:cubicBezTo>
                  <a:cubicBezTo>
                    <a:pt x="17296" y="3559"/>
                    <a:pt x="16365" y="3160"/>
                    <a:pt x="15317" y="2844"/>
                  </a:cubicBezTo>
                  <a:cubicBezTo>
                    <a:pt x="14951" y="2744"/>
                    <a:pt x="14768" y="2528"/>
                    <a:pt x="14768" y="2195"/>
                  </a:cubicBezTo>
                  <a:cubicBezTo>
                    <a:pt x="14768" y="1779"/>
                    <a:pt x="14935" y="1572"/>
                    <a:pt x="15267" y="1572"/>
                  </a:cubicBezTo>
                  <a:cubicBezTo>
                    <a:pt x="15550" y="1572"/>
                    <a:pt x="15991" y="1688"/>
                    <a:pt x="16590" y="1921"/>
                  </a:cubicBezTo>
                  <a:cubicBezTo>
                    <a:pt x="17172" y="2137"/>
                    <a:pt x="17845" y="2486"/>
                    <a:pt x="18610" y="2969"/>
                  </a:cubicBezTo>
                  <a:cubicBezTo>
                    <a:pt x="19359" y="3434"/>
                    <a:pt x="20074" y="3975"/>
                    <a:pt x="20756" y="4590"/>
                  </a:cubicBezTo>
                  <a:cubicBezTo>
                    <a:pt x="21421" y="5206"/>
                    <a:pt x="21986" y="5971"/>
                    <a:pt x="22452" y="6885"/>
                  </a:cubicBezTo>
                  <a:cubicBezTo>
                    <a:pt x="22918" y="7800"/>
                    <a:pt x="23151" y="8756"/>
                    <a:pt x="23151" y="9754"/>
                  </a:cubicBezTo>
                  <a:cubicBezTo>
                    <a:pt x="23151" y="11184"/>
                    <a:pt x="22768" y="12373"/>
                    <a:pt x="22003" y="13321"/>
                  </a:cubicBezTo>
                  <a:cubicBezTo>
                    <a:pt x="21238" y="14269"/>
                    <a:pt x="20323" y="14918"/>
                    <a:pt x="19259" y="15267"/>
                  </a:cubicBezTo>
                  <a:cubicBezTo>
                    <a:pt x="19409" y="15350"/>
                    <a:pt x="19583" y="15450"/>
                    <a:pt x="19783" y="15567"/>
                  </a:cubicBezTo>
                  <a:cubicBezTo>
                    <a:pt x="19982" y="15683"/>
                    <a:pt x="20307" y="15916"/>
                    <a:pt x="20756" y="16265"/>
                  </a:cubicBezTo>
                  <a:cubicBezTo>
                    <a:pt x="21188" y="16598"/>
                    <a:pt x="21571" y="16955"/>
                    <a:pt x="21903" y="17338"/>
                  </a:cubicBezTo>
                  <a:cubicBezTo>
                    <a:pt x="22219" y="17721"/>
                    <a:pt x="22502" y="18211"/>
                    <a:pt x="22751" y="18810"/>
                  </a:cubicBezTo>
                  <a:cubicBezTo>
                    <a:pt x="23017" y="19392"/>
                    <a:pt x="23151" y="19999"/>
                    <a:pt x="23151" y="20631"/>
                  </a:cubicBezTo>
                  <a:cubicBezTo>
                    <a:pt x="23151" y="21429"/>
                    <a:pt x="23034" y="22186"/>
                    <a:pt x="22801" y="22901"/>
                  </a:cubicBezTo>
                  <a:cubicBezTo>
                    <a:pt x="22568" y="23600"/>
                    <a:pt x="22186" y="24198"/>
                    <a:pt x="21654" y="24697"/>
                  </a:cubicBezTo>
                  <a:cubicBezTo>
                    <a:pt x="21122" y="25196"/>
                    <a:pt x="20490" y="25446"/>
                    <a:pt x="19758" y="25446"/>
                  </a:cubicBezTo>
                  <a:cubicBezTo>
                    <a:pt x="18943" y="25446"/>
                    <a:pt x="18253" y="25171"/>
                    <a:pt x="17687" y="24622"/>
                  </a:cubicBezTo>
                  <a:cubicBezTo>
                    <a:pt x="17105" y="24057"/>
                    <a:pt x="16814" y="23391"/>
                    <a:pt x="16814" y="22626"/>
                  </a:cubicBezTo>
                  <a:cubicBezTo>
                    <a:pt x="16814" y="22144"/>
                    <a:pt x="16955" y="21712"/>
                    <a:pt x="17238" y="21329"/>
                  </a:cubicBezTo>
                  <a:cubicBezTo>
                    <a:pt x="17521" y="20930"/>
                    <a:pt x="17970" y="20731"/>
                    <a:pt x="18585" y="20731"/>
                  </a:cubicBezTo>
                  <a:cubicBezTo>
                    <a:pt x="19267" y="20731"/>
                    <a:pt x="19866" y="20963"/>
                    <a:pt x="20381" y="21429"/>
                  </a:cubicBezTo>
                  <a:cubicBezTo>
                    <a:pt x="20897" y="21895"/>
                    <a:pt x="21221" y="22460"/>
                    <a:pt x="21354" y="23125"/>
                  </a:cubicBezTo>
                  <a:cubicBezTo>
                    <a:pt x="21787" y="22444"/>
                    <a:pt x="22003" y="21596"/>
                    <a:pt x="22003" y="20581"/>
                  </a:cubicBezTo>
                  <a:cubicBezTo>
                    <a:pt x="22003" y="19483"/>
                    <a:pt x="21521" y="18502"/>
                    <a:pt x="20556" y="17637"/>
                  </a:cubicBezTo>
                  <a:cubicBezTo>
                    <a:pt x="19591" y="16772"/>
                    <a:pt x="18303" y="16132"/>
                    <a:pt x="16689" y="15716"/>
                  </a:cubicBezTo>
                  <a:cubicBezTo>
                    <a:pt x="12814" y="14685"/>
                    <a:pt x="10012" y="13970"/>
                    <a:pt x="8282" y="13571"/>
                  </a:cubicBezTo>
                  <a:cubicBezTo>
                    <a:pt x="6536" y="13172"/>
                    <a:pt x="5289" y="12972"/>
                    <a:pt x="4540" y="12972"/>
                  </a:cubicBezTo>
                  <a:cubicBezTo>
                    <a:pt x="3842" y="12972"/>
                    <a:pt x="3251" y="13064"/>
                    <a:pt x="2769" y="13247"/>
                  </a:cubicBezTo>
                  <a:cubicBezTo>
                    <a:pt x="2287" y="13430"/>
                    <a:pt x="1938" y="13679"/>
                    <a:pt x="1721" y="13995"/>
                  </a:cubicBezTo>
                  <a:cubicBezTo>
                    <a:pt x="1488" y="14294"/>
                    <a:pt x="1331" y="14585"/>
                    <a:pt x="1247" y="14868"/>
                  </a:cubicBezTo>
                  <a:cubicBezTo>
                    <a:pt x="1164" y="15134"/>
                    <a:pt x="1123" y="15417"/>
                    <a:pt x="1123" y="15716"/>
                  </a:cubicBezTo>
                  <a:cubicBezTo>
                    <a:pt x="1123" y="16215"/>
                    <a:pt x="1222" y="16748"/>
                    <a:pt x="1422" y="17313"/>
                  </a:cubicBezTo>
                  <a:cubicBezTo>
                    <a:pt x="1622" y="17862"/>
                    <a:pt x="1954" y="18469"/>
                    <a:pt x="2420" y="19134"/>
                  </a:cubicBezTo>
                  <a:cubicBezTo>
                    <a:pt x="2869" y="19783"/>
                    <a:pt x="3559" y="20415"/>
                    <a:pt x="4490" y="21030"/>
                  </a:cubicBezTo>
                  <a:cubicBezTo>
                    <a:pt x="5422" y="21645"/>
                    <a:pt x="6528" y="22161"/>
                    <a:pt x="7808" y="22577"/>
                  </a:cubicBezTo>
                  <a:cubicBezTo>
                    <a:pt x="8191" y="22660"/>
                    <a:pt x="8382" y="22884"/>
                    <a:pt x="8382" y="23250"/>
                  </a:cubicBezTo>
                  <a:cubicBezTo>
                    <a:pt x="8365" y="23649"/>
                    <a:pt x="8191" y="23849"/>
                    <a:pt x="7858" y="23849"/>
                  </a:cubicBezTo>
                  <a:cubicBezTo>
                    <a:pt x="7575" y="23849"/>
                    <a:pt x="7143" y="23741"/>
                    <a:pt x="6561" y="23525"/>
                  </a:cubicBezTo>
                  <a:cubicBezTo>
                    <a:pt x="5962" y="23292"/>
                    <a:pt x="5289" y="22943"/>
                    <a:pt x="4540" y="22477"/>
                  </a:cubicBezTo>
                  <a:cubicBezTo>
                    <a:pt x="3792" y="21995"/>
                    <a:pt x="3085" y="21446"/>
                    <a:pt x="2420" y="20830"/>
                  </a:cubicBezTo>
                  <a:cubicBezTo>
                    <a:pt x="1738" y="20198"/>
                    <a:pt x="1164" y="19425"/>
                    <a:pt x="699" y="18510"/>
                  </a:cubicBezTo>
                  <a:cubicBezTo>
                    <a:pt x="233" y="17579"/>
                    <a:pt x="0" y="16615"/>
                    <a:pt x="0" y="15617"/>
                  </a:cubicBezTo>
                  <a:cubicBezTo>
                    <a:pt x="0" y="15168"/>
                    <a:pt x="50" y="14727"/>
                    <a:pt x="150" y="14294"/>
                  </a:cubicBezTo>
                  <a:cubicBezTo>
                    <a:pt x="233" y="13845"/>
                    <a:pt x="399" y="13355"/>
                    <a:pt x="649" y="12822"/>
                  </a:cubicBezTo>
                  <a:cubicBezTo>
                    <a:pt x="898" y="12274"/>
                    <a:pt x="1297" y="11758"/>
                    <a:pt x="1846" y="11276"/>
                  </a:cubicBezTo>
                  <a:cubicBezTo>
                    <a:pt x="2395" y="10793"/>
                    <a:pt x="3068" y="10403"/>
                    <a:pt x="3867" y="10103"/>
                  </a:cubicBezTo>
                  <a:cubicBezTo>
                    <a:pt x="3484" y="9904"/>
                    <a:pt x="3110" y="9671"/>
                    <a:pt x="2744" y="9405"/>
                  </a:cubicBezTo>
                  <a:cubicBezTo>
                    <a:pt x="2378" y="9122"/>
                    <a:pt x="1971" y="8764"/>
                    <a:pt x="1522" y="8332"/>
                  </a:cubicBezTo>
                  <a:cubicBezTo>
                    <a:pt x="1056" y="7883"/>
                    <a:pt x="690" y="7351"/>
                    <a:pt x="424" y="6735"/>
                  </a:cubicBezTo>
                  <a:cubicBezTo>
                    <a:pt x="141" y="6104"/>
                    <a:pt x="0" y="5438"/>
                    <a:pt x="0" y="4740"/>
                  </a:cubicBezTo>
                  <a:cubicBezTo>
                    <a:pt x="0" y="4058"/>
                    <a:pt x="91" y="3384"/>
                    <a:pt x="274" y="2719"/>
                  </a:cubicBezTo>
                  <a:cubicBezTo>
                    <a:pt x="441" y="2054"/>
                    <a:pt x="798" y="1439"/>
                    <a:pt x="1347" y="873"/>
                  </a:cubicBezTo>
                  <a:cubicBezTo>
                    <a:pt x="1879" y="291"/>
                    <a:pt x="2553" y="0"/>
                    <a:pt x="3368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5BA1E819-F17B-C080-150D-5B4CDB07139E}"/>
                </a:ext>
              </a:extLst>
            </p:cNvPr>
            <p:cNvSpPr/>
            <p:nvPr/>
          </p:nvSpPr>
          <p:spPr>
            <a:xfrm>
              <a:off x="4516925" y="4289524"/>
              <a:ext cx="51090" cy="11849"/>
            </a:xfrm>
            <a:custGeom>
              <a:avLst/>
              <a:gdLst>
                <a:gd name="csX0" fmla="*/ 50592 w 51090"/>
                <a:gd name="csY0" fmla="*/ 11849 h 11849"/>
                <a:gd name="csX1" fmla="*/ 49719 w 51090"/>
                <a:gd name="csY1" fmla="*/ 11201 h 11849"/>
                <a:gd name="csX2" fmla="*/ 25545 w 51090"/>
                <a:gd name="csY2" fmla="*/ 2968 h 11849"/>
                <a:gd name="csX3" fmla="*/ 1696 w 51090"/>
                <a:gd name="csY3" fmla="*/ 10877 h 11849"/>
                <a:gd name="csX4" fmla="*/ 499 w 51090"/>
                <a:gd name="csY4" fmla="*/ 11849 h 11849"/>
                <a:gd name="csX5" fmla="*/ 0 w 51090"/>
                <a:gd name="csY5" fmla="*/ 11351 h 11849"/>
                <a:gd name="csX6" fmla="*/ 1023 w 51090"/>
                <a:gd name="csY6" fmla="*/ 9779 h 11849"/>
                <a:gd name="csX7" fmla="*/ 4391 w 51090"/>
                <a:gd name="csY7" fmla="*/ 6660 h 11849"/>
                <a:gd name="csX8" fmla="*/ 9604 w 51090"/>
                <a:gd name="csY8" fmla="*/ 3368 h 11849"/>
                <a:gd name="csX9" fmla="*/ 25545 w 51090"/>
                <a:gd name="csY9" fmla="*/ 0 h 11849"/>
                <a:gd name="csX10" fmla="*/ 41137 w 51090"/>
                <a:gd name="csY10" fmla="*/ 3218 h 11849"/>
                <a:gd name="csX11" fmla="*/ 46501 w 51090"/>
                <a:gd name="csY11" fmla="*/ 6511 h 11849"/>
                <a:gd name="csX12" fmla="*/ 50018 w 51090"/>
                <a:gd name="csY12" fmla="*/ 9704 h 11849"/>
                <a:gd name="csX13" fmla="*/ 51091 w 51090"/>
                <a:gd name="csY13" fmla="*/ 11351 h 11849"/>
                <a:gd name="csX14" fmla="*/ 50592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50592" y="11849"/>
                  </a:moveTo>
                  <a:cubicBezTo>
                    <a:pt x="50425" y="11849"/>
                    <a:pt x="50134" y="11633"/>
                    <a:pt x="49719" y="11201"/>
                  </a:cubicBezTo>
                  <a:cubicBezTo>
                    <a:pt x="44131" y="5713"/>
                    <a:pt x="36073" y="2968"/>
                    <a:pt x="25545" y="2968"/>
                  </a:cubicBezTo>
                  <a:cubicBezTo>
                    <a:pt x="14985" y="2968"/>
                    <a:pt x="7035" y="5604"/>
                    <a:pt x="1696" y="10877"/>
                  </a:cubicBezTo>
                  <a:cubicBezTo>
                    <a:pt x="1081" y="11525"/>
                    <a:pt x="682" y="11849"/>
                    <a:pt x="499" y="11849"/>
                  </a:cubicBezTo>
                  <a:cubicBezTo>
                    <a:pt x="166" y="11849"/>
                    <a:pt x="0" y="11683"/>
                    <a:pt x="0" y="11351"/>
                  </a:cubicBezTo>
                  <a:cubicBezTo>
                    <a:pt x="0" y="11118"/>
                    <a:pt x="341" y="10594"/>
                    <a:pt x="1023" y="9779"/>
                  </a:cubicBezTo>
                  <a:cubicBezTo>
                    <a:pt x="1705" y="8948"/>
                    <a:pt x="2827" y="7908"/>
                    <a:pt x="4391" y="6660"/>
                  </a:cubicBezTo>
                  <a:cubicBezTo>
                    <a:pt x="5954" y="5397"/>
                    <a:pt x="7692" y="4299"/>
                    <a:pt x="9604" y="3368"/>
                  </a:cubicBezTo>
                  <a:cubicBezTo>
                    <a:pt x="14245" y="1123"/>
                    <a:pt x="19558" y="0"/>
                    <a:pt x="25545" y="0"/>
                  </a:cubicBezTo>
                  <a:cubicBezTo>
                    <a:pt x="31300" y="0"/>
                    <a:pt x="36497" y="1073"/>
                    <a:pt x="41137" y="3218"/>
                  </a:cubicBezTo>
                  <a:cubicBezTo>
                    <a:pt x="43083" y="4133"/>
                    <a:pt x="44871" y="5230"/>
                    <a:pt x="46501" y="6511"/>
                  </a:cubicBezTo>
                  <a:cubicBezTo>
                    <a:pt x="48130" y="7791"/>
                    <a:pt x="49303" y="8856"/>
                    <a:pt x="50018" y="9704"/>
                  </a:cubicBezTo>
                  <a:cubicBezTo>
                    <a:pt x="50733" y="10552"/>
                    <a:pt x="51091" y="11101"/>
                    <a:pt x="51091" y="11351"/>
                  </a:cubicBezTo>
                  <a:cubicBezTo>
                    <a:pt x="51091" y="11683"/>
                    <a:pt x="50925" y="11849"/>
                    <a:pt x="50592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3D54A1C7-BFF5-E253-6D30-8AB00DD58652}"/>
                </a:ext>
              </a:extLst>
            </p:cNvPr>
            <p:cNvSpPr/>
            <p:nvPr/>
          </p:nvSpPr>
          <p:spPr>
            <a:xfrm>
              <a:off x="4725796" y="3997119"/>
              <a:ext cx="1008380" cy="667385"/>
            </a:xfrm>
            <a:custGeom>
              <a:avLst/>
              <a:gdLst>
                <a:gd name="csX0" fmla="*/ 0 w 1008380"/>
                <a:gd name="csY0" fmla="*/ 667386 h 667385"/>
                <a:gd name="csX1" fmla="*/ 1009 w 1008380"/>
                <a:gd name="csY1" fmla="*/ 667386 h 667385"/>
                <a:gd name="csX2" fmla="*/ 2019 w 1008380"/>
                <a:gd name="csY2" fmla="*/ 667386 h 667385"/>
                <a:gd name="csX3" fmla="*/ 3028 w 1008380"/>
                <a:gd name="csY3" fmla="*/ 667386 h 667385"/>
                <a:gd name="csX4" fmla="*/ 4037 w 1008380"/>
                <a:gd name="csY4" fmla="*/ 667386 h 667385"/>
                <a:gd name="csX5" fmla="*/ 5047 w 1008380"/>
                <a:gd name="csY5" fmla="*/ 667386 h 667385"/>
                <a:gd name="csX6" fmla="*/ 6056 w 1008380"/>
                <a:gd name="csY6" fmla="*/ 667386 h 667385"/>
                <a:gd name="csX7" fmla="*/ 7066 w 1008380"/>
                <a:gd name="csY7" fmla="*/ 667386 h 667385"/>
                <a:gd name="csX8" fmla="*/ 8075 w 1008380"/>
                <a:gd name="csY8" fmla="*/ 667386 h 667385"/>
                <a:gd name="csX9" fmla="*/ 9085 w 1008380"/>
                <a:gd name="csY9" fmla="*/ 667386 h 667385"/>
                <a:gd name="csX10" fmla="*/ 10094 w 1008380"/>
                <a:gd name="csY10" fmla="*/ 667386 h 667385"/>
                <a:gd name="csX11" fmla="*/ 11103 w 1008380"/>
                <a:gd name="csY11" fmla="*/ 667386 h 667385"/>
                <a:gd name="csX12" fmla="*/ 12113 w 1008380"/>
                <a:gd name="csY12" fmla="*/ 667386 h 667385"/>
                <a:gd name="csX13" fmla="*/ 13122 w 1008380"/>
                <a:gd name="csY13" fmla="*/ 667386 h 667385"/>
                <a:gd name="csX14" fmla="*/ 14131 w 1008380"/>
                <a:gd name="csY14" fmla="*/ 667386 h 667385"/>
                <a:gd name="csX15" fmla="*/ 15141 w 1008380"/>
                <a:gd name="csY15" fmla="*/ 667386 h 667385"/>
                <a:gd name="csX16" fmla="*/ 16150 w 1008380"/>
                <a:gd name="csY16" fmla="*/ 667386 h 667385"/>
                <a:gd name="csX17" fmla="*/ 17159 w 1008380"/>
                <a:gd name="csY17" fmla="*/ 667386 h 667385"/>
                <a:gd name="csX18" fmla="*/ 18169 w 1008380"/>
                <a:gd name="csY18" fmla="*/ 667386 h 667385"/>
                <a:gd name="csX19" fmla="*/ 19178 w 1008380"/>
                <a:gd name="csY19" fmla="*/ 667386 h 667385"/>
                <a:gd name="csX20" fmla="*/ 20187 w 1008380"/>
                <a:gd name="csY20" fmla="*/ 667386 h 667385"/>
                <a:gd name="csX21" fmla="*/ 21197 w 1008380"/>
                <a:gd name="csY21" fmla="*/ 667386 h 667385"/>
                <a:gd name="csX22" fmla="*/ 22206 w 1008380"/>
                <a:gd name="csY22" fmla="*/ 667386 h 667385"/>
                <a:gd name="csX23" fmla="*/ 23216 w 1008380"/>
                <a:gd name="csY23" fmla="*/ 667386 h 667385"/>
                <a:gd name="csX24" fmla="*/ 24225 w 1008380"/>
                <a:gd name="csY24" fmla="*/ 667386 h 667385"/>
                <a:gd name="csX25" fmla="*/ 25235 w 1008380"/>
                <a:gd name="csY25" fmla="*/ 667386 h 667385"/>
                <a:gd name="csX26" fmla="*/ 26244 w 1008380"/>
                <a:gd name="csY26" fmla="*/ 667386 h 667385"/>
                <a:gd name="csX27" fmla="*/ 27253 w 1008380"/>
                <a:gd name="csY27" fmla="*/ 667386 h 667385"/>
                <a:gd name="csX28" fmla="*/ 28263 w 1008380"/>
                <a:gd name="csY28" fmla="*/ 667386 h 667385"/>
                <a:gd name="csX29" fmla="*/ 29272 w 1008380"/>
                <a:gd name="csY29" fmla="*/ 667386 h 667385"/>
                <a:gd name="csX30" fmla="*/ 30282 w 1008380"/>
                <a:gd name="csY30" fmla="*/ 667386 h 667385"/>
                <a:gd name="csX31" fmla="*/ 31291 w 1008380"/>
                <a:gd name="csY31" fmla="*/ 667386 h 667385"/>
                <a:gd name="csX32" fmla="*/ 32301 w 1008380"/>
                <a:gd name="csY32" fmla="*/ 667386 h 667385"/>
                <a:gd name="csX33" fmla="*/ 33310 w 1008380"/>
                <a:gd name="csY33" fmla="*/ 667386 h 667385"/>
                <a:gd name="csX34" fmla="*/ 34319 w 1008380"/>
                <a:gd name="csY34" fmla="*/ 667386 h 667385"/>
                <a:gd name="csX35" fmla="*/ 35329 w 1008380"/>
                <a:gd name="csY35" fmla="*/ 667386 h 667385"/>
                <a:gd name="csX36" fmla="*/ 36338 w 1008380"/>
                <a:gd name="csY36" fmla="*/ 667386 h 667385"/>
                <a:gd name="csX37" fmla="*/ 37347 w 1008380"/>
                <a:gd name="csY37" fmla="*/ 667386 h 667385"/>
                <a:gd name="csX38" fmla="*/ 38357 w 1008380"/>
                <a:gd name="csY38" fmla="*/ 667386 h 667385"/>
                <a:gd name="csX39" fmla="*/ 39366 w 1008380"/>
                <a:gd name="csY39" fmla="*/ 667386 h 667385"/>
                <a:gd name="csX40" fmla="*/ 40375 w 1008380"/>
                <a:gd name="csY40" fmla="*/ 667386 h 667385"/>
                <a:gd name="csX41" fmla="*/ 41385 w 1008380"/>
                <a:gd name="csY41" fmla="*/ 667386 h 667385"/>
                <a:gd name="csX42" fmla="*/ 42394 w 1008380"/>
                <a:gd name="csY42" fmla="*/ 667386 h 667385"/>
                <a:gd name="csX43" fmla="*/ 43403 w 1008380"/>
                <a:gd name="csY43" fmla="*/ 667380 h 667385"/>
                <a:gd name="csX44" fmla="*/ 44413 w 1008380"/>
                <a:gd name="csY44" fmla="*/ 667380 h 667385"/>
                <a:gd name="csX45" fmla="*/ 45422 w 1008380"/>
                <a:gd name="csY45" fmla="*/ 667380 h 667385"/>
                <a:gd name="csX46" fmla="*/ 46432 w 1008380"/>
                <a:gd name="csY46" fmla="*/ 667380 h 667385"/>
                <a:gd name="csX47" fmla="*/ 47441 w 1008380"/>
                <a:gd name="csY47" fmla="*/ 667380 h 667385"/>
                <a:gd name="csX48" fmla="*/ 48451 w 1008380"/>
                <a:gd name="csY48" fmla="*/ 667380 h 667385"/>
                <a:gd name="csX49" fmla="*/ 49460 w 1008380"/>
                <a:gd name="csY49" fmla="*/ 667375 h 667385"/>
                <a:gd name="csX50" fmla="*/ 50469 w 1008380"/>
                <a:gd name="csY50" fmla="*/ 667375 h 667385"/>
                <a:gd name="csX51" fmla="*/ 51479 w 1008380"/>
                <a:gd name="csY51" fmla="*/ 667375 h 667385"/>
                <a:gd name="csX52" fmla="*/ 52488 w 1008380"/>
                <a:gd name="csY52" fmla="*/ 667375 h 667385"/>
                <a:gd name="csX53" fmla="*/ 53498 w 1008380"/>
                <a:gd name="csY53" fmla="*/ 667370 h 667385"/>
                <a:gd name="csX54" fmla="*/ 54507 w 1008380"/>
                <a:gd name="csY54" fmla="*/ 667370 h 667385"/>
                <a:gd name="csX55" fmla="*/ 55516 w 1008380"/>
                <a:gd name="csY55" fmla="*/ 667364 h 667385"/>
                <a:gd name="csX56" fmla="*/ 56526 w 1008380"/>
                <a:gd name="csY56" fmla="*/ 667364 h 667385"/>
                <a:gd name="csX57" fmla="*/ 57535 w 1008380"/>
                <a:gd name="csY57" fmla="*/ 667359 h 667385"/>
                <a:gd name="csX58" fmla="*/ 58544 w 1008380"/>
                <a:gd name="csY58" fmla="*/ 667359 h 667385"/>
                <a:gd name="csX59" fmla="*/ 59554 w 1008380"/>
                <a:gd name="csY59" fmla="*/ 667354 h 667385"/>
                <a:gd name="csX60" fmla="*/ 60563 w 1008380"/>
                <a:gd name="csY60" fmla="*/ 667348 h 667385"/>
                <a:gd name="csX61" fmla="*/ 61572 w 1008380"/>
                <a:gd name="csY61" fmla="*/ 667343 h 667385"/>
                <a:gd name="csX62" fmla="*/ 62582 w 1008380"/>
                <a:gd name="csY62" fmla="*/ 667338 h 667385"/>
                <a:gd name="csX63" fmla="*/ 63591 w 1008380"/>
                <a:gd name="csY63" fmla="*/ 667332 h 667385"/>
                <a:gd name="csX64" fmla="*/ 64601 w 1008380"/>
                <a:gd name="csY64" fmla="*/ 667327 h 667385"/>
                <a:gd name="csX65" fmla="*/ 65610 w 1008380"/>
                <a:gd name="csY65" fmla="*/ 667316 h 667385"/>
                <a:gd name="csX66" fmla="*/ 66619 w 1008380"/>
                <a:gd name="csY66" fmla="*/ 667311 h 667385"/>
                <a:gd name="csX67" fmla="*/ 67629 w 1008380"/>
                <a:gd name="csY67" fmla="*/ 667300 h 667385"/>
                <a:gd name="csX68" fmla="*/ 68638 w 1008380"/>
                <a:gd name="csY68" fmla="*/ 667290 h 667385"/>
                <a:gd name="csX69" fmla="*/ 69648 w 1008380"/>
                <a:gd name="csY69" fmla="*/ 667279 h 667385"/>
                <a:gd name="csX70" fmla="*/ 70657 w 1008380"/>
                <a:gd name="csY70" fmla="*/ 667263 h 667385"/>
                <a:gd name="csX71" fmla="*/ 71667 w 1008380"/>
                <a:gd name="csY71" fmla="*/ 667252 h 667385"/>
                <a:gd name="csX72" fmla="*/ 72676 w 1008380"/>
                <a:gd name="csY72" fmla="*/ 667236 h 667385"/>
                <a:gd name="csX73" fmla="*/ 73685 w 1008380"/>
                <a:gd name="csY73" fmla="*/ 667215 h 667385"/>
                <a:gd name="csX74" fmla="*/ 74695 w 1008380"/>
                <a:gd name="csY74" fmla="*/ 667199 h 667385"/>
                <a:gd name="csX75" fmla="*/ 75704 w 1008380"/>
                <a:gd name="csY75" fmla="*/ 667178 h 667385"/>
                <a:gd name="csX76" fmla="*/ 76714 w 1008380"/>
                <a:gd name="csY76" fmla="*/ 667151 h 667385"/>
                <a:gd name="csX77" fmla="*/ 77723 w 1008380"/>
                <a:gd name="csY77" fmla="*/ 667124 h 667385"/>
                <a:gd name="csX78" fmla="*/ 78732 w 1008380"/>
                <a:gd name="csY78" fmla="*/ 667098 h 667385"/>
                <a:gd name="csX79" fmla="*/ 79742 w 1008380"/>
                <a:gd name="csY79" fmla="*/ 667066 h 667385"/>
                <a:gd name="csX80" fmla="*/ 80751 w 1008380"/>
                <a:gd name="csY80" fmla="*/ 667029 h 667385"/>
                <a:gd name="csX81" fmla="*/ 81760 w 1008380"/>
                <a:gd name="csY81" fmla="*/ 666986 h 667385"/>
                <a:gd name="csX82" fmla="*/ 82770 w 1008380"/>
                <a:gd name="csY82" fmla="*/ 666943 h 667385"/>
                <a:gd name="csX83" fmla="*/ 83779 w 1008380"/>
                <a:gd name="csY83" fmla="*/ 666896 h 667385"/>
                <a:gd name="csX84" fmla="*/ 84788 w 1008380"/>
                <a:gd name="csY84" fmla="*/ 666842 h 667385"/>
                <a:gd name="csX85" fmla="*/ 85798 w 1008380"/>
                <a:gd name="csY85" fmla="*/ 666789 h 667385"/>
                <a:gd name="csX86" fmla="*/ 86807 w 1008380"/>
                <a:gd name="csY86" fmla="*/ 666725 h 667385"/>
                <a:gd name="csX87" fmla="*/ 87817 w 1008380"/>
                <a:gd name="csY87" fmla="*/ 666656 h 667385"/>
                <a:gd name="csX88" fmla="*/ 88826 w 1008380"/>
                <a:gd name="csY88" fmla="*/ 666576 h 667385"/>
                <a:gd name="csX89" fmla="*/ 89835 w 1008380"/>
                <a:gd name="csY89" fmla="*/ 666496 h 667385"/>
                <a:gd name="csX90" fmla="*/ 90845 w 1008380"/>
                <a:gd name="csY90" fmla="*/ 666406 h 667385"/>
                <a:gd name="csX91" fmla="*/ 91854 w 1008380"/>
                <a:gd name="csY91" fmla="*/ 666304 h 667385"/>
                <a:gd name="csX92" fmla="*/ 92864 w 1008380"/>
                <a:gd name="csY92" fmla="*/ 666193 h 667385"/>
                <a:gd name="csX93" fmla="*/ 93873 w 1008380"/>
                <a:gd name="csY93" fmla="*/ 666075 h 667385"/>
                <a:gd name="csX94" fmla="*/ 94883 w 1008380"/>
                <a:gd name="csY94" fmla="*/ 665948 h 667385"/>
                <a:gd name="csX95" fmla="*/ 95892 w 1008380"/>
                <a:gd name="csY95" fmla="*/ 665804 h 667385"/>
                <a:gd name="csX96" fmla="*/ 96901 w 1008380"/>
                <a:gd name="csY96" fmla="*/ 665649 h 667385"/>
                <a:gd name="csX97" fmla="*/ 97911 w 1008380"/>
                <a:gd name="csY97" fmla="*/ 665484 h 667385"/>
                <a:gd name="csX98" fmla="*/ 98920 w 1008380"/>
                <a:gd name="csY98" fmla="*/ 665303 h 667385"/>
                <a:gd name="csX99" fmla="*/ 99930 w 1008380"/>
                <a:gd name="csY99" fmla="*/ 665106 h 667385"/>
                <a:gd name="csX100" fmla="*/ 100939 w 1008380"/>
                <a:gd name="csY100" fmla="*/ 664888 h 667385"/>
                <a:gd name="csX101" fmla="*/ 101948 w 1008380"/>
                <a:gd name="csY101" fmla="*/ 664659 h 667385"/>
                <a:gd name="csX102" fmla="*/ 102958 w 1008380"/>
                <a:gd name="csY102" fmla="*/ 664403 h 667385"/>
                <a:gd name="csX103" fmla="*/ 103967 w 1008380"/>
                <a:gd name="csY103" fmla="*/ 664132 h 667385"/>
                <a:gd name="csX104" fmla="*/ 104976 w 1008380"/>
                <a:gd name="csY104" fmla="*/ 663839 h 667385"/>
                <a:gd name="csX105" fmla="*/ 105986 w 1008380"/>
                <a:gd name="csY105" fmla="*/ 663519 h 667385"/>
                <a:gd name="csX106" fmla="*/ 106995 w 1008380"/>
                <a:gd name="csY106" fmla="*/ 663178 h 667385"/>
                <a:gd name="csX107" fmla="*/ 108004 w 1008380"/>
                <a:gd name="csY107" fmla="*/ 662806 h 667385"/>
                <a:gd name="csX108" fmla="*/ 109014 w 1008380"/>
                <a:gd name="csY108" fmla="*/ 662406 h 667385"/>
                <a:gd name="csX109" fmla="*/ 110023 w 1008380"/>
                <a:gd name="csY109" fmla="*/ 661975 h 667385"/>
                <a:gd name="csX110" fmla="*/ 111033 w 1008380"/>
                <a:gd name="csY110" fmla="*/ 661512 h 667385"/>
                <a:gd name="csX111" fmla="*/ 112042 w 1008380"/>
                <a:gd name="csY111" fmla="*/ 661011 h 667385"/>
                <a:gd name="csX112" fmla="*/ 113051 w 1008380"/>
                <a:gd name="csY112" fmla="*/ 660473 h 667385"/>
                <a:gd name="csX113" fmla="*/ 114061 w 1008380"/>
                <a:gd name="csY113" fmla="*/ 659898 h 667385"/>
                <a:gd name="csX114" fmla="*/ 115070 w 1008380"/>
                <a:gd name="csY114" fmla="*/ 659286 h 667385"/>
                <a:gd name="csX115" fmla="*/ 116080 w 1008380"/>
                <a:gd name="csY115" fmla="*/ 658620 h 667385"/>
                <a:gd name="csX116" fmla="*/ 117089 w 1008380"/>
                <a:gd name="csY116" fmla="*/ 657917 h 667385"/>
                <a:gd name="csX117" fmla="*/ 118099 w 1008380"/>
                <a:gd name="csY117" fmla="*/ 657155 h 667385"/>
                <a:gd name="csX118" fmla="*/ 119108 w 1008380"/>
                <a:gd name="csY118" fmla="*/ 656346 h 667385"/>
                <a:gd name="csX119" fmla="*/ 120117 w 1008380"/>
                <a:gd name="csY119" fmla="*/ 655483 h 667385"/>
                <a:gd name="csX120" fmla="*/ 121127 w 1008380"/>
                <a:gd name="csY120" fmla="*/ 654562 h 667385"/>
                <a:gd name="csX121" fmla="*/ 122136 w 1008380"/>
                <a:gd name="csY121" fmla="*/ 653577 h 667385"/>
                <a:gd name="csX122" fmla="*/ 123145 w 1008380"/>
                <a:gd name="csY122" fmla="*/ 652528 h 667385"/>
                <a:gd name="csX123" fmla="*/ 124155 w 1008380"/>
                <a:gd name="csY123" fmla="*/ 651415 h 667385"/>
                <a:gd name="csX124" fmla="*/ 125164 w 1008380"/>
                <a:gd name="csY124" fmla="*/ 650227 h 667385"/>
                <a:gd name="csX125" fmla="*/ 126173 w 1008380"/>
                <a:gd name="csY125" fmla="*/ 648965 h 667385"/>
                <a:gd name="csX126" fmla="*/ 127183 w 1008380"/>
                <a:gd name="csY126" fmla="*/ 647628 h 667385"/>
                <a:gd name="csX127" fmla="*/ 128192 w 1008380"/>
                <a:gd name="csY127" fmla="*/ 646206 h 667385"/>
                <a:gd name="csX128" fmla="*/ 129201 w 1008380"/>
                <a:gd name="csY128" fmla="*/ 644699 h 667385"/>
                <a:gd name="csX129" fmla="*/ 130211 w 1008380"/>
                <a:gd name="csY129" fmla="*/ 643107 h 667385"/>
                <a:gd name="csX130" fmla="*/ 131220 w 1008380"/>
                <a:gd name="csY130" fmla="*/ 641424 h 667385"/>
                <a:gd name="csX131" fmla="*/ 132230 w 1008380"/>
                <a:gd name="csY131" fmla="*/ 639640 h 667385"/>
                <a:gd name="csX132" fmla="*/ 133239 w 1008380"/>
                <a:gd name="csY132" fmla="*/ 637760 h 667385"/>
                <a:gd name="csX133" fmla="*/ 134249 w 1008380"/>
                <a:gd name="csY133" fmla="*/ 635774 h 667385"/>
                <a:gd name="csX134" fmla="*/ 135258 w 1008380"/>
                <a:gd name="csY134" fmla="*/ 633681 h 667385"/>
                <a:gd name="csX135" fmla="*/ 136267 w 1008380"/>
                <a:gd name="csY135" fmla="*/ 631477 h 667385"/>
                <a:gd name="csX136" fmla="*/ 137277 w 1008380"/>
                <a:gd name="csY136" fmla="*/ 629155 h 667385"/>
                <a:gd name="csX137" fmla="*/ 138286 w 1008380"/>
                <a:gd name="csY137" fmla="*/ 626716 h 667385"/>
                <a:gd name="csX138" fmla="*/ 139296 w 1008380"/>
                <a:gd name="csY138" fmla="*/ 624154 h 667385"/>
                <a:gd name="csX139" fmla="*/ 140305 w 1008380"/>
                <a:gd name="csY139" fmla="*/ 621465 h 667385"/>
                <a:gd name="csX140" fmla="*/ 141315 w 1008380"/>
                <a:gd name="csY140" fmla="*/ 618648 h 667385"/>
                <a:gd name="csX141" fmla="*/ 142324 w 1008380"/>
                <a:gd name="csY141" fmla="*/ 615692 h 667385"/>
                <a:gd name="csX142" fmla="*/ 143333 w 1008380"/>
                <a:gd name="csY142" fmla="*/ 612603 h 667385"/>
                <a:gd name="csX143" fmla="*/ 144343 w 1008380"/>
                <a:gd name="csY143" fmla="*/ 609371 h 667385"/>
                <a:gd name="csX144" fmla="*/ 145352 w 1008380"/>
                <a:gd name="csY144" fmla="*/ 605989 h 667385"/>
                <a:gd name="csX145" fmla="*/ 146361 w 1008380"/>
                <a:gd name="csY145" fmla="*/ 602464 h 667385"/>
                <a:gd name="csX146" fmla="*/ 147371 w 1008380"/>
                <a:gd name="csY146" fmla="*/ 598789 h 667385"/>
                <a:gd name="csX147" fmla="*/ 148380 w 1008380"/>
                <a:gd name="csY147" fmla="*/ 594960 h 667385"/>
                <a:gd name="csX148" fmla="*/ 149389 w 1008380"/>
                <a:gd name="csY148" fmla="*/ 590977 h 667385"/>
                <a:gd name="csX149" fmla="*/ 150399 w 1008380"/>
                <a:gd name="csY149" fmla="*/ 586834 h 667385"/>
                <a:gd name="csX150" fmla="*/ 151408 w 1008380"/>
                <a:gd name="csY150" fmla="*/ 582526 h 667385"/>
                <a:gd name="csX151" fmla="*/ 152417 w 1008380"/>
                <a:gd name="csY151" fmla="*/ 578063 h 667385"/>
                <a:gd name="csX152" fmla="*/ 153427 w 1008380"/>
                <a:gd name="csY152" fmla="*/ 573430 h 667385"/>
                <a:gd name="csX153" fmla="*/ 154436 w 1008380"/>
                <a:gd name="csY153" fmla="*/ 568632 h 667385"/>
                <a:gd name="csX154" fmla="*/ 155446 w 1008380"/>
                <a:gd name="csY154" fmla="*/ 563669 h 667385"/>
                <a:gd name="csX155" fmla="*/ 156455 w 1008380"/>
                <a:gd name="csY155" fmla="*/ 558535 h 667385"/>
                <a:gd name="csX156" fmla="*/ 157465 w 1008380"/>
                <a:gd name="csY156" fmla="*/ 553236 h 667385"/>
                <a:gd name="csX157" fmla="*/ 158474 w 1008380"/>
                <a:gd name="csY157" fmla="*/ 547767 h 667385"/>
                <a:gd name="csX158" fmla="*/ 159483 w 1008380"/>
                <a:gd name="csY158" fmla="*/ 542133 h 667385"/>
                <a:gd name="csX159" fmla="*/ 160493 w 1008380"/>
                <a:gd name="csY159" fmla="*/ 536328 h 667385"/>
                <a:gd name="csX160" fmla="*/ 161502 w 1008380"/>
                <a:gd name="csY160" fmla="*/ 530358 h 667385"/>
                <a:gd name="csX161" fmla="*/ 162512 w 1008380"/>
                <a:gd name="csY161" fmla="*/ 524229 h 667385"/>
                <a:gd name="csX162" fmla="*/ 163521 w 1008380"/>
                <a:gd name="csY162" fmla="*/ 517934 h 667385"/>
                <a:gd name="csX163" fmla="*/ 164531 w 1008380"/>
                <a:gd name="csY163" fmla="*/ 511480 h 667385"/>
                <a:gd name="csX164" fmla="*/ 165540 w 1008380"/>
                <a:gd name="csY164" fmla="*/ 504871 h 667385"/>
                <a:gd name="csX165" fmla="*/ 166549 w 1008380"/>
                <a:gd name="csY165" fmla="*/ 498108 h 667385"/>
                <a:gd name="csX166" fmla="*/ 167559 w 1008380"/>
                <a:gd name="csY166" fmla="*/ 491196 h 667385"/>
                <a:gd name="csX167" fmla="*/ 168568 w 1008380"/>
                <a:gd name="csY167" fmla="*/ 484140 h 667385"/>
                <a:gd name="csX168" fmla="*/ 169577 w 1008380"/>
                <a:gd name="csY168" fmla="*/ 476944 h 667385"/>
                <a:gd name="csX169" fmla="*/ 170587 w 1008380"/>
                <a:gd name="csY169" fmla="*/ 469614 h 667385"/>
                <a:gd name="csX170" fmla="*/ 171596 w 1008380"/>
                <a:gd name="csY170" fmla="*/ 462157 h 667385"/>
                <a:gd name="csX171" fmla="*/ 172605 w 1008380"/>
                <a:gd name="csY171" fmla="*/ 454578 h 667385"/>
                <a:gd name="csX172" fmla="*/ 173615 w 1008380"/>
                <a:gd name="csY172" fmla="*/ 446885 h 667385"/>
                <a:gd name="csX173" fmla="*/ 174624 w 1008380"/>
                <a:gd name="csY173" fmla="*/ 439086 h 667385"/>
                <a:gd name="csX174" fmla="*/ 175633 w 1008380"/>
                <a:gd name="csY174" fmla="*/ 431188 h 667385"/>
                <a:gd name="csX175" fmla="*/ 176643 w 1008380"/>
                <a:gd name="csY175" fmla="*/ 423201 h 667385"/>
                <a:gd name="csX176" fmla="*/ 177652 w 1008380"/>
                <a:gd name="csY176" fmla="*/ 415132 h 667385"/>
                <a:gd name="csX177" fmla="*/ 178662 w 1008380"/>
                <a:gd name="csY177" fmla="*/ 406993 h 667385"/>
                <a:gd name="csX178" fmla="*/ 179671 w 1008380"/>
                <a:gd name="csY178" fmla="*/ 398792 h 667385"/>
                <a:gd name="csX179" fmla="*/ 180681 w 1008380"/>
                <a:gd name="csY179" fmla="*/ 390541 h 667385"/>
                <a:gd name="csX180" fmla="*/ 181690 w 1008380"/>
                <a:gd name="csY180" fmla="*/ 382250 h 667385"/>
                <a:gd name="csX181" fmla="*/ 182699 w 1008380"/>
                <a:gd name="csY181" fmla="*/ 373930 h 667385"/>
                <a:gd name="csX182" fmla="*/ 183709 w 1008380"/>
                <a:gd name="csY182" fmla="*/ 365595 h 667385"/>
                <a:gd name="csX183" fmla="*/ 184718 w 1008380"/>
                <a:gd name="csY183" fmla="*/ 357254 h 667385"/>
                <a:gd name="csX184" fmla="*/ 185728 w 1008380"/>
                <a:gd name="csY184" fmla="*/ 348921 h 667385"/>
                <a:gd name="csX185" fmla="*/ 186737 w 1008380"/>
                <a:gd name="csY185" fmla="*/ 340610 h 667385"/>
                <a:gd name="csX186" fmla="*/ 187746 w 1008380"/>
                <a:gd name="csY186" fmla="*/ 332332 h 667385"/>
                <a:gd name="csX187" fmla="*/ 188756 w 1008380"/>
                <a:gd name="csY187" fmla="*/ 324100 h 667385"/>
                <a:gd name="csX188" fmla="*/ 189765 w 1008380"/>
                <a:gd name="csY188" fmla="*/ 315930 h 667385"/>
                <a:gd name="csX189" fmla="*/ 190774 w 1008380"/>
                <a:gd name="csY189" fmla="*/ 307834 h 667385"/>
                <a:gd name="csX190" fmla="*/ 191784 w 1008380"/>
                <a:gd name="csY190" fmla="*/ 299825 h 667385"/>
                <a:gd name="csX191" fmla="*/ 192793 w 1008380"/>
                <a:gd name="csY191" fmla="*/ 291918 h 667385"/>
                <a:gd name="csX192" fmla="*/ 193803 w 1008380"/>
                <a:gd name="csY192" fmla="*/ 284126 h 667385"/>
                <a:gd name="csX193" fmla="*/ 194812 w 1008380"/>
                <a:gd name="csY193" fmla="*/ 276465 h 667385"/>
                <a:gd name="csX194" fmla="*/ 195821 w 1008380"/>
                <a:gd name="csY194" fmla="*/ 268946 h 667385"/>
                <a:gd name="csX195" fmla="*/ 196831 w 1008380"/>
                <a:gd name="csY195" fmla="*/ 261584 h 667385"/>
                <a:gd name="csX196" fmla="*/ 197840 w 1008380"/>
                <a:gd name="csY196" fmla="*/ 254394 h 667385"/>
                <a:gd name="csX197" fmla="*/ 198849 w 1008380"/>
                <a:gd name="csY197" fmla="*/ 247388 h 667385"/>
                <a:gd name="csX198" fmla="*/ 199859 w 1008380"/>
                <a:gd name="csY198" fmla="*/ 240580 h 667385"/>
                <a:gd name="csX199" fmla="*/ 200868 w 1008380"/>
                <a:gd name="csY199" fmla="*/ 233982 h 667385"/>
                <a:gd name="csX200" fmla="*/ 201878 w 1008380"/>
                <a:gd name="csY200" fmla="*/ 227607 h 667385"/>
                <a:gd name="csX201" fmla="*/ 202887 w 1008380"/>
                <a:gd name="csY201" fmla="*/ 221469 h 667385"/>
                <a:gd name="csX202" fmla="*/ 203897 w 1008380"/>
                <a:gd name="csY202" fmla="*/ 215578 h 667385"/>
                <a:gd name="csX203" fmla="*/ 204906 w 1008380"/>
                <a:gd name="csY203" fmla="*/ 209946 h 667385"/>
                <a:gd name="csX204" fmla="*/ 205915 w 1008380"/>
                <a:gd name="csY204" fmla="*/ 204585 h 667385"/>
                <a:gd name="csX205" fmla="*/ 206925 w 1008380"/>
                <a:gd name="csY205" fmla="*/ 199505 h 667385"/>
                <a:gd name="csX206" fmla="*/ 207934 w 1008380"/>
                <a:gd name="csY206" fmla="*/ 194715 h 667385"/>
                <a:gd name="csX207" fmla="*/ 208944 w 1008380"/>
                <a:gd name="csY207" fmla="*/ 190226 h 667385"/>
                <a:gd name="csX208" fmla="*/ 209953 w 1008380"/>
                <a:gd name="csY208" fmla="*/ 186046 h 667385"/>
                <a:gd name="csX209" fmla="*/ 210962 w 1008380"/>
                <a:gd name="csY209" fmla="*/ 182183 h 667385"/>
                <a:gd name="csX210" fmla="*/ 211972 w 1008380"/>
                <a:gd name="csY210" fmla="*/ 178643 h 667385"/>
                <a:gd name="csX211" fmla="*/ 212981 w 1008380"/>
                <a:gd name="csY211" fmla="*/ 175435 h 667385"/>
                <a:gd name="csX212" fmla="*/ 213990 w 1008380"/>
                <a:gd name="csY212" fmla="*/ 172564 h 667385"/>
                <a:gd name="csX213" fmla="*/ 215000 w 1008380"/>
                <a:gd name="csY213" fmla="*/ 170035 h 667385"/>
                <a:gd name="csX214" fmla="*/ 216009 w 1008380"/>
                <a:gd name="csY214" fmla="*/ 167851 h 667385"/>
                <a:gd name="csX215" fmla="*/ 217018 w 1008380"/>
                <a:gd name="csY215" fmla="*/ 166018 h 667385"/>
                <a:gd name="csX216" fmla="*/ 218028 w 1008380"/>
                <a:gd name="csY216" fmla="*/ 164536 h 667385"/>
                <a:gd name="csX217" fmla="*/ 219037 w 1008380"/>
                <a:gd name="csY217" fmla="*/ 163409 h 667385"/>
                <a:gd name="csX218" fmla="*/ 220047 w 1008380"/>
                <a:gd name="csY218" fmla="*/ 162636 h 667385"/>
                <a:gd name="csX219" fmla="*/ 221056 w 1008380"/>
                <a:gd name="csY219" fmla="*/ 162219 h 667385"/>
                <a:gd name="csX220" fmla="*/ 222065 w 1008380"/>
                <a:gd name="csY220" fmla="*/ 162155 h 667385"/>
                <a:gd name="csX221" fmla="*/ 223075 w 1008380"/>
                <a:gd name="csY221" fmla="*/ 162443 h 667385"/>
                <a:gd name="csX222" fmla="*/ 224084 w 1008380"/>
                <a:gd name="csY222" fmla="*/ 163081 h 667385"/>
                <a:gd name="csX223" fmla="*/ 225094 w 1008380"/>
                <a:gd name="csY223" fmla="*/ 164065 h 667385"/>
                <a:gd name="csX224" fmla="*/ 226103 w 1008380"/>
                <a:gd name="csY224" fmla="*/ 165391 h 667385"/>
                <a:gd name="csX225" fmla="*/ 227113 w 1008380"/>
                <a:gd name="csY225" fmla="*/ 167053 h 667385"/>
                <a:gd name="csX226" fmla="*/ 228122 w 1008380"/>
                <a:gd name="csY226" fmla="*/ 169046 h 667385"/>
                <a:gd name="csX227" fmla="*/ 229131 w 1008380"/>
                <a:gd name="csY227" fmla="*/ 171362 h 667385"/>
                <a:gd name="csX228" fmla="*/ 230141 w 1008380"/>
                <a:gd name="csY228" fmla="*/ 173995 h 667385"/>
                <a:gd name="csX229" fmla="*/ 231150 w 1008380"/>
                <a:gd name="csY229" fmla="*/ 176935 h 667385"/>
                <a:gd name="csX230" fmla="*/ 232160 w 1008380"/>
                <a:gd name="csY230" fmla="*/ 180174 h 667385"/>
                <a:gd name="csX231" fmla="*/ 233169 w 1008380"/>
                <a:gd name="csY231" fmla="*/ 183701 h 667385"/>
                <a:gd name="csX232" fmla="*/ 234178 w 1008380"/>
                <a:gd name="csY232" fmla="*/ 187506 h 667385"/>
                <a:gd name="csX233" fmla="*/ 235188 w 1008380"/>
                <a:gd name="csY233" fmla="*/ 191579 h 667385"/>
                <a:gd name="csX234" fmla="*/ 236197 w 1008380"/>
                <a:gd name="csY234" fmla="*/ 195906 h 667385"/>
                <a:gd name="csX235" fmla="*/ 237206 w 1008380"/>
                <a:gd name="csY235" fmla="*/ 200476 h 667385"/>
                <a:gd name="csX236" fmla="*/ 238216 w 1008380"/>
                <a:gd name="csY236" fmla="*/ 205276 h 667385"/>
                <a:gd name="csX237" fmla="*/ 239225 w 1008380"/>
                <a:gd name="csY237" fmla="*/ 210292 h 667385"/>
                <a:gd name="csX238" fmla="*/ 240234 w 1008380"/>
                <a:gd name="csY238" fmla="*/ 215511 h 667385"/>
                <a:gd name="csX239" fmla="*/ 241244 w 1008380"/>
                <a:gd name="csY239" fmla="*/ 220919 h 667385"/>
                <a:gd name="csX240" fmla="*/ 242253 w 1008380"/>
                <a:gd name="csY240" fmla="*/ 226500 h 667385"/>
                <a:gd name="csX241" fmla="*/ 243263 w 1008380"/>
                <a:gd name="csY241" fmla="*/ 232240 h 667385"/>
                <a:gd name="csX242" fmla="*/ 244272 w 1008380"/>
                <a:gd name="csY242" fmla="*/ 238123 h 667385"/>
                <a:gd name="csX243" fmla="*/ 245281 w 1008380"/>
                <a:gd name="csY243" fmla="*/ 244136 h 667385"/>
                <a:gd name="csX244" fmla="*/ 246291 w 1008380"/>
                <a:gd name="csY244" fmla="*/ 250260 h 667385"/>
                <a:gd name="csX245" fmla="*/ 247300 w 1008380"/>
                <a:gd name="csY245" fmla="*/ 256482 h 667385"/>
                <a:gd name="csX246" fmla="*/ 248310 w 1008380"/>
                <a:gd name="csY246" fmla="*/ 262785 h 667385"/>
                <a:gd name="csX247" fmla="*/ 249319 w 1008380"/>
                <a:gd name="csY247" fmla="*/ 269153 h 667385"/>
                <a:gd name="csX248" fmla="*/ 250329 w 1008380"/>
                <a:gd name="csY248" fmla="*/ 275570 h 667385"/>
                <a:gd name="csX249" fmla="*/ 251338 w 1008380"/>
                <a:gd name="csY249" fmla="*/ 282021 h 667385"/>
                <a:gd name="csX250" fmla="*/ 252347 w 1008380"/>
                <a:gd name="csY250" fmla="*/ 288490 h 667385"/>
                <a:gd name="csX251" fmla="*/ 253357 w 1008380"/>
                <a:gd name="csY251" fmla="*/ 294962 h 667385"/>
                <a:gd name="csX252" fmla="*/ 254366 w 1008380"/>
                <a:gd name="csY252" fmla="*/ 301420 h 667385"/>
                <a:gd name="csX253" fmla="*/ 255376 w 1008380"/>
                <a:gd name="csY253" fmla="*/ 307850 h 667385"/>
                <a:gd name="csX254" fmla="*/ 256385 w 1008380"/>
                <a:gd name="csY254" fmla="*/ 314237 h 667385"/>
                <a:gd name="csX255" fmla="*/ 257394 w 1008380"/>
                <a:gd name="csY255" fmla="*/ 320565 h 667385"/>
                <a:gd name="csX256" fmla="*/ 258404 w 1008380"/>
                <a:gd name="csY256" fmla="*/ 326822 h 667385"/>
                <a:gd name="csX257" fmla="*/ 259413 w 1008380"/>
                <a:gd name="csY257" fmla="*/ 332993 h 667385"/>
                <a:gd name="csX258" fmla="*/ 260422 w 1008380"/>
                <a:gd name="csY258" fmla="*/ 339063 h 667385"/>
                <a:gd name="csX259" fmla="*/ 261432 w 1008380"/>
                <a:gd name="csY259" fmla="*/ 345021 h 667385"/>
                <a:gd name="csX260" fmla="*/ 262441 w 1008380"/>
                <a:gd name="csY260" fmla="*/ 350852 h 667385"/>
                <a:gd name="csX261" fmla="*/ 263450 w 1008380"/>
                <a:gd name="csY261" fmla="*/ 356545 h 667385"/>
                <a:gd name="csX262" fmla="*/ 264460 w 1008380"/>
                <a:gd name="csY262" fmla="*/ 362088 h 667385"/>
                <a:gd name="csX263" fmla="*/ 265469 w 1008380"/>
                <a:gd name="csY263" fmla="*/ 367470 h 667385"/>
                <a:gd name="csX264" fmla="*/ 266479 w 1008380"/>
                <a:gd name="csY264" fmla="*/ 372679 h 667385"/>
                <a:gd name="csX265" fmla="*/ 267488 w 1008380"/>
                <a:gd name="csY265" fmla="*/ 377706 h 667385"/>
                <a:gd name="csX266" fmla="*/ 268497 w 1008380"/>
                <a:gd name="csY266" fmla="*/ 382540 h 667385"/>
                <a:gd name="csX267" fmla="*/ 269507 w 1008380"/>
                <a:gd name="csY267" fmla="*/ 387172 h 667385"/>
                <a:gd name="csX268" fmla="*/ 270516 w 1008380"/>
                <a:gd name="csY268" fmla="*/ 391594 h 667385"/>
                <a:gd name="csX269" fmla="*/ 271526 w 1008380"/>
                <a:gd name="csY269" fmla="*/ 395798 h 667385"/>
                <a:gd name="csX270" fmla="*/ 272535 w 1008380"/>
                <a:gd name="csY270" fmla="*/ 399776 h 667385"/>
                <a:gd name="csX271" fmla="*/ 273545 w 1008380"/>
                <a:gd name="csY271" fmla="*/ 403520 h 667385"/>
                <a:gd name="csX272" fmla="*/ 274554 w 1008380"/>
                <a:gd name="csY272" fmla="*/ 407025 h 667385"/>
                <a:gd name="csX273" fmla="*/ 275563 w 1008380"/>
                <a:gd name="csY273" fmla="*/ 410285 h 667385"/>
                <a:gd name="csX274" fmla="*/ 276573 w 1008380"/>
                <a:gd name="csY274" fmla="*/ 413295 h 667385"/>
                <a:gd name="csX275" fmla="*/ 277582 w 1008380"/>
                <a:gd name="csY275" fmla="*/ 416049 h 667385"/>
                <a:gd name="csX276" fmla="*/ 278591 w 1008380"/>
                <a:gd name="csY276" fmla="*/ 418544 h 667385"/>
                <a:gd name="csX277" fmla="*/ 279601 w 1008380"/>
                <a:gd name="csY277" fmla="*/ 420776 h 667385"/>
                <a:gd name="csX278" fmla="*/ 280610 w 1008380"/>
                <a:gd name="csY278" fmla="*/ 422743 h 667385"/>
                <a:gd name="csX279" fmla="*/ 281619 w 1008380"/>
                <a:gd name="csY279" fmla="*/ 424441 h 667385"/>
                <a:gd name="csX280" fmla="*/ 282629 w 1008380"/>
                <a:gd name="csY280" fmla="*/ 425869 h 667385"/>
                <a:gd name="csX281" fmla="*/ 283638 w 1008380"/>
                <a:gd name="csY281" fmla="*/ 427024 h 667385"/>
                <a:gd name="csX282" fmla="*/ 284647 w 1008380"/>
                <a:gd name="csY282" fmla="*/ 427908 h 667385"/>
                <a:gd name="csX283" fmla="*/ 285657 w 1008380"/>
                <a:gd name="csY283" fmla="*/ 428518 h 667385"/>
                <a:gd name="csX284" fmla="*/ 286666 w 1008380"/>
                <a:gd name="csY284" fmla="*/ 428855 h 667385"/>
                <a:gd name="csX285" fmla="*/ 287676 w 1008380"/>
                <a:gd name="csY285" fmla="*/ 428920 h 667385"/>
                <a:gd name="csX286" fmla="*/ 288685 w 1008380"/>
                <a:gd name="csY286" fmla="*/ 428713 h 667385"/>
                <a:gd name="csX287" fmla="*/ 289695 w 1008380"/>
                <a:gd name="csY287" fmla="*/ 428235 h 667385"/>
                <a:gd name="csX288" fmla="*/ 290704 w 1008380"/>
                <a:gd name="csY288" fmla="*/ 427489 h 667385"/>
                <a:gd name="csX289" fmla="*/ 291714 w 1008380"/>
                <a:gd name="csY289" fmla="*/ 426476 h 667385"/>
                <a:gd name="csX290" fmla="*/ 292723 w 1008380"/>
                <a:gd name="csY290" fmla="*/ 425200 h 667385"/>
                <a:gd name="csX291" fmla="*/ 293732 w 1008380"/>
                <a:gd name="csY291" fmla="*/ 423662 h 667385"/>
                <a:gd name="csX292" fmla="*/ 294742 w 1008380"/>
                <a:gd name="csY292" fmla="*/ 421867 h 667385"/>
                <a:gd name="csX293" fmla="*/ 295751 w 1008380"/>
                <a:gd name="csY293" fmla="*/ 419818 h 667385"/>
                <a:gd name="csX294" fmla="*/ 296761 w 1008380"/>
                <a:gd name="csY294" fmla="*/ 417519 h 667385"/>
                <a:gd name="csX295" fmla="*/ 297770 w 1008380"/>
                <a:gd name="csY295" fmla="*/ 414974 h 667385"/>
                <a:gd name="csX296" fmla="*/ 298779 w 1008380"/>
                <a:gd name="csY296" fmla="*/ 412186 h 667385"/>
                <a:gd name="csX297" fmla="*/ 299789 w 1008380"/>
                <a:gd name="csY297" fmla="*/ 409163 h 667385"/>
                <a:gd name="csX298" fmla="*/ 300798 w 1008380"/>
                <a:gd name="csY298" fmla="*/ 405908 h 667385"/>
                <a:gd name="csX299" fmla="*/ 301807 w 1008380"/>
                <a:gd name="csY299" fmla="*/ 402426 h 667385"/>
                <a:gd name="csX300" fmla="*/ 302817 w 1008380"/>
                <a:gd name="csY300" fmla="*/ 398724 h 667385"/>
                <a:gd name="csX301" fmla="*/ 303826 w 1008380"/>
                <a:gd name="csY301" fmla="*/ 394806 h 667385"/>
                <a:gd name="csX302" fmla="*/ 304835 w 1008380"/>
                <a:gd name="csY302" fmla="*/ 390679 h 667385"/>
                <a:gd name="csX303" fmla="*/ 305845 w 1008380"/>
                <a:gd name="csY303" fmla="*/ 386349 h 667385"/>
                <a:gd name="csX304" fmla="*/ 306854 w 1008380"/>
                <a:gd name="csY304" fmla="*/ 381821 h 667385"/>
                <a:gd name="csX305" fmla="*/ 307863 w 1008380"/>
                <a:gd name="csY305" fmla="*/ 377104 h 667385"/>
                <a:gd name="csX306" fmla="*/ 308873 w 1008380"/>
                <a:gd name="csY306" fmla="*/ 372202 h 667385"/>
                <a:gd name="csX307" fmla="*/ 309882 w 1008380"/>
                <a:gd name="csY307" fmla="*/ 367123 h 667385"/>
                <a:gd name="csX308" fmla="*/ 310892 w 1008380"/>
                <a:gd name="csY308" fmla="*/ 361874 h 667385"/>
                <a:gd name="csX309" fmla="*/ 311901 w 1008380"/>
                <a:gd name="csY309" fmla="*/ 356462 h 667385"/>
                <a:gd name="csX310" fmla="*/ 312911 w 1008380"/>
                <a:gd name="csY310" fmla="*/ 350893 h 667385"/>
                <a:gd name="csX311" fmla="*/ 313920 w 1008380"/>
                <a:gd name="csY311" fmla="*/ 345175 h 667385"/>
                <a:gd name="csX312" fmla="*/ 314930 w 1008380"/>
                <a:gd name="csY312" fmla="*/ 339316 h 667385"/>
                <a:gd name="csX313" fmla="*/ 315939 w 1008380"/>
                <a:gd name="csY313" fmla="*/ 333321 h 667385"/>
                <a:gd name="csX314" fmla="*/ 316948 w 1008380"/>
                <a:gd name="csY314" fmla="*/ 327200 h 667385"/>
                <a:gd name="csX315" fmla="*/ 317958 w 1008380"/>
                <a:gd name="csY315" fmla="*/ 320960 h 667385"/>
                <a:gd name="csX316" fmla="*/ 318968 w 1008380"/>
                <a:gd name="csY316" fmla="*/ 314607 h 667385"/>
                <a:gd name="csX317" fmla="*/ 319975 w 1008380"/>
                <a:gd name="csY317" fmla="*/ 308150 h 667385"/>
                <a:gd name="csX318" fmla="*/ 320987 w 1008380"/>
                <a:gd name="csY318" fmla="*/ 301597 h 667385"/>
                <a:gd name="csX319" fmla="*/ 321993 w 1008380"/>
                <a:gd name="csY319" fmla="*/ 294954 h 667385"/>
                <a:gd name="csX320" fmla="*/ 323005 w 1008380"/>
                <a:gd name="csY320" fmla="*/ 288230 h 667385"/>
                <a:gd name="csX321" fmla="*/ 324012 w 1008380"/>
                <a:gd name="csY321" fmla="*/ 281433 h 667385"/>
                <a:gd name="csX322" fmla="*/ 325023 w 1008380"/>
                <a:gd name="csY322" fmla="*/ 274569 h 667385"/>
                <a:gd name="csX323" fmla="*/ 326035 w 1008380"/>
                <a:gd name="csY323" fmla="*/ 267648 h 667385"/>
                <a:gd name="csX324" fmla="*/ 327042 w 1008380"/>
                <a:gd name="csY324" fmla="*/ 260676 h 667385"/>
                <a:gd name="csX325" fmla="*/ 328054 w 1008380"/>
                <a:gd name="csY325" fmla="*/ 253662 h 667385"/>
                <a:gd name="csX326" fmla="*/ 329060 w 1008380"/>
                <a:gd name="csY326" fmla="*/ 246614 h 667385"/>
                <a:gd name="csX327" fmla="*/ 330072 w 1008380"/>
                <a:gd name="csY327" fmla="*/ 239538 h 667385"/>
                <a:gd name="csX328" fmla="*/ 331078 w 1008380"/>
                <a:gd name="csY328" fmla="*/ 232443 h 667385"/>
                <a:gd name="csX329" fmla="*/ 332090 w 1008380"/>
                <a:gd name="csY329" fmla="*/ 225337 h 667385"/>
                <a:gd name="csX330" fmla="*/ 333097 w 1008380"/>
                <a:gd name="csY330" fmla="*/ 218228 h 667385"/>
                <a:gd name="csX331" fmla="*/ 334108 w 1008380"/>
                <a:gd name="csY331" fmla="*/ 211122 h 667385"/>
                <a:gd name="csX332" fmla="*/ 335115 w 1008380"/>
                <a:gd name="csY332" fmla="*/ 204028 h 667385"/>
                <a:gd name="csX333" fmla="*/ 336127 w 1008380"/>
                <a:gd name="csY333" fmla="*/ 196953 h 667385"/>
                <a:gd name="csX334" fmla="*/ 337139 w 1008380"/>
                <a:gd name="csY334" fmla="*/ 189904 h 667385"/>
                <a:gd name="csX335" fmla="*/ 338145 w 1008380"/>
                <a:gd name="csY335" fmla="*/ 182890 h 667385"/>
                <a:gd name="csX336" fmla="*/ 339157 w 1008380"/>
                <a:gd name="csY336" fmla="*/ 175918 h 667385"/>
                <a:gd name="csX337" fmla="*/ 340163 w 1008380"/>
                <a:gd name="csY337" fmla="*/ 168994 h 667385"/>
                <a:gd name="csX338" fmla="*/ 341175 w 1008380"/>
                <a:gd name="csY338" fmla="*/ 162126 h 667385"/>
                <a:gd name="csX339" fmla="*/ 342182 w 1008380"/>
                <a:gd name="csY339" fmla="*/ 155322 h 667385"/>
                <a:gd name="csX340" fmla="*/ 343194 w 1008380"/>
                <a:gd name="csY340" fmla="*/ 148588 h 667385"/>
                <a:gd name="csX341" fmla="*/ 344200 w 1008380"/>
                <a:gd name="csY341" fmla="*/ 141931 h 667385"/>
                <a:gd name="csX342" fmla="*/ 345212 w 1008380"/>
                <a:gd name="csY342" fmla="*/ 135359 h 667385"/>
                <a:gd name="csX343" fmla="*/ 346218 w 1008380"/>
                <a:gd name="csY343" fmla="*/ 128878 h 667385"/>
                <a:gd name="csX344" fmla="*/ 347230 w 1008380"/>
                <a:gd name="csY344" fmla="*/ 122494 h 667385"/>
                <a:gd name="csX345" fmla="*/ 348237 w 1008380"/>
                <a:gd name="csY345" fmla="*/ 116215 h 667385"/>
                <a:gd name="csX346" fmla="*/ 349248 w 1008380"/>
                <a:gd name="csY346" fmla="*/ 110046 h 667385"/>
                <a:gd name="csX347" fmla="*/ 350260 w 1008380"/>
                <a:gd name="csY347" fmla="*/ 103994 h 667385"/>
                <a:gd name="csX348" fmla="*/ 351267 w 1008380"/>
                <a:gd name="csY348" fmla="*/ 98065 h 667385"/>
                <a:gd name="csX349" fmla="*/ 352279 w 1008380"/>
                <a:gd name="csY349" fmla="*/ 92265 h 667385"/>
                <a:gd name="csX350" fmla="*/ 353285 w 1008380"/>
                <a:gd name="csY350" fmla="*/ 86600 h 667385"/>
                <a:gd name="csX351" fmla="*/ 354297 w 1008380"/>
                <a:gd name="csY351" fmla="*/ 81075 h 667385"/>
                <a:gd name="csX352" fmla="*/ 355303 w 1008380"/>
                <a:gd name="csY352" fmla="*/ 75696 h 667385"/>
                <a:gd name="csX353" fmla="*/ 356315 w 1008380"/>
                <a:gd name="csY353" fmla="*/ 70469 h 667385"/>
                <a:gd name="csX354" fmla="*/ 357322 w 1008380"/>
                <a:gd name="csY354" fmla="*/ 65397 h 667385"/>
                <a:gd name="csX355" fmla="*/ 358334 w 1008380"/>
                <a:gd name="csY355" fmla="*/ 60487 h 667385"/>
                <a:gd name="csX356" fmla="*/ 359340 w 1008380"/>
                <a:gd name="csY356" fmla="*/ 55742 h 667385"/>
                <a:gd name="csX357" fmla="*/ 360352 w 1008380"/>
                <a:gd name="csY357" fmla="*/ 51168 h 667385"/>
                <a:gd name="csX358" fmla="*/ 361364 w 1008380"/>
                <a:gd name="csY358" fmla="*/ 46770 h 667385"/>
                <a:gd name="csX359" fmla="*/ 362370 w 1008380"/>
                <a:gd name="csY359" fmla="*/ 42550 h 667385"/>
                <a:gd name="csX360" fmla="*/ 363382 w 1008380"/>
                <a:gd name="csY360" fmla="*/ 38513 h 667385"/>
                <a:gd name="csX361" fmla="*/ 364389 w 1008380"/>
                <a:gd name="csY361" fmla="*/ 34662 h 667385"/>
                <a:gd name="csX362" fmla="*/ 365400 w 1008380"/>
                <a:gd name="csY362" fmla="*/ 31001 h 667385"/>
                <a:gd name="csX363" fmla="*/ 366407 w 1008380"/>
                <a:gd name="csY363" fmla="*/ 27534 h 667385"/>
                <a:gd name="csX364" fmla="*/ 367419 w 1008380"/>
                <a:gd name="csY364" fmla="*/ 24262 h 667385"/>
                <a:gd name="csX365" fmla="*/ 368425 w 1008380"/>
                <a:gd name="csY365" fmla="*/ 21190 h 667385"/>
                <a:gd name="csX366" fmla="*/ 369437 w 1008380"/>
                <a:gd name="csY366" fmla="*/ 18319 h 667385"/>
                <a:gd name="csX367" fmla="*/ 370443 w 1008380"/>
                <a:gd name="csY367" fmla="*/ 15652 h 667385"/>
                <a:gd name="csX368" fmla="*/ 371455 w 1008380"/>
                <a:gd name="csY368" fmla="*/ 13190 h 667385"/>
                <a:gd name="csX369" fmla="*/ 372467 w 1008380"/>
                <a:gd name="csY369" fmla="*/ 10936 h 667385"/>
                <a:gd name="csX370" fmla="*/ 373474 w 1008380"/>
                <a:gd name="csY370" fmla="*/ 8890 h 667385"/>
                <a:gd name="csX371" fmla="*/ 374485 w 1008380"/>
                <a:gd name="csY371" fmla="*/ 7055 h 667385"/>
                <a:gd name="csX372" fmla="*/ 375492 w 1008380"/>
                <a:gd name="csY372" fmla="*/ 5431 h 667385"/>
                <a:gd name="csX373" fmla="*/ 376504 w 1008380"/>
                <a:gd name="csY373" fmla="*/ 4018 h 667385"/>
                <a:gd name="csX374" fmla="*/ 377510 w 1008380"/>
                <a:gd name="csY374" fmla="*/ 2818 h 667385"/>
                <a:gd name="csX375" fmla="*/ 378522 w 1008380"/>
                <a:gd name="csY375" fmla="*/ 1831 h 667385"/>
                <a:gd name="csX376" fmla="*/ 379529 w 1008380"/>
                <a:gd name="csY376" fmla="*/ 1055 h 667385"/>
                <a:gd name="csX377" fmla="*/ 380540 w 1008380"/>
                <a:gd name="csY377" fmla="*/ 492 h 667385"/>
                <a:gd name="csX378" fmla="*/ 381547 w 1008380"/>
                <a:gd name="csY378" fmla="*/ 141 h 667385"/>
                <a:gd name="csX379" fmla="*/ 382559 w 1008380"/>
                <a:gd name="csY379" fmla="*/ 0 h 667385"/>
                <a:gd name="csX380" fmla="*/ 383571 w 1008380"/>
                <a:gd name="csY380" fmla="*/ 69 h 667385"/>
                <a:gd name="csX381" fmla="*/ 384577 w 1008380"/>
                <a:gd name="csY381" fmla="*/ 346 h 667385"/>
                <a:gd name="csX382" fmla="*/ 385589 w 1008380"/>
                <a:gd name="csY382" fmla="*/ 830 h 667385"/>
                <a:gd name="csX383" fmla="*/ 386595 w 1008380"/>
                <a:gd name="csY383" fmla="*/ 1518 h 667385"/>
                <a:gd name="csX384" fmla="*/ 387607 w 1008380"/>
                <a:gd name="csY384" fmla="*/ 2410 h 667385"/>
                <a:gd name="csX385" fmla="*/ 388614 w 1008380"/>
                <a:gd name="csY385" fmla="*/ 3502 h 667385"/>
                <a:gd name="csX386" fmla="*/ 389625 w 1008380"/>
                <a:gd name="csY386" fmla="*/ 4792 h 667385"/>
                <a:gd name="csX387" fmla="*/ 390632 w 1008380"/>
                <a:gd name="csY387" fmla="*/ 6278 h 667385"/>
                <a:gd name="csX388" fmla="*/ 391644 w 1008380"/>
                <a:gd name="csY388" fmla="*/ 7955 h 667385"/>
                <a:gd name="csX389" fmla="*/ 392650 w 1008380"/>
                <a:gd name="csY389" fmla="*/ 9822 h 667385"/>
                <a:gd name="csX390" fmla="*/ 393662 w 1008380"/>
                <a:gd name="csY390" fmla="*/ 11875 h 667385"/>
                <a:gd name="csX391" fmla="*/ 394669 w 1008380"/>
                <a:gd name="csY391" fmla="*/ 14109 h 667385"/>
                <a:gd name="csX392" fmla="*/ 395680 w 1008380"/>
                <a:gd name="csY392" fmla="*/ 16522 h 667385"/>
                <a:gd name="csX393" fmla="*/ 396692 w 1008380"/>
                <a:gd name="csY393" fmla="*/ 19109 h 667385"/>
                <a:gd name="csX394" fmla="*/ 397699 w 1008380"/>
                <a:gd name="csY394" fmla="*/ 21866 h 667385"/>
                <a:gd name="csX395" fmla="*/ 398711 w 1008380"/>
                <a:gd name="csY395" fmla="*/ 24789 h 667385"/>
                <a:gd name="csX396" fmla="*/ 399717 w 1008380"/>
                <a:gd name="csY396" fmla="*/ 27873 h 667385"/>
                <a:gd name="csX397" fmla="*/ 400729 w 1008380"/>
                <a:gd name="csY397" fmla="*/ 31113 h 667385"/>
                <a:gd name="csX398" fmla="*/ 401735 w 1008380"/>
                <a:gd name="csY398" fmla="*/ 34505 h 667385"/>
                <a:gd name="csX399" fmla="*/ 402747 w 1008380"/>
                <a:gd name="csY399" fmla="*/ 38045 h 667385"/>
                <a:gd name="csX400" fmla="*/ 403754 w 1008380"/>
                <a:gd name="csY400" fmla="*/ 41725 h 667385"/>
                <a:gd name="csX401" fmla="*/ 404765 w 1008380"/>
                <a:gd name="csY401" fmla="*/ 45543 h 667385"/>
                <a:gd name="csX402" fmla="*/ 405772 w 1008380"/>
                <a:gd name="csY402" fmla="*/ 49491 h 667385"/>
                <a:gd name="csX403" fmla="*/ 406784 w 1008380"/>
                <a:gd name="csY403" fmla="*/ 53565 h 667385"/>
                <a:gd name="csX404" fmla="*/ 407796 w 1008380"/>
                <a:gd name="csY404" fmla="*/ 57759 h 667385"/>
                <a:gd name="csX405" fmla="*/ 408802 w 1008380"/>
                <a:gd name="csY405" fmla="*/ 62068 h 667385"/>
                <a:gd name="csX406" fmla="*/ 409814 w 1008380"/>
                <a:gd name="csY406" fmla="*/ 66486 h 667385"/>
                <a:gd name="csX407" fmla="*/ 410820 w 1008380"/>
                <a:gd name="csY407" fmla="*/ 71006 h 667385"/>
                <a:gd name="csX408" fmla="*/ 411832 w 1008380"/>
                <a:gd name="csY408" fmla="*/ 75624 h 667385"/>
                <a:gd name="csX409" fmla="*/ 412839 w 1008380"/>
                <a:gd name="csY409" fmla="*/ 80334 h 667385"/>
                <a:gd name="csX410" fmla="*/ 413851 w 1008380"/>
                <a:gd name="csY410" fmla="*/ 85129 h 667385"/>
                <a:gd name="csX411" fmla="*/ 414857 w 1008380"/>
                <a:gd name="csY411" fmla="*/ 90004 h 667385"/>
                <a:gd name="csX412" fmla="*/ 415869 w 1008380"/>
                <a:gd name="csY412" fmla="*/ 94952 h 667385"/>
                <a:gd name="csX413" fmla="*/ 416875 w 1008380"/>
                <a:gd name="csY413" fmla="*/ 99968 h 667385"/>
                <a:gd name="csX414" fmla="*/ 417887 w 1008380"/>
                <a:gd name="csY414" fmla="*/ 105046 h 667385"/>
                <a:gd name="csX415" fmla="*/ 418899 w 1008380"/>
                <a:gd name="csY415" fmla="*/ 110180 h 667385"/>
                <a:gd name="csX416" fmla="*/ 419906 w 1008380"/>
                <a:gd name="csY416" fmla="*/ 115364 h 667385"/>
                <a:gd name="csX417" fmla="*/ 420917 w 1008380"/>
                <a:gd name="csY417" fmla="*/ 120591 h 667385"/>
                <a:gd name="csX418" fmla="*/ 421924 w 1008380"/>
                <a:gd name="csY418" fmla="*/ 125857 h 667385"/>
                <a:gd name="csX419" fmla="*/ 422936 w 1008380"/>
                <a:gd name="csY419" fmla="*/ 131155 h 667385"/>
                <a:gd name="csX420" fmla="*/ 423942 w 1008380"/>
                <a:gd name="csY420" fmla="*/ 136481 h 667385"/>
                <a:gd name="csX421" fmla="*/ 424954 w 1008380"/>
                <a:gd name="csY421" fmla="*/ 141827 h 667385"/>
                <a:gd name="csX422" fmla="*/ 425960 w 1008380"/>
                <a:gd name="csY422" fmla="*/ 147189 h 667385"/>
                <a:gd name="csX423" fmla="*/ 426972 w 1008380"/>
                <a:gd name="csY423" fmla="*/ 152560 h 667385"/>
                <a:gd name="csX424" fmla="*/ 427979 w 1008380"/>
                <a:gd name="csY424" fmla="*/ 157936 h 667385"/>
                <a:gd name="csX425" fmla="*/ 428991 w 1008380"/>
                <a:gd name="csY425" fmla="*/ 163311 h 667385"/>
                <a:gd name="csX426" fmla="*/ 430002 w 1008380"/>
                <a:gd name="csY426" fmla="*/ 168680 h 667385"/>
                <a:gd name="csX427" fmla="*/ 431009 w 1008380"/>
                <a:gd name="csY427" fmla="*/ 174037 h 667385"/>
                <a:gd name="csX428" fmla="*/ 432021 w 1008380"/>
                <a:gd name="csY428" fmla="*/ 179378 h 667385"/>
                <a:gd name="csX429" fmla="*/ 433027 w 1008380"/>
                <a:gd name="csY429" fmla="*/ 184698 h 667385"/>
                <a:gd name="csX430" fmla="*/ 434039 w 1008380"/>
                <a:gd name="csY430" fmla="*/ 189991 h 667385"/>
                <a:gd name="csX431" fmla="*/ 435046 w 1008380"/>
                <a:gd name="csY431" fmla="*/ 195255 h 667385"/>
                <a:gd name="csX432" fmla="*/ 436057 w 1008380"/>
                <a:gd name="csY432" fmla="*/ 200482 h 667385"/>
                <a:gd name="csX433" fmla="*/ 437064 w 1008380"/>
                <a:gd name="csY433" fmla="*/ 205671 h 667385"/>
                <a:gd name="csX434" fmla="*/ 438076 w 1008380"/>
                <a:gd name="csY434" fmla="*/ 210815 h 667385"/>
                <a:gd name="csX435" fmla="*/ 439082 w 1008380"/>
                <a:gd name="csY435" fmla="*/ 215912 h 667385"/>
                <a:gd name="csX436" fmla="*/ 440094 w 1008380"/>
                <a:gd name="csY436" fmla="*/ 220957 h 667385"/>
                <a:gd name="csX437" fmla="*/ 441100 w 1008380"/>
                <a:gd name="csY437" fmla="*/ 225946 h 667385"/>
                <a:gd name="csX438" fmla="*/ 442112 w 1008380"/>
                <a:gd name="csY438" fmla="*/ 230876 h 667385"/>
                <a:gd name="csX439" fmla="*/ 443124 w 1008380"/>
                <a:gd name="csY439" fmla="*/ 235743 h 667385"/>
                <a:gd name="csX440" fmla="*/ 444131 w 1008380"/>
                <a:gd name="csY440" fmla="*/ 240544 h 667385"/>
                <a:gd name="csX441" fmla="*/ 445142 w 1008380"/>
                <a:gd name="csY441" fmla="*/ 245277 h 667385"/>
                <a:gd name="csX442" fmla="*/ 446149 w 1008380"/>
                <a:gd name="csY442" fmla="*/ 249937 h 667385"/>
                <a:gd name="csX443" fmla="*/ 447161 w 1008380"/>
                <a:gd name="csY443" fmla="*/ 254523 h 667385"/>
                <a:gd name="csX444" fmla="*/ 448167 w 1008380"/>
                <a:gd name="csY444" fmla="*/ 259031 h 667385"/>
                <a:gd name="csX445" fmla="*/ 449179 w 1008380"/>
                <a:gd name="csY445" fmla="*/ 263459 h 667385"/>
                <a:gd name="csX446" fmla="*/ 450186 w 1008380"/>
                <a:gd name="csY446" fmla="*/ 267805 h 667385"/>
                <a:gd name="csX447" fmla="*/ 451197 w 1008380"/>
                <a:gd name="csY447" fmla="*/ 272067 h 667385"/>
                <a:gd name="csX448" fmla="*/ 452204 w 1008380"/>
                <a:gd name="csY448" fmla="*/ 276242 h 667385"/>
                <a:gd name="csX449" fmla="*/ 453216 w 1008380"/>
                <a:gd name="csY449" fmla="*/ 280330 h 667385"/>
                <a:gd name="csX450" fmla="*/ 454228 w 1008380"/>
                <a:gd name="csY450" fmla="*/ 284328 h 667385"/>
                <a:gd name="csX451" fmla="*/ 455234 w 1008380"/>
                <a:gd name="csY451" fmla="*/ 288235 h 667385"/>
                <a:gd name="csX452" fmla="*/ 456246 w 1008380"/>
                <a:gd name="csY452" fmla="*/ 292049 h 667385"/>
                <a:gd name="csX453" fmla="*/ 457252 w 1008380"/>
                <a:gd name="csY453" fmla="*/ 295771 h 667385"/>
                <a:gd name="csX454" fmla="*/ 458264 w 1008380"/>
                <a:gd name="csY454" fmla="*/ 299398 h 667385"/>
                <a:gd name="csX455" fmla="*/ 459271 w 1008380"/>
                <a:gd name="csY455" fmla="*/ 302929 h 667385"/>
                <a:gd name="csX456" fmla="*/ 460282 w 1008380"/>
                <a:gd name="csY456" fmla="*/ 306365 h 667385"/>
                <a:gd name="csX457" fmla="*/ 461289 w 1008380"/>
                <a:gd name="csY457" fmla="*/ 309705 h 667385"/>
                <a:gd name="csX458" fmla="*/ 462301 w 1008380"/>
                <a:gd name="csY458" fmla="*/ 312949 h 667385"/>
                <a:gd name="csX459" fmla="*/ 463307 w 1008380"/>
                <a:gd name="csY459" fmla="*/ 316095 h 667385"/>
                <a:gd name="csX460" fmla="*/ 464319 w 1008380"/>
                <a:gd name="csY460" fmla="*/ 319145 h 667385"/>
                <a:gd name="csX461" fmla="*/ 465331 w 1008380"/>
                <a:gd name="csY461" fmla="*/ 322099 h 667385"/>
                <a:gd name="csX462" fmla="*/ 466337 w 1008380"/>
                <a:gd name="csY462" fmla="*/ 324956 h 667385"/>
                <a:gd name="csX463" fmla="*/ 467349 w 1008380"/>
                <a:gd name="csY463" fmla="*/ 327716 h 667385"/>
                <a:gd name="csX464" fmla="*/ 468356 w 1008380"/>
                <a:gd name="csY464" fmla="*/ 330382 h 667385"/>
                <a:gd name="csX465" fmla="*/ 469368 w 1008380"/>
                <a:gd name="csY465" fmla="*/ 332953 h 667385"/>
                <a:gd name="csX466" fmla="*/ 470374 w 1008380"/>
                <a:gd name="csY466" fmla="*/ 335429 h 667385"/>
                <a:gd name="csX467" fmla="*/ 471386 w 1008380"/>
                <a:gd name="csY467" fmla="*/ 337813 h 667385"/>
                <a:gd name="csX468" fmla="*/ 472392 w 1008380"/>
                <a:gd name="csY468" fmla="*/ 340104 h 667385"/>
                <a:gd name="csX469" fmla="*/ 473404 w 1008380"/>
                <a:gd name="csY469" fmla="*/ 342304 h 667385"/>
                <a:gd name="csX470" fmla="*/ 474411 w 1008380"/>
                <a:gd name="csY470" fmla="*/ 344414 h 667385"/>
                <a:gd name="csX471" fmla="*/ 475423 w 1008380"/>
                <a:gd name="csY471" fmla="*/ 346436 h 667385"/>
                <a:gd name="csX472" fmla="*/ 476434 w 1008380"/>
                <a:gd name="csY472" fmla="*/ 348370 h 667385"/>
                <a:gd name="csX473" fmla="*/ 477441 w 1008380"/>
                <a:gd name="csY473" fmla="*/ 350219 h 667385"/>
                <a:gd name="csX474" fmla="*/ 478453 w 1008380"/>
                <a:gd name="csY474" fmla="*/ 351984 h 667385"/>
                <a:gd name="csX475" fmla="*/ 479459 w 1008380"/>
                <a:gd name="csY475" fmla="*/ 353666 h 667385"/>
                <a:gd name="csX476" fmla="*/ 480471 w 1008380"/>
                <a:gd name="csY476" fmla="*/ 355268 h 667385"/>
                <a:gd name="csX477" fmla="*/ 481477 w 1008380"/>
                <a:gd name="csY477" fmla="*/ 356790 h 667385"/>
                <a:gd name="csX478" fmla="*/ 482489 w 1008380"/>
                <a:gd name="csY478" fmla="*/ 358236 h 667385"/>
                <a:gd name="csX479" fmla="*/ 483496 w 1008380"/>
                <a:gd name="csY479" fmla="*/ 359607 h 667385"/>
                <a:gd name="csX480" fmla="*/ 484508 w 1008380"/>
                <a:gd name="csY480" fmla="*/ 360904 h 667385"/>
                <a:gd name="csX481" fmla="*/ 485514 w 1008380"/>
                <a:gd name="csY481" fmla="*/ 362131 h 667385"/>
                <a:gd name="csX482" fmla="*/ 486526 w 1008380"/>
                <a:gd name="csY482" fmla="*/ 363288 h 667385"/>
                <a:gd name="csX483" fmla="*/ 487532 w 1008380"/>
                <a:gd name="csY483" fmla="*/ 364378 h 667385"/>
                <a:gd name="csX484" fmla="*/ 488544 w 1008380"/>
                <a:gd name="csY484" fmla="*/ 365405 h 667385"/>
                <a:gd name="csX485" fmla="*/ 489556 w 1008380"/>
                <a:gd name="csY485" fmla="*/ 366368 h 667385"/>
                <a:gd name="csX486" fmla="*/ 490563 w 1008380"/>
                <a:gd name="csY486" fmla="*/ 367272 h 667385"/>
                <a:gd name="csX487" fmla="*/ 491574 w 1008380"/>
                <a:gd name="csY487" fmla="*/ 368117 h 667385"/>
                <a:gd name="csX488" fmla="*/ 492581 w 1008380"/>
                <a:gd name="csY488" fmla="*/ 368907 h 667385"/>
                <a:gd name="csX489" fmla="*/ 493593 w 1008380"/>
                <a:gd name="csY489" fmla="*/ 369644 h 667385"/>
                <a:gd name="csX490" fmla="*/ 494599 w 1008380"/>
                <a:gd name="csY490" fmla="*/ 370329 h 667385"/>
                <a:gd name="csX491" fmla="*/ 495611 w 1008380"/>
                <a:gd name="csY491" fmla="*/ 370966 h 667385"/>
                <a:gd name="csX492" fmla="*/ 496617 w 1008380"/>
                <a:gd name="csY492" fmla="*/ 371557 h 667385"/>
                <a:gd name="csX493" fmla="*/ 497629 w 1008380"/>
                <a:gd name="csY493" fmla="*/ 372104 h 667385"/>
                <a:gd name="csX494" fmla="*/ 498636 w 1008380"/>
                <a:gd name="csY494" fmla="*/ 372610 h 667385"/>
                <a:gd name="csX495" fmla="*/ 499648 w 1008380"/>
                <a:gd name="csY495" fmla="*/ 373076 h 667385"/>
                <a:gd name="csX496" fmla="*/ 500659 w 1008380"/>
                <a:gd name="csY496" fmla="*/ 373506 h 667385"/>
                <a:gd name="csX497" fmla="*/ 501666 w 1008380"/>
                <a:gd name="csY497" fmla="*/ 373901 h 667385"/>
                <a:gd name="csX498" fmla="*/ 502678 w 1008380"/>
                <a:gd name="csY498" fmla="*/ 374263 h 667385"/>
                <a:gd name="csX499" fmla="*/ 503684 w 1008380"/>
                <a:gd name="csY499" fmla="*/ 374597 h 667385"/>
                <a:gd name="csX500" fmla="*/ 504696 w 1008380"/>
                <a:gd name="csY500" fmla="*/ 374902 h 667385"/>
                <a:gd name="csX501" fmla="*/ 505703 w 1008380"/>
                <a:gd name="csY501" fmla="*/ 375182 h 667385"/>
                <a:gd name="csX502" fmla="*/ 506714 w 1008380"/>
                <a:gd name="csY502" fmla="*/ 375439 h 667385"/>
                <a:gd name="csX503" fmla="*/ 507721 w 1008380"/>
                <a:gd name="csY503" fmla="*/ 375675 h 667385"/>
                <a:gd name="csX504" fmla="*/ 508733 w 1008380"/>
                <a:gd name="csY504" fmla="*/ 375893 h 667385"/>
                <a:gd name="csX505" fmla="*/ 509739 w 1008380"/>
                <a:gd name="csY505" fmla="*/ 376094 h 667385"/>
                <a:gd name="csX506" fmla="*/ 510751 w 1008380"/>
                <a:gd name="csY506" fmla="*/ 376281 h 667385"/>
                <a:gd name="csX507" fmla="*/ 511763 w 1008380"/>
                <a:gd name="csY507" fmla="*/ 376455 h 667385"/>
                <a:gd name="csX508" fmla="*/ 512769 w 1008380"/>
                <a:gd name="csY508" fmla="*/ 376619 h 667385"/>
                <a:gd name="csX509" fmla="*/ 513781 w 1008380"/>
                <a:gd name="csY509" fmla="*/ 376776 h 667385"/>
                <a:gd name="csX510" fmla="*/ 514788 w 1008380"/>
                <a:gd name="csY510" fmla="*/ 376925 h 667385"/>
                <a:gd name="csX511" fmla="*/ 515799 w 1008380"/>
                <a:gd name="csY511" fmla="*/ 377071 h 667385"/>
                <a:gd name="csX512" fmla="*/ 516806 w 1008380"/>
                <a:gd name="csY512" fmla="*/ 377215 h 667385"/>
                <a:gd name="csX513" fmla="*/ 517818 w 1008380"/>
                <a:gd name="csY513" fmla="*/ 377358 h 667385"/>
                <a:gd name="csX514" fmla="*/ 518824 w 1008380"/>
                <a:gd name="csY514" fmla="*/ 377502 h 667385"/>
                <a:gd name="csX515" fmla="*/ 519836 w 1008380"/>
                <a:gd name="csY515" fmla="*/ 377650 h 667385"/>
                <a:gd name="csX516" fmla="*/ 520843 w 1008380"/>
                <a:gd name="csY516" fmla="*/ 377801 h 667385"/>
                <a:gd name="csX517" fmla="*/ 521854 w 1008380"/>
                <a:gd name="csY517" fmla="*/ 377960 h 667385"/>
                <a:gd name="csX518" fmla="*/ 522866 w 1008380"/>
                <a:gd name="csY518" fmla="*/ 378127 h 667385"/>
                <a:gd name="csX519" fmla="*/ 523873 w 1008380"/>
                <a:gd name="csY519" fmla="*/ 378304 h 667385"/>
                <a:gd name="csX520" fmla="*/ 524885 w 1008380"/>
                <a:gd name="csY520" fmla="*/ 378491 h 667385"/>
                <a:gd name="csX521" fmla="*/ 525891 w 1008380"/>
                <a:gd name="csY521" fmla="*/ 378691 h 667385"/>
                <a:gd name="csX522" fmla="*/ 526903 w 1008380"/>
                <a:gd name="csY522" fmla="*/ 378906 h 667385"/>
                <a:gd name="csX523" fmla="*/ 527909 w 1008380"/>
                <a:gd name="csY523" fmla="*/ 379136 h 667385"/>
                <a:gd name="csX524" fmla="*/ 528921 w 1008380"/>
                <a:gd name="csY524" fmla="*/ 379382 h 667385"/>
                <a:gd name="csX525" fmla="*/ 529928 w 1008380"/>
                <a:gd name="csY525" fmla="*/ 379647 h 667385"/>
                <a:gd name="csX526" fmla="*/ 530940 w 1008380"/>
                <a:gd name="csY526" fmla="*/ 379931 h 667385"/>
                <a:gd name="csX527" fmla="*/ 531946 w 1008380"/>
                <a:gd name="csY527" fmla="*/ 380235 h 667385"/>
                <a:gd name="csX528" fmla="*/ 532958 w 1008380"/>
                <a:gd name="csY528" fmla="*/ 380561 h 667385"/>
                <a:gd name="csX529" fmla="*/ 533970 w 1008380"/>
                <a:gd name="csY529" fmla="*/ 380909 h 667385"/>
                <a:gd name="csX530" fmla="*/ 534976 w 1008380"/>
                <a:gd name="csY530" fmla="*/ 381281 h 667385"/>
                <a:gd name="csX531" fmla="*/ 535988 w 1008380"/>
                <a:gd name="csY531" fmla="*/ 381677 h 667385"/>
                <a:gd name="csX532" fmla="*/ 536994 w 1008380"/>
                <a:gd name="csY532" fmla="*/ 382099 h 667385"/>
                <a:gd name="csX533" fmla="*/ 538006 w 1008380"/>
                <a:gd name="csY533" fmla="*/ 382547 h 667385"/>
                <a:gd name="csX534" fmla="*/ 539013 w 1008380"/>
                <a:gd name="csY534" fmla="*/ 383022 h 667385"/>
                <a:gd name="csX535" fmla="*/ 540025 w 1008380"/>
                <a:gd name="csY535" fmla="*/ 383526 h 667385"/>
                <a:gd name="csX536" fmla="*/ 541031 w 1008380"/>
                <a:gd name="csY536" fmla="*/ 384057 h 667385"/>
                <a:gd name="csX537" fmla="*/ 542043 w 1008380"/>
                <a:gd name="csY537" fmla="*/ 384618 h 667385"/>
                <a:gd name="csX538" fmla="*/ 543049 w 1008380"/>
                <a:gd name="csY538" fmla="*/ 385209 h 667385"/>
                <a:gd name="csX539" fmla="*/ 544061 w 1008380"/>
                <a:gd name="csY539" fmla="*/ 385829 h 667385"/>
                <a:gd name="csX540" fmla="*/ 545068 w 1008380"/>
                <a:gd name="csY540" fmla="*/ 386481 h 667385"/>
                <a:gd name="csX541" fmla="*/ 546080 w 1008380"/>
                <a:gd name="csY541" fmla="*/ 387164 h 667385"/>
                <a:gd name="csX542" fmla="*/ 547091 w 1008380"/>
                <a:gd name="csY542" fmla="*/ 387879 h 667385"/>
                <a:gd name="csX543" fmla="*/ 548098 w 1008380"/>
                <a:gd name="csY543" fmla="*/ 388625 h 667385"/>
                <a:gd name="csX544" fmla="*/ 549110 w 1008380"/>
                <a:gd name="csY544" fmla="*/ 389405 h 667385"/>
                <a:gd name="csX545" fmla="*/ 550116 w 1008380"/>
                <a:gd name="csY545" fmla="*/ 390217 h 667385"/>
                <a:gd name="csX546" fmla="*/ 551128 w 1008380"/>
                <a:gd name="csY546" fmla="*/ 391062 h 667385"/>
                <a:gd name="csX547" fmla="*/ 552134 w 1008380"/>
                <a:gd name="csY547" fmla="*/ 391939 h 667385"/>
                <a:gd name="csX548" fmla="*/ 553146 w 1008380"/>
                <a:gd name="csY548" fmla="*/ 392850 h 667385"/>
                <a:gd name="csX549" fmla="*/ 554153 w 1008380"/>
                <a:gd name="csY549" fmla="*/ 393795 h 667385"/>
                <a:gd name="csX550" fmla="*/ 555165 w 1008380"/>
                <a:gd name="csY550" fmla="*/ 394773 h 667385"/>
                <a:gd name="csX551" fmla="*/ 556171 w 1008380"/>
                <a:gd name="csY551" fmla="*/ 395785 h 667385"/>
                <a:gd name="csX552" fmla="*/ 557183 w 1008380"/>
                <a:gd name="csY552" fmla="*/ 396830 h 667385"/>
                <a:gd name="csX553" fmla="*/ 558195 w 1008380"/>
                <a:gd name="csY553" fmla="*/ 397908 h 667385"/>
                <a:gd name="csX554" fmla="*/ 559201 w 1008380"/>
                <a:gd name="csY554" fmla="*/ 399020 h 667385"/>
                <a:gd name="csX555" fmla="*/ 560213 w 1008380"/>
                <a:gd name="csY555" fmla="*/ 400166 h 667385"/>
                <a:gd name="csX556" fmla="*/ 561220 w 1008380"/>
                <a:gd name="csY556" fmla="*/ 401344 h 667385"/>
                <a:gd name="csX557" fmla="*/ 562231 w 1008380"/>
                <a:gd name="csY557" fmla="*/ 402555 h 667385"/>
                <a:gd name="csX558" fmla="*/ 563238 w 1008380"/>
                <a:gd name="csY558" fmla="*/ 403799 h 667385"/>
                <a:gd name="csX559" fmla="*/ 564250 w 1008380"/>
                <a:gd name="csY559" fmla="*/ 405075 h 667385"/>
                <a:gd name="csX560" fmla="*/ 565256 w 1008380"/>
                <a:gd name="csY560" fmla="*/ 406384 h 667385"/>
                <a:gd name="csX561" fmla="*/ 566268 w 1008380"/>
                <a:gd name="csY561" fmla="*/ 407725 h 667385"/>
                <a:gd name="csX562" fmla="*/ 567275 w 1008380"/>
                <a:gd name="csY562" fmla="*/ 409097 h 667385"/>
                <a:gd name="csX563" fmla="*/ 568286 w 1008380"/>
                <a:gd name="csY563" fmla="*/ 410500 h 667385"/>
                <a:gd name="csX564" fmla="*/ 569298 w 1008380"/>
                <a:gd name="csY564" fmla="*/ 411934 h 667385"/>
                <a:gd name="csX565" fmla="*/ 570305 w 1008380"/>
                <a:gd name="csY565" fmla="*/ 413399 h 667385"/>
                <a:gd name="csX566" fmla="*/ 571316 w 1008380"/>
                <a:gd name="csY566" fmla="*/ 414894 h 667385"/>
                <a:gd name="csX567" fmla="*/ 572323 w 1008380"/>
                <a:gd name="csY567" fmla="*/ 416418 h 667385"/>
                <a:gd name="csX568" fmla="*/ 573335 w 1008380"/>
                <a:gd name="csY568" fmla="*/ 417971 h 667385"/>
                <a:gd name="csX569" fmla="*/ 574341 w 1008380"/>
                <a:gd name="csY569" fmla="*/ 419553 h 667385"/>
                <a:gd name="csX570" fmla="*/ 575353 w 1008380"/>
                <a:gd name="csY570" fmla="*/ 421163 h 667385"/>
                <a:gd name="csX571" fmla="*/ 576360 w 1008380"/>
                <a:gd name="csY571" fmla="*/ 422800 h 667385"/>
                <a:gd name="csX572" fmla="*/ 577371 w 1008380"/>
                <a:gd name="csY572" fmla="*/ 424464 h 667385"/>
                <a:gd name="csX573" fmla="*/ 578378 w 1008380"/>
                <a:gd name="csY573" fmla="*/ 426155 h 667385"/>
                <a:gd name="csX574" fmla="*/ 579390 w 1008380"/>
                <a:gd name="csY574" fmla="*/ 427871 h 667385"/>
                <a:gd name="csX575" fmla="*/ 580402 w 1008380"/>
                <a:gd name="csY575" fmla="*/ 429612 h 667385"/>
                <a:gd name="csX576" fmla="*/ 581408 w 1008380"/>
                <a:gd name="csY576" fmla="*/ 431378 h 667385"/>
                <a:gd name="csX577" fmla="*/ 582420 w 1008380"/>
                <a:gd name="csY577" fmla="*/ 433168 h 667385"/>
                <a:gd name="csX578" fmla="*/ 583426 w 1008380"/>
                <a:gd name="csY578" fmla="*/ 434980 h 667385"/>
                <a:gd name="csX579" fmla="*/ 584438 w 1008380"/>
                <a:gd name="csY579" fmla="*/ 436816 h 667385"/>
                <a:gd name="csX580" fmla="*/ 585445 w 1008380"/>
                <a:gd name="csY580" fmla="*/ 438674 h 667385"/>
                <a:gd name="csX581" fmla="*/ 586457 w 1008380"/>
                <a:gd name="csY581" fmla="*/ 440552 h 667385"/>
                <a:gd name="csX582" fmla="*/ 587463 w 1008380"/>
                <a:gd name="csY582" fmla="*/ 442451 h 667385"/>
                <a:gd name="csX583" fmla="*/ 588475 w 1008380"/>
                <a:gd name="csY583" fmla="*/ 444370 h 667385"/>
                <a:gd name="csX584" fmla="*/ 589481 w 1008380"/>
                <a:gd name="csY584" fmla="*/ 446307 h 667385"/>
                <a:gd name="csX585" fmla="*/ 590493 w 1008380"/>
                <a:gd name="csY585" fmla="*/ 448263 h 667385"/>
                <a:gd name="csX586" fmla="*/ 591500 w 1008380"/>
                <a:gd name="csY586" fmla="*/ 450237 h 667385"/>
                <a:gd name="csX587" fmla="*/ 592511 w 1008380"/>
                <a:gd name="csY587" fmla="*/ 452227 h 667385"/>
                <a:gd name="csX588" fmla="*/ 593523 w 1008380"/>
                <a:gd name="csY588" fmla="*/ 454233 h 667385"/>
                <a:gd name="csX589" fmla="*/ 594530 w 1008380"/>
                <a:gd name="csY589" fmla="*/ 456255 h 667385"/>
                <a:gd name="csX590" fmla="*/ 595542 w 1008380"/>
                <a:gd name="csY590" fmla="*/ 458291 h 667385"/>
                <a:gd name="csX591" fmla="*/ 596548 w 1008380"/>
                <a:gd name="csY591" fmla="*/ 460341 h 667385"/>
                <a:gd name="csX592" fmla="*/ 597560 w 1008380"/>
                <a:gd name="csY592" fmla="*/ 462405 h 667385"/>
                <a:gd name="csX593" fmla="*/ 598566 w 1008380"/>
                <a:gd name="csY593" fmla="*/ 464480 h 667385"/>
                <a:gd name="csX594" fmla="*/ 599578 w 1008380"/>
                <a:gd name="csY594" fmla="*/ 466566 h 667385"/>
                <a:gd name="csX595" fmla="*/ 600585 w 1008380"/>
                <a:gd name="csY595" fmla="*/ 468664 h 667385"/>
                <a:gd name="csX596" fmla="*/ 601597 w 1008380"/>
                <a:gd name="csY596" fmla="*/ 470772 h 667385"/>
                <a:gd name="csX597" fmla="*/ 602603 w 1008380"/>
                <a:gd name="csY597" fmla="*/ 472889 h 667385"/>
                <a:gd name="csX598" fmla="*/ 603615 w 1008380"/>
                <a:gd name="csY598" fmla="*/ 475014 h 667385"/>
                <a:gd name="csX599" fmla="*/ 604627 w 1008380"/>
                <a:gd name="csY599" fmla="*/ 477147 h 667385"/>
                <a:gd name="csX600" fmla="*/ 605633 w 1008380"/>
                <a:gd name="csY600" fmla="*/ 479287 h 667385"/>
                <a:gd name="csX601" fmla="*/ 606645 w 1008380"/>
                <a:gd name="csY601" fmla="*/ 481433 h 667385"/>
                <a:gd name="csX602" fmla="*/ 607651 w 1008380"/>
                <a:gd name="csY602" fmla="*/ 483585 h 667385"/>
                <a:gd name="csX603" fmla="*/ 608663 w 1008380"/>
                <a:gd name="csY603" fmla="*/ 485741 h 667385"/>
                <a:gd name="csX604" fmla="*/ 609670 w 1008380"/>
                <a:gd name="csY604" fmla="*/ 487899 h 667385"/>
                <a:gd name="csX605" fmla="*/ 610682 w 1008380"/>
                <a:gd name="csY605" fmla="*/ 490067 h 667385"/>
                <a:gd name="csX606" fmla="*/ 611688 w 1008380"/>
                <a:gd name="csY606" fmla="*/ 492229 h 667385"/>
                <a:gd name="csX607" fmla="*/ 612700 w 1008380"/>
                <a:gd name="csY607" fmla="*/ 494401 h 667385"/>
                <a:gd name="csX608" fmla="*/ 613706 w 1008380"/>
                <a:gd name="csY608" fmla="*/ 496569 h 667385"/>
                <a:gd name="csX609" fmla="*/ 614718 w 1008380"/>
                <a:gd name="csY609" fmla="*/ 498736 h 667385"/>
                <a:gd name="csX610" fmla="*/ 615730 w 1008380"/>
                <a:gd name="csY610" fmla="*/ 500904 h 667385"/>
                <a:gd name="csX611" fmla="*/ 616737 w 1008380"/>
                <a:gd name="csY611" fmla="*/ 503071 h 667385"/>
                <a:gd name="csX612" fmla="*/ 617748 w 1008380"/>
                <a:gd name="csY612" fmla="*/ 505239 h 667385"/>
                <a:gd name="csX613" fmla="*/ 618755 w 1008380"/>
                <a:gd name="csY613" fmla="*/ 507406 h 667385"/>
                <a:gd name="csX614" fmla="*/ 619767 w 1008380"/>
                <a:gd name="csY614" fmla="*/ 509563 h 667385"/>
                <a:gd name="csX615" fmla="*/ 620773 w 1008380"/>
                <a:gd name="csY615" fmla="*/ 511720 h 667385"/>
                <a:gd name="csX616" fmla="*/ 621785 w 1008380"/>
                <a:gd name="csY616" fmla="*/ 513876 h 667385"/>
                <a:gd name="csX617" fmla="*/ 622792 w 1008380"/>
                <a:gd name="csY617" fmla="*/ 516022 h 667385"/>
                <a:gd name="csX618" fmla="*/ 623803 w 1008380"/>
                <a:gd name="csY618" fmla="*/ 518163 h 667385"/>
                <a:gd name="csX619" fmla="*/ 624810 w 1008380"/>
                <a:gd name="csY619" fmla="*/ 520299 h 667385"/>
                <a:gd name="csX620" fmla="*/ 625822 w 1008380"/>
                <a:gd name="csY620" fmla="*/ 522429 h 667385"/>
                <a:gd name="csX621" fmla="*/ 626833 w 1008380"/>
                <a:gd name="csY621" fmla="*/ 524548 h 667385"/>
                <a:gd name="csX622" fmla="*/ 627840 w 1008380"/>
                <a:gd name="csY622" fmla="*/ 526663 h 667385"/>
                <a:gd name="csX623" fmla="*/ 628852 w 1008380"/>
                <a:gd name="csY623" fmla="*/ 528766 h 667385"/>
                <a:gd name="csX624" fmla="*/ 629858 w 1008380"/>
                <a:gd name="csY624" fmla="*/ 530864 h 667385"/>
                <a:gd name="csX625" fmla="*/ 630870 w 1008380"/>
                <a:gd name="csY625" fmla="*/ 532952 h 667385"/>
                <a:gd name="csX626" fmla="*/ 631877 w 1008380"/>
                <a:gd name="csY626" fmla="*/ 535029 h 667385"/>
                <a:gd name="csX627" fmla="*/ 632888 w 1008380"/>
                <a:gd name="csY627" fmla="*/ 537095 h 667385"/>
                <a:gd name="csX628" fmla="*/ 633895 w 1008380"/>
                <a:gd name="csY628" fmla="*/ 539145 h 667385"/>
                <a:gd name="csX629" fmla="*/ 634907 w 1008380"/>
                <a:gd name="csY629" fmla="*/ 541190 h 667385"/>
                <a:gd name="csX630" fmla="*/ 635913 w 1008380"/>
                <a:gd name="csY630" fmla="*/ 543219 h 667385"/>
                <a:gd name="csX631" fmla="*/ 636925 w 1008380"/>
                <a:gd name="csY631" fmla="*/ 545237 h 667385"/>
                <a:gd name="csX632" fmla="*/ 637931 w 1008380"/>
                <a:gd name="csY632" fmla="*/ 547240 h 667385"/>
                <a:gd name="csX633" fmla="*/ 638943 w 1008380"/>
                <a:gd name="csY633" fmla="*/ 549231 h 667385"/>
                <a:gd name="csX634" fmla="*/ 639955 w 1008380"/>
                <a:gd name="csY634" fmla="*/ 551213 h 667385"/>
                <a:gd name="csX635" fmla="*/ 640962 w 1008380"/>
                <a:gd name="csY635" fmla="*/ 553172 h 667385"/>
                <a:gd name="csX636" fmla="*/ 641974 w 1008380"/>
                <a:gd name="csY636" fmla="*/ 555121 h 667385"/>
                <a:gd name="csX637" fmla="*/ 642980 w 1008380"/>
                <a:gd name="csY637" fmla="*/ 557054 h 667385"/>
                <a:gd name="csX638" fmla="*/ 643992 w 1008380"/>
                <a:gd name="csY638" fmla="*/ 558972 h 667385"/>
                <a:gd name="csX639" fmla="*/ 644998 w 1008380"/>
                <a:gd name="csY639" fmla="*/ 560873 h 667385"/>
                <a:gd name="csX640" fmla="*/ 646010 w 1008380"/>
                <a:gd name="csY640" fmla="*/ 562758 h 667385"/>
                <a:gd name="csX641" fmla="*/ 647017 w 1008380"/>
                <a:gd name="csY641" fmla="*/ 564627 h 667385"/>
                <a:gd name="csX642" fmla="*/ 648028 w 1008380"/>
                <a:gd name="csY642" fmla="*/ 566480 h 667385"/>
                <a:gd name="csX643" fmla="*/ 649035 w 1008380"/>
                <a:gd name="csY643" fmla="*/ 568312 h 667385"/>
                <a:gd name="csX644" fmla="*/ 650047 w 1008380"/>
                <a:gd name="csY644" fmla="*/ 570134 h 667385"/>
                <a:gd name="csX645" fmla="*/ 651059 w 1008380"/>
                <a:gd name="csY645" fmla="*/ 571934 h 667385"/>
                <a:gd name="csX646" fmla="*/ 652065 w 1008380"/>
                <a:gd name="csY646" fmla="*/ 573712 h 667385"/>
                <a:gd name="csX647" fmla="*/ 653077 w 1008380"/>
                <a:gd name="csY647" fmla="*/ 575475 h 667385"/>
                <a:gd name="csX648" fmla="*/ 654083 w 1008380"/>
                <a:gd name="csY648" fmla="*/ 577222 h 667385"/>
                <a:gd name="csX649" fmla="*/ 655095 w 1008380"/>
                <a:gd name="csY649" fmla="*/ 578947 h 667385"/>
                <a:gd name="csX650" fmla="*/ 656102 w 1008380"/>
                <a:gd name="csY650" fmla="*/ 580656 h 667385"/>
                <a:gd name="csX651" fmla="*/ 657113 w 1008380"/>
                <a:gd name="csY651" fmla="*/ 582345 h 667385"/>
                <a:gd name="csX652" fmla="*/ 658120 w 1008380"/>
                <a:gd name="csY652" fmla="*/ 584017 h 667385"/>
                <a:gd name="csX653" fmla="*/ 659132 w 1008380"/>
                <a:gd name="csY653" fmla="*/ 585668 h 667385"/>
                <a:gd name="csX654" fmla="*/ 660138 w 1008380"/>
                <a:gd name="csY654" fmla="*/ 587297 h 667385"/>
                <a:gd name="csX655" fmla="*/ 661150 w 1008380"/>
                <a:gd name="csY655" fmla="*/ 588905 h 667385"/>
                <a:gd name="csX656" fmla="*/ 662162 w 1008380"/>
                <a:gd name="csY656" fmla="*/ 590498 h 667385"/>
                <a:gd name="csX657" fmla="*/ 663168 w 1008380"/>
                <a:gd name="csY657" fmla="*/ 592069 h 667385"/>
                <a:gd name="csX658" fmla="*/ 664180 w 1008380"/>
                <a:gd name="csY658" fmla="*/ 593624 h 667385"/>
                <a:gd name="csX659" fmla="*/ 665187 w 1008380"/>
                <a:gd name="csY659" fmla="*/ 595152 h 667385"/>
                <a:gd name="csX660" fmla="*/ 666199 w 1008380"/>
                <a:gd name="csY660" fmla="*/ 596665 h 667385"/>
                <a:gd name="csX661" fmla="*/ 667205 w 1008380"/>
                <a:gd name="csY661" fmla="*/ 598156 h 667385"/>
                <a:gd name="csX662" fmla="*/ 668217 w 1008380"/>
                <a:gd name="csY662" fmla="*/ 599625 h 667385"/>
                <a:gd name="csX663" fmla="*/ 669223 w 1008380"/>
                <a:gd name="csY663" fmla="*/ 601074 h 667385"/>
                <a:gd name="csX664" fmla="*/ 670235 w 1008380"/>
                <a:gd name="csY664" fmla="*/ 602506 h 667385"/>
                <a:gd name="csX665" fmla="*/ 671242 w 1008380"/>
                <a:gd name="csY665" fmla="*/ 603918 h 667385"/>
                <a:gd name="csX666" fmla="*/ 672254 w 1008380"/>
                <a:gd name="csY666" fmla="*/ 605302 h 667385"/>
                <a:gd name="csX667" fmla="*/ 673265 w 1008380"/>
                <a:gd name="csY667" fmla="*/ 606671 h 667385"/>
                <a:gd name="csX668" fmla="*/ 674272 w 1008380"/>
                <a:gd name="csY668" fmla="*/ 608024 h 667385"/>
                <a:gd name="csX669" fmla="*/ 675284 w 1008380"/>
                <a:gd name="csY669" fmla="*/ 609350 h 667385"/>
                <a:gd name="csX670" fmla="*/ 676290 w 1008380"/>
                <a:gd name="csY670" fmla="*/ 610654 h 667385"/>
                <a:gd name="csX671" fmla="*/ 677302 w 1008380"/>
                <a:gd name="csY671" fmla="*/ 611943 h 667385"/>
                <a:gd name="csX672" fmla="*/ 678308 w 1008380"/>
                <a:gd name="csY672" fmla="*/ 613210 h 667385"/>
                <a:gd name="csX673" fmla="*/ 679320 w 1008380"/>
                <a:gd name="csY673" fmla="*/ 614457 h 667385"/>
                <a:gd name="csX674" fmla="*/ 680327 w 1008380"/>
                <a:gd name="csY674" fmla="*/ 615681 h 667385"/>
                <a:gd name="csX675" fmla="*/ 681339 w 1008380"/>
                <a:gd name="csY675" fmla="*/ 616890 h 667385"/>
                <a:gd name="csX676" fmla="*/ 682345 w 1008380"/>
                <a:gd name="csY676" fmla="*/ 618073 h 667385"/>
                <a:gd name="csX677" fmla="*/ 683357 w 1008380"/>
                <a:gd name="csY677" fmla="*/ 619239 h 667385"/>
                <a:gd name="csX678" fmla="*/ 684363 w 1008380"/>
                <a:gd name="csY678" fmla="*/ 620389 h 667385"/>
                <a:gd name="csX679" fmla="*/ 685375 w 1008380"/>
                <a:gd name="csY679" fmla="*/ 621513 h 667385"/>
                <a:gd name="csX680" fmla="*/ 686387 w 1008380"/>
                <a:gd name="csY680" fmla="*/ 622620 h 667385"/>
                <a:gd name="csX681" fmla="*/ 687394 w 1008380"/>
                <a:gd name="csY681" fmla="*/ 623707 h 667385"/>
                <a:gd name="csX682" fmla="*/ 688405 w 1008380"/>
                <a:gd name="csY682" fmla="*/ 624777 h 667385"/>
                <a:gd name="csX683" fmla="*/ 689412 w 1008380"/>
                <a:gd name="csY683" fmla="*/ 625826 h 667385"/>
                <a:gd name="csX684" fmla="*/ 690424 w 1008380"/>
                <a:gd name="csY684" fmla="*/ 626854 h 667385"/>
                <a:gd name="csX685" fmla="*/ 691430 w 1008380"/>
                <a:gd name="csY685" fmla="*/ 627866 h 667385"/>
                <a:gd name="csX686" fmla="*/ 692442 w 1008380"/>
                <a:gd name="csY686" fmla="*/ 628856 h 667385"/>
                <a:gd name="csX687" fmla="*/ 693448 w 1008380"/>
                <a:gd name="csY687" fmla="*/ 629831 h 667385"/>
                <a:gd name="csX688" fmla="*/ 694460 w 1008380"/>
                <a:gd name="csY688" fmla="*/ 630784 h 667385"/>
                <a:gd name="csX689" fmla="*/ 695467 w 1008380"/>
                <a:gd name="csY689" fmla="*/ 631721 h 667385"/>
                <a:gd name="csX690" fmla="*/ 696479 w 1008380"/>
                <a:gd name="csY690" fmla="*/ 632637 h 667385"/>
                <a:gd name="csX691" fmla="*/ 697490 w 1008380"/>
                <a:gd name="csY691" fmla="*/ 633537 h 667385"/>
                <a:gd name="csX692" fmla="*/ 698497 w 1008380"/>
                <a:gd name="csY692" fmla="*/ 634421 h 667385"/>
                <a:gd name="csX693" fmla="*/ 699509 w 1008380"/>
                <a:gd name="csY693" fmla="*/ 635284 h 667385"/>
                <a:gd name="csX694" fmla="*/ 700515 w 1008380"/>
                <a:gd name="csY694" fmla="*/ 636131 h 667385"/>
                <a:gd name="csX695" fmla="*/ 701527 w 1008380"/>
                <a:gd name="csY695" fmla="*/ 636956 h 667385"/>
                <a:gd name="csX696" fmla="*/ 702534 w 1008380"/>
                <a:gd name="csY696" fmla="*/ 637771 h 667385"/>
                <a:gd name="csX697" fmla="*/ 703545 w 1008380"/>
                <a:gd name="csY697" fmla="*/ 638565 h 667385"/>
                <a:gd name="csX698" fmla="*/ 704552 w 1008380"/>
                <a:gd name="csY698" fmla="*/ 639342 h 667385"/>
                <a:gd name="csX699" fmla="*/ 705564 w 1008380"/>
                <a:gd name="csY699" fmla="*/ 640109 h 667385"/>
                <a:gd name="csX700" fmla="*/ 706570 w 1008380"/>
                <a:gd name="csY700" fmla="*/ 640854 h 667385"/>
                <a:gd name="csX701" fmla="*/ 707582 w 1008380"/>
                <a:gd name="csY701" fmla="*/ 641579 h 667385"/>
                <a:gd name="csX702" fmla="*/ 708594 w 1008380"/>
                <a:gd name="csY702" fmla="*/ 642292 h 667385"/>
                <a:gd name="csX703" fmla="*/ 709600 w 1008380"/>
                <a:gd name="csY703" fmla="*/ 642990 h 667385"/>
                <a:gd name="csX704" fmla="*/ 710612 w 1008380"/>
                <a:gd name="csY704" fmla="*/ 643677 h 667385"/>
                <a:gd name="csX705" fmla="*/ 711619 w 1008380"/>
                <a:gd name="csY705" fmla="*/ 644343 h 667385"/>
                <a:gd name="csX706" fmla="*/ 712630 w 1008380"/>
                <a:gd name="csY706" fmla="*/ 644992 h 667385"/>
                <a:gd name="csX707" fmla="*/ 713637 w 1008380"/>
                <a:gd name="csY707" fmla="*/ 645631 h 667385"/>
                <a:gd name="csX708" fmla="*/ 714649 w 1008380"/>
                <a:gd name="csY708" fmla="*/ 646254 h 667385"/>
                <a:gd name="csX709" fmla="*/ 715655 w 1008380"/>
                <a:gd name="csY709" fmla="*/ 646862 h 667385"/>
                <a:gd name="csX710" fmla="*/ 716667 w 1008380"/>
                <a:gd name="csY710" fmla="*/ 647453 h 667385"/>
                <a:gd name="csX711" fmla="*/ 717674 w 1008380"/>
                <a:gd name="csY711" fmla="*/ 648033 h 667385"/>
                <a:gd name="csX712" fmla="*/ 718685 w 1008380"/>
                <a:gd name="csY712" fmla="*/ 648598 h 667385"/>
                <a:gd name="csX713" fmla="*/ 719697 w 1008380"/>
                <a:gd name="csY713" fmla="*/ 649151 h 667385"/>
                <a:gd name="csX714" fmla="*/ 720704 w 1008380"/>
                <a:gd name="csY714" fmla="*/ 649689 h 667385"/>
                <a:gd name="csX715" fmla="*/ 721716 w 1008380"/>
                <a:gd name="csY715" fmla="*/ 650216 h 667385"/>
                <a:gd name="csX716" fmla="*/ 722722 w 1008380"/>
                <a:gd name="csY716" fmla="*/ 650733 h 667385"/>
                <a:gd name="csX717" fmla="*/ 723734 w 1008380"/>
                <a:gd name="csY717" fmla="*/ 651228 h 667385"/>
                <a:gd name="csX718" fmla="*/ 724740 w 1008380"/>
                <a:gd name="csY718" fmla="*/ 651718 h 667385"/>
                <a:gd name="csX719" fmla="*/ 725752 w 1008380"/>
                <a:gd name="csY719" fmla="*/ 652192 h 667385"/>
                <a:gd name="csX720" fmla="*/ 726759 w 1008380"/>
                <a:gd name="csY720" fmla="*/ 652656 h 667385"/>
                <a:gd name="csX721" fmla="*/ 727771 w 1008380"/>
                <a:gd name="csY721" fmla="*/ 653108 h 667385"/>
                <a:gd name="csX722" fmla="*/ 728777 w 1008380"/>
                <a:gd name="csY722" fmla="*/ 653550 h 667385"/>
                <a:gd name="csX723" fmla="*/ 729789 w 1008380"/>
                <a:gd name="csY723" fmla="*/ 653982 h 667385"/>
                <a:gd name="csX724" fmla="*/ 730795 w 1008380"/>
                <a:gd name="csY724" fmla="*/ 654397 h 667385"/>
                <a:gd name="csX725" fmla="*/ 731807 w 1008380"/>
                <a:gd name="csY725" fmla="*/ 654802 h 667385"/>
                <a:gd name="csX726" fmla="*/ 732819 w 1008380"/>
                <a:gd name="csY726" fmla="*/ 655201 h 667385"/>
                <a:gd name="csX727" fmla="*/ 733825 w 1008380"/>
                <a:gd name="csY727" fmla="*/ 655584 h 667385"/>
                <a:gd name="csX728" fmla="*/ 734837 w 1008380"/>
                <a:gd name="csY728" fmla="*/ 655963 h 667385"/>
                <a:gd name="csX729" fmla="*/ 735844 w 1008380"/>
                <a:gd name="csY729" fmla="*/ 656325 h 667385"/>
                <a:gd name="csX730" fmla="*/ 736856 w 1008380"/>
                <a:gd name="csY730" fmla="*/ 656681 h 667385"/>
                <a:gd name="csX731" fmla="*/ 737862 w 1008380"/>
                <a:gd name="csY731" fmla="*/ 657028 h 667385"/>
                <a:gd name="csX732" fmla="*/ 738874 w 1008380"/>
                <a:gd name="csY732" fmla="*/ 657363 h 667385"/>
                <a:gd name="csX733" fmla="*/ 739880 w 1008380"/>
                <a:gd name="csY733" fmla="*/ 657688 h 667385"/>
                <a:gd name="csX734" fmla="*/ 740892 w 1008380"/>
                <a:gd name="csY734" fmla="*/ 658007 h 667385"/>
                <a:gd name="csX735" fmla="*/ 741899 w 1008380"/>
                <a:gd name="csY735" fmla="*/ 658316 h 667385"/>
                <a:gd name="csX736" fmla="*/ 742911 w 1008380"/>
                <a:gd name="csY736" fmla="*/ 658615 h 667385"/>
                <a:gd name="csX737" fmla="*/ 743922 w 1008380"/>
                <a:gd name="csY737" fmla="*/ 658907 h 667385"/>
                <a:gd name="csX738" fmla="*/ 744929 w 1008380"/>
                <a:gd name="csY738" fmla="*/ 659190 h 667385"/>
                <a:gd name="csX739" fmla="*/ 745941 w 1008380"/>
                <a:gd name="csY739" fmla="*/ 659467 h 667385"/>
                <a:gd name="csX740" fmla="*/ 746947 w 1008380"/>
                <a:gd name="csY740" fmla="*/ 659733 h 667385"/>
                <a:gd name="csX741" fmla="*/ 747959 w 1008380"/>
                <a:gd name="csY741" fmla="*/ 659989 h 667385"/>
                <a:gd name="csX742" fmla="*/ 748965 w 1008380"/>
                <a:gd name="csY742" fmla="*/ 660244 h 667385"/>
                <a:gd name="csX743" fmla="*/ 749977 w 1008380"/>
                <a:gd name="csY743" fmla="*/ 660484 h 667385"/>
                <a:gd name="csX744" fmla="*/ 750984 w 1008380"/>
                <a:gd name="csY744" fmla="*/ 660723 h 667385"/>
                <a:gd name="csX745" fmla="*/ 751996 w 1008380"/>
                <a:gd name="csY745" fmla="*/ 660952 h 667385"/>
                <a:gd name="csX746" fmla="*/ 753002 w 1008380"/>
                <a:gd name="csY746" fmla="*/ 661176 h 667385"/>
                <a:gd name="csX747" fmla="*/ 754014 w 1008380"/>
                <a:gd name="csY747" fmla="*/ 661389 h 667385"/>
                <a:gd name="csX748" fmla="*/ 755026 w 1008380"/>
                <a:gd name="csY748" fmla="*/ 661602 h 667385"/>
                <a:gd name="csX749" fmla="*/ 756032 w 1008380"/>
                <a:gd name="csY749" fmla="*/ 661804 h 667385"/>
                <a:gd name="csX750" fmla="*/ 757044 w 1008380"/>
                <a:gd name="csY750" fmla="*/ 662001 h 667385"/>
                <a:gd name="csX751" fmla="*/ 758051 w 1008380"/>
                <a:gd name="csY751" fmla="*/ 662193 h 667385"/>
                <a:gd name="csX752" fmla="*/ 759062 w 1008380"/>
                <a:gd name="csY752" fmla="*/ 662380 h 667385"/>
                <a:gd name="csX753" fmla="*/ 760069 w 1008380"/>
                <a:gd name="csY753" fmla="*/ 662555 h 667385"/>
                <a:gd name="csX754" fmla="*/ 761081 w 1008380"/>
                <a:gd name="csY754" fmla="*/ 662731 h 667385"/>
                <a:gd name="csX755" fmla="*/ 762087 w 1008380"/>
                <a:gd name="csY755" fmla="*/ 662896 h 667385"/>
                <a:gd name="csX756" fmla="*/ 763099 w 1008380"/>
                <a:gd name="csY756" fmla="*/ 663061 h 667385"/>
                <a:gd name="csX757" fmla="*/ 764106 w 1008380"/>
                <a:gd name="csY757" fmla="*/ 663216 h 667385"/>
                <a:gd name="csX758" fmla="*/ 765117 w 1008380"/>
                <a:gd name="csY758" fmla="*/ 663370 h 667385"/>
                <a:gd name="csX759" fmla="*/ 766129 w 1008380"/>
                <a:gd name="csY759" fmla="*/ 663519 h 667385"/>
                <a:gd name="csX760" fmla="*/ 767136 w 1008380"/>
                <a:gd name="csY760" fmla="*/ 663663 h 667385"/>
                <a:gd name="csX761" fmla="*/ 768147 w 1008380"/>
                <a:gd name="csY761" fmla="*/ 663796 h 667385"/>
                <a:gd name="csX762" fmla="*/ 769154 w 1008380"/>
                <a:gd name="csY762" fmla="*/ 663929 h 667385"/>
                <a:gd name="csX763" fmla="*/ 770166 w 1008380"/>
                <a:gd name="csY763" fmla="*/ 664062 h 667385"/>
                <a:gd name="csX764" fmla="*/ 771172 w 1008380"/>
                <a:gd name="csY764" fmla="*/ 664185 h 667385"/>
                <a:gd name="csX765" fmla="*/ 772184 w 1008380"/>
                <a:gd name="csY765" fmla="*/ 664307 h 667385"/>
                <a:gd name="csX766" fmla="*/ 773191 w 1008380"/>
                <a:gd name="csY766" fmla="*/ 664425 h 667385"/>
                <a:gd name="csX767" fmla="*/ 774202 w 1008380"/>
                <a:gd name="csY767" fmla="*/ 664536 h 667385"/>
                <a:gd name="csX768" fmla="*/ 775209 w 1008380"/>
                <a:gd name="csY768" fmla="*/ 664643 h 667385"/>
                <a:gd name="csX769" fmla="*/ 776221 w 1008380"/>
                <a:gd name="csY769" fmla="*/ 664749 h 667385"/>
                <a:gd name="csX770" fmla="*/ 777227 w 1008380"/>
                <a:gd name="csY770" fmla="*/ 664851 h 667385"/>
                <a:gd name="csX771" fmla="*/ 778239 w 1008380"/>
                <a:gd name="csY771" fmla="*/ 664946 h 667385"/>
                <a:gd name="csX772" fmla="*/ 779251 w 1008380"/>
                <a:gd name="csY772" fmla="*/ 665042 h 667385"/>
                <a:gd name="csX773" fmla="*/ 780257 w 1008380"/>
                <a:gd name="csY773" fmla="*/ 665133 h 667385"/>
                <a:gd name="csX774" fmla="*/ 781269 w 1008380"/>
                <a:gd name="csY774" fmla="*/ 665223 h 667385"/>
                <a:gd name="csX775" fmla="*/ 782276 w 1008380"/>
                <a:gd name="csY775" fmla="*/ 665309 h 667385"/>
                <a:gd name="csX776" fmla="*/ 783288 w 1008380"/>
                <a:gd name="csY776" fmla="*/ 665388 h 667385"/>
                <a:gd name="csX777" fmla="*/ 784294 w 1008380"/>
                <a:gd name="csY777" fmla="*/ 665468 h 667385"/>
                <a:gd name="csX778" fmla="*/ 785306 w 1008380"/>
                <a:gd name="csY778" fmla="*/ 665543 h 667385"/>
                <a:gd name="csX779" fmla="*/ 786312 w 1008380"/>
                <a:gd name="csY779" fmla="*/ 665617 h 667385"/>
                <a:gd name="csX780" fmla="*/ 787324 w 1008380"/>
                <a:gd name="csY780" fmla="*/ 665687 h 667385"/>
                <a:gd name="csX781" fmla="*/ 788331 w 1008380"/>
                <a:gd name="csY781" fmla="*/ 665756 h 667385"/>
                <a:gd name="csX782" fmla="*/ 789342 w 1008380"/>
                <a:gd name="csY782" fmla="*/ 665820 h 667385"/>
                <a:gd name="csX783" fmla="*/ 790354 w 1008380"/>
                <a:gd name="csY783" fmla="*/ 665884 h 667385"/>
                <a:gd name="csX784" fmla="*/ 791361 w 1008380"/>
                <a:gd name="csY784" fmla="*/ 665948 h 667385"/>
                <a:gd name="csX785" fmla="*/ 792373 w 1008380"/>
                <a:gd name="csY785" fmla="*/ 666006 h 667385"/>
                <a:gd name="csX786" fmla="*/ 793379 w 1008380"/>
                <a:gd name="csY786" fmla="*/ 666065 h 667385"/>
                <a:gd name="csX787" fmla="*/ 794391 w 1008380"/>
                <a:gd name="csY787" fmla="*/ 666118 h 667385"/>
                <a:gd name="csX788" fmla="*/ 795397 w 1008380"/>
                <a:gd name="csY788" fmla="*/ 666171 h 667385"/>
                <a:gd name="csX789" fmla="*/ 796409 w 1008380"/>
                <a:gd name="csY789" fmla="*/ 666219 h 667385"/>
                <a:gd name="csX790" fmla="*/ 797416 w 1008380"/>
                <a:gd name="csY790" fmla="*/ 666267 h 667385"/>
                <a:gd name="csX791" fmla="*/ 798428 w 1008380"/>
                <a:gd name="csY791" fmla="*/ 666315 h 667385"/>
                <a:gd name="csX792" fmla="*/ 799434 w 1008380"/>
                <a:gd name="csY792" fmla="*/ 666358 h 667385"/>
                <a:gd name="csX793" fmla="*/ 800446 w 1008380"/>
                <a:gd name="csY793" fmla="*/ 666406 h 667385"/>
                <a:gd name="csX794" fmla="*/ 801458 w 1008380"/>
                <a:gd name="csY794" fmla="*/ 666443 h 667385"/>
                <a:gd name="csX795" fmla="*/ 802464 w 1008380"/>
                <a:gd name="csY795" fmla="*/ 666485 h 667385"/>
                <a:gd name="csX796" fmla="*/ 803476 w 1008380"/>
                <a:gd name="csY796" fmla="*/ 666523 h 667385"/>
                <a:gd name="csX797" fmla="*/ 804482 w 1008380"/>
                <a:gd name="csY797" fmla="*/ 666560 h 667385"/>
                <a:gd name="csX798" fmla="*/ 805494 w 1008380"/>
                <a:gd name="csY798" fmla="*/ 666597 h 667385"/>
                <a:gd name="csX799" fmla="*/ 806501 w 1008380"/>
                <a:gd name="csY799" fmla="*/ 666629 h 667385"/>
                <a:gd name="csX800" fmla="*/ 807513 w 1008380"/>
                <a:gd name="csY800" fmla="*/ 666661 h 667385"/>
                <a:gd name="csX801" fmla="*/ 808519 w 1008380"/>
                <a:gd name="csY801" fmla="*/ 666693 h 667385"/>
                <a:gd name="csX802" fmla="*/ 809531 w 1008380"/>
                <a:gd name="csY802" fmla="*/ 666725 h 667385"/>
                <a:gd name="csX803" fmla="*/ 810537 w 1008380"/>
                <a:gd name="csY803" fmla="*/ 666752 h 667385"/>
                <a:gd name="csX804" fmla="*/ 811549 w 1008380"/>
                <a:gd name="csY804" fmla="*/ 666778 h 667385"/>
                <a:gd name="csX805" fmla="*/ 812561 w 1008380"/>
                <a:gd name="csY805" fmla="*/ 666805 h 667385"/>
                <a:gd name="csX806" fmla="*/ 813568 w 1008380"/>
                <a:gd name="csY806" fmla="*/ 666832 h 667385"/>
                <a:gd name="csX807" fmla="*/ 814579 w 1008380"/>
                <a:gd name="csY807" fmla="*/ 666858 h 667385"/>
                <a:gd name="csX808" fmla="*/ 815586 w 1008380"/>
                <a:gd name="csY808" fmla="*/ 666880 h 667385"/>
                <a:gd name="csX809" fmla="*/ 816598 w 1008380"/>
                <a:gd name="csY809" fmla="*/ 666901 h 667385"/>
                <a:gd name="csX810" fmla="*/ 817604 w 1008380"/>
                <a:gd name="csY810" fmla="*/ 666927 h 667385"/>
                <a:gd name="csX811" fmla="*/ 818616 w 1008380"/>
                <a:gd name="csY811" fmla="*/ 666943 h 667385"/>
                <a:gd name="csX812" fmla="*/ 819623 w 1008380"/>
                <a:gd name="csY812" fmla="*/ 666965 h 667385"/>
                <a:gd name="csX813" fmla="*/ 820634 w 1008380"/>
                <a:gd name="csY813" fmla="*/ 666986 h 667385"/>
                <a:gd name="csX814" fmla="*/ 821641 w 1008380"/>
                <a:gd name="csY814" fmla="*/ 667002 h 667385"/>
                <a:gd name="csX815" fmla="*/ 822653 w 1008380"/>
                <a:gd name="csY815" fmla="*/ 667018 h 667385"/>
                <a:gd name="csX816" fmla="*/ 823664 w 1008380"/>
                <a:gd name="csY816" fmla="*/ 667039 h 667385"/>
                <a:gd name="csX817" fmla="*/ 824671 w 1008380"/>
                <a:gd name="csY817" fmla="*/ 667055 h 667385"/>
                <a:gd name="csX818" fmla="*/ 825683 w 1008380"/>
                <a:gd name="csY818" fmla="*/ 667066 h 667385"/>
                <a:gd name="csX819" fmla="*/ 826689 w 1008380"/>
                <a:gd name="csY819" fmla="*/ 667082 h 667385"/>
                <a:gd name="csX820" fmla="*/ 827701 w 1008380"/>
                <a:gd name="csY820" fmla="*/ 667098 h 667385"/>
                <a:gd name="csX821" fmla="*/ 828708 w 1008380"/>
                <a:gd name="csY821" fmla="*/ 667109 h 667385"/>
                <a:gd name="csX822" fmla="*/ 829719 w 1008380"/>
                <a:gd name="csY822" fmla="*/ 667124 h 667385"/>
                <a:gd name="csX823" fmla="*/ 830726 w 1008380"/>
                <a:gd name="csY823" fmla="*/ 667135 h 667385"/>
                <a:gd name="csX824" fmla="*/ 831738 w 1008380"/>
                <a:gd name="csY824" fmla="*/ 667146 h 667385"/>
                <a:gd name="csX825" fmla="*/ 832744 w 1008380"/>
                <a:gd name="csY825" fmla="*/ 667156 h 667385"/>
                <a:gd name="csX826" fmla="*/ 833756 w 1008380"/>
                <a:gd name="csY826" fmla="*/ 667172 h 667385"/>
                <a:gd name="csX827" fmla="*/ 834763 w 1008380"/>
                <a:gd name="csY827" fmla="*/ 667178 h 667385"/>
                <a:gd name="csX828" fmla="*/ 835774 w 1008380"/>
                <a:gd name="csY828" fmla="*/ 667188 h 667385"/>
                <a:gd name="csX829" fmla="*/ 836786 w 1008380"/>
                <a:gd name="csY829" fmla="*/ 667199 h 667385"/>
                <a:gd name="csX830" fmla="*/ 837793 w 1008380"/>
                <a:gd name="csY830" fmla="*/ 667210 h 667385"/>
                <a:gd name="csX831" fmla="*/ 838805 w 1008380"/>
                <a:gd name="csY831" fmla="*/ 667215 h 667385"/>
                <a:gd name="csX832" fmla="*/ 839811 w 1008380"/>
                <a:gd name="csY832" fmla="*/ 667226 h 667385"/>
                <a:gd name="csX833" fmla="*/ 840823 w 1008380"/>
                <a:gd name="csY833" fmla="*/ 667231 h 667385"/>
                <a:gd name="csX834" fmla="*/ 841829 w 1008380"/>
                <a:gd name="csY834" fmla="*/ 667242 h 667385"/>
                <a:gd name="csX835" fmla="*/ 842841 w 1008380"/>
                <a:gd name="csY835" fmla="*/ 667247 h 667385"/>
                <a:gd name="csX836" fmla="*/ 843848 w 1008380"/>
                <a:gd name="csY836" fmla="*/ 667252 h 667385"/>
                <a:gd name="csX837" fmla="*/ 844859 w 1008380"/>
                <a:gd name="csY837" fmla="*/ 667263 h 667385"/>
                <a:gd name="csX838" fmla="*/ 845866 w 1008380"/>
                <a:gd name="csY838" fmla="*/ 667268 h 667385"/>
                <a:gd name="csX839" fmla="*/ 846878 w 1008380"/>
                <a:gd name="csY839" fmla="*/ 667274 h 667385"/>
                <a:gd name="csX840" fmla="*/ 847890 w 1008380"/>
                <a:gd name="csY840" fmla="*/ 667279 h 667385"/>
                <a:gd name="csX841" fmla="*/ 848896 w 1008380"/>
                <a:gd name="csY841" fmla="*/ 667284 h 667385"/>
                <a:gd name="csX842" fmla="*/ 849908 w 1008380"/>
                <a:gd name="csY842" fmla="*/ 667290 h 667385"/>
                <a:gd name="csX843" fmla="*/ 850914 w 1008380"/>
                <a:gd name="csY843" fmla="*/ 667295 h 667385"/>
                <a:gd name="csX844" fmla="*/ 851926 w 1008380"/>
                <a:gd name="csY844" fmla="*/ 667300 h 667385"/>
                <a:gd name="csX845" fmla="*/ 852933 w 1008380"/>
                <a:gd name="csY845" fmla="*/ 667306 h 667385"/>
                <a:gd name="csX846" fmla="*/ 853945 w 1008380"/>
                <a:gd name="csY846" fmla="*/ 667306 h 667385"/>
                <a:gd name="csX847" fmla="*/ 854951 w 1008380"/>
                <a:gd name="csY847" fmla="*/ 667311 h 667385"/>
                <a:gd name="csX848" fmla="*/ 855963 w 1008380"/>
                <a:gd name="csY848" fmla="*/ 667316 h 667385"/>
                <a:gd name="csX849" fmla="*/ 856969 w 1008380"/>
                <a:gd name="csY849" fmla="*/ 667322 h 667385"/>
                <a:gd name="csX850" fmla="*/ 857981 w 1008380"/>
                <a:gd name="csY850" fmla="*/ 667322 h 667385"/>
                <a:gd name="csX851" fmla="*/ 858993 w 1008380"/>
                <a:gd name="csY851" fmla="*/ 667327 h 667385"/>
                <a:gd name="csX852" fmla="*/ 859999 w 1008380"/>
                <a:gd name="csY852" fmla="*/ 667327 h 667385"/>
                <a:gd name="csX853" fmla="*/ 861011 w 1008380"/>
                <a:gd name="csY853" fmla="*/ 667332 h 667385"/>
                <a:gd name="csX854" fmla="*/ 862018 w 1008380"/>
                <a:gd name="csY854" fmla="*/ 667332 h 667385"/>
                <a:gd name="csX855" fmla="*/ 863030 w 1008380"/>
                <a:gd name="csY855" fmla="*/ 667338 h 667385"/>
                <a:gd name="csX856" fmla="*/ 864036 w 1008380"/>
                <a:gd name="csY856" fmla="*/ 667338 h 667385"/>
                <a:gd name="csX857" fmla="*/ 865048 w 1008380"/>
                <a:gd name="csY857" fmla="*/ 667343 h 667385"/>
                <a:gd name="csX858" fmla="*/ 866054 w 1008380"/>
                <a:gd name="csY858" fmla="*/ 667343 h 667385"/>
                <a:gd name="csX859" fmla="*/ 867066 w 1008380"/>
                <a:gd name="csY859" fmla="*/ 667348 h 667385"/>
                <a:gd name="csX860" fmla="*/ 868073 w 1008380"/>
                <a:gd name="csY860" fmla="*/ 667348 h 667385"/>
                <a:gd name="csX861" fmla="*/ 869085 w 1008380"/>
                <a:gd name="csY861" fmla="*/ 667354 h 667385"/>
                <a:gd name="csX862" fmla="*/ 870096 w 1008380"/>
                <a:gd name="csY862" fmla="*/ 667354 h 667385"/>
                <a:gd name="csX863" fmla="*/ 871103 w 1008380"/>
                <a:gd name="csY863" fmla="*/ 667354 h 667385"/>
                <a:gd name="csX864" fmla="*/ 872115 w 1008380"/>
                <a:gd name="csY864" fmla="*/ 667359 h 667385"/>
                <a:gd name="csX865" fmla="*/ 873121 w 1008380"/>
                <a:gd name="csY865" fmla="*/ 667359 h 667385"/>
                <a:gd name="csX866" fmla="*/ 874133 w 1008380"/>
                <a:gd name="csY866" fmla="*/ 667359 h 667385"/>
                <a:gd name="csX867" fmla="*/ 875140 w 1008380"/>
                <a:gd name="csY867" fmla="*/ 667359 h 667385"/>
                <a:gd name="csX868" fmla="*/ 876151 w 1008380"/>
                <a:gd name="csY868" fmla="*/ 667364 h 667385"/>
                <a:gd name="csX869" fmla="*/ 877158 w 1008380"/>
                <a:gd name="csY869" fmla="*/ 667364 h 667385"/>
                <a:gd name="csX870" fmla="*/ 878170 w 1008380"/>
                <a:gd name="csY870" fmla="*/ 667364 h 667385"/>
                <a:gd name="csX871" fmla="*/ 879176 w 1008380"/>
                <a:gd name="csY871" fmla="*/ 667364 h 667385"/>
                <a:gd name="csX872" fmla="*/ 880188 w 1008380"/>
                <a:gd name="csY872" fmla="*/ 667370 h 667385"/>
                <a:gd name="csX873" fmla="*/ 881195 w 1008380"/>
                <a:gd name="csY873" fmla="*/ 667370 h 667385"/>
                <a:gd name="csX874" fmla="*/ 882206 w 1008380"/>
                <a:gd name="csY874" fmla="*/ 667370 h 667385"/>
                <a:gd name="csX875" fmla="*/ 883218 w 1008380"/>
                <a:gd name="csY875" fmla="*/ 667370 h 667385"/>
                <a:gd name="csX876" fmla="*/ 884225 w 1008380"/>
                <a:gd name="csY876" fmla="*/ 667370 h 667385"/>
                <a:gd name="csX877" fmla="*/ 885236 w 1008380"/>
                <a:gd name="csY877" fmla="*/ 667375 h 667385"/>
                <a:gd name="csX878" fmla="*/ 886243 w 1008380"/>
                <a:gd name="csY878" fmla="*/ 667375 h 667385"/>
                <a:gd name="csX879" fmla="*/ 887255 w 1008380"/>
                <a:gd name="csY879" fmla="*/ 667375 h 667385"/>
                <a:gd name="csX880" fmla="*/ 888261 w 1008380"/>
                <a:gd name="csY880" fmla="*/ 667375 h 667385"/>
                <a:gd name="csX881" fmla="*/ 889273 w 1008380"/>
                <a:gd name="csY881" fmla="*/ 667375 h 667385"/>
                <a:gd name="csX882" fmla="*/ 890280 w 1008380"/>
                <a:gd name="csY882" fmla="*/ 667375 h 667385"/>
                <a:gd name="csX883" fmla="*/ 891291 w 1008380"/>
                <a:gd name="csY883" fmla="*/ 667375 h 667385"/>
                <a:gd name="csX884" fmla="*/ 892298 w 1008380"/>
                <a:gd name="csY884" fmla="*/ 667375 h 667385"/>
                <a:gd name="csX885" fmla="*/ 893310 w 1008380"/>
                <a:gd name="csY885" fmla="*/ 667380 h 667385"/>
                <a:gd name="csX886" fmla="*/ 894322 w 1008380"/>
                <a:gd name="csY886" fmla="*/ 667380 h 667385"/>
                <a:gd name="csX887" fmla="*/ 895328 w 1008380"/>
                <a:gd name="csY887" fmla="*/ 667380 h 667385"/>
                <a:gd name="csX888" fmla="*/ 896340 w 1008380"/>
                <a:gd name="csY888" fmla="*/ 667380 h 667385"/>
                <a:gd name="csX889" fmla="*/ 897346 w 1008380"/>
                <a:gd name="csY889" fmla="*/ 667380 h 667385"/>
                <a:gd name="csX890" fmla="*/ 898358 w 1008380"/>
                <a:gd name="csY890" fmla="*/ 667380 h 667385"/>
                <a:gd name="csX891" fmla="*/ 899365 w 1008380"/>
                <a:gd name="csY891" fmla="*/ 667380 h 667385"/>
                <a:gd name="csX892" fmla="*/ 900376 w 1008380"/>
                <a:gd name="csY892" fmla="*/ 667380 h 667385"/>
                <a:gd name="csX893" fmla="*/ 901383 w 1008380"/>
                <a:gd name="csY893" fmla="*/ 667380 h 667385"/>
                <a:gd name="csX894" fmla="*/ 902395 w 1008380"/>
                <a:gd name="csY894" fmla="*/ 667380 h 667385"/>
                <a:gd name="csX895" fmla="*/ 903401 w 1008380"/>
                <a:gd name="csY895" fmla="*/ 667380 h 667385"/>
                <a:gd name="csX896" fmla="*/ 904413 w 1008380"/>
                <a:gd name="csY896" fmla="*/ 667380 h 667385"/>
                <a:gd name="csX897" fmla="*/ 905425 w 1008380"/>
                <a:gd name="csY897" fmla="*/ 667380 h 667385"/>
                <a:gd name="csX898" fmla="*/ 906431 w 1008380"/>
                <a:gd name="csY898" fmla="*/ 667386 h 667385"/>
                <a:gd name="csX899" fmla="*/ 907443 w 1008380"/>
                <a:gd name="csY899" fmla="*/ 667386 h 667385"/>
                <a:gd name="csX900" fmla="*/ 908450 w 1008380"/>
                <a:gd name="csY900" fmla="*/ 667386 h 667385"/>
                <a:gd name="csX901" fmla="*/ 909462 w 1008380"/>
                <a:gd name="csY901" fmla="*/ 667386 h 667385"/>
                <a:gd name="csX902" fmla="*/ 910468 w 1008380"/>
                <a:gd name="csY902" fmla="*/ 667386 h 667385"/>
                <a:gd name="csX903" fmla="*/ 911480 w 1008380"/>
                <a:gd name="csY903" fmla="*/ 667386 h 667385"/>
                <a:gd name="csX904" fmla="*/ 912486 w 1008380"/>
                <a:gd name="csY904" fmla="*/ 667386 h 667385"/>
                <a:gd name="csX905" fmla="*/ 913498 w 1008380"/>
                <a:gd name="csY905" fmla="*/ 667386 h 667385"/>
                <a:gd name="csX906" fmla="*/ 914505 w 1008380"/>
                <a:gd name="csY906" fmla="*/ 667386 h 667385"/>
                <a:gd name="csX907" fmla="*/ 915517 w 1008380"/>
                <a:gd name="csY907" fmla="*/ 667386 h 667385"/>
                <a:gd name="csX908" fmla="*/ 916528 w 1008380"/>
                <a:gd name="csY908" fmla="*/ 667386 h 667385"/>
                <a:gd name="csX909" fmla="*/ 917535 w 1008380"/>
                <a:gd name="csY909" fmla="*/ 667386 h 667385"/>
                <a:gd name="csX910" fmla="*/ 918547 w 1008380"/>
                <a:gd name="csY910" fmla="*/ 667386 h 667385"/>
                <a:gd name="csX911" fmla="*/ 919553 w 1008380"/>
                <a:gd name="csY911" fmla="*/ 667386 h 667385"/>
                <a:gd name="csX912" fmla="*/ 920565 w 1008380"/>
                <a:gd name="csY912" fmla="*/ 667386 h 667385"/>
                <a:gd name="csX913" fmla="*/ 921571 w 1008380"/>
                <a:gd name="csY913" fmla="*/ 667386 h 667385"/>
                <a:gd name="csX914" fmla="*/ 922583 w 1008380"/>
                <a:gd name="csY914" fmla="*/ 667386 h 667385"/>
                <a:gd name="csX915" fmla="*/ 923590 w 1008380"/>
                <a:gd name="csY915" fmla="*/ 667386 h 667385"/>
                <a:gd name="csX916" fmla="*/ 924602 w 1008380"/>
                <a:gd name="csY916" fmla="*/ 667386 h 667385"/>
                <a:gd name="csX917" fmla="*/ 925608 w 1008380"/>
                <a:gd name="csY917" fmla="*/ 667386 h 667385"/>
                <a:gd name="csX918" fmla="*/ 926620 w 1008380"/>
                <a:gd name="csY918" fmla="*/ 667386 h 667385"/>
                <a:gd name="csX919" fmla="*/ 927626 w 1008380"/>
                <a:gd name="csY919" fmla="*/ 667386 h 667385"/>
                <a:gd name="csX920" fmla="*/ 928638 w 1008380"/>
                <a:gd name="csY920" fmla="*/ 667386 h 667385"/>
                <a:gd name="csX921" fmla="*/ 929650 w 1008380"/>
                <a:gd name="csY921" fmla="*/ 667386 h 667385"/>
                <a:gd name="csX922" fmla="*/ 930657 w 1008380"/>
                <a:gd name="csY922" fmla="*/ 667386 h 667385"/>
                <a:gd name="csX923" fmla="*/ 931668 w 1008380"/>
                <a:gd name="csY923" fmla="*/ 667386 h 667385"/>
                <a:gd name="csX924" fmla="*/ 932675 w 1008380"/>
                <a:gd name="csY924" fmla="*/ 667386 h 667385"/>
                <a:gd name="csX925" fmla="*/ 933687 w 1008380"/>
                <a:gd name="csY925" fmla="*/ 667386 h 667385"/>
                <a:gd name="csX926" fmla="*/ 934693 w 1008380"/>
                <a:gd name="csY926" fmla="*/ 667386 h 667385"/>
                <a:gd name="csX927" fmla="*/ 935705 w 1008380"/>
                <a:gd name="csY927" fmla="*/ 667386 h 667385"/>
                <a:gd name="csX928" fmla="*/ 936712 w 1008380"/>
                <a:gd name="csY928" fmla="*/ 667386 h 667385"/>
                <a:gd name="csX929" fmla="*/ 937723 w 1008380"/>
                <a:gd name="csY929" fmla="*/ 667386 h 667385"/>
                <a:gd name="csX930" fmla="*/ 938730 w 1008380"/>
                <a:gd name="csY930" fmla="*/ 667386 h 667385"/>
                <a:gd name="csX931" fmla="*/ 939742 w 1008380"/>
                <a:gd name="csY931" fmla="*/ 667386 h 667385"/>
                <a:gd name="csX932" fmla="*/ 940753 w 1008380"/>
                <a:gd name="csY932" fmla="*/ 667386 h 667385"/>
                <a:gd name="csX933" fmla="*/ 941760 w 1008380"/>
                <a:gd name="csY933" fmla="*/ 667386 h 667385"/>
                <a:gd name="csX934" fmla="*/ 942772 w 1008380"/>
                <a:gd name="csY934" fmla="*/ 667386 h 667385"/>
                <a:gd name="csX935" fmla="*/ 943778 w 1008380"/>
                <a:gd name="csY935" fmla="*/ 667386 h 667385"/>
                <a:gd name="csX936" fmla="*/ 944790 w 1008380"/>
                <a:gd name="csY936" fmla="*/ 667386 h 667385"/>
                <a:gd name="csX937" fmla="*/ 945797 w 1008380"/>
                <a:gd name="csY937" fmla="*/ 667386 h 667385"/>
                <a:gd name="csX938" fmla="*/ 946808 w 1008380"/>
                <a:gd name="csY938" fmla="*/ 667386 h 667385"/>
                <a:gd name="csX939" fmla="*/ 947815 w 1008380"/>
                <a:gd name="csY939" fmla="*/ 667386 h 667385"/>
                <a:gd name="csX940" fmla="*/ 948827 w 1008380"/>
                <a:gd name="csY940" fmla="*/ 667386 h 667385"/>
                <a:gd name="csX941" fmla="*/ 949833 w 1008380"/>
                <a:gd name="csY941" fmla="*/ 667386 h 667385"/>
                <a:gd name="csX942" fmla="*/ 950845 w 1008380"/>
                <a:gd name="csY942" fmla="*/ 667386 h 667385"/>
                <a:gd name="csX943" fmla="*/ 951857 w 1008380"/>
                <a:gd name="csY943" fmla="*/ 667386 h 667385"/>
                <a:gd name="csX944" fmla="*/ 952863 w 1008380"/>
                <a:gd name="csY944" fmla="*/ 667386 h 667385"/>
                <a:gd name="csX945" fmla="*/ 953875 w 1008380"/>
                <a:gd name="csY945" fmla="*/ 667386 h 667385"/>
                <a:gd name="csX946" fmla="*/ 954882 w 1008380"/>
                <a:gd name="csY946" fmla="*/ 667386 h 667385"/>
                <a:gd name="csX947" fmla="*/ 955893 w 1008380"/>
                <a:gd name="csY947" fmla="*/ 667386 h 667385"/>
                <a:gd name="csX948" fmla="*/ 956900 w 1008380"/>
                <a:gd name="csY948" fmla="*/ 667386 h 667385"/>
                <a:gd name="csX949" fmla="*/ 957912 w 1008380"/>
                <a:gd name="csY949" fmla="*/ 667386 h 667385"/>
                <a:gd name="csX950" fmla="*/ 958918 w 1008380"/>
                <a:gd name="csY950" fmla="*/ 667386 h 667385"/>
                <a:gd name="csX951" fmla="*/ 959930 w 1008380"/>
                <a:gd name="csY951" fmla="*/ 667386 h 667385"/>
                <a:gd name="csX952" fmla="*/ 960937 w 1008380"/>
                <a:gd name="csY952" fmla="*/ 667386 h 667385"/>
                <a:gd name="csX953" fmla="*/ 961948 w 1008380"/>
                <a:gd name="csY953" fmla="*/ 667386 h 667385"/>
                <a:gd name="csX954" fmla="*/ 962960 w 1008380"/>
                <a:gd name="csY954" fmla="*/ 667386 h 667385"/>
                <a:gd name="csX955" fmla="*/ 963967 w 1008380"/>
                <a:gd name="csY955" fmla="*/ 667386 h 667385"/>
                <a:gd name="csX956" fmla="*/ 964978 w 1008380"/>
                <a:gd name="csY956" fmla="*/ 667386 h 667385"/>
                <a:gd name="csX957" fmla="*/ 965985 w 1008380"/>
                <a:gd name="csY957" fmla="*/ 667386 h 667385"/>
                <a:gd name="csX958" fmla="*/ 966997 w 1008380"/>
                <a:gd name="csY958" fmla="*/ 667386 h 667385"/>
                <a:gd name="csX959" fmla="*/ 968003 w 1008380"/>
                <a:gd name="csY959" fmla="*/ 667386 h 667385"/>
                <a:gd name="csX960" fmla="*/ 969015 w 1008380"/>
                <a:gd name="csY960" fmla="*/ 667386 h 667385"/>
                <a:gd name="csX961" fmla="*/ 970022 w 1008380"/>
                <a:gd name="csY961" fmla="*/ 667386 h 667385"/>
                <a:gd name="csX962" fmla="*/ 971034 w 1008380"/>
                <a:gd name="csY962" fmla="*/ 667386 h 667385"/>
                <a:gd name="csX963" fmla="*/ 972040 w 1008380"/>
                <a:gd name="csY963" fmla="*/ 667386 h 667385"/>
                <a:gd name="csX964" fmla="*/ 973052 w 1008380"/>
                <a:gd name="csY964" fmla="*/ 667386 h 667385"/>
                <a:gd name="csX965" fmla="*/ 974058 w 1008380"/>
                <a:gd name="csY965" fmla="*/ 667386 h 667385"/>
                <a:gd name="csX966" fmla="*/ 975070 w 1008380"/>
                <a:gd name="csY966" fmla="*/ 667386 h 667385"/>
                <a:gd name="csX967" fmla="*/ 976082 w 1008380"/>
                <a:gd name="csY967" fmla="*/ 667386 h 667385"/>
                <a:gd name="csX968" fmla="*/ 977088 w 1008380"/>
                <a:gd name="csY968" fmla="*/ 667386 h 667385"/>
                <a:gd name="csX969" fmla="*/ 978100 w 1008380"/>
                <a:gd name="csY969" fmla="*/ 667386 h 667385"/>
                <a:gd name="csX970" fmla="*/ 979107 w 1008380"/>
                <a:gd name="csY970" fmla="*/ 667386 h 667385"/>
                <a:gd name="csX971" fmla="*/ 980118 w 1008380"/>
                <a:gd name="csY971" fmla="*/ 667386 h 667385"/>
                <a:gd name="csX972" fmla="*/ 981125 w 1008380"/>
                <a:gd name="csY972" fmla="*/ 667386 h 667385"/>
                <a:gd name="csX973" fmla="*/ 982137 w 1008380"/>
                <a:gd name="csY973" fmla="*/ 667386 h 667385"/>
                <a:gd name="csX974" fmla="*/ 983143 w 1008380"/>
                <a:gd name="csY974" fmla="*/ 667386 h 667385"/>
                <a:gd name="csX975" fmla="*/ 984155 w 1008380"/>
                <a:gd name="csY975" fmla="*/ 667386 h 667385"/>
                <a:gd name="csX976" fmla="*/ 985162 w 1008380"/>
                <a:gd name="csY976" fmla="*/ 667386 h 667385"/>
                <a:gd name="csX977" fmla="*/ 986174 w 1008380"/>
                <a:gd name="csY977" fmla="*/ 667386 h 667385"/>
                <a:gd name="csX978" fmla="*/ 987185 w 1008380"/>
                <a:gd name="csY978" fmla="*/ 667386 h 667385"/>
                <a:gd name="csX979" fmla="*/ 988192 w 1008380"/>
                <a:gd name="csY979" fmla="*/ 667386 h 667385"/>
                <a:gd name="csX980" fmla="*/ 989204 w 1008380"/>
                <a:gd name="csY980" fmla="*/ 667386 h 667385"/>
                <a:gd name="csX981" fmla="*/ 990210 w 1008380"/>
                <a:gd name="csY981" fmla="*/ 667386 h 667385"/>
                <a:gd name="csX982" fmla="*/ 991222 w 1008380"/>
                <a:gd name="csY982" fmla="*/ 667386 h 667385"/>
                <a:gd name="csX983" fmla="*/ 992229 w 1008380"/>
                <a:gd name="csY983" fmla="*/ 667386 h 667385"/>
                <a:gd name="csX984" fmla="*/ 993240 w 1008380"/>
                <a:gd name="csY984" fmla="*/ 667386 h 667385"/>
                <a:gd name="csX985" fmla="*/ 994247 w 1008380"/>
                <a:gd name="csY985" fmla="*/ 667386 h 667385"/>
                <a:gd name="csX986" fmla="*/ 995259 w 1008380"/>
                <a:gd name="csY986" fmla="*/ 667386 h 667385"/>
                <a:gd name="csX987" fmla="*/ 996265 w 1008380"/>
                <a:gd name="csY987" fmla="*/ 667386 h 667385"/>
                <a:gd name="csX988" fmla="*/ 997277 w 1008380"/>
                <a:gd name="csY988" fmla="*/ 667386 h 667385"/>
                <a:gd name="csX989" fmla="*/ 998289 w 1008380"/>
                <a:gd name="csY989" fmla="*/ 667386 h 667385"/>
                <a:gd name="csX990" fmla="*/ 999295 w 1008380"/>
                <a:gd name="csY990" fmla="*/ 667386 h 667385"/>
                <a:gd name="csX991" fmla="*/ 1000307 w 1008380"/>
                <a:gd name="csY991" fmla="*/ 667386 h 667385"/>
                <a:gd name="csX992" fmla="*/ 1001313 w 1008380"/>
                <a:gd name="csY992" fmla="*/ 667386 h 667385"/>
                <a:gd name="csX993" fmla="*/ 1002325 w 1008380"/>
                <a:gd name="csY993" fmla="*/ 667386 h 667385"/>
                <a:gd name="csX994" fmla="*/ 1003332 w 1008380"/>
                <a:gd name="csY994" fmla="*/ 667386 h 667385"/>
                <a:gd name="csX995" fmla="*/ 1004344 w 1008380"/>
                <a:gd name="csY995" fmla="*/ 667386 h 667385"/>
                <a:gd name="csX996" fmla="*/ 1005350 w 1008380"/>
                <a:gd name="csY996" fmla="*/ 667386 h 667385"/>
                <a:gd name="csX997" fmla="*/ 1006362 w 1008380"/>
                <a:gd name="csY997" fmla="*/ 667386 h 667385"/>
                <a:gd name="csX998" fmla="*/ 1007369 w 1008380"/>
                <a:gd name="csY998" fmla="*/ 667386 h 667385"/>
                <a:gd name="csX999" fmla="*/ 1008380 w 1008380"/>
                <a:gd name="csY999" fmla="*/ 667386 h 667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</a:cxnLst>
              <a:rect l="l" t="t" r="r" b="b"/>
              <a:pathLst>
                <a:path w="1008380" h="667385">
                  <a:moveTo>
                    <a:pt x="0" y="667386"/>
                  </a:moveTo>
                  <a:lnTo>
                    <a:pt x="1009" y="667386"/>
                  </a:lnTo>
                  <a:lnTo>
                    <a:pt x="2019" y="667386"/>
                  </a:lnTo>
                  <a:lnTo>
                    <a:pt x="3028" y="667386"/>
                  </a:lnTo>
                  <a:lnTo>
                    <a:pt x="4037" y="667386"/>
                  </a:lnTo>
                  <a:lnTo>
                    <a:pt x="5047" y="667386"/>
                  </a:lnTo>
                  <a:lnTo>
                    <a:pt x="6056" y="667386"/>
                  </a:lnTo>
                  <a:lnTo>
                    <a:pt x="7066" y="667386"/>
                  </a:lnTo>
                  <a:lnTo>
                    <a:pt x="8075" y="667386"/>
                  </a:lnTo>
                  <a:lnTo>
                    <a:pt x="9085" y="667386"/>
                  </a:lnTo>
                  <a:lnTo>
                    <a:pt x="10094" y="667386"/>
                  </a:lnTo>
                  <a:lnTo>
                    <a:pt x="11103" y="667386"/>
                  </a:lnTo>
                  <a:lnTo>
                    <a:pt x="12113" y="667386"/>
                  </a:lnTo>
                  <a:lnTo>
                    <a:pt x="13122" y="667386"/>
                  </a:lnTo>
                  <a:lnTo>
                    <a:pt x="14131" y="667386"/>
                  </a:lnTo>
                  <a:lnTo>
                    <a:pt x="15141" y="667386"/>
                  </a:lnTo>
                  <a:lnTo>
                    <a:pt x="16150" y="667386"/>
                  </a:lnTo>
                  <a:lnTo>
                    <a:pt x="17159" y="667386"/>
                  </a:lnTo>
                  <a:lnTo>
                    <a:pt x="18169" y="667386"/>
                  </a:lnTo>
                  <a:lnTo>
                    <a:pt x="19178" y="667386"/>
                  </a:lnTo>
                  <a:lnTo>
                    <a:pt x="20187" y="667386"/>
                  </a:lnTo>
                  <a:lnTo>
                    <a:pt x="21197" y="667386"/>
                  </a:lnTo>
                  <a:lnTo>
                    <a:pt x="22206" y="667386"/>
                  </a:lnTo>
                  <a:lnTo>
                    <a:pt x="23216" y="667386"/>
                  </a:lnTo>
                  <a:lnTo>
                    <a:pt x="24225" y="667386"/>
                  </a:lnTo>
                  <a:lnTo>
                    <a:pt x="25235" y="667386"/>
                  </a:lnTo>
                  <a:lnTo>
                    <a:pt x="26244" y="667386"/>
                  </a:lnTo>
                  <a:lnTo>
                    <a:pt x="27253" y="667386"/>
                  </a:lnTo>
                  <a:lnTo>
                    <a:pt x="28263" y="667386"/>
                  </a:lnTo>
                  <a:lnTo>
                    <a:pt x="29272" y="667386"/>
                  </a:lnTo>
                  <a:lnTo>
                    <a:pt x="30282" y="667386"/>
                  </a:lnTo>
                  <a:lnTo>
                    <a:pt x="31291" y="667386"/>
                  </a:lnTo>
                  <a:lnTo>
                    <a:pt x="32301" y="667386"/>
                  </a:lnTo>
                  <a:lnTo>
                    <a:pt x="33310" y="667386"/>
                  </a:lnTo>
                  <a:lnTo>
                    <a:pt x="34319" y="667386"/>
                  </a:lnTo>
                  <a:lnTo>
                    <a:pt x="35329" y="667386"/>
                  </a:lnTo>
                  <a:lnTo>
                    <a:pt x="36338" y="667386"/>
                  </a:lnTo>
                  <a:lnTo>
                    <a:pt x="37347" y="667386"/>
                  </a:lnTo>
                  <a:lnTo>
                    <a:pt x="38357" y="667386"/>
                  </a:lnTo>
                  <a:lnTo>
                    <a:pt x="39366" y="667386"/>
                  </a:lnTo>
                  <a:lnTo>
                    <a:pt x="40375" y="667386"/>
                  </a:lnTo>
                  <a:lnTo>
                    <a:pt x="41385" y="667386"/>
                  </a:lnTo>
                  <a:lnTo>
                    <a:pt x="42394" y="667386"/>
                  </a:lnTo>
                  <a:lnTo>
                    <a:pt x="43403" y="667380"/>
                  </a:lnTo>
                  <a:lnTo>
                    <a:pt x="44413" y="667380"/>
                  </a:lnTo>
                  <a:lnTo>
                    <a:pt x="45422" y="667380"/>
                  </a:lnTo>
                  <a:lnTo>
                    <a:pt x="46432" y="667380"/>
                  </a:lnTo>
                  <a:lnTo>
                    <a:pt x="47441" y="667380"/>
                  </a:lnTo>
                  <a:lnTo>
                    <a:pt x="48451" y="667380"/>
                  </a:lnTo>
                  <a:lnTo>
                    <a:pt x="49460" y="667375"/>
                  </a:lnTo>
                  <a:lnTo>
                    <a:pt x="50469" y="667375"/>
                  </a:lnTo>
                  <a:lnTo>
                    <a:pt x="51479" y="667375"/>
                  </a:lnTo>
                  <a:lnTo>
                    <a:pt x="52488" y="667375"/>
                  </a:lnTo>
                  <a:lnTo>
                    <a:pt x="53498" y="667370"/>
                  </a:lnTo>
                  <a:lnTo>
                    <a:pt x="54507" y="667370"/>
                  </a:lnTo>
                  <a:lnTo>
                    <a:pt x="55516" y="667364"/>
                  </a:lnTo>
                  <a:lnTo>
                    <a:pt x="56526" y="667364"/>
                  </a:lnTo>
                  <a:lnTo>
                    <a:pt x="57535" y="667359"/>
                  </a:lnTo>
                  <a:lnTo>
                    <a:pt x="58544" y="667359"/>
                  </a:lnTo>
                  <a:lnTo>
                    <a:pt x="59554" y="667354"/>
                  </a:lnTo>
                  <a:lnTo>
                    <a:pt x="60563" y="667348"/>
                  </a:lnTo>
                  <a:lnTo>
                    <a:pt x="61572" y="667343"/>
                  </a:lnTo>
                  <a:lnTo>
                    <a:pt x="62582" y="667338"/>
                  </a:lnTo>
                  <a:lnTo>
                    <a:pt x="63591" y="667332"/>
                  </a:lnTo>
                  <a:lnTo>
                    <a:pt x="64601" y="667327"/>
                  </a:lnTo>
                  <a:lnTo>
                    <a:pt x="65610" y="667316"/>
                  </a:lnTo>
                  <a:lnTo>
                    <a:pt x="66619" y="667311"/>
                  </a:lnTo>
                  <a:lnTo>
                    <a:pt x="67629" y="667300"/>
                  </a:lnTo>
                  <a:lnTo>
                    <a:pt x="68638" y="667290"/>
                  </a:lnTo>
                  <a:lnTo>
                    <a:pt x="69648" y="667279"/>
                  </a:lnTo>
                  <a:lnTo>
                    <a:pt x="70657" y="667263"/>
                  </a:lnTo>
                  <a:lnTo>
                    <a:pt x="71667" y="667252"/>
                  </a:lnTo>
                  <a:lnTo>
                    <a:pt x="72676" y="667236"/>
                  </a:lnTo>
                  <a:lnTo>
                    <a:pt x="73685" y="667215"/>
                  </a:lnTo>
                  <a:lnTo>
                    <a:pt x="74695" y="667199"/>
                  </a:lnTo>
                  <a:lnTo>
                    <a:pt x="75704" y="667178"/>
                  </a:lnTo>
                  <a:lnTo>
                    <a:pt x="76714" y="667151"/>
                  </a:lnTo>
                  <a:lnTo>
                    <a:pt x="77723" y="667124"/>
                  </a:lnTo>
                  <a:lnTo>
                    <a:pt x="78732" y="667098"/>
                  </a:lnTo>
                  <a:lnTo>
                    <a:pt x="79742" y="667066"/>
                  </a:lnTo>
                  <a:lnTo>
                    <a:pt x="80751" y="667029"/>
                  </a:lnTo>
                  <a:lnTo>
                    <a:pt x="81760" y="666986"/>
                  </a:lnTo>
                  <a:lnTo>
                    <a:pt x="82770" y="666943"/>
                  </a:lnTo>
                  <a:lnTo>
                    <a:pt x="83779" y="666896"/>
                  </a:lnTo>
                  <a:lnTo>
                    <a:pt x="84788" y="666842"/>
                  </a:lnTo>
                  <a:lnTo>
                    <a:pt x="85798" y="666789"/>
                  </a:lnTo>
                  <a:lnTo>
                    <a:pt x="86807" y="666725"/>
                  </a:lnTo>
                  <a:lnTo>
                    <a:pt x="87817" y="666656"/>
                  </a:lnTo>
                  <a:lnTo>
                    <a:pt x="88826" y="666576"/>
                  </a:lnTo>
                  <a:lnTo>
                    <a:pt x="89835" y="666496"/>
                  </a:lnTo>
                  <a:lnTo>
                    <a:pt x="90845" y="666406"/>
                  </a:lnTo>
                  <a:lnTo>
                    <a:pt x="91854" y="666304"/>
                  </a:lnTo>
                  <a:lnTo>
                    <a:pt x="92864" y="666193"/>
                  </a:lnTo>
                  <a:lnTo>
                    <a:pt x="93873" y="666075"/>
                  </a:lnTo>
                  <a:lnTo>
                    <a:pt x="94883" y="665948"/>
                  </a:lnTo>
                  <a:lnTo>
                    <a:pt x="95892" y="665804"/>
                  </a:lnTo>
                  <a:lnTo>
                    <a:pt x="96901" y="665649"/>
                  </a:lnTo>
                  <a:lnTo>
                    <a:pt x="97911" y="665484"/>
                  </a:lnTo>
                  <a:lnTo>
                    <a:pt x="98920" y="665303"/>
                  </a:lnTo>
                  <a:lnTo>
                    <a:pt x="99930" y="665106"/>
                  </a:lnTo>
                  <a:lnTo>
                    <a:pt x="100939" y="664888"/>
                  </a:lnTo>
                  <a:lnTo>
                    <a:pt x="101948" y="664659"/>
                  </a:lnTo>
                  <a:lnTo>
                    <a:pt x="102958" y="664403"/>
                  </a:lnTo>
                  <a:lnTo>
                    <a:pt x="103967" y="664132"/>
                  </a:lnTo>
                  <a:lnTo>
                    <a:pt x="104976" y="663839"/>
                  </a:lnTo>
                  <a:lnTo>
                    <a:pt x="105986" y="663519"/>
                  </a:lnTo>
                  <a:lnTo>
                    <a:pt x="106995" y="663178"/>
                  </a:lnTo>
                  <a:lnTo>
                    <a:pt x="108004" y="662806"/>
                  </a:lnTo>
                  <a:lnTo>
                    <a:pt x="109014" y="662406"/>
                  </a:lnTo>
                  <a:lnTo>
                    <a:pt x="110023" y="661975"/>
                  </a:lnTo>
                  <a:lnTo>
                    <a:pt x="111033" y="661512"/>
                  </a:lnTo>
                  <a:lnTo>
                    <a:pt x="112042" y="661011"/>
                  </a:lnTo>
                  <a:lnTo>
                    <a:pt x="113051" y="660473"/>
                  </a:lnTo>
                  <a:lnTo>
                    <a:pt x="114061" y="659898"/>
                  </a:lnTo>
                  <a:lnTo>
                    <a:pt x="115070" y="659286"/>
                  </a:lnTo>
                  <a:lnTo>
                    <a:pt x="116080" y="658620"/>
                  </a:lnTo>
                  <a:lnTo>
                    <a:pt x="117089" y="657917"/>
                  </a:lnTo>
                  <a:lnTo>
                    <a:pt x="118099" y="657155"/>
                  </a:lnTo>
                  <a:lnTo>
                    <a:pt x="119108" y="656346"/>
                  </a:lnTo>
                  <a:lnTo>
                    <a:pt x="120117" y="655483"/>
                  </a:lnTo>
                  <a:lnTo>
                    <a:pt x="121127" y="654562"/>
                  </a:lnTo>
                  <a:lnTo>
                    <a:pt x="122136" y="653577"/>
                  </a:lnTo>
                  <a:lnTo>
                    <a:pt x="123145" y="652528"/>
                  </a:lnTo>
                  <a:lnTo>
                    <a:pt x="124155" y="651415"/>
                  </a:lnTo>
                  <a:lnTo>
                    <a:pt x="125164" y="650227"/>
                  </a:lnTo>
                  <a:lnTo>
                    <a:pt x="126173" y="648965"/>
                  </a:lnTo>
                  <a:lnTo>
                    <a:pt x="127183" y="647628"/>
                  </a:lnTo>
                  <a:lnTo>
                    <a:pt x="128192" y="646206"/>
                  </a:lnTo>
                  <a:lnTo>
                    <a:pt x="129201" y="644699"/>
                  </a:lnTo>
                  <a:lnTo>
                    <a:pt x="130211" y="643107"/>
                  </a:lnTo>
                  <a:lnTo>
                    <a:pt x="131220" y="641424"/>
                  </a:lnTo>
                  <a:lnTo>
                    <a:pt x="132230" y="639640"/>
                  </a:lnTo>
                  <a:lnTo>
                    <a:pt x="133239" y="637760"/>
                  </a:lnTo>
                  <a:lnTo>
                    <a:pt x="134249" y="635774"/>
                  </a:lnTo>
                  <a:lnTo>
                    <a:pt x="135258" y="633681"/>
                  </a:lnTo>
                  <a:lnTo>
                    <a:pt x="136267" y="631477"/>
                  </a:lnTo>
                  <a:lnTo>
                    <a:pt x="137277" y="629155"/>
                  </a:lnTo>
                  <a:lnTo>
                    <a:pt x="138286" y="626716"/>
                  </a:lnTo>
                  <a:lnTo>
                    <a:pt x="139296" y="624154"/>
                  </a:lnTo>
                  <a:lnTo>
                    <a:pt x="140305" y="621465"/>
                  </a:lnTo>
                  <a:lnTo>
                    <a:pt x="141315" y="618648"/>
                  </a:lnTo>
                  <a:lnTo>
                    <a:pt x="142324" y="615692"/>
                  </a:lnTo>
                  <a:lnTo>
                    <a:pt x="143333" y="612603"/>
                  </a:lnTo>
                  <a:lnTo>
                    <a:pt x="144343" y="609371"/>
                  </a:lnTo>
                  <a:lnTo>
                    <a:pt x="145352" y="605989"/>
                  </a:lnTo>
                  <a:lnTo>
                    <a:pt x="146361" y="602464"/>
                  </a:lnTo>
                  <a:lnTo>
                    <a:pt x="147371" y="598789"/>
                  </a:lnTo>
                  <a:lnTo>
                    <a:pt x="148380" y="594960"/>
                  </a:lnTo>
                  <a:lnTo>
                    <a:pt x="149389" y="590977"/>
                  </a:lnTo>
                  <a:lnTo>
                    <a:pt x="150399" y="586834"/>
                  </a:lnTo>
                  <a:lnTo>
                    <a:pt x="151408" y="582526"/>
                  </a:lnTo>
                  <a:lnTo>
                    <a:pt x="152417" y="578063"/>
                  </a:lnTo>
                  <a:lnTo>
                    <a:pt x="153427" y="573430"/>
                  </a:lnTo>
                  <a:lnTo>
                    <a:pt x="154436" y="568632"/>
                  </a:lnTo>
                  <a:lnTo>
                    <a:pt x="155446" y="563669"/>
                  </a:lnTo>
                  <a:lnTo>
                    <a:pt x="156455" y="558535"/>
                  </a:lnTo>
                  <a:lnTo>
                    <a:pt x="157465" y="553236"/>
                  </a:lnTo>
                  <a:lnTo>
                    <a:pt x="158474" y="547767"/>
                  </a:lnTo>
                  <a:lnTo>
                    <a:pt x="159483" y="542133"/>
                  </a:lnTo>
                  <a:lnTo>
                    <a:pt x="160493" y="536328"/>
                  </a:lnTo>
                  <a:lnTo>
                    <a:pt x="161502" y="530358"/>
                  </a:lnTo>
                  <a:lnTo>
                    <a:pt x="162512" y="524229"/>
                  </a:lnTo>
                  <a:lnTo>
                    <a:pt x="163521" y="517934"/>
                  </a:lnTo>
                  <a:lnTo>
                    <a:pt x="164531" y="511480"/>
                  </a:lnTo>
                  <a:lnTo>
                    <a:pt x="165540" y="504871"/>
                  </a:lnTo>
                  <a:lnTo>
                    <a:pt x="166549" y="498108"/>
                  </a:lnTo>
                  <a:lnTo>
                    <a:pt x="167559" y="491196"/>
                  </a:lnTo>
                  <a:lnTo>
                    <a:pt x="168568" y="484140"/>
                  </a:lnTo>
                  <a:lnTo>
                    <a:pt x="169577" y="476944"/>
                  </a:lnTo>
                  <a:lnTo>
                    <a:pt x="170587" y="469614"/>
                  </a:lnTo>
                  <a:lnTo>
                    <a:pt x="171596" y="462157"/>
                  </a:lnTo>
                  <a:lnTo>
                    <a:pt x="172605" y="454578"/>
                  </a:lnTo>
                  <a:lnTo>
                    <a:pt x="173615" y="446885"/>
                  </a:lnTo>
                  <a:lnTo>
                    <a:pt x="174624" y="439086"/>
                  </a:lnTo>
                  <a:lnTo>
                    <a:pt x="175633" y="431188"/>
                  </a:lnTo>
                  <a:lnTo>
                    <a:pt x="176643" y="423201"/>
                  </a:lnTo>
                  <a:lnTo>
                    <a:pt x="177652" y="415132"/>
                  </a:lnTo>
                  <a:lnTo>
                    <a:pt x="178662" y="406993"/>
                  </a:lnTo>
                  <a:lnTo>
                    <a:pt x="179671" y="398792"/>
                  </a:lnTo>
                  <a:lnTo>
                    <a:pt x="180681" y="390541"/>
                  </a:lnTo>
                  <a:lnTo>
                    <a:pt x="181690" y="382250"/>
                  </a:lnTo>
                  <a:lnTo>
                    <a:pt x="182699" y="373930"/>
                  </a:lnTo>
                  <a:lnTo>
                    <a:pt x="183709" y="365595"/>
                  </a:lnTo>
                  <a:lnTo>
                    <a:pt x="184718" y="357254"/>
                  </a:lnTo>
                  <a:lnTo>
                    <a:pt x="185728" y="348921"/>
                  </a:lnTo>
                  <a:lnTo>
                    <a:pt x="186737" y="340610"/>
                  </a:lnTo>
                  <a:lnTo>
                    <a:pt x="187746" y="332332"/>
                  </a:lnTo>
                  <a:lnTo>
                    <a:pt x="188756" y="324100"/>
                  </a:lnTo>
                  <a:lnTo>
                    <a:pt x="189765" y="315930"/>
                  </a:lnTo>
                  <a:lnTo>
                    <a:pt x="190774" y="307834"/>
                  </a:lnTo>
                  <a:lnTo>
                    <a:pt x="191784" y="299825"/>
                  </a:lnTo>
                  <a:lnTo>
                    <a:pt x="192793" y="291918"/>
                  </a:lnTo>
                  <a:lnTo>
                    <a:pt x="193803" y="284126"/>
                  </a:lnTo>
                  <a:lnTo>
                    <a:pt x="194812" y="276465"/>
                  </a:lnTo>
                  <a:lnTo>
                    <a:pt x="195821" y="268946"/>
                  </a:lnTo>
                  <a:lnTo>
                    <a:pt x="196831" y="261584"/>
                  </a:lnTo>
                  <a:lnTo>
                    <a:pt x="197840" y="254394"/>
                  </a:lnTo>
                  <a:lnTo>
                    <a:pt x="198849" y="247388"/>
                  </a:lnTo>
                  <a:lnTo>
                    <a:pt x="199859" y="240580"/>
                  </a:lnTo>
                  <a:lnTo>
                    <a:pt x="200868" y="233982"/>
                  </a:lnTo>
                  <a:lnTo>
                    <a:pt x="201878" y="227607"/>
                  </a:lnTo>
                  <a:lnTo>
                    <a:pt x="202887" y="221469"/>
                  </a:lnTo>
                  <a:lnTo>
                    <a:pt x="203897" y="215578"/>
                  </a:lnTo>
                  <a:lnTo>
                    <a:pt x="204906" y="209946"/>
                  </a:lnTo>
                  <a:lnTo>
                    <a:pt x="205915" y="204585"/>
                  </a:lnTo>
                  <a:lnTo>
                    <a:pt x="206925" y="199505"/>
                  </a:lnTo>
                  <a:lnTo>
                    <a:pt x="207934" y="194715"/>
                  </a:lnTo>
                  <a:lnTo>
                    <a:pt x="208944" y="190226"/>
                  </a:lnTo>
                  <a:lnTo>
                    <a:pt x="209953" y="186046"/>
                  </a:lnTo>
                  <a:lnTo>
                    <a:pt x="210962" y="182183"/>
                  </a:lnTo>
                  <a:lnTo>
                    <a:pt x="211972" y="178643"/>
                  </a:lnTo>
                  <a:lnTo>
                    <a:pt x="212981" y="175435"/>
                  </a:lnTo>
                  <a:lnTo>
                    <a:pt x="213990" y="172564"/>
                  </a:lnTo>
                  <a:lnTo>
                    <a:pt x="215000" y="170035"/>
                  </a:lnTo>
                  <a:lnTo>
                    <a:pt x="216009" y="167851"/>
                  </a:lnTo>
                  <a:lnTo>
                    <a:pt x="217018" y="166018"/>
                  </a:lnTo>
                  <a:lnTo>
                    <a:pt x="218028" y="164536"/>
                  </a:lnTo>
                  <a:lnTo>
                    <a:pt x="219037" y="163409"/>
                  </a:lnTo>
                  <a:lnTo>
                    <a:pt x="220047" y="162636"/>
                  </a:lnTo>
                  <a:lnTo>
                    <a:pt x="221056" y="162219"/>
                  </a:lnTo>
                  <a:lnTo>
                    <a:pt x="222065" y="162155"/>
                  </a:lnTo>
                  <a:lnTo>
                    <a:pt x="223075" y="162443"/>
                  </a:lnTo>
                  <a:lnTo>
                    <a:pt x="224084" y="163081"/>
                  </a:lnTo>
                  <a:lnTo>
                    <a:pt x="225094" y="164065"/>
                  </a:lnTo>
                  <a:lnTo>
                    <a:pt x="226103" y="165391"/>
                  </a:lnTo>
                  <a:lnTo>
                    <a:pt x="227113" y="167053"/>
                  </a:lnTo>
                  <a:lnTo>
                    <a:pt x="228122" y="169046"/>
                  </a:lnTo>
                  <a:lnTo>
                    <a:pt x="229131" y="171362"/>
                  </a:lnTo>
                  <a:lnTo>
                    <a:pt x="230141" y="173995"/>
                  </a:lnTo>
                  <a:lnTo>
                    <a:pt x="231150" y="176935"/>
                  </a:lnTo>
                  <a:lnTo>
                    <a:pt x="232160" y="180174"/>
                  </a:lnTo>
                  <a:lnTo>
                    <a:pt x="233169" y="183701"/>
                  </a:lnTo>
                  <a:lnTo>
                    <a:pt x="234178" y="187506"/>
                  </a:lnTo>
                  <a:lnTo>
                    <a:pt x="235188" y="191579"/>
                  </a:lnTo>
                  <a:lnTo>
                    <a:pt x="236197" y="195906"/>
                  </a:lnTo>
                  <a:lnTo>
                    <a:pt x="237206" y="200476"/>
                  </a:lnTo>
                  <a:lnTo>
                    <a:pt x="238216" y="205276"/>
                  </a:lnTo>
                  <a:lnTo>
                    <a:pt x="239225" y="210292"/>
                  </a:lnTo>
                  <a:lnTo>
                    <a:pt x="240234" y="215511"/>
                  </a:lnTo>
                  <a:lnTo>
                    <a:pt x="241244" y="220919"/>
                  </a:lnTo>
                  <a:lnTo>
                    <a:pt x="242253" y="226500"/>
                  </a:lnTo>
                  <a:lnTo>
                    <a:pt x="243263" y="232240"/>
                  </a:lnTo>
                  <a:lnTo>
                    <a:pt x="244272" y="238123"/>
                  </a:lnTo>
                  <a:lnTo>
                    <a:pt x="245281" y="244136"/>
                  </a:lnTo>
                  <a:lnTo>
                    <a:pt x="246291" y="250260"/>
                  </a:lnTo>
                  <a:lnTo>
                    <a:pt x="247300" y="256482"/>
                  </a:lnTo>
                  <a:lnTo>
                    <a:pt x="248310" y="262785"/>
                  </a:lnTo>
                  <a:lnTo>
                    <a:pt x="249319" y="269153"/>
                  </a:lnTo>
                  <a:lnTo>
                    <a:pt x="250329" y="275570"/>
                  </a:lnTo>
                  <a:lnTo>
                    <a:pt x="251338" y="282021"/>
                  </a:lnTo>
                  <a:lnTo>
                    <a:pt x="252347" y="288490"/>
                  </a:lnTo>
                  <a:lnTo>
                    <a:pt x="253357" y="294962"/>
                  </a:lnTo>
                  <a:lnTo>
                    <a:pt x="254366" y="301420"/>
                  </a:lnTo>
                  <a:lnTo>
                    <a:pt x="255376" y="307850"/>
                  </a:lnTo>
                  <a:lnTo>
                    <a:pt x="256385" y="314237"/>
                  </a:lnTo>
                  <a:lnTo>
                    <a:pt x="257394" y="320565"/>
                  </a:lnTo>
                  <a:lnTo>
                    <a:pt x="258404" y="326822"/>
                  </a:lnTo>
                  <a:lnTo>
                    <a:pt x="259413" y="332993"/>
                  </a:lnTo>
                  <a:lnTo>
                    <a:pt x="260422" y="339063"/>
                  </a:lnTo>
                  <a:lnTo>
                    <a:pt x="261432" y="345021"/>
                  </a:lnTo>
                  <a:lnTo>
                    <a:pt x="262441" y="350852"/>
                  </a:lnTo>
                  <a:lnTo>
                    <a:pt x="263450" y="356545"/>
                  </a:lnTo>
                  <a:lnTo>
                    <a:pt x="264460" y="362088"/>
                  </a:lnTo>
                  <a:lnTo>
                    <a:pt x="265469" y="367470"/>
                  </a:lnTo>
                  <a:lnTo>
                    <a:pt x="266479" y="372679"/>
                  </a:lnTo>
                  <a:lnTo>
                    <a:pt x="267488" y="377706"/>
                  </a:lnTo>
                  <a:lnTo>
                    <a:pt x="268497" y="382540"/>
                  </a:lnTo>
                  <a:lnTo>
                    <a:pt x="269507" y="387172"/>
                  </a:lnTo>
                  <a:lnTo>
                    <a:pt x="270516" y="391594"/>
                  </a:lnTo>
                  <a:lnTo>
                    <a:pt x="271526" y="395798"/>
                  </a:lnTo>
                  <a:lnTo>
                    <a:pt x="272535" y="399776"/>
                  </a:lnTo>
                  <a:lnTo>
                    <a:pt x="273545" y="403520"/>
                  </a:lnTo>
                  <a:lnTo>
                    <a:pt x="274554" y="407025"/>
                  </a:lnTo>
                  <a:lnTo>
                    <a:pt x="275563" y="410285"/>
                  </a:lnTo>
                  <a:lnTo>
                    <a:pt x="276573" y="413295"/>
                  </a:lnTo>
                  <a:lnTo>
                    <a:pt x="277582" y="416049"/>
                  </a:lnTo>
                  <a:lnTo>
                    <a:pt x="278591" y="418544"/>
                  </a:lnTo>
                  <a:lnTo>
                    <a:pt x="279601" y="420776"/>
                  </a:lnTo>
                  <a:lnTo>
                    <a:pt x="280610" y="422743"/>
                  </a:lnTo>
                  <a:lnTo>
                    <a:pt x="281619" y="424441"/>
                  </a:lnTo>
                  <a:lnTo>
                    <a:pt x="282629" y="425869"/>
                  </a:lnTo>
                  <a:lnTo>
                    <a:pt x="283638" y="427024"/>
                  </a:lnTo>
                  <a:lnTo>
                    <a:pt x="284647" y="427908"/>
                  </a:lnTo>
                  <a:lnTo>
                    <a:pt x="285657" y="428518"/>
                  </a:lnTo>
                  <a:lnTo>
                    <a:pt x="286666" y="428855"/>
                  </a:lnTo>
                  <a:lnTo>
                    <a:pt x="287676" y="428920"/>
                  </a:lnTo>
                  <a:lnTo>
                    <a:pt x="288685" y="428713"/>
                  </a:lnTo>
                  <a:lnTo>
                    <a:pt x="289695" y="428235"/>
                  </a:lnTo>
                  <a:lnTo>
                    <a:pt x="290704" y="427489"/>
                  </a:lnTo>
                  <a:lnTo>
                    <a:pt x="291714" y="426476"/>
                  </a:lnTo>
                  <a:lnTo>
                    <a:pt x="292723" y="425200"/>
                  </a:lnTo>
                  <a:lnTo>
                    <a:pt x="293732" y="423662"/>
                  </a:lnTo>
                  <a:lnTo>
                    <a:pt x="294742" y="421867"/>
                  </a:lnTo>
                  <a:lnTo>
                    <a:pt x="295751" y="419818"/>
                  </a:lnTo>
                  <a:lnTo>
                    <a:pt x="296761" y="417519"/>
                  </a:lnTo>
                  <a:lnTo>
                    <a:pt x="297770" y="414974"/>
                  </a:lnTo>
                  <a:lnTo>
                    <a:pt x="298779" y="412186"/>
                  </a:lnTo>
                  <a:lnTo>
                    <a:pt x="299789" y="409163"/>
                  </a:lnTo>
                  <a:lnTo>
                    <a:pt x="300798" y="405908"/>
                  </a:lnTo>
                  <a:lnTo>
                    <a:pt x="301807" y="402426"/>
                  </a:lnTo>
                  <a:lnTo>
                    <a:pt x="302817" y="398724"/>
                  </a:lnTo>
                  <a:lnTo>
                    <a:pt x="303826" y="394806"/>
                  </a:lnTo>
                  <a:lnTo>
                    <a:pt x="304835" y="390679"/>
                  </a:lnTo>
                  <a:lnTo>
                    <a:pt x="305845" y="386349"/>
                  </a:lnTo>
                  <a:lnTo>
                    <a:pt x="306854" y="381821"/>
                  </a:lnTo>
                  <a:lnTo>
                    <a:pt x="307863" y="377104"/>
                  </a:lnTo>
                  <a:lnTo>
                    <a:pt x="308873" y="372202"/>
                  </a:lnTo>
                  <a:lnTo>
                    <a:pt x="309882" y="367123"/>
                  </a:lnTo>
                  <a:lnTo>
                    <a:pt x="310892" y="361874"/>
                  </a:lnTo>
                  <a:lnTo>
                    <a:pt x="311901" y="356462"/>
                  </a:lnTo>
                  <a:lnTo>
                    <a:pt x="312911" y="350893"/>
                  </a:lnTo>
                  <a:lnTo>
                    <a:pt x="313920" y="345175"/>
                  </a:lnTo>
                  <a:lnTo>
                    <a:pt x="314930" y="339316"/>
                  </a:lnTo>
                  <a:lnTo>
                    <a:pt x="315939" y="333321"/>
                  </a:lnTo>
                  <a:lnTo>
                    <a:pt x="316948" y="327200"/>
                  </a:lnTo>
                  <a:lnTo>
                    <a:pt x="317958" y="320960"/>
                  </a:lnTo>
                  <a:lnTo>
                    <a:pt x="318968" y="314607"/>
                  </a:lnTo>
                  <a:lnTo>
                    <a:pt x="319975" y="308150"/>
                  </a:lnTo>
                  <a:lnTo>
                    <a:pt x="320987" y="301597"/>
                  </a:lnTo>
                  <a:lnTo>
                    <a:pt x="321993" y="294954"/>
                  </a:lnTo>
                  <a:lnTo>
                    <a:pt x="323005" y="288230"/>
                  </a:lnTo>
                  <a:lnTo>
                    <a:pt x="324012" y="281433"/>
                  </a:lnTo>
                  <a:lnTo>
                    <a:pt x="325023" y="274569"/>
                  </a:lnTo>
                  <a:lnTo>
                    <a:pt x="326035" y="267648"/>
                  </a:lnTo>
                  <a:lnTo>
                    <a:pt x="327042" y="260676"/>
                  </a:lnTo>
                  <a:lnTo>
                    <a:pt x="328054" y="253662"/>
                  </a:lnTo>
                  <a:lnTo>
                    <a:pt x="329060" y="246614"/>
                  </a:lnTo>
                  <a:lnTo>
                    <a:pt x="330072" y="239538"/>
                  </a:lnTo>
                  <a:lnTo>
                    <a:pt x="331078" y="232443"/>
                  </a:lnTo>
                  <a:lnTo>
                    <a:pt x="332090" y="225337"/>
                  </a:lnTo>
                  <a:lnTo>
                    <a:pt x="333097" y="218228"/>
                  </a:lnTo>
                  <a:lnTo>
                    <a:pt x="334108" y="211122"/>
                  </a:lnTo>
                  <a:lnTo>
                    <a:pt x="335115" y="204028"/>
                  </a:lnTo>
                  <a:lnTo>
                    <a:pt x="336127" y="196953"/>
                  </a:lnTo>
                  <a:lnTo>
                    <a:pt x="337139" y="189904"/>
                  </a:lnTo>
                  <a:lnTo>
                    <a:pt x="338145" y="182890"/>
                  </a:lnTo>
                  <a:lnTo>
                    <a:pt x="339157" y="175918"/>
                  </a:lnTo>
                  <a:lnTo>
                    <a:pt x="340163" y="168994"/>
                  </a:lnTo>
                  <a:lnTo>
                    <a:pt x="341175" y="162126"/>
                  </a:lnTo>
                  <a:lnTo>
                    <a:pt x="342182" y="155322"/>
                  </a:lnTo>
                  <a:lnTo>
                    <a:pt x="343194" y="148588"/>
                  </a:lnTo>
                  <a:lnTo>
                    <a:pt x="344200" y="141931"/>
                  </a:lnTo>
                  <a:lnTo>
                    <a:pt x="345212" y="135359"/>
                  </a:lnTo>
                  <a:lnTo>
                    <a:pt x="346218" y="128878"/>
                  </a:lnTo>
                  <a:lnTo>
                    <a:pt x="347230" y="122494"/>
                  </a:lnTo>
                  <a:lnTo>
                    <a:pt x="348237" y="116215"/>
                  </a:lnTo>
                  <a:lnTo>
                    <a:pt x="349248" y="110046"/>
                  </a:lnTo>
                  <a:lnTo>
                    <a:pt x="350260" y="103994"/>
                  </a:lnTo>
                  <a:lnTo>
                    <a:pt x="351267" y="98065"/>
                  </a:lnTo>
                  <a:lnTo>
                    <a:pt x="352279" y="92265"/>
                  </a:lnTo>
                  <a:lnTo>
                    <a:pt x="353285" y="86600"/>
                  </a:lnTo>
                  <a:lnTo>
                    <a:pt x="354297" y="81075"/>
                  </a:lnTo>
                  <a:lnTo>
                    <a:pt x="355303" y="75696"/>
                  </a:lnTo>
                  <a:lnTo>
                    <a:pt x="356315" y="70469"/>
                  </a:lnTo>
                  <a:lnTo>
                    <a:pt x="357322" y="65397"/>
                  </a:lnTo>
                  <a:lnTo>
                    <a:pt x="358334" y="60487"/>
                  </a:lnTo>
                  <a:lnTo>
                    <a:pt x="359340" y="55742"/>
                  </a:lnTo>
                  <a:lnTo>
                    <a:pt x="360352" y="51168"/>
                  </a:lnTo>
                  <a:lnTo>
                    <a:pt x="361364" y="46770"/>
                  </a:lnTo>
                  <a:lnTo>
                    <a:pt x="362370" y="42550"/>
                  </a:lnTo>
                  <a:lnTo>
                    <a:pt x="363382" y="38513"/>
                  </a:lnTo>
                  <a:lnTo>
                    <a:pt x="364389" y="34662"/>
                  </a:lnTo>
                  <a:lnTo>
                    <a:pt x="365400" y="31001"/>
                  </a:lnTo>
                  <a:lnTo>
                    <a:pt x="366407" y="27534"/>
                  </a:lnTo>
                  <a:lnTo>
                    <a:pt x="367419" y="24262"/>
                  </a:lnTo>
                  <a:lnTo>
                    <a:pt x="368425" y="21190"/>
                  </a:lnTo>
                  <a:lnTo>
                    <a:pt x="369437" y="18319"/>
                  </a:lnTo>
                  <a:lnTo>
                    <a:pt x="370443" y="15652"/>
                  </a:lnTo>
                  <a:lnTo>
                    <a:pt x="371455" y="13190"/>
                  </a:lnTo>
                  <a:lnTo>
                    <a:pt x="372467" y="10936"/>
                  </a:lnTo>
                  <a:lnTo>
                    <a:pt x="373474" y="8890"/>
                  </a:lnTo>
                  <a:lnTo>
                    <a:pt x="374485" y="7055"/>
                  </a:lnTo>
                  <a:lnTo>
                    <a:pt x="375492" y="5431"/>
                  </a:lnTo>
                  <a:lnTo>
                    <a:pt x="376504" y="4018"/>
                  </a:lnTo>
                  <a:lnTo>
                    <a:pt x="377510" y="2818"/>
                  </a:lnTo>
                  <a:lnTo>
                    <a:pt x="378522" y="1831"/>
                  </a:lnTo>
                  <a:lnTo>
                    <a:pt x="379529" y="1055"/>
                  </a:lnTo>
                  <a:lnTo>
                    <a:pt x="380540" y="492"/>
                  </a:lnTo>
                  <a:lnTo>
                    <a:pt x="381547" y="141"/>
                  </a:lnTo>
                  <a:lnTo>
                    <a:pt x="382559" y="0"/>
                  </a:lnTo>
                  <a:lnTo>
                    <a:pt x="383571" y="69"/>
                  </a:lnTo>
                  <a:lnTo>
                    <a:pt x="384577" y="346"/>
                  </a:lnTo>
                  <a:lnTo>
                    <a:pt x="385589" y="830"/>
                  </a:lnTo>
                  <a:lnTo>
                    <a:pt x="386595" y="1518"/>
                  </a:lnTo>
                  <a:lnTo>
                    <a:pt x="387607" y="2410"/>
                  </a:lnTo>
                  <a:lnTo>
                    <a:pt x="388614" y="3502"/>
                  </a:lnTo>
                  <a:lnTo>
                    <a:pt x="389625" y="4792"/>
                  </a:lnTo>
                  <a:lnTo>
                    <a:pt x="390632" y="6278"/>
                  </a:lnTo>
                  <a:lnTo>
                    <a:pt x="391644" y="7955"/>
                  </a:lnTo>
                  <a:lnTo>
                    <a:pt x="392650" y="9822"/>
                  </a:lnTo>
                  <a:lnTo>
                    <a:pt x="393662" y="11875"/>
                  </a:lnTo>
                  <a:lnTo>
                    <a:pt x="394669" y="14109"/>
                  </a:lnTo>
                  <a:lnTo>
                    <a:pt x="395680" y="16522"/>
                  </a:lnTo>
                  <a:lnTo>
                    <a:pt x="396692" y="19109"/>
                  </a:lnTo>
                  <a:lnTo>
                    <a:pt x="397699" y="21866"/>
                  </a:lnTo>
                  <a:lnTo>
                    <a:pt x="398711" y="24789"/>
                  </a:lnTo>
                  <a:lnTo>
                    <a:pt x="399717" y="27873"/>
                  </a:lnTo>
                  <a:lnTo>
                    <a:pt x="400729" y="31113"/>
                  </a:lnTo>
                  <a:lnTo>
                    <a:pt x="401735" y="34505"/>
                  </a:lnTo>
                  <a:lnTo>
                    <a:pt x="402747" y="38045"/>
                  </a:lnTo>
                  <a:lnTo>
                    <a:pt x="403754" y="41725"/>
                  </a:lnTo>
                  <a:lnTo>
                    <a:pt x="404765" y="45543"/>
                  </a:lnTo>
                  <a:lnTo>
                    <a:pt x="405772" y="49491"/>
                  </a:lnTo>
                  <a:lnTo>
                    <a:pt x="406784" y="53565"/>
                  </a:lnTo>
                  <a:lnTo>
                    <a:pt x="407796" y="57759"/>
                  </a:lnTo>
                  <a:lnTo>
                    <a:pt x="408802" y="62068"/>
                  </a:lnTo>
                  <a:lnTo>
                    <a:pt x="409814" y="66486"/>
                  </a:lnTo>
                  <a:lnTo>
                    <a:pt x="410820" y="71006"/>
                  </a:lnTo>
                  <a:lnTo>
                    <a:pt x="411832" y="75624"/>
                  </a:lnTo>
                  <a:lnTo>
                    <a:pt x="412839" y="80334"/>
                  </a:lnTo>
                  <a:lnTo>
                    <a:pt x="413851" y="85129"/>
                  </a:lnTo>
                  <a:lnTo>
                    <a:pt x="414857" y="90004"/>
                  </a:lnTo>
                  <a:lnTo>
                    <a:pt x="415869" y="94952"/>
                  </a:lnTo>
                  <a:lnTo>
                    <a:pt x="416875" y="99968"/>
                  </a:lnTo>
                  <a:lnTo>
                    <a:pt x="417887" y="105046"/>
                  </a:lnTo>
                  <a:lnTo>
                    <a:pt x="418899" y="110180"/>
                  </a:lnTo>
                  <a:lnTo>
                    <a:pt x="419906" y="115364"/>
                  </a:lnTo>
                  <a:lnTo>
                    <a:pt x="420917" y="120591"/>
                  </a:lnTo>
                  <a:lnTo>
                    <a:pt x="421924" y="125857"/>
                  </a:lnTo>
                  <a:lnTo>
                    <a:pt x="422936" y="131155"/>
                  </a:lnTo>
                  <a:lnTo>
                    <a:pt x="423942" y="136481"/>
                  </a:lnTo>
                  <a:lnTo>
                    <a:pt x="424954" y="141827"/>
                  </a:lnTo>
                  <a:lnTo>
                    <a:pt x="425960" y="147189"/>
                  </a:lnTo>
                  <a:lnTo>
                    <a:pt x="426972" y="152560"/>
                  </a:lnTo>
                  <a:lnTo>
                    <a:pt x="427979" y="157936"/>
                  </a:lnTo>
                  <a:lnTo>
                    <a:pt x="428991" y="163311"/>
                  </a:lnTo>
                  <a:lnTo>
                    <a:pt x="430002" y="168680"/>
                  </a:lnTo>
                  <a:lnTo>
                    <a:pt x="431009" y="174037"/>
                  </a:lnTo>
                  <a:lnTo>
                    <a:pt x="432021" y="179378"/>
                  </a:lnTo>
                  <a:lnTo>
                    <a:pt x="433027" y="184698"/>
                  </a:lnTo>
                  <a:lnTo>
                    <a:pt x="434039" y="189991"/>
                  </a:lnTo>
                  <a:lnTo>
                    <a:pt x="435046" y="195255"/>
                  </a:lnTo>
                  <a:lnTo>
                    <a:pt x="436057" y="200482"/>
                  </a:lnTo>
                  <a:lnTo>
                    <a:pt x="437064" y="205671"/>
                  </a:lnTo>
                  <a:lnTo>
                    <a:pt x="438076" y="210815"/>
                  </a:lnTo>
                  <a:lnTo>
                    <a:pt x="439082" y="215912"/>
                  </a:lnTo>
                  <a:lnTo>
                    <a:pt x="440094" y="220957"/>
                  </a:lnTo>
                  <a:lnTo>
                    <a:pt x="441100" y="225946"/>
                  </a:lnTo>
                  <a:lnTo>
                    <a:pt x="442112" y="230876"/>
                  </a:lnTo>
                  <a:lnTo>
                    <a:pt x="443124" y="235743"/>
                  </a:lnTo>
                  <a:lnTo>
                    <a:pt x="444131" y="240544"/>
                  </a:lnTo>
                  <a:lnTo>
                    <a:pt x="445142" y="245277"/>
                  </a:lnTo>
                  <a:lnTo>
                    <a:pt x="446149" y="249937"/>
                  </a:lnTo>
                  <a:lnTo>
                    <a:pt x="447161" y="254523"/>
                  </a:lnTo>
                  <a:lnTo>
                    <a:pt x="448167" y="259031"/>
                  </a:lnTo>
                  <a:lnTo>
                    <a:pt x="449179" y="263459"/>
                  </a:lnTo>
                  <a:lnTo>
                    <a:pt x="450186" y="267805"/>
                  </a:lnTo>
                  <a:lnTo>
                    <a:pt x="451197" y="272067"/>
                  </a:lnTo>
                  <a:lnTo>
                    <a:pt x="452204" y="276242"/>
                  </a:lnTo>
                  <a:lnTo>
                    <a:pt x="453216" y="280330"/>
                  </a:lnTo>
                  <a:lnTo>
                    <a:pt x="454228" y="284328"/>
                  </a:lnTo>
                  <a:lnTo>
                    <a:pt x="455234" y="288235"/>
                  </a:lnTo>
                  <a:lnTo>
                    <a:pt x="456246" y="292049"/>
                  </a:lnTo>
                  <a:lnTo>
                    <a:pt x="457252" y="295771"/>
                  </a:lnTo>
                  <a:lnTo>
                    <a:pt x="458264" y="299398"/>
                  </a:lnTo>
                  <a:lnTo>
                    <a:pt x="459271" y="302929"/>
                  </a:lnTo>
                  <a:lnTo>
                    <a:pt x="460282" y="306365"/>
                  </a:lnTo>
                  <a:lnTo>
                    <a:pt x="461289" y="309705"/>
                  </a:lnTo>
                  <a:lnTo>
                    <a:pt x="462301" y="312949"/>
                  </a:lnTo>
                  <a:lnTo>
                    <a:pt x="463307" y="316095"/>
                  </a:lnTo>
                  <a:lnTo>
                    <a:pt x="464319" y="319145"/>
                  </a:lnTo>
                  <a:lnTo>
                    <a:pt x="465331" y="322099"/>
                  </a:lnTo>
                  <a:lnTo>
                    <a:pt x="466337" y="324956"/>
                  </a:lnTo>
                  <a:lnTo>
                    <a:pt x="467349" y="327716"/>
                  </a:lnTo>
                  <a:lnTo>
                    <a:pt x="468356" y="330382"/>
                  </a:lnTo>
                  <a:lnTo>
                    <a:pt x="469368" y="332953"/>
                  </a:lnTo>
                  <a:lnTo>
                    <a:pt x="470374" y="335429"/>
                  </a:lnTo>
                  <a:lnTo>
                    <a:pt x="471386" y="337813"/>
                  </a:lnTo>
                  <a:lnTo>
                    <a:pt x="472392" y="340104"/>
                  </a:lnTo>
                  <a:lnTo>
                    <a:pt x="473404" y="342304"/>
                  </a:lnTo>
                  <a:lnTo>
                    <a:pt x="474411" y="344414"/>
                  </a:lnTo>
                  <a:lnTo>
                    <a:pt x="475423" y="346436"/>
                  </a:lnTo>
                  <a:lnTo>
                    <a:pt x="476434" y="348370"/>
                  </a:lnTo>
                  <a:lnTo>
                    <a:pt x="477441" y="350219"/>
                  </a:lnTo>
                  <a:lnTo>
                    <a:pt x="478453" y="351984"/>
                  </a:lnTo>
                  <a:lnTo>
                    <a:pt x="479459" y="353666"/>
                  </a:lnTo>
                  <a:lnTo>
                    <a:pt x="480471" y="355268"/>
                  </a:lnTo>
                  <a:lnTo>
                    <a:pt x="481477" y="356790"/>
                  </a:lnTo>
                  <a:lnTo>
                    <a:pt x="482489" y="358236"/>
                  </a:lnTo>
                  <a:lnTo>
                    <a:pt x="483496" y="359607"/>
                  </a:lnTo>
                  <a:lnTo>
                    <a:pt x="484508" y="360904"/>
                  </a:lnTo>
                  <a:lnTo>
                    <a:pt x="485514" y="362131"/>
                  </a:lnTo>
                  <a:lnTo>
                    <a:pt x="486526" y="363288"/>
                  </a:lnTo>
                  <a:lnTo>
                    <a:pt x="487532" y="364378"/>
                  </a:lnTo>
                  <a:lnTo>
                    <a:pt x="488544" y="365405"/>
                  </a:lnTo>
                  <a:lnTo>
                    <a:pt x="489556" y="366368"/>
                  </a:lnTo>
                  <a:lnTo>
                    <a:pt x="490563" y="367272"/>
                  </a:lnTo>
                  <a:lnTo>
                    <a:pt x="491574" y="368117"/>
                  </a:lnTo>
                  <a:lnTo>
                    <a:pt x="492581" y="368907"/>
                  </a:lnTo>
                  <a:lnTo>
                    <a:pt x="493593" y="369644"/>
                  </a:lnTo>
                  <a:lnTo>
                    <a:pt x="494599" y="370329"/>
                  </a:lnTo>
                  <a:lnTo>
                    <a:pt x="495611" y="370966"/>
                  </a:lnTo>
                  <a:lnTo>
                    <a:pt x="496617" y="371557"/>
                  </a:lnTo>
                  <a:lnTo>
                    <a:pt x="497629" y="372104"/>
                  </a:lnTo>
                  <a:lnTo>
                    <a:pt x="498636" y="372610"/>
                  </a:lnTo>
                  <a:lnTo>
                    <a:pt x="499648" y="373076"/>
                  </a:lnTo>
                  <a:lnTo>
                    <a:pt x="500659" y="373506"/>
                  </a:lnTo>
                  <a:lnTo>
                    <a:pt x="501666" y="373901"/>
                  </a:lnTo>
                  <a:lnTo>
                    <a:pt x="502678" y="374263"/>
                  </a:lnTo>
                  <a:lnTo>
                    <a:pt x="503684" y="374597"/>
                  </a:lnTo>
                  <a:lnTo>
                    <a:pt x="504696" y="374902"/>
                  </a:lnTo>
                  <a:lnTo>
                    <a:pt x="505703" y="375182"/>
                  </a:lnTo>
                  <a:lnTo>
                    <a:pt x="506714" y="375439"/>
                  </a:lnTo>
                  <a:lnTo>
                    <a:pt x="507721" y="375675"/>
                  </a:lnTo>
                  <a:lnTo>
                    <a:pt x="508733" y="375893"/>
                  </a:lnTo>
                  <a:lnTo>
                    <a:pt x="509739" y="376094"/>
                  </a:lnTo>
                  <a:lnTo>
                    <a:pt x="510751" y="376281"/>
                  </a:lnTo>
                  <a:lnTo>
                    <a:pt x="511763" y="376455"/>
                  </a:lnTo>
                  <a:lnTo>
                    <a:pt x="512769" y="376619"/>
                  </a:lnTo>
                  <a:lnTo>
                    <a:pt x="513781" y="376776"/>
                  </a:lnTo>
                  <a:lnTo>
                    <a:pt x="514788" y="376925"/>
                  </a:lnTo>
                  <a:lnTo>
                    <a:pt x="515799" y="377071"/>
                  </a:lnTo>
                  <a:lnTo>
                    <a:pt x="516806" y="377215"/>
                  </a:lnTo>
                  <a:lnTo>
                    <a:pt x="517818" y="377358"/>
                  </a:lnTo>
                  <a:lnTo>
                    <a:pt x="518824" y="377502"/>
                  </a:lnTo>
                  <a:lnTo>
                    <a:pt x="519836" y="377650"/>
                  </a:lnTo>
                  <a:lnTo>
                    <a:pt x="520843" y="377801"/>
                  </a:lnTo>
                  <a:lnTo>
                    <a:pt x="521854" y="377960"/>
                  </a:lnTo>
                  <a:lnTo>
                    <a:pt x="522866" y="378127"/>
                  </a:lnTo>
                  <a:lnTo>
                    <a:pt x="523873" y="378304"/>
                  </a:lnTo>
                  <a:lnTo>
                    <a:pt x="524885" y="378491"/>
                  </a:lnTo>
                  <a:lnTo>
                    <a:pt x="525891" y="378691"/>
                  </a:lnTo>
                  <a:lnTo>
                    <a:pt x="526903" y="378906"/>
                  </a:lnTo>
                  <a:lnTo>
                    <a:pt x="527909" y="379136"/>
                  </a:lnTo>
                  <a:lnTo>
                    <a:pt x="528921" y="379382"/>
                  </a:lnTo>
                  <a:lnTo>
                    <a:pt x="529928" y="379647"/>
                  </a:lnTo>
                  <a:lnTo>
                    <a:pt x="530940" y="379931"/>
                  </a:lnTo>
                  <a:lnTo>
                    <a:pt x="531946" y="380235"/>
                  </a:lnTo>
                  <a:lnTo>
                    <a:pt x="532958" y="380561"/>
                  </a:lnTo>
                  <a:lnTo>
                    <a:pt x="533970" y="380909"/>
                  </a:lnTo>
                  <a:lnTo>
                    <a:pt x="534976" y="381281"/>
                  </a:lnTo>
                  <a:lnTo>
                    <a:pt x="535988" y="381677"/>
                  </a:lnTo>
                  <a:lnTo>
                    <a:pt x="536994" y="382099"/>
                  </a:lnTo>
                  <a:lnTo>
                    <a:pt x="538006" y="382547"/>
                  </a:lnTo>
                  <a:lnTo>
                    <a:pt x="539013" y="383022"/>
                  </a:lnTo>
                  <a:lnTo>
                    <a:pt x="540025" y="383526"/>
                  </a:lnTo>
                  <a:lnTo>
                    <a:pt x="541031" y="384057"/>
                  </a:lnTo>
                  <a:lnTo>
                    <a:pt x="542043" y="384618"/>
                  </a:lnTo>
                  <a:lnTo>
                    <a:pt x="543049" y="385209"/>
                  </a:lnTo>
                  <a:lnTo>
                    <a:pt x="544061" y="385829"/>
                  </a:lnTo>
                  <a:lnTo>
                    <a:pt x="545068" y="386481"/>
                  </a:lnTo>
                  <a:lnTo>
                    <a:pt x="546080" y="387164"/>
                  </a:lnTo>
                  <a:lnTo>
                    <a:pt x="547091" y="387879"/>
                  </a:lnTo>
                  <a:lnTo>
                    <a:pt x="548098" y="388625"/>
                  </a:lnTo>
                  <a:lnTo>
                    <a:pt x="549110" y="389405"/>
                  </a:lnTo>
                  <a:lnTo>
                    <a:pt x="550116" y="390217"/>
                  </a:lnTo>
                  <a:lnTo>
                    <a:pt x="551128" y="391062"/>
                  </a:lnTo>
                  <a:lnTo>
                    <a:pt x="552134" y="391939"/>
                  </a:lnTo>
                  <a:lnTo>
                    <a:pt x="553146" y="392850"/>
                  </a:lnTo>
                  <a:lnTo>
                    <a:pt x="554153" y="393795"/>
                  </a:lnTo>
                  <a:lnTo>
                    <a:pt x="555165" y="394773"/>
                  </a:lnTo>
                  <a:lnTo>
                    <a:pt x="556171" y="395785"/>
                  </a:lnTo>
                  <a:lnTo>
                    <a:pt x="557183" y="396830"/>
                  </a:lnTo>
                  <a:lnTo>
                    <a:pt x="558195" y="397908"/>
                  </a:lnTo>
                  <a:lnTo>
                    <a:pt x="559201" y="399020"/>
                  </a:lnTo>
                  <a:lnTo>
                    <a:pt x="560213" y="400166"/>
                  </a:lnTo>
                  <a:lnTo>
                    <a:pt x="561220" y="401344"/>
                  </a:lnTo>
                  <a:lnTo>
                    <a:pt x="562231" y="402555"/>
                  </a:lnTo>
                  <a:lnTo>
                    <a:pt x="563238" y="403799"/>
                  </a:lnTo>
                  <a:lnTo>
                    <a:pt x="564250" y="405075"/>
                  </a:lnTo>
                  <a:lnTo>
                    <a:pt x="565256" y="406384"/>
                  </a:lnTo>
                  <a:lnTo>
                    <a:pt x="566268" y="407725"/>
                  </a:lnTo>
                  <a:lnTo>
                    <a:pt x="567275" y="409097"/>
                  </a:lnTo>
                  <a:lnTo>
                    <a:pt x="568286" y="410500"/>
                  </a:lnTo>
                  <a:lnTo>
                    <a:pt x="569298" y="411934"/>
                  </a:lnTo>
                  <a:lnTo>
                    <a:pt x="570305" y="413399"/>
                  </a:lnTo>
                  <a:lnTo>
                    <a:pt x="571316" y="414894"/>
                  </a:lnTo>
                  <a:lnTo>
                    <a:pt x="572323" y="416418"/>
                  </a:lnTo>
                  <a:lnTo>
                    <a:pt x="573335" y="417971"/>
                  </a:lnTo>
                  <a:lnTo>
                    <a:pt x="574341" y="419553"/>
                  </a:lnTo>
                  <a:lnTo>
                    <a:pt x="575353" y="421163"/>
                  </a:lnTo>
                  <a:lnTo>
                    <a:pt x="576360" y="422800"/>
                  </a:lnTo>
                  <a:lnTo>
                    <a:pt x="577371" y="424464"/>
                  </a:lnTo>
                  <a:lnTo>
                    <a:pt x="578378" y="426155"/>
                  </a:lnTo>
                  <a:lnTo>
                    <a:pt x="579390" y="427871"/>
                  </a:lnTo>
                  <a:lnTo>
                    <a:pt x="580402" y="429612"/>
                  </a:lnTo>
                  <a:lnTo>
                    <a:pt x="581408" y="431378"/>
                  </a:lnTo>
                  <a:lnTo>
                    <a:pt x="582420" y="433168"/>
                  </a:lnTo>
                  <a:lnTo>
                    <a:pt x="583426" y="434980"/>
                  </a:lnTo>
                  <a:lnTo>
                    <a:pt x="584438" y="436816"/>
                  </a:lnTo>
                  <a:lnTo>
                    <a:pt x="585445" y="438674"/>
                  </a:lnTo>
                  <a:lnTo>
                    <a:pt x="586457" y="440552"/>
                  </a:lnTo>
                  <a:lnTo>
                    <a:pt x="587463" y="442451"/>
                  </a:lnTo>
                  <a:lnTo>
                    <a:pt x="588475" y="444370"/>
                  </a:lnTo>
                  <a:lnTo>
                    <a:pt x="589481" y="446307"/>
                  </a:lnTo>
                  <a:lnTo>
                    <a:pt x="590493" y="448263"/>
                  </a:lnTo>
                  <a:lnTo>
                    <a:pt x="591500" y="450237"/>
                  </a:lnTo>
                  <a:lnTo>
                    <a:pt x="592511" y="452227"/>
                  </a:lnTo>
                  <a:lnTo>
                    <a:pt x="593523" y="454233"/>
                  </a:lnTo>
                  <a:lnTo>
                    <a:pt x="594530" y="456255"/>
                  </a:lnTo>
                  <a:lnTo>
                    <a:pt x="595542" y="458291"/>
                  </a:lnTo>
                  <a:lnTo>
                    <a:pt x="596548" y="460341"/>
                  </a:lnTo>
                  <a:lnTo>
                    <a:pt x="597560" y="462405"/>
                  </a:lnTo>
                  <a:lnTo>
                    <a:pt x="598566" y="464480"/>
                  </a:lnTo>
                  <a:lnTo>
                    <a:pt x="599578" y="466566"/>
                  </a:lnTo>
                  <a:lnTo>
                    <a:pt x="600585" y="468664"/>
                  </a:lnTo>
                  <a:lnTo>
                    <a:pt x="601597" y="470772"/>
                  </a:lnTo>
                  <a:lnTo>
                    <a:pt x="602603" y="472889"/>
                  </a:lnTo>
                  <a:lnTo>
                    <a:pt x="603615" y="475014"/>
                  </a:lnTo>
                  <a:lnTo>
                    <a:pt x="604627" y="477147"/>
                  </a:lnTo>
                  <a:lnTo>
                    <a:pt x="605633" y="479287"/>
                  </a:lnTo>
                  <a:lnTo>
                    <a:pt x="606645" y="481433"/>
                  </a:lnTo>
                  <a:lnTo>
                    <a:pt x="607651" y="483585"/>
                  </a:lnTo>
                  <a:lnTo>
                    <a:pt x="608663" y="485741"/>
                  </a:lnTo>
                  <a:lnTo>
                    <a:pt x="609670" y="487899"/>
                  </a:lnTo>
                  <a:lnTo>
                    <a:pt x="610682" y="490067"/>
                  </a:lnTo>
                  <a:lnTo>
                    <a:pt x="611688" y="492229"/>
                  </a:lnTo>
                  <a:lnTo>
                    <a:pt x="612700" y="494401"/>
                  </a:lnTo>
                  <a:lnTo>
                    <a:pt x="613706" y="496569"/>
                  </a:lnTo>
                  <a:lnTo>
                    <a:pt x="614718" y="498736"/>
                  </a:lnTo>
                  <a:lnTo>
                    <a:pt x="615730" y="500904"/>
                  </a:lnTo>
                  <a:lnTo>
                    <a:pt x="616737" y="503071"/>
                  </a:lnTo>
                  <a:lnTo>
                    <a:pt x="617748" y="505239"/>
                  </a:lnTo>
                  <a:lnTo>
                    <a:pt x="618755" y="507406"/>
                  </a:lnTo>
                  <a:lnTo>
                    <a:pt x="619767" y="509563"/>
                  </a:lnTo>
                  <a:lnTo>
                    <a:pt x="620773" y="511720"/>
                  </a:lnTo>
                  <a:lnTo>
                    <a:pt x="621785" y="513876"/>
                  </a:lnTo>
                  <a:lnTo>
                    <a:pt x="622792" y="516022"/>
                  </a:lnTo>
                  <a:lnTo>
                    <a:pt x="623803" y="518163"/>
                  </a:lnTo>
                  <a:lnTo>
                    <a:pt x="624810" y="520299"/>
                  </a:lnTo>
                  <a:lnTo>
                    <a:pt x="625822" y="522429"/>
                  </a:lnTo>
                  <a:lnTo>
                    <a:pt x="626833" y="524548"/>
                  </a:lnTo>
                  <a:lnTo>
                    <a:pt x="627840" y="526663"/>
                  </a:lnTo>
                  <a:lnTo>
                    <a:pt x="628852" y="528766"/>
                  </a:lnTo>
                  <a:lnTo>
                    <a:pt x="629858" y="530864"/>
                  </a:lnTo>
                  <a:lnTo>
                    <a:pt x="630870" y="532952"/>
                  </a:lnTo>
                  <a:lnTo>
                    <a:pt x="631877" y="535029"/>
                  </a:lnTo>
                  <a:lnTo>
                    <a:pt x="632888" y="537095"/>
                  </a:lnTo>
                  <a:lnTo>
                    <a:pt x="633895" y="539145"/>
                  </a:lnTo>
                  <a:lnTo>
                    <a:pt x="634907" y="541190"/>
                  </a:lnTo>
                  <a:lnTo>
                    <a:pt x="635913" y="543219"/>
                  </a:lnTo>
                  <a:lnTo>
                    <a:pt x="636925" y="545237"/>
                  </a:lnTo>
                  <a:lnTo>
                    <a:pt x="637931" y="547240"/>
                  </a:lnTo>
                  <a:lnTo>
                    <a:pt x="638943" y="549231"/>
                  </a:lnTo>
                  <a:lnTo>
                    <a:pt x="639955" y="551213"/>
                  </a:lnTo>
                  <a:lnTo>
                    <a:pt x="640962" y="553172"/>
                  </a:lnTo>
                  <a:lnTo>
                    <a:pt x="641974" y="555121"/>
                  </a:lnTo>
                  <a:lnTo>
                    <a:pt x="642980" y="557054"/>
                  </a:lnTo>
                  <a:lnTo>
                    <a:pt x="643992" y="558972"/>
                  </a:lnTo>
                  <a:lnTo>
                    <a:pt x="644998" y="560873"/>
                  </a:lnTo>
                  <a:lnTo>
                    <a:pt x="646010" y="562758"/>
                  </a:lnTo>
                  <a:lnTo>
                    <a:pt x="647017" y="564627"/>
                  </a:lnTo>
                  <a:lnTo>
                    <a:pt x="648028" y="566480"/>
                  </a:lnTo>
                  <a:lnTo>
                    <a:pt x="649035" y="568312"/>
                  </a:lnTo>
                  <a:lnTo>
                    <a:pt x="650047" y="570134"/>
                  </a:lnTo>
                  <a:lnTo>
                    <a:pt x="651059" y="571934"/>
                  </a:lnTo>
                  <a:lnTo>
                    <a:pt x="652065" y="573712"/>
                  </a:lnTo>
                  <a:lnTo>
                    <a:pt x="653077" y="575475"/>
                  </a:lnTo>
                  <a:lnTo>
                    <a:pt x="654083" y="577222"/>
                  </a:lnTo>
                  <a:lnTo>
                    <a:pt x="655095" y="578947"/>
                  </a:lnTo>
                  <a:lnTo>
                    <a:pt x="656102" y="580656"/>
                  </a:lnTo>
                  <a:lnTo>
                    <a:pt x="657113" y="582345"/>
                  </a:lnTo>
                  <a:lnTo>
                    <a:pt x="658120" y="584017"/>
                  </a:lnTo>
                  <a:lnTo>
                    <a:pt x="659132" y="585668"/>
                  </a:lnTo>
                  <a:lnTo>
                    <a:pt x="660138" y="587297"/>
                  </a:lnTo>
                  <a:lnTo>
                    <a:pt x="661150" y="588905"/>
                  </a:lnTo>
                  <a:lnTo>
                    <a:pt x="662162" y="590498"/>
                  </a:lnTo>
                  <a:lnTo>
                    <a:pt x="663168" y="592069"/>
                  </a:lnTo>
                  <a:lnTo>
                    <a:pt x="664180" y="593624"/>
                  </a:lnTo>
                  <a:lnTo>
                    <a:pt x="665187" y="595152"/>
                  </a:lnTo>
                  <a:lnTo>
                    <a:pt x="666199" y="596665"/>
                  </a:lnTo>
                  <a:lnTo>
                    <a:pt x="667205" y="598156"/>
                  </a:lnTo>
                  <a:lnTo>
                    <a:pt x="668217" y="599625"/>
                  </a:lnTo>
                  <a:lnTo>
                    <a:pt x="669223" y="601074"/>
                  </a:lnTo>
                  <a:lnTo>
                    <a:pt x="670235" y="602506"/>
                  </a:lnTo>
                  <a:lnTo>
                    <a:pt x="671242" y="603918"/>
                  </a:lnTo>
                  <a:lnTo>
                    <a:pt x="672254" y="605302"/>
                  </a:lnTo>
                  <a:lnTo>
                    <a:pt x="673265" y="606671"/>
                  </a:lnTo>
                  <a:lnTo>
                    <a:pt x="674272" y="608024"/>
                  </a:lnTo>
                  <a:lnTo>
                    <a:pt x="675284" y="609350"/>
                  </a:lnTo>
                  <a:lnTo>
                    <a:pt x="676290" y="610654"/>
                  </a:lnTo>
                  <a:lnTo>
                    <a:pt x="677302" y="611943"/>
                  </a:lnTo>
                  <a:lnTo>
                    <a:pt x="678308" y="613210"/>
                  </a:lnTo>
                  <a:lnTo>
                    <a:pt x="679320" y="614457"/>
                  </a:lnTo>
                  <a:lnTo>
                    <a:pt x="680327" y="615681"/>
                  </a:lnTo>
                  <a:lnTo>
                    <a:pt x="681339" y="616890"/>
                  </a:lnTo>
                  <a:lnTo>
                    <a:pt x="682345" y="618073"/>
                  </a:lnTo>
                  <a:lnTo>
                    <a:pt x="683357" y="619239"/>
                  </a:lnTo>
                  <a:lnTo>
                    <a:pt x="684363" y="620389"/>
                  </a:lnTo>
                  <a:lnTo>
                    <a:pt x="685375" y="621513"/>
                  </a:lnTo>
                  <a:lnTo>
                    <a:pt x="686387" y="622620"/>
                  </a:lnTo>
                  <a:lnTo>
                    <a:pt x="687394" y="623707"/>
                  </a:lnTo>
                  <a:lnTo>
                    <a:pt x="688405" y="624777"/>
                  </a:lnTo>
                  <a:lnTo>
                    <a:pt x="689412" y="625826"/>
                  </a:lnTo>
                  <a:lnTo>
                    <a:pt x="690424" y="626854"/>
                  </a:lnTo>
                  <a:lnTo>
                    <a:pt x="691430" y="627866"/>
                  </a:lnTo>
                  <a:lnTo>
                    <a:pt x="692442" y="628856"/>
                  </a:lnTo>
                  <a:lnTo>
                    <a:pt x="693448" y="629831"/>
                  </a:lnTo>
                  <a:lnTo>
                    <a:pt x="694460" y="630784"/>
                  </a:lnTo>
                  <a:lnTo>
                    <a:pt x="695467" y="631721"/>
                  </a:lnTo>
                  <a:lnTo>
                    <a:pt x="696479" y="632637"/>
                  </a:lnTo>
                  <a:lnTo>
                    <a:pt x="697490" y="633537"/>
                  </a:lnTo>
                  <a:lnTo>
                    <a:pt x="698497" y="634421"/>
                  </a:lnTo>
                  <a:lnTo>
                    <a:pt x="699509" y="635284"/>
                  </a:lnTo>
                  <a:lnTo>
                    <a:pt x="700515" y="636131"/>
                  </a:lnTo>
                  <a:lnTo>
                    <a:pt x="701527" y="636956"/>
                  </a:lnTo>
                  <a:lnTo>
                    <a:pt x="702534" y="637771"/>
                  </a:lnTo>
                  <a:lnTo>
                    <a:pt x="703545" y="638565"/>
                  </a:lnTo>
                  <a:lnTo>
                    <a:pt x="704552" y="639342"/>
                  </a:lnTo>
                  <a:lnTo>
                    <a:pt x="705564" y="640109"/>
                  </a:lnTo>
                  <a:lnTo>
                    <a:pt x="706570" y="640854"/>
                  </a:lnTo>
                  <a:lnTo>
                    <a:pt x="707582" y="641579"/>
                  </a:lnTo>
                  <a:lnTo>
                    <a:pt x="708594" y="642292"/>
                  </a:lnTo>
                  <a:lnTo>
                    <a:pt x="709600" y="642990"/>
                  </a:lnTo>
                  <a:lnTo>
                    <a:pt x="710612" y="643677"/>
                  </a:lnTo>
                  <a:lnTo>
                    <a:pt x="711619" y="644343"/>
                  </a:lnTo>
                  <a:lnTo>
                    <a:pt x="712630" y="644992"/>
                  </a:lnTo>
                  <a:lnTo>
                    <a:pt x="713637" y="645631"/>
                  </a:lnTo>
                  <a:lnTo>
                    <a:pt x="714649" y="646254"/>
                  </a:lnTo>
                  <a:lnTo>
                    <a:pt x="715655" y="646862"/>
                  </a:lnTo>
                  <a:lnTo>
                    <a:pt x="716667" y="647453"/>
                  </a:lnTo>
                  <a:lnTo>
                    <a:pt x="717674" y="648033"/>
                  </a:lnTo>
                  <a:lnTo>
                    <a:pt x="718685" y="648598"/>
                  </a:lnTo>
                  <a:lnTo>
                    <a:pt x="719697" y="649151"/>
                  </a:lnTo>
                  <a:lnTo>
                    <a:pt x="720704" y="649689"/>
                  </a:lnTo>
                  <a:lnTo>
                    <a:pt x="721716" y="650216"/>
                  </a:lnTo>
                  <a:lnTo>
                    <a:pt x="722722" y="650733"/>
                  </a:lnTo>
                  <a:lnTo>
                    <a:pt x="723734" y="651228"/>
                  </a:lnTo>
                  <a:lnTo>
                    <a:pt x="724740" y="651718"/>
                  </a:lnTo>
                  <a:lnTo>
                    <a:pt x="725752" y="652192"/>
                  </a:lnTo>
                  <a:lnTo>
                    <a:pt x="726759" y="652656"/>
                  </a:lnTo>
                  <a:lnTo>
                    <a:pt x="727771" y="653108"/>
                  </a:lnTo>
                  <a:lnTo>
                    <a:pt x="728777" y="653550"/>
                  </a:lnTo>
                  <a:lnTo>
                    <a:pt x="729789" y="653982"/>
                  </a:lnTo>
                  <a:lnTo>
                    <a:pt x="730795" y="654397"/>
                  </a:lnTo>
                  <a:lnTo>
                    <a:pt x="731807" y="654802"/>
                  </a:lnTo>
                  <a:lnTo>
                    <a:pt x="732819" y="655201"/>
                  </a:lnTo>
                  <a:lnTo>
                    <a:pt x="733825" y="655584"/>
                  </a:lnTo>
                  <a:lnTo>
                    <a:pt x="734837" y="655963"/>
                  </a:lnTo>
                  <a:lnTo>
                    <a:pt x="735844" y="656325"/>
                  </a:lnTo>
                  <a:lnTo>
                    <a:pt x="736856" y="656681"/>
                  </a:lnTo>
                  <a:lnTo>
                    <a:pt x="737862" y="657028"/>
                  </a:lnTo>
                  <a:lnTo>
                    <a:pt x="738874" y="657363"/>
                  </a:lnTo>
                  <a:lnTo>
                    <a:pt x="739880" y="657688"/>
                  </a:lnTo>
                  <a:lnTo>
                    <a:pt x="740892" y="658007"/>
                  </a:lnTo>
                  <a:lnTo>
                    <a:pt x="741899" y="658316"/>
                  </a:lnTo>
                  <a:lnTo>
                    <a:pt x="742911" y="658615"/>
                  </a:lnTo>
                  <a:lnTo>
                    <a:pt x="743922" y="658907"/>
                  </a:lnTo>
                  <a:lnTo>
                    <a:pt x="744929" y="659190"/>
                  </a:lnTo>
                  <a:lnTo>
                    <a:pt x="745941" y="659467"/>
                  </a:lnTo>
                  <a:lnTo>
                    <a:pt x="746947" y="659733"/>
                  </a:lnTo>
                  <a:lnTo>
                    <a:pt x="747959" y="659989"/>
                  </a:lnTo>
                  <a:lnTo>
                    <a:pt x="748965" y="660244"/>
                  </a:lnTo>
                  <a:lnTo>
                    <a:pt x="749977" y="660484"/>
                  </a:lnTo>
                  <a:lnTo>
                    <a:pt x="750984" y="660723"/>
                  </a:lnTo>
                  <a:lnTo>
                    <a:pt x="751996" y="660952"/>
                  </a:lnTo>
                  <a:lnTo>
                    <a:pt x="753002" y="661176"/>
                  </a:lnTo>
                  <a:lnTo>
                    <a:pt x="754014" y="661389"/>
                  </a:lnTo>
                  <a:lnTo>
                    <a:pt x="755026" y="661602"/>
                  </a:lnTo>
                  <a:lnTo>
                    <a:pt x="756032" y="661804"/>
                  </a:lnTo>
                  <a:lnTo>
                    <a:pt x="757044" y="662001"/>
                  </a:lnTo>
                  <a:lnTo>
                    <a:pt x="758051" y="662193"/>
                  </a:lnTo>
                  <a:lnTo>
                    <a:pt x="759062" y="662380"/>
                  </a:lnTo>
                  <a:lnTo>
                    <a:pt x="760069" y="662555"/>
                  </a:lnTo>
                  <a:lnTo>
                    <a:pt x="761081" y="662731"/>
                  </a:lnTo>
                  <a:lnTo>
                    <a:pt x="762087" y="662896"/>
                  </a:lnTo>
                  <a:lnTo>
                    <a:pt x="763099" y="663061"/>
                  </a:lnTo>
                  <a:lnTo>
                    <a:pt x="764106" y="663216"/>
                  </a:lnTo>
                  <a:lnTo>
                    <a:pt x="765117" y="663370"/>
                  </a:lnTo>
                  <a:lnTo>
                    <a:pt x="766129" y="663519"/>
                  </a:lnTo>
                  <a:lnTo>
                    <a:pt x="767136" y="663663"/>
                  </a:lnTo>
                  <a:lnTo>
                    <a:pt x="768147" y="663796"/>
                  </a:lnTo>
                  <a:lnTo>
                    <a:pt x="769154" y="663929"/>
                  </a:lnTo>
                  <a:lnTo>
                    <a:pt x="770166" y="664062"/>
                  </a:lnTo>
                  <a:lnTo>
                    <a:pt x="771172" y="664185"/>
                  </a:lnTo>
                  <a:lnTo>
                    <a:pt x="772184" y="664307"/>
                  </a:lnTo>
                  <a:lnTo>
                    <a:pt x="773191" y="664425"/>
                  </a:lnTo>
                  <a:lnTo>
                    <a:pt x="774202" y="664536"/>
                  </a:lnTo>
                  <a:lnTo>
                    <a:pt x="775209" y="664643"/>
                  </a:lnTo>
                  <a:lnTo>
                    <a:pt x="776221" y="664749"/>
                  </a:lnTo>
                  <a:lnTo>
                    <a:pt x="777227" y="664851"/>
                  </a:lnTo>
                  <a:lnTo>
                    <a:pt x="778239" y="664946"/>
                  </a:lnTo>
                  <a:lnTo>
                    <a:pt x="779251" y="665042"/>
                  </a:lnTo>
                  <a:lnTo>
                    <a:pt x="780257" y="665133"/>
                  </a:lnTo>
                  <a:lnTo>
                    <a:pt x="781269" y="665223"/>
                  </a:lnTo>
                  <a:lnTo>
                    <a:pt x="782276" y="665309"/>
                  </a:lnTo>
                  <a:lnTo>
                    <a:pt x="783288" y="665388"/>
                  </a:lnTo>
                  <a:lnTo>
                    <a:pt x="784294" y="665468"/>
                  </a:lnTo>
                  <a:lnTo>
                    <a:pt x="785306" y="665543"/>
                  </a:lnTo>
                  <a:lnTo>
                    <a:pt x="786312" y="665617"/>
                  </a:lnTo>
                  <a:lnTo>
                    <a:pt x="787324" y="665687"/>
                  </a:lnTo>
                  <a:lnTo>
                    <a:pt x="788331" y="665756"/>
                  </a:lnTo>
                  <a:lnTo>
                    <a:pt x="789342" y="665820"/>
                  </a:lnTo>
                  <a:lnTo>
                    <a:pt x="790354" y="665884"/>
                  </a:lnTo>
                  <a:lnTo>
                    <a:pt x="791361" y="665948"/>
                  </a:lnTo>
                  <a:lnTo>
                    <a:pt x="792373" y="666006"/>
                  </a:lnTo>
                  <a:lnTo>
                    <a:pt x="793379" y="666065"/>
                  </a:lnTo>
                  <a:lnTo>
                    <a:pt x="794391" y="666118"/>
                  </a:lnTo>
                  <a:lnTo>
                    <a:pt x="795397" y="666171"/>
                  </a:lnTo>
                  <a:lnTo>
                    <a:pt x="796409" y="666219"/>
                  </a:lnTo>
                  <a:lnTo>
                    <a:pt x="797416" y="666267"/>
                  </a:lnTo>
                  <a:lnTo>
                    <a:pt x="798428" y="666315"/>
                  </a:lnTo>
                  <a:lnTo>
                    <a:pt x="799434" y="666358"/>
                  </a:lnTo>
                  <a:lnTo>
                    <a:pt x="800446" y="666406"/>
                  </a:lnTo>
                  <a:lnTo>
                    <a:pt x="801458" y="666443"/>
                  </a:lnTo>
                  <a:lnTo>
                    <a:pt x="802464" y="666485"/>
                  </a:lnTo>
                  <a:lnTo>
                    <a:pt x="803476" y="666523"/>
                  </a:lnTo>
                  <a:lnTo>
                    <a:pt x="804482" y="666560"/>
                  </a:lnTo>
                  <a:lnTo>
                    <a:pt x="805494" y="666597"/>
                  </a:lnTo>
                  <a:lnTo>
                    <a:pt x="806501" y="666629"/>
                  </a:lnTo>
                  <a:lnTo>
                    <a:pt x="807513" y="666661"/>
                  </a:lnTo>
                  <a:lnTo>
                    <a:pt x="808519" y="666693"/>
                  </a:lnTo>
                  <a:lnTo>
                    <a:pt x="809531" y="666725"/>
                  </a:lnTo>
                  <a:lnTo>
                    <a:pt x="810537" y="666752"/>
                  </a:lnTo>
                  <a:lnTo>
                    <a:pt x="811549" y="666778"/>
                  </a:lnTo>
                  <a:lnTo>
                    <a:pt x="812561" y="666805"/>
                  </a:lnTo>
                  <a:lnTo>
                    <a:pt x="813568" y="666832"/>
                  </a:lnTo>
                  <a:lnTo>
                    <a:pt x="814579" y="666858"/>
                  </a:lnTo>
                  <a:lnTo>
                    <a:pt x="815586" y="666880"/>
                  </a:lnTo>
                  <a:lnTo>
                    <a:pt x="816598" y="666901"/>
                  </a:lnTo>
                  <a:lnTo>
                    <a:pt x="817604" y="666927"/>
                  </a:lnTo>
                  <a:lnTo>
                    <a:pt x="818616" y="666943"/>
                  </a:lnTo>
                  <a:lnTo>
                    <a:pt x="819623" y="666965"/>
                  </a:lnTo>
                  <a:lnTo>
                    <a:pt x="820634" y="666986"/>
                  </a:lnTo>
                  <a:lnTo>
                    <a:pt x="821641" y="667002"/>
                  </a:lnTo>
                  <a:lnTo>
                    <a:pt x="822653" y="667018"/>
                  </a:lnTo>
                  <a:lnTo>
                    <a:pt x="823664" y="667039"/>
                  </a:lnTo>
                  <a:lnTo>
                    <a:pt x="824671" y="667055"/>
                  </a:lnTo>
                  <a:lnTo>
                    <a:pt x="825683" y="667066"/>
                  </a:lnTo>
                  <a:lnTo>
                    <a:pt x="826689" y="667082"/>
                  </a:lnTo>
                  <a:lnTo>
                    <a:pt x="827701" y="667098"/>
                  </a:lnTo>
                  <a:lnTo>
                    <a:pt x="828708" y="667109"/>
                  </a:lnTo>
                  <a:lnTo>
                    <a:pt x="829719" y="667124"/>
                  </a:lnTo>
                  <a:lnTo>
                    <a:pt x="830726" y="667135"/>
                  </a:lnTo>
                  <a:lnTo>
                    <a:pt x="831738" y="667146"/>
                  </a:lnTo>
                  <a:lnTo>
                    <a:pt x="832744" y="667156"/>
                  </a:lnTo>
                  <a:lnTo>
                    <a:pt x="833756" y="667172"/>
                  </a:lnTo>
                  <a:lnTo>
                    <a:pt x="834763" y="667178"/>
                  </a:lnTo>
                  <a:lnTo>
                    <a:pt x="835774" y="667188"/>
                  </a:lnTo>
                  <a:lnTo>
                    <a:pt x="836786" y="667199"/>
                  </a:lnTo>
                  <a:lnTo>
                    <a:pt x="837793" y="667210"/>
                  </a:lnTo>
                  <a:lnTo>
                    <a:pt x="838805" y="667215"/>
                  </a:lnTo>
                  <a:lnTo>
                    <a:pt x="839811" y="667226"/>
                  </a:lnTo>
                  <a:lnTo>
                    <a:pt x="840823" y="667231"/>
                  </a:lnTo>
                  <a:lnTo>
                    <a:pt x="841829" y="667242"/>
                  </a:lnTo>
                  <a:lnTo>
                    <a:pt x="842841" y="667247"/>
                  </a:lnTo>
                  <a:lnTo>
                    <a:pt x="843848" y="667252"/>
                  </a:lnTo>
                  <a:lnTo>
                    <a:pt x="844859" y="667263"/>
                  </a:lnTo>
                  <a:lnTo>
                    <a:pt x="845866" y="667268"/>
                  </a:lnTo>
                  <a:lnTo>
                    <a:pt x="846878" y="667274"/>
                  </a:lnTo>
                  <a:lnTo>
                    <a:pt x="847890" y="667279"/>
                  </a:lnTo>
                  <a:lnTo>
                    <a:pt x="848896" y="667284"/>
                  </a:lnTo>
                  <a:lnTo>
                    <a:pt x="849908" y="667290"/>
                  </a:lnTo>
                  <a:lnTo>
                    <a:pt x="850914" y="667295"/>
                  </a:lnTo>
                  <a:lnTo>
                    <a:pt x="851926" y="667300"/>
                  </a:lnTo>
                  <a:lnTo>
                    <a:pt x="852933" y="667306"/>
                  </a:lnTo>
                  <a:lnTo>
                    <a:pt x="853945" y="667306"/>
                  </a:lnTo>
                  <a:lnTo>
                    <a:pt x="854951" y="667311"/>
                  </a:lnTo>
                  <a:lnTo>
                    <a:pt x="855963" y="667316"/>
                  </a:lnTo>
                  <a:lnTo>
                    <a:pt x="856969" y="667322"/>
                  </a:lnTo>
                  <a:lnTo>
                    <a:pt x="857981" y="667322"/>
                  </a:lnTo>
                  <a:lnTo>
                    <a:pt x="858993" y="667327"/>
                  </a:lnTo>
                  <a:lnTo>
                    <a:pt x="859999" y="667327"/>
                  </a:lnTo>
                  <a:lnTo>
                    <a:pt x="861011" y="667332"/>
                  </a:lnTo>
                  <a:lnTo>
                    <a:pt x="862018" y="667332"/>
                  </a:lnTo>
                  <a:lnTo>
                    <a:pt x="863030" y="667338"/>
                  </a:lnTo>
                  <a:lnTo>
                    <a:pt x="864036" y="667338"/>
                  </a:lnTo>
                  <a:lnTo>
                    <a:pt x="865048" y="667343"/>
                  </a:lnTo>
                  <a:lnTo>
                    <a:pt x="866054" y="667343"/>
                  </a:lnTo>
                  <a:lnTo>
                    <a:pt x="867066" y="667348"/>
                  </a:lnTo>
                  <a:lnTo>
                    <a:pt x="868073" y="667348"/>
                  </a:lnTo>
                  <a:lnTo>
                    <a:pt x="869085" y="667354"/>
                  </a:lnTo>
                  <a:lnTo>
                    <a:pt x="870096" y="667354"/>
                  </a:lnTo>
                  <a:lnTo>
                    <a:pt x="871103" y="667354"/>
                  </a:lnTo>
                  <a:lnTo>
                    <a:pt x="872115" y="667359"/>
                  </a:lnTo>
                  <a:lnTo>
                    <a:pt x="873121" y="667359"/>
                  </a:lnTo>
                  <a:lnTo>
                    <a:pt x="874133" y="667359"/>
                  </a:lnTo>
                  <a:lnTo>
                    <a:pt x="875140" y="667359"/>
                  </a:lnTo>
                  <a:lnTo>
                    <a:pt x="876151" y="667364"/>
                  </a:lnTo>
                  <a:lnTo>
                    <a:pt x="877158" y="667364"/>
                  </a:lnTo>
                  <a:lnTo>
                    <a:pt x="878170" y="667364"/>
                  </a:lnTo>
                  <a:lnTo>
                    <a:pt x="879176" y="667364"/>
                  </a:lnTo>
                  <a:lnTo>
                    <a:pt x="880188" y="667370"/>
                  </a:lnTo>
                  <a:lnTo>
                    <a:pt x="881195" y="667370"/>
                  </a:lnTo>
                  <a:lnTo>
                    <a:pt x="882206" y="667370"/>
                  </a:lnTo>
                  <a:lnTo>
                    <a:pt x="883218" y="667370"/>
                  </a:lnTo>
                  <a:lnTo>
                    <a:pt x="884225" y="667370"/>
                  </a:lnTo>
                  <a:lnTo>
                    <a:pt x="885236" y="667375"/>
                  </a:lnTo>
                  <a:lnTo>
                    <a:pt x="886243" y="667375"/>
                  </a:lnTo>
                  <a:lnTo>
                    <a:pt x="887255" y="667375"/>
                  </a:lnTo>
                  <a:lnTo>
                    <a:pt x="888261" y="667375"/>
                  </a:lnTo>
                  <a:lnTo>
                    <a:pt x="889273" y="667375"/>
                  </a:lnTo>
                  <a:lnTo>
                    <a:pt x="890280" y="667375"/>
                  </a:lnTo>
                  <a:lnTo>
                    <a:pt x="891291" y="667375"/>
                  </a:lnTo>
                  <a:lnTo>
                    <a:pt x="892298" y="667375"/>
                  </a:lnTo>
                  <a:lnTo>
                    <a:pt x="893310" y="667380"/>
                  </a:lnTo>
                  <a:lnTo>
                    <a:pt x="894322" y="667380"/>
                  </a:lnTo>
                  <a:lnTo>
                    <a:pt x="895328" y="667380"/>
                  </a:lnTo>
                  <a:lnTo>
                    <a:pt x="896340" y="667380"/>
                  </a:lnTo>
                  <a:lnTo>
                    <a:pt x="897346" y="667380"/>
                  </a:lnTo>
                  <a:lnTo>
                    <a:pt x="898358" y="667380"/>
                  </a:lnTo>
                  <a:lnTo>
                    <a:pt x="899365" y="667380"/>
                  </a:lnTo>
                  <a:lnTo>
                    <a:pt x="900376" y="667380"/>
                  </a:lnTo>
                  <a:lnTo>
                    <a:pt x="901383" y="667380"/>
                  </a:lnTo>
                  <a:lnTo>
                    <a:pt x="902395" y="667380"/>
                  </a:lnTo>
                  <a:lnTo>
                    <a:pt x="903401" y="667380"/>
                  </a:lnTo>
                  <a:lnTo>
                    <a:pt x="904413" y="667380"/>
                  </a:lnTo>
                  <a:lnTo>
                    <a:pt x="905425" y="667380"/>
                  </a:lnTo>
                  <a:lnTo>
                    <a:pt x="906431" y="667386"/>
                  </a:lnTo>
                  <a:lnTo>
                    <a:pt x="907443" y="667386"/>
                  </a:lnTo>
                  <a:lnTo>
                    <a:pt x="908450" y="667386"/>
                  </a:lnTo>
                  <a:lnTo>
                    <a:pt x="909462" y="667386"/>
                  </a:lnTo>
                  <a:lnTo>
                    <a:pt x="910468" y="667386"/>
                  </a:lnTo>
                  <a:lnTo>
                    <a:pt x="911480" y="667386"/>
                  </a:lnTo>
                  <a:lnTo>
                    <a:pt x="912486" y="667386"/>
                  </a:lnTo>
                  <a:lnTo>
                    <a:pt x="913498" y="667386"/>
                  </a:lnTo>
                  <a:lnTo>
                    <a:pt x="914505" y="667386"/>
                  </a:lnTo>
                  <a:lnTo>
                    <a:pt x="915517" y="667386"/>
                  </a:lnTo>
                  <a:lnTo>
                    <a:pt x="916528" y="667386"/>
                  </a:lnTo>
                  <a:lnTo>
                    <a:pt x="917535" y="667386"/>
                  </a:lnTo>
                  <a:lnTo>
                    <a:pt x="918547" y="667386"/>
                  </a:lnTo>
                  <a:lnTo>
                    <a:pt x="919553" y="667386"/>
                  </a:lnTo>
                  <a:lnTo>
                    <a:pt x="920565" y="667386"/>
                  </a:lnTo>
                  <a:lnTo>
                    <a:pt x="921571" y="667386"/>
                  </a:lnTo>
                  <a:lnTo>
                    <a:pt x="922583" y="667386"/>
                  </a:lnTo>
                  <a:lnTo>
                    <a:pt x="923590" y="667386"/>
                  </a:lnTo>
                  <a:lnTo>
                    <a:pt x="924602" y="667386"/>
                  </a:lnTo>
                  <a:lnTo>
                    <a:pt x="925608" y="667386"/>
                  </a:lnTo>
                  <a:lnTo>
                    <a:pt x="926620" y="667386"/>
                  </a:lnTo>
                  <a:lnTo>
                    <a:pt x="927626" y="667386"/>
                  </a:lnTo>
                  <a:lnTo>
                    <a:pt x="928638" y="667386"/>
                  </a:lnTo>
                  <a:lnTo>
                    <a:pt x="929650" y="667386"/>
                  </a:lnTo>
                  <a:lnTo>
                    <a:pt x="930657" y="667386"/>
                  </a:lnTo>
                  <a:lnTo>
                    <a:pt x="931668" y="667386"/>
                  </a:lnTo>
                  <a:lnTo>
                    <a:pt x="932675" y="667386"/>
                  </a:lnTo>
                  <a:lnTo>
                    <a:pt x="933687" y="667386"/>
                  </a:lnTo>
                  <a:lnTo>
                    <a:pt x="934693" y="667386"/>
                  </a:lnTo>
                  <a:lnTo>
                    <a:pt x="935705" y="667386"/>
                  </a:lnTo>
                  <a:lnTo>
                    <a:pt x="936712" y="667386"/>
                  </a:lnTo>
                  <a:lnTo>
                    <a:pt x="937723" y="667386"/>
                  </a:lnTo>
                  <a:lnTo>
                    <a:pt x="938730" y="667386"/>
                  </a:lnTo>
                  <a:lnTo>
                    <a:pt x="939742" y="667386"/>
                  </a:lnTo>
                  <a:lnTo>
                    <a:pt x="940753" y="667386"/>
                  </a:lnTo>
                  <a:lnTo>
                    <a:pt x="941760" y="667386"/>
                  </a:lnTo>
                  <a:lnTo>
                    <a:pt x="942772" y="667386"/>
                  </a:lnTo>
                  <a:lnTo>
                    <a:pt x="943778" y="667386"/>
                  </a:lnTo>
                  <a:lnTo>
                    <a:pt x="944790" y="667386"/>
                  </a:lnTo>
                  <a:lnTo>
                    <a:pt x="945797" y="667386"/>
                  </a:lnTo>
                  <a:lnTo>
                    <a:pt x="946808" y="667386"/>
                  </a:lnTo>
                  <a:lnTo>
                    <a:pt x="947815" y="667386"/>
                  </a:lnTo>
                  <a:lnTo>
                    <a:pt x="948827" y="667386"/>
                  </a:lnTo>
                  <a:lnTo>
                    <a:pt x="949833" y="667386"/>
                  </a:lnTo>
                  <a:lnTo>
                    <a:pt x="950845" y="667386"/>
                  </a:lnTo>
                  <a:lnTo>
                    <a:pt x="951857" y="667386"/>
                  </a:lnTo>
                  <a:lnTo>
                    <a:pt x="952863" y="667386"/>
                  </a:lnTo>
                  <a:lnTo>
                    <a:pt x="953875" y="667386"/>
                  </a:lnTo>
                  <a:lnTo>
                    <a:pt x="954882" y="667386"/>
                  </a:lnTo>
                  <a:lnTo>
                    <a:pt x="955893" y="667386"/>
                  </a:lnTo>
                  <a:lnTo>
                    <a:pt x="956900" y="667386"/>
                  </a:lnTo>
                  <a:lnTo>
                    <a:pt x="957912" y="667386"/>
                  </a:lnTo>
                  <a:lnTo>
                    <a:pt x="958918" y="667386"/>
                  </a:lnTo>
                  <a:lnTo>
                    <a:pt x="959930" y="667386"/>
                  </a:lnTo>
                  <a:lnTo>
                    <a:pt x="960937" y="667386"/>
                  </a:lnTo>
                  <a:lnTo>
                    <a:pt x="961948" y="667386"/>
                  </a:lnTo>
                  <a:lnTo>
                    <a:pt x="962960" y="667386"/>
                  </a:lnTo>
                  <a:lnTo>
                    <a:pt x="963967" y="667386"/>
                  </a:lnTo>
                  <a:lnTo>
                    <a:pt x="964978" y="667386"/>
                  </a:lnTo>
                  <a:lnTo>
                    <a:pt x="965985" y="667386"/>
                  </a:lnTo>
                  <a:lnTo>
                    <a:pt x="966997" y="667386"/>
                  </a:lnTo>
                  <a:lnTo>
                    <a:pt x="968003" y="667386"/>
                  </a:lnTo>
                  <a:lnTo>
                    <a:pt x="969015" y="667386"/>
                  </a:lnTo>
                  <a:lnTo>
                    <a:pt x="970022" y="667386"/>
                  </a:lnTo>
                  <a:lnTo>
                    <a:pt x="971034" y="667386"/>
                  </a:lnTo>
                  <a:lnTo>
                    <a:pt x="972040" y="667386"/>
                  </a:lnTo>
                  <a:lnTo>
                    <a:pt x="973052" y="667386"/>
                  </a:lnTo>
                  <a:lnTo>
                    <a:pt x="974058" y="667386"/>
                  </a:lnTo>
                  <a:lnTo>
                    <a:pt x="975070" y="667386"/>
                  </a:lnTo>
                  <a:lnTo>
                    <a:pt x="976082" y="667386"/>
                  </a:lnTo>
                  <a:lnTo>
                    <a:pt x="977088" y="667386"/>
                  </a:lnTo>
                  <a:lnTo>
                    <a:pt x="978100" y="667386"/>
                  </a:lnTo>
                  <a:lnTo>
                    <a:pt x="979107" y="667386"/>
                  </a:lnTo>
                  <a:lnTo>
                    <a:pt x="980118" y="667386"/>
                  </a:lnTo>
                  <a:lnTo>
                    <a:pt x="981125" y="667386"/>
                  </a:lnTo>
                  <a:lnTo>
                    <a:pt x="982137" y="667386"/>
                  </a:lnTo>
                  <a:lnTo>
                    <a:pt x="983143" y="667386"/>
                  </a:lnTo>
                  <a:lnTo>
                    <a:pt x="984155" y="667386"/>
                  </a:lnTo>
                  <a:lnTo>
                    <a:pt x="985162" y="667386"/>
                  </a:lnTo>
                  <a:lnTo>
                    <a:pt x="986174" y="667386"/>
                  </a:lnTo>
                  <a:lnTo>
                    <a:pt x="987185" y="667386"/>
                  </a:lnTo>
                  <a:lnTo>
                    <a:pt x="988192" y="667386"/>
                  </a:lnTo>
                  <a:lnTo>
                    <a:pt x="989204" y="667386"/>
                  </a:lnTo>
                  <a:lnTo>
                    <a:pt x="990210" y="667386"/>
                  </a:lnTo>
                  <a:lnTo>
                    <a:pt x="991222" y="667386"/>
                  </a:lnTo>
                  <a:lnTo>
                    <a:pt x="992229" y="667386"/>
                  </a:lnTo>
                  <a:lnTo>
                    <a:pt x="993240" y="667386"/>
                  </a:lnTo>
                  <a:lnTo>
                    <a:pt x="994247" y="667386"/>
                  </a:lnTo>
                  <a:lnTo>
                    <a:pt x="995259" y="667386"/>
                  </a:lnTo>
                  <a:lnTo>
                    <a:pt x="996265" y="667386"/>
                  </a:lnTo>
                  <a:lnTo>
                    <a:pt x="997277" y="667386"/>
                  </a:lnTo>
                  <a:lnTo>
                    <a:pt x="998289" y="667386"/>
                  </a:lnTo>
                  <a:lnTo>
                    <a:pt x="999295" y="667386"/>
                  </a:lnTo>
                  <a:lnTo>
                    <a:pt x="1000307" y="667386"/>
                  </a:lnTo>
                  <a:lnTo>
                    <a:pt x="1001313" y="667386"/>
                  </a:lnTo>
                  <a:lnTo>
                    <a:pt x="1002325" y="667386"/>
                  </a:lnTo>
                  <a:lnTo>
                    <a:pt x="1003332" y="667386"/>
                  </a:lnTo>
                  <a:lnTo>
                    <a:pt x="1004344" y="667386"/>
                  </a:lnTo>
                  <a:lnTo>
                    <a:pt x="1005350" y="667386"/>
                  </a:lnTo>
                  <a:lnTo>
                    <a:pt x="1006362" y="667386"/>
                  </a:lnTo>
                  <a:lnTo>
                    <a:pt x="1007369" y="667386"/>
                  </a:lnTo>
                  <a:lnTo>
                    <a:pt x="1008380" y="667386"/>
                  </a:lnTo>
                </a:path>
              </a:pathLst>
            </a:custGeom>
            <a:noFill/>
            <a:ln w="17018" cap="rnd">
              <a:solidFill>
                <a:srgbClr val="009AF9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469" name="Freeform 468">
            <a:extLst>
              <a:ext uri="{FF2B5EF4-FFF2-40B4-BE49-F238E27FC236}">
                <a16:creationId xmlns:a16="http://schemas.microsoft.com/office/drawing/2014/main" id="{0598A762-EEEC-1FFD-7F58-C00090AB3611}"/>
              </a:ext>
            </a:extLst>
          </p:cNvPr>
          <p:cNvSpPr/>
          <p:nvPr/>
        </p:nvSpPr>
        <p:spPr>
          <a:xfrm>
            <a:off x="4725796" y="4103425"/>
            <a:ext cx="1008380" cy="561074"/>
          </a:xfrm>
          <a:custGeom>
            <a:avLst/>
            <a:gdLst>
              <a:gd name="csX0" fmla="*/ 0 w 1008380"/>
              <a:gd name="csY0" fmla="*/ 554013 h 561074"/>
              <a:gd name="csX1" fmla="*/ 1009 w 1008380"/>
              <a:gd name="csY1" fmla="*/ 553848 h 561074"/>
              <a:gd name="csX2" fmla="*/ 2019 w 1008380"/>
              <a:gd name="csY2" fmla="*/ 553683 h 561074"/>
              <a:gd name="csX3" fmla="*/ 3028 w 1008380"/>
              <a:gd name="csY3" fmla="*/ 553512 h 561074"/>
              <a:gd name="csX4" fmla="*/ 4037 w 1008380"/>
              <a:gd name="csY4" fmla="*/ 553342 h 561074"/>
              <a:gd name="csX5" fmla="*/ 5047 w 1008380"/>
              <a:gd name="csY5" fmla="*/ 553161 h 561074"/>
              <a:gd name="csX6" fmla="*/ 6056 w 1008380"/>
              <a:gd name="csY6" fmla="*/ 552980 h 561074"/>
              <a:gd name="csX7" fmla="*/ 7066 w 1008380"/>
              <a:gd name="csY7" fmla="*/ 552799 h 561074"/>
              <a:gd name="csX8" fmla="*/ 8075 w 1008380"/>
              <a:gd name="csY8" fmla="*/ 552612 h 561074"/>
              <a:gd name="csX9" fmla="*/ 9085 w 1008380"/>
              <a:gd name="csY9" fmla="*/ 552421 h 561074"/>
              <a:gd name="csX10" fmla="*/ 10094 w 1008380"/>
              <a:gd name="csY10" fmla="*/ 552224 h 561074"/>
              <a:gd name="csX11" fmla="*/ 11103 w 1008380"/>
              <a:gd name="csY11" fmla="*/ 552021 h 561074"/>
              <a:gd name="csX12" fmla="*/ 12113 w 1008380"/>
              <a:gd name="csY12" fmla="*/ 551819 h 561074"/>
              <a:gd name="csX13" fmla="*/ 13122 w 1008380"/>
              <a:gd name="csY13" fmla="*/ 551611 h 561074"/>
              <a:gd name="csX14" fmla="*/ 14131 w 1008380"/>
              <a:gd name="csY14" fmla="*/ 551404 h 561074"/>
              <a:gd name="csX15" fmla="*/ 15141 w 1008380"/>
              <a:gd name="csY15" fmla="*/ 551185 h 561074"/>
              <a:gd name="csX16" fmla="*/ 16150 w 1008380"/>
              <a:gd name="csY16" fmla="*/ 550967 h 561074"/>
              <a:gd name="csX17" fmla="*/ 17159 w 1008380"/>
              <a:gd name="csY17" fmla="*/ 550743 h 561074"/>
              <a:gd name="csX18" fmla="*/ 18169 w 1008380"/>
              <a:gd name="csY18" fmla="*/ 550514 h 561074"/>
              <a:gd name="csX19" fmla="*/ 19178 w 1008380"/>
              <a:gd name="csY19" fmla="*/ 550285 h 561074"/>
              <a:gd name="csX20" fmla="*/ 20187 w 1008380"/>
              <a:gd name="csY20" fmla="*/ 550046 h 561074"/>
              <a:gd name="csX21" fmla="*/ 21197 w 1008380"/>
              <a:gd name="csY21" fmla="*/ 549806 h 561074"/>
              <a:gd name="csX22" fmla="*/ 22206 w 1008380"/>
              <a:gd name="csY22" fmla="*/ 549556 h 561074"/>
              <a:gd name="csX23" fmla="*/ 23216 w 1008380"/>
              <a:gd name="csY23" fmla="*/ 549305 h 561074"/>
              <a:gd name="csX24" fmla="*/ 24225 w 1008380"/>
              <a:gd name="csY24" fmla="*/ 549050 h 561074"/>
              <a:gd name="csX25" fmla="*/ 25235 w 1008380"/>
              <a:gd name="csY25" fmla="*/ 548789 h 561074"/>
              <a:gd name="csX26" fmla="*/ 26244 w 1008380"/>
              <a:gd name="csY26" fmla="*/ 548528 h 561074"/>
              <a:gd name="csX27" fmla="*/ 27253 w 1008380"/>
              <a:gd name="csY27" fmla="*/ 548256 h 561074"/>
              <a:gd name="csX28" fmla="*/ 28263 w 1008380"/>
              <a:gd name="csY28" fmla="*/ 547979 h 561074"/>
              <a:gd name="csX29" fmla="*/ 29272 w 1008380"/>
              <a:gd name="csY29" fmla="*/ 547702 h 561074"/>
              <a:gd name="csX30" fmla="*/ 30282 w 1008380"/>
              <a:gd name="csY30" fmla="*/ 547415 h 561074"/>
              <a:gd name="csX31" fmla="*/ 31291 w 1008380"/>
              <a:gd name="csY31" fmla="*/ 547122 h 561074"/>
              <a:gd name="csX32" fmla="*/ 32301 w 1008380"/>
              <a:gd name="csY32" fmla="*/ 546829 h 561074"/>
              <a:gd name="csX33" fmla="*/ 33310 w 1008380"/>
              <a:gd name="csY33" fmla="*/ 546526 h 561074"/>
              <a:gd name="csX34" fmla="*/ 34319 w 1008380"/>
              <a:gd name="csY34" fmla="*/ 546222 h 561074"/>
              <a:gd name="csX35" fmla="*/ 35329 w 1008380"/>
              <a:gd name="csY35" fmla="*/ 545908 h 561074"/>
              <a:gd name="csX36" fmla="*/ 36338 w 1008380"/>
              <a:gd name="csY36" fmla="*/ 545588 h 561074"/>
              <a:gd name="csX37" fmla="*/ 37347 w 1008380"/>
              <a:gd name="csY37" fmla="*/ 545263 h 561074"/>
              <a:gd name="csX38" fmla="*/ 38357 w 1008380"/>
              <a:gd name="csY38" fmla="*/ 544933 h 561074"/>
              <a:gd name="csX39" fmla="*/ 39366 w 1008380"/>
              <a:gd name="csY39" fmla="*/ 544598 h 561074"/>
              <a:gd name="csX40" fmla="*/ 40375 w 1008380"/>
              <a:gd name="csY40" fmla="*/ 544257 h 561074"/>
              <a:gd name="csX41" fmla="*/ 41385 w 1008380"/>
              <a:gd name="csY41" fmla="*/ 543911 h 561074"/>
              <a:gd name="csX42" fmla="*/ 42394 w 1008380"/>
              <a:gd name="csY42" fmla="*/ 543554 h 561074"/>
              <a:gd name="csX43" fmla="*/ 43403 w 1008380"/>
              <a:gd name="csY43" fmla="*/ 543197 h 561074"/>
              <a:gd name="csX44" fmla="*/ 44413 w 1008380"/>
              <a:gd name="csY44" fmla="*/ 542830 h 561074"/>
              <a:gd name="csX45" fmla="*/ 45422 w 1008380"/>
              <a:gd name="csY45" fmla="*/ 542457 h 561074"/>
              <a:gd name="csX46" fmla="*/ 46432 w 1008380"/>
              <a:gd name="csY46" fmla="*/ 542079 h 561074"/>
              <a:gd name="csX47" fmla="*/ 47441 w 1008380"/>
              <a:gd name="csY47" fmla="*/ 541690 h 561074"/>
              <a:gd name="csX48" fmla="*/ 48451 w 1008380"/>
              <a:gd name="csY48" fmla="*/ 541301 h 561074"/>
              <a:gd name="csX49" fmla="*/ 49460 w 1008380"/>
              <a:gd name="csY49" fmla="*/ 540902 h 561074"/>
              <a:gd name="csX50" fmla="*/ 50469 w 1008380"/>
              <a:gd name="csY50" fmla="*/ 540497 h 561074"/>
              <a:gd name="csX51" fmla="*/ 51479 w 1008380"/>
              <a:gd name="csY51" fmla="*/ 540082 h 561074"/>
              <a:gd name="csX52" fmla="*/ 52488 w 1008380"/>
              <a:gd name="csY52" fmla="*/ 539661 h 561074"/>
              <a:gd name="csX53" fmla="*/ 53498 w 1008380"/>
              <a:gd name="csY53" fmla="*/ 539235 h 561074"/>
              <a:gd name="csX54" fmla="*/ 54507 w 1008380"/>
              <a:gd name="csY54" fmla="*/ 538804 h 561074"/>
              <a:gd name="csX55" fmla="*/ 55516 w 1008380"/>
              <a:gd name="csY55" fmla="*/ 538362 h 561074"/>
              <a:gd name="csX56" fmla="*/ 56526 w 1008380"/>
              <a:gd name="csY56" fmla="*/ 537909 h 561074"/>
              <a:gd name="csX57" fmla="*/ 57535 w 1008380"/>
              <a:gd name="csY57" fmla="*/ 537456 h 561074"/>
              <a:gd name="csX58" fmla="*/ 58544 w 1008380"/>
              <a:gd name="csY58" fmla="*/ 536993 h 561074"/>
              <a:gd name="csX59" fmla="*/ 59554 w 1008380"/>
              <a:gd name="csY59" fmla="*/ 536519 h 561074"/>
              <a:gd name="csX60" fmla="*/ 60563 w 1008380"/>
              <a:gd name="csY60" fmla="*/ 536040 h 561074"/>
              <a:gd name="csX61" fmla="*/ 61572 w 1008380"/>
              <a:gd name="csY61" fmla="*/ 535555 h 561074"/>
              <a:gd name="csX62" fmla="*/ 62582 w 1008380"/>
              <a:gd name="csY62" fmla="*/ 535060 h 561074"/>
              <a:gd name="csX63" fmla="*/ 63591 w 1008380"/>
              <a:gd name="csY63" fmla="*/ 534554 h 561074"/>
              <a:gd name="csX64" fmla="*/ 64601 w 1008380"/>
              <a:gd name="csY64" fmla="*/ 534048 h 561074"/>
              <a:gd name="csX65" fmla="*/ 65610 w 1008380"/>
              <a:gd name="csY65" fmla="*/ 533526 h 561074"/>
              <a:gd name="csX66" fmla="*/ 66619 w 1008380"/>
              <a:gd name="csY66" fmla="*/ 532999 h 561074"/>
              <a:gd name="csX67" fmla="*/ 67629 w 1008380"/>
              <a:gd name="csY67" fmla="*/ 532461 h 561074"/>
              <a:gd name="csX68" fmla="*/ 68638 w 1008380"/>
              <a:gd name="csY68" fmla="*/ 531918 h 561074"/>
              <a:gd name="csX69" fmla="*/ 69648 w 1008380"/>
              <a:gd name="csY69" fmla="*/ 531364 h 561074"/>
              <a:gd name="csX70" fmla="*/ 70657 w 1008380"/>
              <a:gd name="csY70" fmla="*/ 530805 h 561074"/>
              <a:gd name="csX71" fmla="*/ 71667 w 1008380"/>
              <a:gd name="csY71" fmla="*/ 530235 h 561074"/>
              <a:gd name="csX72" fmla="*/ 72676 w 1008380"/>
              <a:gd name="csY72" fmla="*/ 529655 h 561074"/>
              <a:gd name="csX73" fmla="*/ 73685 w 1008380"/>
              <a:gd name="csY73" fmla="*/ 529069 h 561074"/>
              <a:gd name="csX74" fmla="*/ 74695 w 1008380"/>
              <a:gd name="csY74" fmla="*/ 528473 h 561074"/>
              <a:gd name="csX75" fmla="*/ 75704 w 1008380"/>
              <a:gd name="csY75" fmla="*/ 527865 h 561074"/>
              <a:gd name="csX76" fmla="*/ 76714 w 1008380"/>
              <a:gd name="csY76" fmla="*/ 527248 h 561074"/>
              <a:gd name="csX77" fmla="*/ 77723 w 1008380"/>
              <a:gd name="csY77" fmla="*/ 526625 h 561074"/>
              <a:gd name="csX78" fmla="*/ 78732 w 1008380"/>
              <a:gd name="csY78" fmla="*/ 525991 h 561074"/>
              <a:gd name="csX79" fmla="*/ 79742 w 1008380"/>
              <a:gd name="csY79" fmla="*/ 525347 h 561074"/>
              <a:gd name="csX80" fmla="*/ 80751 w 1008380"/>
              <a:gd name="csY80" fmla="*/ 524692 h 561074"/>
              <a:gd name="csX81" fmla="*/ 81760 w 1008380"/>
              <a:gd name="csY81" fmla="*/ 524031 h 561074"/>
              <a:gd name="csX82" fmla="*/ 82770 w 1008380"/>
              <a:gd name="csY82" fmla="*/ 523355 h 561074"/>
              <a:gd name="csX83" fmla="*/ 83779 w 1008380"/>
              <a:gd name="csY83" fmla="*/ 522673 h 561074"/>
              <a:gd name="csX84" fmla="*/ 84788 w 1008380"/>
              <a:gd name="csY84" fmla="*/ 521981 h 561074"/>
              <a:gd name="csX85" fmla="*/ 85798 w 1008380"/>
              <a:gd name="csY85" fmla="*/ 521278 h 561074"/>
              <a:gd name="csX86" fmla="*/ 86807 w 1008380"/>
              <a:gd name="csY86" fmla="*/ 520564 h 561074"/>
              <a:gd name="csX87" fmla="*/ 87817 w 1008380"/>
              <a:gd name="csY87" fmla="*/ 519840 h 561074"/>
              <a:gd name="csX88" fmla="*/ 88826 w 1008380"/>
              <a:gd name="csY88" fmla="*/ 519105 h 561074"/>
              <a:gd name="csX89" fmla="*/ 89835 w 1008380"/>
              <a:gd name="csY89" fmla="*/ 518360 h 561074"/>
              <a:gd name="csX90" fmla="*/ 90845 w 1008380"/>
              <a:gd name="csY90" fmla="*/ 517609 h 561074"/>
              <a:gd name="csX91" fmla="*/ 91854 w 1008380"/>
              <a:gd name="csY91" fmla="*/ 516842 h 561074"/>
              <a:gd name="csX92" fmla="*/ 92864 w 1008380"/>
              <a:gd name="csY92" fmla="*/ 516064 h 561074"/>
              <a:gd name="csX93" fmla="*/ 93873 w 1008380"/>
              <a:gd name="csY93" fmla="*/ 515276 h 561074"/>
              <a:gd name="csX94" fmla="*/ 94883 w 1008380"/>
              <a:gd name="csY94" fmla="*/ 514478 h 561074"/>
              <a:gd name="csX95" fmla="*/ 95892 w 1008380"/>
              <a:gd name="csY95" fmla="*/ 513668 h 561074"/>
              <a:gd name="csX96" fmla="*/ 96901 w 1008380"/>
              <a:gd name="csY96" fmla="*/ 512848 h 561074"/>
              <a:gd name="csX97" fmla="*/ 97911 w 1008380"/>
              <a:gd name="csY97" fmla="*/ 512017 h 561074"/>
              <a:gd name="csX98" fmla="*/ 98920 w 1008380"/>
              <a:gd name="csY98" fmla="*/ 511170 h 561074"/>
              <a:gd name="csX99" fmla="*/ 99930 w 1008380"/>
              <a:gd name="csY99" fmla="*/ 510318 h 561074"/>
              <a:gd name="csX100" fmla="*/ 100939 w 1008380"/>
              <a:gd name="csY100" fmla="*/ 509450 h 561074"/>
              <a:gd name="csX101" fmla="*/ 101948 w 1008380"/>
              <a:gd name="csY101" fmla="*/ 508572 h 561074"/>
              <a:gd name="csX102" fmla="*/ 102958 w 1008380"/>
              <a:gd name="csY102" fmla="*/ 507682 h 561074"/>
              <a:gd name="csX103" fmla="*/ 103967 w 1008380"/>
              <a:gd name="csY103" fmla="*/ 506782 h 561074"/>
              <a:gd name="csX104" fmla="*/ 104976 w 1008380"/>
              <a:gd name="csY104" fmla="*/ 505866 h 561074"/>
              <a:gd name="csX105" fmla="*/ 105986 w 1008380"/>
              <a:gd name="csY105" fmla="*/ 504940 h 561074"/>
              <a:gd name="csX106" fmla="*/ 106995 w 1008380"/>
              <a:gd name="csY106" fmla="*/ 504002 h 561074"/>
              <a:gd name="csX107" fmla="*/ 108004 w 1008380"/>
              <a:gd name="csY107" fmla="*/ 503055 h 561074"/>
              <a:gd name="csX108" fmla="*/ 109014 w 1008380"/>
              <a:gd name="csY108" fmla="*/ 502091 h 561074"/>
              <a:gd name="csX109" fmla="*/ 110023 w 1008380"/>
              <a:gd name="csY109" fmla="*/ 501116 h 561074"/>
              <a:gd name="csX110" fmla="*/ 111033 w 1008380"/>
              <a:gd name="csY110" fmla="*/ 500131 h 561074"/>
              <a:gd name="csX111" fmla="*/ 112042 w 1008380"/>
              <a:gd name="csY111" fmla="*/ 499130 h 561074"/>
              <a:gd name="csX112" fmla="*/ 113051 w 1008380"/>
              <a:gd name="csY112" fmla="*/ 498118 h 561074"/>
              <a:gd name="csX113" fmla="*/ 114061 w 1008380"/>
              <a:gd name="csY113" fmla="*/ 497096 h 561074"/>
              <a:gd name="csX114" fmla="*/ 115070 w 1008380"/>
              <a:gd name="csY114" fmla="*/ 496057 h 561074"/>
              <a:gd name="csX115" fmla="*/ 116080 w 1008380"/>
              <a:gd name="csY115" fmla="*/ 495008 h 561074"/>
              <a:gd name="csX116" fmla="*/ 117089 w 1008380"/>
              <a:gd name="csY116" fmla="*/ 493943 h 561074"/>
              <a:gd name="csX117" fmla="*/ 118099 w 1008380"/>
              <a:gd name="csY117" fmla="*/ 492867 h 561074"/>
              <a:gd name="csX118" fmla="*/ 119108 w 1008380"/>
              <a:gd name="csY118" fmla="*/ 491775 h 561074"/>
              <a:gd name="csX119" fmla="*/ 120117 w 1008380"/>
              <a:gd name="csY119" fmla="*/ 490673 h 561074"/>
              <a:gd name="csX120" fmla="*/ 121127 w 1008380"/>
              <a:gd name="csY120" fmla="*/ 489555 h 561074"/>
              <a:gd name="csX121" fmla="*/ 122136 w 1008380"/>
              <a:gd name="csY121" fmla="*/ 488426 h 561074"/>
              <a:gd name="csX122" fmla="*/ 123145 w 1008380"/>
              <a:gd name="csY122" fmla="*/ 487286 h 561074"/>
              <a:gd name="csX123" fmla="*/ 124155 w 1008380"/>
              <a:gd name="csY123" fmla="*/ 486125 h 561074"/>
              <a:gd name="csX124" fmla="*/ 125164 w 1008380"/>
              <a:gd name="csY124" fmla="*/ 484959 h 561074"/>
              <a:gd name="csX125" fmla="*/ 126173 w 1008380"/>
              <a:gd name="csY125" fmla="*/ 483777 h 561074"/>
              <a:gd name="csX126" fmla="*/ 127183 w 1008380"/>
              <a:gd name="csY126" fmla="*/ 482579 h 561074"/>
              <a:gd name="csX127" fmla="*/ 128192 w 1008380"/>
              <a:gd name="csY127" fmla="*/ 481364 h 561074"/>
              <a:gd name="csX128" fmla="*/ 129201 w 1008380"/>
              <a:gd name="csY128" fmla="*/ 480139 h 561074"/>
              <a:gd name="csX129" fmla="*/ 130211 w 1008380"/>
              <a:gd name="csY129" fmla="*/ 478904 h 561074"/>
              <a:gd name="csX130" fmla="*/ 131220 w 1008380"/>
              <a:gd name="csY130" fmla="*/ 477647 h 561074"/>
              <a:gd name="csX131" fmla="*/ 132230 w 1008380"/>
              <a:gd name="csY131" fmla="*/ 476380 h 561074"/>
              <a:gd name="csX132" fmla="*/ 133239 w 1008380"/>
              <a:gd name="csY132" fmla="*/ 475102 h 561074"/>
              <a:gd name="csX133" fmla="*/ 134249 w 1008380"/>
              <a:gd name="csY133" fmla="*/ 473808 h 561074"/>
              <a:gd name="csX134" fmla="*/ 135258 w 1008380"/>
              <a:gd name="csY134" fmla="*/ 472498 h 561074"/>
              <a:gd name="csX135" fmla="*/ 136267 w 1008380"/>
              <a:gd name="csY135" fmla="*/ 471172 h 561074"/>
              <a:gd name="csX136" fmla="*/ 137277 w 1008380"/>
              <a:gd name="csY136" fmla="*/ 469835 h 561074"/>
              <a:gd name="csX137" fmla="*/ 138286 w 1008380"/>
              <a:gd name="csY137" fmla="*/ 468482 h 561074"/>
              <a:gd name="csX138" fmla="*/ 139296 w 1008380"/>
              <a:gd name="csY138" fmla="*/ 467119 h 561074"/>
              <a:gd name="csX139" fmla="*/ 140305 w 1008380"/>
              <a:gd name="csY139" fmla="*/ 465734 h 561074"/>
              <a:gd name="csX140" fmla="*/ 141315 w 1008380"/>
              <a:gd name="csY140" fmla="*/ 464339 h 561074"/>
              <a:gd name="csX141" fmla="*/ 142324 w 1008380"/>
              <a:gd name="csY141" fmla="*/ 462928 h 561074"/>
              <a:gd name="csX142" fmla="*/ 143333 w 1008380"/>
              <a:gd name="csY142" fmla="*/ 461506 h 561074"/>
              <a:gd name="csX143" fmla="*/ 144343 w 1008380"/>
              <a:gd name="csY143" fmla="*/ 460063 h 561074"/>
              <a:gd name="csX144" fmla="*/ 145352 w 1008380"/>
              <a:gd name="csY144" fmla="*/ 458609 h 561074"/>
              <a:gd name="csX145" fmla="*/ 146361 w 1008380"/>
              <a:gd name="csY145" fmla="*/ 457145 h 561074"/>
              <a:gd name="csX146" fmla="*/ 147371 w 1008380"/>
              <a:gd name="csY146" fmla="*/ 455659 h 561074"/>
              <a:gd name="csX147" fmla="*/ 148380 w 1008380"/>
              <a:gd name="csY147" fmla="*/ 454162 h 561074"/>
              <a:gd name="csX148" fmla="*/ 149389 w 1008380"/>
              <a:gd name="csY148" fmla="*/ 452645 h 561074"/>
              <a:gd name="csX149" fmla="*/ 150399 w 1008380"/>
              <a:gd name="csY149" fmla="*/ 451122 h 561074"/>
              <a:gd name="csX150" fmla="*/ 151408 w 1008380"/>
              <a:gd name="csY150" fmla="*/ 449577 h 561074"/>
              <a:gd name="csX151" fmla="*/ 152417 w 1008380"/>
              <a:gd name="csY151" fmla="*/ 448017 h 561074"/>
              <a:gd name="csX152" fmla="*/ 153427 w 1008380"/>
              <a:gd name="csY152" fmla="*/ 446446 h 561074"/>
              <a:gd name="csX153" fmla="*/ 154436 w 1008380"/>
              <a:gd name="csY153" fmla="*/ 444859 h 561074"/>
              <a:gd name="csX154" fmla="*/ 155446 w 1008380"/>
              <a:gd name="csY154" fmla="*/ 443256 h 561074"/>
              <a:gd name="csX155" fmla="*/ 156455 w 1008380"/>
              <a:gd name="csY155" fmla="*/ 441637 h 561074"/>
              <a:gd name="csX156" fmla="*/ 157465 w 1008380"/>
              <a:gd name="csY156" fmla="*/ 440008 h 561074"/>
              <a:gd name="csX157" fmla="*/ 158474 w 1008380"/>
              <a:gd name="csY157" fmla="*/ 438357 h 561074"/>
              <a:gd name="csX158" fmla="*/ 159483 w 1008380"/>
              <a:gd name="csY158" fmla="*/ 436695 h 561074"/>
              <a:gd name="csX159" fmla="*/ 160493 w 1008380"/>
              <a:gd name="csY159" fmla="*/ 435018 h 561074"/>
              <a:gd name="csX160" fmla="*/ 161502 w 1008380"/>
              <a:gd name="csY160" fmla="*/ 433324 h 561074"/>
              <a:gd name="csX161" fmla="*/ 162512 w 1008380"/>
              <a:gd name="csY161" fmla="*/ 431620 h 561074"/>
              <a:gd name="csX162" fmla="*/ 163521 w 1008380"/>
              <a:gd name="csY162" fmla="*/ 429895 h 561074"/>
              <a:gd name="csX163" fmla="*/ 164531 w 1008380"/>
              <a:gd name="csY163" fmla="*/ 428159 h 561074"/>
              <a:gd name="csX164" fmla="*/ 165540 w 1008380"/>
              <a:gd name="csY164" fmla="*/ 426407 h 561074"/>
              <a:gd name="csX165" fmla="*/ 166549 w 1008380"/>
              <a:gd name="csY165" fmla="*/ 424639 h 561074"/>
              <a:gd name="csX166" fmla="*/ 167559 w 1008380"/>
              <a:gd name="csY166" fmla="*/ 422860 h 561074"/>
              <a:gd name="csX167" fmla="*/ 168568 w 1008380"/>
              <a:gd name="csY167" fmla="*/ 421060 h 561074"/>
              <a:gd name="csX168" fmla="*/ 169577 w 1008380"/>
              <a:gd name="csY168" fmla="*/ 419249 h 561074"/>
              <a:gd name="csX169" fmla="*/ 170587 w 1008380"/>
              <a:gd name="csY169" fmla="*/ 417423 h 561074"/>
              <a:gd name="csX170" fmla="*/ 171596 w 1008380"/>
              <a:gd name="csY170" fmla="*/ 415580 h 561074"/>
              <a:gd name="csX171" fmla="*/ 172605 w 1008380"/>
              <a:gd name="csY171" fmla="*/ 413727 h 561074"/>
              <a:gd name="csX172" fmla="*/ 173615 w 1008380"/>
              <a:gd name="csY172" fmla="*/ 411852 h 561074"/>
              <a:gd name="csX173" fmla="*/ 174624 w 1008380"/>
              <a:gd name="csY173" fmla="*/ 409967 h 561074"/>
              <a:gd name="csX174" fmla="*/ 175633 w 1008380"/>
              <a:gd name="csY174" fmla="*/ 408066 h 561074"/>
              <a:gd name="csX175" fmla="*/ 176643 w 1008380"/>
              <a:gd name="csY175" fmla="*/ 406154 h 561074"/>
              <a:gd name="csX176" fmla="*/ 177652 w 1008380"/>
              <a:gd name="csY176" fmla="*/ 404221 h 561074"/>
              <a:gd name="csX177" fmla="*/ 178662 w 1008380"/>
              <a:gd name="csY177" fmla="*/ 402277 h 561074"/>
              <a:gd name="csX178" fmla="*/ 179671 w 1008380"/>
              <a:gd name="csY178" fmla="*/ 400318 h 561074"/>
              <a:gd name="csX179" fmla="*/ 180681 w 1008380"/>
              <a:gd name="csY179" fmla="*/ 398347 h 561074"/>
              <a:gd name="csX180" fmla="*/ 181690 w 1008380"/>
              <a:gd name="csY180" fmla="*/ 396361 h 561074"/>
              <a:gd name="csX181" fmla="*/ 182699 w 1008380"/>
              <a:gd name="csY181" fmla="*/ 394358 h 561074"/>
              <a:gd name="csX182" fmla="*/ 183709 w 1008380"/>
              <a:gd name="csY182" fmla="*/ 392340 h 561074"/>
              <a:gd name="csX183" fmla="*/ 184718 w 1008380"/>
              <a:gd name="csY183" fmla="*/ 390311 h 561074"/>
              <a:gd name="csX184" fmla="*/ 185728 w 1008380"/>
              <a:gd name="csY184" fmla="*/ 388266 h 561074"/>
              <a:gd name="csX185" fmla="*/ 186737 w 1008380"/>
              <a:gd name="csY185" fmla="*/ 386211 h 561074"/>
              <a:gd name="csX186" fmla="*/ 187746 w 1008380"/>
              <a:gd name="csY186" fmla="*/ 384139 h 561074"/>
              <a:gd name="csX187" fmla="*/ 188756 w 1008380"/>
              <a:gd name="csY187" fmla="*/ 382052 h 561074"/>
              <a:gd name="csX188" fmla="*/ 189765 w 1008380"/>
              <a:gd name="csY188" fmla="*/ 379951 h 561074"/>
              <a:gd name="csX189" fmla="*/ 190774 w 1008380"/>
              <a:gd name="csY189" fmla="*/ 377838 h 561074"/>
              <a:gd name="csX190" fmla="*/ 191784 w 1008380"/>
              <a:gd name="csY190" fmla="*/ 375711 h 561074"/>
              <a:gd name="csX191" fmla="*/ 192793 w 1008380"/>
              <a:gd name="csY191" fmla="*/ 373570 h 561074"/>
              <a:gd name="csX192" fmla="*/ 193803 w 1008380"/>
              <a:gd name="csY192" fmla="*/ 371416 h 561074"/>
              <a:gd name="csX193" fmla="*/ 194812 w 1008380"/>
              <a:gd name="csY193" fmla="*/ 369249 h 561074"/>
              <a:gd name="csX194" fmla="*/ 195821 w 1008380"/>
              <a:gd name="csY194" fmla="*/ 367069 h 561074"/>
              <a:gd name="csX195" fmla="*/ 196831 w 1008380"/>
              <a:gd name="csY195" fmla="*/ 364876 h 561074"/>
              <a:gd name="csX196" fmla="*/ 197840 w 1008380"/>
              <a:gd name="csY196" fmla="*/ 362669 h 561074"/>
              <a:gd name="csX197" fmla="*/ 198849 w 1008380"/>
              <a:gd name="csY197" fmla="*/ 360450 h 561074"/>
              <a:gd name="csX198" fmla="*/ 199859 w 1008380"/>
              <a:gd name="csY198" fmla="*/ 358218 h 561074"/>
              <a:gd name="csX199" fmla="*/ 200868 w 1008380"/>
              <a:gd name="csY199" fmla="*/ 355974 h 561074"/>
              <a:gd name="csX200" fmla="*/ 201878 w 1008380"/>
              <a:gd name="csY200" fmla="*/ 353717 h 561074"/>
              <a:gd name="csX201" fmla="*/ 202887 w 1008380"/>
              <a:gd name="csY201" fmla="*/ 351448 h 561074"/>
              <a:gd name="csX202" fmla="*/ 203897 w 1008380"/>
              <a:gd name="csY202" fmla="*/ 349167 h 561074"/>
              <a:gd name="csX203" fmla="*/ 204906 w 1008380"/>
              <a:gd name="csY203" fmla="*/ 346874 h 561074"/>
              <a:gd name="csX204" fmla="*/ 205915 w 1008380"/>
              <a:gd name="csY204" fmla="*/ 344569 h 561074"/>
              <a:gd name="csX205" fmla="*/ 206925 w 1008380"/>
              <a:gd name="csY205" fmla="*/ 342252 h 561074"/>
              <a:gd name="csX206" fmla="*/ 207934 w 1008380"/>
              <a:gd name="csY206" fmla="*/ 339924 h 561074"/>
              <a:gd name="csX207" fmla="*/ 208944 w 1008380"/>
              <a:gd name="csY207" fmla="*/ 337584 h 561074"/>
              <a:gd name="csX208" fmla="*/ 209953 w 1008380"/>
              <a:gd name="csY208" fmla="*/ 335234 h 561074"/>
              <a:gd name="csX209" fmla="*/ 210962 w 1008380"/>
              <a:gd name="csY209" fmla="*/ 332871 h 561074"/>
              <a:gd name="csX210" fmla="*/ 211972 w 1008380"/>
              <a:gd name="csY210" fmla="*/ 330498 h 561074"/>
              <a:gd name="csX211" fmla="*/ 212981 w 1008380"/>
              <a:gd name="csY211" fmla="*/ 328115 h 561074"/>
              <a:gd name="csX212" fmla="*/ 213990 w 1008380"/>
              <a:gd name="csY212" fmla="*/ 325720 h 561074"/>
              <a:gd name="csX213" fmla="*/ 215000 w 1008380"/>
              <a:gd name="csY213" fmla="*/ 323316 h 561074"/>
              <a:gd name="csX214" fmla="*/ 216009 w 1008380"/>
              <a:gd name="csY214" fmla="*/ 320901 h 561074"/>
              <a:gd name="csX215" fmla="*/ 217018 w 1008380"/>
              <a:gd name="csY215" fmla="*/ 318476 h 561074"/>
              <a:gd name="csX216" fmla="*/ 218028 w 1008380"/>
              <a:gd name="csY216" fmla="*/ 316041 h 561074"/>
              <a:gd name="csX217" fmla="*/ 219037 w 1008380"/>
              <a:gd name="csY217" fmla="*/ 313597 h 561074"/>
              <a:gd name="csX218" fmla="*/ 220047 w 1008380"/>
              <a:gd name="csY218" fmla="*/ 311143 h 561074"/>
              <a:gd name="csX219" fmla="*/ 221056 w 1008380"/>
              <a:gd name="csY219" fmla="*/ 308681 h 561074"/>
              <a:gd name="csX220" fmla="*/ 222065 w 1008380"/>
              <a:gd name="csY220" fmla="*/ 306209 h 561074"/>
              <a:gd name="csX221" fmla="*/ 223075 w 1008380"/>
              <a:gd name="csY221" fmla="*/ 303728 h 561074"/>
              <a:gd name="csX222" fmla="*/ 224084 w 1008380"/>
              <a:gd name="csY222" fmla="*/ 301239 h 561074"/>
              <a:gd name="csX223" fmla="*/ 225094 w 1008380"/>
              <a:gd name="csY223" fmla="*/ 298740 h 561074"/>
              <a:gd name="csX224" fmla="*/ 226103 w 1008380"/>
              <a:gd name="csY224" fmla="*/ 296235 h 561074"/>
              <a:gd name="csX225" fmla="*/ 227113 w 1008380"/>
              <a:gd name="csY225" fmla="*/ 293721 h 561074"/>
              <a:gd name="csX226" fmla="*/ 228122 w 1008380"/>
              <a:gd name="csY226" fmla="*/ 291199 h 561074"/>
              <a:gd name="csX227" fmla="*/ 229131 w 1008380"/>
              <a:gd name="csY227" fmla="*/ 288670 h 561074"/>
              <a:gd name="csX228" fmla="*/ 230141 w 1008380"/>
              <a:gd name="csY228" fmla="*/ 286134 h 561074"/>
              <a:gd name="csX229" fmla="*/ 231150 w 1008380"/>
              <a:gd name="csY229" fmla="*/ 283590 h 561074"/>
              <a:gd name="csX230" fmla="*/ 232160 w 1008380"/>
              <a:gd name="csY230" fmla="*/ 281040 h 561074"/>
              <a:gd name="csX231" fmla="*/ 233169 w 1008380"/>
              <a:gd name="csY231" fmla="*/ 278484 h 561074"/>
              <a:gd name="csX232" fmla="*/ 234178 w 1008380"/>
              <a:gd name="csY232" fmla="*/ 275921 h 561074"/>
              <a:gd name="csX233" fmla="*/ 235188 w 1008380"/>
              <a:gd name="csY233" fmla="*/ 273352 h 561074"/>
              <a:gd name="csX234" fmla="*/ 236197 w 1008380"/>
              <a:gd name="csY234" fmla="*/ 270777 h 561074"/>
              <a:gd name="csX235" fmla="*/ 237206 w 1008380"/>
              <a:gd name="csY235" fmla="*/ 268197 h 561074"/>
              <a:gd name="csX236" fmla="*/ 238216 w 1008380"/>
              <a:gd name="csY236" fmla="*/ 265611 h 561074"/>
              <a:gd name="csX237" fmla="*/ 239225 w 1008380"/>
              <a:gd name="csY237" fmla="*/ 263020 h 561074"/>
              <a:gd name="csX238" fmla="*/ 240234 w 1008380"/>
              <a:gd name="csY238" fmla="*/ 260425 h 561074"/>
              <a:gd name="csX239" fmla="*/ 241244 w 1008380"/>
              <a:gd name="csY239" fmla="*/ 257826 h 561074"/>
              <a:gd name="csX240" fmla="*/ 242253 w 1008380"/>
              <a:gd name="csY240" fmla="*/ 255222 h 561074"/>
              <a:gd name="csX241" fmla="*/ 243263 w 1008380"/>
              <a:gd name="csY241" fmla="*/ 252614 h 561074"/>
              <a:gd name="csX242" fmla="*/ 244272 w 1008380"/>
              <a:gd name="csY242" fmla="*/ 250002 h 561074"/>
              <a:gd name="csX243" fmla="*/ 245281 w 1008380"/>
              <a:gd name="csY243" fmla="*/ 247387 h 561074"/>
              <a:gd name="csX244" fmla="*/ 246291 w 1008380"/>
              <a:gd name="csY244" fmla="*/ 244770 h 561074"/>
              <a:gd name="csX245" fmla="*/ 247300 w 1008380"/>
              <a:gd name="csY245" fmla="*/ 242149 h 561074"/>
              <a:gd name="csX246" fmla="*/ 248310 w 1008380"/>
              <a:gd name="csY246" fmla="*/ 239526 h 561074"/>
              <a:gd name="csX247" fmla="*/ 249319 w 1008380"/>
              <a:gd name="csY247" fmla="*/ 236901 h 561074"/>
              <a:gd name="csX248" fmla="*/ 250329 w 1008380"/>
              <a:gd name="csY248" fmla="*/ 234274 h 561074"/>
              <a:gd name="csX249" fmla="*/ 251338 w 1008380"/>
              <a:gd name="csY249" fmla="*/ 231645 h 561074"/>
              <a:gd name="csX250" fmla="*/ 252347 w 1008380"/>
              <a:gd name="csY250" fmla="*/ 229015 h 561074"/>
              <a:gd name="csX251" fmla="*/ 253357 w 1008380"/>
              <a:gd name="csY251" fmla="*/ 226384 h 561074"/>
              <a:gd name="csX252" fmla="*/ 254366 w 1008380"/>
              <a:gd name="csY252" fmla="*/ 223752 h 561074"/>
              <a:gd name="csX253" fmla="*/ 255376 w 1008380"/>
              <a:gd name="csY253" fmla="*/ 221120 h 561074"/>
              <a:gd name="csX254" fmla="*/ 256385 w 1008380"/>
              <a:gd name="csY254" fmla="*/ 218488 h 561074"/>
              <a:gd name="csX255" fmla="*/ 257394 w 1008380"/>
              <a:gd name="csY255" fmla="*/ 215856 h 561074"/>
              <a:gd name="csX256" fmla="*/ 258404 w 1008380"/>
              <a:gd name="csY256" fmla="*/ 213225 h 561074"/>
              <a:gd name="csX257" fmla="*/ 259413 w 1008380"/>
              <a:gd name="csY257" fmla="*/ 210595 h 561074"/>
              <a:gd name="csX258" fmla="*/ 260422 w 1008380"/>
              <a:gd name="csY258" fmla="*/ 207966 h 561074"/>
              <a:gd name="csX259" fmla="*/ 261432 w 1008380"/>
              <a:gd name="csY259" fmla="*/ 205339 h 561074"/>
              <a:gd name="csX260" fmla="*/ 262441 w 1008380"/>
              <a:gd name="csY260" fmla="*/ 202713 h 561074"/>
              <a:gd name="csX261" fmla="*/ 263450 w 1008380"/>
              <a:gd name="csY261" fmla="*/ 200090 h 561074"/>
              <a:gd name="csX262" fmla="*/ 264460 w 1008380"/>
              <a:gd name="csY262" fmla="*/ 197469 h 561074"/>
              <a:gd name="csX263" fmla="*/ 265469 w 1008380"/>
              <a:gd name="csY263" fmla="*/ 194851 h 561074"/>
              <a:gd name="csX264" fmla="*/ 266479 w 1008380"/>
              <a:gd name="csY264" fmla="*/ 192236 h 561074"/>
              <a:gd name="csX265" fmla="*/ 267488 w 1008380"/>
              <a:gd name="csY265" fmla="*/ 189625 h 561074"/>
              <a:gd name="csX266" fmla="*/ 268497 w 1008380"/>
              <a:gd name="csY266" fmla="*/ 187018 h 561074"/>
              <a:gd name="csX267" fmla="*/ 269507 w 1008380"/>
              <a:gd name="csY267" fmla="*/ 184415 h 561074"/>
              <a:gd name="csX268" fmla="*/ 270516 w 1008380"/>
              <a:gd name="csY268" fmla="*/ 181816 h 561074"/>
              <a:gd name="csX269" fmla="*/ 271526 w 1008380"/>
              <a:gd name="csY269" fmla="*/ 179223 h 561074"/>
              <a:gd name="csX270" fmla="*/ 272535 w 1008380"/>
              <a:gd name="csY270" fmla="*/ 176634 h 561074"/>
              <a:gd name="csX271" fmla="*/ 273545 w 1008380"/>
              <a:gd name="csY271" fmla="*/ 174052 h 561074"/>
              <a:gd name="csX272" fmla="*/ 274554 w 1008380"/>
              <a:gd name="csY272" fmla="*/ 171475 h 561074"/>
              <a:gd name="csX273" fmla="*/ 275563 w 1008380"/>
              <a:gd name="csY273" fmla="*/ 168905 h 561074"/>
              <a:gd name="csX274" fmla="*/ 276573 w 1008380"/>
              <a:gd name="csY274" fmla="*/ 166341 h 561074"/>
              <a:gd name="csX275" fmla="*/ 277582 w 1008380"/>
              <a:gd name="csY275" fmla="*/ 163784 h 561074"/>
              <a:gd name="csX276" fmla="*/ 278591 w 1008380"/>
              <a:gd name="csY276" fmla="*/ 161235 h 561074"/>
              <a:gd name="csX277" fmla="*/ 279601 w 1008380"/>
              <a:gd name="csY277" fmla="*/ 158693 h 561074"/>
              <a:gd name="csX278" fmla="*/ 280610 w 1008380"/>
              <a:gd name="csY278" fmla="*/ 156160 h 561074"/>
              <a:gd name="csX279" fmla="*/ 281619 w 1008380"/>
              <a:gd name="csY279" fmla="*/ 153634 h 561074"/>
              <a:gd name="csX280" fmla="*/ 282629 w 1008380"/>
              <a:gd name="csY280" fmla="*/ 151117 h 561074"/>
              <a:gd name="csX281" fmla="*/ 283638 w 1008380"/>
              <a:gd name="csY281" fmla="*/ 148610 h 561074"/>
              <a:gd name="csX282" fmla="*/ 284647 w 1008380"/>
              <a:gd name="csY282" fmla="*/ 146113 h 561074"/>
              <a:gd name="csX283" fmla="*/ 285657 w 1008380"/>
              <a:gd name="csY283" fmla="*/ 143625 h 561074"/>
              <a:gd name="csX284" fmla="*/ 286666 w 1008380"/>
              <a:gd name="csY284" fmla="*/ 141147 h 561074"/>
              <a:gd name="csX285" fmla="*/ 287676 w 1008380"/>
              <a:gd name="csY285" fmla="*/ 138680 h 561074"/>
              <a:gd name="csX286" fmla="*/ 288685 w 1008380"/>
              <a:gd name="csY286" fmla="*/ 136223 h 561074"/>
              <a:gd name="csX287" fmla="*/ 289695 w 1008380"/>
              <a:gd name="csY287" fmla="*/ 133779 h 561074"/>
              <a:gd name="csX288" fmla="*/ 290704 w 1008380"/>
              <a:gd name="csY288" fmla="*/ 131345 h 561074"/>
              <a:gd name="csX289" fmla="*/ 291714 w 1008380"/>
              <a:gd name="csY289" fmla="*/ 128923 h 561074"/>
              <a:gd name="csX290" fmla="*/ 292723 w 1008380"/>
              <a:gd name="csY290" fmla="*/ 126515 h 561074"/>
              <a:gd name="csX291" fmla="*/ 293732 w 1008380"/>
              <a:gd name="csY291" fmla="*/ 124118 h 561074"/>
              <a:gd name="csX292" fmla="*/ 294742 w 1008380"/>
              <a:gd name="csY292" fmla="*/ 121735 h 561074"/>
              <a:gd name="csX293" fmla="*/ 295751 w 1008380"/>
              <a:gd name="csY293" fmla="*/ 119365 h 561074"/>
              <a:gd name="csX294" fmla="*/ 296761 w 1008380"/>
              <a:gd name="csY294" fmla="*/ 117010 h 561074"/>
              <a:gd name="csX295" fmla="*/ 297770 w 1008380"/>
              <a:gd name="csY295" fmla="*/ 114667 h 561074"/>
              <a:gd name="csX296" fmla="*/ 298779 w 1008380"/>
              <a:gd name="csY296" fmla="*/ 112340 h 561074"/>
              <a:gd name="csX297" fmla="*/ 299789 w 1008380"/>
              <a:gd name="csY297" fmla="*/ 110027 h 561074"/>
              <a:gd name="csX298" fmla="*/ 300798 w 1008380"/>
              <a:gd name="csY298" fmla="*/ 107730 h 561074"/>
              <a:gd name="csX299" fmla="*/ 301807 w 1008380"/>
              <a:gd name="csY299" fmla="*/ 105448 h 561074"/>
              <a:gd name="csX300" fmla="*/ 302817 w 1008380"/>
              <a:gd name="csY300" fmla="*/ 103182 h 561074"/>
              <a:gd name="csX301" fmla="*/ 303826 w 1008380"/>
              <a:gd name="csY301" fmla="*/ 100933 h 561074"/>
              <a:gd name="csX302" fmla="*/ 304835 w 1008380"/>
              <a:gd name="csY302" fmla="*/ 98700 h 561074"/>
              <a:gd name="csX303" fmla="*/ 305845 w 1008380"/>
              <a:gd name="csY303" fmla="*/ 96484 h 561074"/>
              <a:gd name="csX304" fmla="*/ 306854 w 1008380"/>
              <a:gd name="csY304" fmla="*/ 94285 h 561074"/>
              <a:gd name="csX305" fmla="*/ 307863 w 1008380"/>
              <a:gd name="csY305" fmla="*/ 92104 h 561074"/>
              <a:gd name="csX306" fmla="*/ 308873 w 1008380"/>
              <a:gd name="csY306" fmla="*/ 89941 h 561074"/>
              <a:gd name="csX307" fmla="*/ 309882 w 1008380"/>
              <a:gd name="csY307" fmla="*/ 87796 h 561074"/>
              <a:gd name="csX308" fmla="*/ 310892 w 1008380"/>
              <a:gd name="csY308" fmla="*/ 85670 h 561074"/>
              <a:gd name="csX309" fmla="*/ 311901 w 1008380"/>
              <a:gd name="csY309" fmla="*/ 83563 h 561074"/>
              <a:gd name="csX310" fmla="*/ 312911 w 1008380"/>
              <a:gd name="csY310" fmla="*/ 81475 h 561074"/>
              <a:gd name="csX311" fmla="*/ 313920 w 1008380"/>
              <a:gd name="csY311" fmla="*/ 79407 h 561074"/>
              <a:gd name="csX312" fmla="*/ 314930 w 1008380"/>
              <a:gd name="csY312" fmla="*/ 77359 h 561074"/>
              <a:gd name="csX313" fmla="*/ 315939 w 1008380"/>
              <a:gd name="csY313" fmla="*/ 75331 h 561074"/>
              <a:gd name="csX314" fmla="*/ 316948 w 1008380"/>
              <a:gd name="csY314" fmla="*/ 73324 h 561074"/>
              <a:gd name="csX315" fmla="*/ 317958 w 1008380"/>
              <a:gd name="csY315" fmla="*/ 71338 h 561074"/>
              <a:gd name="csX316" fmla="*/ 318968 w 1008380"/>
              <a:gd name="csY316" fmla="*/ 69374 h 561074"/>
              <a:gd name="csX317" fmla="*/ 319975 w 1008380"/>
              <a:gd name="csY317" fmla="*/ 67430 h 561074"/>
              <a:gd name="csX318" fmla="*/ 320987 w 1008380"/>
              <a:gd name="csY318" fmla="*/ 65509 h 561074"/>
              <a:gd name="csX319" fmla="*/ 321993 w 1008380"/>
              <a:gd name="csY319" fmla="*/ 63610 h 561074"/>
              <a:gd name="csX320" fmla="*/ 323005 w 1008380"/>
              <a:gd name="csY320" fmla="*/ 61734 h 561074"/>
              <a:gd name="csX321" fmla="*/ 324012 w 1008380"/>
              <a:gd name="csY321" fmla="*/ 59881 h 561074"/>
              <a:gd name="csX322" fmla="*/ 325023 w 1008380"/>
              <a:gd name="csY322" fmla="*/ 58051 h 561074"/>
              <a:gd name="csX323" fmla="*/ 326035 w 1008380"/>
              <a:gd name="csY323" fmla="*/ 56244 h 561074"/>
              <a:gd name="csX324" fmla="*/ 327042 w 1008380"/>
              <a:gd name="csY324" fmla="*/ 54462 h 561074"/>
              <a:gd name="csX325" fmla="*/ 328054 w 1008380"/>
              <a:gd name="csY325" fmla="*/ 52703 h 561074"/>
              <a:gd name="csX326" fmla="*/ 329060 w 1008380"/>
              <a:gd name="csY326" fmla="*/ 50969 h 561074"/>
              <a:gd name="csX327" fmla="*/ 330072 w 1008380"/>
              <a:gd name="csY327" fmla="*/ 49260 h 561074"/>
              <a:gd name="csX328" fmla="*/ 331078 w 1008380"/>
              <a:gd name="csY328" fmla="*/ 47575 h 561074"/>
              <a:gd name="csX329" fmla="*/ 332090 w 1008380"/>
              <a:gd name="csY329" fmla="*/ 45916 h 561074"/>
              <a:gd name="csX330" fmla="*/ 333097 w 1008380"/>
              <a:gd name="csY330" fmla="*/ 44282 h 561074"/>
              <a:gd name="csX331" fmla="*/ 334108 w 1008380"/>
              <a:gd name="csY331" fmla="*/ 42674 h 561074"/>
              <a:gd name="csX332" fmla="*/ 335115 w 1008380"/>
              <a:gd name="csY332" fmla="*/ 41093 h 561074"/>
              <a:gd name="csX333" fmla="*/ 336127 w 1008380"/>
              <a:gd name="csY333" fmla="*/ 39537 h 561074"/>
              <a:gd name="csX334" fmla="*/ 337139 w 1008380"/>
              <a:gd name="csY334" fmla="*/ 38008 h 561074"/>
              <a:gd name="csX335" fmla="*/ 338145 w 1008380"/>
              <a:gd name="csY335" fmla="*/ 36506 h 561074"/>
              <a:gd name="csX336" fmla="*/ 339157 w 1008380"/>
              <a:gd name="csY336" fmla="*/ 35032 h 561074"/>
              <a:gd name="csX337" fmla="*/ 340163 w 1008380"/>
              <a:gd name="csY337" fmla="*/ 33584 h 561074"/>
              <a:gd name="csX338" fmla="*/ 341175 w 1008380"/>
              <a:gd name="csY338" fmla="*/ 32165 h 561074"/>
              <a:gd name="csX339" fmla="*/ 342182 w 1008380"/>
              <a:gd name="csY339" fmla="*/ 30773 h 561074"/>
              <a:gd name="csX340" fmla="*/ 343194 w 1008380"/>
              <a:gd name="csY340" fmla="*/ 29410 h 561074"/>
              <a:gd name="csX341" fmla="*/ 344200 w 1008380"/>
              <a:gd name="csY341" fmla="*/ 28074 h 561074"/>
              <a:gd name="csX342" fmla="*/ 345212 w 1008380"/>
              <a:gd name="csY342" fmla="*/ 26768 h 561074"/>
              <a:gd name="csX343" fmla="*/ 346218 w 1008380"/>
              <a:gd name="csY343" fmla="*/ 25490 h 561074"/>
              <a:gd name="csX344" fmla="*/ 347230 w 1008380"/>
              <a:gd name="csY344" fmla="*/ 24242 h 561074"/>
              <a:gd name="csX345" fmla="*/ 348237 w 1008380"/>
              <a:gd name="csY345" fmla="*/ 23022 h 561074"/>
              <a:gd name="csX346" fmla="*/ 349248 w 1008380"/>
              <a:gd name="csY346" fmla="*/ 21832 h 561074"/>
              <a:gd name="csX347" fmla="*/ 350260 w 1008380"/>
              <a:gd name="csY347" fmla="*/ 20672 h 561074"/>
              <a:gd name="csX348" fmla="*/ 351267 w 1008380"/>
              <a:gd name="csY348" fmla="*/ 19541 h 561074"/>
              <a:gd name="csX349" fmla="*/ 352279 w 1008380"/>
              <a:gd name="csY349" fmla="*/ 18441 h 561074"/>
              <a:gd name="csX350" fmla="*/ 353285 w 1008380"/>
              <a:gd name="csY350" fmla="*/ 17371 h 561074"/>
              <a:gd name="csX351" fmla="*/ 354297 w 1008380"/>
              <a:gd name="csY351" fmla="*/ 16332 h 561074"/>
              <a:gd name="csX352" fmla="*/ 355303 w 1008380"/>
              <a:gd name="csY352" fmla="*/ 15323 h 561074"/>
              <a:gd name="csX353" fmla="*/ 356315 w 1008380"/>
              <a:gd name="csY353" fmla="*/ 14345 h 561074"/>
              <a:gd name="csX354" fmla="*/ 357322 w 1008380"/>
              <a:gd name="csY354" fmla="*/ 13398 h 561074"/>
              <a:gd name="csX355" fmla="*/ 358334 w 1008380"/>
              <a:gd name="csY355" fmla="*/ 12482 h 561074"/>
              <a:gd name="csX356" fmla="*/ 359340 w 1008380"/>
              <a:gd name="csY356" fmla="*/ 11598 h 561074"/>
              <a:gd name="csX357" fmla="*/ 360352 w 1008380"/>
              <a:gd name="csY357" fmla="*/ 10745 h 561074"/>
              <a:gd name="csX358" fmla="*/ 361364 w 1008380"/>
              <a:gd name="csY358" fmla="*/ 9924 h 561074"/>
              <a:gd name="csX359" fmla="*/ 362370 w 1008380"/>
              <a:gd name="csY359" fmla="*/ 9134 h 561074"/>
              <a:gd name="csX360" fmla="*/ 363382 w 1008380"/>
              <a:gd name="csY360" fmla="*/ 8377 h 561074"/>
              <a:gd name="csX361" fmla="*/ 364389 w 1008380"/>
              <a:gd name="csY361" fmla="*/ 7651 h 561074"/>
              <a:gd name="csX362" fmla="*/ 365400 w 1008380"/>
              <a:gd name="csY362" fmla="*/ 6958 h 561074"/>
              <a:gd name="csX363" fmla="*/ 366407 w 1008380"/>
              <a:gd name="csY363" fmla="*/ 6297 h 561074"/>
              <a:gd name="csX364" fmla="*/ 367419 w 1008380"/>
              <a:gd name="csY364" fmla="*/ 5668 h 561074"/>
              <a:gd name="csX365" fmla="*/ 368425 w 1008380"/>
              <a:gd name="csY365" fmla="*/ 5072 h 561074"/>
              <a:gd name="csX366" fmla="*/ 369437 w 1008380"/>
              <a:gd name="csY366" fmla="*/ 4509 h 561074"/>
              <a:gd name="csX367" fmla="*/ 370443 w 1008380"/>
              <a:gd name="csY367" fmla="*/ 3978 h 561074"/>
              <a:gd name="csX368" fmla="*/ 371455 w 1008380"/>
              <a:gd name="csY368" fmla="*/ 3481 h 561074"/>
              <a:gd name="csX369" fmla="*/ 372467 w 1008380"/>
              <a:gd name="csY369" fmla="*/ 3016 h 561074"/>
              <a:gd name="csX370" fmla="*/ 373474 w 1008380"/>
              <a:gd name="csY370" fmla="*/ 2584 h 561074"/>
              <a:gd name="csX371" fmla="*/ 374485 w 1008380"/>
              <a:gd name="csY371" fmla="*/ 2185 h 561074"/>
              <a:gd name="csX372" fmla="*/ 375492 w 1008380"/>
              <a:gd name="csY372" fmla="*/ 1820 h 561074"/>
              <a:gd name="csX373" fmla="*/ 376504 w 1008380"/>
              <a:gd name="csY373" fmla="*/ 1487 h 561074"/>
              <a:gd name="csX374" fmla="*/ 377510 w 1008380"/>
              <a:gd name="csY374" fmla="*/ 1189 h 561074"/>
              <a:gd name="csX375" fmla="*/ 378522 w 1008380"/>
              <a:gd name="csY375" fmla="*/ 923 h 561074"/>
              <a:gd name="csX376" fmla="*/ 379529 w 1008380"/>
              <a:gd name="csY376" fmla="*/ 691 h 561074"/>
              <a:gd name="csX377" fmla="*/ 380540 w 1008380"/>
              <a:gd name="csY377" fmla="*/ 492 h 561074"/>
              <a:gd name="csX378" fmla="*/ 381547 w 1008380"/>
              <a:gd name="csY378" fmla="*/ 326 h 561074"/>
              <a:gd name="csX379" fmla="*/ 382559 w 1008380"/>
              <a:gd name="csY379" fmla="*/ 194 h 561074"/>
              <a:gd name="csX380" fmla="*/ 383571 w 1008380"/>
              <a:gd name="csY380" fmla="*/ 96 h 561074"/>
              <a:gd name="csX381" fmla="*/ 384577 w 1008380"/>
              <a:gd name="csY381" fmla="*/ 31 h 561074"/>
              <a:gd name="csX382" fmla="*/ 385589 w 1008380"/>
              <a:gd name="csY382" fmla="*/ 0 h 561074"/>
              <a:gd name="csX383" fmla="*/ 386595 w 1008380"/>
              <a:gd name="csY383" fmla="*/ 3 h 561074"/>
              <a:gd name="csX384" fmla="*/ 387607 w 1008380"/>
              <a:gd name="csY384" fmla="*/ 38 h 561074"/>
              <a:gd name="csX385" fmla="*/ 388614 w 1008380"/>
              <a:gd name="csY385" fmla="*/ 108 h 561074"/>
              <a:gd name="csX386" fmla="*/ 389625 w 1008380"/>
              <a:gd name="csY386" fmla="*/ 211 h 561074"/>
              <a:gd name="csX387" fmla="*/ 390632 w 1008380"/>
              <a:gd name="csY387" fmla="*/ 348 h 561074"/>
              <a:gd name="csX388" fmla="*/ 391644 w 1008380"/>
              <a:gd name="csY388" fmla="*/ 518 h 561074"/>
              <a:gd name="csX389" fmla="*/ 392650 w 1008380"/>
              <a:gd name="csY389" fmla="*/ 721 h 561074"/>
              <a:gd name="csX390" fmla="*/ 393662 w 1008380"/>
              <a:gd name="csY390" fmla="*/ 958 h 561074"/>
              <a:gd name="csX391" fmla="*/ 394669 w 1008380"/>
              <a:gd name="csY391" fmla="*/ 1229 h 561074"/>
              <a:gd name="csX392" fmla="*/ 395680 w 1008380"/>
              <a:gd name="csY392" fmla="*/ 1532 h 561074"/>
              <a:gd name="csX393" fmla="*/ 396692 w 1008380"/>
              <a:gd name="csY393" fmla="*/ 1869 h 561074"/>
              <a:gd name="csX394" fmla="*/ 397699 w 1008380"/>
              <a:gd name="csY394" fmla="*/ 2239 h 561074"/>
              <a:gd name="csX395" fmla="*/ 398711 w 1008380"/>
              <a:gd name="csY395" fmla="*/ 2642 h 561074"/>
              <a:gd name="csX396" fmla="*/ 399717 w 1008380"/>
              <a:gd name="csY396" fmla="*/ 3079 h 561074"/>
              <a:gd name="csX397" fmla="*/ 400729 w 1008380"/>
              <a:gd name="csY397" fmla="*/ 3548 h 561074"/>
              <a:gd name="csX398" fmla="*/ 401735 w 1008380"/>
              <a:gd name="csY398" fmla="*/ 4051 h 561074"/>
              <a:gd name="csX399" fmla="*/ 402747 w 1008380"/>
              <a:gd name="csY399" fmla="*/ 4586 h 561074"/>
              <a:gd name="csX400" fmla="*/ 403754 w 1008380"/>
              <a:gd name="csY400" fmla="*/ 5154 h 561074"/>
              <a:gd name="csX401" fmla="*/ 404765 w 1008380"/>
              <a:gd name="csY401" fmla="*/ 5755 h 561074"/>
              <a:gd name="csX402" fmla="*/ 405772 w 1008380"/>
              <a:gd name="csY402" fmla="*/ 6388 h 561074"/>
              <a:gd name="csX403" fmla="*/ 406784 w 1008380"/>
              <a:gd name="csY403" fmla="*/ 7053 h 561074"/>
              <a:gd name="csX404" fmla="*/ 407796 w 1008380"/>
              <a:gd name="csY404" fmla="*/ 7751 h 561074"/>
              <a:gd name="csX405" fmla="*/ 408802 w 1008380"/>
              <a:gd name="csY405" fmla="*/ 8481 h 561074"/>
              <a:gd name="csX406" fmla="*/ 409814 w 1008380"/>
              <a:gd name="csY406" fmla="*/ 9243 h 561074"/>
              <a:gd name="csX407" fmla="*/ 410820 w 1008380"/>
              <a:gd name="csY407" fmla="*/ 10037 h 561074"/>
              <a:gd name="csX408" fmla="*/ 411832 w 1008380"/>
              <a:gd name="csY408" fmla="*/ 10863 h 561074"/>
              <a:gd name="csX409" fmla="*/ 412839 w 1008380"/>
              <a:gd name="csY409" fmla="*/ 11721 h 561074"/>
              <a:gd name="csX410" fmla="*/ 413851 w 1008380"/>
              <a:gd name="csY410" fmla="*/ 12609 h 561074"/>
              <a:gd name="csX411" fmla="*/ 414857 w 1008380"/>
              <a:gd name="csY411" fmla="*/ 13530 h 561074"/>
              <a:gd name="csX412" fmla="*/ 415869 w 1008380"/>
              <a:gd name="csY412" fmla="*/ 14481 h 561074"/>
              <a:gd name="csX413" fmla="*/ 416875 w 1008380"/>
              <a:gd name="csY413" fmla="*/ 15463 h 561074"/>
              <a:gd name="csX414" fmla="*/ 417887 w 1008380"/>
              <a:gd name="csY414" fmla="*/ 16476 h 561074"/>
              <a:gd name="csX415" fmla="*/ 418899 w 1008380"/>
              <a:gd name="csY415" fmla="*/ 17520 h 561074"/>
              <a:gd name="csX416" fmla="*/ 419906 w 1008380"/>
              <a:gd name="csY416" fmla="*/ 18594 h 561074"/>
              <a:gd name="csX417" fmla="*/ 420917 w 1008380"/>
              <a:gd name="csY417" fmla="*/ 19699 h 561074"/>
              <a:gd name="csX418" fmla="*/ 421924 w 1008380"/>
              <a:gd name="csY418" fmla="*/ 20833 h 561074"/>
              <a:gd name="csX419" fmla="*/ 422936 w 1008380"/>
              <a:gd name="csY419" fmla="*/ 21998 h 561074"/>
              <a:gd name="csX420" fmla="*/ 423942 w 1008380"/>
              <a:gd name="csY420" fmla="*/ 23192 h 561074"/>
              <a:gd name="csX421" fmla="*/ 424954 w 1008380"/>
              <a:gd name="csY421" fmla="*/ 24415 h 561074"/>
              <a:gd name="csX422" fmla="*/ 425960 w 1008380"/>
              <a:gd name="csY422" fmla="*/ 25668 h 561074"/>
              <a:gd name="csX423" fmla="*/ 426972 w 1008380"/>
              <a:gd name="csY423" fmla="*/ 26950 h 561074"/>
              <a:gd name="csX424" fmla="*/ 427979 w 1008380"/>
              <a:gd name="csY424" fmla="*/ 28261 h 561074"/>
              <a:gd name="csX425" fmla="*/ 428991 w 1008380"/>
              <a:gd name="csY425" fmla="*/ 29600 h 561074"/>
              <a:gd name="csX426" fmla="*/ 430002 w 1008380"/>
              <a:gd name="csY426" fmla="*/ 30967 h 561074"/>
              <a:gd name="csX427" fmla="*/ 431009 w 1008380"/>
              <a:gd name="csY427" fmla="*/ 32363 h 561074"/>
              <a:gd name="csX428" fmla="*/ 432021 w 1008380"/>
              <a:gd name="csY428" fmla="*/ 33786 h 561074"/>
              <a:gd name="csX429" fmla="*/ 433027 w 1008380"/>
              <a:gd name="csY429" fmla="*/ 35237 h 561074"/>
              <a:gd name="csX430" fmla="*/ 434039 w 1008380"/>
              <a:gd name="csY430" fmla="*/ 36716 h 561074"/>
              <a:gd name="csX431" fmla="*/ 435046 w 1008380"/>
              <a:gd name="csY431" fmla="*/ 38222 h 561074"/>
              <a:gd name="csX432" fmla="*/ 436057 w 1008380"/>
              <a:gd name="csY432" fmla="*/ 39754 h 561074"/>
              <a:gd name="csX433" fmla="*/ 437064 w 1008380"/>
              <a:gd name="csY433" fmla="*/ 41313 h 561074"/>
              <a:gd name="csX434" fmla="*/ 438076 w 1008380"/>
              <a:gd name="csY434" fmla="*/ 42899 h 561074"/>
              <a:gd name="csX435" fmla="*/ 439082 w 1008380"/>
              <a:gd name="csY435" fmla="*/ 44510 h 561074"/>
              <a:gd name="csX436" fmla="*/ 440094 w 1008380"/>
              <a:gd name="csY436" fmla="*/ 46148 h 561074"/>
              <a:gd name="csX437" fmla="*/ 441100 w 1008380"/>
              <a:gd name="csY437" fmla="*/ 47811 h 561074"/>
              <a:gd name="csX438" fmla="*/ 442112 w 1008380"/>
              <a:gd name="csY438" fmla="*/ 49498 h 561074"/>
              <a:gd name="csX439" fmla="*/ 443124 w 1008380"/>
              <a:gd name="csY439" fmla="*/ 51211 h 561074"/>
              <a:gd name="csX440" fmla="*/ 444131 w 1008380"/>
              <a:gd name="csY440" fmla="*/ 52949 h 561074"/>
              <a:gd name="csX441" fmla="*/ 445142 w 1008380"/>
              <a:gd name="csY441" fmla="*/ 54711 h 561074"/>
              <a:gd name="csX442" fmla="*/ 446149 w 1008380"/>
              <a:gd name="csY442" fmla="*/ 56497 h 561074"/>
              <a:gd name="csX443" fmla="*/ 447161 w 1008380"/>
              <a:gd name="csY443" fmla="*/ 58307 h 561074"/>
              <a:gd name="csX444" fmla="*/ 448167 w 1008380"/>
              <a:gd name="csY444" fmla="*/ 60140 h 561074"/>
              <a:gd name="csX445" fmla="*/ 449179 w 1008380"/>
              <a:gd name="csY445" fmla="*/ 61997 h 561074"/>
              <a:gd name="csX446" fmla="*/ 450186 w 1008380"/>
              <a:gd name="csY446" fmla="*/ 63876 h 561074"/>
              <a:gd name="csX447" fmla="*/ 451197 w 1008380"/>
              <a:gd name="csY447" fmla="*/ 65778 h 561074"/>
              <a:gd name="csX448" fmla="*/ 452204 w 1008380"/>
              <a:gd name="csY448" fmla="*/ 67702 h 561074"/>
              <a:gd name="csX449" fmla="*/ 453216 w 1008380"/>
              <a:gd name="csY449" fmla="*/ 69648 h 561074"/>
              <a:gd name="csX450" fmla="*/ 454228 w 1008380"/>
              <a:gd name="csY450" fmla="*/ 71616 h 561074"/>
              <a:gd name="csX451" fmla="*/ 455234 w 1008380"/>
              <a:gd name="csY451" fmla="*/ 73605 h 561074"/>
              <a:gd name="csX452" fmla="*/ 456246 w 1008380"/>
              <a:gd name="csY452" fmla="*/ 75615 h 561074"/>
              <a:gd name="csX453" fmla="*/ 457252 w 1008380"/>
              <a:gd name="csY453" fmla="*/ 77645 h 561074"/>
              <a:gd name="csX454" fmla="*/ 458264 w 1008380"/>
              <a:gd name="csY454" fmla="*/ 79697 h 561074"/>
              <a:gd name="csX455" fmla="*/ 459271 w 1008380"/>
              <a:gd name="csY455" fmla="*/ 81767 h 561074"/>
              <a:gd name="csX456" fmla="*/ 460282 w 1008380"/>
              <a:gd name="csY456" fmla="*/ 83858 h 561074"/>
              <a:gd name="csX457" fmla="*/ 461289 w 1008380"/>
              <a:gd name="csY457" fmla="*/ 85968 h 561074"/>
              <a:gd name="csX458" fmla="*/ 462301 w 1008380"/>
              <a:gd name="csY458" fmla="*/ 88097 h 561074"/>
              <a:gd name="csX459" fmla="*/ 463307 w 1008380"/>
              <a:gd name="csY459" fmla="*/ 90244 h 561074"/>
              <a:gd name="csX460" fmla="*/ 464319 w 1008380"/>
              <a:gd name="csY460" fmla="*/ 92410 h 561074"/>
              <a:gd name="csX461" fmla="*/ 465331 w 1008380"/>
              <a:gd name="csY461" fmla="*/ 94593 h 561074"/>
              <a:gd name="csX462" fmla="*/ 466337 w 1008380"/>
              <a:gd name="csY462" fmla="*/ 96794 h 561074"/>
              <a:gd name="csX463" fmla="*/ 467349 w 1008380"/>
              <a:gd name="csY463" fmla="*/ 99013 h 561074"/>
              <a:gd name="csX464" fmla="*/ 468356 w 1008380"/>
              <a:gd name="csY464" fmla="*/ 101248 h 561074"/>
              <a:gd name="csX465" fmla="*/ 469368 w 1008380"/>
              <a:gd name="csY465" fmla="*/ 103500 h 561074"/>
              <a:gd name="csX466" fmla="*/ 470374 w 1008380"/>
              <a:gd name="csY466" fmla="*/ 105768 h 561074"/>
              <a:gd name="csX467" fmla="*/ 471386 w 1008380"/>
              <a:gd name="csY467" fmla="*/ 108052 h 561074"/>
              <a:gd name="csX468" fmla="*/ 472392 w 1008380"/>
              <a:gd name="csY468" fmla="*/ 110352 h 561074"/>
              <a:gd name="csX469" fmla="*/ 473404 w 1008380"/>
              <a:gd name="csY469" fmla="*/ 112666 h 561074"/>
              <a:gd name="csX470" fmla="*/ 474411 w 1008380"/>
              <a:gd name="csY470" fmla="*/ 114996 h 561074"/>
              <a:gd name="csX471" fmla="*/ 475423 w 1008380"/>
              <a:gd name="csY471" fmla="*/ 117340 h 561074"/>
              <a:gd name="csX472" fmla="*/ 476434 w 1008380"/>
              <a:gd name="csY472" fmla="*/ 119698 h 561074"/>
              <a:gd name="csX473" fmla="*/ 477441 w 1008380"/>
              <a:gd name="csY473" fmla="*/ 122070 h 561074"/>
              <a:gd name="csX474" fmla="*/ 478453 w 1008380"/>
              <a:gd name="csY474" fmla="*/ 124454 h 561074"/>
              <a:gd name="csX475" fmla="*/ 479459 w 1008380"/>
              <a:gd name="csY475" fmla="*/ 126853 h 561074"/>
              <a:gd name="csX476" fmla="*/ 480471 w 1008380"/>
              <a:gd name="csY476" fmla="*/ 129263 h 561074"/>
              <a:gd name="csX477" fmla="*/ 481477 w 1008380"/>
              <a:gd name="csY477" fmla="*/ 131687 h 561074"/>
              <a:gd name="csX478" fmla="*/ 482489 w 1008380"/>
              <a:gd name="csY478" fmla="*/ 134122 h 561074"/>
              <a:gd name="csX479" fmla="*/ 483496 w 1008380"/>
              <a:gd name="csY479" fmla="*/ 136568 h 561074"/>
              <a:gd name="csX480" fmla="*/ 484508 w 1008380"/>
              <a:gd name="csY480" fmla="*/ 139026 h 561074"/>
              <a:gd name="csX481" fmla="*/ 485514 w 1008380"/>
              <a:gd name="csY481" fmla="*/ 141495 h 561074"/>
              <a:gd name="csX482" fmla="*/ 486526 w 1008380"/>
              <a:gd name="csY482" fmla="*/ 143974 h 561074"/>
              <a:gd name="csX483" fmla="*/ 487532 w 1008380"/>
              <a:gd name="csY483" fmla="*/ 146463 h 561074"/>
              <a:gd name="csX484" fmla="*/ 488544 w 1008380"/>
              <a:gd name="csY484" fmla="*/ 148962 h 561074"/>
              <a:gd name="csX485" fmla="*/ 489556 w 1008380"/>
              <a:gd name="csY485" fmla="*/ 151471 h 561074"/>
              <a:gd name="csX486" fmla="*/ 490563 w 1008380"/>
              <a:gd name="csY486" fmla="*/ 153989 h 561074"/>
              <a:gd name="csX487" fmla="*/ 491574 w 1008380"/>
              <a:gd name="csY487" fmla="*/ 156515 h 561074"/>
              <a:gd name="csX488" fmla="*/ 492581 w 1008380"/>
              <a:gd name="csY488" fmla="*/ 159050 h 561074"/>
              <a:gd name="csX489" fmla="*/ 493593 w 1008380"/>
              <a:gd name="csY489" fmla="*/ 161592 h 561074"/>
              <a:gd name="csX490" fmla="*/ 494599 w 1008380"/>
              <a:gd name="csY490" fmla="*/ 164143 h 561074"/>
              <a:gd name="csX491" fmla="*/ 495611 w 1008380"/>
              <a:gd name="csY491" fmla="*/ 166701 h 561074"/>
              <a:gd name="csX492" fmla="*/ 496617 w 1008380"/>
              <a:gd name="csY492" fmla="*/ 169266 h 561074"/>
              <a:gd name="csX493" fmla="*/ 497629 w 1008380"/>
              <a:gd name="csY493" fmla="*/ 171837 h 561074"/>
              <a:gd name="csX494" fmla="*/ 498636 w 1008380"/>
              <a:gd name="csY494" fmla="*/ 174414 h 561074"/>
              <a:gd name="csX495" fmla="*/ 499648 w 1008380"/>
              <a:gd name="csY495" fmla="*/ 176998 h 561074"/>
              <a:gd name="csX496" fmla="*/ 500659 w 1008380"/>
              <a:gd name="csY496" fmla="*/ 179587 h 561074"/>
              <a:gd name="csX497" fmla="*/ 501666 w 1008380"/>
              <a:gd name="csY497" fmla="*/ 182181 h 561074"/>
              <a:gd name="csX498" fmla="*/ 502678 w 1008380"/>
              <a:gd name="csY498" fmla="*/ 184781 h 561074"/>
              <a:gd name="csX499" fmla="*/ 503684 w 1008380"/>
              <a:gd name="csY499" fmla="*/ 187384 h 561074"/>
              <a:gd name="csX500" fmla="*/ 504696 w 1008380"/>
              <a:gd name="csY500" fmla="*/ 189992 h 561074"/>
              <a:gd name="csX501" fmla="*/ 505703 w 1008380"/>
              <a:gd name="csY501" fmla="*/ 192604 h 561074"/>
              <a:gd name="csX502" fmla="*/ 506714 w 1008380"/>
              <a:gd name="csY502" fmla="*/ 195219 h 561074"/>
              <a:gd name="csX503" fmla="*/ 507721 w 1008380"/>
              <a:gd name="csY503" fmla="*/ 197837 h 561074"/>
              <a:gd name="csX504" fmla="*/ 508733 w 1008380"/>
              <a:gd name="csY504" fmla="*/ 200459 h 561074"/>
              <a:gd name="csX505" fmla="*/ 509739 w 1008380"/>
              <a:gd name="csY505" fmla="*/ 203082 h 561074"/>
              <a:gd name="csX506" fmla="*/ 510751 w 1008380"/>
              <a:gd name="csY506" fmla="*/ 205708 h 561074"/>
              <a:gd name="csX507" fmla="*/ 511763 w 1008380"/>
              <a:gd name="csY507" fmla="*/ 208336 h 561074"/>
              <a:gd name="csX508" fmla="*/ 512769 w 1008380"/>
              <a:gd name="csY508" fmla="*/ 210965 h 561074"/>
              <a:gd name="csX509" fmla="*/ 513781 w 1008380"/>
              <a:gd name="csY509" fmla="*/ 213595 h 561074"/>
              <a:gd name="csX510" fmla="*/ 514788 w 1008380"/>
              <a:gd name="csY510" fmla="*/ 216226 h 561074"/>
              <a:gd name="csX511" fmla="*/ 515799 w 1008380"/>
              <a:gd name="csY511" fmla="*/ 218858 h 561074"/>
              <a:gd name="csX512" fmla="*/ 516806 w 1008380"/>
              <a:gd name="csY512" fmla="*/ 221491 h 561074"/>
              <a:gd name="csX513" fmla="*/ 517818 w 1008380"/>
              <a:gd name="csY513" fmla="*/ 224122 h 561074"/>
              <a:gd name="csX514" fmla="*/ 518824 w 1008380"/>
              <a:gd name="csY514" fmla="*/ 226754 h 561074"/>
              <a:gd name="csX515" fmla="*/ 519836 w 1008380"/>
              <a:gd name="csY515" fmla="*/ 229385 h 561074"/>
              <a:gd name="csX516" fmla="*/ 520843 w 1008380"/>
              <a:gd name="csY516" fmla="*/ 232015 h 561074"/>
              <a:gd name="csX517" fmla="*/ 521854 w 1008380"/>
              <a:gd name="csY517" fmla="*/ 234643 h 561074"/>
              <a:gd name="csX518" fmla="*/ 522866 w 1008380"/>
              <a:gd name="csY518" fmla="*/ 237270 h 561074"/>
              <a:gd name="csX519" fmla="*/ 523873 w 1008380"/>
              <a:gd name="csY519" fmla="*/ 239895 h 561074"/>
              <a:gd name="csX520" fmla="*/ 524885 w 1008380"/>
              <a:gd name="csY520" fmla="*/ 242518 h 561074"/>
              <a:gd name="csX521" fmla="*/ 525891 w 1008380"/>
              <a:gd name="csY521" fmla="*/ 245138 h 561074"/>
              <a:gd name="csX522" fmla="*/ 526903 w 1008380"/>
              <a:gd name="csY522" fmla="*/ 247755 h 561074"/>
              <a:gd name="csX523" fmla="*/ 527909 w 1008380"/>
              <a:gd name="csY523" fmla="*/ 250370 h 561074"/>
              <a:gd name="csX524" fmla="*/ 528921 w 1008380"/>
              <a:gd name="csY524" fmla="*/ 252981 h 561074"/>
              <a:gd name="csX525" fmla="*/ 529928 w 1008380"/>
              <a:gd name="csY525" fmla="*/ 255588 h 561074"/>
              <a:gd name="csX526" fmla="*/ 530940 w 1008380"/>
              <a:gd name="csY526" fmla="*/ 258191 h 561074"/>
              <a:gd name="csX527" fmla="*/ 531946 w 1008380"/>
              <a:gd name="csY527" fmla="*/ 260790 h 561074"/>
              <a:gd name="csX528" fmla="*/ 532958 w 1008380"/>
              <a:gd name="csY528" fmla="*/ 263385 h 561074"/>
              <a:gd name="csX529" fmla="*/ 533970 w 1008380"/>
              <a:gd name="csY529" fmla="*/ 265975 h 561074"/>
              <a:gd name="csX530" fmla="*/ 534976 w 1008380"/>
              <a:gd name="csY530" fmla="*/ 268560 h 561074"/>
              <a:gd name="csX531" fmla="*/ 535988 w 1008380"/>
              <a:gd name="csY531" fmla="*/ 271139 h 561074"/>
              <a:gd name="csX532" fmla="*/ 536994 w 1008380"/>
              <a:gd name="csY532" fmla="*/ 273713 h 561074"/>
              <a:gd name="csX533" fmla="*/ 538006 w 1008380"/>
              <a:gd name="csY533" fmla="*/ 276281 h 561074"/>
              <a:gd name="csX534" fmla="*/ 539013 w 1008380"/>
              <a:gd name="csY534" fmla="*/ 278843 h 561074"/>
              <a:gd name="csX535" fmla="*/ 540025 w 1008380"/>
              <a:gd name="csY535" fmla="*/ 281399 h 561074"/>
              <a:gd name="csX536" fmla="*/ 541031 w 1008380"/>
              <a:gd name="csY536" fmla="*/ 283949 h 561074"/>
              <a:gd name="csX537" fmla="*/ 542043 w 1008380"/>
              <a:gd name="csY537" fmla="*/ 286491 h 561074"/>
              <a:gd name="csX538" fmla="*/ 543049 w 1008380"/>
              <a:gd name="csY538" fmla="*/ 289026 h 561074"/>
              <a:gd name="csX539" fmla="*/ 544061 w 1008380"/>
              <a:gd name="csY539" fmla="*/ 291554 h 561074"/>
              <a:gd name="csX540" fmla="*/ 545068 w 1008380"/>
              <a:gd name="csY540" fmla="*/ 294075 h 561074"/>
              <a:gd name="csX541" fmla="*/ 546080 w 1008380"/>
              <a:gd name="csY541" fmla="*/ 296587 h 561074"/>
              <a:gd name="csX542" fmla="*/ 547091 w 1008380"/>
              <a:gd name="csY542" fmla="*/ 299092 h 561074"/>
              <a:gd name="csX543" fmla="*/ 548098 w 1008380"/>
              <a:gd name="csY543" fmla="*/ 301589 h 561074"/>
              <a:gd name="csX544" fmla="*/ 549110 w 1008380"/>
              <a:gd name="csY544" fmla="*/ 304077 h 561074"/>
              <a:gd name="csX545" fmla="*/ 550116 w 1008380"/>
              <a:gd name="csY545" fmla="*/ 306556 h 561074"/>
              <a:gd name="csX546" fmla="*/ 551128 w 1008380"/>
              <a:gd name="csY546" fmla="*/ 309027 h 561074"/>
              <a:gd name="csX547" fmla="*/ 552134 w 1008380"/>
              <a:gd name="csY547" fmla="*/ 311489 h 561074"/>
              <a:gd name="csX548" fmla="*/ 553146 w 1008380"/>
              <a:gd name="csY548" fmla="*/ 313942 h 561074"/>
              <a:gd name="csX549" fmla="*/ 554153 w 1008380"/>
              <a:gd name="csY549" fmla="*/ 316384 h 561074"/>
              <a:gd name="csX550" fmla="*/ 555165 w 1008380"/>
              <a:gd name="csY550" fmla="*/ 318818 h 561074"/>
              <a:gd name="csX551" fmla="*/ 556171 w 1008380"/>
              <a:gd name="csY551" fmla="*/ 321241 h 561074"/>
              <a:gd name="csX552" fmla="*/ 557183 w 1008380"/>
              <a:gd name="csY552" fmla="*/ 323655 h 561074"/>
              <a:gd name="csX553" fmla="*/ 558195 w 1008380"/>
              <a:gd name="csY553" fmla="*/ 326058 h 561074"/>
              <a:gd name="csX554" fmla="*/ 559201 w 1008380"/>
              <a:gd name="csY554" fmla="*/ 328451 h 561074"/>
              <a:gd name="csX555" fmla="*/ 560213 w 1008380"/>
              <a:gd name="csY555" fmla="*/ 330833 h 561074"/>
              <a:gd name="csX556" fmla="*/ 561220 w 1008380"/>
              <a:gd name="csY556" fmla="*/ 333204 h 561074"/>
              <a:gd name="csX557" fmla="*/ 562231 w 1008380"/>
              <a:gd name="csY557" fmla="*/ 335565 h 561074"/>
              <a:gd name="csX558" fmla="*/ 563238 w 1008380"/>
              <a:gd name="csY558" fmla="*/ 337914 h 561074"/>
              <a:gd name="csX559" fmla="*/ 564250 w 1008380"/>
              <a:gd name="csY559" fmla="*/ 340252 h 561074"/>
              <a:gd name="csX560" fmla="*/ 565256 w 1008380"/>
              <a:gd name="csY560" fmla="*/ 342579 h 561074"/>
              <a:gd name="csX561" fmla="*/ 566268 w 1008380"/>
              <a:gd name="csY561" fmla="*/ 344894 h 561074"/>
              <a:gd name="csX562" fmla="*/ 567275 w 1008380"/>
              <a:gd name="csY562" fmla="*/ 347198 h 561074"/>
              <a:gd name="csX563" fmla="*/ 568286 w 1008380"/>
              <a:gd name="csY563" fmla="*/ 349489 h 561074"/>
              <a:gd name="csX564" fmla="*/ 569298 w 1008380"/>
              <a:gd name="csY564" fmla="*/ 351768 h 561074"/>
              <a:gd name="csX565" fmla="*/ 570305 w 1008380"/>
              <a:gd name="csY565" fmla="*/ 354035 h 561074"/>
              <a:gd name="csX566" fmla="*/ 571316 w 1008380"/>
              <a:gd name="csY566" fmla="*/ 356291 h 561074"/>
              <a:gd name="csX567" fmla="*/ 572323 w 1008380"/>
              <a:gd name="csY567" fmla="*/ 358533 h 561074"/>
              <a:gd name="csX568" fmla="*/ 573335 w 1008380"/>
              <a:gd name="csY568" fmla="*/ 360763 h 561074"/>
              <a:gd name="csX569" fmla="*/ 574341 w 1008380"/>
              <a:gd name="csY569" fmla="*/ 362980 h 561074"/>
              <a:gd name="csX570" fmla="*/ 575353 w 1008380"/>
              <a:gd name="csY570" fmla="*/ 365184 h 561074"/>
              <a:gd name="csX571" fmla="*/ 576360 w 1008380"/>
              <a:gd name="csY571" fmla="*/ 367376 h 561074"/>
              <a:gd name="csX572" fmla="*/ 577371 w 1008380"/>
              <a:gd name="csY572" fmla="*/ 369555 h 561074"/>
              <a:gd name="csX573" fmla="*/ 578378 w 1008380"/>
              <a:gd name="csY573" fmla="*/ 371720 h 561074"/>
              <a:gd name="csX574" fmla="*/ 579390 w 1008380"/>
              <a:gd name="csY574" fmla="*/ 373872 h 561074"/>
              <a:gd name="csX575" fmla="*/ 580402 w 1008380"/>
              <a:gd name="csY575" fmla="*/ 376010 h 561074"/>
              <a:gd name="csX576" fmla="*/ 581408 w 1008380"/>
              <a:gd name="csY576" fmla="*/ 378136 h 561074"/>
              <a:gd name="csX577" fmla="*/ 582420 w 1008380"/>
              <a:gd name="csY577" fmla="*/ 380247 h 561074"/>
              <a:gd name="csX578" fmla="*/ 583426 w 1008380"/>
              <a:gd name="csY578" fmla="*/ 382344 h 561074"/>
              <a:gd name="csX579" fmla="*/ 584438 w 1008380"/>
              <a:gd name="csY579" fmla="*/ 384427 h 561074"/>
              <a:gd name="csX580" fmla="*/ 585445 w 1008380"/>
              <a:gd name="csY580" fmla="*/ 386498 h 561074"/>
              <a:gd name="csX581" fmla="*/ 586457 w 1008380"/>
              <a:gd name="csY581" fmla="*/ 388554 h 561074"/>
              <a:gd name="csX582" fmla="*/ 587463 w 1008380"/>
              <a:gd name="csY582" fmla="*/ 390599 h 561074"/>
              <a:gd name="csX583" fmla="*/ 588475 w 1008380"/>
              <a:gd name="csY583" fmla="*/ 392628 h 561074"/>
              <a:gd name="csX584" fmla="*/ 589481 w 1008380"/>
              <a:gd name="csY584" fmla="*/ 394641 h 561074"/>
              <a:gd name="csX585" fmla="*/ 590493 w 1008380"/>
              <a:gd name="csY585" fmla="*/ 396638 h 561074"/>
              <a:gd name="csX586" fmla="*/ 591500 w 1008380"/>
              <a:gd name="csY586" fmla="*/ 398624 h 561074"/>
              <a:gd name="csX587" fmla="*/ 592511 w 1008380"/>
              <a:gd name="csY587" fmla="*/ 400594 h 561074"/>
              <a:gd name="csX588" fmla="*/ 593523 w 1008380"/>
              <a:gd name="csY588" fmla="*/ 402554 h 561074"/>
              <a:gd name="csX589" fmla="*/ 594530 w 1008380"/>
              <a:gd name="csY589" fmla="*/ 404493 h 561074"/>
              <a:gd name="csX590" fmla="*/ 595542 w 1008380"/>
              <a:gd name="csY590" fmla="*/ 406420 h 561074"/>
              <a:gd name="csX591" fmla="*/ 596548 w 1008380"/>
              <a:gd name="csY591" fmla="*/ 408338 h 561074"/>
              <a:gd name="csX592" fmla="*/ 597560 w 1008380"/>
              <a:gd name="csY592" fmla="*/ 410233 h 561074"/>
              <a:gd name="csX593" fmla="*/ 598566 w 1008380"/>
              <a:gd name="csY593" fmla="*/ 412119 h 561074"/>
              <a:gd name="csX594" fmla="*/ 599578 w 1008380"/>
              <a:gd name="csY594" fmla="*/ 413988 h 561074"/>
              <a:gd name="csX595" fmla="*/ 600585 w 1008380"/>
              <a:gd name="csY595" fmla="*/ 415841 h 561074"/>
              <a:gd name="csX596" fmla="*/ 601597 w 1008380"/>
              <a:gd name="csY596" fmla="*/ 417678 h 561074"/>
              <a:gd name="csX597" fmla="*/ 602603 w 1008380"/>
              <a:gd name="csY597" fmla="*/ 419505 h 561074"/>
              <a:gd name="csX598" fmla="*/ 603615 w 1008380"/>
              <a:gd name="csY598" fmla="*/ 421315 h 561074"/>
              <a:gd name="csX599" fmla="*/ 604627 w 1008380"/>
              <a:gd name="csY599" fmla="*/ 423110 h 561074"/>
              <a:gd name="csX600" fmla="*/ 605633 w 1008380"/>
              <a:gd name="csY600" fmla="*/ 424889 h 561074"/>
              <a:gd name="csX601" fmla="*/ 606645 w 1008380"/>
              <a:gd name="csY601" fmla="*/ 426657 h 561074"/>
              <a:gd name="csX602" fmla="*/ 607651 w 1008380"/>
              <a:gd name="csY602" fmla="*/ 428404 h 561074"/>
              <a:gd name="csX603" fmla="*/ 608663 w 1008380"/>
              <a:gd name="csY603" fmla="*/ 430140 h 561074"/>
              <a:gd name="csX604" fmla="*/ 609670 w 1008380"/>
              <a:gd name="csY604" fmla="*/ 431860 h 561074"/>
              <a:gd name="csX605" fmla="*/ 610682 w 1008380"/>
              <a:gd name="csY605" fmla="*/ 433564 h 561074"/>
              <a:gd name="csX606" fmla="*/ 611688 w 1008380"/>
              <a:gd name="csY606" fmla="*/ 435257 h 561074"/>
              <a:gd name="csX607" fmla="*/ 612700 w 1008380"/>
              <a:gd name="csY607" fmla="*/ 436930 h 561074"/>
              <a:gd name="csX608" fmla="*/ 613706 w 1008380"/>
              <a:gd name="csY608" fmla="*/ 438591 h 561074"/>
              <a:gd name="csX609" fmla="*/ 614718 w 1008380"/>
              <a:gd name="csY609" fmla="*/ 440237 h 561074"/>
              <a:gd name="csX610" fmla="*/ 615730 w 1008380"/>
              <a:gd name="csY610" fmla="*/ 441866 h 561074"/>
              <a:gd name="csX611" fmla="*/ 616737 w 1008380"/>
              <a:gd name="csY611" fmla="*/ 443480 h 561074"/>
              <a:gd name="csX612" fmla="*/ 617748 w 1008380"/>
              <a:gd name="csY612" fmla="*/ 445083 h 561074"/>
              <a:gd name="csX613" fmla="*/ 618755 w 1008380"/>
              <a:gd name="csY613" fmla="*/ 446670 h 561074"/>
              <a:gd name="csX614" fmla="*/ 619767 w 1008380"/>
              <a:gd name="csY614" fmla="*/ 448241 h 561074"/>
              <a:gd name="csX615" fmla="*/ 620773 w 1008380"/>
              <a:gd name="csY615" fmla="*/ 449796 h 561074"/>
              <a:gd name="csX616" fmla="*/ 621785 w 1008380"/>
              <a:gd name="csY616" fmla="*/ 451335 h 561074"/>
              <a:gd name="csX617" fmla="*/ 622792 w 1008380"/>
              <a:gd name="csY617" fmla="*/ 452863 h 561074"/>
              <a:gd name="csX618" fmla="*/ 623803 w 1008380"/>
              <a:gd name="csY618" fmla="*/ 454370 h 561074"/>
              <a:gd name="csX619" fmla="*/ 624810 w 1008380"/>
              <a:gd name="csY619" fmla="*/ 455866 h 561074"/>
              <a:gd name="csX620" fmla="*/ 625822 w 1008380"/>
              <a:gd name="csY620" fmla="*/ 457352 h 561074"/>
              <a:gd name="csX621" fmla="*/ 626833 w 1008380"/>
              <a:gd name="csY621" fmla="*/ 458817 h 561074"/>
              <a:gd name="csX622" fmla="*/ 627840 w 1008380"/>
              <a:gd name="csY622" fmla="*/ 460271 h 561074"/>
              <a:gd name="csX623" fmla="*/ 628852 w 1008380"/>
              <a:gd name="csY623" fmla="*/ 461708 h 561074"/>
              <a:gd name="csX624" fmla="*/ 629858 w 1008380"/>
              <a:gd name="csY624" fmla="*/ 463130 h 561074"/>
              <a:gd name="csX625" fmla="*/ 630870 w 1008380"/>
              <a:gd name="csY625" fmla="*/ 464536 h 561074"/>
              <a:gd name="csX626" fmla="*/ 631877 w 1008380"/>
              <a:gd name="csY626" fmla="*/ 465931 h 561074"/>
              <a:gd name="csX627" fmla="*/ 632888 w 1008380"/>
              <a:gd name="csY627" fmla="*/ 467311 h 561074"/>
              <a:gd name="csX628" fmla="*/ 633895 w 1008380"/>
              <a:gd name="csY628" fmla="*/ 468674 h 561074"/>
              <a:gd name="csX629" fmla="*/ 634907 w 1008380"/>
              <a:gd name="csY629" fmla="*/ 470027 h 561074"/>
              <a:gd name="csX630" fmla="*/ 635913 w 1008380"/>
              <a:gd name="csY630" fmla="*/ 471358 h 561074"/>
              <a:gd name="csX631" fmla="*/ 636925 w 1008380"/>
              <a:gd name="csY631" fmla="*/ 472684 h 561074"/>
              <a:gd name="csX632" fmla="*/ 637931 w 1008380"/>
              <a:gd name="csY632" fmla="*/ 473989 h 561074"/>
              <a:gd name="csX633" fmla="*/ 638943 w 1008380"/>
              <a:gd name="csY633" fmla="*/ 475283 h 561074"/>
              <a:gd name="csX634" fmla="*/ 639955 w 1008380"/>
              <a:gd name="csY634" fmla="*/ 476561 h 561074"/>
              <a:gd name="csX635" fmla="*/ 640962 w 1008380"/>
              <a:gd name="csY635" fmla="*/ 477828 h 561074"/>
              <a:gd name="csX636" fmla="*/ 641974 w 1008380"/>
              <a:gd name="csY636" fmla="*/ 479074 h 561074"/>
              <a:gd name="csX637" fmla="*/ 642980 w 1008380"/>
              <a:gd name="csY637" fmla="*/ 480315 h 561074"/>
              <a:gd name="csX638" fmla="*/ 643992 w 1008380"/>
              <a:gd name="csY638" fmla="*/ 481535 h 561074"/>
              <a:gd name="csX639" fmla="*/ 644998 w 1008380"/>
              <a:gd name="csY639" fmla="*/ 482744 h 561074"/>
              <a:gd name="csX640" fmla="*/ 646010 w 1008380"/>
              <a:gd name="csY640" fmla="*/ 483942 h 561074"/>
              <a:gd name="csX641" fmla="*/ 647017 w 1008380"/>
              <a:gd name="csY641" fmla="*/ 485124 h 561074"/>
              <a:gd name="csX642" fmla="*/ 648028 w 1008380"/>
              <a:gd name="csY642" fmla="*/ 486290 h 561074"/>
              <a:gd name="csX643" fmla="*/ 649035 w 1008380"/>
              <a:gd name="csY643" fmla="*/ 487446 h 561074"/>
              <a:gd name="csX644" fmla="*/ 650047 w 1008380"/>
              <a:gd name="csY644" fmla="*/ 488586 h 561074"/>
              <a:gd name="csX645" fmla="*/ 651059 w 1008380"/>
              <a:gd name="csY645" fmla="*/ 489715 h 561074"/>
              <a:gd name="csX646" fmla="*/ 652065 w 1008380"/>
              <a:gd name="csY646" fmla="*/ 490828 h 561074"/>
              <a:gd name="csX647" fmla="*/ 653077 w 1008380"/>
              <a:gd name="csY647" fmla="*/ 491930 h 561074"/>
              <a:gd name="csX648" fmla="*/ 654083 w 1008380"/>
              <a:gd name="csY648" fmla="*/ 493016 h 561074"/>
              <a:gd name="csX649" fmla="*/ 655095 w 1008380"/>
              <a:gd name="csY649" fmla="*/ 494092 h 561074"/>
              <a:gd name="csX650" fmla="*/ 656102 w 1008380"/>
              <a:gd name="csY650" fmla="*/ 495152 h 561074"/>
              <a:gd name="csX651" fmla="*/ 657113 w 1008380"/>
              <a:gd name="csY651" fmla="*/ 496201 h 561074"/>
              <a:gd name="csX652" fmla="*/ 658120 w 1008380"/>
              <a:gd name="csY652" fmla="*/ 497239 h 561074"/>
              <a:gd name="csX653" fmla="*/ 659132 w 1008380"/>
              <a:gd name="csY653" fmla="*/ 498262 h 561074"/>
              <a:gd name="csX654" fmla="*/ 660138 w 1008380"/>
              <a:gd name="csY654" fmla="*/ 499274 h 561074"/>
              <a:gd name="csX655" fmla="*/ 661150 w 1008380"/>
              <a:gd name="csY655" fmla="*/ 500269 h 561074"/>
              <a:gd name="csX656" fmla="*/ 662162 w 1008380"/>
              <a:gd name="csY656" fmla="*/ 501255 h 561074"/>
              <a:gd name="csX657" fmla="*/ 663168 w 1008380"/>
              <a:gd name="csY657" fmla="*/ 502229 h 561074"/>
              <a:gd name="csX658" fmla="*/ 664180 w 1008380"/>
              <a:gd name="csY658" fmla="*/ 503188 h 561074"/>
              <a:gd name="csX659" fmla="*/ 665187 w 1008380"/>
              <a:gd name="csY659" fmla="*/ 504136 h 561074"/>
              <a:gd name="csX660" fmla="*/ 666199 w 1008380"/>
              <a:gd name="csY660" fmla="*/ 505073 h 561074"/>
              <a:gd name="csX661" fmla="*/ 667205 w 1008380"/>
              <a:gd name="csY661" fmla="*/ 505994 h 561074"/>
              <a:gd name="csX662" fmla="*/ 668217 w 1008380"/>
              <a:gd name="csY662" fmla="*/ 506910 h 561074"/>
              <a:gd name="csX663" fmla="*/ 669223 w 1008380"/>
              <a:gd name="csY663" fmla="*/ 507810 h 561074"/>
              <a:gd name="csX664" fmla="*/ 670235 w 1008380"/>
              <a:gd name="csY664" fmla="*/ 508694 h 561074"/>
              <a:gd name="csX665" fmla="*/ 671242 w 1008380"/>
              <a:gd name="csY665" fmla="*/ 509573 h 561074"/>
              <a:gd name="csX666" fmla="*/ 672254 w 1008380"/>
              <a:gd name="csY666" fmla="*/ 510436 h 561074"/>
              <a:gd name="csX667" fmla="*/ 673265 w 1008380"/>
              <a:gd name="csY667" fmla="*/ 511293 h 561074"/>
              <a:gd name="csX668" fmla="*/ 674272 w 1008380"/>
              <a:gd name="csY668" fmla="*/ 512134 h 561074"/>
              <a:gd name="csX669" fmla="*/ 675284 w 1008380"/>
              <a:gd name="csY669" fmla="*/ 512965 h 561074"/>
              <a:gd name="csX670" fmla="*/ 676290 w 1008380"/>
              <a:gd name="csY670" fmla="*/ 513785 h 561074"/>
              <a:gd name="csX671" fmla="*/ 677302 w 1008380"/>
              <a:gd name="csY671" fmla="*/ 514589 h 561074"/>
              <a:gd name="csX672" fmla="*/ 678308 w 1008380"/>
              <a:gd name="csY672" fmla="*/ 515388 h 561074"/>
              <a:gd name="csX673" fmla="*/ 679320 w 1008380"/>
              <a:gd name="csY673" fmla="*/ 516176 h 561074"/>
              <a:gd name="csX674" fmla="*/ 680327 w 1008380"/>
              <a:gd name="csY674" fmla="*/ 516948 h 561074"/>
              <a:gd name="csX675" fmla="*/ 681339 w 1008380"/>
              <a:gd name="csY675" fmla="*/ 517715 h 561074"/>
              <a:gd name="csX676" fmla="*/ 682345 w 1008380"/>
              <a:gd name="csY676" fmla="*/ 518466 h 561074"/>
              <a:gd name="csX677" fmla="*/ 683357 w 1008380"/>
              <a:gd name="csY677" fmla="*/ 519212 h 561074"/>
              <a:gd name="csX678" fmla="*/ 684363 w 1008380"/>
              <a:gd name="csY678" fmla="*/ 519941 h 561074"/>
              <a:gd name="csX679" fmla="*/ 685375 w 1008380"/>
              <a:gd name="csY679" fmla="*/ 520666 h 561074"/>
              <a:gd name="csX680" fmla="*/ 686387 w 1008380"/>
              <a:gd name="csY680" fmla="*/ 521379 h 561074"/>
              <a:gd name="csX681" fmla="*/ 687394 w 1008380"/>
              <a:gd name="csY681" fmla="*/ 522077 h 561074"/>
              <a:gd name="csX682" fmla="*/ 688405 w 1008380"/>
              <a:gd name="csY682" fmla="*/ 522769 h 561074"/>
              <a:gd name="csX683" fmla="*/ 689412 w 1008380"/>
              <a:gd name="csY683" fmla="*/ 523451 h 561074"/>
              <a:gd name="csX684" fmla="*/ 690424 w 1008380"/>
              <a:gd name="csY684" fmla="*/ 524122 h 561074"/>
              <a:gd name="csX685" fmla="*/ 691430 w 1008380"/>
              <a:gd name="csY685" fmla="*/ 524787 h 561074"/>
              <a:gd name="csX686" fmla="*/ 692442 w 1008380"/>
              <a:gd name="csY686" fmla="*/ 525437 h 561074"/>
              <a:gd name="csX687" fmla="*/ 693448 w 1008380"/>
              <a:gd name="csY687" fmla="*/ 526081 h 561074"/>
              <a:gd name="csX688" fmla="*/ 694460 w 1008380"/>
              <a:gd name="csY688" fmla="*/ 526710 h 561074"/>
              <a:gd name="csX689" fmla="*/ 695467 w 1008380"/>
              <a:gd name="csY689" fmla="*/ 527338 h 561074"/>
              <a:gd name="csX690" fmla="*/ 696479 w 1008380"/>
              <a:gd name="csY690" fmla="*/ 527951 h 561074"/>
              <a:gd name="csX691" fmla="*/ 697490 w 1008380"/>
              <a:gd name="csY691" fmla="*/ 528558 h 561074"/>
              <a:gd name="csX692" fmla="*/ 698497 w 1008380"/>
              <a:gd name="csY692" fmla="*/ 529149 h 561074"/>
              <a:gd name="csX693" fmla="*/ 699509 w 1008380"/>
              <a:gd name="csY693" fmla="*/ 529740 h 561074"/>
              <a:gd name="csX694" fmla="*/ 700515 w 1008380"/>
              <a:gd name="csY694" fmla="*/ 530315 h 561074"/>
              <a:gd name="csX695" fmla="*/ 701527 w 1008380"/>
              <a:gd name="csY695" fmla="*/ 530885 h 561074"/>
              <a:gd name="csX696" fmla="*/ 702534 w 1008380"/>
              <a:gd name="csY696" fmla="*/ 531444 h 561074"/>
              <a:gd name="csX697" fmla="*/ 703545 w 1008380"/>
              <a:gd name="csY697" fmla="*/ 531998 h 561074"/>
              <a:gd name="csX698" fmla="*/ 704552 w 1008380"/>
              <a:gd name="csY698" fmla="*/ 532541 h 561074"/>
              <a:gd name="csX699" fmla="*/ 705564 w 1008380"/>
              <a:gd name="csY699" fmla="*/ 533074 h 561074"/>
              <a:gd name="csX700" fmla="*/ 706570 w 1008380"/>
              <a:gd name="csY700" fmla="*/ 533601 h 561074"/>
              <a:gd name="csX701" fmla="*/ 707582 w 1008380"/>
              <a:gd name="csY701" fmla="*/ 534118 h 561074"/>
              <a:gd name="csX702" fmla="*/ 708594 w 1008380"/>
              <a:gd name="csY702" fmla="*/ 534629 h 561074"/>
              <a:gd name="csX703" fmla="*/ 709600 w 1008380"/>
              <a:gd name="csY703" fmla="*/ 535129 h 561074"/>
              <a:gd name="csX704" fmla="*/ 710612 w 1008380"/>
              <a:gd name="csY704" fmla="*/ 535625 h 561074"/>
              <a:gd name="csX705" fmla="*/ 711619 w 1008380"/>
              <a:gd name="csY705" fmla="*/ 536109 h 561074"/>
              <a:gd name="csX706" fmla="*/ 712630 w 1008380"/>
              <a:gd name="csY706" fmla="*/ 536588 h 561074"/>
              <a:gd name="csX707" fmla="*/ 713637 w 1008380"/>
              <a:gd name="csY707" fmla="*/ 537057 h 561074"/>
              <a:gd name="csX708" fmla="*/ 714649 w 1008380"/>
              <a:gd name="csY708" fmla="*/ 537520 h 561074"/>
              <a:gd name="csX709" fmla="*/ 715655 w 1008380"/>
              <a:gd name="csY709" fmla="*/ 537973 h 561074"/>
              <a:gd name="csX710" fmla="*/ 716667 w 1008380"/>
              <a:gd name="csY710" fmla="*/ 538420 h 561074"/>
              <a:gd name="csX711" fmla="*/ 717674 w 1008380"/>
              <a:gd name="csY711" fmla="*/ 538862 h 561074"/>
              <a:gd name="csX712" fmla="*/ 718685 w 1008380"/>
              <a:gd name="csY712" fmla="*/ 539294 h 561074"/>
              <a:gd name="csX713" fmla="*/ 719697 w 1008380"/>
              <a:gd name="csY713" fmla="*/ 539720 h 561074"/>
              <a:gd name="csX714" fmla="*/ 720704 w 1008380"/>
              <a:gd name="csY714" fmla="*/ 540140 h 561074"/>
              <a:gd name="csX715" fmla="*/ 721716 w 1008380"/>
              <a:gd name="csY715" fmla="*/ 540551 h 561074"/>
              <a:gd name="csX716" fmla="*/ 722722 w 1008380"/>
              <a:gd name="csY716" fmla="*/ 540955 h 561074"/>
              <a:gd name="csX717" fmla="*/ 723734 w 1008380"/>
              <a:gd name="csY717" fmla="*/ 541355 h 561074"/>
              <a:gd name="csX718" fmla="*/ 724740 w 1008380"/>
              <a:gd name="csY718" fmla="*/ 541749 h 561074"/>
              <a:gd name="csX719" fmla="*/ 725752 w 1008380"/>
              <a:gd name="csY719" fmla="*/ 542132 h 561074"/>
              <a:gd name="csX720" fmla="*/ 726759 w 1008380"/>
              <a:gd name="csY720" fmla="*/ 542510 h 561074"/>
              <a:gd name="csX721" fmla="*/ 727771 w 1008380"/>
              <a:gd name="csY721" fmla="*/ 542883 h 561074"/>
              <a:gd name="csX722" fmla="*/ 728777 w 1008380"/>
              <a:gd name="csY722" fmla="*/ 543245 h 561074"/>
              <a:gd name="csX723" fmla="*/ 729789 w 1008380"/>
              <a:gd name="csY723" fmla="*/ 543607 h 561074"/>
              <a:gd name="csX724" fmla="*/ 730795 w 1008380"/>
              <a:gd name="csY724" fmla="*/ 543959 h 561074"/>
              <a:gd name="csX725" fmla="*/ 731807 w 1008380"/>
              <a:gd name="csY725" fmla="*/ 544305 h 561074"/>
              <a:gd name="csX726" fmla="*/ 732819 w 1008380"/>
              <a:gd name="csY726" fmla="*/ 544646 h 561074"/>
              <a:gd name="csX727" fmla="*/ 733825 w 1008380"/>
              <a:gd name="csY727" fmla="*/ 544981 h 561074"/>
              <a:gd name="csX728" fmla="*/ 734837 w 1008380"/>
              <a:gd name="csY728" fmla="*/ 545311 h 561074"/>
              <a:gd name="csX729" fmla="*/ 735844 w 1008380"/>
              <a:gd name="csY729" fmla="*/ 545636 h 561074"/>
              <a:gd name="csX730" fmla="*/ 736856 w 1008380"/>
              <a:gd name="csY730" fmla="*/ 545950 h 561074"/>
              <a:gd name="csX731" fmla="*/ 737862 w 1008380"/>
              <a:gd name="csY731" fmla="*/ 546265 h 561074"/>
              <a:gd name="csX732" fmla="*/ 738874 w 1008380"/>
              <a:gd name="csY732" fmla="*/ 546568 h 561074"/>
              <a:gd name="csX733" fmla="*/ 739880 w 1008380"/>
              <a:gd name="csY733" fmla="*/ 546872 h 561074"/>
              <a:gd name="csX734" fmla="*/ 740892 w 1008380"/>
              <a:gd name="csY734" fmla="*/ 547165 h 561074"/>
              <a:gd name="csX735" fmla="*/ 741899 w 1008380"/>
              <a:gd name="csY735" fmla="*/ 547458 h 561074"/>
              <a:gd name="csX736" fmla="*/ 742911 w 1008380"/>
              <a:gd name="csY736" fmla="*/ 547740 h 561074"/>
              <a:gd name="csX737" fmla="*/ 743922 w 1008380"/>
              <a:gd name="csY737" fmla="*/ 548022 h 561074"/>
              <a:gd name="csX738" fmla="*/ 744929 w 1008380"/>
              <a:gd name="csY738" fmla="*/ 548294 h 561074"/>
              <a:gd name="csX739" fmla="*/ 745941 w 1008380"/>
              <a:gd name="csY739" fmla="*/ 548565 h 561074"/>
              <a:gd name="csX740" fmla="*/ 746947 w 1008380"/>
              <a:gd name="csY740" fmla="*/ 548826 h 561074"/>
              <a:gd name="csX741" fmla="*/ 747959 w 1008380"/>
              <a:gd name="csY741" fmla="*/ 549087 h 561074"/>
              <a:gd name="csX742" fmla="*/ 748965 w 1008380"/>
              <a:gd name="csY742" fmla="*/ 549343 h 561074"/>
              <a:gd name="csX743" fmla="*/ 749977 w 1008380"/>
              <a:gd name="csY743" fmla="*/ 549593 h 561074"/>
              <a:gd name="csX744" fmla="*/ 750984 w 1008380"/>
              <a:gd name="csY744" fmla="*/ 549838 h 561074"/>
              <a:gd name="csX745" fmla="*/ 751996 w 1008380"/>
              <a:gd name="csY745" fmla="*/ 550078 h 561074"/>
              <a:gd name="csX746" fmla="*/ 753002 w 1008380"/>
              <a:gd name="csY746" fmla="*/ 550317 h 561074"/>
              <a:gd name="csX747" fmla="*/ 754014 w 1008380"/>
              <a:gd name="csY747" fmla="*/ 550546 h 561074"/>
              <a:gd name="csX748" fmla="*/ 755026 w 1008380"/>
              <a:gd name="csY748" fmla="*/ 550775 h 561074"/>
              <a:gd name="csX749" fmla="*/ 756032 w 1008380"/>
              <a:gd name="csY749" fmla="*/ 550999 h 561074"/>
              <a:gd name="csX750" fmla="*/ 757044 w 1008380"/>
              <a:gd name="csY750" fmla="*/ 551217 h 561074"/>
              <a:gd name="csX751" fmla="*/ 758051 w 1008380"/>
              <a:gd name="csY751" fmla="*/ 551430 h 561074"/>
              <a:gd name="csX752" fmla="*/ 759062 w 1008380"/>
              <a:gd name="csY752" fmla="*/ 551643 h 561074"/>
              <a:gd name="csX753" fmla="*/ 760069 w 1008380"/>
              <a:gd name="csY753" fmla="*/ 551851 h 561074"/>
              <a:gd name="csX754" fmla="*/ 761081 w 1008380"/>
              <a:gd name="csY754" fmla="*/ 552053 h 561074"/>
              <a:gd name="csX755" fmla="*/ 762087 w 1008380"/>
              <a:gd name="csY755" fmla="*/ 552250 h 561074"/>
              <a:gd name="csX756" fmla="*/ 763099 w 1008380"/>
              <a:gd name="csY756" fmla="*/ 552447 h 561074"/>
              <a:gd name="csX757" fmla="*/ 764106 w 1008380"/>
              <a:gd name="csY757" fmla="*/ 552639 h 561074"/>
              <a:gd name="csX758" fmla="*/ 765117 w 1008380"/>
              <a:gd name="csY758" fmla="*/ 552826 h 561074"/>
              <a:gd name="csX759" fmla="*/ 766129 w 1008380"/>
              <a:gd name="csY759" fmla="*/ 553007 h 561074"/>
              <a:gd name="csX760" fmla="*/ 767136 w 1008380"/>
              <a:gd name="csY760" fmla="*/ 553188 h 561074"/>
              <a:gd name="csX761" fmla="*/ 768147 w 1008380"/>
              <a:gd name="csY761" fmla="*/ 553363 h 561074"/>
              <a:gd name="csX762" fmla="*/ 769154 w 1008380"/>
              <a:gd name="csY762" fmla="*/ 553539 h 561074"/>
              <a:gd name="csX763" fmla="*/ 770166 w 1008380"/>
              <a:gd name="csY763" fmla="*/ 553709 h 561074"/>
              <a:gd name="csX764" fmla="*/ 771172 w 1008380"/>
              <a:gd name="csY764" fmla="*/ 553875 h 561074"/>
              <a:gd name="csX765" fmla="*/ 772184 w 1008380"/>
              <a:gd name="csY765" fmla="*/ 554034 h 561074"/>
              <a:gd name="csX766" fmla="*/ 773191 w 1008380"/>
              <a:gd name="csY766" fmla="*/ 554194 h 561074"/>
              <a:gd name="csX767" fmla="*/ 774202 w 1008380"/>
              <a:gd name="csY767" fmla="*/ 554354 h 561074"/>
              <a:gd name="csX768" fmla="*/ 775209 w 1008380"/>
              <a:gd name="csY768" fmla="*/ 554503 h 561074"/>
              <a:gd name="csX769" fmla="*/ 776221 w 1008380"/>
              <a:gd name="csY769" fmla="*/ 554657 h 561074"/>
              <a:gd name="csX770" fmla="*/ 777227 w 1008380"/>
              <a:gd name="csY770" fmla="*/ 554801 h 561074"/>
              <a:gd name="csX771" fmla="*/ 778239 w 1008380"/>
              <a:gd name="csY771" fmla="*/ 554945 h 561074"/>
              <a:gd name="csX772" fmla="*/ 779251 w 1008380"/>
              <a:gd name="csY772" fmla="*/ 555089 h 561074"/>
              <a:gd name="csX773" fmla="*/ 780257 w 1008380"/>
              <a:gd name="csY773" fmla="*/ 555227 h 561074"/>
              <a:gd name="csX774" fmla="*/ 781269 w 1008380"/>
              <a:gd name="csY774" fmla="*/ 555360 h 561074"/>
              <a:gd name="csX775" fmla="*/ 782276 w 1008380"/>
              <a:gd name="csY775" fmla="*/ 555493 h 561074"/>
              <a:gd name="csX776" fmla="*/ 783288 w 1008380"/>
              <a:gd name="csY776" fmla="*/ 555621 h 561074"/>
              <a:gd name="csX777" fmla="*/ 784294 w 1008380"/>
              <a:gd name="csY777" fmla="*/ 555749 h 561074"/>
              <a:gd name="csX778" fmla="*/ 785306 w 1008380"/>
              <a:gd name="csY778" fmla="*/ 555877 h 561074"/>
              <a:gd name="csX779" fmla="*/ 786312 w 1008380"/>
              <a:gd name="csY779" fmla="*/ 555999 h 561074"/>
              <a:gd name="csX780" fmla="*/ 787324 w 1008380"/>
              <a:gd name="csY780" fmla="*/ 556117 h 561074"/>
              <a:gd name="csX781" fmla="*/ 788331 w 1008380"/>
              <a:gd name="csY781" fmla="*/ 556234 h 561074"/>
              <a:gd name="csX782" fmla="*/ 789342 w 1008380"/>
              <a:gd name="csY782" fmla="*/ 556346 h 561074"/>
              <a:gd name="csX783" fmla="*/ 790354 w 1008380"/>
              <a:gd name="csY783" fmla="*/ 556457 h 561074"/>
              <a:gd name="csX784" fmla="*/ 791361 w 1008380"/>
              <a:gd name="csY784" fmla="*/ 556569 h 561074"/>
              <a:gd name="csX785" fmla="*/ 792373 w 1008380"/>
              <a:gd name="csY785" fmla="*/ 556676 h 561074"/>
              <a:gd name="csX786" fmla="*/ 793379 w 1008380"/>
              <a:gd name="csY786" fmla="*/ 556782 h 561074"/>
              <a:gd name="csX787" fmla="*/ 794391 w 1008380"/>
              <a:gd name="csY787" fmla="*/ 556883 h 561074"/>
              <a:gd name="csX788" fmla="*/ 795397 w 1008380"/>
              <a:gd name="csY788" fmla="*/ 556985 h 561074"/>
              <a:gd name="csX789" fmla="*/ 796409 w 1008380"/>
              <a:gd name="csY789" fmla="*/ 557080 h 561074"/>
              <a:gd name="csX790" fmla="*/ 797416 w 1008380"/>
              <a:gd name="csY790" fmla="*/ 557182 h 561074"/>
              <a:gd name="csX791" fmla="*/ 798428 w 1008380"/>
              <a:gd name="csY791" fmla="*/ 557272 h 561074"/>
              <a:gd name="csX792" fmla="*/ 799434 w 1008380"/>
              <a:gd name="csY792" fmla="*/ 557368 h 561074"/>
              <a:gd name="csX793" fmla="*/ 800446 w 1008380"/>
              <a:gd name="csY793" fmla="*/ 557453 h 561074"/>
              <a:gd name="csX794" fmla="*/ 801458 w 1008380"/>
              <a:gd name="csY794" fmla="*/ 557544 h 561074"/>
              <a:gd name="csX795" fmla="*/ 802464 w 1008380"/>
              <a:gd name="csY795" fmla="*/ 557629 h 561074"/>
              <a:gd name="csX796" fmla="*/ 803476 w 1008380"/>
              <a:gd name="csY796" fmla="*/ 557714 h 561074"/>
              <a:gd name="csX797" fmla="*/ 804482 w 1008380"/>
              <a:gd name="csY797" fmla="*/ 557794 h 561074"/>
              <a:gd name="csX798" fmla="*/ 805494 w 1008380"/>
              <a:gd name="csY798" fmla="*/ 557879 h 561074"/>
              <a:gd name="csX799" fmla="*/ 806501 w 1008380"/>
              <a:gd name="csY799" fmla="*/ 557954 h 561074"/>
              <a:gd name="csX800" fmla="*/ 807513 w 1008380"/>
              <a:gd name="csY800" fmla="*/ 558034 h 561074"/>
              <a:gd name="csX801" fmla="*/ 808519 w 1008380"/>
              <a:gd name="csY801" fmla="*/ 558108 h 561074"/>
              <a:gd name="csX802" fmla="*/ 809531 w 1008380"/>
              <a:gd name="csY802" fmla="*/ 558183 h 561074"/>
              <a:gd name="csX803" fmla="*/ 810537 w 1008380"/>
              <a:gd name="csY803" fmla="*/ 558252 h 561074"/>
              <a:gd name="csX804" fmla="*/ 811549 w 1008380"/>
              <a:gd name="csY804" fmla="*/ 558321 h 561074"/>
              <a:gd name="csX805" fmla="*/ 812561 w 1008380"/>
              <a:gd name="csY805" fmla="*/ 558391 h 561074"/>
              <a:gd name="csX806" fmla="*/ 813568 w 1008380"/>
              <a:gd name="csY806" fmla="*/ 558460 h 561074"/>
              <a:gd name="csX807" fmla="*/ 814579 w 1008380"/>
              <a:gd name="csY807" fmla="*/ 558524 h 561074"/>
              <a:gd name="csX808" fmla="*/ 815586 w 1008380"/>
              <a:gd name="csY808" fmla="*/ 558588 h 561074"/>
              <a:gd name="csX809" fmla="*/ 816598 w 1008380"/>
              <a:gd name="csY809" fmla="*/ 558651 h 561074"/>
              <a:gd name="csX810" fmla="*/ 817604 w 1008380"/>
              <a:gd name="csY810" fmla="*/ 558715 h 561074"/>
              <a:gd name="csX811" fmla="*/ 818616 w 1008380"/>
              <a:gd name="csY811" fmla="*/ 558774 h 561074"/>
              <a:gd name="csX812" fmla="*/ 819623 w 1008380"/>
              <a:gd name="csY812" fmla="*/ 558832 h 561074"/>
              <a:gd name="csX813" fmla="*/ 820634 w 1008380"/>
              <a:gd name="csY813" fmla="*/ 558891 h 561074"/>
              <a:gd name="csX814" fmla="*/ 821641 w 1008380"/>
              <a:gd name="csY814" fmla="*/ 558944 h 561074"/>
              <a:gd name="csX815" fmla="*/ 822653 w 1008380"/>
              <a:gd name="csY815" fmla="*/ 558998 h 561074"/>
              <a:gd name="csX816" fmla="*/ 823664 w 1008380"/>
              <a:gd name="csY816" fmla="*/ 559051 h 561074"/>
              <a:gd name="csX817" fmla="*/ 824671 w 1008380"/>
              <a:gd name="csY817" fmla="*/ 559104 h 561074"/>
              <a:gd name="csX818" fmla="*/ 825683 w 1008380"/>
              <a:gd name="csY818" fmla="*/ 559157 h 561074"/>
              <a:gd name="csX819" fmla="*/ 826689 w 1008380"/>
              <a:gd name="csY819" fmla="*/ 559205 h 561074"/>
              <a:gd name="csX820" fmla="*/ 827701 w 1008380"/>
              <a:gd name="csY820" fmla="*/ 559253 h 561074"/>
              <a:gd name="csX821" fmla="*/ 828708 w 1008380"/>
              <a:gd name="csY821" fmla="*/ 559301 h 561074"/>
              <a:gd name="csX822" fmla="*/ 829719 w 1008380"/>
              <a:gd name="csY822" fmla="*/ 559349 h 561074"/>
              <a:gd name="csX823" fmla="*/ 830726 w 1008380"/>
              <a:gd name="csY823" fmla="*/ 559392 h 561074"/>
              <a:gd name="csX824" fmla="*/ 831738 w 1008380"/>
              <a:gd name="csY824" fmla="*/ 559434 h 561074"/>
              <a:gd name="csX825" fmla="*/ 832744 w 1008380"/>
              <a:gd name="csY825" fmla="*/ 559477 h 561074"/>
              <a:gd name="csX826" fmla="*/ 833756 w 1008380"/>
              <a:gd name="csY826" fmla="*/ 559519 h 561074"/>
              <a:gd name="csX827" fmla="*/ 834763 w 1008380"/>
              <a:gd name="csY827" fmla="*/ 559562 h 561074"/>
              <a:gd name="csX828" fmla="*/ 835774 w 1008380"/>
              <a:gd name="csY828" fmla="*/ 559599 h 561074"/>
              <a:gd name="csX829" fmla="*/ 836786 w 1008380"/>
              <a:gd name="csY829" fmla="*/ 559642 h 561074"/>
              <a:gd name="csX830" fmla="*/ 837793 w 1008380"/>
              <a:gd name="csY830" fmla="*/ 559679 h 561074"/>
              <a:gd name="csX831" fmla="*/ 838805 w 1008380"/>
              <a:gd name="csY831" fmla="*/ 559717 h 561074"/>
              <a:gd name="csX832" fmla="*/ 839811 w 1008380"/>
              <a:gd name="csY832" fmla="*/ 559754 h 561074"/>
              <a:gd name="csX833" fmla="*/ 840823 w 1008380"/>
              <a:gd name="csY833" fmla="*/ 559786 h 561074"/>
              <a:gd name="csX834" fmla="*/ 841829 w 1008380"/>
              <a:gd name="csY834" fmla="*/ 559823 h 561074"/>
              <a:gd name="csX835" fmla="*/ 842841 w 1008380"/>
              <a:gd name="csY835" fmla="*/ 559855 h 561074"/>
              <a:gd name="csX836" fmla="*/ 843848 w 1008380"/>
              <a:gd name="csY836" fmla="*/ 559887 h 561074"/>
              <a:gd name="csX837" fmla="*/ 844859 w 1008380"/>
              <a:gd name="csY837" fmla="*/ 559919 h 561074"/>
              <a:gd name="csX838" fmla="*/ 845866 w 1008380"/>
              <a:gd name="csY838" fmla="*/ 559951 h 561074"/>
              <a:gd name="csX839" fmla="*/ 846878 w 1008380"/>
              <a:gd name="csY839" fmla="*/ 559983 h 561074"/>
              <a:gd name="csX840" fmla="*/ 847890 w 1008380"/>
              <a:gd name="csY840" fmla="*/ 560009 h 561074"/>
              <a:gd name="csX841" fmla="*/ 848896 w 1008380"/>
              <a:gd name="csY841" fmla="*/ 560041 h 561074"/>
              <a:gd name="csX842" fmla="*/ 849908 w 1008380"/>
              <a:gd name="csY842" fmla="*/ 560068 h 561074"/>
              <a:gd name="csX843" fmla="*/ 850914 w 1008380"/>
              <a:gd name="csY843" fmla="*/ 560095 h 561074"/>
              <a:gd name="csX844" fmla="*/ 851926 w 1008380"/>
              <a:gd name="csY844" fmla="*/ 560121 h 561074"/>
              <a:gd name="csX845" fmla="*/ 852933 w 1008380"/>
              <a:gd name="csY845" fmla="*/ 560148 h 561074"/>
              <a:gd name="csX846" fmla="*/ 853945 w 1008380"/>
              <a:gd name="csY846" fmla="*/ 560174 h 561074"/>
              <a:gd name="csX847" fmla="*/ 854951 w 1008380"/>
              <a:gd name="csY847" fmla="*/ 560201 h 561074"/>
              <a:gd name="csX848" fmla="*/ 855963 w 1008380"/>
              <a:gd name="csY848" fmla="*/ 560222 h 561074"/>
              <a:gd name="csX849" fmla="*/ 856969 w 1008380"/>
              <a:gd name="csY849" fmla="*/ 560249 h 561074"/>
              <a:gd name="csX850" fmla="*/ 857981 w 1008380"/>
              <a:gd name="csY850" fmla="*/ 560270 h 561074"/>
              <a:gd name="csX851" fmla="*/ 858993 w 1008380"/>
              <a:gd name="csY851" fmla="*/ 560292 h 561074"/>
              <a:gd name="csX852" fmla="*/ 859999 w 1008380"/>
              <a:gd name="csY852" fmla="*/ 560313 h 561074"/>
              <a:gd name="csX853" fmla="*/ 861011 w 1008380"/>
              <a:gd name="csY853" fmla="*/ 560334 h 561074"/>
              <a:gd name="csX854" fmla="*/ 862018 w 1008380"/>
              <a:gd name="csY854" fmla="*/ 560356 h 561074"/>
              <a:gd name="csX855" fmla="*/ 863030 w 1008380"/>
              <a:gd name="csY855" fmla="*/ 560377 h 561074"/>
              <a:gd name="csX856" fmla="*/ 864036 w 1008380"/>
              <a:gd name="csY856" fmla="*/ 560398 h 561074"/>
              <a:gd name="csX857" fmla="*/ 865048 w 1008380"/>
              <a:gd name="csY857" fmla="*/ 560414 h 561074"/>
              <a:gd name="csX858" fmla="*/ 866054 w 1008380"/>
              <a:gd name="csY858" fmla="*/ 560435 h 561074"/>
              <a:gd name="csX859" fmla="*/ 867066 w 1008380"/>
              <a:gd name="csY859" fmla="*/ 560451 h 561074"/>
              <a:gd name="csX860" fmla="*/ 868073 w 1008380"/>
              <a:gd name="csY860" fmla="*/ 560467 h 561074"/>
              <a:gd name="csX861" fmla="*/ 869085 w 1008380"/>
              <a:gd name="csY861" fmla="*/ 560489 h 561074"/>
              <a:gd name="csX862" fmla="*/ 870096 w 1008380"/>
              <a:gd name="csY862" fmla="*/ 560505 h 561074"/>
              <a:gd name="csX863" fmla="*/ 871103 w 1008380"/>
              <a:gd name="csY863" fmla="*/ 560521 h 561074"/>
              <a:gd name="csX864" fmla="*/ 872115 w 1008380"/>
              <a:gd name="csY864" fmla="*/ 560537 h 561074"/>
              <a:gd name="csX865" fmla="*/ 873121 w 1008380"/>
              <a:gd name="csY865" fmla="*/ 560553 h 561074"/>
              <a:gd name="csX866" fmla="*/ 874133 w 1008380"/>
              <a:gd name="csY866" fmla="*/ 560569 h 561074"/>
              <a:gd name="csX867" fmla="*/ 875140 w 1008380"/>
              <a:gd name="csY867" fmla="*/ 560579 h 561074"/>
              <a:gd name="csX868" fmla="*/ 876151 w 1008380"/>
              <a:gd name="csY868" fmla="*/ 560595 h 561074"/>
              <a:gd name="csX869" fmla="*/ 877158 w 1008380"/>
              <a:gd name="csY869" fmla="*/ 560611 h 561074"/>
              <a:gd name="csX870" fmla="*/ 878170 w 1008380"/>
              <a:gd name="csY870" fmla="*/ 560622 h 561074"/>
              <a:gd name="csX871" fmla="*/ 879176 w 1008380"/>
              <a:gd name="csY871" fmla="*/ 560638 h 561074"/>
              <a:gd name="csX872" fmla="*/ 880188 w 1008380"/>
              <a:gd name="csY872" fmla="*/ 560648 h 561074"/>
              <a:gd name="csX873" fmla="*/ 881195 w 1008380"/>
              <a:gd name="csY873" fmla="*/ 560659 h 561074"/>
              <a:gd name="csX874" fmla="*/ 882206 w 1008380"/>
              <a:gd name="csY874" fmla="*/ 560675 h 561074"/>
              <a:gd name="csX875" fmla="*/ 883218 w 1008380"/>
              <a:gd name="csY875" fmla="*/ 560686 h 561074"/>
              <a:gd name="csX876" fmla="*/ 884225 w 1008380"/>
              <a:gd name="csY876" fmla="*/ 560696 h 561074"/>
              <a:gd name="csX877" fmla="*/ 885236 w 1008380"/>
              <a:gd name="csY877" fmla="*/ 560707 h 561074"/>
              <a:gd name="csX878" fmla="*/ 886243 w 1008380"/>
              <a:gd name="csY878" fmla="*/ 560718 h 561074"/>
              <a:gd name="csX879" fmla="*/ 887255 w 1008380"/>
              <a:gd name="csY879" fmla="*/ 560728 h 561074"/>
              <a:gd name="csX880" fmla="*/ 888261 w 1008380"/>
              <a:gd name="csY880" fmla="*/ 560739 h 561074"/>
              <a:gd name="csX881" fmla="*/ 889273 w 1008380"/>
              <a:gd name="csY881" fmla="*/ 560750 h 561074"/>
              <a:gd name="csX882" fmla="*/ 890280 w 1008380"/>
              <a:gd name="csY882" fmla="*/ 560760 h 561074"/>
              <a:gd name="csX883" fmla="*/ 891291 w 1008380"/>
              <a:gd name="csY883" fmla="*/ 560771 h 561074"/>
              <a:gd name="csX884" fmla="*/ 892298 w 1008380"/>
              <a:gd name="csY884" fmla="*/ 560776 h 561074"/>
              <a:gd name="csX885" fmla="*/ 893310 w 1008380"/>
              <a:gd name="csY885" fmla="*/ 560787 h 561074"/>
              <a:gd name="csX886" fmla="*/ 894322 w 1008380"/>
              <a:gd name="csY886" fmla="*/ 560798 h 561074"/>
              <a:gd name="csX887" fmla="*/ 895328 w 1008380"/>
              <a:gd name="csY887" fmla="*/ 560803 h 561074"/>
              <a:gd name="csX888" fmla="*/ 896340 w 1008380"/>
              <a:gd name="csY888" fmla="*/ 560814 h 561074"/>
              <a:gd name="csX889" fmla="*/ 897346 w 1008380"/>
              <a:gd name="csY889" fmla="*/ 560819 h 561074"/>
              <a:gd name="csX890" fmla="*/ 898358 w 1008380"/>
              <a:gd name="csY890" fmla="*/ 560830 h 561074"/>
              <a:gd name="csX891" fmla="*/ 899365 w 1008380"/>
              <a:gd name="csY891" fmla="*/ 560835 h 561074"/>
              <a:gd name="csX892" fmla="*/ 900376 w 1008380"/>
              <a:gd name="csY892" fmla="*/ 560845 h 561074"/>
              <a:gd name="csX893" fmla="*/ 901383 w 1008380"/>
              <a:gd name="csY893" fmla="*/ 560851 h 561074"/>
              <a:gd name="csX894" fmla="*/ 902395 w 1008380"/>
              <a:gd name="csY894" fmla="*/ 560856 h 561074"/>
              <a:gd name="csX895" fmla="*/ 903401 w 1008380"/>
              <a:gd name="csY895" fmla="*/ 560867 h 561074"/>
              <a:gd name="csX896" fmla="*/ 904413 w 1008380"/>
              <a:gd name="csY896" fmla="*/ 560872 h 561074"/>
              <a:gd name="csX897" fmla="*/ 905425 w 1008380"/>
              <a:gd name="csY897" fmla="*/ 560877 h 561074"/>
              <a:gd name="csX898" fmla="*/ 906431 w 1008380"/>
              <a:gd name="csY898" fmla="*/ 560883 h 561074"/>
              <a:gd name="csX899" fmla="*/ 907443 w 1008380"/>
              <a:gd name="csY899" fmla="*/ 560888 h 561074"/>
              <a:gd name="csX900" fmla="*/ 908450 w 1008380"/>
              <a:gd name="csY900" fmla="*/ 560893 h 561074"/>
              <a:gd name="csX901" fmla="*/ 909462 w 1008380"/>
              <a:gd name="csY901" fmla="*/ 560899 h 561074"/>
              <a:gd name="csX902" fmla="*/ 910468 w 1008380"/>
              <a:gd name="csY902" fmla="*/ 560904 h 561074"/>
              <a:gd name="csX903" fmla="*/ 911480 w 1008380"/>
              <a:gd name="csY903" fmla="*/ 560915 h 561074"/>
              <a:gd name="csX904" fmla="*/ 912486 w 1008380"/>
              <a:gd name="csY904" fmla="*/ 560915 h 561074"/>
              <a:gd name="csX905" fmla="*/ 913498 w 1008380"/>
              <a:gd name="csY905" fmla="*/ 560920 h 561074"/>
              <a:gd name="csX906" fmla="*/ 914505 w 1008380"/>
              <a:gd name="csY906" fmla="*/ 560925 h 561074"/>
              <a:gd name="csX907" fmla="*/ 915517 w 1008380"/>
              <a:gd name="csY907" fmla="*/ 560931 h 561074"/>
              <a:gd name="csX908" fmla="*/ 916528 w 1008380"/>
              <a:gd name="csY908" fmla="*/ 560936 h 561074"/>
              <a:gd name="csX909" fmla="*/ 917535 w 1008380"/>
              <a:gd name="csY909" fmla="*/ 560941 h 561074"/>
              <a:gd name="csX910" fmla="*/ 918547 w 1008380"/>
              <a:gd name="csY910" fmla="*/ 560947 h 561074"/>
              <a:gd name="csX911" fmla="*/ 919553 w 1008380"/>
              <a:gd name="csY911" fmla="*/ 560952 h 561074"/>
              <a:gd name="csX912" fmla="*/ 920565 w 1008380"/>
              <a:gd name="csY912" fmla="*/ 560952 h 561074"/>
              <a:gd name="csX913" fmla="*/ 921571 w 1008380"/>
              <a:gd name="csY913" fmla="*/ 560957 h 561074"/>
              <a:gd name="csX914" fmla="*/ 922583 w 1008380"/>
              <a:gd name="csY914" fmla="*/ 560963 h 561074"/>
              <a:gd name="csX915" fmla="*/ 923590 w 1008380"/>
              <a:gd name="csY915" fmla="*/ 560968 h 561074"/>
              <a:gd name="csX916" fmla="*/ 924602 w 1008380"/>
              <a:gd name="csY916" fmla="*/ 560968 h 561074"/>
              <a:gd name="csX917" fmla="*/ 925608 w 1008380"/>
              <a:gd name="csY917" fmla="*/ 560973 h 561074"/>
              <a:gd name="csX918" fmla="*/ 926620 w 1008380"/>
              <a:gd name="csY918" fmla="*/ 560979 h 561074"/>
              <a:gd name="csX919" fmla="*/ 927626 w 1008380"/>
              <a:gd name="csY919" fmla="*/ 560979 h 561074"/>
              <a:gd name="csX920" fmla="*/ 928638 w 1008380"/>
              <a:gd name="csY920" fmla="*/ 560984 h 561074"/>
              <a:gd name="csX921" fmla="*/ 929650 w 1008380"/>
              <a:gd name="csY921" fmla="*/ 560984 h 561074"/>
              <a:gd name="csX922" fmla="*/ 930657 w 1008380"/>
              <a:gd name="csY922" fmla="*/ 560989 h 561074"/>
              <a:gd name="csX923" fmla="*/ 931668 w 1008380"/>
              <a:gd name="csY923" fmla="*/ 560989 h 561074"/>
              <a:gd name="csX924" fmla="*/ 932675 w 1008380"/>
              <a:gd name="csY924" fmla="*/ 560995 h 561074"/>
              <a:gd name="csX925" fmla="*/ 933687 w 1008380"/>
              <a:gd name="csY925" fmla="*/ 561000 h 561074"/>
              <a:gd name="csX926" fmla="*/ 934693 w 1008380"/>
              <a:gd name="csY926" fmla="*/ 561000 h 561074"/>
              <a:gd name="csX927" fmla="*/ 935705 w 1008380"/>
              <a:gd name="csY927" fmla="*/ 561005 h 561074"/>
              <a:gd name="csX928" fmla="*/ 936712 w 1008380"/>
              <a:gd name="csY928" fmla="*/ 561005 h 561074"/>
              <a:gd name="csX929" fmla="*/ 937723 w 1008380"/>
              <a:gd name="csY929" fmla="*/ 561005 h 561074"/>
              <a:gd name="csX930" fmla="*/ 938730 w 1008380"/>
              <a:gd name="csY930" fmla="*/ 561011 h 561074"/>
              <a:gd name="csX931" fmla="*/ 939742 w 1008380"/>
              <a:gd name="csY931" fmla="*/ 561011 h 561074"/>
              <a:gd name="csX932" fmla="*/ 940753 w 1008380"/>
              <a:gd name="csY932" fmla="*/ 561016 h 561074"/>
              <a:gd name="csX933" fmla="*/ 941760 w 1008380"/>
              <a:gd name="csY933" fmla="*/ 561016 h 561074"/>
              <a:gd name="csX934" fmla="*/ 942772 w 1008380"/>
              <a:gd name="csY934" fmla="*/ 561021 h 561074"/>
              <a:gd name="csX935" fmla="*/ 943778 w 1008380"/>
              <a:gd name="csY935" fmla="*/ 561021 h 561074"/>
              <a:gd name="csX936" fmla="*/ 944790 w 1008380"/>
              <a:gd name="csY936" fmla="*/ 561021 h 561074"/>
              <a:gd name="csX937" fmla="*/ 945797 w 1008380"/>
              <a:gd name="csY937" fmla="*/ 561027 h 561074"/>
              <a:gd name="csX938" fmla="*/ 946808 w 1008380"/>
              <a:gd name="csY938" fmla="*/ 561027 h 561074"/>
              <a:gd name="csX939" fmla="*/ 947815 w 1008380"/>
              <a:gd name="csY939" fmla="*/ 561027 h 561074"/>
              <a:gd name="csX940" fmla="*/ 948827 w 1008380"/>
              <a:gd name="csY940" fmla="*/ 561032 h 561074"/>
              <a:gd name="csX941" fmla="*/ 949833 w 1008380"/>
              <a:gd name="csY941" fmla="*/ 561032 h 561074"/>
              <a:gd name="csX942" fmla="*/ 950845 w 1008380"/>
              <a:gd name="csY942" fmla="*/ 561032 h 561074"/>
              <a:gd name="csX943" fmla="*/ 951857 w 1008380"/>
              <a:gd name="csY943" fmla="*/ 561037 h 561074"/>
              <a:gd name="csX944" fmla="*/ 952863 w 1008380"/>
              <a:gd name="csY944" fmla="*/ 561037 h 561074"/>
              <a:gd name="csX945" fmla="*/ 953875 w 1008380"/>
              <a:gd name="csY945" fmla="*/ 561037 h 561074"/>
              <a:gd name="csX946" fmla="*/ 954882 w 1008380"/>
              <a:gd name="csY946" fmla="*/ 561037 h 561074"/>
              <a:gd name="csX947" fmla="*/ 955893 w 1008380"/>
              <a:gd name="csY947" fmla="*/ 561043 h 561074"/>
              <a:gd name="csX948" fmla="*/ 956900 w 1008380"/>
              <a:gd name="csY948" fmla="*/ 561043 h 561074"/>
              <a:gd name="csX949" fmla="*/ 957912 w 1008380"/>
              <a:gd name="csY949" fmla="*/ 561043 h 561074"/>
              <a:gd name="csX950" fmla="*/ 958918 w 1008380"/>
              <a:gd name="csY950" fmla="*/ 561043 h 561074"/>
              <a:gd name="csX951" fmla="*/ 959930 w 1008380"/>
              <a:gd name="csY951" fmla="*/ 561048 h 561074"/>
              <a:gd name="csX952" fmla="*/ 960937 w 1008380"/>
              <a:gd name="csY952" fmla="*/ 561048 h 561074"/>
              <a:gd name="csX953" fmla="*/ 961948 w 1008380"/>
              <a:gd name="csY953" fmla="*/ 561048 h 561074"/>
              <a:gd name="csX954" fmla="*/ 962960 w 1008380"/>
              <a:gd name="csY954" fmla="*/ 561048 h 561074"/>
              <a:gd name="csX955" fmla="*/ 963967 w 1008380"/>
              <a:gd name="csY955" fmla="*/ 561053 h 561074"/>
              <a:gd name="csX956" fmla="*/ 964978 w 1008380"/>
              <a:gd name="csY956" fmla="*/ 561053 h 561074"/>
              <a:gd name="csX957" fmla="*/ 965985 w 1008380"/>
              <a:gd name="csY957" fmla="*/ 561053 h 561074"/>
              <a:gd name="csX958" fmla="*/ 966997 w 1008380"/>
              <a:gd name="csY958" fmla="*/ 561053 h 561074"/>
              <a:gd name="csX959" fmla="*/ 968003 w 1008380"/>
              <a:gd name="csY959" fmla="*/ 561053 h 561074"/>
              <a:gd name="csX960" fmla="*/ 969015 w 1008380"/>
              <a:gd name="csY960" fmla="*/ 561053 h 561074"/>
              <a:gd name="csX961" fmla="*/ 970022 w 1008380"/>
              <a:gd name="csY961" fmla="*/ 561059 h 561074"/>
              <a:gd name="csX962" fmla="*/ 971034 w 1008380"/>
              <a:gd name="csY962" fmla="*/ 561059 h 561074"/>
              <a:gd name="csX963" fmla="*/ 972040 w 1008380"/>
              <a:gd name="csY963" fmla="*/ 561059 h 561074"/>
              <a:gd name="csX964" fmla="*/ 973052 w 1008380"/>
              <a:gd name="csY964" fmla="*/ 561059 h 561074"/>
              <a:gd name="csX965" fmla="*/ 974058 w 1008380"/>
              <a:gd name="csY965" fmla="*/ 561059 h 561074"/>
              <a:gd name="csX966" fmla="*/ 975070 w 1008380"/>
              <a:gd name="csY966" fmla="*/ 561059 h 561074"/>
              <a:gd name="csX967" fmla="*/ 976082 w 1008380"/>
              <a:gd name="csY967" fmla="*/ 561059 h 561074"/>
              <a:gd name="csX968" fmla="*/ 977088 w 1008380"/>
              <a:gd name="csY968" fmla="*/ 561064 h 561074"/>
              <a:gd name="csX969" fmla="*/ 978100 w 1008380"/>
              <a:gd name="csY969" fmla="*/ 561064 h 561074"/>
              <a:gd name="csX970" fmla="*/ 979107 w 1008380"/>
              <a:gd name="csY970" fmla="*/ 561064 h 561074"/>
              <a:gd name="csX971" fmla="*/ 980118 w 1008380"/>
              <a:gd name="csY971" fmla="*/ 561064 h 561074"/>
              <a:gd name="csX972" fmla="*/ 981125 w 1008380"/>
              <a:gd name="csY972" fmla="*/ 561064 h 561074"/>
              <a:gd name="csX973" fmla="*/ 982137 w 1008380"/>
              <a:gd name="csY973" fmla="*/ 561064 h 561074"/>
              <a:gd name="csX974" fmla="*/ 983143 w 1008380"/>
              <a:gd name="csY974" fmla="*/ 561064 h 561074"/>
              <a:gd name="csX975" fmla="*/ 984155 w 1008380"/>
              <a:gd name="csY975" fmla="*/ 561064 h 561074"/>
              <a:gd name="csX976" fmla="*/ 985162 w 1008380"/>
              <a:gd name="csY976" fmla="*/ 561069 h 561074"/>
              <a:gd name="csX977" fmla="*/ 986174 w 1008380"/>
              <a:gd name="csY977" fmla="*/ 561069 h 561074"/>
              <a:gd name="csX978" fmla="*/ 987185 w 1008380"/>
              <a:gd name="csY978" fmla="*/ 561069 h 561074"/>
              <a:gd name="csX979" fmla="*/ 988192 w 1008380"/>
              <a:gd name="csY979" fmla="*/ 561069 h 561074"/>
              <a:gd name="csX980" fmla="*/ 989204 w 1008380"/>
              <a:gd name="csY980" fmla="*/ 561069 h 561074"/>
              <a:gd name="csX981" fmla="*/ 990210 w 1008380"/>
              <a:gd name="csY981" fmla="*/ 561069 h 561074"/>
              <a:gd name="csX982" fmla="*/ 991222 w 1008380"/>
              <a:gd name="csY982" fmla="*/ 561069 h 561074"/>
              <a:gd name="csX983" fmla="*/ 992229 w 1008380"/>
              <a:gd name="csY983" fmla="*/ 561069 h 561074"/>
              <a:gd name="csX984" fmla="*/ 993240 w 1008380"/>
              <a:gd name="csY984" fmla="*/ 561069 h 561074"/>
              <a:gd name="csX985" fmla="*/ 994247 w 1008380"/>
              <a:gd name="csY985" fmla="*/ 561069 h 561074"/>
              <a:gd name="csX986" fmla="*/ 995259 w 1008380"/>
              <a:gd name="csY986" fmla="*/ 561069 h 561074"/>
              <a:gd name="csX987" fmla="*/ 996265 w 1008380"/>
              <a:gd name="csY987" fmla="*/ 561069 h 561074"/>
              <a:gd name="csX988" fmla="*/ 997277 w 1008380"/>
              <a:gd name="csY988" fmla="*/ 561075 h 561074"/>
              <a:gd name="csX989" fmla="*/ 998289 w 1008380"/>
              <a:gd name="csY989" fmla="*/ 561075 h 561074"/>
              <a:gd name="csX990" fmla="*/ 999295 w 1008380"/>
              <a:gd name="csY990" fmla="*/ 561075 h 561074"/>
              <a:gd name="csX991" fmla="*/ 1000307 w 1008380"/>
              <a:gd name="csY991" fmla="*/ 561075 h 561074"/>
              <a:gd name="csX992" fmla="*/ 1001313 w 1008380"/>
              <a:gd name="csY992" fmla="*/ 561075 h 561074"/>
              <a:gd name="csX993" fmla="*/ 1002325 w 1008380"/>
              <a:gd name="csY993" fmla="*/ 561075 h 561074"/>
              <a:gd name="csX994" fmla="*/ 1003332 w 1008380"/>
              <a:gd name="csY994" fmla="*/ 561075 h 561074"/>
              <a:gd name="csX995" fmla="*/ 1004344 w 1008380"/>
              <a:gd name="csY995" fmla="*/ 561075 h 561074"/>
              <a:gd name="csX996" fmla="*/ 1005350 w 1008380"/>
              <a:gd name="csY996" fmla="*/ 561075 h 561074"/>
              <a:gd name="csX997" fmla="*/ 1006362 w 1008380"/>
              <a:gd name="csY997" fmla="*/ 561075 h 561074"/>
              <a:gd name="csX998" fmla="*/ 1007369 w 1008380"/>
              <a:gd name="csY998" fmla="*/ 561075 h 561074"/>
              <a:gd name="csX999" fmla="*/ 1008380 w 1008380"/>
              <a:gd name="csY999" fmla="*/ 561075 h 5610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</a:cxnLst>
            <a:rect l="l" t="t" r="r" b="b"/>
            <a:pathLst>
              <a:path w="1008380" h="561074">
                <a:moveTo>
                  <a:pt x="0" y="554013"/>
                </a:moveTo>
                <a:lnTo>
                  <a:pt x="1009" y="553848"/>
                </a:lnTo>
                <a:lnTo>
                  <a:pt x="2019" y="553683"/>
                </a:lnTo>
                <a:lnTo>
                  <a:pt x="3028" y="553512"/>
                </a:lnTo>
                <a:lnTo>
                  <a:pt x="4037" y="553342"/>
                </a:lnTo>
                <a:lnTo>
                  <a:pt x="5047" y="553161"/>
                </a:lnTo>
                <a:lnTo>
                  <a:pt x="6056" y="552980"/>
                </a:lnTo>
                <a:lnTo>
                  <a:pt x="7066" y="552799"/>
                </a:lnTo>
                <a:lnTo>
                  <a:pt x="8075" y="552612"/>
                </a:lnTo>
                <a:lnTo>
                  <a:pt x="9085" y="552421"/>
                </a:lnTo>
                <a:lnTo>
                  <a:pt x="10094" y="552224"/>
                </a:lnTo>
                <a:lnTo>
                  <a:pt x="11103" y="552021"/>
                </a:lnTo>
                <a:lnTo>
                  <a:pt x="12113" y="551819"/>
                </a:lnTo>
                <a:lnTo>
                  <a:pt x="13122" y="551611"/>
                </a:lnTo>
                <a:lnTo>
                  <a:pt x="14131" y="551404"/>
                </a:lnTo>
                <a:lnTo>
                  <a:pt x="15141" y="551185"/>
                </a:lnTo>
                <a:lnTo>
                  <a:pt x="16150" y="550967"/>
                </a:lnTo>
                <a:lnTo>
                  <a:pt x="17159" y="550743"/>
                </a:lnTo>
                <a:lnTo>
                  <a:pt x="18169" y="550514"/>
                </a:lnTo>
                <a:lnTo>
                  <a:pt x="19178" y="550285"/>
                </a:lnTo>
                <a:lnTo>
                  <a:pt x="20187" y="550046"/>
                </a:lnTo>
                <a:lnTo>
                  <a:pt x="21197" y="549806"/>
                </a:lnTo>
                <a:lnTo>
                  <a:pt x="22206" y="549556"/>
                </a:lnTo>
                <a:lnTo>
                  <a:pt x="23216" y="549305"/>
                </a:lnTo>
                <a:lnTo>
                  <a:pt x="24225" y="549050"/>
                </a:lnTo>
                <a:lnTo>
                  <a:pt x="25235" y="548789"/>
                </a:lnTo>
                <a:lnTo>
                  <a:pt x="26244" y="548528"/>
                </a:lnTo>
                <a:lnTo>
                  <a:pt x="27253" y="548256"/>
                </a:lnTo>
                <a:lnTo>
                  <a:pt x="28263" y="547979"/>
                </a:lnTo>
                <a:lnTo>
                  <a:pt x="29272" y="547702"/>
                </a:lnTo>
                <a:lnTo>
                  <a:pt x="30282" y="547415"/>
                </a:lnTo>
                <a:lnTo>
                  <a:pt x="31291" y="547122"/>
                </a:lnTo>
                <a:lnTo>
                  <a:pt x="32301" y="546829"/>
                </a:lnTo>
                <a:lnTo>
                  <a:pt x="33310" y="546526"/>
                </a:lnTo>
                <a:lnTo>
                  <a:pt x="34319" y="546222"/>
                </a:lnTo>
                <a:lnTo>
                  <a:pt x="35329" y="545908"/>
                </a:lnTo>
                <a:lnTo>
                  <a:pt x="36338" y="545588"/>
                </a:lnTo>
                <a:lnTo>
                  <a:pt x="37347" y="545263"/>
                </a:lnTo>
                <a:lnTo>
                  <a:pt x="38357" y="544933"/>
                </a:lnTo>
                <a:lnTo>
                  <a:pt x="39366" y="544598"/>
                </a:lnTo>
                <a:lnTo>
                  <a:pt x="40375" y="544257"/>
                </a:lnTo>
                <a:lnTo>
                  <a:pt x="41385" y="543911"/>
                </a:lnTo>
                <a:lnTo>
                  <a:pt x="42394" y="543554"/>
                </a:lnTo>
                <a:lnTo>
                  <a:pt x="43403" y="543197"/>
                </a:lnTo>
                <a:lnTo>
                  <a:pt x="44413" y="542830"/>
                </a:lnTo>
                <a:lnTo>
                  <a:pt x="45422" y="542457"/>
                </a:lnTo>
                <a:lnTo>
                  <a:pt x="46432" y="542079"/>
                </a:lnTo>
                <a:lnTo>
                  <a:pt x="47441" y="541690"/>
                </a:lnTo>
                <a:lnTo>
                  <a:pt x="48451" y="541301"/>
                </a:lnTo>
                <a:lnTo>
                  <a:pt x="49460" y="540902"/>
                </a:lnTo>
                <a:lnTo>
                  <a:pt x="50469" y="540497"/>
                </a:lnTo>
                <a:lnTo>
                  <a:pt x="51479" y="540082"/>
                </a:lnTo>
                <a:lnTo>
                  <a:pt x="52488" y="539661"/>
                </a:lnTo>
                <a:lnTo>
                  <a:pt x="53498" y="539235"/>
                </a:lnTo>
                <a:lnTo>
                  <a:pt x="54507" y="538804"/>
                </a:lnTo>
                <a:lnTo>
                  <a:pt x="55516" y="538362"/>
                </a:lnTo>
                <a:lnTo>
                  <a:pt x="56526" y="537909"/>
                </a:lnTo>
                <a:lnTo>
                  <a:pt x="57535" y="537456"/>
                </a:lnTo>
                <a:lnTo>
                  <a:pt x="58544" y="536993"/>
                </a:lnTo>
                <a:lnTo>
                  <a:pt x="59554" y="536519"/>
                </a:lnTo>
                <a:lnTo>
                  <a:pt x="60563" y="536040"/>
                </a:lnTo>
                <a:lnTo>
                  <a:pt x="61572" y="535555"/>
                </a:lnTo>
                <a:lnTo>
                  <a:pt x="62582" y="535060"/>
                </a:lnTo>
                <a:lnTo>
                  <a:pt x="63591" y="534554"/>
                </a:lnTo>
                <a:lnTo>
                  <a:pt x="64601" y="534048"/>
                </a:lnTo>
                <a:lnTo>
                  <a:pt x="65610" y="533526"/>
                </a:lnTo>
                <a:lnTo>
                  <a:pt x="66619" y="532999"/>
                </a:lnTo>
                <a:lnTo>
                  <a:pt x="67629" y="532461"/>
                </a:lnTo>
                <a:lnTo>
                  <a:pt x="68638" y="531918"/>
                </a:lnTo>
                <a:lnTo>
                  <a:pt x="69648" y="531364"/>
                </a:lnTo>
                <a:lnTo>
                  <a:pt x="70657" y="530805"/>
                </a:lnTo>
                <a:lnTo>
                  <a:pt x="71667" y="530235"/>
                </a:lnTo>
                <a:lnTo>
                  <a:pt x="72676" y="529655"/>
                </a:lnTo>
                <a:lnTo>
                  <a:pt x="73685" y="529069"/>
                </a:lnTo>
                <a:lnTo>
                  <a:pt x="74695" y="528473"/>
                </a:lnTo>
                <a:lnTo>
                  <a:pt x="75704" y="527865"/>
                </a:lnTo>
                <a:lnTo>
                  <a:pt x="76714" y="527248"/>
                </a:lnTo>
                <a:lnTo>
                  <a:pt x="77723" y="526625"/>
                </a:lnTo>
                <a:lnTo>
                  <a:pt x="78732" y="525991"/>
                </a:lnTo>
                <a:lnTo>
                  <a:pt x="79742" y="525347"/>
                </a:lnTo>
                <a:lnTo>
                  <a:pt x="80751" y="524692"/>
                </a:lnTo>
                <a:lnTo>
                  <a:pt x="81760" y="524031"/>
                </a:lnTo>
                <a:lnTo>
                  <a:pt x="82770" y="523355"/>
                </a:lnTo>
                <a:lnTo>
                  <a:pt x="83779" y="522673"/>
                </a:lnTo>
                <a:lnTo>
                  <a:pt x="84788" y="521981"/>
                </a:lnTo>
                <a:lnTo>
                  <a:pt x="85798" y="521278"/>
                </a:lnTo>
                <a:lnTo>
                  <a:pt x="86807" y="520564"/>
                </a:lnTo>
                <a:lnTo>
                  <a:pt x="87817" y="519840"/>
                </a:lnTo>
                <a:lnTo>
                  <a:pt x="88826" y="519105"/>
                </a:lnTo>
                <a:lnTo>
                  <a:pt x="89835" y="518360"/>
                </a:lnTo>
                <a:lnTo>
                  <a:pt x="90845" y="517609"/>
                </a:lnTo>
                <a:lnTo>
                  <a:pt x="91854" y="516842"/>
                </a:lnTo>
                <a:lnTo>
                  <a:pt x="92864" y="516064"/>
                </a:lnTo>
                <a:lnTo>
                  <a:pt x="93873" y="515276"/>
                </a:lnTo>
                <a:lnTo>
                  <a:pt x="94883" y="514478"/>
                </a:lnTo>
                <a:lnTo>
                  <a:pt x="95892" y="513668"/>
                </a:lnTo>
                <a:lnTo>
                  <a:pt x="96901" y="512848"/>
                </a:lnTo>
                <a:lnTo>
                  <a:pt x="97911" y="512017"/>
                </a:lnTo>
                <a:lnTo>
                  <a:pt x="98920" y="511170"/>
                </a:lnTo>
                <a:lnTo>
                  <a:pt x="99930" y="510318"/>
                </a:lnTo>
                <a:lnTo>
                  <a:pt x="100939" y="509450"/>
                </a:lnTo>
                <a:lnTo>
                  <a:pt x="101948" y="508572"/>
                </a:lnTo>
                <a:lnTo>
                  <a:pt x="102958" y="507682"/>
                </a:lnTo>
                <a:lnTo>
                  <a:pt x="103967" y="506782"/>
                </a:lnTo>
                <a:lnTo>
                  <a:pt x="104976" y="505866"/>
                </a:lnTo>
                <a:lnTo>
                  <a:pt x="105986" y="504940"/>
                </a:lnTo>
                <a:lnTo>
                  <a:pt x="106995" y="504002"/>
                </a:lnTo>
                <a:lnTo>
                  <a:pt x="108004" y="503055"/>
                </a:lnTo>
                <a:lnTo>
                  <a:pt x="109014" y="502091"/>
                </a:lnTo>
                <a:lnTo>
                  <a:pt x="110023" y="501116"/>
                </a:lnTo>
                <a:lnTo>
                  <a:pt x="111033" y="500131"/>
                </a:lnTo>
                <a:lnTo>
                  <a:pt x="112042" y="499130"/>
                </a:lnTo>
                <a:lnTo>
                  <a:pt x="113051" y="498118"/>
                </a:lnTo>
                <a:lnTo>
                  <a:pt x="114061" y="497096"/>
                </a:lnTo>
                <a:lnTo>
                  <a:pt x="115070" y="496057"/>
                </a:lnTo>
                <a:lnTo>
                  <a:pt x="116080" y="495008"/>
                </a:lnTo>
                <a:lnTo>
                  <a:pt x="117089" y="493943"/>
                </a:lnTo>
                <a:lnTo>
                  <a:pt x="118099" y="492867"/>
                </a:lnTo>
                <a:lnTo>
                  <a:pt x="119108" y="491775"/>
                </a:lnTo>
                <a:lnTo>
                  <a:pt x="120117" y="490673"/>
                </a:lnTo>
                <a:lnTo>
                  <a:pt x="121127" y="489555"/>
                </a:lnTo>
                <a:lnTo>
                  <a:pt x="122136" y="488426"/>
                </a:lnTo>
                <a:lnTo>
                  <a:pt x="123145" y="487286"/>
                </a:lnTo>
                <a:lnTo>
                  <a:pt x="124155" y="486125"/>
                </a:lnTo>
                <a:lnTo>
                  <a:pt x="125164" y="484959"/>
                </a:lnTo>
                <a:lnTo>
                  <a:pt x="126173" y="483777"/>
                </a:lnTo>
                <a:lnTo>
                  <a:pt x="127183" y="482579"/>
                </a:lnTo>
                <a:lnTo>
                  <a:pt x="128192" y="481364"/>
                </a:lnTo>
                <a:lnTo>
                  <a:pt x="129201" y="480139"/>
                </a:lnTo>
                <a:lnTo>
                  <a:pt x="130211" y="478904"/>
                </a:lnTo>
                <a:lnTo>
                  <a:pt x="131220" y="477647"/>
                </a:lnTo>
                <a:lnTo>
                  <a:pt x="132230" y="476380"/>
                </a:lnTo>
                <a:lnTo>
                  <a:pt x="133239" y="475102"/>
                </a:lnTo>
                <a:lnTo>
                  <a:pt x="134249" y="473808"/>
                </a:lnTo>
                <a:lnTo>
                  <a:pt x="135258" y="472498"/>
                </a:lnTo>
                <a:lnTo>
                  <a:pt x="136267" y="471172"/>
                </a:lnTo>
                <a:lnTo>
                  <a:pt x="137277" y="469835"/>
                </a:lnTo>
                <a:lnTo>
                  <a:pt x="138286" y="468482"/>
                </a:lnTo>
                <a:lnTo>
                  <a:pt x="139296" y="467119"/>
                </a:lnTo>
                <a:lnTo>
                  <a:pt x="140305" y="465734"/>
                </a:lnTo>
                <a:lnTo>
                  <a:pt x="141315" y="464339"/>
                </a:lnTo>
                <a:lnTo>
                  <a:pt x="142324" y="462928"/>
                </a:lnTo>
                <a:lnTo>
                  <a:pt x="143333" y="461506"/>
                </a:lnTo>
                <a:lnTo>
                  <a:pt x="144343" y="460063"/>
                </a:lnTo>
                <a:lnTo>
                  <a:pt x="145352" y="458609"/>
                </a:lnTo>
                <a:lnTo>
                  <a:pt x="146361" y="457145"/>
                </a:lnTo>
                <a:lnTo>
                  <a:pt x="147371" y="455659"/>
                </a:lnTo>
                <a:lnTo>
                  <a:pt x="148380" y="454162"/>
                </a:lnTo>
                <a:lnTo>
                  <a:pt x="149389" y="452645"/>
                </a:lnTo>
                <a:lnTo>
                  <a:pt x="150399" y="451122"/>
                </a:lnTo>
                <a:lnTo>
                  <a:pt x="151408" y="449577"/>
                </a:lnTo>
                <a:lnTo>
                  <a:pt x="152417" y="448017"/>
                </a:lnTo>
                <a:lnTo>
                  <a:pt x="153427" y="446446"/>
                </a:lnTo>
                <a:lnTo>
                  <a:pt x="154436" y="444859"/>
                </a:lnTo>
                <a:lnTo>
                  <a:pt x="155446" y="443256"/>
                </a:lnTo>
                <a:lnTo>
                  <a:pt x="156455" y="441637"/>
                </a:lnTo>
                <a:lnTo>
                  <a:pt x="157465" y="440008"/>
                </a:lnTo>
                <a:lnTo>
                  <a:pt x="158474" y="438357"/>
                </a:lnTo>
                <a:lnTo>
                  <a:pt x="159483" y="436695"/>
                </a:lnTo>
                <a:lnTo>
                  <a:pt x="160493" y="435018"/>
                </a:lnTo>
                <a:lnTo>
                  <a:pt x="161502" y="433324"/>
                </a:lnTo>
                <a:lnTo>
                  <a:pt x="162512" y="431620"/>
                </a:lnTo>
                <a:lnTo>
                  <a:pt x="163521" y="429895"/>
                </a:lnTo>
                <a:lnTo>
                  <a:pt x="164531" y="428159"/>
                </a:lnTo>
                <a:lnTo>
                  <a:pt x="165540" y="426407"/>
                </a:lnTo>
                <a:lnTo>
                  <a:pt x="166549" y="424639"/>
                </a:lnTo>
                <a:lnTo>
                  <a:pt x="167559" y="422860"/>
                </a:lnTo>
                <a:lnTo>
                  <a:pt x="168568" y="421060"/>
                </a:lnTo>
                <a:lnTo>
                  <a:pt x="169577" y="419249"/>
                </a:lnTo>
                <a:lnTo>
                  <a:pt x="170587" y="417423"/>
                </a:lnTo>
                <a:lnTo>
                  <a:pt x="171596" y="415580"/>
                </a:lnTo>
                <a:lnTo>
                  <a:pt x="172605" y="413727"/>
                </a:lnTo>
                <a:lnTo>
                  <a:pt x="173615" y="411852"/>
                </a:lnTo>
                <a:lnTo>
                  <a:pt x="174624" y="409967"/>
                </a:lnTo>
                <a:lnTo>
                  <a:pt x="175633" y="408066"/>
                </a:lnTo>
                <a:lnTo>
                  <a:pt x="176643" y="406154"/>
                </a:lnTo>
                <a:lnTo>
                  <a:pt x="177652" y="404221"/>
                </a:lnTo>
                <a:lnTo>
                  <a:pt x="178662" y="402277"/>
                </a:lnTo>
                <a:lnTo>
                  <a:pt x="179671" y="400318"/>
                </a:lnTo>
                <a:lnTo>
                  <a:pt x="180681" y="398347"/>
                </a:lnTo>
                <a:lnTo>
                  <a:pt x="181690" y="396361"/>
                </a:lnTo>
                <a:lnTo>
                  <a:pt x="182699" y="394358"/>
                </a:lnTo>
                <a:lnTo>
                  <a:pt x="183709" y="392340"/>
                </a:lnTo>
                <a:lnTo>
                  <a:pt x="184718" y="390311"/>
                </a:lnTo>
                <a:lnTo>
                  <a:pt x="185728" y="388266"/>
                </a:lnTo>
                <a:lnTo>
                  <a:pt x="186737" y="386211"/>
                </a:lnTo>
                <a:lnTo>
                  <a:pt x="187746" y="384139"/>
                </a:lnTo>
                <a:lnTo>
                  <a:pt x="188756" y="382052"/>
                </a:lnTo>
                <a:lnTo>
                  <a:pt x="189765" y="379951"/>
                </a:lnTo>
                <a:lnTo>
                  <a:pt x="190774" y="377838"/>
                </a:lnTo>
                <a:lnTo>
                  <a:pt x="191784" y="375711"/>
                </a:lnTo>
                <a:lnTo>
                  <a:pt x="192793" y="373570"/>
                </a:lnTo>
                <a:lnTo>
                  <a:pt x="193803" y="371416"/>
                </a:lnTo>
                <a:lnTo>
                  <a:pt x="194812" y="369249"/>
                </a:lnTo>
                <a:lnTo>
                  <a:pt x="195821" y="367069"/>
                </a:lnTo>
                <a:lnTo>
                  <a:pt x="196831" y="364876"/>
                </a:lnTo>
                <a:lnTo>
                  <a:pt x="197840" y="362669"/>
                </a:lnTo>
                <a:lnTo>
                  <a:pt x="198849" y="360450"/>
                </a:lnTo>
                <a:lnTo>
                  <a:pt x="199859" y="358218"/>
                </a:lnTo>
                <a:lnTo>
                  <a:pt x="200868" y="355974"/>
                </a:lnTo>
                <a:lnTo>
                  <a:pt x="201878" y="353717"/>
                </a:lnTo>
                <a:lnTo>
                  <a:pt x="202887" y="351448"/>
                </a:lnTo>
                <a:lnTo>
                  <a:pt x="203897" y="349167"/>
                </a:lnTo>
                <a:lnTo>
                  <a:pt x="204906" y="346874"/>
                </a:lnTo>
                <a:lnTo>
                  <a:pt x="205915" y="344569"/>
                </a:lnTo>
                <a:lnTo>
                  <a:pt x="206925" y="342252"/>
                </a:lnTo>
                <a:lnTo>
                  <a:pt x="207934" y="339924"/>
                </a:lnTo>
                <a:lnTo>
                  <a:pt x="208944" y="337584"/>
                </a:lnTo>
                <a:lnTo>
                  <a:pt x="209953" y="335234"/>
                </a:lnTo>
                <a:lnTo>
                  <a:pt x="210962" y="332871"/>
                </a:lnTo>
                <a:lnTo>
                  <a:pt x="211972" y="330498"/>
                </a:lnTo>
                <a:lnTo>
                  <a:pt x="212981" y="328115"/>
                </a:lnTo>
                <a:lnTo>
                  <a:pt x="213990" y="325720"/>
                </a:lnTo>
                <a:lnTo>
                  <a:pt x="215000" y="323316"/>
                </a:lnTo>
                <a:lnTo>
                  <a:pt x="216009" y="320901"/>
                </a:lnTo>
                <a:lnTo>
                  <a:pt x="217018" y="318476"/>
                </a:lnTo>
                <a:lnTo>
                  <a:pt x="218028" y="316041"/>
                </a:lnTo>
                <a:lnTo>
                  <a:pt x="219037" y="313597"/>
                </a:lnTo>
                <a:lnTo>
                  <a:pt x="220047" y="311143"/>
                </a:lnTo>
                <a:lnTo>
                  <a:pt x="221056" y="308681"/>
                </a:lnTo>
                <a:lnTo>
                  <a:pt x="222065" y="306209"/>
                </a:lnTo>
                <a:lnTo>
                  <a:pt x="223075" y="303728"/>
                </a:lnTo>
                <a:lnTo>
                  <a:pt x="224084" y="301239"/>
                </a:lnTo>
                <a:lnTo>
                  <a:pt x="225094" y="298740"/>
                </a:lnTo>
                <a:lnTo>
                  <a:pt x="226103" y="296235"/>
                </a:lnTo>
                <a:lnTo>
                  <a:pt x="227113" y="293721"/>
                </a:lnTo>
                <a:lnTo>
                  <a:pt x="228122" y="291199"/>
                </a:lnTo>
                <a:lnTo>
                  <a:pt x="229131" y="288670"/>
                </a:lnTo>
                <a:lnTo>
                  <a:pt x="230141" y="286134"/>
                </a:lnTo>
                <a:lnTo>
                  <a:pt x="231150" y="283590"/>
                </a:lnTo>
                <a:lnTo>
                  <a:pt x="232160" y="281040"/>
                </a:lnTo>
                <a:lnTo>
                  <a:pt x="233169" y="278484"/>
                </a:lnTo>
                <a:lnTo>
                  <a:pt x="234178" y="275921"/>
                </a:lnTo>
                <a:lnTo>
                  <a:pt x="235188" y="273352"/>
                </a:lnTo>
                <a:lnTo>
                  <a:pt x="236197" y="270777"/>
                </a:lnTo>
                <a:lnTo>
                  <a:pt x="237206" y="268197"/>
                </a:lnTo>
                <a:lnTo>
                  <a:pt x="238216" y="265611"/>
                </a:lnTo>
                <a:lnTo>
                  <a:pt x="239225" y="263020"/>
                </a:lnTo>
                <a:lnTo>
                  <a:pt x="240234" y="260425"/>
                </a:lnTo>
                <a:lnTo>
                  <a:pt x="241244" y="257826"/>
                </a:lnTo>
                <a:lnTo>
                  <a:pt x="242253" y="255222"/>
                </a:lnTo>
                <a:lnTo>
                  <a:pt x="243263" y="252614"/>
                </a:lnTo>
                <a:lnTo>
                  <a:pt x="244272" y="250002"/>
                </a:lnTo>
                <a:lnTo>
                  <a:pt x="245281" y="247387"/>
                </a:lnTo>
                <a:lnTo>
                  <a:pt x="246291" y="244770"/>
                </a:lnTo>
                <a:lnTo>
                  <a:pt x="247300" y="242149"/>
                </a:lnTo>
                <a:lnTo>
                  <a:pt x="248310" y="239526"/>
                </a:lnTo>
                <a:lnTo>
                  <a:pt x="249319" y="236901"/>
                </a:lnTo>
                <a:lnTo>
                  <a:pt x="250329" y="234274"/>
                </a:lnTo>
                <a:lnTo>
                  <a:pt x="251338" y="231645"/>
                </a:lnTo>
                <a:lnTo>
                  <a:pt x="252347" y="229015"/>
                </a:lnTo>
                <a:lnTo>
                  <a:pt x="253357" y="226384"/>
                </a:lnTo>
                <a:lnTo>
                  <a:pt x="254366" y="223752"/>
                </a:lnTo>
                <a:lnTo>
                  <a:pt x="255376" y="221120"/>
                </a:lnTo>
                <a:lnTo>
                  <a:pt x="256385" y="218488"/>
                </a:lnTo>
                <a:lnTo>
                  <a:pt x="257394" y="215856"/>
                </a:lnTo>
                <a:lnTo>
                  <a:pt x="258404" y="213225"/>
                </a:lnTo>
                <a:lnTo>
                  <a:pt x="259413" y="210595"/>
                </a:lnTo>
                <a:lnTo>
                  <a:pt x="260422" y="207966"/>
                </a:lnTo>
                <a:lnTo>
                  <a:pt x="261432" y="205339"/>
                </a:lnTo>
                <a:lnTo>
                  <a:pt x="262441" y="202713"/>
                </a:lnTo>
                <a:lnTo>
                  <a:pt x="263450" y="200090"/>
                </a:lnTo>
                <a:lnTo>
                  <a:pt x="264460" y="197469"/>
                </a:lnTo>
                <a:lnTo>
                  <a:pt x="265469" y="194851"/>
                </a:lnTo>
                <a:lnTo>
                  <a:pt x="266479" y="192236"/>
                </a:lnTo>
                <a:lnTo>
                  <a:pt x="267488" y="189625"/>
                </a:lnTo>
                <a:lnTo>
                  <a:pt x="268497" y="187018"/>
                </a:lnTo>
                <a:lnTo>
                  <a:pt x="269507" y="184415"/>
                </a:lnTo>
                <a:lnTo>
                  <a:pt x="270516" y="181816"/>
                </a:lnTo>
                <a:lnTo>
                  <a:pt x="271526" y="179223"/>
                </a:lnTo>
                <a:lnTo>
                  <a:pt x="272535" y="176634"/>
                </a:lnTo>
                <a:lnTo>
                  <a:pt x="273545" y="174052"/>
                </a:lnTo>
                <a:lnTo>
                  <a:pt x="274554" y="171475"/>
                </a:lnTo>
                <a:lnTo>
                  <a:pt x="275563" y="168905"/>
                </a:lnTo>
                <a:lnTo>
                  <a:pt x="276573" y="166341"/>
                </a:lnTo>
                <a:lnTo>
                  <a:pt x="277582" y="163784"/>
                </a:lnTo>
                <a:lnTo>
                  <a:pt x="278591" y="161235"/>
                </a:lnTo>
                <a:lnTo>
                  <a:pt x="279601" y="158693"/>
                </a:lnTo>
                <a:lnTo>
                  <a:pt x="280610" y="156160"/>
                </a:lnTo>
                <a:lnTo>
                  <a:pt x="281619" y="153634"/>
                </a:lnTo>
                <a:lnTo>
                  <a:pt x="282629" y="151117"/>
                </a:lnTo>
                <a:lnTo>
                  <a:pt x="283638" y="148610"/>
                </a:lnTo>
                <a:lnTo>
                  <a:pt x="284647" y="146113"/>
                </a:lnTo>
                <a:lnTo>
                  <a:pt x="285657" y="143625"/>
                </a:lnTo>
                <a:lnTo>
                  <a:pt x="286666" y="141147"/>
                </a:lnTo>
                <a:lnTo>
                  <a:pt x="287676" y="138680"/>
                </a:lnTo>
                <a:lnTo>
                  <a:pt x="288685" y="136223"/>
                </a:lnTo>
                <a:lnTo>
                  <a:pt x="289695" y="133779"/>
                </a:lnTo>
                <a:lnTo>
                  <a:pt x="290704" y="131345"/>
                </a:lnTo>
                <a:lnTo>
                  <a:pt x="291714" y="128923"/>
                </a:lnTo>
                <a:lnTo>
                  <a:pt x="292723" y="126515"/>
                </a:lnTo>
                <a:lnTo>
                  <a:pt x="293732" y="124118"/>
                </a:lnTo>
                <a:lnTo>
                  <a:pt x="294742" y="121735"/>
                </a:lnTo>
                <a:lnTo>
                  <a:pt x="295751" y="119365"/>
                </a:lnTo>
                <a:lnTo>
                  <a:pt x="296761" y="117010"/>
                </a:lnTo>
                <a:lnTo>
                  <a:pt x="297770" y="114667"/>
                </a:lnTo>
                <a:lnTo>
                  <a:pt x="298779" y="112340"/>
                </a:lnTo>
                <a:lnTo>
                  <a:pt x="299789" y="110027"/>
                </a:lnTo>
                <a:lnTo>
                  <a:pt x="300798" y="107730"/>
                </a:lnTo>
                <a:lnTo>
                  <a:pt x="301807" y="105448"/>
                </a:lnTo>
                <a:lnTo>
                  <a:pt x="302817" y="103182"/>
                </a:lnTo>
                <a:lnTo>
                  <a:pt x="303826" y="100933"/>
                </a:lnTo>
                <a:lnTo>
                  <a:pt x="304835" y="98700"/>
                </a:lnTo>
                <a:lnTo>
                  <a:pt x="305845" y="96484"/>
                </a:lnTo>
                <a:lnTo>
                  <a:pt x="306854" y="94285"/>
                </a:lnTo>
                <a:lnTo>
                  <a:pt x="307863" y="92104"/>
                </a:lnTo>
                <a:lnTo>
                  <a:pt x="308873" y="89941"/>
                </a:lnTo>
                <a:lnTo>
                  <a:pt x="309882" y="87796"/>
                </a:lnTo>
                <a:lnTo>
                  <a:pt x="310892" y="85670"/>
                </a:lnTo>
                <a:lnTo>
                  <a:pt x="311901" y="83563"/>
                </a:lnTo>
                <a:lnTo>
                  <a:pt x="312911" y="81475"/>
                </a:lnTo>
                <a:lnTo>
                  <a:pt x="313920" y="79407"/>
                </a:lnTo>
                <a:lnTo>
                  <a:pt x="314930" y="77359"/>
                </a:lnTo>
                <a:lnTo>
                  <a:pt x="315939" y="75331"/>
                </a:lnTo>
                <a:lnTo>
                  <a:pt x="316948" y="73324"/>
                </a:lnTo>
                <a:lnTo>
                  <a:pt x="317958" y="71338"/>
                </a:lnTo>
                <a:lnTo>
                  <a:pt x="318968" y="69374"/>
                </a:lnTo>
                <a:lnTo>
                  <a:pt x="319975" y="67430"/>
                </a:lnTo>
                <a:lnTo>
                  <a:pt x="320987" y="65509"/>
                </a:lnTo>
                <a:lnTo>
                  <a:pt x="321993" y="63610"/>
                </a:lnTo>
                <a:lnTo>
                  <a:pt x="323005" y="61734"/>
                </a:lnTo>
                <a:lnTo>
                  <a:pt x="324012" y="59881"/>
                </a:lnTo>
                <a:lnTo>
                  <a:pt x="325023" y="58051"/>
                </a:lnTo>
                <a:lnTo>
                  <a:pt x="326035" y="56244"/>
                </a:lnTo>
                <a:lnTo>
                  <a:pt x="327042" y="54462"/>
                </a:lnTo>
                <a:lnTo>
                  <a:pt x="328054" y="52703"/>
                </a:lnTo>
                <a:lnTo>
                  <a:pt x="329060" y="50969"/>
                </a:lnTo>
                <a:lnTo>
                  <a:pt x="330072" y="49260"/>
                </a:lnTo>
                <a:lnTo>
                  <a:pt x="331078" y="47575"/>
                </a:lnTo>
                <a:lnTo>
                  <a:pt x="332090" y="45916"/>
                </a:lnTo>
                <a:lnTo>
                  <a:pt x="333097" y="44282"/>
                </a:lnTo>
                <a:lnTo>
                  <a:pt x="334108" y="42674"/>
                </a:lnTo>
                <a:lnTo>
                  <a:pt x="335115" y="41093"/>
                </a:lnTo>
                <a:lnTo>
                  <a:pt x="336127" y="39537"/>
                </a:lnTo>
                <a:lnTo>
                  <a:pt x="337139" y="38008"/>
                </a:lnTo>
                <a:lnTo>
                  <a:pt x="338145" y="36506"/>
                </a:lnTo>
                <a:lnTo>
                  <a:pt x="339157" y="35032"/>
                </a:lnTo>
                <a:lnTo>
                  <a:pt x="340163" y="33584"/>
                </a:lnTo>
                <a:lnTo>
                  <a:pt x="341175" y="32165"/>
                </a:lnTo>
                <a:lnTo>
                  <a:pt x="342182" y="30773"/>
                </a:lnTo>
                <a:lnTo>
                  <a:pt x="343194" y="29410"/>
                </a:lnTo>
                <a:lnTo>
                  <a:pt x="344200" y="28074"/>
                </a:lnTo>
                <a:lnTo>
                  <a:pt x="345212" y="26768"/>
                </a:lnTo>
                <a:lnTo>
                  <a:pt x="346218" y="25490"/>
                </a:lnTo>
                <a:lnTo>
                  <a:pt x="347230" y="24242"/>
                </a:lnTo>
                <a:lnTo>
                  <a:pt x="348237" y="23022"/>
                </a:lnTo>
                <a:lnTo>
                  <a:pt x="349248" y="21832"/>
                </a:lnTo>
                <a:lnTo>
                  <a:pt x="350260" y="20672"/>
                </a:lnTo>
                <a:lnTo>
                  <a:pt x="351267" y="19541"/>
                </a:lnTo>
                <a:lnTo>
                  <a:pt x="352279" y="18441"/>
                </a:lnTo>
                <a:lnTo>
                  <a:pt x="353285" y="17371"/>
                </a:lnTo>
                <a:lnTo>
                  <a:pt x="354297" y="16332"/>
                </a:lnTo>
                <a:lnTo>
                  <a:pt x="355303" y="15323"/>
                </a:lnTo>
                <a:lnTo>
                  <a:pt x="356315" y="14345"/>
                </a:lnTo>
                <a:lnTo>
                  <a:pt x="357322" y="13398"/>
                </a:lnTo>
                <a:lnTo>
                  <a:pt x="358334" y="12482"/>
                </a:lnTo>
                <a:lnTo>
                  <a:pt x="359340" y="11598"/>
                </a:lnTo>
                <a:lnTo>
                  <a:pt x="360352" y="10745"/>
                </a:lnTo>
                <a:lnTo>
                  <a:pt x="361364" y="9924"/>
                </a:lnTo>
                <a:lnTo>
                  <a:pt x="362370" y="9134"/>
                </a:lnTo>
                <a:lnTo>
                  <a:pt x="363382" y="8377"/>
                </a:lnTo>
                <a:lnTo>
                  <a:pt x="364389" y="7651"/>
                </a:lnTo>
                <a:lnTo>
                  <a:pt x="365400" y="6958"/>
                </a:lnTo>
                <a:lnTo>
                  <a:pt x="366407" y="6297"/>
                </a:lnTo>
                <a:lnTo>
                  <a:pt x="367419" y="5668"/>
                </a:lnTo>
                <a:lnTo>
                  <a:pt x="368425" y="5072"/>
                </a:lnTo>
                <a:lnTo>
                  <a:pt x="369437" y="4509"/>
                </a:lnTo>
                <a:lnTo>
                  <a:pt x="370443" y="3978"/>
                </a:lnTo>
                <a:lnTo>
                  <a:pt x="371455" y="3481"/>
                </a:lnTo>
                <a:lnTo>
                  <a:pt x="372467" y="3016"/>
                </a:lnTo>
                <a:lnTo>
                  <a:pt x="373474" y="2584"/>
                </a:lnTo>
                <a:lnTo>
                  <a:pt x="374485" y="2185"/>
                </a:lnTo>
                <a:lnTo>
                  <a:pt x="375492" y="1820"/>
                </a:lnTo>
                <a:lnTo>
                  <a:pt x="376504" y="1487"/>
                </a:lnTo>
                <a:lnTo>
                  <a:pt x="377510" y="1189"/>
                </a:lnTo>
                <a:lnTo>
                  <a:pt x="378522" y="923"/>
                </a:lnTo>
                <a:lnTo>
                  <a:pt x="379529" y="691"/>
                </a:lnTo>
                <a:lnTo>
                  <a:pt x="380540" y="492"/>
                </a:lnTo>
                <a:lnTo>
                  <a:pt x="381547" y="326"/>
                </a:lnTo>
                <a:lnTo>
                  <a:pt x="382559" y="194"/>
                </a:lnTo>
                <a:lnTo>
                  <a:pt x="383571" y="96"/>
                </a:lnTo>
                <a:lnTo>
                  <a:pt x="384577" y="31"/>
                </a:lnTo>
                <a:lnTo>
                  <a:pt x="385589" y="0"/>
                </a:lnTo>
                <a:lnTo>
                  <a:pt x="386595" y="3"/>
                </a:lnTo>
                <a:lnTo>
                  <a:pt x="387607" y="38"/>
                </a:lnTo>
                <a:lnTo>
                  <a:pt x="388614" y="108"/>
                </a:lnTo>
                <a:lnTo>
                  <a:pt x="389625" y="211"/>
                </a:lnTo>
                <a:lnTo>
                  <a:pt x="390632" y="348"/>
                </a:lnTo>
                <a:lnTo>
                  <a:pt x="391644" y="518"/>
                </a:lnTo>
                <a:lnTo>
                  <a:pt x="392650" y="721"/>
                </a:lnTo>
                <a:lnTo>
                  <a:pt x="393662" y="958"/>
                </a:lnTo>
                <a:lnTo>
                  <a:pt x="394669" y="1229"/>
                </a:lnTo>
                <a:lnTo>
                  <a:pt x="395680" y="1532"/>
                </a:lnTo>
                <a:lnTo>
                  <a:pt x="396692" y="1869"/>
                </a:lnTo>
                <a:lnTo>
                  <a:pt x="397699" y="2239"/>
                </a:lnTo>
                <a:lnTo>
                  <a:pt x="398711" y="2642"/>
                </a:lnTo>
                <a:lnTo>
                  <a:pt x="399717" y="3079"/>
                </a:lnTo>
                <a:lnTo>
                  <a:pt x="400729" y="3548"/>
                </a:lnTo>
                <a:lnTo>
                  <a:pt x="401735" y="4051"/>
                </a:lnTo>
                <a:lnTo>
                  <a:pt x="402747" y="4586"/>
                </a:lnTo>
                <a:lnTo>
                  <a:pt x="403754" y="5154"/>
                </a:lnTo>
                <a:lnTo>
                  <a:pt x="404765" y="5755"/>
                </a:lnTo>
                <a:lnTo>
                  <a:pt x="405772" y="6388"/>
                </a:lnTo>
                <a:lnTo>
                  <a:pt x="406784" y="7053"/>
                </a:lnTo>
                <a:lnTo>
                  <a:pt x="407796" y="7751"/>
                </a:lnTo>
                <a:lnTo>
                  <a:pt x="408802" y="8481"/>
                </a:lnTo>
                <a:lnTo>
                  <a:pt x="409814" y="9243"/>
                </a:lnTo>
                <a:lnTo>
                  <a:pt x="410820" y="10037"/>
                </a:lnTo>
                <a:lnTo>
                  <a:pt x="411832" y="10863"/>
                </a:lnTo>
                <a:lnTo>
                  <a:pt x="412839" y="11721"/>
                </a:lnTo>
                <a:lnTo>
                  <a:pt x="413851" y="12609"/>
                </a:lnTo>
                <a:lnTo>
                  <a:pt x="414857" y="13530"/>
                </a:lnTo>
                <a:lnTo>
                  <a:pt x="415869" y="14481"/>
                </a:lnTo>
                <a:lnTo>
                  <a:pt x="416875" y="15463"/>
                </a:lnTo>
                <a:lnTo>
                  <a:pt x="417887" y="16476"/>
                </a:lnTo>
                <a:lnTo>
                  <a:pt x="418899" y="17520"/>
                </a:lnTo>
                <a:lnTo>
                  <a:pt x="419906" y="18594"/>
                </a:lnTo>
                <a:lnTo>
                  <a:pt x="420917" y="19699"/>
                </a:lnTo>
                <a:lnTo>
                  <a:pt x="421924" y="20833"/>
                </a:lnTo>
                <a:lnTo>
                  <a:pt x="422936" y="21998"/>
                </a:lnTo>
                <a:lnTo>
                  <a:pt x="423942" y="23192"/>
                </a:lnTo>
                <a:lnTo>
                  <a:pt x="424954" y="24415"/>
                </a:lnTo>
                <a:lnTo>
                  <a:pt x="425960" y="25668"/>
                </a:lnTo>
                <a:lnTo>
                  <a:pt x="426972" y="26950"/>
                </a:lnTo>
                <a:lnTo>
                  <a:pt x="427979" y="28261"/>
                </a:lnTo>
                <a:lnTo>
                  <a:pt x="428991" y="29600"/>
                </a:lnTo>
                <a:lnTo>
                  <a:pt x="430002" y="30967"/>
                </a:lnTo>
                <a:lnTo>
                  <a:pt x="431009" y="32363"/>
                </a:lnTo>
                <a:lnTo>
                  <a:pt x="432021" y="33786"/>
                </a:lnTo>
                <a:lnTo>
                  <a:pt x="433027" y="35237"/>
                </a:lnTo>
                <a:lnTo>
                  <a:pt x="434039" y="36716"/>
                </a:lnTo>
                <a:lnTo>
                  <a:pt x="435046" y="38222"/>
                </a:lnTo>
                <a:lnTo>
                  <a:pt x="436057" y="39754"/>
                </a:lnTo>
                <a:lnTo>
                  <a:pt x="437064" y="41313"/>
                </a:lnTo>
                <a:lnTo>
                  <a:pt x="438076" y="42899"/>
                </a:lnTo>
                <a:lnTo>
                  <a:pt x="439082" y="44510"/>
                </a:lnTo>
                <a:lnTo>
                  <a:pt x="440094" y="46148"/>
                </a:lnTo>
                <a:lnTo>
                  <a:pt x="441100" y="47811"/>
                </a:lnTo>
                <a:lnTo>
                  <a:pt x="442112" y="49498"/>
                </a:lnTo>
                <a:lnTo>
                  <a:pt x="443124" y="51211"/>
                </a:lnTo>
                <a:lnTo>
                  <a:pt x="444131" y="52949"/>
                </a:lnTo>
                <a:lnTo>
                  <a:pt x="445142" y="54711"/>
                </a:lnTo>
                <a:lnTo>
                  <a:pt x="446149" y="56497"/>
                </a:lnTo>
                <a:lnTo>
                  <a:pt x="447161" y="58307"/>
                </a:lnTo>
                <a:lnTo>
                  <a:pt x="448167" y="60140"/>
                </a:lnTo>
                <a:lnTo>
                  <a:pt x="449179" y="61997"/>
                </a:lnTo>
                <a:lnTo>
                  <a:pt x="450186" y="63876"/>
                </a:lnTo>
                <a:lnTo>
                  <a:pt x="451197" y="65778"/>
                </a:lnTo>
                <a:lnTo>
                  <a:pt x="452204" y="67702"/>
                </a:lnTo>
                <a:lnTo>
                  <a:pt x="453216" y="69648"/>
                </a:lnTo>
                <a:lnTo>
                  <a:pt x="454228" y="71616"/>
                </a:lnTo>
                <a:lnTo>
                  <a:pt x="455234" y="73605"/>
                </a:lnTo>
                <a:lnTo>
                  <a:pt x="456246" y="75615"/>
                </a:lnTo>
                <a:lnTo>
                  <a:pt x="457252" y="77645"/>
                </a:lnTo>
                <a:lnTo>
                  <a:pt x="458264" y="79697"/>
                </a:lnTo>
                <a:lnTo>
                  <a:pt x="459271" y="81767"/>
                </a:lnTo>
                <a:lnTo>
                  <a:pt x="460282" y="83858"/>
                </a:lnTo>
                <a:lnTo>
                  <a:pt x="461289" y="85968"/>
                </a:lnTo>
                <a:lnTo>
                  <a:pt x="462301" y="88097"/>
                </a:lnTo>
                <a:lnTo>
                  <a:pt x="463307" y="90244"/>
                </a:lnTo>
                <a:lnTo>
                  <a:pt x="464319" y="92410"/>
                </a:lnTo>
                <a:lnTo>
                  <a:pt x="465331" y="94593"/>
                </a:lnTo>
                <a:lnTo>
                  <a:pt x="466337" y="96794"/>
                </a:lnTo>
                <a:lnTo>
                  <a:pt x="467349" y="99013"/>
                </a:lnTo>
                <a:lnTo>
                  <a:pt x="468356" y="101248"/>
                </a:lnTo>
                <a:lnTo>
                  <a:pt x="469368" y="103500"/>
                </a:lnTo>
                <a:lnTo>
                  <a:pt x="470374" y="105768"/>
                </a:lnTo>
                <a:lnTo>
                  <a:pt x="471386" y="108052"/>
                </a:lnTo>
                <a:lnTo>
                  <a:pt x="472392" y="110352"/>
                </a:lnTo>
                <a:lnTo>
                  <a:pt x="473404" y="112666"/>
                </a:lnTo>
                <a:lnTo>
                  <a:pt x="474411" y="114996"/>
                </a:lnTo>
                <a:lnTo>
                  <a:pt x="475423" y="117340"/>
                </a:lnTo>
                <a:lnTo>
                  <a:pt x="476434" y="119698"/>
                </a:lnTo>
                <a:lnTo>
                  <a:pt x="477441" y="122070"/>
                </a:lnTo>
                <a:lnTo>
                  <a:pt x="478453" y="124454"/>
                </a:lnTo>
                <a:lnTo>
                  <a:pt x="479459" y="126853"/>
                </a:lnTo>
                <a:lnTo>
                  <a:pt x="480471" y="129263"/>
                </a:lnTo>
                <a:lnTo>
                  <a:pt x="481477" y="131687"/>
                </a:lnTo>
                <a:lnTo>
                  <a:pt x="482489" y="134122"/>
                </a:lnTo>
                <a:lnTo>
                  <a:pt x="483496" y="136568"/>
                </a:lnTo>
                <a:lnTo>
                  <a:pt x="484508" y="139026"/>
                </a:lnTo>
                <a:lnTo>
                  <a:pt x="485514" y="141495"/>
                </a:lnTo>
                <a:lnTo>
                  <a:pt x="486526" y="143974"/>
                </a:lnTo>
                <a:lnTo>
                  <a:pt x="487532" y="146463"/>
                </a:lnTo>
                <a:lnTo>
                  <a:pt x="488544" y="148962"/>
                </a:lnTo>
                <a:lnTo>
                  <a:pt x="489556" y="151471"/>
                </a:lnTo>
                <a:lnTo>
                  <a:pt x="490563" y="153989"/>
                </a:lnTo>
                <a:lnTo>
                  <a:pt x="491574" y="156515"/>
                </a:lnTo>
                <a:lnTo>
                  <a:pt x="492581" y="159050"/>
                </a:lnTo>
                <a:lnTo>
                  <a:pt x="493593" y="161592"/>
                </a:lnTo>
                <a:lnTo>
                  <a:pt x="494599" y="164143"/>
                </a:lnTo>
                <a:lnTo>
                  <a:pt x="495611" y="166701"/>
                </a:lnTo>
                <a:lnTo>
                  <a:pt x="496617" y="169266"/>
                </a:lnTo>
                <a:lnTo>
                  <a:pt x="497629" y="171837"/>
                </a:lnTo>
                <a:lnTo>
                  <a:pt x="498636" y="174414"/>
                </a:lnTo>
                <a:lnTo>
                  <a:pt x="499648" y="176998"/>
                </a:lnTo>
                <a:lnTo>
                  <a:pt x="500659" y="179587"/>
                </a:lnTo>
                <a:lnTo>
                  <a:pt x="501666" y="182181"/>
                </a:lnTo>
                <a:lnTo>
                  <a:pt x="502678" y="184781"/>
                </a:lnTo>
                <a:lnTo>
                  <a:pt x="503684" y="187384"/>
                </a:lnTo>
                <a:lnTo>
                  <a:pt x="504696" y="189992"/>
                </a:lnTo>
                <a:lnTo>
                  <a:pt x="505703" y="192604"/>
                </a:lnTo>
                <a:lnTo>
                  <a:pt x="506714" y="195219"/>
                </a:lnTo>
                <a:lnTo>
                  <a:pt x="507721" y="197837"/>
                </a:lnTo>
                <a:lnTo>
                  <a:pt x="508733" y="200459"/>
                </a:lnTo>
                <a:lnTo>
                  <a:pt x="509739" y="203082"/>
                </a:lnTo>
                <a:lnTo>
                  <a:pt x="510751" y="205708"/>
                </a:lnTo>
                <a:lnTo>
                  <a:pt x="511763" y="208336"/>
                </a:lnTo>
                <a:lnTo>
                  <a:pt x="512769" y="210965"/>
                </a:lnTo>
                <a:lnTo>
                  <a:pt x="513781" y="213595"/>
                </a:lnTo>
                <a:lnTo>
                  <a:pt x="514788" y="216226"/>
                </a:lnTo>
                <a:lnTo>
                  <a:pt x="515799" y="218858"/>
                </a:lnTo>
                <a:lnTo>
                  <a:pt x="516806" y="221491"/>
                </a:lnTo>
                <a:lnTo>
                  <a:pt x="517818" y="224122"/>
                </a:lnTo>
                <a:lnTo>
                  <a:pt x="518824" y="226754"/>
                </a:lnTo>
                <a:lnTo>
                  <a:pt x="519836" y="229385"/>
                </a:lnTo>
                <a:lnTo>
                  <a:pt x="520843" y="232015"/>
                </a:lnTo>
                <a:lnTo>
                  <a:pt x="521854" y="234643"/>
                </a:lnTo>
                <a:lnTo>
                  <a:pt x="522866" y="237270"/>
                </a:lnTo>
                <a:lnTo>
                  <a:pt x="523873" y="239895"/>
                </a:lnTo>
                <a:lnTo>
                  <a:pt x="524885" y="242518"/>
                </a:lnTo>
                <a:lnTo>
                  <a:pt x="525891" y="245138"/>
                </a:lnTo>
                <a:lnTo>
                  <a:pt x="526903" y="247755"/>
                </a:lnTo>
                <a:lnTo>
                  <a:pt x="527909" y="250370"/>
                </a:lnTo>
                <a:lnTo>
                  <a:pt x="528921" y="252981"/>
                </a:lnTo>
                <a:lnTo>
                  <a:pt x="529928" y="255588"/>
                </a:lnTo>
                <a:lnTo>
                  <a:pt x="530940" y="258191"/>
                </a:lnTo>
                <a:lnTo>
                  <a:pt x="531946" y="260790"/>
                </a:lnTo>
                <a:lnTo>
                  <a:pt x="532958" y="263385"/>
                </a:lnTo>
                <a:lnTo>
                  <a:pt x="533970" y="265975"/>
                </a:lnTo>
                <a:lnTo>
                  <a:pt x="534976" y="268560"/>
                </a:lnTo>
                <a:lnTo>
                  <a:pt x="535988" y="271139"/>
                </a:lnTo>
                <a:lnTo>
                  <a:pt x="536994" y="273713"/>
                </a:lnTo>
                <a:lnTo>
                  <a:pt x="538006" y="276281"/>
                </a:lnTo>
                <a:lnTo>
                  <a:pt x="539013" y="278843"/>
                </a:lnTo>
                <a:lnTo>
                  <a:pt x="540025" y="281399"/>
                </a:lnTo>
                <a:lnTo>
                  <a:pt x="541031" y="283949"/>
                </a:lnTo>
                <a:lnTo>
                  <a:pt x="542043" y="286491"/>
                </a:lnTo>
                <a:lnTo>
                  <a:pt x="543049" y="289026"/>
                </a:lnTo>
                <a:lnTo>
                  <a:pt x="544061" y="291554"/>
                </a:lnTo>
                <a:lnTo>
                  <a:pt x="545068" y="294075"/>
                </a:lnTo>
                <a:lnTo>
                  <a:pt x="546080" y="296587"/>
                </a:lnTo>
                <a:lnTo>
                  <a:pt x="547091" y="299092"/>
                </a:lnTo>
                <a:lnTo>
                  <a:pt x="548098" y="301589"/>
                </a:lnTo>
                <a:lnTo>
                  <a:pt x="549110" y="304077"/>
                </a:lnTo>
                <a:lnTo>
                  <a:pt x="550116" y="306556"/>
                </a:lnTo>
                <a:lnTo>
                  <a:pt x="551128" y="309027"/>
                </a:lnTo>
                <a:lnTo>
                  <a:pt x="552134" y="311489"/>
                </a:lnTo>
                <a:lnTo>
                  <a:pt x="553146" y="313942"/>
                </a:lnTo>
                <a:lnTo>
                  <a:pt x="554153" y="316384"/>
                </a:lnTo>
                <a:lnTo>
                  <a:pt x="555165" y="318818"/>
                </a:lnTo>
                <a:lnTo>
                  <a:pt x="556171" y="321241"/>
                </a:lnTo>
                <a:lnTo>
                  <a:pt x="557183" y="323655"/>
                </a:lnTo>
                <a:lnTo>
                  <a:pt x="558195" y="326058"/>
                </a:lnTo>
                <a:lnTo>
                  <a:pt x="559201" y="328451"/>
                </a:lnTo>
                <a:lnTo>
                  <a:pt x="560213" y="330833"/>
                </a:lnTo>
                <a:lnTo>
                  <a:pt x="561220" y="333204"/>
                </a:lnTo>
                <a:lnTo>
                  <a:pt x="562231" y="335565"/>
                </a:lnTo>
                <a:lnTo>
                  <a:pt x="563238" y="337914"/>
                </a:lnTo>
                <a:lnTo>
                  <a:pt x="564250" y="340252"/>
                </a:lnTo>
                <a:lnTo>
                  <a:pt x="565256" y="342579"/>
                </a:lnTo>
                <a:lnTo>
                  <a:pt x="566268" y="344894"/>
                </a:lnTo>
                <a:lnTo>
                  <a:pt x="567275" y="347198"/>
                </a:lnTo>
                <a:lnTo>
                  <a:pt x="568286" y="349489"/>
                </a:lnTo>
                <a:lnTo>
                  <a:pt x="569298" y="351768"/>
                </a:lnTo>
                <a:lnTo>
                  <a:pt x="570305" y="354035"/>
                </a:lnTo>
                <a:lnTo>
                  <a:pt x="571316" y="356291"/>
                </a:lnTo>
                <a:lnTo>
                  <a:pt x="572323" y="358533"/>
                </a:lnTo>
                <a:lnTo>
                  <a:pt x="573335" y="360763"/>
                </a:lnTo>
                <a:lnTo>
                  <a:pt x="574341" y="362980"/>
                </a:lnTo>
                <a:lnTo>
                  <a:pt x="575353" y="365184"/>
                </a:lnTo>
                <a:lnTo>
                  <a:pt x="576360" y="367376"/>
                </a:lnTo>
                <a:lnTo>
                  <a:pt x="577371" y="369555"/>
                </a:lnTo>
                <a:lnTo>
                  <a:pt x="578378" y="371720"/>
                </a:lnTo>
                <a:lnTo>
                  <a:pt x="579390" y="373872"/>
                </a:lnTo>
                <a:lnTo>
                  <a:pt x="580402" y="376010"/>
                </a:lnTo>
                <a:lnTo>
                  <a:pt x="581408" y="378136"/>
                </a:lnTo>
                <a:lnTo>
                  <a:pt x="582420" y="380247"/>
                </a:lnTo>
                <a:lnTo>
                  <a:pt x="583426" y="382344"/>
                </a:lnTo>
                <a:lnTo>
                  <a:pt x="584438" y="384427"/>
                </a:lnTo>
                <a:lnTo>
                  <a:pt x="585445" y="386498"/>
                </a:lnTo>
                <a:lnTo>
                  <a:pt x="586457" y="388554"/>
                </a:lnTo>
                <a:lnTo>
                  <a:pt x="587463" y="390599"/>
                </a:lnTo>
                <a:lnTo>
                  <a:pt x="588475" y="392628"/>
                </a:lnTo>
                <a:lnTo>
                  <a:pt x="589481" y="394641"/>
                </a:lnTo>
                <a:lnTo>
                  <a:pt x="590493" y="396638"/>
                </a:lnTo>
                <a:lnTo>
                  <a:pt x="591500" y="398624"/>
                </a:lnTo>
                <a:lnTo>
                  <a:pt x="592511" y="400594"/>
                </a:lnTo>
                <a:lnTo>
                  <a:pt x="593523" y="402554"/>
                </a:lnTo>
                <a:lnTo>
                  <a:pt x="594530" y="404493"/>
                </a:lnTo>
                <a:lnTo>
                  <a:pt x="595542" y="406420"/>
                </a:lnTo>
                <a:lnTo>
                  <a:pt x="596548" y="408338"/>
                </a:lnTo>
                <a:lnTo>
                  <a:pt x="597560" y="410233"/>
                </a:lnTo>
                <a:lnTo>
                  <a:pt x="598566" y="412119"/>
                </a:lnTo>
                <a:lnTo>
                  <a:pt x="599578" y="413988"/>
                </a:lnTo>
                <a:lnTo>
                  <a:pt x="600585" y="415841"/>
                </a:lnTo>
                <a:lnTo>
                  <a:pt x="601597" y="417678"/>
                </a:lnTo>
                <a:lnTo>
                  <a:pt x="602603" y="419505"/>
                </a:lnTo>
                <a:lnTo>
                  <a:pt x="603615" y="421315"/>
                </a:lnTo>
                <a:lnTo>
                  <a:pt x="604627" y="423110"/>
                </a:lnTo>
                <a:lnTo>
                  <a:pt x="605633" y="424889"/>
                </a:lnTo>
                <a:lnTo>
                  <a:pt x="606645" y="426657"/>
                </a:lnTo>
                <a:lnTo>
                  <a:pt x="607651" y="428404"/>
                </a:lnTo>
                <a:lnTo>
                  <a:pt x="608663" y="430140"/>
                </a:lnTo>
                <a:lnTo>
                  <a:pt x="609670" y="431860"/>
                </a:lnTo>
                <a:lnTo>
                  <a:pt x="610682" y="433564"/>
                </a:lnTo>
                <a:lnTo>
                  <a:pt x="611688" y="435257"/>
                </a:lnTo>
                <a:lnTo>
                  <a:pt x="612700" y="436930"/>
                </a:lnTo>
                <a:lnTo>
                  <a:pt x="613706" y="438591"/>
                </a:lnTo>
                <a:lnTo>
                  <a:pt x="614718" y="440237"/>
                </a:lnTo>
                <a:lnTo>
                  <a:pt x="615730" y="441866"/>
                </a:lnTo>
                <a:lnTo>
                  <a:pt x="616737" y="443480"/>
                </a:lnTo>
                <a:lnTo>
                  <a:pt x="617748" y="445083"/>
                </a:lnTo>
                <a:lnTo>
                  <a:pt x="618755" y="446670"/>
                </a:lnTo>
                <a:lnTo>
                  <a:pt x="619767" y="448241"/>
                </a:lnTo>
                <a:lnTo>
                  <a:pt x="620773" y="449796"/>
                </a:lnTo>
                <a:lnTo>
                  <a:pt x="621785" y="451335"/>
                </a:lnTo>
                <a:lnTo>
                  <a:pt x="622792" y="452863"/>
                </a:lnTo>
                <a:lnTo>
                  <a:pt x="623803" y="454370"/>
                </a:lnTo>
                <a:lnTo>
                  <a:pt x="624810" y="455866"/>
                </a:lnTo>
                <a:lnTo>
                  <a:pt x="625822" y="457352"/>
                </a:lnTo>
                <a:lnTo>
                  <a:pt x="626833" y="458817"/>
                </a:lnTo>
                <a:lnTo>
                  <a:pt x="627840" y="460271"/>
                </a:lnTo>
                <a:lnTo>
                  <a:pt x="628852" y="461708"/>
                </a:lnTo>
                <a:lnTo>
                  <a:pt x="629858" y="463130"/>
                </a:lnTo>
                <a:lnTo>
                  <a:pt x="630870" y="464536"/>
                </a:lnTo>
                <a:lnTo>
                  <a:pt x="631877" y="465931"/>
                </a:lnTo>
                <a:lnTo>
                  <a:pt x="632888" y="467311"/>
                </a:lnTo>
                <a:lnTo>
                  <a:pt x="633895" y="468674"/>
                </a:lnTo>
                <a:lnTo>
                  <a:pt x="634907" y="470027"/>
                </a:lnTo>
                <a:lnTo>
                  <a:pt x="635913" y="471358"/>
                </a:lnTo>
                <a:lnTo>
                  <a:pt x="636925" y="472684"/>
                </a:lnTo>
                <a:lnTo>
                  <a:pt x="637931" y="473989"/>
                </a:lnTo>
                <a:lnTo>
                  <a:pt x="638943" y="475283"/>
                </a:lnTo>
                <a:lnTo>
                  <a:pt x="639955" y="476561"/>
                </a:lnTo>
                <a:lnTo>
                  <a:pt x="640962" y="477828"/>
                </a:lnTo>
                <a:lnTo>
                  <a:pt x="641974" y="479074"/>
                </a:lnTo>
                <a:lnTo>
                  <a:pt x="642980" y="480315"/>
                </a:lnTo>
                <a:lnTo>
                  <a:pt x="643992" y="481535"/>
                </a:lnTo>
                <a:lnTo>
                  <a:pt x="644998" y="482744"/>
                </a:lnTo>
                <a:lnTo>
                  <a:pt x="646010" y="483942"/>
                </a:lnTo>
                <a:lnTo>
                  <a:pt x="647017" y="485124"/>
                </a:lnTo>
                <a:lnTo>
                  <a:pt x="648028" y="486290"/>
                </a:lnTo>
                <a:lnTo>
                  <a:pt x="649035" y="487446"/>
                </a:lnTo>
                <a:lnTo>
                  <a:pt x="650047" y="488586"/>
                </a:lnTo>
                <a:lnTo>
                  <a:pt x="651059" y="489715"/>
                </a:lnTo>
                <a:lnTo>
                  <a:pt x="652065" y="490828"/>
                </a:lnTo>
                <a:lnTo>
                  <a:pt x="653077" y="491930"/>
                </a:lnTo>
                <a:lnTo>
                  <a:pt x="654083" y="493016"/>
                </a:lnTo>
                <a:lnTo>
                  <a:pt x="655095" y="494092"/>
                </a:lnTo>
                <a:lnTo>
                  <a:pt x="656102" y="495152"/>
                </a:lnTo>
                <a:lnTo>
                  <a:pt x="657113" y="496201"/>
                </a:lnTo>
                <a:lnTo>
                  <a:pt x="658120" y="497239"/>
                </a:lnTo>
                <a:lnTo>
                  <a:pt x="659132" y="498262"/>
                </a:lnTo>
                <a:lnTo>
                  <a:pt x="660138" y="499274"/>
                </a:lnTo>
                <a:lnTo>
                  <a:pt x="661150" y="500269"/>
                </a:lnTo>
                <a:lnTo>
                  <a:pt x="662162" y="501255"/>
                </a:lnTo>
                <a:lnTo>
                  <a:pt x="663168" y="502229"/>
                </a:lnTo>
                <a:lnTo>
                  <a:pt x="664180" y="503188"/>
                </a:lnTo>
                <a:lnTo>
                  <a:pt x="665187" y="504136"/>
                </a:lnTo>
                <a:lnTo>
                  <a:pt x="666199" y="505073"/>
                </a:lnTo>
                <a:lnTo>
                  <a:pt x="667205" y="505994"/>
                </a:lnTo>
                <a:lnTo>
                  <a:pt x="668217" y="506910"/>
                </a:lnTo>
                <a:lnTo>
                  <a:pt x="669223" y="507810"/>
                </a:lnTo>
                <a:lnTo>
                  <a:pt x="670235" y="508694"/>
                </a:lnTo>
                <a:lnTo>
                  <a:pt x="671242" y="509573"/>
                </a:lnTo>
                <a:lnTo>
                  <a:pt x="672254" y="510436"/>
                </a:lnTo>
                <a:lnTo>
                  <a:pt x="673265" y="511293"/>
                </a:lnTo>
                <a:lnTo>
                  <a:pt x="674272" y="512134"/>
                </a:lnTo>
                <a:lnTo>
                  <a:pt x="675284" y="512965"/>
                </a:lnTo>
                <a:lnTo>
                  <a:pt x="676290" y="513785"/>
                </a:lnTo>
                <a:lnTo>
                  <a:pt x="677302" y="514589"/>
                </a:lnTo>
                <a:lnTo>
                  <a:pt x="678308" y="515388"/>
                </a:lnTo>
                <a:lnTo>
                  <a:pt x="679320" y="516176"/>
                </a:lnTo>
                <a:lnTo>
                  <a:pt x="680327" y="516948"/>
                </a:lnTo>
                <a:lnTo>
                  <a:pt x="681339" y="517715"/>
                </a:lnTo>
                <a:lnTo>
                  <a:pt x="682345" y="518466"/>
                </a:lnTo>
                <a:lnTo>
                  <a:pt x="683357" y="519212"/>
                </a:lnTo>
                <a:lnTo>
                  <a:pt x="684363" y="519941"/>
                </a:lnTo>
                <a:lnTo>
                  <a:pt x="685375" y="520666"/>
                </a:lnTo>
                <a:lnTo>
                  <a:pt x="686387" y="521379"/>
                </a:lnTo>
                <a:lnTo>
                  <a:pt x="687394" y="522077"/>
                </a:lnTo>
                <a:lnTo>
                  <a:pt x="688405" y="522769"/>
                </a:lnTo>
                <a:lnTo>
                  <a:pt x="689412" y="523451"/>
                </a:lnTo>
                <a:lnTo>
                  <a:pt x="690424" y="524122"/>
                </a:lnTo>
                <a:lnTo>
                  <a:pt x="691430" y="524787"/>
                </a:lnTo>
                <a:lnTo>
                  <a:pt x="692442" y="525437"/>
                </a:lnTo>
                <a:lnTo>
                  <a:pt x="693448" y="526081"/>
                </a:lnTo>
                <a:lnTo>
                  <a:pt x="694460" y="526710"/>
                </a:lnTo>
                <a:lnTo>
                  <a:pt x="695467" y="527338"/>
                </a:lnTo>
                <a:lnTo>
                  <a:pt x="696479" y="527951"/>
                </a:lnTo>
                <a:lnTo>
                  <a:pt x="697490" y="528558"/>
                </a:lnTo>
                <a:lnTo>
                  <a:pt x="698497" y="529149"/>
                </a:lnTo>
                <a:lnTo>
                  <a:pt x="699509" y="529740"/>
                </a:lnTo>
                <a:lnTo>
                  <a:pt x="700515" y="530315"/>
                </a:lnTo>
                <a:lnTo>
                  <a:pt x="701527" y="530885"/>
                </a:lnTo>
                <a:lnTo>
                  <a:pt x="702534" y="531444"/>
                </a:lnTo>
                <a:lnTo>
                  <a:pt x="703545" y="531998"/>
                </a:lnTo>
                <a:lnTo>
                  <a:pt x="704552" y="532541"/>
                </a:lnTo>
                <a:lnTo>
                  <a:pt x="705564" y="533074"/>
                </a:lnTo>
                <a:lnTo>
                  <a:pt x="706570" y="533601"/>
                </a:lnTo>
                <a:lnTo>
                  <a:pt x="707582" y="534118"/>
                </a:lnTo>
                <a:lnTo>
                  <a:pt x="708594" y="534629"/>
                </a:lnTo>
                <a:lnTo>
                  <a:pt x="709600" y="535129"/>
                </a:lnTo>
                <a:lnTo>
                  <a:pt x="710612" y="535625"/>
                </a:lnTo>
                <a:lnTo>
                  <a:pt x="711619" y="536109"/>
                </a:lnTo>
                <a:lnTo>
                  <a:pt x="712630" y="536588"/>
                </a:lnTo>
                <a:lnTo>
                  <a:pt x="713637" y="537057"/>
                </a:lnTo>
                <a:lnTo>
                  <a:pt x="714649" y="537520"/>
                </a:lnTo>
                <a:lnTo>
                  <a:pt x="715655" y="537973"/>
                </a:lnTo>
                <a:lnTo>
                  <a:pt x="716667" y="538420"/>
                </a:lnTo>
                <a:lnTo>
                  <a:pt x="717674" y="538862"/>
                </a:lnTo>
                <a:lnTo>
                  <a:pt x="718685" y="539294"/>
                </a:lnTo>
                <a:lnTo>
                  <a:pt x="719697" y="539720"/>
                </a:lnTo>
                <a:lnTo>
                  <a:pt x="720704" y="540140"/>
                </a:lnTo>
                <a:lnTo>
                  <a:pt x="721716" y="540551"/>
                </a:lnTo>
                <a:lnTo>
                  <a:pt x="722722" y="540955"/>
                </a:lnTo>
                <a:lnTo>
                  <a:pt x="723734" y="541355"/>
                </a:lnTo>
                <a:lnTo>
                  <a:pt x="724740" y="541749"/>
                </a:lnTo>
                <a:lnTo>
                  <a:pt x="725752" y="542132"/>
                </a:lnTo>
                <a:lnTo>
                  <a:pt x="726759" y="542510"/>
                </a:lnTo>
                <a:lnTo>
                  <a:pt x="727771" y="542883"/>
                </a:lnTo>
                <a:lnTo>
                  <a:pt x="728777" y="543245"/>
                </a:lnTo>
                <a:lnTo>
                  <a:pt x="729789" y="543607"/>
                </a:lnTo>
                <a:lnTo>
                  <a:pt x="730795" y="543959"/>
                </a:lnTo>
                <a:lnTo>
                  <a:pt x="731807" y="544305"/>
                </a:lnTo>
                <a:lnTo>
                  <a:pt x="732819" y="544646"/>
                </a:lnTo>
                <a:lnTo>
                  <a:pt x="733825" y="544981"/>
                </a:lnTo>
                <a:lnTo>
                  <a:pt x="734837" y="545311"/>
                </a:lnTo>
                <a:lnTo>
                  <a:pt x="735844" y="545636"/>
                </a:lnTo>
                <a:lnTo>
                  <a:pt x="736856" y="545950"/>
                </a:lnTo>
                <a:lnTo>
                  <a:pt x="737862" y="546265"/>
                </a:lnTo>
                <a:lnTo>
                  <a:pt x="738874" y="546568"/>
                </a:lnTo>
                <a:lnTo>
                  <a:pt x="739880" y="546872"/>
                </a:lnTo>
                <a:lnTo>
                  <a:pt x="740892" y="547165"/>
                </a:lnTo>
                <a:lnTo>
                  <a:pt x="741899" y="547458"/>
                </a:lnTo>
                <a:lnTo>
                  <a:pt x="742911" y="547740"/>
                </a:lnTo>
                <a:lnTo>
                  <a:pt x="743922" y="548022"/>
                </a:lnTo>
                <a:lnTo>
                  <a:pt x="744929" y="548294"/>
                </a:lnTo>
                <a:lnTo>
                  <a:pt x="745941" y="548565"/>
                </a:lnTo>
                <a:lnTo>
                  <a:pt x="746947" y="548826"/>
                </a:lnTo>
                <a:lnTo>
                  <a:pt x="747959" y="549087"/>
                </a:lnTo>
                <a:lnTo>
                  <a:pt x="748965" y="549343"/>
                </a:lnTo>
                <a:lnTo>
                  <a:pt x="749977" y="549593"/>
                </a:lnTo>
                <a:lnTo>
                  <a:pt x="750984" y="549838"/>
                </a:lnTo>
                <a:lnTo>
                  <a:pt x="751996" y="550078"/>
                </a:lnTo>
                <a:lnTo>
                  <a:pt x="753002" y="550317"/>
                </a:lnTo>
                <a:lnTo>
                  <a:pt x="754014" y="550546"/>
                </a:lnTo>
                <a:lnTo>
                  <a:pt x="755026" y="550775"/>
                </a:lnTo>
                <a:lnTo>
                  <a:pt x="756032" y="550999"/>
                </a:lnTo>
                <a:lnTo>
                  <a:pt x="757044" y="551217"/>
                </a:lnTo>
                <a:lnTo>
                  <a:pt x="758051" y="551430"/>
                </a:lnTo>
                <a:lnTo>
                  <a:pt x="759062" y="551643"/>
                </a:lnTo>
                <a:lnTo>
                  <a:pt x="760069" y="551851"/>
                </a:lnTo>
                <a:lnTo>
                  <a:pt x="761081" y="552053"/>
                </a:lnTo>
                <a:lnTo>
                  <a:pt x="762087" y="552250"/>
                </a:lnTo>
                <a:lnTo>
                  <a:pt x="763099" y="552447"/>
                </a:lnTo>
                <a:lnTo>
                  <a:pt x="764106" y="552639"/>
                </a:lnTo>
                <a:lnTo>
                  <a:pt x="765117" y="552826"/>
                </a:lnTo>
                <a:lnTo>
                  <a:pt x="766129" y="553007"/>
                </a:lnTo>
                <a:lnTo>
                  <a:pt x="767136" y="553188"/>
                </a:lnTo>
                <a:lnTo>
                  <a:pt x="768147" y="553363"/>
                </a:lnTo>
                <a:lnTo>
                  <a:pt x="769154" y="553539"/>
                </a:lnTo>
                <a:lnTo>
                  <a:pt x="770166" y="553709"/>
                </a:lnTo>
                <a:lnTo>
                  <a:pt x="771172" y="553875"/>
                </a:lnTo>
                <a:lnTo>
                  <a:pt x="772184" y="554034"/>
                </a:lnTo>
                <a:lnTo>
                  <a:pt x="773191" y="554194"/>
                </a:lnTo>
                <a:lnTo>
                  <a:pt x="774202" y="554354"/>
                </a:lnTo>
                <a:lnTo>
                  <a:pt x="775209" y="554503"/>
                </a:lnTo>
                <a:lnTo>
                  <a:pt x="776221" y="554657"/>
                </a:lnTo>
                <a:lnTo>
                  <a:pt x="777227" y="554801"/>
                </a:lnTo>
                <a:lnTo>
                  <a:pt x="778239" y="554945"/>
                </a:lnTo>
                <a:lnTo>
                  <a:pt x="779251" y="555089"/>
                </a:lnTo>
                <a:lnTo>
                  <a:pt x="780257" y="555227"/>
                </a:lnTo>
                <a:lnTo>
                  <a:pt x="781269" y="555360"/>
                </a:lnTo>
                <a:lnTo>
                  <a:pt x="782276" y="555493"/>
                </a:lnTo>
                <a:lnTo>
                  <a:pt x="783288" y="555621"/>
                </a:lnTo>
                <a:lnTo>
                  <a:pt x="784294" y="555749"/>
                </a:lnTo>
                <a:lnTo>
                  <a:pt x="785306" y="555877"/>
                </a:lnTo>
                <a:lnTo>
                  <a:pt x="786312" y="555999"/>
                </a:lnTo>
                <a:lnTo>
                  <a:pt x="787324" y="556117"/>
                </a:lnTo>
                <a:lnTo>
                  <a:pt x="788331" y="556234"/>
                </a:lnTo>
                <a:lnTo>
                  <a:pt x="789342" y="556346"/>
                </a:lnTo>
                <a:lnTo>
                  <a:pt x="790354" y="556457"/>
                </a:lnTo>
                <a:lnTo>
                  <a:pt x="791361" y="556569"/>
                </a:lnTo>
                <a:lnTo>
                  <a:pt x="792373" y="556676"/>
                </a:lnTo>
                <a:lnTo>
                  <a:pt x="793379" y="556782"/>
                </a:lnTo>
                <a:lnTo>
                  <a:pt x="794391" y="556883"/>
                </a:lnTo>
                <a:lnTo>
                  <a:pt x="795397" y="556985"/>
                </a:lnTo>
                <a:lnTo>
                  <a:pt x="796409" y="557080"/>
                </a:lnTo>
                <a:lnTo>
                  <a:pt x="797416" y="557182"/>
                </a:lnTo>
                <a:lnTo>
                  <a:pt x="798428" y="557272"/>
                </a:lnTo>
                <a:lnTo>
                  <a:pt x="799434" y="557368"/>
                </a:lnTo>
                <a:lnTo>
                  <a:pt x="800446" y="557453"/>
                </a:lnTo>
                <a:lnTo>
                  <a:pt x="801458" y="557544"/>
                </a:lnTo>
                <a:lnTo>
                  <a:pt x="802464" y="557629"/>
                </a:lnTo>
                <a:lnTo>
                  <a:pt x="803476" y="557714"/>
                </a:lnTo>
                <a:lnTo>
                  <a:pt x="804482" y="557794"/>
                </a:lnTo>
                <a:lnTo>
                  <a:pt x="805494" y="557879"/>
                </a:lnTo>
                <a:lnTo>
                  <a:pt x="806501" y="557954"/>
                </a:lnTo>
                <a:lnTo>
                  <a:pt x="807513" y="558034"/>
                </a:lnTo>
                <a:lnTo>
                  <a:pt x="808519" y="558108"/>
                </a:lnTo>
                <a:lnTo>
                  <a:pt x="809531" y="558183"/>
                </a:lnTo>
                <a:lnTo>
                  <a:pt x="810537" y="558252"/>
                </a:lnTo>
                <a:lnTo>
                  <a:pt x="811549" y="558321"/>
                </a:lnTo>
                <a:lnTo>
                  <a:pt x="812561" y="558391"/>
                </a:lnTo>
                <a:lnTo>
                  <a:pt x="813568" y="558460"/>
                </a:lnTo>
                <a:lnTo>
                  <a:pt x="814579" y="558524"/>
                </a:lnTo>
                <a:lnTo>
                  <a:pt x="815586" y="558588"/>
                </a:lnTo>
                <a:lnTo>
                  <a:pt x="816598" y="558651"/>
                </a:lnTo>
                <a:lnTo>
                  <a:pt x="817604" y="558715"/>
                </a:lnTo>
                <a:lnTo>
                  <a:pt x="818616" y="558774"/>
                </a:lnTo>
                <a:lnTo>
                  <a:pt x="819623" y="558832"/>
                </a:lnTo>
                <a:lnTo>
                  <a:pt x="820634" y="558891"/>
                </a:lnTo>
                <a:lnTo>
                  <a:pt x="821641" y="558944"/>
                </a:lnTo>
                <a:lnTo>
                  <a:pt x="822653" y="558998"/>
                </a:lnTo>
                <a:lnTo>
                  <a:pt x="823664" y="559051"/>
                </a:lnTo>
                <a:lnTo>
                  <a:pt x="824671" y="559104"/>
                </a:lnTo>
                <a:lnTo>
                  <a:pt x="825683" y="559157"/>
                </a:lnTo>
                <a:lnTo>
                  <a:pt x="826689" y="559205"/>
                </a:lnTo>
                <a:lnTo>
                  <a:pt x="827701" y="559253"/>
                </a:lnTo>
                <a:lnTo>
                  <a:pt x="828708" y="559301"/>
                </a:lnTo>
                <a:lnTo>
                  <a:pt x="829719" y="559349"/>
                </a:lnTo>
                <a:lnTo>
                  <a:pt x="830726" y="559392"/>
                </a:lnTo>
                <a:lnTo>
                  <a:pt x="831738" y="559434"/>
                </a:lnTo>
                <a:lnTo>
                  <a:pt x="832744" y="559477"/>
                </a:lnTo>
                <a:lnTo>
                  <a:pt x="833756" y="559519"/>
                </a:lnTo>
                <a:lnTo>
                  <a:pt x="834763" y="559562"/>
                </a:lnTo>
                <a:lnTo>
                  <a:pt x="835774" y="559599"/>
                </a:lnTo>
                <a:lnTo>
                  <a:pt x="836786" y="559642"/>
                </a:lnTo>
                <a:lnTo>
                  <a:pt x="837793" y="559679"/>
                </a:lnTo>
                <a:lnTo>
                  <a:pt x="838805" y="559717"/>
                </a:lnTo>
                <a:lnTo>
                  <a:pt x="839811" y="559754"/>
                </a:lnTo>
                <a:lnTo>
                  <a:pt x="840823" y="559786"/>
                </a:lnTo>
                <a:lnTo>
                  <a:pt x="841829" y="559823"/>
                </a:lnTo>
                <a:lnTo>
                  <a:pt x="842841" y="559855"/>
                </a:lnTo>
                <a:lnTo>
                  <a:pt x="843848" y="559887"/>
                </a:lnTo>
                <a:lnTo>
                  <a:pt x="844859" y="559919"/>
                </a:lnTo>
                <a:lnTo>
                  <a:pt x="845866" y="559951"/>
                </a:lnTo>
                <a:lnTo>
                  <a:pt x="846878" y="559983"/>
                </a:lnTo>
                <a:lnTo>
                  <a:pt x="847890" y="560009"/>
                </a:lnTo>
                <a:lnTo>
                  <a:pt x="848896" y="560041"/>
                </a:lnTo>
                <a:lnTo>
                  <a:pt x="849908" y="560068"/>
                </a:lnTo>
                <a:lnTo>
                  <a:pt x="850914" y="560095"/>
                </a:lnTo>
                <a:lnTo>
                  <a:pt x="851926" y="560121"/>
                </a:lnTo>
                <a:lnTo>
                  <a:pt x="852933" y="560148"/>
                </a:lnTo>
                <a:lnTo>
                  <a:pt x="853945" y="560174"/>
                </a:lnTo>
                <a:lnTo>
                  <a:pt x="854951" y="560201"/>
                </a:lnTo>
                <a:lnTo>
                  <a:pt x="855963" y="560222"/>
                </a:lnTo>
                <a:lnTo>
                  <a:pt x="856969" y="560249"/>
                </a:lnTo>
                <a:lnTo>
                  <a:pt x="857981" y="560270"/>
                </a:lnTo>
                <a:lnTo>
                  <a:pt x="858993" y="560292"/>
                </a:lnTo>
                <a:lnTo>
                  <a:pt x="859999" y="560313"/>
                </a:lnTo>
                <a:lnTo>
                  <a:pt x="861011" y="560334"/>
                </a:lnTo>
                <a:lnTo>
                  <a:pt x="862018" y="560356"/>
                </a:lnTo>
                <a:lnTo>
                  <a:pt x="863030" y="560377"/>
                </a:lnTo>
                <a:lnTo>
                  <a:pt x="864036" y="560398"/>
                </a:lnTo>
                <a:lnTo>
                  <a:pt x="865048" y="560414"/>
                </a:lnTo>
                <a:lnTo>
                  <a:pt x="866054" y="560435"/>
                </a:lnTo>
                <a:lnTo>
                  <a:pt x="867066" y="560451"/>
                </a:lnTo>
                <a:lnTo>
                  <a:pt x="868073" y="560467"/>
                </a:lnTo>
                <a:lnTo>
                  <a:pt x="869085" y="560489"/>
                </a:lnTo>
                <a:lnTo>
                  <a:pt x="870096" y="560505"/>
                </a:lnTo>
                <a:lnTo>
                  <a:pt x="871103" y="560521"/>
                </a:lnTo>
                <a:lnTo>
                  <a:pt x="872115" y="560537"/>
                </a:lnTo>
                <a:lnTo>
                  <a:pt x="873121" y="560553"/>
                </a:lnTo>
                <a:lnTo>
                  <a:pt x="874133" y="560569"/>
                </a:lnTo>
                <a:lnTo>
                  <a:pt x="875140" y="560579"/>
                </a:lnTo>
                <a:lnTo>
                  <a:pt x="876151" y="560595"/>
                </a:lnTo>
                <a:lnTo>
                  <a:pt x="877158" y="560611"/>
                </a:lnTo>
                <a:lnTo>
                  <a:pt x="878170" y="560622"/>
                </a:lnTo>
                <a:lnTo>
                  <a:pt x="879176" y="560638"/>
                </a:lnTo>
                <a:lnTo>
                  <a:pt x="880188" y="560648"/>
                </a:lnTo>
                <a:lnTo>
                  <a:pt x="881195" y="560659"/>
                </a:lnTo>
                <a:lnTo>
                  <a:pt x="882206" y="560675"/>
                </a:lnTo>
                <a:lnTo>
                  <a:pt x="883218" y="560686"/>
                </a:lnTo>
                <a:lnTo>
                  <a:pt x="884225" y="560696"/>
                </a:lnTo>
                <a:lnTo>
                  <a:pt x="885236" y="560707"/>
                </a:lnTo>
                <a:lnTo>
                  <a:pt x="886243" y="560718"/>
                </a:lnTo>
                <a:lnTo>
                  <a:pt x="887255" y="560728"/>
                </a:lnTo>
                <a:lnTo>
                  <a:pt x="888261" y="560739"/>
                </a:lnTo>
                <a:lnTo>
                  <a:pt x="889273" y="560750"/>
                </a:lnTo>
                <a:lnTo>
                  <a:pt x="890280" y="560760"/>
                </a:lnTo>
                <a:lnTo>
                  <a:pt x="891291" y="560771"/>
                </a:lnTo>
                <a:lnTo>
                  <a:pt x="892298" y="560776"/>
                </a:lnTo>
                <a:lnTo>
                  <a:pt x="893310" y="560787"/>
                </a:lnTo>
                <a:lnTo>
                  <a:pt x="894322" y="560798"/>
                </a:lnTo>
                <a:lnTo>
                  <a:pt x="895328" y="560803"/>
                </a:lnTo>
                <a:lnTo>
                  <a:pt x="896340" y="560814"/>
                </a:lnTo>
                <a:lnTo>
                  <a:pt x="897346" y="560819"/>
                </a:lnTo>
                <a:lnTo>
                  <a:pt x="898358" y="560830"/>
                </a:lnTo>
                <a:lnTo>
                  <a:pt x="899365" y="560835"/>
                </a:lnTo>
                <a:lnTo>
                  <a:pt x="900376" y="560845"/>
                </a:lnTo>
                <a:lnTo>
                  <a:pt x="901383" y="560851"/>
                </a:lnTo>
                <a:lnTo>
                  <a:pt x="902395" y="560856"/>
                </a:lnTo>
                <a:lnTo>
                  <a:pt x="903401" y="560867"/>
                </a:lnTo>
                <a:lnTo>
                  <a:pt x="904413" y="560872"/>
                </a:lnTo>
                <a:lnTo>
                  <a:pt x="905425" y="560877"/>
                </a:lnTo>
                <a:lnTo>
                  <a:pt x="906431" y="560883"/>
                </a:lnTo>
                <a:lnTo>
                  <a:pt x="907443" y="560888"/>
                </a:lnTo>
                <a:lnTo>
                  <a:pt x="908450" y="560893"/>
                </a:lnTo>
                <a:lnTo>
                  <a:pt x="909462" y="560899"/>
                </a:lnTo>
                <a:lnTo>
                  <a:pt x="910468" y="560904"/>
                </a:lnTo>
                <a:lnTo>
                  <a:pt x="911480" y="560915"/>
                </a:lnTo>
                <a:lnTo>
                  <a:pt x="912486" y="560915"/>
                </a:lnTo>
                <a:lnTo>
                  <a:pt x="913498" y="560920"/>
                </a:lnTo>
                <a:lnTo>
                  <a:pt x="914505" y="560925"/>
                </a:lnTo>
                <a:lnTo>
                  <a:pt x="915517" y="560931"/>
                </a:lnTo>
                <a:lnTo>
                  <a:pt x="916528" y="560936"/>
                </a:lnTo>
                <a:lnTo>
                  <a:pt x="917535" y="560941"/>
                </a:lnTo>
                <a:lnTo>
                  <a:pt x="918547" y="560947"/>
                </a:lnTo>
                <a:lnTo>
                  <a:pt x="919553" y="560952"/>
                </a:lnTo>
                <a:lnTo>
                  <a:pt x="920565" y="560952"/>
                </a:lnTo>
                <a:lnTo>
                  <a:pt x="921571" y="560957"/>
                </a:lnTo>
                <a:lnTo>
                  <a:pt x="922583" y="560963"/>
                </a:lnTo>
                <a:lnTo>
                  <a:pt x="923590" y="560968"/>
                </a:lnTo>
                <a:lnTo>
                  <a:pt x="924602" y="560968"/>
                </a:lnTo>
                <a:lnTo>
                  <a:pt x="925608" y="560973"/>
                </a:lnTo>
                <a:lnTo>
                  <a:pt x="926620" y="560979"/>
                </a:lnTo>
                <a:lnTo>
                  <a:pt x="927626" y="560979"/>
                </a:lnTo>
                <a:lnTo>
                  <a:pt x="928638" y="560984"/>
                </a:lnTo>
                <a:lnTo>
                  <a:pt x="929650" y="560984"/>
                </a:lnTo>
                <a:lnTo>
                  <a:pt x="930657" y="560989"/>
                </a:lnTo>
                <a:lnTo>
                  <a:pt x="931668" y="560989"/>
                </a:lnTo>
                <a:lnTo>
                  <a:pt x="932675" y="560995"/>
                </a:lnTo>
                <a:lnTo>
                  <a:pt x="933687" y="561000"/>
                </a:lnTo>
                <a:lnTo>
                  <a:pt x="934693" y="561000"/>
                </a:lnTo>
                <a:lnTo>
                  <a:pt x="935705" y="561005"/>
                </a:lnTo>
                <a:lnTo>
                  <a:pt x="936712" y="561005"/>
                </a:lnTo>
                <a:lnTo>
                  <a:pt x="937723" y="561005"/>
                </a:lnTo>
                <a:lnTo>
                  <a:pt x="938730" y="561011"/>
                </a:lnTo>
                <a:lnTo>
                  <a:pt x="939742" y="561011"/>
                </a:lnTo>
                <a:lnTo>
                  <a:pt x="940753" y="561016"/>
                </a:lnTo>
                <a:lnTo>
                  <a:pt x="941760" y="561016"/>
                </a:lnTo>
                <a:lnTo>
                  <a:pt x="942772" y="561021"/>
                </a:lnTo>
                <a:lnTo>
                  <a:pt x="943778" y="561021"/>
                </a:lnTo>
                <a:lnTo>
                  <a:pt x="944790" y="561021"/>
                </a:lnTo>
                <a:lnTo>
                  <a:pt x="945797" y="561027"/>
                </a:lnTo>
                <a:lnTo>
                  <a:pt x="946808" y="561027"/>
                </a:lnTo>
                <a:lnTo>
                  <a:pt x="947815" y="561027"/>
                </a:lnTo>
                <a:lnTo>
                  <a:pt x="948827" y="561032"/>
                </a:lnTo>
                <a:lnTo>
                  <a:pt x="949833" y="561032"/>
                </a:lnTo>
                <a:lnTo>
                  <a:pt x="950845" y="561032"/>
                </a:lnTo>
                <a:lnTo>
                  <a:pt x="951857" y="561037"/>
                </a:lnTo>
                <a:lnTo>
                  <a:pt x="952863" y="561037"/>
                </a:lnTo>
                <a:lnTo>
                  <a:pt x="953875" y="561037"/>
                </a:lnTo>
                <a:lnTo>
                  <a:pt x="954882" y="561037"/>
                </a:lnTo>
                <a:lnTo>
                  <a:pt x="955893" y="561043"/>
                </a:lnTo>
                <a:lnTo>
                  <a:pt x="956900" y="561043"/>
                </a:lnTo>
                <a:lnTo>
                  <a:pt x="957912" y="561043"/>
                </a:lnTo>
                <a:lnTo>
                  <a:pt x="958918" y="561043"/>
                </a:lnTo>
                <a:lnTo>
                  <a:pt x="959930" y="561048"/>
                </a:lnTo>
                <a:lnTo>
                  <a:pt x="960937" y="561048"/>
                </a:lnTo>
                <a:lnTo>
                  <a:pt x="961948" y="561048"/>
                </a:lnTo>
                <a:lnTo>
                  <a:pt x="962960" y="561048"/>
                </a:lnTo>
                <a:lnTo>
                  <a:pt x="963967" y="561053"/>
                </a:lnTo>
                <a:lnTo>
                  <a:pt x="964978" y="561053"/>
                </a:lnTo>
                <a:lnTo>
                  <a:pt x="965985" y="561053"/>
                </a:lnTo>
                <a:lnTo>
                  <a:pt x="966997" y="561053"/>
                </a:lnTo>
                <a:lnTo>
                  <a:pt x="968003" y="561053"/>
                </a:lnTo>
                <a:lnTo>
                  <a:pt x="969015" y="561053"/>
                </a:lnTo>
                <a:lnTo>
                  <a:pt x="970022" y="561059"/>
                </a:lnTo>
                <a:lnTo>
                  <a:pt x="971034" y="561059"/>
                </a:lnTo>
                <a:lnTo>
                  <a:pt x="972040" y="561059"/>
                </a:lnTo>
                <a:lnTo>
                  <a:pt x="973052" y="561059"/>
                </a:lnTo>
                <a:lnTo>
                  <a:pt x="974058" y="561059"/>
                </a:lnTo>
                <a:lnTo>
                  <a:pt x="975070" y="561059"/>
                </a:lnTo>
                <a:lnTo>
                  <a:pt x="976082" y="561059"/>
                </a:lnTo>
                <a:lnTo>
                  <a:pt x="977088" y="561064"/>
                </a:lnTo>
                <a:lnTo>
                  <a:pt x="978100" y="561064"/>
                </a:lnTo>
                <a:lnTo>
                  <a:pt x="979107" y="561064"/>
                </a:lnTo>
                <a:lnTo>
                  <a:pt x="980118" y="561064"/>
                </a:lnTo>
                <a:lnTo>
                  <a:pt x="981125" y="561064"/>
                </a:lnTo>
                <a:lnTo>
                  <a:pt x="982137" y="561064"/>
                </a:lnTo>
                <a:lnTo>
                  <a:pt x="983143" y="561064"/>
                </a:lnTo>
                <a:lnTo>
                  <a:pt x="984155" y="561064"/>
                </a:lnTo>
                <a:lnTo>
                  <a:pt x="985162" y="561069"/>
                </a:lnTo>
                <a:lnTo>
                  <a:pt x="986174" y="561069"/>
                </a:lnTo>
                <a:lnTo>
                  <a:pt x="987185" y="561069"/>
                </a:lnTo>
                <a:lnTo>
                  <a:pt x="988192" y="561069"/>
                </a:lnTo>
                <a:lnTo>
                  <a:pt x="989204" y="561069"/>
                </a:lnTo>
                <a:lnTo>
                  <a:pt x="990210" y="561069"/>
                </a:lnTo>
                <a:lnTo>
                  <a:pt x="991222" y="561069"/>
                </a:lnTo>
                <a:lnTo>
                  <a:pt x="992229" y="561069"/>
                </a:lnTo>
                <a:lnTo>
                  <a:pt x="993240" y="561069"/>
                </a:lnTo>
                <a:lnTo>
                  <a:pt x="994247" y="561069"/>
                </a:lnTo>
                <a:lnTo>
                  <a:pt x="995259" y="561069"/>
                </a:lnTo>
                <a:lnTo>
                  <a:pt x="996265" y="561069"/>
                </a:lnTo>
                <a:lnTo>
                  <a:pt x="997277" y="561075"/>
                </a:lnTo>
                <a:lnTo>
                  <a:pt x="998289" y="561075"/>
                </a:lnTo>
                <a:lnTo>
                  <a:pt x="999295" y="561075"/>
                </a:lnTo>
                <a:lnTo>
                  <a:pt x="1000307" y="561075"/>
                </a:lnTo>
                <a:lnTo>
                  <a:pt x="1001313" y="561075"/>
                </a:lnTo>
                <a:lnTo>
                  <a:pt x="1002325" y="561075"/>
                </a:lnTo>
                <a:lnTo>
                  <a:pt x="1003332" y="561075"/>
                </a:lnTo>
                <a:lnTo>
                  <a:pt x="1004344" y="561075"/>
                </a:lnTo>
                <a:lnTo>
                  <a:pt x="1005350" y="561075"/>
                </a:lnTo>
                <a:lnTo>
                  <a:pt x="1006362" y="561075"/>
                </a:lnTo>
                <a:lnTo>
                  <a:pt x="1007369" y="561075"/>
                </a:lnTo>
                <a:lnTo>
                  <a:pt x="1008380" y="561075"/>
                </a:lnTo>
              </a:path>
            </a:pathLst>
          </a:custGeom>
          <a:noFill/>
          <a:ln w="17018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622" name="Group 621">
            <a:extLst>
              <a:ext uri="{FF2B5EF4-FFF2-40B4-BE49-F238E27FC236}">
                <a16:creationId xmlns:a16="http://schemas.microsoft.com/office/drawing/2014/main" id="{0370E0C5-AAFD-68BD-C022-B47E75253B89}"/>
              </a:ext>
            </a:extLst>
          </p:cNvPr>
          <p:cNvGrpSpPr/>
          <p:nvPr/>
        </p:nvGrpSpPr>
        <p:grpSpPr>
          <a:xfrm>
            <a:off x="3143526" y="3951939"/>
            <a:ext cx="1278089" cy="852059"/>
            <a:chOff x="3143526" y="3951939"/>
            <a:chExt cx="1278089" cy="852059"/>
          </a:xfrm>
        </p:grpSpPr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E0DD9329-FF32-B67A-2ABB-5B75F2BEAF80}"/>
                </a:ext>
              </a:extLst>
            </p:cNvPr>
            <p:cNvSpPr/>
            <p:nvPr/>
          </p:nvSpPr>
          <p:spPr>
            <a:xfrm>
              <a:off x="3143526" y="3951939"/>
              <a:ext cx="1278089" cy="852059"/>
            </a:xfrm>
            <a:custGeom>
              <a:avLst/>
              <a:gdLst>
                <a:gd name="csX0" fmla="*/ 0 w 1278089"/>
                <a:gd name="csY0" fmla="*/ 852059 h 852059"/>
                <a:gd name="csX1" fmla="*/ 1278089 w 1278089"/>
                <a:gd name="csY1" fmla="*/ 852059 h 852059"/>
                <a:gd name="csX2" fmla="*/ 1278089 w 1278089"/>
                <a:gd name="csY2" fmla="*/ 0 h 852059"/>
                <a:gd name="csX3" fmla="*/ 0 w 1278089"/>
                <a:gd name="csY3" fmla="*/ 0 h 852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8089" h="852059">
                  <a:moveTo>
                    <a:pt x="0" y="852059"/>
                  </a:moveTo>
                  <a:lnTo>
                    <a:pt x="1278089" y="852059"/>
                  </a:lnTo>
                  <a:lnTo>
                    <a:pt x="1278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048F8E09-888E-216D-C677-303C2977C87A}"/>
                </a:ext>
              </a:extLst>
            </p:cNvPr>
            <p:cNvSpPr/>
            <p:nvPr/>
          </p:nvSpPr>
          <p:spPr>
            <a:xfrm>
              <a:off x="3473367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3ACB0B40-7041-D1C4-F341-2B0CB0210775}"/>
                </a:ext>
              </a:extLst>
            </p:cNvPr>
            <p:cNvSpPr/>
            <p:nvPr/>
          </p:nvSpPr>
          <p:spPr>
            <a:xfrm>
              <a:off x="3735968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06062EBC-6C1E-3C61-76CB-D4446FE0C35E}"/>
                </a:ext>
              </a:extLst>
            </p:cNvPr>
            <p:cNvSpPr/>
            <p:nvPr/>
          </p:nvSpPr>
          <p:spPr>
            <a:xfrm>
              <a:off x="3998567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E2748806-2A4F-DEFE-7A4F-FB638CF93A58}"/>
                </a:ext>
              </a:extLst>
            </p:cNvPr>
            <p:cNvSpPr/>
            <p:nvPr/>
          </p:nvSpPr>
          <p:spPr>
            <a:xfrm>
              <a:off x="4261166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58959F12-7C6E-3CBC-09BE-32211E7D1FD6}"/>
                </a:ext>
              </a:extLst>
            </p:cNvPr>
            <p:cNvSpPr/>
            <p:nvPr/>
          </p:nvSpPr>
          <p:spPr>
            <a:xfrm>
              <a:off x="3327572" y="466450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8B40C1BD-51D9-E98F-17E7-8CD604364023}"/>
                </a:ext>
              </a:extLst>
            </p:cNvPr>
            <p:cNvSpPr/>
            <p:nvPr/>
          </p:nvSpPr>
          <p:spPr>
            <a:xfrm>
              <a:off x="3327572" y="448975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867F5812-062B-BD70-9607-3D1AC58DA38B}"/>
                </a:ext>
              </a:extLst>
            </p:cNvPr>
            <p:cNvSpPr/>
            <p:nvPr/>
          </p:nvSpPr>
          <p:spPr>
            <a:xfrm>
              <a:off x="3327572" y="431501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DCFE3F8-A4A7-236E-247B-25A2B0556D3A}"/>
                </a:ext>
              </a:extLst>
            </p:cNvPr>
            <p:cNvSpPr/>
            <p:nvPr/>
          </p:nvSpPr>
          <p:spPr>
            <a:xfrm>
              <a:off x="3327572" y="4140269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AEB99DE9-B093-6286-285C-32A870D1864C}"/>
                </a:ext>
              </a:extLst>
            </p:cNvPr>
            <p:cNvSpPr/>
            <p:nvPr/>
          </p:nvSpPr>
          <p:spPr>
            <a:xfrm>
              <a:off x="3327572" y="468452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771185B2-C239-ACD0-A548-FDE46F8ECC5B}"/>
                </a:ext>
              </a:extLst>
            </p:cNvPr>
            <p:cNvSpPr/>
            <p:nvPr/>
          </p:nvSpPr>
          <p:spPr>
            <a:xfrm>
              <a:off x="3473367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EEF6BC5D-4586-9B4F-C825-F048DED18E15}"/>
                </a:ext>
              </a:extLst>
            </p:cNvPr>
            <p:cNvSpPr/>
            <p:nvPr/>
          </p:nvSpPr>
          <p:spPr>
            <a:xfrm>
              <a:off x="3735968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306EED44-A6A6-DF97-6D3A-3974E16B5E3E}"/>
                </a:ext>
              </a:extLst>
            </p:cNvPr>
            <p:cNvSpPr/>
            <p:nvPr/>
          </p:nvSpPr>
          <p:spPr>
            <a:xfrm>
              <a:off x="3998567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D04B0C35-FA7B-07EE-1062-93B5A5BE32EF}"/>
                </a:ext>
              </a:extLst>
            </p:cNvPr>
            <p:cNvSpPr/>
            <p:nvPr/>
          </p:nvSpPr>
          <p:spPr>
            <a:xfrm>
              <a:off x="4261166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54538BAA-DF65-F66E-3EBD-867CDEE3EEDC}"/>
                </a:ext>
              </a:extLst>
            </p:cNvPr>
            <p:cNvSpPr/>
            <p:nvPr/>
          </p:nvSpPr>
          <p:spPr>
            <a:xfrm>
              <a:off x="3445075" y="4719329"/>
              <a:ext cx="27656" cy="3669"/>
            </a:xfrm>
            <a:custGeom>
              <a:avLst/>
              <a:gdLst>
                <a:gd name="csX0" fmla="*/ 0 w 27656"/>
                <a:gd name="csY0" fmla="*/ 0 h 3669"/>
                <a:gd name="csX1" fmla="*/ 27656 w 27656"/>
                <a:gd name="csY1" fmla="*/ 0 h 3669"/>
                <a:gd name="csX2" fmla="*/ 27656 w 27656"/>
                <a:gd name="csY2" fmla="*/ 3669 h 3669"/>
                <a:gd name="csX3" fmla="*/ 0 w 27656"/>
                <a:gd name="csY3" fmla="*/ 3669 h 3669"/>
                <a:gd name="csX4" fmla="*/ 0 w 27656"/>
                <a:gd name="csY4" fmla="*/ 0 h 3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656" h="3669">
                  <a:moveTo>
                    <a:pt x="0" y="0"/>
                  </a:moveTo>
                  <a:lnTo>
                    <a:pt x="27656" y="0"/>
                  </a:lnTo>
                  <a:lnTo>
                    <a:pt x="27656" y="3669"/>
                  </a:lnTo>
                  <a:lnTo>
                    <a:pt x="0" y="3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3853C0DC-1809-B086-5277-E6169E44DE7F}"/>
                </a:ext>
              </a:extLst>
            </p:cNvPr>
            <p:cNvSpPr/>
            <p:nvPr/>
          </p:nvSpPr>
          <p:spPr>
            <a:xfrm>
              <a:off x="3480821" y="4702805"/>
              <a:ext cx="20838" cy="32830"/>
            </a:xfrm>
            <a:custGeom>
              <a:avLst/>
              <a:gdLst>
                <a:gd name="csX0" fmla="*/ 1359 w 20838"/>
                <a:gd name="csY0" fmla="*/ 0 h 32830"/>
                <a:gd name="csX1" fmla="*/ 18466 w 20838"/>
                <a:gd name="csY1" fmla="*/ 0 h 32830"/>
                <a:gd name="csX2" fmla="*/ 18466 w 20838"/>
                <a:gd name="csY2" fmla="*/ 3669 h 32830"/>
                <a:gd name="csX3" fmla="*/ 5350 w 20838"/>
                <a:gd name="csY3" fmla="*/ 3669 h 32830"/>
                <a:gd name="csX4" fmla="*/ 5350 w 20838"/>
                <a:gd name="csY4" fmla="*/ 11561 h 32830"/>
                <a:gd name="csX5" fmla="*/ 7248 w 20838"/>
                <a:gd name="csY5" fmla="*/ 11087 h 32830"/>
                <a:gd name="csX6" fmla="*/ 9146 w 20838"/>
                <a:gd name="csY6" fmla="*/ 10917 h 32830"/>
                <a:gd name="csX7" fmla="*/ 17689 w 20838"/>
                <a:gd name="csY7" fmla="*/ 13873 h 32830"/>
                <a:gd name="csX8" fmla="*/ 20839 w 20838"/>
                <a:gd name="csY8" fmla="*/ 21877 h 32830"/>
                <a:gd name="csX9" fmla="*/ 17603 w 20838"/>
                <a:gd name="csY9" fmla="*/ 29966 h 32830"/>
                <a:gd name="csX10" fmla="*/ 8478 w 20838"/>
                <a:gd name="csY10" fmla="*/ 32831 h 32830"/>
                <a:gd name="csX11" fmla="*/ 4336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2 w 20838"/>
                <a:gd name="csY14" fmla="*/ 28651 h 32830"/>
                <a:gd name="csX15" fmla="*/ 8392 w 20838"/>
                <a:gd name="csY15" fmla="*/ 29167 h 32830"/>
                <a:gd name="csX16" fmla="*/ 14302 w 20838"/>
                <a:gd name="csY16" fmla="*/ 27202 h 32830"/>
                <a:gd name="csX17" fmla="*/ 16481 w 20838"/>
                <a:gd name="csY17" fmla="*/ 21877 h 32830"/>
                <a:gd name="csX18" fmla="*/ 14302 w 20838"/>
                <a:gd name="csY18" fmla="*/ 16546 h 32830"/>
                <a:gd name="csX19" fmla="*/ 8392 w 20838"/>
                <a:gd name="csY19" fmla="*/ 14581 h 32830"/>
                <a:gd name="csX20" fmla="*/ 4897 w 20838"/>
                <a:gd name="csY20" fmla="*/ 14970 h 32830"/>
                <a:gd name="csX21" fmla="*/ 1359 w 20838"/>
                <a:gd name="csY21" fmla="*/ 16178 h 32830"/>
                <a:gd name="csX22" fmla="*/ 1359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9" y="0"/>
                  </a:moveTo>
                  <a:lnTo>
                    <a:pt x="18466" y="0"/>
                  </a:lnTo>
                  <a:lnTo>
                    <a:pt x="18466" y="3669"/>
                  </a:lnTo>
                  <a:lnTo>
                    <a:pt x="5350" y="3669"/>
                  </a:lnTo>
                  <a:lnTo>
                    <a:pt x="5350" y="11561"/>
                  </a:lnTo>
                  <a:cubicBezTo>
                    <a:pt x="5982" y="11348"/>
                    <a:pt x="6615" y="11190"/>
                    <a:pt x="7248" y="11087"/>
                  </a:cubicBezTo>
                  <a:cubicBezTo>
                    <a:pt x="7881" y="10974"/>
                    <a:pt x="8514" y="10917"/>
                    <a:pt x="9146" y="10917"/>
                  </a:cubicBezTo>
                  <a:cubicBezTo>
                    <a:pt x="12742" y="10917"/>
                    <a:pt x="15590" y="11902"/>
                    <a:pt x="17689" y="13873"/>
                  </a:cubicBezTo>
                  <a:cubicBezTo>
                    <a:pt x="19789" y="15843"/>
                    <a:pt x="20839" y="18511"/>
                    <a:pt x="20839" y="21877"/>
                  </a:cubicBezTo>
                  <a:cubicBezTo>
                    <a:pt x="20839" y="25342"/>
                    <a:pt x="19760" y="28038"/>
                    <a:pt x="17603" y="29966"/>
                  </a:cubicBezTo>
                  <a:cubicBezTo>
                    <a:pt x="15446" y="31876"/>
                    <a:pt x="12404" y="32831"/>
                    <a:pt x="8478" y="32831"/>
                  </a:cubicBezTo>
                  <a:cubicBezTo>
                    <a:pt x="7126" y="32831"/>
                    <a:pt x="5745" y="32717"/>
                    <a:pt x="4336" y="32490"/>
                  </a:cubicBezTo>
                  <a:cubicBezTo>
                    <a:pt x="2941" y="32259"/>
                    <a:pt x="1496" y="31913"/>
                    <a:pt x="0" y="31452"/>
                  </a:cubicBezTo>
                  <a:lnTo>
                    <a:pt x="0" y="27074"/>
                  </a:lnTo>
                  <a:cubicBezTo>
                    <a:pt x="1294" y="27777"/>
                    <a:pt x="2631" y="28303"/>
                    <a:pt x="4012" y="28651"/>
                  </a:cubicBezTo>
                  <a:cubicBezTo>
                    <a:pt x="5393" y="28995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2"/>
                  </a:cubicBezTo>
                  <a:cubicBezTo>
                    <a:pt x="15755" y="25896"/>
                    <a:pt x="16481" y="24120"/>
                    <a:pt x="16481" y="21877"/>
                  </a:cubicBezTo>
                  <a:cubicBezTo>
                    <a:pt x="16481" y="19633"/>
                    <a:pt x="15755" y="17856"/>
                    <a:pt x="14302" y="16546"/>
                  </a:cubicBezTo>
                  <a:cubicBezTo>
                    <a:pt x="12850" y="15236"/>
                    <a:pt x="10880" y="14581"/>
                    <a:pt x="8392" y="14581"/>
                  </a:cubicBezTo>
                  <a:cubicBezTo>
                    <a:pt x="7227" y="14581"/>
                    <a:pt x="6062" y="14710"/>
                    <a:pt x="4897" y="14970"/>
                  </a:cubicBezTo>
                  <a:cubicBezTo>
                    <a:pt x="3746" y="15229"/>
                    <a:pt x="2567" y="15632"/>
                    <a:pt x="1359" y="16178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E6A9CCEE-0CB9-B247-CF3F-35AA3C405437}"/>
                </a:ext>
              </a:extLst>
            </p:cNvPr>
            <p:cNvSpPr/>
            <p:nvPr/>
          </p:nvSpPr>
          <p:spPr>
            <a:xfrm>
              <a:off x="3724832" y="4702224"/>
              <a:ext cx="22265" cy="33411"/>
            </a:xfrm>
            <a:custGeom>
              <a:avLst/>
              <a:gdLst>
                <a:gd name="csX0" fmla="*/ 11135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5 w 22265"/>
                <a:gd name="csY4" fmla="*/ 29961 h 33411"/>
                <a:gd name="csX5" fmla="*/ 16205 w 22265"/>
                <a:gd name="csY5" fmla="*/ 26664 h 33411"/>
                <a:gd name="csX6" fmla="*/ 17909 w 22265"/>
                <a:gd name="csY6" fmla="*/ 16716 h 33411"/>
                <a:gd name="csX7" fmla="*/ 16205 w 22265"/>
                <a:gd name="csY7" fmla="*/ 6774 h 33411"/>
                <a:gd name="csX8" fmla="*/ 11135 w 22265"/>
                <a:gd name="csY8" fmla="*/ 3451 h 33411"/>
                <a:gd name="csX9" fmla="*/ 11135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5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5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5" y="3451"/>
                  </a:moveTo>
                  <a:cubicBezTo>
                    <a:pt x="8892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2" y="29961"/>
                    <a:pt x="11135" y="29961"/>
                  </a:cubicBezTo>
                  <a:cubicBezTo>
                    <a:pt x="13393" y="29961"/>
                    <a:pt x="15083" y="28862"/>
                    <a:pt x="16205" y="26664"/>
                  </a:cubicBezTo>
                  <a:cubicBezTo>
                    <a:pt x="17341" y="24449"/>
                    <a:pt x="17909" y="21133"/>
                    <a:pt x="17909" y="16716"/>
                  </a:cubicBezTo>
                  <a:cubicBezTo>
                    <a:pt x="17909" y="12286"/>
                    <a:pt x="17341" y="8971"/>
                    <a:pt x="16205" y="6774"/>
                  </a:cubicBezTo>
                  <a:cubicBezTo>
                    <a:pt x="15083" y="4558"/>
                    <a:pt x="13393" y="3451"/>
                    <a:pt x="11135" y="3451"/>
                  </a:cubicBezTo>
                  <a:moveTo>
                    <a:pt x="11135" y="0"/>
                  </a:moveTo>
                  <a:cubicBezTo>
                    <a:pt x="14742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2" y="33411"/>
                    <a:pt x="11135" y="33411"/>
                  </a:cubicBezTo>
                  <a:cubicBezTo>
                    <a:pt x="7525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5" y="0"/>
                    <a:pt x="11135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2F1BFE38-4000-8DE2-5C73-F7D59279B1CB}"/>
                </a:ext>
              </a:extLst>
            </p:cNvPr>
            <p:cNvSpPr/>
            <p:nvPr/>
          </p:nvSpPr>
          <p:spPr>
            <a:xfrm>
              <a:off x="3988145" y="4702805"/>
              <a:ext cx="20838" cy="32830"/>
            </a:xfrm>
            <a:custGeom>
              <a:avLst/>
              <a:gdLst>
                <a:gd name="csX0" fmla="*/ 1358 w 20838"/>
                <a:gd name="csY0" fmla="*/ 0 h 32830"/>
                <a:gd name="csX1" fmla="*/ 18468 w 20838"/>
                <a:gd name="csY1" fmla="*/ 0 h 32830"/>
                <a:gd name="csX2" fmla="*/ 18468 w 20838"/>
                <a:gd name="csY2" fmla="*/ 3669 h 32830"/>
                <a:gd name="csX3" fmla="*/ 5352 w 20838"/>
                <a:gd name="csY3" fmla="*/ 3669 h 32830"/>
                <a:gd name="csX4" fmla="*/ 5352 w 20838"/>
                <a:gd name="csY4" fmla="*/ 11561 h 32830"/>
                <a:gd name="csX5" fmla="*/ 7248 w 20838"/>
                <a:gd name="csY5" fmla="*/ 11087 h 32830"/>
                <a:gd name="csX6" fmla="*/ 9149 w 20838"/>
                <a:gd name="csY6" fmla="*/ 10917 h 32830"/>
                <a:gd name="csX7" fmla="*/ 17691 w 20838"/>
                <a:gd name="csY7" fmla="*/ 13873 h 32830"/>
                <a:gd name="csX8" fmla="*/ 20838 w 20838"/>
                <a:gd name="csY8" fmla="*/ 21877 h 32830"/>
                <a:gd name="csX9" fmla="*/ 17606 w 20838"/>
                <a:gd name="csY9" fmla="*/ 29966 h 32830"/>
                <a:gd name="csX10" fmla="*/ 8478 w 20838"/>
                <a:gd name="csY10" fmla="*/ 32831 h 32830"/>
                <a:gd name="csX11" fmla="*/ 4335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5 w 20838"/>
                <a:gd name="csY14" fmla="*/ 28651 h 32830"/>
                <a:gd name="csX15" fmla="*/ 8393 w 20838"/>
                <a:gd name="csY15" fmla="*/ 29167 h 32830"/>
                <a:gd name="csX16" fmla="*/ 14304 w 20838"/>
                <a:gd name="csY16" fmla="*/ 27202 h 32830"/>
                <a:gd name="csX17" fmla="*/ 16482 w 20838"/>
                <a:gd name="csY17" fmla="*/ 21877 h 32830"/>
                <a:gd name="csX18" fmla="*/ 14304 w 20838"/>
                <a:gd name="csY18" fmla="*/ 16546 h 32830"/>
                <a:gd name="csX19" fmla="*/ 8393 w 20838"/>
                <a:gd name="csY19" fmla="*/ 14581 h 32830"/>
                <a:gd name="csX20" fmla="*/ 4899 w 20838"/>
                <a:gd name="csY20" fmla="*/ 14970 h 32830"/>
                <a:gd name="csX21" fmla="*/ 1358 w 20838"/>
                <a:gd name="csY21" fmla="*/ 16178 h 32830"/>
                <a:gd name="csX22" fmla="*/ 1358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8" y="0"/>
                  </a:moveTo>
                  <a:lnTo>
                    <a:pt x="18468" y="0"/>
                  </a:lnTo>
                  <a:lnTo>
                    <a:pt x="18468" y="3669"/>
                  </a:lnTo>
                  <a:lnTo>
                    <a:pt x="5352" y="3669"/>
                  </a:lnTo>
                  <a:lnTo>
                    <a:pt x="5352" y="11561"/>
                  </a:lnTo>
                  <a:cubicBezTo>
                    <a:pt x="5984" y="11348"/>
                    <a:pt x="6616" y="11190"/>
                    <a:pt x="7248" y="11087"/>
                  </a:cubicBezTo>
                  <a:cubicBezTo>
                    <a:pt x="7880" y="10974"/>
                    <a:pt x="8514" y="10917"/>
                    <a:pt x="9149" y="10917"/>
                  </a:cubicBezTo>
                  <a:cubicBezTo>
                    <a:pt x="12742" y="10917"/>
                    <a:pt x="15589" y="11902"/>
                    <a:pt x="17691" y="13873"/>
                  </a:cubicBezTo>
                  <a:cubicBezTo>
                    <a:pt x="19789" y="15843"/>
                    <a:pt x="20838" y="18511"/>
                    <a:pt x="20838" y="21877"/>
                  </a:cubicBezTo>
                  <a:cubicBezTo>
                    <a:pt x="20838" y="25342"/>
                    <a:pt x="19761" y="28038"/>
                    <a:pt x="17606" y="29966"/>
                  </a:cubicBezTo>
                  <a:cubicBezTo>
                    <a:pt x="15447" y="31876"/>
                    <a:pt x="12405" y="32831"/>
                    <a:pt x="8478" y="32831"/>
                  </a:cubicBezTo>
                  <a:cubicBezTo>
                    <a:pt x="7125" y="32831"/>
                    <a:pt x="5744" y="32717"/>
                    <a:pt x="4335" y="32490"/>
                  </a:cubicBezTo>
                  <a:cubicBezTo>
                    <a:pt x="2940" y="32259"/>
                    <a:pt x="1495" y="31913"/>
                    <a:pt x="0" y="31452"/>
                  </a:cubicBezTo>
                  <a:lnTo>
                    <a:pt x="0" y="27074"/>
                  </a:lnTo>
                  <a:cubicBezTo>
                    <a:pt x="1296" y="27777"/>
                    <a:pt x="2634" y="28303"/>
                    <a:pt x="4015" y="28651"/>
                  </a:cubicBezTo>
                  <a:cubicBezTo>
                    <a:pt x="5393" y="28995"/>
                    <a:pt x="6852" y="29167"/>
                    <a:pt x="8393" y="29167"/>
                  </a:cubicBezTo>
                  <a:cubicBezTo>
                    <a:pt x="10882" y="29167"/>
                    <a:pt x="12852" y="28512"/>
                    <a:pt x="14304" y="27202"/>
                  </a:cubicBezTo>
                  <a:cubicBezTo>
                    <a:pt x="15756" y="25896"/>
                    <a:pt x="16482" y="24120"/>
                    <a:pt x="16482" y="21877"/>
                  </a:cubicBezTo>
                  <a:cubicBezTo>
                    <a:pt x="16482" y="19633"/>
                    <a:pt x="15756" y="17856"/>
                    <a:pt x="14304" y="16546"/>
                  </a:cubicBezTo>
                  <a:cubicBezTo>
                    <a:pt x="12852" y="15236"/>
                    <a:pt x="10882" y="14581"/>
                    <a:pt x="8393" y="14581"/>
                  </a:cubicBezTo>
                  <a:cubicBezTo>
                    <a:pt x="7228" y="14581"/>
                    <a:pt x="6064" y="14710"/>
                    <a:pt x="4899" y="14970"/>
                  </a:cubicBezTo>
                  <a:cubicBezTo>
                    <a:pt x="3749" y="15229"/>
                    <a:pt x="2569" y="15632"/>
                    <a:pt x="1358" y="16178"/>
                  </a:cubicBezTo>
                  <a:lnTo>
                    <a:pt x="1358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976AA916-E27A-DD9B-2654-089762C5BC27}"/>
                </a:ext>
              </a:extLst>
            </p:cNvPr>
            <p:cNvSpPr/>
            <p:nvPr/>
          </p:nvSpPr>
          <p:spPr>
            <a:xfrm>
              <a:off x="4236947" y="4702805"/>
              <a:ext cx="19181" cy="32207"/>
            </a:xfrm>
            <a:custGeom>
              <a:avLst/>
              <a:gdLst>
                <a:gd name="csX0" fmla="*/ 628 w 19181"/>
                <a:gd name="csY0" fmla="*/ 28539 h 32207"/>
                <a:gd name="csX1" fmla="*/ 7748 w 19181"/>
                <a:gd name="csY1" fmla="*/ 28539 h 32207"/>
                <a:gd name="csX2" fmla="*/ 7748 w 19181"/>
                <a:gd name="csY2" fmla="*/ 3967 h 32207"/>
                <a:gd name="csX3" fmla="*/ 0 w 19181"/>
                <a:gd name="csY3" fmla="*/ 5522 h 32207"/>
                <a:gd name="csX4" fmla="*/ 0 w 19181"/>
                <a:gd name="csY4" fmla="*/ 1555 h 32207"/>
                <a:gd name="csX5" fmla="*/ 7706 w 19181"/>
                <a:gd name="csY5" fmla="*/ 0 h 32207"/>
                <a:gd name="csX6" fmla="*/ 12062 w 19181"/>
                <a:gd name="csY6" fmla="*/ 0 h 32207"/>
                <a:gd name="csX7" fmla="*/ 12062 w 19181"/>
                <a:gd name="csY7" fmla="*/ 28539 h 32207"/>
                <a:gd name="csX8" fmla="*/ 19182 w 19181"/>
                <a:gd name="csY8" fmla="*/ 28539 h 32207"/>
                <a:gd name="csX9" fmla="*/ 19182 w 19181"/>
                <a:gd name="csY9" fmla="*/ 32208 h 32207"/>
                <a:gd name="csX10" fmla="*/ 628 w 19181"/>
                <a:gd name="csY10" fmla="*/ 32208 h 32207"/>
                <a:gd name="csX11" fmla="*/ 628 w 19181"/>
                <a:gd name="csY11" fmla="*/ 28539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81" h="32207">
                  <a:moveTo>
                    <a:pt x="628" y="28539"/>
                  </a:moveTo>
                  <a:lnTo>
                    <a:pt x="7748" y="28539"/>
                  </a:lnTo>
                  <a:lnTo>
                    <a:pt x="7748" y="3967"/>
                  </a:lnTo>
                  <a:lnTo>
                    <a:pt x="0" y="5522"/>
                  </a:lnTo>
                  <a:lnTo>
                    <a:pt x="0" y="1555"/>
                  </a:lnTo>
                  <a:lnTo>
                    <a:pt x="7706" y="0"/>
                  </a:lnTo>
                  <a:lnTo>
                    <a:pt x="12062" y="0"/>
                  </a:lnTo>
                  <a:lnTo>
                    <a:pt x="12062" y="28539"/>
                  </a:lnTo>
                  <a:lnTo>
                    <a:pt x="19182" y="28539"/>
                  </a:lnTo>
                  <a:lnTo>
                    <a:pt x="19182" y="32208"/>
                  </a:lnTo>
                  <a:lnTo>
                    <a:pt x="628" y="32208"/>
                  </a:lnTo>
                  <a:lnTo>
                    <a:pt x="628" y="28539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FB0B54E5-F4AF-4A82-2884-D33F651E03EE}"/>
                </a:ext>
              </a:extLst>
            </p:cNvPr>
            <p:cNvSpPr/>
            <p:nvPr/>
          </p:nvSpPr>
          <p:spPr>
            <a:xfrm>
              <a:off x="4263116" y="4702224"/>
              <a:ext cx="22265" cy="33411"/>
            </a:xfrm>
            <a:custGeom>
              <a:avLst/>
              <a:gdLst>
                <a:gd name="csX0" fmla="*/ 11130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0 w 22265"/>
                <a:gd name="csY4" fmla="*/ 29961 h 33411"/>
                <a:gd name="csX5" fmla="*/ 16200 w 22265"/>
                <a:gd name="csY5" fmla="*/ 26664 h 33411"/>
                <a:gd name="csX6" fmla="*/ 17904 w 22265"/>
                <a:gd name="csY6" fmla="*/ 16716 h 33411"/>
                <a:gd name="csX7" fmla="*/ 16200 w 22265"/>
                <a:gd name="csY7" fmla="*/ 6774 h 33411"/>
                <a:gd name="csX8" fmla="*/ 11130 w 22265"/>
                <a:gd name="csY8" fmla="*/ 3451 h 33411"/>
                <a:gd name="csX9" fmla="*/ 11130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0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0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0" y="3451"/>
                  </a:moveTo>
                  <a:cubicBezTo>
                    <a:pt x="8890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0" y="29961"/>
                    <a:pt x="11130" y="29961"/>
                  </a:cubicBezTo>
                  <a:cubicBezTo>
                    <a:pt x="13388" y="29961"/>
                    <a:pt x="15078" y="28862"/>
                    <a:pt x="16200" y="26664"/>
                  </a:cubicBezTo>
                  <a:cubicBezTo>
                    <a:pt x="17336" y="24449"/>
                    <a:pt x="17904" y="21133"/>
                    <a:pt x="17904" y="16716"/>
                  </a:cubicBezTo>
                  <a:cubicBezTo>
                    <a:pt x="17904" y="12286"/>
                    <a:pt x="17336" y="8971"/>
                    <a:pt x="16200" y="6774"/>
                  </a:cubicBezTo>
                  <a:cubicBezTo>
                    <a:pt x="15078" y="4558"/>
                    <a:pt x="13388" y="3451"/>
                    <a:pt x="11130" y="3451"/>
                  </a:cubicBezTo>
                  <a:moveTo>
                    <a:pt x="11130" y="0"/>
                  </a:moveTo>
                  <a:cubicBezTo>
                    <a:pt x="14741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1" y="33411"/>
                    <a:pt x="11130" y="33411"/>
                  </a:cubicBezTo>
                  <a:cubicBezTo>
                    <a:pt x="7523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3" y="0"/>
                    <a:pt x="11130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B32B700E-CD6D-CC81-2AF4-9C451FB54E5C}"/>
                </a:ext>
              </a:extLst>
            </p:cNvPr>
            <p:cNvSpPr/>
            <p:nvPr/>
          </p:nvSpPr>
          <p:spPr>
            <a:xfrm>
              <a:off x="3847550" y="4762417"/>
              <a:ext cx="25444" cy="23149"/>
            </a:xfrm>
            <a:custGeom>
              <a:avLst/>
              <a:gdLst>
                <a:gd name="csX0" fmla="*/ 25445 w 25444"/>
                <a:gd name="csY0" fmla="*/ 3366 h 23149"/>
                <a:gd name="csX1" fmla="*/ 24571 w 25444"/>
                <a:gd name="csY1" fmla="*/ 5560 h 23149"/>
                <a:gd name="csX2" fmla="*/ 22697 w 25444"/>
                <a:gd name="csY2" fmla="*/ 6337 h 23149"/>
                <a:gd name="csX3" fmla="*/ 21254 w 25444"/>
                <a:gd name="csY3" fmla="*/ 5789 h 23149"/>
                <a:gd name="csX4" fmla="*/ 20753 w 25444"/>
                <a:gd name="csY4" fmla="*/ 4537 h 23149"/>
                <a:gd name="csX5" fmla="*/ 21451 w 25444"/>
                <a:gd name="csY5" fmla="*/ 2769 h 23149"/>
                <a:gd name="csX6" fmla="*/ 23197 w 25444"/>
                <a:gd name="csY6" fmla="*/ 1768 h 23149"/>
                <a:gd name="csX7" fmla="*/ 20652 w 25444"/>
                <a:gd name="csY7" fmla="*/ 1124 h 23149"/>
                <a:gd name="csX8" fmla="*/ 18783 w 25444"/>
                <a:gd name="csY8" fmla="*/ 1646 h 23149"/>
                <a:gd name="csX9" fmla="*/ 17409 w 25444"/>
                <a:gd name="csY9" fmla="*/ 2844 h 23149"/>
                <a:gd name="csX10" fmla="*/ 16461 w 25444"/>
                <a:gd name="csY10" fmla="*/ 4489 h 23149"/>
                <a:gd name="csX11" fmla="*/ 15864 w 25444"/>
                <a:gd name="csY11" fmla="*/ 6012 h 23149"/>
                <a:gd name="csX12" fmla="*/ 15587 w 25444"/>
                <a:gd name="csY12" fmla="*/ 7157 h 23149"/>
                <a:gd name="csX13" fmla="*/ 13841 w 25444"/>
                <a:gd name="csY13" fmla="*/ 14144 h 23149"/>
                <a:gd name="csX14" fmla="*/ 12994 w 25444"/>
                <a:gd name="csY14" fmla="*/ 18633 h 23149"/>
                <a:gd name="csX15" fmla="*/ 13692 w 25444"/>
                <a:gd name="csY15" fmla="*/ 21056 h 23149"/>
                <a:gd name="csX16" fmla="*/ 15790 w 25444"/>
                <a:gd name="csY16" fmla="*/ 22004 h 23149"/>
                <a:gd name="csX17" fmla="*/ 16961 w 25444"/>
                <a:gd name="csY17" fmla="*/ 21850 h 23149"/>
                <a:gd name="csX18" fmla="*/ 18383 w 25444"/>
                <a:gd name="csY18" fmla="*/ 21227 h 23149"/>
                <a:gd name="csX19" fmla="*/ 19927 w 25444"/>
                <a:gd name="csY19" fmla="*/ 20055 h 23149"/>
                <a:gd name="csX20" fmla="*/ 21403 w 25444"/>
                <a:gd name="csY20" fmla="*/ 18112 h 23149"/>
                <a:gd name="csX21" fmla="*/ 22601 w 25444"/>
                <a:gd name="csY21" fmla="*/ 15316 h 23149"/>
                <a:gd name="csX22" fmla="*/ 23251 w 25444"/>
                <a:gd name="csY22" fmla="*/ 14767 h 23149"/>
                <a:gd name="csX23" fmla="*/ 23874 w 25444"/>
                <a:gd name="csY23" fmla="*/ 15268 h 23149"/>
                <a:gd name="csX24" fmla="*/ 23522 w 25444"/>
                <a:gd name="csY24" fmla="*/ 16588 h 23149"/>
                <a:gd name="csX25" fmla="*/ 22473 w 25444"/>
                <a:gd name="csY25" fmla="*/ 18607 h 23149"/>
                <a:gd name="csX26" fmla="*/ 20854 w 25444"/>
                <a:gd name="csY26" fmla="*/ 20753 h 23149"/>
                <a:gd name="csX27" fmla="*/ 18559 w 25444"/>
                <a:gd name="csY27" fmla="*/ 22452 h 23149"/>
                <a:gd name="csX28" fmla="*/ 15689 w 25444"/>
                <a:gd name="csY28" fmla="*/ 23149 h 23149"/>
                <a:gd name="csX29" fmla="*/ 12121 w 25444"/>
                <a:gd name="csY29" fmla="*/ 22004 h 23149"/>
                <a:gd name="csX30" fmla="*/ 10177 w 25444"/>
                <a:gd name="csY30" fmla="*/ 19256 h 23149"/>
                <a:gd name="csX31" fmla="*/ 9879 w 25444"/>
                <a:gd name="csY31" fmla="*/ 19784 h 23149"/>
                <a:gd name="csX32" fmla="*/ 9176 w 25444"/>
                <a:gd name="csY32" fmla="*/ 20753 h 23149"/>
                <a:gd name="csX33" fmla="*/ 8105 w 25444"/>
                <a:gd name="csY33" fmla="*/ 21903 h 23149"/>
                <a:gd name="csX34" fmla="*/ 6635 w 25444"/>
                <a:gd name="csY34" fmla="*/ 22750 h 23149"/>
                <a:gd name="csX35" fmla="*/ 4814 w 25444"/>
                <a:gd name="csY35" fmla="*/ 23149 h 23149"/>
                <a:gd name="csX36" fmla="*/ 2540 w 25444"/>
                <a:gd name="csY36" fmla="*/ 22798 h 23149"/>
                <a:gd name="csX37" fmla="*/ 746 w 25444"/>
                <a:gd name="csY37" fmla="*/ 21653 h 23149"/>
                <a:gd name="csX38" fmla="*/ 0 w 25444"/>
                <a:gd name="csY38" fmla="*/ 19757 h 23149"/>
                <a:gd name="csX39" fmla="*/ 820 w 25444"/>
                <a:gd name="csY39" fmla="*/ 17686 h 23149"/>
                <a:gd name="csX40" fmla="*/ 2817 w 25444"/>
                <a:gd name="csY40" fmla="*/ 16812 h 23149"/>
                <a:gd name="csX41" fmla="*/ 4117 w 25444"/>
                <a:gd name="csY41" fmla="*/ 17238 h 23149"/>
                <a:gd name="csX42" fmla="*/ 4713 w 25444"/>
                <a:gd name="csY42" fmla="*/ 18585 h 23149"/>
                <a:gd name="csX43" fmla="*/ 4015 w 25444"/>
                <a:gd name="csY43" fmla="*/ 20380 h 23149"/>
                <a:gd name="csX44" fmla="*/ 2317 w 25444"/>
                <a:gd name="csY44" fmla="*/ 21355 h 23149"/>
                <a:gd name="csX45" fmla="*/ 4862 w 25444"/>
                <a:gd name="csY45" fmla="*/ 22004 h 23149"/>
                <a:gd name="csX46" fmla="*/ 7807 w 25444"/>
                <a:gd name="csY46" fmla="*/ 20556 h 23149"/>
                <a:gd name="csX47" fmla="*/ 9729 w 25444"/>
                <a:gd name="csY47" fmla="*/ 16690 h 23149"/>
                <a:gd name="csX48" fmla="*/ 11870 w 25444"/>
                <a:gd name="csY48" fmla="*/ 8281 h 23149"/>
                <a:gd name="csX49" fmla="*/ 12472 w 25444"/>
                <a:gd name="csY49" fmla="*/ 4537 h 23149"/>
                <a:gd name="csX50" fmla="*/ 12195 w 25444"/>
                <a:gd name="csY50" fmla="*/ 2769 h 23149"/>
                <a:gd name="csX51" fmla="*/ 11450 w 25444"/>
                <a:gd name="csY51" fmla="*/ 1720 h 23149"/>
                <a:gd name="csX52" fmla="*/ 10576 w 25444"/>
                <a:gd name="csY52" fmla="*/ 1246 h 23149"/>
                <a:gd name="csX53" fmla="*/ 9729 w 25444"/>
                <a:gd name="csY53" fmla="*/ 1124 h 23149"/>
                <a:gd name="csX54" fmla="*/ 8132 w 25444"/>
                <a:gd name="csY54" fmla="*/ 1422 h 23149"/>
                <a:gd name="csX55" fmla="*/ 6311 w 25444"/>
                <a:gd name="csY55" fmla="*/ 2418 h 23149"/>
                <a:gd name="csX56" fmla="*/ 4415 w 25444"/>
                <a:gd name="csY56" fmla="*/ 4489 h 23149"/>
                <a:gd name="csX57" fmla="*/ 2865 w 25444"/>
                <a:gd name="csY57" fmla="*/ 7807 h 23149"/>
                <a:gd name="csX58" fmla="*/ 2194 w 25444"/>
                <a:gd name="csY58" fmla="*/ 8382 h 23149"/>
                <a:gd name="csX59" fmla="*/ 1592 w 25444"/>
                <a:gd name="csY59" fmla="*/ 7855 h 23149"/>
                <a:gd name="csX60" fmla="*/ 1917 w 25444"/>
                <a:gd name="csY60" fmla="*/ 6561 h 23149"/>
                <a:gd name="csX61" fmla="*/ 2966 w 25444"/>
                <a:gd name="csY61" fmla="*/ 4537 h 23149"/>
                <a:gd name="csX62" fmla="*/ 4612 w 25444"/>
                <a:gd name="csY62" fmla="*/ 2418 h 23149"/>
                <a:gd name="csX63" fmla="*/ 6934 w 25444"/>
                <a:gd name="csY63" fmla="*/ 698 h 23149"/>
                <a:gd name="csX64" fmla="*/ 9825 w 25444"/>
                <a:gd name="csY64" fmla="*/ 0 h 23149"/>
                <a:gd name="csX65" fmla="*/ 11151 w 25444"/>
                <a:gd name="csY65" fmla="*/ 149 h 23149"/>
                <a:gd name="csX66" fmla="*/ 12621 w 25444"/>
                <a:gd name="csY66" fmla="*/ 650 h 23149"/>
                <a:gd name="csX67" fmla="*/ 14165 w 25444"/>
                <a:gd name="csY67" fmla="*/ 1843 h 23149"/>
                <a:gd name="csX68" fmla="*/ 15342 w 25444"/>
                <a:gd name="csY68" fmla="*/ 3866 h 23149"/>
                <a:gd name="csX69" fmla="*/ 16040 w 25444"/>
                <a:gd name="csY69" fmla="*/ 2743 h 23149"/>
                <a:gd name="csX70" fmla="*/ 17110 w 25444"/>
                <a:gd name="csY70" fmla="*/ 1523 h 23149"/>
                <a:gd name="csX71" fmla="*/ 18708 w 25444"/>
                <a:gd name="csY71" fmla="*/ 421 h 23149"/>
                <a:gd name="csX72" fmla="*/ 20705 w 25444"/>
                <a:gd name="csY72" fmla="*/ 0 h 23149"/>
                <a:gd name="csX73" fmla="*/ 22723 w 25444"/>
                <a:gd name="csY73" fmla="*/ 272 h 23149"/>
                <a:gd name="csX74" fmla="*/ 24571 w 25444"/>
                <a:gd name="csY74" fmla="*/ 1347 h 23149"/>
                <a:gd name="csX75" fmla="*/ 25445 w 25444"/>
                <a:gd name="csY75" fmla="*/ 3366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5444" h="23149">
                  <a:moveTo>
                    <a:pt x="25445" y="3366"/>
                  </a:moveTo>
                  <a:cubicBezTo>
                    <a:pt x="25445" y="4299"/>
                    <a:pt x="25153" y="5031"/>
                    <a:pt x="24571" y="5560"/>
                  </a:cubicBezTo>
                  <a:cubicBezTo>
                    <a:pt x="23989" y="6078"/>
                    <a:pt x="23364" y="6337"/>
                    <a:pt x="22697" y="6337"/>
                  </a:cubicBezTo>
                  <a:cubicBezTo>
                    <a:pt x="22065" y="6337"/>
                    <a:pt x="21584" y="6154"/>
                    <a:pt x="21254" y="5789"/>
                  </a:cubicBezTo>
                  <a:cubicBezTo>
                    <a:pt x="20920" y="5423"/>
                    <a:pt x="20753" y="5006"/>
                    <a:pt x="20753" y="4537"/>
                  </a:cubicBezTo>
                  <a:cubicBezTo>
                    <a:pt x="20753" y="3905"/>
                    <a:pt x="20985" y="3316"/>
                    <a:pt x="21451" y="2769"/>
                  </a:cubicBezTo>
                  <a:cubicBezTo>
                    <a:pt x="21916" y="2219"/>
                    <a:pt x="22498" y="1885"/>
                    <a:pt x="23197" y="1768"/>
                  </a:cubicBezTo>
                  <a:cubicBezTo>
                    <a:pt x="22516" y="1338"/>
                    <a:pt x="21667" y="1124"/>
                    <a:pt x="20652" y="1124"/>
                  </a:cubicBezTo>
                  <a:cubicBezTo>
                    <a:pt x="19988" y="1124"/>
                    <a:pt x="19365" y="1298"/>
                    <a:pt x="18783" y="1646"/>
                  </a:cubicBezTo>
                  <a:cubicBezTo>
                    <a:pt x="18218" y="1993"/>
                    <a:pt x="17760" y="2393"/>
                    <a:pt x="17409" y="2844"/>
                  </a:cubicBezTo>
                  <a:cubicBezTo>
                    <a:pt x="17078" y="3291"/>
                    <a:pt x="16763" y="3840"/>
                    <a:pt x="16461" y="4489"/>
                  </a:cubicBezTo>
                  <a:cubicBezTo>
                    <a:pt x="16180" y="5121"/>
                    <a:pt x="15981" y="5629"/>
                    <a:pt x="15864" y="6012"/>
                  </a:cubicBezTo>
                  <a:cubicBezTo>
                    <a:pt x="15765" y="6378"/>
                    <a:pt x="15673" y="6760"/>
                    <a:pt x="15587" y="7157"/>
                  </a:cubicBezTo>
                  <a:lnTo>
                    <a:pt x="13841" y="14144"/>
                  </a:lnTo>
                  <a:cubicBezTo>
                    <a:pt x="13276" y="16356"/>
                    <a:pt x="12994" y="17852"/>
                    <a:pt x="12994" y="18633"/>
                  </a:cubicBezTo>
                  <a:cubicBezTo>
                    <a:pt x="12994" y="19599"/>
                    <a:pt x="13226" y="20407"/>
                    <a:pt x="13692" y="21056"/>
                  </a:cubicBezTo>
                  <a:cubicBezTo>
                    <a:pt x="14160" y="21688"/>
                    <a:pt x="14860" y="22004"/>
                    <a:pt x="15790" y="22004"/>
                  </a:cubicBezTo>
                  <a:cubicBezTo>
                    <a:pt x="16155" y="22004"/>
                    <a:pt x="16546" y="21953"/>
                    <a:pt x="16961" y="21850"/>
                  </a:cubicBezTo>
                  <a:cubicBezTo>
                    <a:pt x="17377" y="21736"/>
                    <a:pt x="17851" y="21529"/>
                    <a:pt x="18383" y="21227"/>
                  </a:cubicBezTo>
                  <a:cubicBezTo>
                    <a:pt x="18933" y="20911"/>
                    <a:pt x="19448" y="20520"/>
                    <a:pt x="19927" y="20055"/>
                  </a:cubicBezTo>
                  <a:cubicBezTo>
                    <a:pt x="20428" y="19572"/>
                    <a:pt x="20920" y="18925"/>
                    <a:pt x="21403" y="18112"/>
                  </a:cubicBezTo>
                  <a:cubicBezTo>
                    <a:pt x="21886" y="17295"/>
                    <a:pt x="22285" y="16363"/>
                    <a:pt x="22601" y="15316"/>
                  </a:cubicBezTo>
                  <a:cubicBezTo>
                    <a:pt x="22700" y="14950"/>
                    <a:pt x="22917" y="14767"/>
                    <a:pt x="23251" y="14767"/>
                  </a:cubicBezTo>
                  <a:cubicBezTo>
                    <a:pt x="23666" y="14767"/>
                    <a:pt x="23874" y="14934"/>
                    <a:pt x="23874" y="15268"/>
                  </a:cubicBezTo>
                  <a:cubicBezTo>
                    <a:pt x="23874" y="15548"/>
                    <a:pt x="23756" y="15989"/>
                    <a:pt x="23522" y="16588"/>
                  </a:cubicBezTo>
                  <a:cubicBezTo>
                    <a:pt x="23306" y="17171"/>
                    <a:pt x="22956" y="17843"/>
                    <a:pt x="22473" y="18607"/>
                  </a:cubicBezTo>
                  <a:cubicBezTo>
                    <a:pt x="22008" y="19356"/>
                    <a:pt x="21468" y="20071"/>
                    <a:pt x="20854" y="20753"/>
                  </a:cubicBezTo>
                  <a:cubicBezTo>
                    <a:pt x="20236" y="21420"/>
                    <a:pt x="19471" y="21987"/>
                    <a:pt x="18559" y="22452"/>
                  </a:cubicBezTo>
                  <a:cubicBezTo>
                    <a:pt x="17643" y="22917"/>
                    <a:pt x="16686" y="23149"/>
                    <a:pt x="15689" y="23149"/>
                  </a:cubicBezTo>
                  <a:cubicBezTo>
                    <a:pt x="14258" y="23149"/>
                    <a:pt x="13068" y="22768"/>
                    <a:pt x="12121" y="22004"/>
                  </a:cubicBezTo>
                  <a:cubicBezTo>
                    <a:pt x="11173" y="21238"/>
                    <a:pt x="10525" y="20322"/>
                    <a:pt x="10177" y="19256"/>
                  </a:cubicBezTo>
                  <a:cubicBezTo>
                    <a:pt x="10092" y="19406"/>
                    <a:pt x="9992" y="19581"/>
                    <a:pt x="9879" y="19784"/>
                  </a:cubicBezTo>
                  <a:cubicBezTo>
                    <a:pt x="9761" y="19983"/>
                    <a:pt x="9527" y="20306"/>
                    <a:pt x="9176" y="20753"/>
                  </a:cubicBezTo>
                  <a:cubicBezTo>
                    <a:pt x="8845" y="21186"/>
                    <a:pt x="8489" y="21569"/>
                    <a:pt x="8105" y="21903"/>
                  </a:cubicBezTo>
                  <a:cubicBezTo>
                    <a:pt x="7722" y="22219"/>
                    <a:pt x="7232" y="22501"/>
                    <a:pt x="6635" y="22750"/>
                  </a:cubicBezTo>
                  <a:cubicBezTo>
                    <a:pt x="6053" y="23016"/>
                    <a:pt x="5446" y="23149"/>
                    <a:pt x="4814" y="23149"/>
                  </a:cubicBezTo>
                  <a:cubicBezTo>
                    <a:pt x="4015" y="23149"/>
                    <a:pt x="3257" y="23032"/>
                    <a:pt x="2540" y="22798"/>
                  </a:cubicBezTo>
                  <a:cubicBezTo>
                    <a:pt x="1844" y="22567"/>
                    <a:pt x="1246" y="22185"/>
                    <a:pt x="746" y="21653"/>
                  </a:cubicBezTo>
                  <a:cubicBezTo>
                    <a:pt x="249" y="21120"/>
                    <a:pt x="0" y="20488"/>
                    <a:pt x="0" y="19757"/>
                  </a:cubicBezTo>
                  <a:cubicBezTo>
                    <a:pt x="0" y="18941"/>
                    <a:pt x="273" y="18250"/>
                    <a:pt x="820" y="17686"/>
                  </a:cubicBezTo>
                  <a:cubicBezTo>
                    <a:pt x="1385" y="17103"/>
                    <a:pt x="2050" y="16812"/>
                    <a:pt x="2817" y="16812"/>
                  </a:cubicBezTo>
                  <a:cubicBezTo>
                    <a:pt x="3300" y="16812"/>
                    <a:pt x="3733" y="16954"/>
                    <a:pt x="4117" y="17238"/>
                  </a:cubicBezTo>
                  <a:cubicBezTo>
                    <a:pt x="4514" y="17519"/>
                    <a:pt x="4713" y="17968"/>
                    <a:pt x="4713" y="18585"/>
                  </a:cubicBezTo>
                  <a:cubicBezTo>
                    <a:pt x="4713" y="19267"/>
                    <a:pt x="4480" y="19865"/>
                    <a:pt x="4015" y="20380"/>
                  </a:cubicBezTo>
                  <a:cubicBezTo>
                    <a:pt x="3550" y="20895"/>
                    <a:pt x="2984" y="21220"/>
                    <a:pt x="2317" y="21355"/>
                  </a:cubicBezTo>
                  <a:cubicBezTo>
                    <a:pt x="2998" y="21788"/>
                    <a:pt x="3847" y="22004"/>
                    <a:pt x="4862" y="22004"/>
                  </a:cubicBezTo>
                  <a:cubicBezTo>
                    <a:pt x="5959" y="22004"/>
                    <a:pt x="6941" y="21522"/>
                    <a:pt x="7807" y="20556"/>
                  </a:cubicBezTo>
                  <a:cubicBezTo>
                    <a:pt x="8670" y="19590"/>
                    <a:pt x="9310" y="18301"/>
                    <a:pt x="9729" y="16690"/>
                  </a:cubicBezTo>
                  <a:cubicBezTo>
                    <a:pt x="10759" y="12813"/>
                    <a:pt x="11473" y="10010"/>
                    <a:pt x="11870" y="8281"/>
                  </a:cubicBezTo>
                  <a:cubicBezTo>
                    <a:pt x="12271" y="6534"/>
                    <a:pt x="12472" y="5286"/>
                    <a:pt x="12472" y="4537"/>
                  </a:cubicBezTo>
                  <a:cubicBezTo>
                    <a:pt x="12472" y="3841"/>
                    <a:pt x="12380" y="3252"/>
                    <a:pt x="12195" y="2769"/>
                  </a:cubicBezTo>
                  <a:cubicBezTo>
                    <a:pt x="12014" y="2286"/>
                    <a:pt x="11765" y="1937"/>
                    <a:pt x="11450" y="1720"/>
                  </a:cubicBezTo>
                  <a:cubicBezTo>
                    <a:pt x="11148" y="1486"/>
                    <a:pt x="10857" y="1328"/>
                    <a:pt x="10576" y="1246"/>
                  </a:cubicBezTo>
                  <a:cubicBezTo>
                    <a:pt x="10310" y="1164"/>
                    <a:pt x="10028" y="1124"/>
                    <a:pt x="9729" y="1124"/>
                  </a:cubicBezTo>
                  <a:cubicBezTo>
                    <a:pt x="9229" y="1124"/>
                    <a:pt x="8696" y="1223"/>
                    <a:pt x="8132" y="1422"/>
                  </a:cubicBezTo>
                  <a:cubicBezTo>
                    <a:pt x="7582" y="1621"/>
                    <a:pt x="6974" y="1953"/>
                    <a:pt x="6311" y="2418"/>
                  </a:cubicBezTo>
                  <a:cubicBezTo>
                    <a:pt x="5661" y="2869"/>
                    <a:pt x="5029" y="3559"/>
                    <a:pt x="4415" y="4489"/>
                  </a:cubicBezTo>
                  <a:cubicBezTo>
                    <a:pt x="3797" y="5419"/>
                    <a:pt x="3280" y="6525"/>
                    <a:pt x="2865" y="7807"/>
                  </a:cubicBezTo>
                  <a:cubicBezTo>
                    <a:pt x="2783" y="8190"/>
                    <a:pt x="2560" y="8382"/>
                    <a:pt x="2194" y="8382"/>
                  </a:cubicBezTo>
                  <a:cubicBezTo>
                    <a:pt x="1793" y="8364"/>
                    <a:pt x="1592" y="8189"/>
                    <a:pt x="1592" y="7855"/>
                  </a:cubicBezTo>
                  <a:cubicBezTo>
                    <a:pt x="1592" y="7574"/>
                    <a:pt x="1701" y="7143"/>
                    <a:pt x="1917" y="6561"/>
                  </a:cubicBezTo>
                  <a:cubicBezTo>
                    <a:pt x="2151" y="5961"/>
                    <a:pt x="2501" y="5286"/>
                    <a:pt x="2966" y="4537"/>
                  </a:cubicBezTo>
                  <a:cubicBezTo>
                    <a:pt x="3449" y="3792"/>
                    <a:pt x="3998" y="3085"/>
                    <a:pt x="4612" y="2418"/>
                  </a:cubicBezTo>
                  <a:cubicBezTo>
                    <a:pt x="5244" y="1736"/>
                    <a:pt x="6018" y="1163"/>
                    <a:pt x="6934" y="698"/>
                  </a:cubicBezTo>
                  <a:cubicBezTo>
                    <a:pt x="7864" y="233"/>
                    <a:pt x="8828" y="0"/>
                    <a:pt x="9825" y="0"/>
                  </a:cubicBezTo>
                  <a:cubicBezTo>
                    <a:pt x="10276" y="0"/>
                    <a:pt x="10718" y="50"/>
                    <a:pt x="11151" y="149"/>
                  </a:cubicBezTo>
                  <a:cubicBezTo>
                    <a:pt x="11599" y="231"/>
                    <a:pt x="12089" y="398"/>
                    <a:pt x="12621" y="650"/>
                  </a:cubicBezTo>
                  <a:cubicBezTo>
                    <a:pt x="13171" y="898"/>
                    <a:pt x="13686" y="1296"/>
                    <a:pt x="14165" y="1843"/>
                  </a:cubicBezTo>
                  <a:cubicBezTo>
                    <a:pt x="14648" y="2393"/>
                    <a:pt x="15041" y="3067"/>
                    <a:pt x="15342" y="3866"/>
                  </a:cubicBezTo>
                  <a:cubicBezTo>
                    <a:pt x="15541" y="3483"/>
                    <a:pt x="15774" y="3108"/>
                    <a:pt x="16040" y="2743"/>
                  </a:cubicBezTo>
                  <a:cubicBezTo>
                    <a:pt x="16320" y="2377"/>
                    <a:pt x="16677" y="1970"/>
                    <a:pt x="17110" y="1523"/>
                  </a:cubicBezTo>
                  <a:cubicBezTo>
                    <a:pt x="17561" y="1054"/>
                    <a:pt x="18094" y="687"/>
                    <a:pt x="18708" y="421"/>
                  </a:cubicBezTo>
                  <a:cubicBezTo>
                    <a:pt x="19340" y="140"/>
                    <a:pt x="20006" y="0"/>
                    <a:pt x="20705" y="0"/>
                  </a:cubicBezTo>
                  <a:cubicBezTo>
                    <a:pt x="21387" y="0"/>
                    <a:pt x="22059" y="90"/>
                    <a:pt x="22723" y="272"/>
                  </a:cubicBezTo>
                  <a:cubicBezTo>
                    <a:pt x="23391" y="438"/>
                    <a:pt x="24007" y="797"/>
                    <a:pt x="24571" y="1347"/>
                  </a:cubicBezTo>
                  <a:cubicBezTo>
                    <a:pt x="25153" y="1880"/>
                    <a:pt x="25445" y="2553"/>
                    <a:pt x="25445" y="3366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2787EE5A-621A-38E4-5CE7-6E0F0567CE1C}"/>
                </a:ext>
              </a:extLst>
            </p:cNvPr>
            <p:cNvSpPr/>
            <p:nvPr/>
          </p:nvSpPr>
          <p:spPr>
            <a:xfrm>
              <a:off x="3327572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16A7A9E8-4CEF-3304-9450-BB5222310F0A}"/>
                </a:ext>
              </a:extLst>
            </p:cNvPr>
            <p:cNvSpPr/>
            <p:nvPr/>
          </p:nvSpPr>
          <p:spPr>
            <a:xfrm>
              <a:off x="3327572" y="466450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724873F0-19D6-5DF1-0F8E-421FA1ACA607}"/>
                </a:ext>
              </a:extLst>
            </p:cNvPr>
            <p:cNvSpPr/>
            <p:nvPr/>
          </p:nvSpPr>
          <p:spPr>
            <a:xfrm>
              <a:off x="3327572" y="4489758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DD6B7B0F-BA15-EF01-24F4-271E788EE460}"/>
                </a:ext>
              </a:extLst>
            </p:cNvPr>
            <p:cNvSpPr/>
            <p:nvPr/>
          </p:nvSpPr>
          <p:spPr>
            <a:xfrm>
              <a:off x="3327572" y="431501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BE51A15B-522E-2B20-A6C8-CD38E1E66E6F}"/>
                </a:ext>
              </a:extLst>
            </p:cNvPr>
            <p:cNvSpPr/>
            <p:nvPr/>
          </p:nvSpPr>
          <p:spPr>
            <a:xfrm>
              <a:off x="3327572" y="4140269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6F1DD5E2-44BC-ACF9-DC4F-3D2C5BEC73BE}"/>
                </a:ext>
              </a:extLst>
            </p:cNvPr>
            <p:cNvSpPr/>
            <p:nvPr/>
          </p:nvSpPr>
          <p:spPr>
            <a:xfrm>
              <a:off x="3215876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AB027205-B830-0858-EFA8-B976EFE330CC}"/>
                </a:ext>
              </a:extLst>
            </p:cNvPr>
            <p:cNvSpPr/>
            <p:nvPr/>
          </p:nvSpPr>
          <p:spPr>
            <a:xfrm>
              <a:off x="3245797" y="467512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E2B07916-24F4-41C8-5B77-59B681256AD9}"/>
                </a:ext>
              </a:extLst>
            </p:cNvPr>
            <p:cNvSpPr/>
            <p:nvPr/>
          </p:nvSpPr>
          <p:spPr>
            <a:xfrm>
              <a:off x="3258029" y="4647820"/>
              <a:ext cx="22262" cy="33416"/>
            </a:xfrm>
            <a:custGeom>
              <a:avLst/>
              <a:gdLst>
                <a:gd name="csX0" fmla="*/ 11131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1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1 w 22262"/>
                <a:gd name="csY8" fmla="*/ 3451 h 33416"/>
                <a:gd name="csX9" fmla="*/ 11131 w 22262"/>
                <a:gd name="csY9" fmla="*/ 0 h 33416"/>
                <a:gd name="csX10" fmla="*/ 19393 w 22262"/>
                <a:gd name="csY10" fmla="*/ 4292 h 33416"/>
                <a:gd name="csX11" fmla="*/ 22263 w 22262"/>
                <a:gd name="csY11" fmla="*/ 16716 h 33416"/>
                <a:gd name="csX12" fmla="*/ 19393 w 22262"/>
                <a:gd name="csY12" fmla="*/ 29146 h 33416"/>
                <a:gd name="csX13" fmla="*/ 11131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1" y="29966"/>
                  </a:cubicBezTo>
                  <a:cubicBezTo>
                    <a:pt x="13389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89" y="3451"/>
                    <a:pt x="11131" y="3451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3" y="29146"/>
                  </a:cubicBezTo>
                  <a:cubicBezTo>
                    <a:pt x="17495" y="31993"/>
                    <a:pt x="14741" y="33417"/>
                    <a:pt x="11131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C0C2E2EE-EB34-F0C2-227F-3A6F3411679C}"/>
                </a:ext>
              </a:extLst>
            </p:cNvPr>
            <p:cNvSpPr/>
            <p:nvPr/>
          </p:nvSpPr>
          <p:spPr>
            <a:xfrm>
              <a:off x="3286138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8EF0B53E-8B94-FB06-F61F-3860A743C081}"/>
                </a:ext>
              </a:extLst>
            </p:cNvPr>
            <p:cNvSpPr/>
            <p:nvPr/>
          </p:nvSpPr>
          <p:spPr>
            <a:xfrm>
              <a:off x="3216804" y="4473074"/>
              <a:ext cx="22262" cy="33416"/>
            </a:xfrm>
            <a:custGeom>
              <a:avLst/>
              <a:gdLst>
                <a:gd name="csX0" fmla="*/ 11132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2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2 w 22262"/>
                <a:gd name="csY8" fmla="*/ 3452 h 33416"/>
                <a:gd name="csX9" fmla="*/ 11132 w 22262"/>
                <a:gd name="csY9" fmla="*/ 0 h 33416"/>
                <a:gd name="csX10" fmla="*/ 19394 w 22262"/>
                <a:gd name="csY10" fmla="*/ 4293 h 33416"/>
                <a:gd name="csX11" fmla="*/ 22263 w 22262"/>
                <a:gd name="csY11" fmla="*/ 16721 h 33416"/>
                <a:gd name="csX12" fmla="*/ 19394 w 22262"/>
                <a:gd name="csY12" fmla="*/ 29145 h 33416"/>
                <a:gd name="csX13" fmla="*/ 11132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2" y="29965"/>
                  </a:cubicBezTo>
                  <a:cubicBezTo>
                    <a:pt x="13390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90" y="3452"/>
                    <a:pt x="11132" y="3452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4" y="29145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A0286DAB-6B2D-402A-6DD6-57729CF7AD1F}"/>
                </a:ext>
              </a:extLst>
            </p:cNvPr>
            <p:cNvSpPr/>
            <p:nvPr/>
          </p:nvSpPr>
          <p:spPr>
            <a:xfrm>
              <a:off x="3246725" y="4500388"/>
              <a:ext cx="4551" cy="5474"/>
            </a:xfrm>
            <a:custGeom>
              <a:avLst/>
              <a:gdLst>
                <a:gd name="csX0" fmla="*/ 0 w 4551"/>
                <a:gd name="csY0" fmla="*/ 0 h 5474"/>
                <a:gd name="csX1" fmla="*/ 4552 w 4551"/>
                <a:gd name="csY1" fmla="*/ 0 h 5474"/>
                <a:gd name="csX2" fmla="*/ 4552 w 4551"/>
                <a:gd name="csY2" fmla="*/ 5474 h 5474"/>
                <a:gd name="csX3" fmla="*/ 0 w 4551"/>
                <a:gd name="csY3" fmla="*/ 5474 h 5474"/>
                <a:gd name="csX4" fmla="*/ 0 w 4551"/>
                <a:gd name="csY4" fmla="*/ 0 h 5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4">
                  <a:moveTo>
                    <a:pt x="0" y="0"/>
                  </a:moveTo>
                  <a:lnTo>
                    <a:pt x="4552" y="0"/>
                  </a:lnTo>
                  <a:lnTo>
                    <a:pt x="4552" y="5474"/>
                  </a:lnTo>
                  <a:lnTo>
                    <a:pt x="0" y="5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4004407F-BA1C-23B5-76D5-B9C201D0CBD1}"/>
                </a:ext>
              </a:extLst>
            </p:cNvPr>
            <p:cNvSpPr/>
            <p:nvPr/>
          </p:nvSpPr>
          <p:spPr>
            <a:xfrm>
              <a:off x="3258957" y="4473074"/>
              <a:ext cx="22262" cy="33416"/>
            </a:xfrm>
            <a:custGeom>
              <a:avLst/>
              <a:gdLst>
                <a:gd name="csX0" fmla="*/ 11131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1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1 w 22262"/>
                <a:gd name="csY8" fmla="*/ 3452 h 33416"/>
                <a:gd name="csX9" fmla="*/ 11131 w 22262"/>
                <a:gd name="csY9" fmla="*/ 0 h 33416"/>
                <a:gd name="csX10" fmla="*/ 19393 w 22262"/>
                <a:gd name="csY10" fmla="*/ 4293 h 33416"/>
                <a:gd name="csX11" fmla="*/ 22263 w 22262"/>
                <a:gd name="csY11" fmla="*/ 16721 h 33416"/>
                <a:gd name="csX12" fmla="*/ 19393 w 22262"/>
                <a:gd name="csY12" fmla="*/ 29145 h 33416"/>
                <a:gd name="csX13" fmla="*/ 11131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1" y="29965"/>
                  </a:cubicBezTo>
                  <a:cubicBezTo>
                    <a:pt x="13389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89" y="3452"/>
                    <a:pt x="11131" y="3452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3" y="29145"/>
                  </a:cubicBezTo>
                  <a:cubicBezTo>
                    <a:pt x="17495" y="31992"/>
                    <a:pt x="14741" y="33416"/>
                    <a:pt x="11131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F0D63A99-846D-1C0C-6304-82E1B3A5CF7D}"/>
                </a:ext>
              </a:extLst>
            </p:cNvPr>
            <p:cNvSpPr/>
            <p:nvPr/>
          </p:nvSpPr>
          <p:spPr>
            <a:xfrm>
              <a:off x="3287562" y="4473657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7 h 32833"/>
                <a:gd name="csX3" fmla="*/ 5350 w 20838"/>
                <a:gd name="csY3" fmla="*/ 3667 h 32833"/>
                <a:gd name="csX4" fmla="*/ 5350 w 20838"/>
                <a:gd name="csY4" fmla="*/ 11564 h 32833"/>
                <a:gd name="csX5" fmla="*/ 7248 w 20838"/>
                <a:gd name="csY5" fmla="*/ 11090 h 32833"/>
                <a:gd name="csX6" fmla="*/ 9147 w 20838"/>
                <a:gd name="csY6" fmla="*/ 10914 h 32833"/>
                <a:gd name="csX7" fmla="*/ 17689 w 20838"/>
                <a:gd name="csY7" fmla="*/ 13870 h 32833"/>
                <a:gd name="csX8" fmla="*/ 20839 w 20838"/>
                <a:gd name="csY8" fmla="*/ 21874 h 32833"/>
                <a:gd name="csX9" fmla="*/ 17603 w 20838"/>
                <a:gd name="csY9" fmla="*/ 29963 h 32833"/>
                <a:gd name="csX10" fmla="*/ 8478 w 20838"/>
                <a:gd name="csY10" fmla="*/ 32834 h 32833"/>
                <a:gd name="csX11" fmla="*/ 4336 w 20838"/>
                <a:gd name="csY11" fmla="*/ 32487 h 32833"/>
                <a:gd name="csX12" fmla="*/ 0 w 20838"/>
                <a:gd name="csY12" fmla="*/ 31454 h 32833"/>
                <a:gd name="csX13" fmla="*/ 0 w 20838"/>
                <a:gd name="csY13" fmla="*/ 27072 h 32833"/>
                <a:gd name="csX14" fmla="*/ 4012 w 20838"/>
                <a:gd name="csY14" fmla="*/ 28648 h 32833"/>
                <a:gd name="csX15" fmla="*/ 8392 w 20838"/>
                <a:gd name="csY15" fmla="*/ 29164 h 32833"/>
                <a:gd name="csX16" fmla="*/ 14302 w 20838"/>
                <a:gd name="csY16" fmla="*/ 27205 h 32833"/>
                <a:gd name="csX17" fmla="*/ 16481 w 20838"/>
                <a:gd name="csY17" fmla="*/ 21874 h 32833"/>
                <a:gd name="csX18" fmla="*/ 14302 w 20838"/>
                <a:gd name="csY18" fmla="*/ 16549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1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7"/>
                  </a:lnTo>
                  <a:lnTo>
                    <a:pt x="5350" y="3667"/>
                  </a:lnTo>
                  <a:lnTo>
                    <a:pt x="5350" y="11564"/>
                  </a:lnTo>
                  <a:cubicBezTo>
                    <a:pt x="5983" y="11347"/>
                    <a:pt x="6615" y="11189"/>
                    <a:pt x="7248" y="11090"/>
                  </a:cubicBezTo>
                  <a:cubicBezTo>
                    <a:pt x="7881" y="10973"/>
                    <a:pt x="8514" y="10914"/>
                    <a:pt x="9147" y="10914"/>
                  </a:cubicBezTo>
                  <a:cubicBezTo>
                    <a:pt x="12742" y="10914"/>
                    <a:pt x="15590" y="11900"/>
                    <a:pt x="17689" y="13870"/>
                  </a:cubicBezTo>
                  <a:cubicBezTo>
                    <a:pt x="19789" y="15840"/>
                    <a:pt x="20839" y="18508"/>
                    <a:pt x="20839" y="21874"/>
                  </a:cubicBezTo>
                  <a:cubicBezTo>
                    <a:pt x="20839" y="25339"/>
                    <a:pt x="19760" y="28035"/>
                    <a:pt x="17603" y="29963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8"/>
                    <a:pt x="4336" y="32487"/>
                  </a:cubicBezTo>
                  <a:cubicBezTo>
                    <a:pt x="2941" y="32257"/>
                    <a:pt x="1496" y="31912"/>
                    <a:pt x="0" y="31454"/>
                  </a:cubicBezTo>
                  <a:lnTo>
                    <a:pt x="0" y="27072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2"/>
                    <a:pt x="6853" y="29164"/>
                    <a:pt x="8392" y="29164"/>
                  </a:cubicBezTo>
                  <a:cubicBezTo>
                    <a:pt x="10880" y="29164"/>
                    <a:pt x="12850" y="28511"/>
                    <a:pt x="14302" y="27205"/>
                  </a:cubicBezTo>
                  <a:cubicBezTo>
                    <a:pt x="15755" y="25895"/>
                    <a:pt x="16481" y="24118"/>
                    <a:pt x="16481" y="21874"/>
                  </a:cubicBezTo>
                  <a:cubicBezTo>
                    <a:pt x="16481" y="19630"/>
                    <a:pt x="15755" y="17855"/>
                    <a:pt x="14302" y="16549"/>
                  </a:cubicBezTo>
                  <a:cubicBezTo>
                    <a:pt x="12850" y="15239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4"/>
                    <a:pt x="1359" y="16181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C89351BA-178F-1BA3-DEC6-B162C720D8EB}"/>
                </a:ext>
              </a:extLst>
            </p:cNvPr>
            <p:cNvSpPr/>
            <p:nvPr/>
          </p:nvSpPr>
          <p:spPr>
            <a:xfrm>
              <a:off x="3215876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132AF2EA-19D2-F269-A761-5103547BC001}"/>
                </a:ext>
              </a:extLst>
            </p:cNvPr>
            <p:cNvSpPr/>
            <p:nvPr/>
          </p:nvSpPr>
          <p:spPr>
            <a:xfrm>
              <a:off x="3245797" y="432563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D945DC97-653F-4A74-2EF1-500618E53107}"/>
                </a:ext>
              </a:extLst>
            </p:cNvPr>
            <p:cNvSpPr/>
            <p:nvPr/>
          </p:nvSpPr>
          <p:spPr>
            <a:xfrm>
              <a:off x="3259971" y="4298911"/>
              <a:ext cx="19177" cy="32207"/>
            </a:xfrm>
            <a:custGeom>
              <a:avLst/>
              <a:gdLst>
                <a:gd name="csX0" fmla="*/ 625 w 19177"/>
                <a:gd name="csY0" fmla="*/ 28540 h 32207"/>
                <a:gd name="csX1" fmla="*/ 7744 w 19177"/>
                <a:gd name="csY1" fmla="*/ 28540 h 32207"/>
                <a:gd name="csX2" fmla="*/ 7744 w 19177"/>
                <a:gd name="csY2" fmla="*/ 3969 h 32207"/>
                <a:gd name="csX3" fmla="*/ 0 w 19177"/>
                <a:gd name="csY3" fmla="*/ 5522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0 h 32207"/>
                <a:gd name="csX8" fmla="*/ 19178 w 19177"/>
                <a:gd name="csY8" fmla="*/ 28540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0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0"/>
                  </a:moveTo>
                  <a:lnTo>
                    <a:pt x="7744" y="28540"/>
                  </a:lnTo>
                  <a:lnTo>
                    <a:pt x="7744" y="3969"/>
                  </a:lnTo>
                  <a:lnTo>
                    <a:pt x="0" y="5522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0"/>
                  </a:lnTo>
                  <a:lnTo>
                    <a:pt x="19178" y="28540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07AFD697-D1AB-1754-C51E-9042BFDB17B5}"/>
                </a:ext>
              </a:extLst>
            </p:cNvPr>
            <p:cNvSpPr/>
            <p:nvPr/>
          </p:nvSpPr>
          <p:spPr>
            <a:xfrm>
              <a:off x="3286138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E5591F53-521C-E3E3-C173-ACEE9311460E}"/>
                </a:ext>
              </a:extLst>
            </p:cNvPr>
            <p:cNvSpPr/>
            <p:nvPr/>
          </p:nvSpPr>
          <p:spPr>
            <a:xfrm>
              <a:off x="3216804" y="4123583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3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3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4 h 33415"/>
                <a:gd name="csX13" fmla="*/ 11132 w 22262"/>
                <a:gd name="csY13" fmla="*/ 33416 h 33415"/>
                <a:gd name="csX14" fmla="*/ 2847 w 22262"/>
                <a:gd name="csY14" fmla="*/ 29144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3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3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4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4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79C999A-AEC1-0EFD-291A-9BCC2293E9F7}"/>
                </a:ext>
              </a:extLst>
            </p:cNvPr>
            <p:cNvSpPr/>
            <p:nvPr/>
          </p:nvSpPr>
          <p:spPr>
            <a:xfrm>
              <a:off x="3246725" y="4150894"/>
              <a:ext cx="4551" cy="5479"/>
            </a:xfrm>
            <a:custGeom>
              <a:avLst/>
              <a:gdLst>
                <a:gd name="csX0" fmla="*/ 0 w 4551"/>
                <a:gd name="csY0" fmla="*/ 0 h 5479"/>
                <a:gd name="csX1" fmla="*/ 4552 w 4551"/>
                <a:gd name="csY1" fmla="*/ 0 h 5479"/>
                <a:gd name="csX2" fmla="*/ 4552 w 4551"/>
                <a:gd name="csY2" fmla="*/ 5479 h 5479"/>
                <a:gd name="csX3" fmla="*/ 0 w 4551"/>
                <a:gd name="csY3" fmla="*/ 5479 h 5479"/>
                <a:gd name="csX4" fmla="*/ 0 w 4551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9">
                  <a:moveTo>
                    <a:pt x="0" y="0"/>
                  </a:moveTo>
                  <a:lnTo>
                    <a:pt x="4552" y="0"/>
                  </a:lnTo>
                  <a:lnTo>
                    <a:pt x="4552" y="5479"/>
                  </a:lnTo>
                  <a:lnTo>
                    <a:pt x="0" y="5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648396F1-A23C-A49C-A54C-2D570CA52382}"/>
                </a:ext>
              </a:extLst>
            </p:cNvPr>
            <p:cNvSpPr/>
            <p:nvPr/>
          </p:nvSpPr>
          <p:spPr>
            <a:xfrm>
              <a:off x="3260898" y="4124165"/>
              <a:ext cx="19177" cy="32207"/>
            </a:xfrm>
            <a:custGeom>
              <a:avLst/>
              <a:gdLst>
                <a:gd name="csX0" fmla="*/ 625 w 19177"/>
                <a:gd name="csY0" fmla="*/ 28541 h 32207"/>
                <a:gd name="csX1" fmla="*/ 7744 w 19177"/>
                <a:gd name="csY1" fmla="*/ 28541 h 32207"/>
                <a:gd name="csX2" fmla="*/ 7744 w 19177"/>
                <a:gd name="csY2" fmla="*/ 3970 h 32207"/>
                <a:gd name="csX3" fmla="*/ 0 w 19177"/>
                <a:gd name="csY3" fmla="*/ 5523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1 h 32207"/>
                <a:gd name="csX8" fmla="*/ 19178 w 19177"/>
                <a:gd name="csY8" fmla="*/ 28541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1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1"/>
                  </a:moveTo>
                  <a:lnTo>
                    <a:pt x="7744" y="28541"/>
                  </a:lnTo>
                  <a:lnTo>
                    <a:pt x="7744" y="3970"/>
                  </a:lnTo>
                  <a:lnTo>
                    <a:pt x="0" y="5523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1"/>
                  </a:lnTo>
                  <a:lnTo>
                    <a:pt x="19178" y="28541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1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CC849D5D-4247-C86D-B773-A454496E90BC}"/>
                </a:ext>
              </a:extLst>
            </p:cNvPr>
            <p:cNvSpPr/>
            <p:nvPr/>
          </p:nvSpPr>
          <p:spPr>
            <a:xfrm>
              <a:off x="3287562" y="4124165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8 h 32833"/>
                <a:gd name="csX3" fmla="*/ 5350 w 20838"/>
                <a:gd name="csY3" fmla="*/ 3668 h 32833"/>
                <a:gd name="csX4" fmla="*/ 5350 w 20838"/>
                <a:gd name="csY4" fmla="*/ 11563 h 32833"/>
                <a:gd name="csX5" fmla="*/ 7248 w 20838"/>
                <a:gd name="csY5" fmla="*/ 11088 h 32833"/>
                <a:gd name="csX6" fmla="*/ 9147 w 20838"/>
                <a:gd name="csY6" fmla="*/ 10916 h 32833"/>
                <a:gd name="csX7" fmla="*/ 17689 w 20838"/>
                <a:gd name="csY7" fmla="*/ 13872 h 32833"/>
                <a:gd name="csX8" fmla="*/ 20839 w 20838"/>
                <a:gd name="csY8" fmla="*/ 21875 h 32833"/>
                <a:gd name="csX9" fmla="*/ 17603 w 20838"/>
                <a:gd name="csY9" fmla="*/ 29964 h 32833"/>
                <a:gd name="csX10" fmla="*/ 8478 w 20838"/>
                <a:gd name="csY10" fmla="*/ 32834 h 32833"/>
                <a:gd name="csX11" fmla="*/ 4336 w 20838"/>
                <a:gd name="csY11" fmla="*/ 32488 h 32833"/>
                <a:gd name="csX12" fmla="*/ 0 w 20838"/>
                <a:gd name="csY12" fmla="*/ 31453 h 32833"/>
                <a:gd name="csX13" fmla="*/ 0 w 20838"/>
                <a:gd name="csY13" fmla="*/ 27074 h 32833"/>
                <a:gd name="csX14" fmla="*/ 4012 w 20838"/>
                <a:gd name="csY14" fmla="*/ 28648 h 32833"/>
                <a:gd name="csX15" fmla="*/ 8392 w 20838"/>
                <a:gd name="csY15" fmla="*/ 29167 h 32833"/>
                <a:gd name="csX16" fmla="*/ 14302 w 20838"/>
                <a:gd name="csY16" fmla="*/ 27203 h 32833"/>
                <a:gd name="csX17" fmla="*/ 16481 w 20838"/>
                <a:gd name="csY17" fmla="*/ 21875 h 32833"/>
                <a:gd name="csX18" fmla="*/ 14302 w 20838"/>
                <a:gd name="csY18" fmla="*/ 16546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0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8"/>
                  </a:lnTo>
                  <a:lnTo>
                    <a:pt x="5350" y="3668"/>
                  </a:lnTo>
                  <a:lnTo>
                    <a:pt x="5350" y="11563"/>
                  </a:lnTo>
                  <a:cubicBezTo>
                    <a:pt x="5983" y="11347"/>
                    <a:pt x="6615" y="11189"/>
                    <a:pt x="7248" y="11088"/>
                  </a:cubicBezTo>
                  <a:cubicBezTo>
                    <a:pt x="7881" y="10973"/>
                    <a:pt x="8514" y="10916"/>
                    <a:pt x="9147" y="10916"/>
                  </a:cubicBezTo>
                  <a:cubicBezTo>
                    <a:pt x="12742" y="10916"/>
                    <a:pt x="15590" y="11901"/>
                    <a:pt x="17689" y="13872"/>
                  </a:cubicBezTo>
                  <a:cubicBezTo>
                    <a:pt x="19789" y="15842"/>
                    <a:pt x="20839" y="18509"/>
                    <a:pt x="20839" y="21875"/>
                  </a:cubicBezTo>
                  <a:cubicBezTo>
                    <a:pt x="20839" y="25341"/>
                    <a:pt x="19760" y="28037"/>
                    <a:pt x="17603" y="29964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9"/>
                    <a:pt x="4336" y="32488"/>
                  </a:cubicBezTo>
                  <a:cubicBezTo>
                    <a:pt x="2941" y="32258"/>
                    <a:pt x="1496" y="31913"/>
                    <a:pt x="0" y="31453"/>
                  </a:cubicBezTo>
                  <a:lnTo>
                    <a:pt x="0" y="27074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4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3"/>
                  </a:cubicBezTo>
                  <a:cubicBezTo>
                    <a:pt x="15755" y="25894"/>
                    <a:pt x="16481" y="24118"/>
                    <a:pt x="16481" y="21875"/>
                  </a:cubicBezTo>
                  <a:cubicBezTo>
                    <a:pt x="16481" y="19631"/>
                    <a:pt x="15755" y="17855"/>
                    <a:pt x="14302" y="16546"/>
                  </a:cubicBezTo>
                  <a:cubicBezTo>
                    <a:pt x="12850" y="15238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3"/>
                    <a:pt x="1359" y="16180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C4B799C9-3DD7-FB18-052E-96F9FA990D33}"/>
                </a:ext>
              </a:extLst>
            </p:cNvPr>
            <p:cNvSpPr/>
            <p:nvPr/>
          </p:nvSpPr>
          <p:spPr>
            <a:xfrm>
              <a:off x="3164695" y="4353176"/>
              <a:ext cx="32480" cy="26692"/>
            </a:xfrm>
            <a:custGeom>
              <a:avLst/>
              <a:gdLst>
                <a:gd name="csX0" fmla="*/ 8158 w 32480"/>
                <a:gd name="csY0" fmla="*/ 0 h 26692"/>
                <a:gd name="csX1" fmla="*/ 15317 w 32480"/>
                <a:gd name="csY1" fmla="*/ 1846 h 26692"/>
                <a:gd name="csX2" fmla="*/ 21005 w 32480"/>
                <a:gd name="csY2" fmla="*/ 6536 h 26692"/>
                <a:gd name="csX3" fmla="*/ 23151 w 32480"/>
                <a:gd name="csY3" fmla="*/ 12323 h 26692"/>
                <a:gd name="csX4" fmla="*/ 22203 w 32480"/>
                <a:gd name="csY4" fmla="*/ 15242 h 26692"/>
                <a:gd name="csX5" fmla="*/ 19858 w 32480"/>
                <a:gd name="csY5" fmla="*/ 17013 h 26692"/>
                <a:gd name="csX6" fmla="*/ 25620 w 32480"/>
                <a:gd name="csY6" fmla="*/ 18510 h 26692"/>
                <a:gd name="csX7" fmla="*/ 30086 w 32480"/>
                <a:gd name="csY7" fmla="*/ 19533 h 26692"/>
                <a:gd name="csX8" fmla="*/ 30410 w 32480"/>
                <a:gd name="csY8" fmla="*/ 19483 h 26692"/>
                <a:gd name="csX9" fmla="*/ 30635 w 32480"/>
                <a:gd name="csY9" fmla="*/ 19209 h 26692"/>
                <a:gd name="csX10" fmla="*/ 30834 w 32480"/>
                <a:gd name="csY10" fmla="*/ 18435 h 26692"/>
                <a:gd name="csX11" fmla="*/ 30909 w 32480"/>
                <a:gd name="csY11" fmla="*/ 16964 h 26692"/>
                <a:gd name="csX12" fmla="*/ 30909 w 32480"/>
                <a:gd name="csY12" fmla="*/ 16315 h 26692"/>
                <a:gd name="csX13" fmla="*/ 31059 w 32480"/>
                <a:gd name="csY13" fmla="*/ 15941 h 26692"/>
                <a:gd name="csX14" fmla="*/ 31458 w 32480"/>
                <a:gd name="csY14" fmla="*/ 15741 h 26692"/>
                <a:gd name="csX15" fmla="*/ 32480 w 32480"/>
                <a:gd name="csY15" fmla="*/ 16664 h 26692"/>
                <a:gd name="csX16" fmla="*/ 32406 w 32480"/>
                <a:gd name="csY16" fmla="*/ 19184 h 26692"/>
                <a:gd name="csX17" fmla="*/ 32331 w 32480"/>
                <a:gd name="csY17" fmla="*/ 21729 h 26692"/>
                <a:gd name="csX18" fmla="*/ 32406 w 32480"/>
                <a:gd name="csY18" fmla="*/ 23899 h 26692"/>
                <a:gd name="csX19" fmla="*/ 32480 w 32480"/>
                <a:gd name="csY19" fmla="*/ 26019 h 26692"/>
                <a:gd name="csX20" fmla="*/ 31882 w 32480"/>
                <a:gd name="csY20" fmla="*/ 26693 h 26692"/>
                <a:gd name="csX21" fmla="*/ 31308 w 32480"/>
                <a:gd name="csY21" fmla="*/ 26593 h 26692"/>
                <a:gd name="csX22" fmla="*/ 31009 w 32480"/>
                <a:gd name="csY22" fmla="*/ 26319 h 26692"/>
                <a:gd name="csX23" fmla="*/ 30909 w 32480"/>
                <a:gd name="csY23" fmla="*/ 25945 h 26692"/>
                <a:gd name="csX24" fmla="*/ 30909 w 32480"/>
                <a:gd name="csY24" fmla="*/ 25496 h 26692"/>
                <a:gd name="csX25" fmla="*/ 30709 w 32480"/>
                <a:gd name="csY25" fmla="*/ 23849 h 26692"/>
                <a:gd name="csX26" fmla="*/ 30161 w 32480"/>
                <a:gd name="csY26" fmla="*/ 23175 h 26692"/>
                <a:gd name="csX27" fmla="*/ 28813 w 32480"/>
                <a:gd name="csY27" fmla="*/ 22752 h 26692"/>
                <a:gd name="csX28" fmla="*/ 6062 w 32480"/>
                <a:gd name="csY28" fmla="*/ 17013 h 26692"/>
                <a:gd name="csX29" fmla="*/ 3468 w 32480"/>
                <a:gd name="csY29" fmla="*/ 16664 h 26692"/>
                <a:gd name="csX30" fmla="*/ 1622 w 32480"/>
                <a:gd name="csY30" fmla="*/ 17089 h 26692"/>
                <a:gd name="csX31" fmla="*/ 1123 w 32480"/>
                <a:gd name="csY31" fmla="*/ 18261 h 26692"/>
                <a:gd name="csX32" fmla="*/ 2669 w 32480"/>
                <a:gd name="csY32" fmla="*/ 20406 h 26692"/>
                <a:gd name="csX33" fmla="*/ 7210 w 32480"/>
                <a:gd name="csY33" fmla="*/ 21978 h 26692"/>
                <a:gd name="csX34" fmla="*/ 8207 w 32480"/>
                <a:gd name="csY34" fmla="*/ 22352 h 26692"/>
                <a:gd name="csX35" fmla="*/ 8382 w 32480"/>
                <a:gd name="csY35" fmla="*/ 22851 h 26692"/>
                <a:gd name="csX36" fmla="*/ 7858 w 32480"/>
                <a:gd name="csY36" fmla="*/ 23475 h 26692"/>
                <a:gd name="csX37" fmla="*/ 6935 w 32480"/>
                <a:gd name="csY37" fmla="*/ 23275 h 26692"/>
                <a:gd name="csX38" fmla="*/ 4915 w 32480"/>
                <a:gd name="csY38" fmla="*/ 22702 h 26692"/>
                <a:gd name="csX39" fmla="*/ 2919 w 32480"/>
                <a:gd name="csY39" fmla="*/ 21878 h 26692"/>
                <a:gd name="csX40" fmla="*/ 2046 w 32480"/>
                <a:gd name="csY40" fmla="*/ 21404 h 26692"/>
                <a:gd name="csX41" fmla="*/ 1148 w 32480"/>
                <a:gd name="csY41" fmla="*/ 20731 h 26692"/>
                <a:gd name="csX42" fmla="*/ 299 w 32480"/>
                <a:gd name="csY42" fmla="*/ 19583 h 26692"/>
                <a:gd name="csX43" fmla="*/ 0 w 32480"/>
                <a:gd name="csY43" fmla="*/ 18087 h 26692"/>
                <a:gd name="csX44" fmla="*/ 948 w 32480"/>
                <a:gd name="csY44" fmla="*/ 15168 h 26692"/>
                <a:gd name="csX45" fmla="*/ 3817 w 32480"/>
                <a:gd name="csY45" fmla="*/ 13496 h 26692"/>
                <a:gd name="csX46" fmla="*/ 1073 w 32480"/>
                <a:gd name="csY46" fmla="*/ 10328 h 26692"/>
                <a:gd name="csX47" fmla="*/ 0 w 32480"/>
                <a:gd name="csY47" fmla="*/ 6811 h 26692"/>
                <a:gd name="csX48" fmla="*/ 2295 w 32480"/>
                <a:gd name="csY48" fmla="*/ 1946 h 26692"/>
                <a:gd name="csX49" fmla="*/ 8158 w 32480"/>
                <a:gd name="csY49" fmla="*/ 0 h 26692"/>
                <a:gd name="csX50" fmla="*/ 5912 w 32480"/>
                <a:gd name="csY50" fmla="*/ 3692 h 26692"/>
                <a:gd name="csX51" fmla="*/ 2395 w 32480"/>
                <a:gd name="csY51" fmla="*/ 4565 h 26692"/>
                <a:gd name="csX52" fmla="*/ 1123 w 32480"/>
                <a:gd name="csY52" fmla="*/ 6960 h 26692"/>
                <a:gd name="csX53" fmla="*/ 3068 w 32480"/>
                <a:gd name="csY53" fmla="*/ 11101 h 26692"/>
                <a:gd name="csX54" fmla="*/ 6636 w 32480"/>
                <a:gd name="csY54" fmla="*/ 13746 h 26692"/>
                <a:gd name="csX55" fmla="*/ 16639 w 32480"/>
                <a:gd name="csY55" fmla="*/ 16265 h 26692"/>
                <a:gd name="csX56" fmla="*/ 17463 w 32480"/>
                <a:gd name="csY56" fmla="*/ 16415 h 26692"/>
                <a:gd name="csX57" fmla="*/ 18061 w 32480"/>
                <a:gd name="csY57" fmla="*/ 16340 h 26692"/>
                <a:gd name="csX58" fmla="*/ 19184 w 32480"/>
                <a:gd name="csY58" fmla="*/ 15966 h 26692"/>
                <a:gd name="csX59" fmla="*/ 20506 w 32480"/>
                <a:gd name="csY59" fmla="*/ 15267 h 26692"/>
                <a:gd name="csX60" fmla="*/ 21554 w 32480"/>
                <a:gd name="csY60" fmla="*/ 14095 h 26692"/>
                <a:gd name="csX61" fmla="*/ 22003 w 32480"/>
                <a:gd name="csY61" fmla="*/ 12374 h 26692"/>
                <a:gd name="csX62" fmla="*/ 20656 w 32480"/>
                <a:gd name="csY62" fmla="*/ 9205 h 26692"/>
                <a:gd name="csX63" fmla="*/ 16764 w 32480"/>
                <a:gd name="csY63" fmla="*/ 6287 h 26692"/>
                <a:gd name="csX64" fmla="*/ 11575 w 32480"/>
                <a:gd name="csY64" fmla="*/ 4615 h 26692"/>
                <a:gd name="csX65" fmla="*/ 5912 w 32480"/>
                <a:gd name="csY65" fmla="*/ 3692 h 2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32480" h="26692">
                  <a:moveTo>
                    <a:pt x="8158" y="0"/>
                  </a:moveTo>
                  <a:cubicBezTo>
                    <a:pt x="10586" y="0"/>
                    <a:pt x="12972" y="615"/>
                    <a:pt x="15317" y="1846"/>
                  </a:cubicBezTo>
                  <a:cubicBezTo>
                    <a:pt x="17662" y="3060"/>
                    <a:pt x="19558" y="4623"/>
                    <a:pt x="21005" y="6536"/>
                  </a:cubicBezTo>
                  <a:cubicBezTo>
                    <a:pt x="22435" y="8449"/>
                    <a:pt x="23151" y="10378"/>
                    <a:pt x="23151" y="12323"/>
                  </a:cubicBezTo>
                  <a:cubicBezTo>
                    <a:pt x="23151" y="13488"/>
                    <a:pt x="22835" y="14461"/>
                    <a:pt x="22203" y="15242"/>
                  </a:cubicBezTo>
                  <a:cubicBezTo>
                    <a:pt x="21554" y="16007"/>
                    <a:pt x="20772" y="16598"/>
                    <a:pt x="19858" y="17013"/>
                  </a:cubicBezTo>
                  <a:cubicBezTo>
                    <a:pt x="20988" y="17329"/>
                    <a:pt x="22909" y="17828"/>
                    <a:pt x="25620" y="18510"/>
                  </a:cubicBezTo>
                  <a:cubicBezTo>
                    <a:pt x="28331" y="19192"/>
                    <a:pt x="29820" y="19533"/>
                    <a:pt x="30086" y="19533"/>
                  </a:cubicBezTo>
                  <a:cubicBezTo>
                    <a:pt x="30235" y="19533"/>
                    <a:pt x="30343" y="19517"/>
                    <a:pt x="30410" y="19483"/>
                  </a:cubicBezTo>
                  <a:cubicBezTo>
                    <a:pt x="30476" y="19450"/>
                    <a:pt x="30551" y="19359"/>
                    <a:pt x="30635" y="19209"/>
                  </a:cubicBezTo>
                  <a:cubicBezTo>
                    <a:pt x="30734" y="19059"/>
                    <a:pt x="30801" y="18801"/>
                    <a:pt x="30834" y="18435"/>
                  </a:cubicBezTo>
                  <a:cubicBezTo>
                    <a:pt x="30884" y="18070"/>
                    <a:pt x="30909" y="17579"/>
                    <a:pt x="30909" y="16964"/>
                  </a:cubicBezTo>
                  <a:cubicBezTo>
                    <a:pt x="30909" y="16648"/>
                    <a:pt x="30909" y="16431"/>
                    <a:pt x="30909" y="16315"/>
                  </a:cubicBezTo>
                  <a:cubicBezTo>
                    <a:pt x="30926" y="16182"/>
                    <a:pt x="30975" y="16057"/>
                    <a:pt x="31059" y="15941"/>
                  </a:cubicBezTo>
                  <a:cubicBezTo>
                    <a:pt x="31142" y="15808"/>
                    <a:pt x="31275" y="15741"/>
                    <a:pt x="31458" y="15741"/>
                  </a:cubicBezTo>
                  <a:cubicBezTo>
                    <a:pt x="32139" y="15741"/>
                    <a:pt x="32480" y="16049"/>
                    <a:pt x="32480" y="16664"/>
                  </a:cubicBezTo>
                  <a:cubicBezTo>
                    <a:pt x="32480" y="17213"/>
                    <a:pt x="32455" y="18053"/>
                    <a:pt x="32406" y="19184"/>
                  </a:cubicBezTo>
                  <a:cubicBezTo>
                    <a:pt x="32356" y="20315"/>
                    <a:pt x="32331" y="21163"/>
                    <a:pt x="32331" y="21729"/>
                  </a:cubicBezTo>
                  <a:cubicBezTo>
                    <a:pt x="32331" y="22211"/>
                    <a:pt x="32356" y="22934"/>
                    <a:pt x="32406" y="23899"/>
                  </a:cubicBezTo>
                  <a:cubicBezTo>
                    <a:pt x="32455" y="24863"/>
                    <a:pt x="32480" y="25570"/>
                    <a:pt x="32480" y="26019"/>
                  </a:cubicBezTo>
                  <a:cubicBezTo>
                    <a:pt x="32480" y="26468"/>
                    <a:pt x="32281" y="26693"/>
                    <a:pt x="31882" y="26693"/>
                  </a:cubicBezTo>
                  <a:cubicBezTo>
                    <a:pt x="31649" y="26693"/>
                    <a:pt x="31458" y="26660"/>
                    <a:pt x="31308" y="26593"/>
                  </a:cubicBezTo>
                  <a:cubicBezTo>
                    <a:pt x="31175" y="26543"/>
                    <a:pt x="31075" y="26452"/>
                    <a:pt x="31009" y="26319"/>
                  </a:cubicBezTo>
                  <a:cubicBezTo>
                    <a:pt x="30959" y="26186"/>
                    <a:pt x="30926" y="26061"/>
                    <a:pt x="30909" y="25945"/>
                  </a:cubicBezTo>
                  <a:cubicBezTo>
                    <a:pt x="30909" y="25845"/>
                    <a:pt x="30909" y="25695"/>
                    <a:pt x="30909" y="25496"/>
                  </a:cubicBezTo>
                  <a:cubicBezTo>
                    <a:pt x="30909" y="24731"/>
                    <a:pt x="30842" y="24182"/>
                    <a:pt x="30709" y="23849"/>
                  </a:cubicBezTo>
                  <a:cubicBezTo>
                    <a:pt x="30593" y="23516"/>
                    <a:pt x="30410" y="23292"/>
                    <a:pt x="30161" y="23175"/>
                  </a:cubicBezTo>
                  <a:cubicBezTo>
                    <a:pt x="29928" y="23042"/>
                    <a:pt x="29479" y="22901"/>
                    <a:pt x="28813" y="22752"/>
                  </a:cubicBezTo>
                  <a:lnTo>
                    <a:pt x="6062" y="17013"/>
                  </a:lnTo>
                  <a:cubicBezTo>
                    <a:pt x="5048" y="16781"/>
                    <a:pt x="4183" y="16664"/>
                    <a:pt x="3468" y="16664"/>
                  </a:cubicBezTo>
                  <a:cubicBezTo>
                    <a:pt x="2570" y="16664"/>
                    <a:pt x="1954" y="16806"/>
                    <a:pt x="1622" y="17089"/>
                  </a:cubicBezTo>
                  <a:cubicBezTo>
                    <a:pt x="1289" y="17371"/>
                    <a:pt x="1123" y="17762"/>
                    <a:pt x="1123" y="18261"/>
                  </a:cubicBezTo>
                  <a:cubicBezTo>
                    <a:pt x="1123" y="19126"/>
                    <a:pt x="1638" y="19841"/>
                    <a:pt x="2669" y="20406"/>
                  </a:cubicBezTo>
                  <a:cubicBezTo>
                    <a:pt x="3700" y="20972"/>
                    <a:pt x="5214" y="21496"/>
                    <a:pt x="7210" y="21978"/>
                  </a:cubicBezTo>
                  <a:cubicBezTo>
                    <a:pt x="7758" y="22128"/>
                    <a:pt x="8091" y="22252"/>
                    <a:pt x="8207" y="22352"/>
                  </a:cubicBezTo>
                  <a:cubicBezTo>
                    <a:pt x="8324" y="22435"/>
                    <a:pt x="8382" y="22602"/>
                    <a:pt x="8382" y="22851"/>
                  </a:cubicBezTo>
                  <a:cubicBezTo>
                    <a:pt x="8365" y="23267"/>
                    <a:pt x="8191" y="23475"/>
                    <a:pt x="7858" y="23475"/>
                  </a:cubicBezTo>
                  <a:cubicBezTo>
                    <a:pt x="7775" y="23475"/>
                    <a:pt x="7467" y="23408"/>
                    <a:pt x="6935" y="23275"/>
                  </a:cubicBezTo>
                  <a:cubicBezTo>
                    <a:pt x="6386" y="23142"/>
                    <a:pt x="5713" y="22951"/>
                    <a:pt x="4915" y="22702"/>
                  </a:cubicBezTo>
                  <a:cubicBezTo>
                    <a:pt x="4100" y="22435"/>
                    <a:pt x="3434" y="22161"/>
                    <a:pt x="2919" y="21878"/>
                  </a:cubicBezTo>
                  <a:cubicBezTo>
                    <a:pt x="2570" y="21712"/>
                    <a:pt x="2278" y="21554"/>
                    <a:pt x="2046" y="21404"/>
                  </a:cubicBezTo>
                  <a:cubicBezTo>
                    <a:pt x="1813" y="21254"/>
                    <a:pt x="1513" y="21030"/>
                    <a:pt x="1148" y="20731"/>
                  </a:cubicBezTo>
                  <a:cubicBezTo>
                    <a:pt x="782" y="20415"/>
                    <a:pt x="499" y="20032"/>
                    <a:pt x="299" y="19583"/>
                  </a:cubicBezTo>
                  <a:cubicBezTo>
                    <a:pt x="100" y="19134"/>
                    <a:pt x="0" y="18635"/>
                    <a:pt x="0" y="18087"/>
                  </a:cubicBezTo>
                  <a:cubicBezTo>
                    <a:pt x="0" y="17022"/>
                    <a:pt x="316" y="16049"/>
                    <a:pt x="948" y="15168"/>
                  </a:cubicBezTo>
                  <a:cubicBezTo>
                    <a:pt x="1580" y="14286"/>
                    <a:pt x="2536" y="13729"/>
                    <a:pt x="3817" y="13496"/>
                  </a:cubicBezTo>
                  <a:cubicBezTo>
                    <a:pt x="2703" y="12548"/>
                    <a:pt x="1788" y="11492"/>
                    <a:pt x="1073" y="10328"/>
                  </a:cubicBezTo>
                  <a:cubicBezTo>
                    <a:pt x="358" y="9164"/>
                    <a:pt x="0" y="7991"/>
                    <a:pt x="0" y="6811"/>
                  </a:cubicBezTo>
                  <a:cubicBezTo>
                    <a:pt x="0" y="4848"/>
                    <a:pt x="765" y="3226"/>
                    <a:pt x="2295" y="1946"/>
                  </a:cubicBezTo>
                  <a:cubicBezTo>
                    <a:pt x="3809" y="649"/>
                    <a:pt x="5763" y="0"/>
                    <a:pt x="8158" y="0"/>
                  </a:cubicBezTo>
                  <a:moveTo>
                    <a:pt x="5912" y="3692"/>
                  </a:moveTo>
                  <a:cubicBezTo>
                    <a:pt x="4399" y="3692"/>
                    <a:pt x="3226" y="3983"/>
                    <a:pt x="2395" y="4565"/>
                  </a:cubicBezTo>
                  <a:cubicBezTo>
                    <a:pt x="1547" y="5131"/>
                    <a:pt x="1123" y="5929"/>
                    <a:pt x="1123" y="6960"/>
                  </a:cubicBezTo>
                  <a:cubicBezTo>
                    <a:pt x="1123" y="8241"/>
                    <a:pt x="1771" y="9621"/>
                    <a:pt x="3068" y="11101"/>
                  </a:cubicBezTo>
                  <a:cubicBezTo>
                    <a:pt x="4299" y="12565"/>
                    <a:pt x="5488" y="13446"/>
                    <a:pt x="6636" y="13746"/>
                  </a:cubicBezTo>
                  <a:lnTo>
                    <a:pt x="16639" y="16265"/>
                  </a:lnTo>
                  <a:lnTo>
                    <a:pt x="17463" y="16415"/>
                  </a:lnTo>
                  <a:cubicBezTo>
                    <a:pt x="17562" y="16415"/>
                    <a:pt x="17762" y="16390"/>
                    <a:pt x="18061" y="16340"/>
                  </a:cubicBezTo>
                  <a:cubicBezTo>
                    <a:pt x="18344" y="16273"/>
                    <a:pt x="18718" y="16149"/>
                    <a:pt x="19184" y="15966"/>
                  </a:cubicBezTo>
                  <a:cubicBezTo>
                    <a:pt x="19650" y="15766"/>
                    <a:pt x="20090" y="15534"/>
                    <a:pt x="20506" y="15267"/>
                  </a:cubicBezTo>
                  <a:cubicBezTo>
                    <a:pt x="20905" y="14985"/>
                    <a:pt x="21255" y="14594"/>
                    <a:pt x="21554" y="14095"/>
                  </a:cubicBezTo>
                  <a:cubicBezTo>
                    <a:pt x="21853" y="13579"/>
                    <a:pt x="22003" y="13005"/>
                    <a:pt x="22003" y="12374"/>
                  </a:cubicBezTo>
                  <a:cubicBezTo>
                    <a:pt x="22003" y="11359"/>
                    <a:pt x="21554" y="10303"/>
                    <a:pt x="20656" y="9205"/>
                  </a:cubicBezTo>
                  <a:cubicBezTo>
                    <a:pt x="19758" y="8091"/>
                    <a:pt x="18461" y="7118"/>
                    <a:pt x="16764" y="6287"/>
                  </a:cubicBezTo>
                  <a:cubicBezTo>
                    <a:pt x="15666" y="5771"/>
                    <a:pt x="13937" y="5214"/>
                    <a:pt x="11575" y="4615"/>
                  </a:cubicBezTo>
                  <a:cubicBezTo>
                    <a:pt x="9197" y="4000"/>
                    <a:pt x="7309" y="3692"/>
                    <a:pt x="5912" y="3692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D03F69CA-19E2-2DDF-DF82-405C9A9C8F72}"/>
                </a:ext>
              </a:extLst>
            </p:cNvPr>
            <p:cNvSpPr/>
            <p:nvPr/>
          </p:nvSpPr>
          <p:spPr>
            <a:xfrm>
              <a:off x="3148953" y="4335619"/>
              <a:ext cx="51090" cy="11849"/>
            </a:xfrm>
            <a:custGeom>
              <a:avLst/>
              <a:gdLst>
                <a:gd name="csX0" fmla="*/ 25545 w 51090"/>
                <a:gd name="csY0" fmla="*/ 11849 h 11849"/>
                <a:gd name="csX1" fmla="*/ 9954 w 51090"/>
                <a:gd name="csY1" fmla="*/ 8631 h 11849"/>
                <a:gd name="csX2" fmla="*/ 4590 w 51090"/>
                <a:gd name="csY2" fmla="*/ 5338 h 11849"/>
                <a:gd name="csX3" fmla="*/ 1073 w 51090"/>
                <a:gd name="csY3" fmla="*/ 2145 h 11849"/>
                <a:gd name="csX4" fmla="*/ 0 w 51090"/>
                <a:gd name="csY4" fmla="*/ 524 h 11849"/>
                <a:gd name="csX5" fmla="*/ 499 w 51090"/>
                <a:gd name="csY5" fmla="*/ 0 h 11849"/>
                <a:gd name="csX6" fmla="*/ 1372 w 51090"/>
                <a:gd name="csY6" fmla="*/ 673 h 11849"/>
                <a:gd name="csX7" fmla="*/ 25545 w 51090"/>
                <a:gd name="csY7" fmla="*/ 8881 h 11849"/>
                <a:gd name="csX8" fmla="*/ 49444 w 51090"/>
                <a:gd name="csY8" fmla="*/ 873 h 11849"/>
                <a:gd name="csX9" fmla="*/ 50592 w 51090"/>
                <a:gd name="csY9" fmla="*/ 0 h 11849"/>
                <a:gd name="csX10" fmla="*/ 51091 w 51090"/>
                <a:gd name="csY10" fmla="*/ 524 h 11849"/>
                <a:gd name="csX11" fmla="*/ 50068 w 51090"/>
                <a:gd name="csY11" fmla="*/ 2096 h 11849"/>
                <a:gd name="csX12" fmla="*/ 46700 w 51090"/>
                <a:gd name="csY12" fmla="*/ 5214 h 11849"/>
                <a:gd name="csX13" fmla="*/ 41486 w 51090"/>
                <a:gd name="csY13" fmla="*/ 8482 h 11849"/>
                <a:gd name="csX14" fmla="*/ 25545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25545" y="11849"/>
                  </a:moveTo>
                  <a:cubicBezTo>
                    <a:pt x="19791" y="11849"/>
                    <a:pt x="14594" y="10777"/>
                    <a:pt x="9954" y="8631"/>
                  </a:cubicBezTo>
                  <a:cubicBezTo>
                    <a:pt x="8008" y="7716"/>
                    <a:pt x="6220" y="6619"/>
                    <a:pt x="4590" y="5338"/>
                  </a:cubicBezTo>
                  <a:cubicBezTo>
                    <a:pt x="2960" y="4058"/>
                    <a:pt x="1788" y="2993"/>
                    <a:pt x="1073" y="2145"/>
                  </a:cubicBezTo>
                  <a:cubicBezTo>
                    <a:pt x="358" y="1297"/>
                    <a:pt x="0" y="756"/>
                    <a:pt x="0" y="524"/>
                  </a:cubicBezTo>
                  <a:cubicBezTo>
                    <a:pt x="0" y="191"/>
                    <a:pt x="166" y="16"/>
                    <a:pt x="499" y="0"/>
                  </a:cubicBezTo>
                  <a:cubicBezTo>
                    <a:pt x="665" y="0"/>
                    <a:pt x="956" y="224"/>
                    <a:pt x="1372" y="673"/>
                  </a:cubicBezTo>
                  <a:cubicBezTo>
                    <a:pt x="6960" y="6161"/>
                    <a:pt x="15018" y="8897"/>
                    <a:pt x="25545" y="8881"/>
                  </a:cubicBezTo>
                  <a:cubicBezTo>
                    <a:pt x="36106" y="8881"/>
                    <a:pt x="44072" y="6211"/>
                    <a:pt x="49444" y="873"/>
                  </a:cubicBezTo>
                  <a:cubicBezTo>
                    <a:pt x="50026" y="291"/>
                    <a:pt x="50409" y="0"/>
                    <a:pt x="50592" y="0"/>
                  </a:cubicBezTo>
                  <a:cubicBezTo>
                    <a:pt x="50925" y="0"/>
                    <a:pt x="51091" y="175"/>
                    <a:pt x="51091" y="524"/>
                  </a:cubicBezTo>
                  <a:cubicBezTo>
                    <a:pt x="51091" y="756"/>
                    <a:pt x="50750" y="1280"/>
                    <a:pt x="50068" y="2096"/>
                  </a:cubicBezTo>
                  <a:cubicBezTo>
                    <a:pt x="49386" y="2910"/>
                    <a:pt x="48263" y="3950"/>
                    <a:pt x="46700" y="5214"/>
                  </a:cubicBezTo>
                  <a:cubicBezTo>
                    <a:pt x="45137" y="6477"/>
                    <a:pt x="43399" y="7567"/>
                    <a:pt x="41486" y="8482"/>
                  </a:cubicBezTo>
                  <a:cubicBezTo>
                    <a:pt x="36846" y="10727"/>
                    <a:pt x="31533" y="11849"/>
                    <a:pt x="25545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8E002435-0BDE-2364-3AA7-8FC9DD0DA1CC}"/>
                </a:ext>
              </a:extLst>
            </p:cNvPr>
            <p:cNvSpPr/>
            <p:nvPr/>
          </p:nvSpPr>
          <p:spPr>
            <a:xfrm>
              <a:off x="3164695" y="4306291"/>
              <a:ext cx="23150" cy="25445"/>
            </a:xfrm>
            <a:custGeom>
              <a:avLst/>
              <a:gdLst>
                <a:gd name="csX0" fmla="*/ 3368 w 23150"/>
                <a:gd name="csY0" fmla="*/ 0 h 25445"/>
                <a:gd name="csX1" fmla="*/ 5563 w 23150"/>
                <a:gd name="csY1" fmla="*/ 873 h 25445"/>
                <a:gd name="csX2" fmla="*/ 6336 w 23150"/>
                <a:gd name="csY2" fmla="*/ 2744 h 25445"/>
                <a:gd name="csX3" fmla="*/ 5788 w 23150"/>
                <a:gd name="csY3" fmla="*/ 4191 h 25445"/>
                <a:gd name="csX4" fmla="*/ 4540 w 23150"/>
                <a:gd name="csY4" fmla="*/ 4690 h 25445"/>
                <a:gd name="csX5" fmla="*/ 2769 w 23150"/>
                <a:gd name="csY5" fmla="*/ 3991 h 25445"/>
                <a:gd name="csX6" fmla="*/ 1771 w 23150"/>
                <a:gd name="csY6" fmla="*/ 2245 h 25445"/>
                <a:gd name="csX7" fmla="*/ 1123 w 23150"/>
                <a:gd name="csY7" fmla="*/ 4790 h 25445"/>
                <a:gd name="csX8" fmla="*/ 1646 w 23150"/>
                <a:gd name="csY8" fmla="*/ 6661 h 25445"/>
                <a:gd name="csX9" fmla="*/ 2844 w 23150"/>
                <a:gd name="csY9" fmla="*/ 8033 h 25445"/>
                <a:gd name="csX10" fmla="*/ 4490 w 23150"/>
                <a:gd name="csY10" fmla="*/ 8981 h 25445"/>
                <a:gd name="csX11" fmla="*/ 6012 w 23150"/>
                <a:gd name="csY11" fmla="*/ 9579 h 25445"/>
                <a:gd name="csX12" fmla="*/ 7160 w 23150"/>
                <a:gd name="csY12" fmla="*/ 9854 h 25445"/>
                <a:gd name="csX13" fmla="*/ 14145 w 23150"/>
                <a:gd name="csY13" fmla="*/ 11600 h 25445"/>
                <a:gd name="csX14" fmla="*/ 18635 w 23150"/>
                <a:gd name="csY14" fmla="*/ 12449 h 25445"/>
                <a:gd name="csX15" fmla="*/ 21055 w 23150"/>
                <a:gd name="csY15" fmla="*/ 11750 h 25445"/>
                <a:gd name="csX16" fmla="*/ 22003 w 23150"/>
                <a:gd name="csY16" fmla="*/ 9654 h 25445"/>
                <a:gd name="csX17" fmla="*/ 21853 w 23150"/>
                <a:gd name="csY17" fmla="*/ 8482 h 25445"/>
                <a:gd name="csX18" fmla="*/ 21230 w 23150"/>
                <a:gd name="csY18" fmla="*/ 7060 h 25445"/>
                <a:gd name="csX19" fmla="*/ 20057 w 23150"/>
                <a:gd name="csY19" fmla="*/ 5513 h 25445"/>
                <a:gd name="csX20" fmla="*/ 18111 w 23150"/>
                <a:gd name="csY20" fmla="*/ 4041 h 25445"/>
                <a:gd name="csX21" fmla="*/ 15317 w 23150"/>
                <a:gd name="csY21" fmla="*/ 2844 h 25445"/>
                <a:gd name="csX22" fmla="*/ 14768 w 23150"/>
                <a:gd name="csY22" fmla="*/ 2195 h 25445"/>
                <a:gd name="csX23" fmla="*/ 15267 w 23150"/>
                <a:gd name="csY23" fmla="*/ 1572 h 25445"/>
                <a:gd name="csX24" fmla="*/ 16590 w 23150"/>
                <a:gd name="csY24" fmla="*/ 1921 h 25445"/>
                <a:gd name="csX25" fmla="*/ 18610 w 23150"/>
                <a:gd name="csY25" fmla="*/ 2969 h 25445"/>
                <a:gd name="csX26" fmla="*/ 20756 w 23150"/>
                <a:gd name="csY26" fmla="*/ 4590 h 25445"/>
                <a:gd name="csX27" fmla="*/ 22452 w 23150"/>
                <a:gd name="csY27" fmla="*/ 6885 h 25445"/>
                <a:gd name="csX28" fmla="*/ 23151 w 23150"/>
                <a:gd name="csY28" fmla="*/ 9754 h 25445"/>
                <a:gd name="csX29" fmla="*/ 22003 w 23150"/>
                <a:gd name="csY29" fmla="*/ 13321 h 25445"/>
                <a:gd name="csX30" fmla="*/ 19259 w 23150"/>
                <a:gd name="csY30" fmla="*/ 15267 h 25445"/>
                <a:gd name="csX31" fmla="*/ 19783 w 23150"/>
                <a:gd name="csY31" fmla="*/ 15567 h 25445"/>
                <a:gd name="csX32" fmla="*/ 20756 w 23150"/>
                <a:gd name="csY32" fmla="*/ 16265 h 25445"/>
                <a:gd name="csX33" fmla="*/ 21903 w 23150"/>
                <a:gd name="csY33" fmla="*/ 17338 h 25445"/>
                <a:gd name="csX34" fmla="*/ 22751 w 23150"/>
                <a:gd name="csY34" fmla="*/ 18810 h 25445"/>
                <a:gd name="csX35" fmla="*/ 23151 w 23150"/>
                <a:gd name="csY35" fmla="*/ 20631 h 25445"/>
                <a:gd name="csX36" fmla="*/ 22801 w 23150"/>
                <a:gd name="csY36" fmla="*/ 22901 h 25445"/>
                <a:gd name="csX37" fmla="*/ 21654 w 23150"/>
                <a:gd name="csY37" fmla="*/ 24697 h 25445"/>
                <a:gd name="csX38" fmla="*/ 19758 w 23150"/>
                <a:gd name="csY38" fmla="*/ 25446 h 25445"/>
                <a:gd name="csX39" fmla="*/ 17687 w 23150"/>
                <a:gd name="csY39" fmla="*/ 24622 h 25445"/>
                <a:gd name="csX40" fmla="*/ 16814 w 23150"/>
                <a:gd name="csY40" fmla="*/ 22626 h 25445"/>
                <a:gd name="csX41" fmla="*/ 17238 w 23150"/>
                <a:gd name="csY41" fmla="*/ 21329 h 25445"/>
                <a:gd name="csX42" fmla="*/ 18585 w 23150"/>
                <a:gd name="csY42" fmla="*/ 20731 h 25445"/>
                <a:gd name="csX43" fmla="*/ 20381 w 23150"/>
                <a:gd name="csY43" fmla="*/ 21429 h 25445"/>
                <a:gd name="csX44" fmla="*/ 21354 w 23150"/>
                <a:gd name="csY44" fmla="*/ 23125 h 25445"/>
                <a:gd name="csX45" fmla="*/ 22003 w 23150"/>
                <a:gd name="csY45" fmla="*/ 20581 h 25445"/>
                <a:gd name="csX46" fmla="*/ 20556 w 23150"/>
                <a:gd name="csY46" fmla="*/ 17637 h 25445"/>
                <a:gd name="csX47" fmla="*/ 16689 w 23150"/>
                <a:gd name="csY47" fmla="*/ 15716 h 25445"/>
                <a:gd name="csX48" fmla="*/ 8282 w 23150"/>
                <a:gd name="csY48" fmla="*/ 13571 h 25445"/>
                <a:gd name="csX49" fmla="*/ 4540 w 23150"/>
                <a:gd name="csY49" fmla="*/ 12972 h 25445"/>
                <a:gd name="csX50" fmla="*/ 2769 w 23150"/>
                <a:gd name="csY50" fmla="*/ 13247 h 25445"/>
                <a:gd name="csX51" fmla="*/ 1721 w 23150"/>
                <a:gd name="csY51" fmla="*/ 13995 h 25445"/>
                <a:gd name="csX52" fmla="*/ 1247 w 23150"/>
                <a:gd name="csY52" fmla="*/ 14868 h 25445"/>
                <a:gd name="csX53" fmla="*/ 1123 w 23150"/>
                <a:gd name="csY53" fmla="*/ 15716 h 25445"/>
                <a:gd name="csX54" fmla="*/ 1422 w 23150"/>
                <a:gd name="csY54" fmla="*/ 17313 h 25445"/>
                <a:gd name="csX55" fmla="*/ 2420 w 23150"/>
                <a:gd name="csY55" fmla="*/ 19134 h 25445"/>
                <a:gd name="csX56" fmla="*/ 4490 w 23150"/>
                <a:gd name="csY56" fmla="*/ 21030 h 25445"/>
                <a:gd name="csX57" fmla="*/ 7808 w 23150"/>
                <a:gd name="csY57" fmla="*/ 22577 h 25445"/>
                <a:gd name="csX58" fmla="*/ 8382 w 23150"/>
                <a:gd name="csY58" fmla="*/ 23250 h 25445"/>
                <a:gd name="csX59" fmla="*/ 7858 w 23150"/>
                <a:gd name="csY59" fmla="*/ 23849 h 25445"/>
                <a:gd name="csX60" fmla="*/ 6561 w 23150"/>
                <a:gd name="csY60" fmla="*/ 23525 h 25445"/>
                <a:gd name="csX61" fmla="*/ 4540 w 23150"/>
                <a:gd name="csY61" fmla="*/ 22477 h 25445"/>
                <a:gd name="csX62" fmla="*/ 2420 w 23150"/>
                <a:gd name="csY62" fmla="*/ 20830 h 25445"/>
                <a:gd name="csX63" fmla="*/ 699 w 23150"/>
                <a:gd name="csY63" fmla="*/ 18510 h 25445"/>
                <a:gd name="csX64" fmla="*/ 0 w 23150"/>
                <a:gd name="csY64" fmla="*/ 15617 h 25445"/>
                <a:gd name="csX65" fmla="*/ 150 w 23150"/>
                <a:gd name="csY65" fmla="*/ 14294 h 25445"/>
                <a:gd name="csX66" fmla="*/ 649 w 23150"/>
                <a:gd name="csY66" fmla="*/ 12822 h 25445"/>
                <a:gd name="csX67" fmla="*/ 1846 w 23150"/>
                <a:gd name="csY67" fmla="*/ 11276 h 25445"/>
                <a:gd name="csX68" fmla="*/ 3867 w 23150"/>
                <a:gd name="csY68" fmla="*/ 10103 h 25445"/>
                <a:gd name="csX69" fmla="*/ 2744 w 23150"/>
                <a:gd name="csY69" fmla="*/ 9405 h 25445"/>
                <a:gd name="csX70" fmla="*/ 1522 w 23150"/>
                <a:gd name="csY70" fmla="*/ 8332 h 25445"/>
                <a:gd name="csX71" fmla="*/ 424 w 23150"/>
                <a:gd name="csY71" fmla="*/ 6735 h 25445"/>
                <a:gd name="csX72" fmla="*/ 0 w 23150"/>
                <a:gd name="csY72" fmla="*/ 4740 h 25445"/>
                <a:gd name="csX73" fmla="*/ 274 w 23150"/>
                <a:gd name="csY73" fmla="*/ 2719 h 25445"/>
                <a:gd name="csX74" fmla="*/ 1347 w 23150"/>
                <a:gd name="csY74" fmla="*/ 873 h 25445"/>
                <a:gd name="csX75" fmla="*/ 3368 w 23150"/>
                <a:gd name="csY75" fmla="*/ 0 h 25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3150" h="25445">
                  <a:moveTo>
                    <a:pt x="3368" y="0"/>
                  </a:moveTo>
                  <a:cubicBezTo>
                    <a:pt x="4299" y="0"/>
                    <a:pt x="5031" y="291"/>
                    <a:pt x="5563" y="873"/>
                  </a:cubicBezTo>
                  <a:cubicBezTo>
                    <a:pt x="6079" y="1455"/>
                    <a:pt x="6336" y="2079"/>
                    <a:pt x="6336" y="2744"/>
                  </a:cubicBezTo>
                  <a:cubicBezTo>
                    <a:pt x="6336" y="3376"/>
                    <a:pt x="6154" y="3858"/>
                    <a:pt x="5788" y="4191"/>
                  </a:cubicBezTo>
                  <a:cubicBezTo>
                    <a:pt x="5422" y="4524"/>
                    <a:pt x="5006" y="4690"/>
                    <a:pt x="4540" y="4690"/>
                  </a:cubicBezTo>
                  <a:cubicBezTo>
                    <a:pt x="3908" y="4690"/>
                    <a:pt x="3318" y="4457"/>
                    <a:pt x="2769" y="3991"/>
                  </a:cubicBezTo>
                  <a:cubicBezTo>
                    <a:pt x="2220" y="3526"/>
                    <a:pt x="1888" y="2944"/>
                    <a:pt x="1771" y="2245"/>
                  </a:cubicBezTo>
                  <a:cubicBezTo>
                    <a:pt x="1339" y="2927"/>
                    <a:pt x="1123" y="3775"/>
                    <a:pt x="1123" y="4790"/>
                  </a:cubicBezTo>
                  <a:cubicBezTo>
                    <a:pt x="1123" y="5455"/>
                    <a:pt x="1297" y="6079"/>
                    <a:pt x="1646" y="6661"/>
                  </a:cubicBezTo>
                  <a:cubicBezTo>
                    <a:pt x="1996" y="7226"/>
                    <a:pt x="2395" y="7683"/>
                    <a:pt x="2844" y="8033"/>
                  </a:cubicBezTo>
                  <a:cubicBezTo>
                    <a:pt x="3293" y="8365"/>
                    <a:pt x="3842" y="8681"/>
                    <a:pt x="4490" y="8981"/>
                  </a:cubicBezTo>
                  <a:cubicBezTo>
                    <a:pt x="5122" y="9264"/>
                    <a:pt x="5630" y="9463"/>
                    <a:pt x="6012" y="9579"/>
                  </a:cubicBezTo>
                  <a:cubicBezTo>
                    <a:pt x="6378" y="9679"/>
                    <a:pt x="6761" y="9771"/>
                    <a:pt x="7160" y="9854"/>
                  </a:cubicBezTo>
                  <a:lnTo>
                    <a:pt x="14145" y="11600"/>
                  </a:lnTo>
                  <a:cubicBezTo>
                    <a:pt x="16357" y="12166"/>
                    <a:pt x="17854" y="12449"/>
                    <a:pt x="18635" y="12449"/>
                  </a:cubicBezTo>
                  <a:cubicBezTo>
                    <a:pt x="19600" y="12449"/>
                    <a:pt x="20406" y="12216"/>
                    <a:pt x="21055" y="11750"/>
                  </a:cubicBezTo>
                  <a:cubicBezTo>
                    <a:pt x="21687" y="11284"/>
                    <a:pt x="22003" y="10586"/>
                    <a:pt x="22003" y="9654"/>
                  </a:cubicBezTo>
                  <a:cubicBezTo>
                    <a:pt x="22003" y="9288"/>
                    <a:pt x="21953" y="8897"/>
                    <a:pt x="21853" y="8482"/>
                  </a:cubicBezTo>
                  <a:cubicBezTo>
                    <a:pt x="21737" y="8066"/>
                    <a:pt x="21529" y="7592"/>
                    <a:pt x="21230" y="7060"/>
                  </a:cubicBezTo>
                  <a:cubicBezTo>
                    <a:pt x="20914" y="6511"/>
                    <a:pt x="20523" y="5995"/>
                    <a:pt x="20057" y="5513"/>
                  </a:cubicBezTo>
                  <a:cubicBezTo>
                    <a:pt x="19575" y="5014"/>
                    <a:pt x="18926" y="4524"/>
                    <a:pt x="18111" y="4041"/>
                  </a:cubicBezTo>
                  <a:cubicBezTo>
                    <a:pt x="17296" y="3559"/>
                    <a:pt x="16365" y="3160"/>
                    <a:pt x="15317" y="2844"/>
                  </a:cubicBezTo>
                  <a:cubicBezTo>
                    <a:pt x="14951" y="2744"/>
                    <a:pt x="14768" y="2528"/>
                    <a:pt x="14768" y="2195"/>
                  </a:cubicBezTo>
                  <a:cubicBezTo>
                    <a:pt x="14768" y="1779"/>
                    <a:pt x="14935" y="1572"/>
                    <a:pt x="15267" y="1572"/>
                  </a:cubicBezTo>
                  <a:cubicBezTo>
                    <a:pt x="15550" y="1572"/>
                    <a:pt x="15991" y="1688"/>
                    <a:pt x="16590" y="1921"/>
                  </a:cubicBezTo>
                  <a:cubicBezTo>
                    <a:pt x="17172" y="2137"/>
                    <a:pt x="17845" y="2486"/>
                    <a:pt x="18610" y="2969"/>
                  </a:cubicBezTo>
                  <a:cubicBezTo>
                    <a:pt x="19359" y="3434"/>
                    <a:pt x="20074" y="3975"/>
                    <a:pt x="20756" y="4590"/>
                  </a:cubicBezTo>
                  <a:cubicBezTo>
                    <a:pt x="21421" y="5206"/>
                    <a:pt x="21986" y="5971"/>
                    <a:pt x="22452" y="6885"/>
                  </a:cubicBezTo>
                  <a:cubicBezTo>
                    <a:pt x="22918" y="7800"/>
                    <a:pt x="23151" y="8756"/>
                    <a:pt x="23151" y="9754"/>
                  </a:cubicBezTo>
                  <a:cubicBezTo>
                    <a:pt x="23151" y="11184"/>
                    <a:pt x="22768" y="12373"/>
                    <a:pt x="22003" y="13321"/>
                  </a:cubicBezTo>
                  <a:cubicBezTo>
                    <a:pt x="21238" y="14269"/>
                    <a:pt x="20323" y="14918"/>
                    <a:pt x="19259" y="15267"/>
                  </a:cubicBezTo>
                  <a:cubicBezTo>
                    <a:pt x="19409" y="15350"/>
                    <a:pt x="19583" y="15450"/>
                    <a:pt x="19783" y="15567"/>
                  </a:cubicBezTo>
                  <a:cubicBezTo>
                    <a:pt x="19982" y="15683"/>
                    <a:pt x="20307" y="15916"/>
                    <a:pt x="20756" y="16265"/>
                  </a:cubicBezTo>
                  <a:cubicBezTo>
                    <a:pt x="21188" y="16598"/>
                    <a:pt x="21571" y="16955"/>
                    <a:pt x="21903" y="17338"/>
                  </a:cubicBezTo>
                  <a:cubicBezTo>
                    <a:pt x="22219" y="17721"/>
                    <a:pt x="22502" y="18211"/>
                    <a:pt x="22751" y="18810"/>
                  </a:cubicBezTo>
                  <a:cubicBezTo>
                    <a:pt x="23017" y="19392"/>
                    <a:pt x="23151" y="19999"/>
                    <a:pt x="23151" y="20631"/>
                  </a:cubicBezTo>
                  <a:cubicBezTo>
                    <a:pt x="23151" y="21429"/>
                    <a:pt x="23034" y="22186"/>
                    <a:pt x="22801" y="22901"/>
                  </a:cubicBezTo>
                  <a:cubicBezTo>
                    <a:pt x="22568" y="23600"/>
                    <a:pt x="22186" y="24198"/>
                    <a:pt x="21654" y="24697"/>
                  </a:cubicBezTo>
                  <a:cubicBezTo>
                    <a:pt x="21122" y="25196"/>
                    <a:pt x="20490" y="25446"/>
                    <a:pt x="19758" y="25446"/>
                  </a:cubicBezTo>
                  <a:cubicBezTo>
                    <a:pt x="18943" y="25446"/>
                    <a:pt x="18253" y="25171"/>
                    <a:pt x="17687" y="24622"/>
                  </a:cubicBezTo>
                  <a:cubicBezTo>
                    <a:pt x="17105" y="24057"/>
                    <a:pt x="16814" y="23391"/>
                    <a:pt x="16814" y="22626"/>
                  </a:cubicBezTo>
                  <a:cubicBezTo>
                    <a:pt x="16814" y="22144"/>
                    <a:pt x="16955" y="21712"/>
                    <a:pt x="17238" y="21329"/>
                  </a:cubicBezTo>
                  <a:cubicBezTo>
                    <a:pt x="17521" y="20930"/>
                    <a:pt x="17970" y="20731"/>
                    <a:pt x="18585" y="20731"/>
                  </a:cubicBezTo>
                  <a:cubicBezTo>
                    <a:pt x="19267" y="20731"/>
                    <a:pt x="19866" y="20963"/>
                    <a:pt x="20381" y="21429"/>
                  </a:cubicBezTo>
                  <a:cubicBezTo>
                    <a:pt x="20897" y="21895"/>
                    <a:pt x="21221" y="22460"/>
                    <a:pt x="21354" y="23125"/>
                  </a:cubicBezTo>
                  <a:cubicBezTo>
                    <a:pt x="21787" y="22444"/>
                    <a:pt x="22003" y="21596"/>
                    <a:pt x="22003" y="20581"/>
                  </a:cubicBezTo>
                  <a:cubicBezTo>
                    <a:pt x="22003" y="19483"/>
                    <a:pt x="21521" y="18502"/>
                    <a:pt x="20556" y="17637"/>
                  </a:cubicBezTo>
                  <a:cubicBezTo>
                    <a:pt x="19591" y="16772"/>
                    <a:pt x="18303" y="16132"/>
                    <a:pt x="16689" y="15716"/>
                  </a:cubicBezTo>
                  <a:cubicBezTo>
                    <a:pt x="12814" y="14685"/>
                    <a:pt x="10012" y="13970"/>
                    <a:pt x="8282" y="13571"/>
                  </a:cubicBezTo>
                  <a:cubicBezTo>
                    <a:pt x="6536" y="13172"/>
                    <a:pt x="5289" y="12972"/>
                    <a:pt x="4540" y="12972"/>
                  </a:cubicBezTo>
                  <a:cubicBezTo>
                    <a:pt x="3842" y="12972"/>
                    <a:pt x="3251" y="13064"/>
                    <a:pt x="2769" y="13247"/>
                  </a:cubicBezTo>
                  <a:cubicBezTo>
                    <a:pt x="2287" y="13430"/>
                    <a:pt x="1938" y="13679"/>
                    <a:pt x="1721" y="13995"/>
                  </a:cubicBezTo>
                  <a:cubicBezTo>
                    <a:pt x="1488" y="14294"/>
                    <a:pt x="1331" y="14585"/>
                    <a:pt x="1247" y="14868"/>
                  </a:cubicBezTo>
                  <a:cubicBezTo>
                    <a:pt x="1164" y="15134"/>
                    <a:pt x="1123" y="15417"/>
                    <a:pt x="1123" y="15716"/>
                  </a:cubicBezTo>
                  <a:cubicBezTo>
                    <a:pt x="1123" y="16215"/>
                    <a:pt x="1222" y="16748"/>
                    <a:pt x="1422" y="17313"/>
                  </a:cubicBezTo>
                  <a:cubicBezTo>
                    <a:pt x="1622" y="17862"/>
                    <a:pt x="1954" y="18469"/>
                    <a:pt x="2420" y="19134"/>
                  </a:cubicBezTo>
                  <a:cubicBezTo>
                    <a:pt x="2869" y="19783"/>
                    <a:pt x="3559" y="20415"/>
                    <a:pt x="4490" y="21030"/>
                  </a:cubicBezTo>
                  <a:cubicBezTo>
                    <a:pt x="5422" y="21645"/>
                    <a:pt x="6528" y="22161"/>
                    <a:pt x="7808" y="22577"/>
                  </a:cubicBezTo>
                  <a:cubicBezTo>
                    <a:pt x="8191" y="22660"/>
                    <a:pt x="8382" y="22884"/>
                    <a:pt x="8382" y="23250"/>
                  </a:cubicBezTo>
                  <a:cubicBezTo>
                    <a:pt x="8365" y="23649"/>
                    <a:pt x="8191" y="23849"/>
                    <a:pt x="7858" y="23849"/>
                  </a:cubicBezTo>
                  <a:cubicBezTo>
                    <a:pt x="7575" y="23849"/>
                    <a:pt x="7143" y="23741"/>
                    <a:pt x="6561" y="23525"/>
                  </a:cubicBezTo>
                  <a:cubicBezTo>
                    <a:pt x="5962" y="23292"/>
                    <a:pt x="5289" y="22943"/>
                    <a:pt x="4540" y="22477"/>
                  </a:cubicBezTo>
                  <a:cubicBezTo>
                    <a:pt x="3792" y="21995"/>
                    <a:pt x="3085" y="21446"/>
                    <a:pt x="2420" y="20830"/>
                  </a:cubicBezTo>
                  <a:cubicBezTo>
                    <a:pt x="1738" y="20198"/>
                    <a:pt x="1164" y="19425"/>
                    <a:pt x="699" y="18510"/>
                  </a:cubicBezTo>
                  <a:cubicBezTo>
                    <a:pt x="233" y="17579"/>
                    <a:pt x="0" y="16615"/>
                    <a:pt x="0" y="15617"/>
                  </a:cubicBezTo>
                  <a:cubicBezTo>
                    <a:pt x="0" y="15168"/>
                    <a:pt x="50" y="14727"/>
                    <a:pt x="150" y="14294"/>
                  </a:cubicBezTo>
                  <a:cubicBezTo>
                    <a:pt x="233" y="13845"/>
                    <a:pt x="399" y="13355"/>
                    <a:pt x="649" y="12822"/>
                  </a:cubicBezTo>
                  <a:cubicBezTo>
                    <a:pt x="898" y="12274"/>
                    <a:pt x="1297" y="11758"/>
                    <a:pt x="1846" y="11276"/>
                  </a:cubicBezTo>
                  <a:cubicBezTo>
                    <a:pt x="2395" y="10793"/>
                    <a:pt x="3068" y="10403"/>
                    <a:pt x="3867" y="10103"/>
                  </a:cubicBezTo>
                  <a:cubicBezTo>
                    <a:pt x="3484" y="9904"/>
                    <a:pt x="3110" y="9671"/>
                    <a:pt x="2744" y="9405"/>
                  </a:cubicBezTo>
                  <a:cubicBezTo>
                    <a:pt x="2378" y="9122"/>
                    <a:pt x="1971" y="8764"/>
                    <a:pt x="1522" y="8332"/>
                  </a:cubicBezTo>
                  <a:cubicBezTo>
                    <a:pt x="1056" y="7883"/>
                    <a:pt x="690" y="7351"/>
                    <a:pt x="424" y="6735"/>
                  </a:cubicBezTo>
                  <a:cubicBezTo>
                    <a:pt x="141" y="6104"/>
                    <a:pt x="0" y="5438"/>
                    <a:pt x="0" y="4740"/>
                  </a:cubicBezTo>
                  <a:cubicBezTo>
                    <a:pt x="0" y="4058"/>
                    <a:pt x="91" y="3384"/>
                    <a:pt x="274" y="2719"/>
                  </a:cubicBezTo>
                  <a:cubicBezTo>
                    <a:pt x="441" y="2054"/>
                    <a:pt x="798" y="1439"/>
                    <a:pt x="1347" y="873"/>
                  </a:cubicBezTo>
                  <a:cubicBezTo>
                    <a:pt x="1879" y="291"/>
                    <a:pt x="2553" y="0"/>
                    <a:pt x="3368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19881C4E-5C6E-0FB2-4D18-28D64C0855CA}"/>
                </a:ext>
              </a:extLst>
            </p:cNvPr>
            <p:cNvSpPr/>
            <p:nvPr/>
          </p:nvSpPr>
          <p:spPr>
            <a:xfrm>
              <a:off x="3148953" y="4289524"/>
              <a:ext cx="51090" cy="11849"/>
            </a:xfrm>
            <a:custGeom>
              <a:avLst/>
              <a:gdLst>
                <a:gd name="csX0" fmla="*/ 50592 w 51090"/>
                <a:gd name="csY0" fmla="*/ 11849 h 11849"/>
                <a:gd name="csX1" fmla="*/ 49719 w 51090"/>
                <a:gd name="csY1" fmla="*/ 11201 h 11849"/>
                <a:gd name="csX2" fmla="*/ 25545 w 51090"/>
                <a:gd name="csY2" fmla="*/ 2968 h 11849"/>
                <a:gd name="csX3" fmla="*/ 1696 w 51090"/>
                <a:gd name="csY3" fmla="*/ 10877 h 11849"/>
                <a:gd name="csX4" fmla="*/ 499 w 51090"/>
                <a:gd name="csY4" fmla="*/ 11849 h 11849"/>
                <a:gd name="csX5" fmla="*/ 0 w 51090"/>
                <a:gd name="csY5" fmla="*/ 11351 h 11849"/>
                <a:gd name="csX6" fmla="*/ 1023 w 51090"/>
                <a:gd name="csY6" fmla="*/ 9779 h 11849"/>
                <a:gd name="csX7" fmla="*/ 4391 w 51090"/>
                <a:gd name="csY7" fmla="*/ 6660 h 11849"/>
                <a:gd name="csX8" fmla="*/ 9604 w 51090"/>
                <a:gd name="csY8" fmla="*/ 3368 h 11849"/>
                <a:gd name="csX9" fmla="*/ 25545 w 51090"/>
                <a:gd name="csY9" fmla="*/ 0 h 11849"/>
                <a:gd name="csX10" fmla="*/ 41137 w 51090"/>
                <a:gd name="csY10" fmla="*/ 3218 h 11849"/>
                <a:gd name="csX11" fmla="*/ 46501 w 51090"/>
                <a:gd name="csY11" fmla="*/ 6511 h 11849"/>
                <a:gd name="csX12" fmla="*/ 50018 w 51090"/>
                <a:gd name="csY12" fmla="*/ 9704 h 11849"/>
                <a:gd name="csX13" fmla="*/ 51091 w 51090"/>
                <a:gd name="csY13" fmla="*/ 11351 h 11849"/>
                <a:gd name="csX14" fmla="*/ 50592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50592" y="11849"/>
                  </a:moveTo>
                  <a:cubicBezTo>
                    <a:pt x="50425" y="11849"/>
                    <a:pt x="50134" y="11633"/>
                    <a:pt x="49719" y="11201"/>
                  </a:cubicBezTo>
                  <a:cubicBezTo>
                    <a:pt x="44131" y="5713"/>
                    <a:pt x="36073" y="2968"/>
                    <a:pt x="25545" y="2968"/>
                  </a:cubicBezTo>
                  <a:cubicBezTo>
                    <a:pt x="14985" y="2968"/>
                    <a:pt x="7035" y="5604"/>
                    <a:pt x="1696" y="10877"/>
                  </a:cubicBezTo>
                  <a:cubicBezTo>
                    <a:pt x="1081" y="11525"/>
                    <a:pt x="682" y="11849"/>
                    <a:pt x="499" y="11849"/>
                  </a:cubicBezTo>
                  <a:cubicBezTo>
                    <a:pt x="166" y="11849"/>
                    <a:pt x="0" y="11683"/>
                    <a:pt x="0" y="11351"/>
                  </a:cubicBezTo>
                  <a:cubicBezTo>
                    <a:pt x="0" y="11118"/>
                    <a:pt x="341" y="10594"/>
                    <a:pt x="1023" y="9779"/>
                  </a:cubicBezTo>
                  <a:cubicBezTo>
                    <a:pt x="1705" y="8948"/>
                    <a:pt x="2827" y="7908"/>
                    <a:pt x="4391" y="6660"/>
                  </a:cubicBezTo>
                  <a:cubicBezTo>
                    <a:pt x="5954" y="5397"/>
                    <a:pt x="7692" y="4299"/>
                    <a:pt x="9604" y="3368"/>
                  </a:cubicBezTo>
                  <a:cubicBezTo>
                    <a:pt x="14245" y="1123"/>
                    <a:pt x="19558" y="0"/>
                    <a:pt x="25545" y="0"/>
                  </a:cubicBezTo>
                  <a:cubicBezTo>
                    <a:pt x="31300" y="0"/>
                    <a:pt x="36497" y="1073"/>
                    <a:pt x="41137" y="3218"/>
                  </a:cubicBezTo>
                  <a:cubicBezTo>
                    <a:pt x="43083" y="4133"/>
                    <a:pt x="44871" y="5230"/>
                    <a:pt x="46501" y="6511"/>
                  </a:cubicBezTo>
                  <a:cubicBezTo>
                    <a:pt x="48130" y="7791"/>
                    <a:pt x="49303" y="8856"/>
                    <a:pt x="50018" y="9704"/>
                  </a:cubicBezTo>
                  <a:cubicBezTo>
                    <a:pt x="50733" y="10552"/>
                    <a:pt x="51091" y="11101"/>
                    <a:pt x="51091" y="11351"/>
                  </a:cubicBezTo>
                  <a:cubicBezTo>
                    <a:pt x="51091" y="11683"/>
                    <a:pt x="50925" y="11849"/>
                    <a:pt x="50592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17624D9C-B37F-176A-C78B-8C5026B9D00D}"/>
                </a:ext>
              </a:extLst>
            </p:cNvPr>
            <p:cNvSpPr/>
            <p:nvPr/>
          </p:nvSpPr>
          <p:spPr>
            <a:xfrm>
              <a:off x="3357824" y="3997119"/>
              <a:ext cx="1008380" cy="667385"/>
            </a:xfrm>
            <a:custGeom>
              <a:avLst/>
              <a:gdLst>
                <a:gd name="csX0" fmla="*/ 0 w 1008380"/>
                <a:gd name="csY0" fmla="*/ 667386 h 667385"/>
                <a:gd name="csX1" fmla="*/ 1009 w 1008380"/>
                <a:gd name="csY1" fmla="*/ 667386 h 667385"/>
                <a:gd name="csX2" fmla="*/ 2019 w 1008380"/>
                <a:gd name="csY2" fmla="*/ 667386 h 667385"/>
                <a:gd name="csX3" fmla="*/ 3028 w 1008380"/>
                <a:gd name="csY3" fmla="*/ 667386 h 667385"/>
                <a:gd name="csX4" fmla="*/ 4037 w 1008380"/>
                <a:gd name="csY4" fmla="*/ 667386 h 667385"/>
                <a:gd name="csX5" fmla="*/ 5047 w 1008380"/>
                <a:gd name="csY5" fmla="*/ 667386 h 667385"/>
                <a:gd name="csX6" fmla="*/ 6056 w 1008380"/>
                <a:gd name="csY6" fmla="*/ 667386 h 667385"/>
                <a:gd name="csX7" fmla="*/ 7066 w 1008380"/>
                <a:gd name="csY7" fmla="*/ 667386 h 667385"/>
                <a:gd name="csX8" fmla="*/ 8075 w 1008380"/>
                <a:gd name="csY8" fmla="*/ 667386 h 667385"/>
                <a:gd name="csX9" fmla="*/ 9085 w 1008380"/>
                <a:gd name="csY9" fmla="*/ 667386 h 667385"/>
                <a:gd name="csX10" fmla="*/ 10094 w 1008380"/>
                <a:gd name="csY10" fmla="*/ 667386 h 667385"/>
                <a:gd name="csX11" fmla="*/ 11103 w 1008380"/>
                <a:gd name="csY11" fmla="*/ 667386 h 667385"/>
                <a:gd name="csX12" fmla="*/ 12113 w 1008380"/>
                <a:gd name="csY12" fmla="*/ 667386 h 667385"/>
                <a:gd name="csX13" fmla="*/ 13122 w 1008380"/>
                <a:gd name="csY13" fmla="*/ 667386 h 667385"/>
                <a:gd name="csX14" fmla="*/ 14131 w 1008380"/>
                <a:gd name="csY14" fmla="*/ 667386 h 667385"/>
                <a:gd name="csX15" fmla="*/ 15141 w 1008380"/>
                <a:gd name="csY15" fmla="*/ 667386 h 667385"/>
                <a:gd name="csX16" fmla="*/ 16150 w 1008380"/>
                <a:gd name="csY16" fmla="*/ 667386 h 667385"/>
                <a:gd name="csX17" fmla="*/ 17159 w 1008380"/>
                <a:gd name="csY17" fmla="*/ 667386 h 667385"/>
                <a:gd name="csX18" fmla="*/ 18169 w 1008380"/>
                <a:gd name="csY18" fmla="*/ 667386 h 667385"/>
                <a:gd name="csX19" fmla="*/ 19178 w 1008380"/>
                <a:gd name="csY19" fmla="*/ 667386 h 667385"/>
                <a:gd name="csX20" fmla="*/ 20187 w 1008380"/>
                <a:gd name="csY20" fmla="*/ 667386 h 667385"/>
                <a:gd name="csX21" fmla="*/ 21197 w 1008380"/>
                <a:gd name="csY21" fmla="*/ 667386 h 667385"/>
                <a:gd name="csX22" fmla="*/ 22206 w 1008380"/>
                <a:gd name="csY22" fmla="*/ 667386 h 667385"/>
                <a:gd name="csX23" fmla="*/ 23216 w 1008380"/>
                <a:gd name="csY23" fmla="*/ 667386 h 667385"/>
                <a:gd name="csX24" fmla="*/ 24225 w 1008380"/>
                <a:gd name="csY24" fmla="*/ 667386 h 667385"/>
                <a:gd name="csX25" fmla="*/ 25235 w 1008380"/>
                <a:gd name="csY25" fmla="*/ 667386 h 667385"/>
                <a:gd name="csX26" fmla="*/ 26244 w 1008380"/>
                <a:gd name="csY26" fmla="*/ 667386 h 667385"/>
                <a:gd name="csX27" fmla="*/ 27253 w 1008380"/>
                <a:gd name="csY27" fmla="*/ 667386 h 667385"/>
                <a:gd name="csX28" fmla="*/ 28263 w 1008380"/>
                <a:gd name="csY28" fmla="*/ 667386 h 667385"/>
                <a:gd name="csX29" fmla="*/ 29272 w 1008380"/>
                <a:gd name="csY29" fmla="*/ 667386 h 667385"/>
                <a:gd name="csX30" fmla="*/ 30282 w 1008380"/>
                <a:gd name="csY30" fmla="*/ 667386 h 667385"/>
                <a:gd name="csX31" fmla="*/ 31291 w 1008380"/>
                <a:gd name="csY31" fmla="*/ 667386 h 667385"/>
                <a:gd name="csX32" fmla="*/ 32301 w 1008380"/>
                <a:gd name="csY32" fmla="*/ 667386 h 667385"/>
                <a:gd name="csX33" fmla="*/ 33310 w 1008380"/>
                <a:gd name="csY33" fmla="*/ 667386 h 667385"/>
                <a:gd name="csX34" fmla="*/ 34319 w 1008380"/>
                <a:gd name="csY34" fmla="*/ 667386 h 667385"/>
                <a:gd name="csX35" fmla="*/ 35329 w 1008380"/>
                <a:gd name="csY35" fmla="*/ 667386 h 667385"/>
                <a:gd name="csX36" fmla="*/ 36338 w 1008380"/>
                <a:gd name="csY36" fmla="*/ 667386 h 667385"/>
                <a:gd name="csX37" fmla="*/ 37347 w 1008380"/>
                <a:gd name="csY37" fmla="*/ 667386 h 667385"/>
                <a:gd name="csX38" fmla="*/ 38357 w 1008380"/>
                <a:gd name="csY38" fmla="*/ 667386 h 667385"/>
                <a:gd name="csX39" fmla="*/ 39366 w 1008380"/>
                <a:gd name="csY39" fmla="*/ 667386 h 667385"/>
                <a:gd name="csX40" fmla="*/ 40375 w 1008380"/>
                <a:gd name="csY40" fmla="*/ 667386 h 667385"/>
                <a:gd name="csX41" fmla="*/ 41385 w 1008380"/>
                <a:gd name="csY41" fmla="*/ 667386 h 667385"/>
                <a:gd name="csX42" fmla="*/ 42394 w 1008380"/>
                <a:gd name="csY42" fmla="*/ 667386 h 667385"/>
                <a:gd name="csX43" fmla="*/ 43403 w 1008380"/>
                <a:gd name="csY43" fmla="*/ 667380 h 667385"/>
                <a:gd name="csX44" fmla="*/ 44413 w 1008380"/>
                <a:gd name="csY44" fmla="*/ 667380 h 667385"/>
                <a:gd name="csX45" fmla="*/ 45422 w 1008380"/>
                <a:gd name="csY45" fmla="*/ 667380 h 667385"/>
                <a:gd name="csX46" fmla="*/ 46432 w 1008380"/>
                <a:gd name="csY46" fmla="*/ 667380 h 667385"/>
                <a:gd name="csX47" fmla="*/ 47441 w 1008380"/>
                <a:gd name="csY47" fmla="*/ 667380 h 667385"/>
                <a:gd name="csX48" fmla="*/ 48451 w 1008380"/>
                <a:gd name="csY48" fmla="*/ 667380 h 667385"/>
                <a:gd name="csX49" fmla="*/ 49460 w 1008380"/>
                <a:gd name="csY49" fmla="*/ 667375 h 667385"/>
                <a:gd name="csX50" fmla="*/ 50469 w 1008380"/>
                <a:gd name="csY50" fmla="*/ 667375 h 667385"/>
                <a:gd name="csX51" fmla="*/ 51479 w 1008380"/>
                <a:gd name="csY51" fmla="*/ 667375 h 667385"/>
                <a:gd name="csX52" fmla="*/ 52488 w 1008380"/>
                <a:gd name="csY52" fmla="*/ 667375 h 667385"/>
                <a:gd name="csX53" fmla="*/ 53498 w 1008380"/>
                <a:gd name="csY53" fmla="*/ 667370 h 667385"/>
                <a:gd name="csX54" fmla="*/ 54507 w 1008380"/>
                <a:gd name="csY54" fmla="*/ 667370 h 667385"/>
                <a:gd name="csX55" fmla="*/ 55516 w 1008380"/>
                <a:gd name="csY55" fmla="*/ 667364 h 667385"/>
                <a:gd name="csX56" fmla="*/ 56526 w 1008380"/>
                <a:gd name="csY56" fmla="*/ 667364 h 667385"/>
                <a:gd name="csX57" fmla="*/ 57535 w 1008380"/>
                <a:gd name="csY57" fmla="*/ 667359 h 667385"/>
                <a:gd name="csX58" fmla="*/ 58544 w 1008380"/>
                <a:gd name="csY58" fmla="*/ 667359 h 667385"/>
                <a:gd name="csX59" fmla="*/ 59554 w 1008380"/>
                <a:gd name="csY59" fmla="*/ 667354 h 667385"/>
                <a:gd name="csX60" fmla="*/ 60563 w 1008380"/>
                <a:gd name="csY60" fmla="*/ 667348 h 667385"/>
                <a:gd name="csX61" fmla="*/ 61572 w 1008380"/>
                <a:gd name="csY61" fmla="*/ 667343 h 667385"/>
                <a:gd name="csX62" fmla="*/ 62582 w 1008380"/>
                <a:gd name="csY62" fmla="*/ 667338 h 667385"/>
                <a:gd name="csX63" fmla="*/ 63591 w 1008380"/>
                <a:gd name="csY63" fmla="*/ 667332 h 667385"/>
                <a:gd name="csX64" fmla="*/ 64601 w 1008380"/>
                <a:gd name="csY64" fmla="*/ 667327 h 667385"/>
                <a:gd name="csX65" fmla="*/ 65610 w 1008380"/>
                <a:gd name="csY65" fmla="*/ 667316 h 667385"/>
                <a:gd name="csX66" fmla="*/ 66619 w 1008380"/>
                <a:gd name="csY66" fmla="*/ 667311 h 667385"/>
                <a:gd name="csX67" fmla="*/ 67629 w 1008380"/>
                <a:gd name="csY67" fmla="*/ 667300 h 667385"/>
                <a:gd name="csX68" fmla="*/ 68638 w 1008380"/>
                <a:gd name="csY68" fmla="*/ 667290 h 667385"/>
                <a:gd name="csX69" fmla="*/ 69648 w 1008380"/>
                <a:gd name="csY69" fmla="*/ 667279 h 667385"/>
                <a:gd name="csX70" fmla="*/ 70657 w 1008380"/>
                <a:gd name="csY70" fmla="*/ 667263 h 667385"/>
                <a:gd name="csX71" fmla="*/ 71667 w 1008380"/>
                <a:gd name="csY71" fmla="*/ 667252 h 667385"/>
                <a:gd name="csX72" fmla="*/ 72676 w 1008380"/>
                <a:gd name="csY72" fmla="*/ 667236 h 667385"/>
                <a:gd name="csX73" fmla="*/ 73685 w 1008380"/>
                <a:gd name="csY73" fmla="*/ 667215 h 667385"/>
                <a:gd name="csX74" fmla="*/ 74695 w 1008380"/>
                <a:gd name="csY74" fmla="*/ 667199 h 667385"/>
                <a:gd name="csX75" fmla="*/ 75704 w 1008380"/>
                <a:gd name="csY75" fmla="*/ 667178 h 667385"/>
                <a:gd name="csX76" fmla="*/ 76714 w 1008380"/>
                <a:gd name="csY76" fmla="*/ 667151 h 667385"/>
                <a:gd name="csX77" fmla="*/ 77723 w 1008380"/>
                <a:gd name="csY77" fmla="*/ 667124 h 667385"/>
                <a:gd name="csX78" fmla="*/ 78732 w 1008380"/>
                <a:gd name="csY78" fmla="*/ 667098 h 667385"/>
                <a:gd name="csX79" fmla="*/ 79742 w 1008380"/>
                <a:gd name="csY79" fmla="*/ 667066 h 667385"/>
                <a:gd name="csX80" fmla="*/ 80751 w 1008380"/>
                <a:gd name="csY80" fmla="*/ 667029 h 667385"/>
                <a:gd name="csX81" fmla="*/ 81760 w 1008380"/>
                <a:gd name="csY81" fmla="*/ 666986 h 667385"/>
                <a:gd name="csX82" fmla="*/ 82770 w 1008380"/>
                <a:gd name="csY82" fmla="*/ 666943 h 667385"/>
                <a:gd name="csX83" fmla="*/ 83779 w 1008380"/>
                <a:gd name="csY83" fmla="*/ 666896 h 667385"/>
                <a:gd name="csX84" fmla="*/ 84788 w 1008380"/>
                <a:gd name="csY84" fmla="*/ 666842 h 667385"/>
                <a:gd name="csX85" fmla="*/ 85798 w 1008380"/>
                <a:gd name="csY85" fmla="*/ 666789 h 667385"/>
                <a:gd name="csX86" fmla="*/ 86807 w 1008380"/>
                <a:gd name="csY86" fmla="*/ 666725 h 667385"/>
                <a:gd name="csX87" fmla="*/ 87817 w 1008380"/>
                <a:gd name="csY87" fmla="*/ 666656 h 667385"/>
                <a:gd name="csX88" fmla="*/ 88826 w 1008380"/>
                <a:gd name="csY88" fmla="*/ 666576 h 667385"/>
                <a:gd name="csX89" fmla="*/ 89835 w 1008380"/>
                <a:gd name="csY89" fmla="*/ 666496 h 667385"/>
                <a:gd name="csX90" fmla="*/ 90845 w 1008380"/>
                <a:gd name="csY90" fmla="*/ 666406 h 667385"/>
                <a:gd name="csX91" fmla="*/ 91854 w 1008380"/>
                <a:gd name="csY91" fmla="*/ 666304 h 667385"/>
                <a:gd name="csX92" fmla="*/ 92864 w 1008380"/>
                <a:gd name="csY92" fmla="*/ 666193 h 667385"/>
                <a:gd name="csX93" fmla="*/ 93873 w 1008380"/>
                <a:gd name="csY93" fmla="*/ 666075 h 667385"/>
                <a:gd name="csX94" fmla="*/ 94883 w 1008380"/>
                <a:gd name="csY94" fmla="*/ 665948 h 667385"/>
                <a:gd name="csX95" fmla="*/ 95892 w 1008380"/>
                <a:gd name="csY95" fmla="*/ 665804 h 667385"/>
                <a:gd name="csX96" fmla="*/ 96901 w 1008380"/>
                <a:gd name="csY96" fmla="*/ 665649 h 667385"/>
                <a:gd name="csX97" fmla="*/ 97911 w 1008380"/>
                <a:gd name="csY97" fmla="*/ 665484 h 667385"/>
                <a:gd name="csX98" fmla="*/ 98920 w 1008380"/>
                <a:gd name="csY98" fmla="*/ 665303 h 667385"/>
                <a:gd name="csX99" fmla="*/ 99930 w 1008380"/>
                <a:gd name="csY99" fmla="*/ 665106 h 667385"/>
                <a:gd name="csX100" fmla="*/ 100939 w 1008380"/>
                <a:gd name="csY100" fmla="*/ 664888 h 667385"/>
                <a:gd name="csX101" fmla="*/ 101948 w 1008380"/>
                <a:gd name="csY101" fmla="*/ 664659 h 667385"/>
                <a:gd name="csX102" fmla="*/ 102958 w 1008380"/>
                <a:gd name="csY102" fmla="*/ 664403 h 667385"/>
                <a:gd name="csX103" fmla="*/ 103967 w 1008380"/>
                <a:gd name="csY103" fmla="*/ 664132 h 667385"/>
                <a:gd name="csX104" fmla="*/ 104976 w 1008380"/>
                <a:gd name="csY104" fmla="*/ 663839 h 667385"/>
                <a:gd name="csX105" fmla="*/ 105986 w 1008380"/>
                <a:gd name="csY105" fmla="*/ 663519 h 667385"/>
                <a:gd name="csX106" fmla="*/ 106995 w 1008380"/>
                <a:gd name="csY106" fmla="*/ 663178 h 667385"/>
                <a:gd name="csX107" fmla="*/ 108004 w 1008380"/>
                <a:gd name="csY107" fmla="*/ 662806 h 667385"/>
                <a:gd name="csX108" fmla="*/ 109014 w 1008380"/>
                <a:gd name="csY108" fmla="*/ 662406 h 667385"/>
                <a:gd name="csX109" fmla="*/ 110023 w 1008380"/>
                <a:gd name="csY109" fmla="*/ 661975 h 667385"/>
                <a:gd name="csX110" fmla="*/ 111033 w 1008380"/>
                <a:gd name="csY110" fmla="*/ 661512 h 667385"/>
                <a:gd name="csX111" fmla="*/ 112042 w 1008380"/>
                <a:gd name="csY111" fmla="*/ 661011 h 667385"/>
                <a:gd name="csX112" fmla="*/ 113051 w 1008380"/>
                <a:gd name="csY112" fmla="*/ 660473 h 667385"/>
                <a:gd name="csX113" fmla="*/ 114061 w 1008380"/>
                <a:gd name="csY113" fmla="*/ 659898 h 667385"/>
                <a:gd name="csX114" fmla="*/ 115070 w 1008380"/>
                <a:gd name="csY114" fmla="*/ 659286 h 667385"/>
                <a:gd name="csX115" fmla="*/ 116080 w 1008380"/>
                <a:gd name="csY115" fmla="*/ 658620 h 667385"/>
                <a:gd name="csX116" fmla="*/ 117089 w 1008380"/>
                <a:gd name="csY116" fmla="*/ 657917 h 667385"/>
                <a:gd name="csX117" fmla="*/ 118099 w 1008380"/>
                <a:gd name="csY117" fmla="*/ 657155 h 667385"/>
                <a:gd name="csX118" fmla="*/ 119108 w 1008380"/>
                <a:gd name="csY118" fmla="*/ 656346 h 667385"/>
                <a:gd name="csX119" fmla="*/ 120117 w 1008380"/>
                <a:gd name="csY119" fmla="*/ 655483 h 667385"/>
                <a:gd name="csX120" fmla="*/ 121127 w 1008380"/>
                <a:gd name="csY120" fmla="*/ 654562 h 667385"/>
                <a:gd name="csX121" fmla="*/ 122136 w 1008380"/>
                <a:gd name="csY121" fmla="*/ 653577 h 667385"/>
                <a:gd name="csX122" fmla="*/ 123145 w 1008380"/>
                <a:gd name="csY122" fmla="*/ 652528 h 667385"/>
                <a:gd name="csX123" fmla="*/ 124155 w 1008380"/>
                <a:gd name="csY123" fmla="*/ 651415 h 667385"/>
                <a:gd name="csX124" fmla="*/ 125164 w 1008380"/>
                <a:gd name="csY124" fmla="*/ 650227 h 667385"/>
                <a:gd name="csX125" fmla="*/ 126173 w 1008380"/>
                <a:gd name="csY125" fmla="*/ 648965 h 667385"/>
                <a:gd name="csX126" fmla="*/ 127183 w 1008380"/>
                <a:gd name="csY126" fmla="*/ 647628 h 667385"/>
                <a:gd name="csX127" fmla="*/ 128192 w 1008380"/>
                <a:gd name="csY127" fmla="*/ 646206 h 667385"/>
                <a:gd name="csX128" fmla="*/ 129201 w 1008380"/>
                <a:gd name="csY128" fmla="*/ 644699 h 667385"/>
                <a:gd name="csX129" fmla="*/ 130211 w 1008380"/>
                <a:gd name="csY129" fmla="*/ 643107 h 667385"/>
                <a:gd name="csX130" fmla="*/ 131220 w 1008380"/>
                <a:gd name="csY130" fmla="*/ 641424 h 667385"/>
                <a:gd name="csX131" fmla="*/ 132230 w 1008380"/>
                <a:gd name="csY131" fmla="*/ 639640 h 667385"/>
                <a:gd name="csX132" fmla="*/ 133239 w 1008380"/>
                <a:gd name="csY132" fmla="*/ 637760 h 667385"/>
                <a:gd name="csX133" fmla="*/ 134249 w 1008380"/>
                <a:gd name="csY133" fmla="*/ 635774 h 667385"/>
                <a:gd name="csX134" fmla="*/ 135258 w 1008380"/>
                <a:gd name="csY134" fmla="*/ 633681 h 667385"/>
                <a:gd name="csX135" fmla="*/ 136267 w 1008380"/>
                <a:gd name="csY135" fmla="*/ 631477 h 667385"/>
                <a:gd name="csX136" fmla="*/ 137277 w 1008380"/>
                <a:gd name="csY136" fmla="*/ 629155 h 667385"/>
                <a:gd name="csX137" fmla="*/ 138286 w 1008380"/>
                <a:gd name="csY137" fmla="*/ 626716 h 667385"/>
                <a:gd name="csX138" fmla="*/ 139296 w 1008380"/>
                <a:gd name="csY138" fmla="*/ 624154 h 667385"/>
                <a:gd name="csX139" fmla="*/ 140305 w 1008380"/>
                <a:gd name="csY139" fmla="*/ 621465 h 667385"/>
                <a:gd name="csX140" fmla="*/ 141315 w 1008380"/>
                <a:gd name="csY140" fmla="*/ 618648 h 667385"/>
                <a:gd name="csX141" fmla="*/ 142324 w 1008380"/>
                <a:gd name="csY141" fmla="*/ 615692 h 667385"/>
                <a:gd name="csX142" fmla="*/ 143333 w 1008380"/>
                <a:gd name="csY142" fmla="*/ 612603 h 667385"/>
                <a:gd name="csX143" fmla="*/ 144343 w 1008380"/>
                <a:gd name="csY143" fmla="*/ 609371 h 667385"/>
                <a:gd name="csX144" fmla="*/ 145352 w 1008380"/>
                <a:gd name="csY144" fmla="*/ 605989 h 667385"/>
                <a:gd name="csX145" fmla="*/ 146361 w 1008380"/>
                <a:gd name="csY145" fmla="*/ 602464 h 667385"/>
                <a:gd name="csX146" fmla="*/ 147371 w 1008380"/>
                <a:gd name="csY146" fmla="*/ 598789 h 667385"/>
                <a:gd name="csX147" fmla="*/ 148380 w 1008380"/>
                <a:gd name="csY147" fmla="*/ 594960 h 667385"/>
                <a:gd name="csX148" fmla="*/ 149389 w 1008380"/>
                <a:gd name="csY148" fmla="*/ 590977 h 667385"/>
                <a:gd name="csX149" fmla="*/ 150399 w 1008380"/>
                <a:gd name="csY149" fmla="*/ 586834 h 667385"/>
                <a:gd name="csX150" fmla="*/ 151408 w 1008380"/>
                <a:gd name="csY150" fmla="*/ 582526 h 667385"/>
                <a:gd name="csX151" fmla="*/ 152417 w 1008380"/>
                <a:gd name="csY151" fmla="*/ 578063 h 667385"/>
                <a:gd name="csX152" fmla="*/ 153427 w 1008380"/>
                <a:gd name="csY152" fmla="*/ 573430 h 667385"/>
                <a:gd name="csX153" fmla="*/ 154436 w 1008380"/>
                <a:gd name="csY153" fmla="*/ 568632 h 667385"/>
                <a:gd name="csX154" fmla="*/ 155446 w 1008380"/>
                <a:gd name="csY154" fmla="*/ 563669 h 667385"/>
                <a:gd name="csX155" fmla="*/ 156455 w 1008380"/>
                <a:gd name="csY155" fmla="*/ 558535 h 667385"/>
                <a:gd name="csX156" fmla="*/ 157465 w 1008380"/>
                <a:gd name="csY156" fmla="*/ 553236 h 667385"/>
                <a:gd name="csX157" fmla="*/ 158474 w 1008380"/>
                <a:gd name="csY157" fmla="*/ 547767 h 667385"/>
                <a:gd name="csX158" fmla="*/ 159483 w 1008380"/>
                <a:gd name="csY158" fmla="*/ 542133 h 667385"/>
                <a:gd name="csX159" fmla="*/ 160493 w 1008380"/>
                <a:gd name="csY159" fmla="*/ 536328 h 667385"/>
                <a:gd name="csX160" fmla="*/ 161502 w 1008380"/>
                <a:gd name="csY160" fmla="*/ 530358 h 667385"/>
                <a:gd name="csX161" fmla="*/ 162512 w 1008380"/>
                <a:gd name="csY161" fmla="*/ 524229 h 667385"/>
                <a:gd name="csX162" fmla="*/ 163521 w 1008380"/>
                <a:gd name="csY162" fmla="*/ 517934 h 667385"/>
                <a:gd name="csX163" fmla="*/ 164531 w 1008380"/>
                <a:gd name="csY163" fmla="*/ 511480 h 667385"/>
                <a:gd name="csX164" fmla="*/ 165540 w 1008380"/>
                <a:gd name="csY164" fmla="*/ 504871 h 667385"/>
                <a:gd name="csX165" fmla="*/ 166549 w 1008380"/>
                <a:gd name="csY165" fmla="*/ 498108 h 667385"/>
                <a:gd name="csX166" fmla="*/ 167559 w 1008380"/>
                <a:gd name="csY166" fmla="*/ 491196 h 667385"/>
                <a:gd name="csX167" fmla="*/ 168568 w 1008380"/>
                <a:gd name="csY167" fmla="*/ 484140 h 667385"/>
                <a:gd name="csX168" fmla="*/ 169577 w 1008380"/>
                <a:gd name="csY168" fmla="*/ 476944 h 667385"/>
                <a:gd name="csX169" fmla="*/ 170587 w 1008380"/>
                <a:gd name="csY169" fmla="*/ 469614 h 667385"/>
                <a:gd name="csX170" fmla="*/ 171596 w 1008380"/>
                <a:gd name="csY170" fmla="*/ 462157 h 667385"/>
                <a:gd name="csX171" fmla="*/ 172605 w 1008380"/>
                <a:gd name="csY171" fmla="*/ 454578 h 667385"/>
                <a:gd name="csX172" fmla="*/ 173615 w 1008380"/>
                <a:gd name="csY172" fmla="*/ 446885 h 667385"/>
                <a:gd name="csX173" fmla="*/ 174624 w 1008380"/>
                <a:gd name="csY173" fmla="*/ 439086 h 667385"/>
                <a:gd name="csX174" fmla="*/ 175633 w 1008380"/>
                <a:gd name="csY174" fmla="*/ 431188 h 667385"/>
                <a:gd name="csX175" fmla="*/ 176643 w 1008380"/>
                <a:gd name="csY175" fmla="*/ 423201 h 667385"/>
                <a:gd name="csX176" fmla="*/ 177652 w 1008380"/>
                <a:gd name="csY176" fmla="*/ 415132 h 667385"/>
                <a:gd name="csX177" fmla="*/ 178662 w 1008380"/>
                <a:gd name="csY177" fmla="*/ 406993 h 667385"/>
                <a:gd name="csX178" fmla="*/ 179671 w 1008380"/>
                <a:gd name="csY178" fmla="*/ 398792 h 667385"/>
                <a:gd name="csX179" fmla="*/ 180681 w 1008380"/>
                <a:gd name="csY179" fmla="*/ 390541 h 667385"/>
                <a:gd name="csX180" fmla="*/ 181690 w 1008380"/>
                <a:gd name="csY180" fmla="*/ 382250 h 667385"/>
                <a:gd name="csX181" fmla="*/ 182699 w 1008380"/>
                <a:gd name="csY181" fmla="*/ 373930 h 667385"/>
                <a:gd name="csX182" fmla="*/ 183709 w 1008380"/>
                <a:gd name="csY182" fmla="*/ 365595 h 667385"/>
                <a:gd name="csX183" fmla="*/ 184718 w 1008380"/>
                <a:gd name="csY183" fmla="*/ 357254 h 667385"/>
                <a:gd name="csX184" fmla="*/ 185728 w 1008380"/>
                <a:gd name="csY184" fmla="*/ 348921 h 667385"/>
                <a:gd name="csX185" fmla="*/ 186737 w 1008380"/>
                <a:gd name="csY185" fmla="*/ 340610 h 667385"/>
                <a:gd name="csX186" fmla="*/ 187746 w 1008380"/>
                <a:gd name="csY186" fmla="*/ 332332 h 667385"/>
                <a:gd name="csX187" fmla="*/ 188756 w 1008380"/>
                <a:gd name="csY187" fmla="*/ 324100 h 667385"/>
                <a:gd name="csX188" fmla="*/ 189765 w 1008380"/>
                <a:gd name="csY188" fmla="*/ 315930 h 667385"/>
                <a:gd name="csX189" fmla="*/ 190774 w 1008380"/>
                <a:gd name="csY189" fmla="*/ 307834 h 667385"/>
                <a:gd name="csX190" fmla="*/ 191784 w 1008380"/>
                <a:gd name="csY190" fmla="*/ 299825 h 667385"/>
                <a:gd name="csX191" fmla="*/ 192793 w 1008380"/>
                <a:gd name="csY191" fmla="*/ 291918 h 667385"/>
                <a:gd name="csX192" fmla="*/ 193803 w 1008380"/>
                <a:gd name="csY192" fmla="*/ 284126 h 667385"/>
                <a:gd name="csX193" fmla="*/ 194812 w 1008380"/>
                <a:gd name="csY193" fmla="*/ 276465 h 667385"/>
                <a:gd name="csX194" fmla="*/ 195821 w 1008380"/>
                <a:gd name="csY194" fmla="*/ 268946 h 667385"/>
                <a:gd name="csX195" fmla="*/ 196831 w 1008380"/>
                <a:gd name="csY195" fmla="*/ 261584 h 667385"/>
                <a:gd name="csX196" fmla="*/ 197840 w 1008380"/>
                <a:gd name="csY196" fmla="*/ 254394 h 667385"/>
                <a:gd name="csX197" fmla="*/ 198849 w 1008380"/>
                <a:gd name="csY197" fmla="*/ 247388 h 667385"/>
                <a:gd name="csX198" fmla="*/ 199859 w 1008380"/>
                <a:gd name="csY198" fmla="*/ 240580 h 667385"/>
                <a:gd name="csX199" fmla="*/ 200868 w 1008380"/>
                <a:gd name="csY199" fmla="*/ 233982 h 667385"/>
                <a:gd name="csX200" fmla="*/ 201878 w 1008380"/>
                <a:gd name="csY200" fmla="*/ 227607 h 667385"/>
                <a:gd name="csX201" fmla="*/ 202887 w 1008380"/>
                <a:gd name="csY201" fmla="*/ 221469 h 667385"/>
                <a:gd name="csX202" fmla="*/ 203897 w 1008380"/>
                <a:gd name="csY202" fmla="*/ 215578 h 667385"/>
                <a:gd name="csX203" fmla="*/ 204906 w 1008380"/>
                <a:gd name="csY203" fmla="*/ 209946 h 667385"/>
                <a:gd name="csX204" fmla="*/ 205915 w 1008380"/>
                <a:gd name="csY204" fmla="*/ 204585 h 667385"/>
                <a:gd name="csX205" fmla="*/ 206925 w 1008380"/>
                <a:gd name="csY205" fmla="*/ 199505 h 667385"/>
                <a:gd name="csX206" fmla="*/ 207934 w 1008380"/>
                <a:gd name="csY206" fmla="*/ 194715 h 667385"/>
                <a:gd name="csX207" fmla="*/ 208944 w 1008380"/>
                <a:gd name="csY207" fmla="*/ 190226 h 667385"/>
                <a:gd name="csX208" fmla="*/ 209953 w 1008380"/>
                <a:gd name="csY208" fmla="*/ 186046 h 667385"/>
                <a:gd name="csX209" fmla="*/ 210962 w 1008380"/>
                <a:gd name="csY209" fmla="*/ 182183 h 667385"/>
                <a:gd name="csX210" fmla="*/ 211972 w 1008380"/>
                <a:gd name="csY210" fmla="*/ 178643 h 667385"/>
                <a:gd name="csX211" fmla="*/ 212981 w 1008380"/>
                <a:gd name="csY211" fmla="*/ 175435 h 667385"/>
                <a:gd name="csX212" fmla="*/ 213990 w 1008380"/>
                <a:gd name="csY212" fmla="*/ 172564 h 667385"/>
                <a:gd name="csX213" fmla="*/ 215000 w 1008380"/>
                <a:gd name="csY213" fmla="*/ 170035 h 667385"/>
                <a:gd name="csX214" fmla="*/ 216009 w 1008380"/>
                <a:gd name="csY214" fmla="*/ 167851 h 667385"/>
                <a:gd name="csX215" fmla="*/ 217018 w 1008380"/>
                <a:gd name="csY215" fmla="*/ 166018 h 667385"/>
                <a:gd name="csX216" fmla="*/ 218028 w 1008380"/>
                <a:gd name="csY216" fmla="*/ 164536 h 667385"/>
                <a:gd name="csX217" fmla="*/ 219037 w 1008380"/>
                <a:gd name="csY217" fmla="*/ 163409 h 667385"/>
                <a:gd name="csX218" fmla="*/ 220047 w 1008380"/>
                <a:gd name="csY218" fmla="*/ 162636 h 667385"/>
                <a:gd name="csX219" fmla="*/ 221056 w 1008380"/>
                <a:gd name="csY219" fmla="*/ 162219 h 667385"/>
                <a:gd name="csX220" fmla="*/ 222065 w 1008380"/>
                <a:gd name="csY220" fmla="*/ 162155 h 667385"/>
                <a:gd name="csX221" fmla="*/ 223075 w 1008380"/>
                <a:gd name="csY221" fmla="*/ 162443 h 667385"/>
                <a:gd name="csX222" fmla="*/ 224084 w 1008380"/>
                <a:gd name="csY222" fmla="*/ 163081 h 667385"/>
                <a:gd name="csX223" fmla="*/ 225094 w 1008380"/>
                <a:gd name="csY223" fmla="*/ 164065 h 667385"/>
                <a:gd name="csX224" fmla="*/ 226103 w 1008380"/>
                <a:gd name="csY224" fmla="*/ 165391 h 667385"/>
                <a:gd name="csX225" fmla="*/ 227113 w 1008380"/>
                <a:gd name="csY225" fmla="*/ 167053 h 667385"/>
                <a:gd name="csX226" fmla="*/ 228122 w 1008380"/>
                <a:gd name="csY226" fmla="*/ 169046 h 667385"/>
                <a:gd name="csX227" fmla="*/ 229131 w 1008380"/>
                <a:gd name="csY227" fmla="*/ 171362 h 667385"/>
                <a:gd name="csX228" fmla="*/ 230141 w 1008380"/>
                <a:gd name="csY228" fmla="*/ 173995 h 667385"/>
                <a:gd name="csX229" fmla="*/ 231150 w 1008380"/>
                <a:gd name="csY229" fmla="*/ 176935 h 667385"/>
                <a:gd name="csX230" fmla="*/ 232160 w 1008380"/>
                <a:gd name="csY230" fmla="*/ 180174 h 667385"/>
                <a:gd name="csX231" fmla="*/ 233169 w 1008380"/>
                <a:gd name="csY231" fmla="*/ 183701 h 667385"/>
                <a:gd name="csX232" fmla="*/ 234178 w 1008380"/>
                <a:gd name="csY232" fmla="*/ 187506 h 667385"/>
                <a:gd name="csX233" fmla="*/ 235188 w 1008380"/>
                <a:gd name="csY233" fmla="*/ 191579 h 667385"/>
                <a:gd name="csX234" fmla="*/ 236197 w 1008380"/>
                <a:gd name="csY234" fmla="*/ 195906 h 667385"/>
                <a:gd name="csX235" fmla="*/ 237206 w 1008380"/>
                <a:gd name="csY235" fmla="*/ 200476 h 667385"/>
                <a:gd name="csX236" fmla="*/ 238216 w 1008380"/>
                <a:gd name="csY236" fmla="*/ 205276 h 667385"/>
                <a:gd name="csX237" fmla="*/ 239225 w 1008380"/>
                <a:gd name="csY237" fmla="*/ 210292 h 667385"/>
                <a:gd name="csX238" fmla="*/ 240234 w 1008380"/>
                <a:gd name="csY238" fmla="*/ 215511 h 667385"/>
                <a:gd name="csX239" fmla="*/ 241244 w 1008380"/>
                <a:gd name="csY239" fmla="*/ 220919 h 667385"/>
                <a:gd name="csX240" fmla="*/ 242253 w 1008380"/>
                <a:gd name="csY240" fmla="*/ 226500 h 667385"/>
                <a:gd name="csX241" fmla="*/ 243263 w 1008380"/>
                <a:gd name="csY241" fmla="*/ 232240 h 667385"/>
                <a:gd name="csX242" fmla="*/ 244272 w 1008380"/>
                <a:gd name="csY242" fmla="*/ 238123 h 667385"/>
                <a:gd name="csX243" fmla="*/ 245281 w 1008380"/>
                <a:gd name="csY243" fmla="*/ 244136 h 667385"/>
                <a:gd name="csX244" fmla="*/ 246291 w 1008380"/>
                <a:gd name="csY244" fmla="*/ 250260 h 667385"/>
                <a:gd name="csX245" fmla="*/ 247300 w 1008380"/>
                <a:gd name="csY245" fmla="*/ 256482 h 667385"/>
                <a:gd name="csX246" fmla="*/ 248310 w 1008380"/>
                <a:gd name="csY246" fmla="*/ 262785 h 667385"/>
                <a:gd name="csX247" fmla="*/ 249319 w 1008380"/>
                <a:gd name="csY247" fmla="*/ 269153 h 667385"/>
                <a:gd name="csX248" fmla="*/ 250329 w 1008380"/>
                <a:gd name="csY248" fmla="*/ 275570 h 667385"/>
                <a:gd name="csX249" fmla="*/ 251338 w 1008380"/>
                <a:gd name="csY249" fmla="*/ 282021 h 667385"/>
                <a:gd name="csX250" fmla="*/ 252347 w 1008380"/>
                <a:gd name="csY250" fmla="*/ 288490 h 667385"/>
                <a:gd name="csX251" fmla="*/ 253357 w 1008380"/>
                <a:gd name="csY251" fmla="*/ 294962 h 667385"/>
                <a:gd name="csX252" fmla="*/ 254366 w 1008380"/>
                <a:gd name="csY252" fmla="*/ 301420 h 667385"/>
                <a:gd name="csX253" fmla="*/ 255376 w 1008380"/>
                <a:gd name="csY253" fmla="*/ 307850 h 667385"/>
                <a:gd name="csX254" fmla="*/ 256385 w 1008380"/>
                <a:gd name="csY254" fmla="*/ 314237 h 667385"/>
                <a:gd name="csX255" fmla="*/ 257394 w 1008380"/>
                <a:gd name="csY255" fmla="*/ 320565 h 667385"/>
                <a:gd name="csX256" fmla="*/ 258404 w 1008380"/>
                <a:gd name="csY256" fmla="*/ 326822 h 667385"/>
                <a:gd name="csX257" fmla="*/ 259413 w 1008380"/>
                <a:gd name="csY257" fmla="*/ 332993 h 667385"/>
                <a:gd name="csX258" fmla="*/ 260422 w 1008380"/>
                <a:gd name="csY258" fmla="*/ 339063 h 667385"/>
                <a:gd name="csX259" fmla="*/ 261432 w 1008380"/>
                <a:gd name="csY259" fmla="*/ 345021 h 667385"/>
                <a:gd name="csX260" fmla="*/ 262441 w 1008380"/>
                <a:gd name="csY260" fmla="*/ 350852 h 667385"/>
                <a:gd name="csX261" fmla="*/ 263450 w 1008380"/>
                <a:gd name="csY261" fmla="*/ 356545 h 667385"/>
                <a:gd name="csX262" fmla="*/ 264460 w 1008380"/>
                <a:gd name="csY262" fmla="*/ 362088 h 667385"/>
                <a:gd name="csX263" fmla="*/ 265469 w 1008380"/>
                <a:gd name="csY263" fmla="*/ 367470 h 667385"/>
                <a:gd name="csX264" fmla="*/ 266479 w 1008380"/>
                <a:gd name="csY264" fmla="*/ 372679 h 667385"/>
                <a:gd name="csX265" fmla="*/ 267488 w 1008380"/>
                <a:gd name="csY265" fmla="*/ 377706 h 667385"/>
                <a:gd name="csX266" fmla="*/ 268497 w 1008380"/>
                <a:gd name="csY266" fmla="*/ 382540 h 667385"/>
                <a:gd name="csX267" fmla="*/ 269507 w 1008380"/>
                <a:gd name="csY267" fmla="*/ 387172 h 667385"/>
                <a:gd name="csX268" fmla="*/ 270516 w 1008380"/>
                <a:gd name="csY268" fmla="*/ 391594 h 667385"/>
                <a:gd name="csX269" fmla="*/ 271526 w 1008380"/>
                <a:gd name="csY269" fmla="*/ 395798 h 667385"/>
                <a:gd name="csX270" fmla="*/ 272535 w 1008380"/>
                <a:gd name="csY270" fmla="*/ 399776 h 667385"/>
                <a:gd name="csX271" fmla="*/ 273545 w 1008380"/>
                <a:gd name="csY271" fmla="*/ 403520 h 667385"/>
                <a:gd name="csX272" fmla="*/ 274554 w 1008380"/>
                <a:gd name="csY272" fmla="*/ 407025 h 667385"/>
                <a:gd name="csX273" fmla="*/ 275563 w 1008380"/>
                <a:gd name="csY273" fmla="*/ 410285 h 667385"/>
                <a:gd name="csX274" fmla="*/ 276573 w 1008380"/>
                <a:gd name="csY274" fmla="*/ 413295 h 667385"/>
                <a:gd name="csX275" fmla="*/ 277582 w 1008380"/>
                <a:gd name="csY275" fmla="*/ 416049 h 667385"/>
                <a:gd name="csX276" fmla="*/ 278591 w 1008380"/>
                <a:gd name="csY276" fmla="*/ 418544 h 667385"/>
                <a:gd name="csX277" fmla="*/ 279601 w 1008380"/>
                <a:gd name="csY277" fmla="*/ 420776 h 667385"/>
                <a:gd name="csX278" fmla="*/ 280610 w 1008380"/>
                <a:gd name="csY278" fmla="*/ 422743 h 667385"/>
                <a:gd name="csX279" fmla="*/ 281619 w 1008380"/>
                <a:gd name="csY279" fmla="*/ 424441 h 667385"/>
                <a:gd name="csX280" fmla="*/ 282629 w 1008380"/>
                <a:gd name="csY280" fmla="*/ 425869 h 667385"/>
                <a:gd name="csX281" fmla="*/ 283638 w 1008380"/>
                <a:gd name="csY281" fmla="*/ 427024 h 667385"/>
                <a:gd name="csX282" fmla="*/ 284647 w 1008380"/>
                <a:gd name="csY282" fmla="*/ 427908 h 667385"/>
                <a:gd name="csX283" fmla="*/ 285657 w 1008380"/>
                <a:gd name="csY283" fmla="*/ 428518 h 667385"/>
                <a:gd name="csX284" fmla="*/ 286666 w 1008380"/>
                <a:gd name="csY284" fmla="*/ 428855 h 667385"/>
                <a:gd name="csX285" fmla="*/ 287676 w 1008380"/>
                <a:gd name="csY285" fmla="*/ 428920 h 667385"/>
                <a:gd name="csX286" fmla="*/ 288685 w 1008380"/>
                <a:gd name="csY286" fmla="*/ 428713 h 667385"/>
                <a:gd name="csX287" fmla="*/ 289695 w 1008380"/>
                <a:gd name="csY287" fmla="*/ 428235 h 667385"/>
                <a:gd name="csX288" fmla="*/ 290704 w 1008380"/>
                <a:gd name="csY288" fmla="*/ 427489 h 667385"/>
                <a:gd name="csX289" fmla="*/ 291714 w 1008380"/>
                <a:gd name="csY289" fmla="*/ 426476 h 667385"/>
                <a:gd name="csX290" fmla="*/ 292723 w 1008380"/>
                <a:gd name="csY290" fmla="*/ 425200 h 667385"/>
                <a:gd name="csX291" fmla="*/ 293732 w 1008380"/>
                <a:gd name="csY291" fmla="*/ 423662 h 667385"/>
                <a:gd name="csX292" fmla="*/ 294742 w 1008380"/>
                <a:gd name="csY292" fmla="*/ 421867 h 667385"/>
                <a:gd name="csX293" fmla="*/ 295751 w 1008380"/>
                <a:gd name="csY293" fmla="*/ 419818 h 667385"/>
                <a:gd name="csX294" fmla="*/ 296761 w 1008380"/>
                <a:gd name="csY294" fmla="*/ 417519 h 667385"/>
                <a:gd name="csX295" fmla="*/ 297770 w 1008380"/>
                <a:gd name="csY295" fmla="*/ 414974 h 667385"/>
                <a:gd name="csX296" fmla="*/ 298779 w 1008380"/>
                <a:gd name="csY296" fmla="*/ 412186 h 667385"/>
                <a:gd name="csX297" fmla="*/ 299789 w 1008380"/>
                <a:gd name="csY297" fmla="*/ 409163 h 667385"/>
                <a:gd name="csX298" fmla="*/ 300798 w 1008380"/>
                <a:gd name="csY298" fmla="*/ 405908 h 667385"/>
                <a:gd name="csX299" fmla="*/ 301807 w 1008380"/>
                <a:gd name="csY299" fmla="*/ 402426 h 667385"/>
                <a:gd name="csX300" fmla="*/ 302817 w 1008380"/>
                <a:gd name="csY300" fmla="*/ 398724 h 667385"/>
                <a:gd name="csX301" fmla="*/ 303826 w 1008380"/>
                <a:gd name="csY301" fmla="*/ 394806 h 667385"/>
                <a:gd name="csX302" fmla="*/ 304835 w 1008380"/>
                <a:gd name="csY302" fmla="*/ 390679 h 667385"/>
                <a:gd name="csX303" fmla="*/ 305845 w 1008380"/>
                <a:gd name="csY303" fmla="*/ 386349 h 667385"/>
                <a:gd name="csX304" fmla="*/ 306854 w 1008380"/>
                <a:gd name="csY304" fmla="*/ 381821 h 667385"/>
                <a:gd name="csX305" fmla="*/ 307863 w 1008380"/>
                <a:gd name="csY305" fmla="*/ 377104 h 667385"/>
                <a:gd name="csX306" fmla="*/ 308873 w 1008380"/>
                <a:gd name="csY306" fmla="*/ 372202 h 667385"/>
                <a:gd name="csX307" fmla="*/ 309882 w 1008380"/>
                <a:gd name="csY307" fmla="*/ 367123 h 667385"/>
                <a:gd name="csX308" fmla="*/ 310892 w 1008380"/>
                <a:gd name="csY308" fmla="*/ 361874 h 667385"/>
                <a:gd name="csX309" fmla="*/ 311901 w 1008380"/>
                <a:gd name="csY309" fmla="*/ 356462 h 667385"/>
                <a:gd name="csX310" fmla="*/ 312911 w 1008380"/>
                <a:gd name="csY310" fmla="*/ 350893 h 667385"/>
                <a:gd name="csX311" fmla="*/ 313920 w 1008380"/>
                <a:gd name="csY311" fmla="*/ 345175 h 667385"/>
                <a:gd name="csX312" fmla="*/ 314930 w 1008380"/>
                <a:gd name="csY312" fmla="*/ 339316 h 667385"/>
                <a:gd name="csX313" fmla="*/ 315939 w 1008380"/>
                <a:gd name="csY313" fmla="*/ 333321 h 667385"/>
                <a:gd name="csX314" fmla="*/ 316948 w 1008380"/>
                <a:gd name="csY314" fmla="*/ 327200 h 667385"/>
                <a:gd name="csX315" fmla="*/ 317958 w 1008380"/>
                <a:gd name="csY315" fmla="*/ 320960 h 667385"/>
                <a:gd name="csX316" fmla="*/ 318968 w 1008380"/>
                <a:gd name="csY316" fmla="*/ 314607 h 667385"/>
                <a:gd name="csX317" fmla="*/ 319975 w 1008380"/>
                <a:gd name="csY317" fmla="*/ 308150 h 667385"/>
                <a:gd name="csX318" fmla="*/ 320987 w 1008380"/>
                <a:gd name="csY318" fmla="*/ 301597 h 667385"/>
                <a:gd name="csX319" fmla="*/ 321993 w 1008380"/>
                <a:gd name="csY319" fmla="*/ 294954 h 667385"/>
                <a:gd name="csX320" fmla="*/ 323005 w 1008380"/>
                <a:gd name="csY320" fmla="*/ 288230 h 667385"/>
                <a:gd name="csX321" fmla="*/ 324012 w 1008380"/>
                <a:gd name="csY321" fmla="*/ 281433 h 667385"/>
                <a:gd name="csX322" fmla="*/ 325023 w 1008380"/>
                <a:gd name="csY322" fmla="*/ 274569 h 667385"/>
                <a:gd name="csX323" fmla="*/ 326035 w 1008380"/>
                <a:gd name="csY323" fmla="*/ 267648 h 667385"/>
                <a:gd name="csX324" fmla="*/ 327042 w 1008380"/>
                <a:gd name="csY324" fmla="*/ 260676 h 667385"/>
                <a:gd name="csX325" fmla="*/ 328054 w 1008380"/>
                <a:gd name="csY325" fmla="*/ 253662 h 667385"/>
                <a:gd name="csX326" fmla="*/ 329060 w 1008380"/>
                <a:gd name="csY326" fmla="*/ 246614 h 667385"/>
                <a:gd name="csX327" fmla="*/ 330072 w 1008380"/>
                <a:gd name="csY327" fmla="*/ 239538 h 667385"/>
                <a:gd name="csX328" fmla="*/ 331078 w 1008380"/>
                <a:gd name="csY328" fmla="*/ 232443 h 667385"/>
                <a:gd name="csX329" fmla="*/ 332090 w 1008380"/>
                <a:gd name="csY329" fmla="*/ 225337 h 667385"/>
                <a:gd name="csX330" fmla="*/ 333097 w 1008380"/>
                <a:gd name="csY330" fmla="*/ 218228 h 667385"/>
                <a:gd name="csX331" fmla="*/ 334108 w 1008380"/>
                <a:gd name="csY331" fmla="*/ 211122 h 667385"/>
                <a:gd name="csX332" fmla="*/ 335115 w 1008380"/>
                <a:gd name="csY332" fmla="*/ 204028 h 667385"/>
                <a:gd name="csX333" fmla="*/ 336127 w 1008380"/>
                <a:gd name="csY333" fmla="*/ 196953 h 667385"/>
                <a:gd name="csX334" fmla="*/ 337139 w 1008380"/>
                <a:gd name="csY334" fmla="*/ 189904 h 667385"/>
                <a:gd name="csX335" fmla="*/ 338145 w 1008380"/>
                <a:gd name="csY335" fmla="*/ 182890 h 667385"/>
                <a:gd name="csX336" fmla="*/ 339157 w 1008380"/>
                <a:gd name="csY336" fmla="*/ 175918 h 667385"/>
                <a:gd name="csX337" fmla="*/ 340163 w 1008380"/>
                <a:gd name="csY337" fmla="*/ 168994 h 667385"/>
                <a:gd name="csX338" fmla="*/ 341175 w 1008380"/>
                <a:gd name="csY338" fmla="*/ 162126 h 667385"/>
                <a:gd name="csX339" fmla="*/ 342182 w 1008380"/>
                <a:gd name="csY339" fmla="*/ 155322 h 667385"/>
                <a:gd name="csX340" fmla="*/ 343194 w 1008380"/>
                <a:gd name="csY340" fmla="*/ 148588 h 667385"/>
                <a:gd name="csX341" fmla="*/ 344200 w 1008380"/>
                <a:gd name="csY341" fmla="*/ 141931 h 667385"/>
                <a:gd name="csX342" fmla="*/ 345212 w 1008380"/>
                <a:gd name="csY342" fmla="*/ 135359 h 667385"/>
                <a:gd name="csX343" fmla="*/ 346218 w 1008380"/>
                <a:gd name="csY343" fmla="*/ 128878 h 667385"/>
                <a:gd name="csX344" fmla="*/ 347230 w 1008380"/>
                <a:gd name="csY344" fmla="*/ 122494 h 667385"/>
                <a:gd name="csX345" fmla="*/ 348237 w 1008380"/>
                <a:gd name="csY345" fmla="*/ 116215 h 667385"/>
                <a:gd name="csX346" fmla="*/ 349248 w 1008380"/>
                <a:gd name="csY346" fmla="*/ 110046 h 667385"/>
                <a:gd name="csX347" fmla="*/ 350260 w 1008380"/>
                <a:gd name="csY347" fmla="*/ 103994 h 667385"/>
                <a:gd name="csX348" fmla="*/ 351267 w 1008380"/>
                <a:gd name="csY348" fmla="*/ 98065 h 667385"/>
                <a:gd name="csX349" fmla="*/ 352279 w 1008380"/>
                <a:gd name="csY349" fmla="*/ 92265 h 667385"/>
                <a:gd name="csX350" fmla="*/ 353285 w 1008380"/>
                <a:gd name="csY350" fmla="*/ 86600 h 667385"/>
                <a:gd name="csX351" fmla="*/ 354297 w 1008380"/>
                <a:gd name="csY351" fmla="*/ 81075 h 667385"/>
                <a:gd name="csX352" fmla="*/ 355303 w 1008380"/>
                <a:gd name="csY352" fmla="*/ 75696 h 667385"/>
                <a:gd name="csX353" fmla="*/ 356315 w 1008380"/>
                <a:gd name="csY353" fmla="*/ 70469 h 667385"/>
                <a:gd name="csX354" fmla="*/ 357322 w 1008380"/>
                <a:gd name="csY354" fmla="*/ 65397 h 667385"/>
                <a:gd name="csX355" fmla="*/ 358334 w 1008380"/>
                <a:gd name="csY355" fmla="*/ 60487 h 667385"/>
                <a:gd name="csX356" fmla="*/ 359340 w 1008380"/>
                <a:gd name="csY356" fmla="*/ 55742 h 667385"/>
                <a:gd name="csX357" fmla="*/ 360352 w 1008380"/>
                <a:gd name="csY357" fmla="*/ 51168 h 667385"/>
                <a:gd name="csX358" fmla="*/ 361364 w 1008380"/>
                <a:gd name="csY358" fmla="*/ 46770 h 667385"/>
                <a:gd name="csX359" fmla="*/ 362370 w 1008380"/>
                <a:gd name="csY359" fmla="*/ 42550 h 667385"/>
                <a:gd name="csX360" fmla="*/ 363382 w 1008380"/>
                <a:gd name="csY360" fmla="*/ 38513 h 667385"/>
                <a:gd name="csX361" fmla="*/ 364389 w 1008380"/>
                <a:gd name="csY361" fmla="*/ 34662 h 667385"/>
                <a:gd name="csX362" fmla="*/ 365400 w 1008380"/>
                <a:gd name="csY362" fmla="*/ 31001 h 667385"/>
                <a:gd name="csX363" fmla="*/ 366407 w 1008380"/>
                <a:gd name="csY363" fmla="*/ 27534 h 667385"/>
                <a:gd name="csX364" fmla="*/ 367419 w 1008380"/>
                <a:gd name="csY364" fmla="*/ 24262 h 667385"/>
                <a:gd name="csX365" fmla="*/ 368425 w 1008380"/>
                <a:gd name="csY365" fmla="*/ 21190 h 667385"/>
                <a:gd name="csX366" fmla="*/ 369437 w 1008380"/>
                <a:gd name="csY366" fmla="*/ 18319 h 667385"/>
                <a:gd name="csX367" fmla="*/ 370443 w 1008380"/>
                <a:gd name="csY367" fmla="*/ 15652 h 667385"/>
                <a:gd name="csX368" fmla="*/ 371455 w 1008380"/>
                <a:gd name="csY368" fmla="*/ 13190 h 667385"/>
                <a:gd name="csX369" fmla="*/ 372467 w 1008380"/>
                <a:gd name="csY369" fmla="*/ 10936 h 667385"/>
                <a:gd name="csX370" fmla="*/ 373474 w 1008380"/>
                <a:gd name="csY370" fmla="*/ 8890 h 667385"/>
                <a:gd name="csX371" fmla="*/ 374485 w 1008380"/>
                <a:gd name="csY371" fmla="*/ 7055 h 667385"/>
                <a:gd name="csX372" fmla="*/ 375492 w 1008380"/>
                <a:gd name="csY372" fmla="*/ 5431 h 667385"/>
                <a:gd name="csX373" fmla="*/ 376504 w 1008380"/>
                <a:gd name="csY373" fmla="*/ 4018 h 667385"/>
                <a:gd name="csX374" fmla="*/ 377510 w 1008380"/>
                <a:gd name="csY374" fmla="*/ 2818 h 667385"/>
                <a:gd name="csX375" fmla="*/ 378522 w 1008380"/>
                <a:gd name="csY375" fmla="*/ 1831 h 667385"/>
                <a:gd name="csX376" fmla="*/ 379529 w 1008380"/>
                <a:gd name="csY376" fmla="*/ 1055 h 667385"/>
                <a:gd name="csX377" fmla="*/ 380540 w 1008380"/>
                <a:gd name="csY377" fmla="*/ 492 h 667385"/>
                <a:gd name="csX378" fmla="*/ 381547 w 1008380"/>
                <a:gd name="csY378" fmla="*/ 141 h 667385"/>
                <a:gd name="csX379" fmla="*/ 382559 w 1008380"/>
                <a:gd name="csY379" fmla="*/ 0 h 667385"/>
                <a:gd name="csX380" fmla="*/ 383571 w 1008380"/>
                <a:gd name="csY380" fmla="*/ 69 h 667385"/>
                <a:gd name="csX381" fmla="*/ 384577 w 1008380"/>
                <a:gd name="csY381" fmla="*/ 346 h 667385"/>
                <a:gd name="csX382" fmla="*/ 385589 w 1008380"/>
                <a:gd name="csY382" fmla="*/ 830 h 667385"/>
                <a:gd name="csX383" fmla="*/ 386595 w 1008380"/>
                <a:gd name="csY383" fmla="*/ 1518 h 667385"/>
                <a:gd name="csX384" fmla="*/ 387607 w 1008380"/>
                <a:gd name="csY384" fmla="*/ 2410 h 667385"/>
                <a:gd name="csX385" fmla="*/ 388614 w 1008380"/>
                <a:gd name="csY385" fmla="*/ 3502 h 667385"/>
                <a:gd name="csX386" fmla="*/ 389625 w 1008380"/>
                <a:gd name="csY386" fmla="*/ 4792 h 667385"/>
                <a:gd name="csX387" fmla="*/ 390632 w 1008380"/>
                <a:gd name="csY387" fmla="*/ 6278 h 667385"/>
                <a:gd name="csX388" fmla="*/ 391644 w 1008380"/>
                <a:gd name="csY388" fmla="*/ 7955 h 667385"/>
                <a:gd name="csX389" fmla="*/ 392650 w 1008380"/>
                <a:gd name="csY389" fmla="*/ 9822 h 667385"/>
                <a:gd name="csX390" fmla="*/ 393662 w 1008380"/>
                <a:gd name="csY390" fmla="*/ 11875 h 667385"/>
                <a:gd name="csX391" fmla="*/ 394669 w 1008380"/>
                <a:gd name="csY391" fmla="*/ 14109 h 667385"/>
                <a:gd name="csX392" fmla="*/ 395680 w 1008380"/>
                <a:gd name="csY392" fmla="*/ 16522 h 667385"/>
                <a:gd name="csX393" fmla="*/ 396692 w 1008380"/>
                <a:gd name="csY393" fmla="*/ 19109 h 667385"/>
                <a:gd name="csX394" fmla="*/ 397699 w 1008380"/>
                <a:gd name="csY394" fmla="*/ 21866 h 667385"/>
                <a:gd name="csX395" fmla="*/ 398711 w 1008380"/>
                <a:gd name="csY395" fmla="*/ 24789 h 667385"/>
                <a:gd name="csX396" fmla="*/ 399717 w 1008380"/>
                <a:gd name="csY396" fmla="*/ 27873 h 667385"/>
                <a:gd name="csX397" fmla="*/ 400729 w 1008380"/>
                <a:gd name="csY397" fmla="*/ 31113 h 667385"/>
                <a:gd name="csX398" fmla="*/ 401735 w 1008380"/>
                <a:gd name="csY398" fmla="*/ 34505 h 667385"/>
                <a:gd name="csX399" fmla="*/ 402747 w 1008380"/>
                <a:gd name="csY399" fmla="*/ 38045 h 667385"/>
                <a:gd name="csX400" fmla="*/ 403754 w 1008380"/>
                <a:gd name="csY400" fmla="*/ 41725 h 667385"/>
                <a:gd name="csX401" fmla="*/ 404765 w 1008380"/>
                <a:gd name="csY401" fmla="*/ 45543 h 667385"/>
                <a:gd name="csX402" fmla="*/ 405772 w 1008380"/>
                <a:gd name="csY402" fmla="*/ 49491 h 667385"/>
                <a:gd name="csX403" fmla="*/ 406784 w 1008380"/>
                <a:gd name="csY403" fmla="*/ 53565 h 667385"/>
                <a:gd name="csX404" fmla="*/ 407796 w 1008380"/>
                <a:gd name="csY404" fmla="*/ 57759 h 667385"/>
                <a:gd name="csX405" fmla="*/ 408802 w 1008380"/>
                <a:gd name="csY405" fmla="*/ 62068 h 667385"/>
                <a:gd name="csX406" fmla="*/ 409814 w 1008380"/>
                <a:gd name="csY406" fmla="*/ 66486 h 667385"/>
                <a:gd name="csX407" fmla="*/ 410820 w 1008380"/>
                <a:gd name="csY407" fmla="*/ 71006 h 667385"/>
                <a:gd name="csX408" fmla="*/ 411832 w 1008380"/>
                <a:gd name="csY408" fmla="*/ 75624 h 667385"/>
                <a:gd name="csX409" fmla="*/ 412839 w 1008380"/>
                <a:gd name="csY409" fmla="*/ 80334 h 667385"/>
                <a:gd name="csX410" fmla="*/ 413851 w 1008380"/>
                <a:gd name="csY410" fmla="*/ 85129 h 667385"/>
                <a:gd name="csX411" fmla="*/ 414857 w 1008380"/>
                <a:gd name="csY411" fmla="*/ 90004 h 667385"/>
                <a:gd name="csX412" fmla="*/ 415869 w 1008380"/>
                <a:gd name="csY412" fmla="*/ 94952 h 667385"/>
                <a:gd name="csX413" fmla="*/ 416875 w 1008380"/>
                <a:gd name="csY413" fmla="*/ 99968 h 667385"/>
                <a:gd name="csX414" fmla="*/ 417887 w 1008380"/>
                <a:gd name="csY414" fmla="*/ 105046 h 667385"/>
                <a:gd name="csX415" fmla="*/ 418899 w 1008380"/>
                <a:gd name="csY415" fmla="*/ 110180 h 667385"/>
                <a:gd name="csX416" fmla="*/ 419906 w 1008380"/>
                <a:gd name="csY416" fmla="*/ 115364 h 667385"/>
                <a:gd name="csX417" fmla="*/ 420917 w 1008380"/>
                <a:gd name="csY417" fmla="*/ 120591 h 667385"/>
                <a:gd name="csX418" fmla="*/ 421924 w 1008380"/>
                <a:gd name="csY418" fmla="*/ 125857 h 667385"/>
                <a:gd name="csX419" fmla="*/ 422936 w 1008380"/>
                <a:gd name="csY419" fmla="*/ 131155 h 667385"/>
                <a:gd name="csX420" fmla="*/ 423942 w 1008380"/>
                <a:gd name="csY420" fmla="*/ 136481 h 667385"/>
                <a:gd name="csX421" fmla="*/ 424954 w 1008380"/>
                <a:gd name="csY421" fmla="*/ 141827 h 667385"/>
                <a:gd name="csX422" fmla="*/ 425960 w 1008380"/>
                <a:gd name="csY422" fmla="*/ 147189 h 667385"/>
                <a:gd name="csX423" fmla="*/ 426972 w 1008380"/>
                <a:gd name="csY423" fmla="*/ 152560 h 667385"/>
                <a:gd name="csX424" fmla="*/ 427979 w 1008380"/>
                <a:gd name="csY424" fmla="*/ 157936 h 667385"/>
                <a:gd name="csX425" fmla="*/ 428991 w 1008380"/>
                <a:gd name="csY425" fmla="*/ 163311 h 667385"/>
                <a:gd name="csX426" fmla="*/ 430002 w 1008380"/>
                <a:gd name="csY426" fmla="*/ 168680 h 667385"/>
                <a:gd name="csX427" fmla="*/ 431009 w 1008380"/>
                <a:gd name="csY427" fmla="*/ 174037 h 667385"/>
                <a:gd name="csX428" fmla="*/ 432021 w 1008380"/>
                <a:gd name="csY428" fmla="*/ 179378 h 667385"/>
                <a:gd name="csX429" fmla="*/ 433027 w 1008380"/>
                <a:gd name="csY429" fmla="*/ 184698 h 667385"/>
                <a:gd name="csX430" fmla="*/ 434039 w 1008380"/>
                <a:gd name="csY430" fmla="*/ 189991 h 667385"/>
                <a:gd name="csX431" fmla="*/ 435046 w 1008380"/>
                <a:gd name="csY431" fmla="*/ 195255 h 667385"/>
                <a:gd name="csX432" fmla="*/ 436057 w 1008380"/>
                <a:gd name="csY432" fmla="*/ 200482 h 667385"/>
                <a:gd name="csX433" fmla="*/ 437064 w 1008380"/>
                <a:gd name="csY433" fmla="*/ 205671 h 667385"/>
                <a:gd name="csX434" fmla="*/ 438076 w 1008380"/>
                <a:gd name="csY434" fmla="*/ 210815 h 667385"/>
                <a:gd name="csX435" fmla="*/ 439082 w 1008380"/>
                <a:gd name="csY435" fmla="*/ 215912 h 667385"/>
                <a:gd name="csX436" fmla="*/ 440094 w 1008380"/>
                <a:gd name="csY436" fmla="*/ 220957 h 667385"/>
                <a:gd name="csX437" fmla="*/ 441100 w 1008380"/>
                <a:gd name="csY437" fmla="*/ 225946 h 667385"/>
                <a:gd name="csX438" fmla="*/ 442112 w 1008380"/>
                <a:gd name="csY438" fmla="*/ 230876 h 667385"/>
                <a:gd name="csX439" fmla="*/ 443124 w 1008380"/>
                <a:gd name="csY439" fmla="*/ 235743 h 667385"/>
                <a:gd name="csX440" fmla="*/ 444131 w 1008380"/>
                <a:gd name="csY440" fmla="*/ 240544 h 667385"/>
                <a:gd name="csX441" fmla="*/ 445142 w 1008380"/>
                <a:gd name="csY441" fmla="*/ 245277 h 667385"/>
                <a:gd name="csX442" fmla="*/ 446149 w 1008380"/>
                <a:gd name="csY442" fmla="*/ 249937 h 667385"/>
                <a:gd name="csX443" fmla="*/ 447161 w 1008380"/>
                <a:gd name="csY443" fmla="*/ 254523 h 667385"/>
                <a:gd name="csX444" fmla="*/ 448167 w 1008380"/>
                <a:gd name="csY444" fmla="*/ 259031 h 667385"/>
                <a:gd name="csX445" fmla="*/ 449179 w 1008380"/>
                <a:gd name="csY445" fmla="*/ 263459 h 667385"/>
                <a:gd name="csX446" fmla="*/ 450186 w 1008380"/>
                <a:gd name="csY446" fmla="*/ 267805 h 667385"/>
                <a:gd name="csX447" fmla="*/ 451197 w 1008380"/>
                <a:gd name="csY447" fmla="*/ 272067 h 667385"/>
                <a:gd name="csX448" fmla="*/ 452204 w 1008380"/>
                <a:gd name="csY448" fmla="*/ 276242 h 667385"/>
                <a:gd name="csX449" fmla="*/ 453216 w 1008380"/>
                <a:gd name="csY449" fmla="*/ 280330 h 667385"/>
                <a:gd name="csX450" fmla="*/ 454228 w 1008380"/>
                <a:gd name="csY450" fmla="*/ 284328 h 667385"/>
                <a:gd name="csX451" fmla="*/ 455234 w 1008380"/>
                <a:gd name="csY451" fmla="*/ 288235 h 667385"/>
                <a:gd name="csX452" fmla="*/ 456246 w 1008380"/>
                <a:gd name="csY452" fmla="*/ 292049 h 667385"/>
                <a:gd name="csX453" fmla="*/ 457252 w 1008380"/>
                <a:gd name="csY453" fmla="*/ 295771 h 667385"/>
                <a:gd name="csX454" fmla="*/ 458264 w 1008380"/>
                <a:gd name="csY454" fmla="*/ 299398 h 667385"/>
                <a:gd name="csX455" fmla="*/ 459271 w 1008380"/>
                <a:gd name="csY455" fmla="*/ 302929 h 667385"/>
                <a:gd name="csX456" fmla="*/ 460282 w 1008380"/>
                <a:gd name="csY456" fmla="*/ 306365 h 667385"/>
                <a:gd name="csX457" fmla="*/ 461289 w 1008380"/>
                <a:gd name="csY457" fmla="*/ 309705 h 667385"/>
                <a:gd name="csX458" fmla="*/ 462301 w 1008380"/>
                <a:gd name="csY458" fmla="*/ 312949 h 667385"/>
                <a:gd name="csX459" fmla="*/ 463307 w 1008380"/>
                <a:gd name="csY459" fmla="*/ 316095 h 667385"/>
                <a:gd name="csX460" fmla="*/ 464319 w 1008380"/>
                <a:gd name="csY460" fmla="*/ 319145 h 667385"/>
                <a:gd name="csX461" fmla="*/ 465331 w 1008380"/>
                <a:gd name="csY461" fmla="*/ 322099 h 667385"/>
                <a:gd name="csX462" fmla="*/ 466337 w 1008380"/>
                <a:gd name="csY462" fmla="*/ 324956 h 667385"/>
                <a:gd name="csX463" fmla="*/ 467349 w 1008380"/>
                <a:gd name="csY463" fmla="*/ 327716 h 667385"/>
                <a:gd name="csX464" fmla="*/ 468356 w 1008380"/>
                <a:gd name="csY464" fmla="*/ 330382 h 667385"/>
                <a:gd name="csX465" fmla="*/ 469368 w 1008380"/>
                <a:gd name="csY465" fmla="*/ 332953 h 667385"/>
                <a:gd name="csX466" fmla="*/ 470374 w 1008380"/>
                <a:gd name="csY466" fmla="*/ 335429 h 667385"/>
                <a:gd name="csX467" fmla="*/ 471386 w 1008380"/>
                <a:gd name="csY467" fmla="*/ 337813 h 667385"/>
                <a:gd name="csX468" fmla="*/ 472392 w 1008380"/>
                <a:gd name="csY468" fmla="*/ 340104 h 667385"/>
                <a:gd name="csX469" fmla="*/ 473404 w 1008380"/>
                <a:gd name="csY469" fmla="*/ 342304 h 667385"/>
                <a:gd name="csX470" fmla="*/ 474411 w 1008380"/>
                <a:gd name="csY470" fmla="*/ 344414 h 667385"/>
                <a:gd name="csX471" fmla="*/ 475423 w 1008380"/>
                <a:gd name="csY471" fmla="*/ 346436 h 667385"/>
                <a:gd name="csX472" fmla="*/ 476434 w 1008380"/>
                <a:gd name="csY472" fmla="*/ 348370 h 667385"/>
                <a:gd name="csX473" fmla="*/ 477441 w 1008380"/>
                <a:gd name="csY473" fmla="*/ 350219 h 667385"/>
                <a:gd name="csX474" fmla="*/ 478453 w 1008380"/>
                <a:gd name="csY474" fmla="*/ 351984 h 667385"/>
                <a:gd name="csX475" fmla="*/ 479459 w 1008380"/>
                <a:gd name="csY475" fmla="*/ 353666 h 667385"/>
                <a:gd name="csX476" fmla="*/ 480471 w 1008380"/>
                <a:gd name="csY476" fmla="*/ 355268 h 667385"/>
                <a:gd name="csX477" fmla="*/ 481477 w 1008380"/>
                <a:gd name="csY477" fmla="*/ 356790 h 667385"/>
                <a:gd name="csX478" fmla="*/ 482489 w 1008380"/>
                <a:gd name="csY478" fmla="*/ 358236 h 667385"/>
                <a:gd name="csX479" fmla="*/ 483496 w 1008380"/>
                <a:gd name="csY479" fmla="*/ 359607 h 667385"/>
                <a:gd name="csX480" fmla="*/ 484508 w 1008380"/>
                <a:gd name="csY480" fmla="*/ 360904 h 667385"/>
                <a:gd name="csX481" fmla="*/ 485514 w 1008380"/>
                <a:gd name="csY481" fmla="*/ 362131 h 667385"/>
                <a:gd name="csX482" fmla="*/ 486526 w 1008380"/>
                <a:gd name="csY482" fmla="*/ 363288 h 667385"/>
                <a:gd name="csX483" fmla="*/ 487532 w 1008380"/>
                <a:gd name="csY483" fmla="*/ 364378 h 667385"/>
                <a:gd name="csX484" fmla="*/ 488544 w 1008380"/>
                <a:gd name="csY484" fmla="*/ 365405 h 667385"/>
                <a:gd name="csX485" fmla="*/ 489556 w 1008380"/>
                <a:gd name="csY485" fmla="*/ 366368 h 667385"/>
                <a:gd name="csX486" fmla="*/ 490563 w 1008380"/>
                <a:gd name="csY486" fmla="*/ 367272 h 667385"/>
                <a:gd name="csX487" fmla="*/ 491574 w 1008380"/>
                <a:gd name="csY487" fmla="*/ 368117 h 667385"/>
                <a:gd name="csX488" fmla="*/ 492581 w 1008380"/>
                <a:gd name="csY488" fmla="*/ 368907 h 667385"/>
                <a:gd name="csX489" fmla="*/ 493593 w 1008380"/>
                <a:gd name="csY489" fmla="*/ 369644 h 667385"/>
                <a:gd name="csX490" fmla="*/ 494599 w 1008380"/>
                <a:gd name="csY490" fmla="*/ 370329 h 667385"/>
                <a:gd name="csX491" fmla="*/ 495611 w 1008380"/>
                <a:gd name="csY491" fmla="*/ 370966 h 667385"/>
                <a:gd name="csX492" fmla="*/ 496617 w 1008380"/>
                <a:gd name="csY492" fmla="*/ 371557 h 667385"/>
                <a:gd name="csX493" fmla="*/ 497629 w 1008380"/>
                <a:gd name="csY493" fmla="*/ 372104 h 667385"/>
                <a:gd name="csX494" fmla="*/ 498636 w 1008380"/>
                <a:gd name="csY494" fmla="*/ 372610 h 667385"/>
                <a:gd name="csX495" fmla="*/ 499648 w 1008380"/>
                <a:gd name="csY495" fmla="*/ 373076 h 667385"/>
                <a:gd name="csX496" fmla="*/ 500659 w 1008380"/>
                <a:gd name="csY496" fmla="*/ 373506 h 667385"/>
                <a:gd name="csX497" fmla="*/ 501666 w 1008380"/>
                <a:gd name="csY497" fmla="*/ 373901 h 667385"/>
                <a:gd name="csX498" fmla="*/ 502678 w 1008380"/>
                <a:gd name="csY498" fmla="*/ 374263 h 667385"/>
                <a:gd name="csX499" fmla="*/ 503684 w 1008380"/>
                <a:gd name="csY499" fmla="*/ 374597 h 667385"/>
                <a:gd name="csX500" fmla="*/ 504696 w 1008380"/>
                <a:gd name="csY500" fmla="*/ 374902 h 667385"/>
                <a:gd name="csX501" fmla="*/ 505703 w 1008380"/>
                <a:gd name="csY501" fmla="*/ 375182 h 667385"/>
                <a:gd name="csX502" fmla="*/ 506714 w 1008380"/>
                <a:gd name="csY502" fmla="*/ 375439 h 667385"/>
                <a:gd name="csX503" fmla="*/ 507721 w 1008380"/>
                <a:gd name="csY503" fmla="*/ 375675 h 667385"/>
                <a:gd name="csX504" fmla="*/ 508733 w 1008380"/>
                <a:gd name="csY504" fmla="*/ 375893 h 667385"/>
                <a:gd name="csX505" fmla="*/ 509739 w 1008380"/>
                <a:gd name="csY505" fmla="*/ 376094 h 667385"/>
                <a:gd name="csX506" fmla="*/ 510751 w 1008380"/>
                <a:gd name="csY506" fmla="*/ 376281 h 667385"/>
                <a:gd name="csX507" fmla="*/ 511763 w 1008380"/>
                <a:gd name="csY507" fmla="*/ 376455 h 667385"/>
                <a:gd name="csX508" fmla="*/ 512769 w 1008380"/>
                <a:gd name="csY508" fmla="*/ 376619 h 667385"/>
                <a:gd name="csX509" fmla="*/ 513781 w 1008380"/>
                <a:gd name="csY509" fmla="*/ 376776 h 667385"/>
                <a:gd name="csX510" fmla="*/ 514788 w 1008380"/>
                <a:gd name="csY510" fmla="*/ 376925 h 667385"/>
                <a:gd name="csX511" fmla="*/ 515799 w 1008380"/>
                <a:gd name="csY511" fmla="*/ 377071 h 667385"/>
                <a:gd name="csX512" fmla="*/ 516806 w 1008380"/>
                <a:gd name="csY512" fmla="*/ 377215 h 667385"/>
                <a:gd name="csX513" fmla="*/ 517818 w 1008380"/>
                <a:gd name="csY513" fmla="*/ 377358 h 667385"/>
                <a:gd name="csX514" fmla="*/ 518824 w 1008380"/>
                <a:gd name="csY514" fmla="*/ 377502 h 667385"/>
                <a:gd name="csX515" fmla="*/ 519836 w 1008380"/>
                <a:gd name="csY515" fmla="*/ 377650 h 667385"/>
                <a:gd name="csX516" fmla="*/ 520843 w 1008380"/>
                <a:gd name="csY516" fmla="*/ 377801 h 667385"/>
                <a:gd name="csX517" fmla="*/ 521854 w 1008380"/>
                <a:gd name="csY517" fmla="*/ 377960 h 667385"/>
                <a:gd name="csX518" fmla="*/ 522866 w 1008380"/>
                <a:gd name="csY518" fmla="*/ 378127 h 667385"/>
                <a:gd name="csX519" fmla="*/ 523873 w 1008380"/>
                <a:gd name="csY519" fmla="*/ 378304 h 667385"/>
                <a:gd name="csX520" fmla="*/ 524885 w 1008380"/>
                <a:gd name="csY520" fmla="*/ 378491 h 667385"/>
                <a:gd name="csX521" fmla="*/ 525891 w 1008380"/>
                <a:gd name="csY521" fmla="*/ 378691 h 667385"/>
                <a:gd name="csX522" fmla="*/ 526903 w 1008380"/>
                <a:gd name="csY522" fmla="*/ 378906 h 667385"/>
                <a:gd name="csX523" fmla="*/ 527909 w 1008380"/>
                <a:gd name="csY523" fmla="*/ 379136 h 667385"/>
                <a:gd name="csX524" fmla="*/ 528921 w 1008380"/>
                <a:gd name="csY524" fmla="*/ 379382 h 667385"/>
                <a:gd name="csX525" fmla="*/ 529928 w 1008380"/>
                <a:gd name="csY525" fmla="*/ 379647 h 667385"/>
                <a:gd name="csX526" fmla="*/ 530940 w 1008380"/>
                <a:gd name="csY526" fmla="*/ 379931 h 667385"/>
                <a:gd name="csX527" fmla="*/ 531946 w 1008380"/>
                <a:gd name="csY527" fmla="*/ 380235 h 667385"/>
                <a:gd name="csX528" fmla="*/ 532958 w 1008380"/>
                <a:gd name="csY528" fmla="*/ 380561 h 667385"/>
                <a:gd name="csX529" fmla="*/ 533970 w 1008380"/>
                <a:gd name="csY529" fmla="*/ 380909 h 667385"/>
                <a:gd name="csX530" fmla="*/ 534976 w 1008380"/>
                <a:gd name="csY530" fmla="*/ 381281 h 667385"/>
                <a:gd name="csX531" fmla="*/ 535988 w 1008380"/>
                <a:gd name="csY531" fmla="*/ 381677 h 667385"/>
                <a:gd name="csX532" fmla="*/ 536994 w 1008380"/>
                <a:gd name="csY532" fmla="*/ 382099 h 667385"/>
                <a:gd name="csX533" fmla="*/ 538006 w 1008380"/>
                <a:gd name="csY533" fmla="*/ 382547 h 667385"/>
                <a:gd name="csX534" fmla="*/ 539013 w 1008380"/>
                <a:gd name="csY534" fmla="*/ 383022 h 667385"/>
                <a:gd name="csX535" fmla="*/ 540025 w 1008380"/>
                <a:gd name="csY535" fmla="*/ 383526 h 667385"/>
                <a:gd name="csX536" fmla="*/ 541031 w 1008380"/>
                <a:gd name="csY536" fmla="*/ 384057 h 667385"/>
                <a:gd name="csX537" fmla="*/ 542043 w 1008380"/>
                <a:gd name="csY537" fmla="*/ 384618 h 667385"/>
                <a:gd name="csX538" fmla="*/ 543049 w 1008380"/>
                <a:gd name="csY538" fmla="*/ 385209 h 667385"/>
                <a:gd name="csX539" fmla="*/ 544061 w 1008380"/>
                <a:gd name="csY539" fmla="*/ 385829 h 667385"/>
                <a:gd name="csX540" fmla="*/ 545068 w 1008380"/>
                <a:gd name="csY540" fmla="*/ 386481 h 667385"/>
                <a:gd name="csX541" fmla="*/ 546080 w 1008380"/>
                <a:gd name="csY541" fmla="*/ 387164 h 667385"/>
                <a:gd name="csX542" fmla="*/ 547091 w 1008380"/>
                <a:gd name="csY542" fmla="*/ 387879 h 667385"/>
                <a:gd name="csX543" fmla="*/ 548098 w 1008380"/>
                <a:gd name="csY543" fmla="*/ 388625 h 667385"/>
                <a:gd name="csX544" fmla="*/ 549110 w 1008380"/>
                <a:gd name="csY544" fmla="*/ 389405 h 667385"/>
                <a:gd name="csX545" fmla="*/ 550116 w 1008380"/>
                <a:gd name="csY545" fmla="*/ 390217 h 667385"/>
                <a:gd name="csX546" fmla="*/ 551128 w 1008380"/>
                <a:gd name="csY546" fmla="*/ 391062 h 667385"/>
                <a:gd name="csX547" fmla="*/ 552134 w 1008380"/>
                <a:gd name="csY547" fmla="*/ 391939 h 667385"/>
                <a:gd name="csX548" fmla="*/ 553146 w 1008380"/>
                <a:gd name="csY548" fmla="*/ 392850 h 667385"/>
                <a:gd name="csX549" fmla="*/ 554153 w 1008380"/>
                <a:gd name="csY549" fmla="*/ 393795 h 667385"/>
                <a:gd name="csX550" fmla="*/ 555165 w 1008380"/>
                <a:gd name="csY550" fmla="*/ 394773 h 667385"/>
                <a:gd name="csX551" fmla="*/ 556171 w 1008380"/>
                <a:gd name="csY551" fmla="*/ 395785 h 667385"/>
                <a:gd name="csX552" fmla="*/ 557183 w 1008380"/>
                <a:gd name="csY552" fmla="*/ 396830 h 667385"/>
                <a:gd name="csX553" fmla="*/ 558195 w 1008380"/>
                <a:gd name="csY553" fmla="*/ 397908 h 667385"/>
                <a:gd name="csX554" fmla="*/ 559201 w 1008380"/>
                <a:gd name="csY554" fmla="*/ 399020 h 667385"/>
                <a:gd name="csX555" fmla="*/ 560213 w 1008380"/>
                <a:gd name="csY555" fmla="*/ 400166 h 667385"/>
                <a:gd name="csX556" fmla="*/ 561220 w 1008380"/>
                <a:gd name="csY556" fmla="*/ 401344 h 667385"/>
                <a:gd name="csX557" fmla="*/ 562231 w 1008380"/>
                <a:gd name="csY557" fmla="*/ 402555 h 667385"/>
                <a:gd name="csX558" fmla="*/ 563238 w 1008380"/>
                <a:gd name="csY558" fmla="*/ 403799 h 667385"/>
                <a:gd name="csX559" fmla="*/ 564250 w 1008380"/>
                <a:gd name="csY559" fmla="*/ 405075 h 667385"/>
                <a:gd name="csX560" fmla="*/ 565256 w 1008380"/>
                <a:gd name="csY560" fmla="*/ 406384 h 667385"/>
                <a:gd name="csX561" fmla="*/ 566268 w 1008380"/>
                <a:gd name="csY561" fmla="*/ 407725 h 667385"/>
                <a:gd name="csX562" fmla="*/ 567275 w 1008380"/>
                <a:gd name="csY562" fmla="*/ 409097 h 667385"/>
                <a:gd name="csX563" fmla="*/ 568286 w 1008380"/>
                <a:gd name="csY563" fmla="*/ 410500 h 667385"/>
                <a:gd name="csX564" fmla="*/ 569298 w 1008380"/>
                <a:gd name="csY564" fmla="*/ 411934 h 667385"/>
                <a:gd name="csX565" fmla="*/ 570305 w 1008380"/>
                <a:gd name="csY565" fmla="*/ 413399 h 667385"/>
                <a:gd name="csX566" fmla="*/ 571316 w 1008380"/>
                <a:gd name="csY566" fmla="*/ 414894 h 667385"/>
                <a:gd name="csX567" fmla="*/ 572323 w 1008380"/>
                <a:gd name="csY567" fmla="*/ 416418 h 667385"/>
                <a:gd name="csX568" fmla="*/ 573335 w 1008380"/>
                <a:gd name="csY568" fmla="*/ 417971 h 667385"/>
                <a:gd name="csX569" fmla="*/ 574341 w 1008380"/>
                <a:gd name="csY569" fmla="*/ 419553 h 667385"/>
                <a:gd name="csX570" fmla="*/ 575353 w 1008380"/>
                <a:gd name="csY570" fmla="*/ 421163 h 667385"/>
                <a:gd name="csX571" fmla="*/ 576360 w 1008380"/>
                <a:gd name="csY571" fmla="*/ 422800 h 667385"/>
                <a:gd name="csX572" fmla="*/ 577371 w 1008380"/>
                <a:gd name="csY572" fmla="*/ 424464 h 667385"/>
                <a:gd name="csX573" fmla="*/ 578378 w 1008380"/>
                <a:gd name="csY573" fmla="*/ 426155 h 667385"/>
                <a:gd name="csX574" fmla="*/ 579390 w 1008380"/>
                <a:gd name="csY574" fmla="*/ 427871 h 667385"/>
                <a:gd name="csX575" fmla="*/ 580402 w 1008380"/>
                <a:gd name="csY575" fmla="*/ 429612 h 667385"/>
                <a:gd name="csX576" fmla="*/ 581408 w 1008380"/>
                <a:gd name="csY576" fmla="*/ 431378 h 667385"/>
                <a:gd name="csX577" fmla="*/ 582420 w 1008380"/>
                <a:gd name="csY577" fmla="*/ 433168 h 667385"/>
                <a:gd name="csX578" fmla="*/ 583426 w 1008380"/>
                <a:gd name="csY578" fmla="*/ 434980 h 667385"/>
                <a:gd name="csX579" fmla="*/ 584438 w 1008380"/>
                <a:gd name="csY579" fmla="*/ 436816 h 667385"/>
                <a:gd name="csX580" fmla="*/ 585445 w 1008380"/>
                <a:gd name="csY580" fmla="*/ 438674 h 667385"/>
                <a:gd name="csX581" fmla="*/ 586457 w 1008380"/>
                <a:gd name="csY581" fmla="*/ 440552 h 667385"/>
                <a:gd name="csX582" fmla="*/ 587463 w 1008380"/>
                <a:gd name="csY582" fmla="*/ 442451 h 667385"/>
                <a:gd name="csX583" fmla="*/ 588475 w 1008380"/>
                <a:gd name="csY583" fmla="*/ 444370 h 667385"/>
                <a:gd name="csX584" fmla="*/ 589481 w 1008380"/>
                <a:gd name="csY584" fmla="*/ 446307 h 667385"/>
                <a:gd name="csX585" fmla="*/ 590493 w 1008380"/>
                <a:gd name="csY585" fmla="*/ 448263 h 667385"/>
                <a:gd name="csX586" fmla="*/ 591500 w 1008380"/>
                <a:gd name="csY586" fmla="*/ 450237 h 667385"/>
                <a:gd name="csX587" fmla="*/ 592511 w 1008380"/>
                <a:gd name="csY587" fmla="*/ 452227 h 667385"/>
                <a:gd name="csX588" fmla="*/ 593523 w 1008380"/>
                <a:gd name="csY588" fmla="*/ 454233 h 667385"/>
                <a:gd name="csX589" fmla="*/ 594530 w 1008380"/>
                <a:gd name="csY589" fmla="*/ 456255 h 667385"/>
                <a:gd name="csX590" fmla="*/ 595542 w 1008380"/>
                <a:gd name="csY590" fmla="*/ 458291 h 667385"/>
                <a:gd name="csX591" fmla="*/ 596548 w 1008380"/>
                <a:gd name="csY591" fmla="*/ 460341 h 667385"/>
                <a:gd name="csX592" fmla="*/ 597560 w 1008380"/>
                <a:gd name="csY592" fmla="*/ 462405 h 667385"/>
                <a:gd name="csX593" fmla="*/ 598566 w 1008380"/>
                <a:gd name="csY593" fmla="*/ 464480 h 667385"/>
                <a:gd name="csX594" fmla="*/ 599578 w 1008380"/>
                <a:gd name="csY594" fmla="*/ 466566 h 667385"/>
                <a:gd name="csX595" fmla="*/ 600585 w 1008380"/>
                <a:gd name="csY595" fmla="*/ 468664 h 667385"/>
                <a:gd name="csX596" fmla="*/ 601597 w 1008380"/>
                <a:gd name="csY596" fmla="*/ 470772 h 667385"/>
                <a:gd name="csX597" fmla="*/ 602603 w 1008380"/>
                <a:gd name="csY597" fmla="*/ 472889 h 667385"/>
                <a:gd name="csX598" fmla="*/ 603615 w 1008380"/>
                <a:gd name="csY598" fmla="*/ 475014 h 667385"/>
                <a:gd name="csX599" fmla="*/ 604627 w 1008380"/>
                <a:gd name="csY599" fmla="*/ 477147 h 667385"/>
                <a:gd name="csX600" fmla="*/ 605633 w 1008380"/>
                <a:gd name="csY600" fmla="*/ 479287 h 667385"/>
                <a:gd name="csX601" fmla="*/ 606645 w 1008380"/>
                <a:gd name="csY601" fmla="*/ 481433 h 667385"/>
                <a:gd name="csX602" fmla="*/ 607651 w 1008380"/>
                <a:gd name="csY602" fmla="*/ 483585 h 667385"/>
                <a:gd name="csX603" fmla="*/ 608663 w 1008380"/>
                <a:gd name="csY603" fmla="*/ 485741 h 667385"/>
                <a:gd name="csX604" fmla="*/ 609670 w 1008380"/>
                <a:gd name="csY604" fmla="*/ 487899 h 667385"/>
                <a:gd name="csX605" fmla="*/ 610682 w 1008380"/>
                <a:gd name="csY605" fmla="*/ 490067 h 667385"/>
                <a:gd name="csX606" fmla="*/ 611688 w 1008380"/>
                <a:gd name="csY606" fmla="*/ 492229 h 667385"/>
                <a:gd name="csX607" fmla="*/ 612700 w 1008380"/>
                <a:gd name="csY607" fmla="*/ 494401 h 667385"/>
                <a:gd name="csX608" fmla="*/ 613706 w 1008380"/>
                <a:gd name="csY608" fmla="*/ 496569 h 667385"/>
                <a:gd name="csX609" fmla="*/ 614718 w 1008380"/>
                <a:gd name="csY609" fmla="*/ 498736 h 667385"/>
                <a:gd name="csX610" fmla="*/ 615730 w 1008380"/>
                <a:gd name="csY610" fmla="*/ 500904 h 667385"/>
                <a:gd name="csX611" fmla="*/ 616737 w 1008380"/>
                <a:gd name="csY611" fmla="*/ 503071 h 667385"/>
                <a:gd name="csX612" fmla="*/ 617748 w 1008380"/>
                <a:gd name="csY612" fmla="*/ 505239 h 667385"/>
                <a:gd name="csX613" fmla="*/ 618755 w 1008380"/>
                <a:gd name="csY613" fmla="*/ 507406 h 667385"/>
                <a:gd name="csX614" fmla="*/ 619767 w 1008380"/>
                <a:gd name="csY614" fmla="*/ 509563 h 667385"/>
                <a:gd name="csX615" fmla="*/ 620773 w 1008380"/>
                <a:gd name="csY615" fmla="*/ 511720 h 667385"/>
                <a:gd name="csX616" fmla="*/ 621785 w 1008380"/>
                <a:gd name="csY616" fmla="*/ 513876 h 667385"/>
                <a:gd name="csX617" fmla="*/ 622792 w 1008380"/>
                <a:gd name="csY617" fmla="*/ 516022 h 667385"/>
                <a:gd name="csX618" fmla="*/ 623803 w 1008380"/>
                <a:gd name="csY618" fmla="*/ 518163 h 667385"/>
                <a:gd name="csX619" fmla="*/ 624810 w 1008380"/>
                <a:gd name="csY619" fmla="*/ 520299 h 667385"/>
                <a:gd name="csX620" fmla="*/ 625822 w 1008380"/>
                <a:gd name="csY620" fmla="*/ 522429 h 667385"/>
                <a:gd name="csX621" fmla="*/ 626833 w 1008380"/>
                <a:gd name="csY621" fmla="*/ 524548 h 667385"/>
                <a:gd name="csX622" fmla="*/ 627840 w 1008380"/>
                <a:gd name="csY622" fmla="*/ 526663 h 667385"/>
                <a:gd name="csX623" fmla="*/ 628852 w 1008380"/>
                <a:gd name="csY623" fmla="*/ 528766 h 667385"/>
                <a:gd name="csX624" fmla="*/ 629858 w 1008380"/>
                <a:gd name="csY624" fmla="*/ 530864 h 667385"/>
                <a:gd name="csX625" fmla="*/ 630870 w 1008380"/>
                <a:gd name="csY625" fmla="*/ 532952 h 667385"/>
                <a:gd name="csX626" fmla="*/ 631877 w 1008380"/>
                <a:gd name="csY626" fmla="*/ 535029 h 667385"/>
                <a:gd name="csX627" fmla="*/ 632888 w 1008380"/>
                <a:gd name="csY627" fmla="*/ 537095 h 667385"/>
                <a:gd name="csX628" fmla="*/ 633895 w 1008380"/>
                <a:gd name="csY628" fmla="*/ 539145 h 667385"/>
                <a:gd name="csX629" fmla="*/ 634907 w 1008380"/>
                <a:gd name="csY629" fmla="*/ 541190 h 667385"/>
                <a:gd name="csX630" fmla="*/ 635913 w 1008380"/>
                <a:gd name="csY630" fmla="*/ 543219 h 667385"/>
                <a:gd name="csX631" fmla="*/ 636925 w 1008380"/>
                <a:gd name="csY631" fmla="*/ 545237 h 667385"/>
                <a:gd name="csX632" fmla="*/ 637931 w 1008380"/>
                <a:gd name="csY632" fmla="*/ 547240 h 667385"/>
                <a:gd name="csX633" fmla="*/ 638943 w 1008380"/>
                <a:gd name="csY633" fmla="*/ 549231 h 667385"/>
                <a:gd name="csX634" fmla="*/ 639955 w 1008380"/>
                <a:gd name="csY634" fmla="*/ 551213 h 667385"/>
                <a:gd name="csX635" fmla="*/ 640962 w 1008380"/>
                <a:gd name="csY635" fmla="*/ 553172 h 667385"/>
                <a:gd name="csX636" fmla="*/ 641974 w 1008380"/>
                <a:gd name="csY636" fmla="*/ 555121 h 667385"/>
                <a:gd name="csX637" fmla="*/ 642980 w 1008380"/>
                <a:gd name="csY637" fmla="*/ 557054 h 667385"/>
                <a:gd name="csX638" fmla="*/ 643992 w 1008380"/>
                <a:gd name="csY638" fmla="*/ 558972 h 667385"/>
                <a:gd name="csX639" fmla="*/ 644998 w 1008380"/>
                <a:gd name="csY639" fmla="*/ 560873 h 667385"/>
                <a:gd name="csX640" fmla="*/ 646010 w 1008380"/>
                <a:gd name="csY640" fmla="*/ 562758 h 667385"/>
                <a:gd name="csX641" fmla="*/ 647017 w 1008380"/>
                <a:gd name="csY641" fmla="*/ 564627 h 667385"/>
                <a:gd name="csX642" fmla="*/ 648028 w 1008380"/>
                <a:gd name="csY642" fmla="*/ 566480 h 667385"/>
                <a:gd name="csX643" fmla="*/ 649035 w 1008380"/>
                <a:gd name="csY643" fmla="*/ 568312 h 667385"/>
                <a:gd name="csX644" fmla="*/ 650047 w 1008380"/>
                <a:gd name="csY644" fmla="*/ 570134 h 667385"/>
                <a:gd name="csX645" fmla="*/ 651059 w 1008380"/>
                <a:gd name="csY645" fmla="*/ 571934 h 667385"/>
                <a:gd name="csX646" fmla="*/ 652065 w 1008380"/>
                <a:gd name="csY646" fmla="*/ 573712 h 667385"/>
                <a:gd name="csX647" fmla="*/ 653077 w 1008380"/>
                <a:gd name="csY647" fmla="*/ 575475 h 667385"/>
                <a:gd name="csX648" fmla="*/ 654083 w 1008380"/>
                <a:gd name="csY648" fmla="*/ 577222 h 667385"/>
                <a:gd name="csX649" fmla="*/ 655095 w 1008380"/>
                <a:gd name="csY649" fmla="*/ 578947 h 667385"/>
                <a:gd name="csX650" fmla="*/ 656102 w 1008380"/>
                <a:gd name="csY650" fmla="*/ 580656 h 667385"/>
                <a:gd name="csX651" fmla="*/ 657113 w 1008380"/>
                <a:gd name="csY651" fmla="*/ 582345 h 667385"/>
                <a:gd name="csX652" fmla="*/ 658120 w 1008380"/>
                <a:gd name="csY652" fmla="*/ 584017 h 667385"/>
                <a:gd name="csX653" fmla="*/ 659132 w 1008380"/>
                <a:gd name="csY653" fmla="*/ 585668 h 667385"/>
                <a:gd name="csX654" fmla="*/ 660138 w 1008380"/>
                <a:gd name="csY654" fmla="*/ 587297 h 667385"/>
                <a:gd name="csX655" fmla="*/ 661150 w 1008380"/>
                <a:gd name="csY655" fmla="*/ 588905 h 667385"/>
                <a:gd name="csX656" fmla="*/ 662162 w 1008380"/>
                <a:gd name="csY656" fmla="*/ 590498 h 667385"/>
                <a:gd name="csX657" fmla="*/ 663168 w 1008380"/>
                <a:gd name="csY657" fmla="*/ 592069 h 667385"/>
                <a:gd name="csX658" fmla="*/ 664180 w 1008380"/>
                <a:gd name="csY658" fmla="*/ 593624 h 667385"/>
                <a:gd name="csX659" fmla="*/ 665187 w 1008380"/>
                <a:gd name="csY659" fmla="*/ 595152 h 667385"/>
                <a:gd name="csX660" fmla="*/ 666199 w 1008380"/>
                <a:gd name="csY660" fmla="*/ 596665 h 667385"/>
                <a:gd name="csX661" fmla="*/ 667205 w 1008380"/>
                <a:gd name="csY661" fmla="*/ 598156 h 667385"/>
                <a:gd name="csX662" fmla="*/ 668217 w 1008380"/>
                <a:gd name="csY662" fmla="*/ 599625 h 667385"/>
                <a:gd name="csX663" fmla="*/ 669223 w 1008380"/>
                <a:gd name="csY663" fmla="*/ 601074 h 667385"/>
                <a:gd name="csX664" fmla="*/ 670235 w 1008380"/>
                <a:gd name="csY664" fmla="*/ 602506 h 667385"/>
                <a:gd name="csX665" fmla="*/ 671242 w 1008380"/>
                <a:gd name="csY665" fmla="*/ 603918 h 667385"/>
                <a:gd name="csX666" fmla="*/ 672254 w 1008380"/>
                <a:gd name="csY666" fmla="*/ 605302 h 667385"/>
                <a:gd name="csX667" fmla="*/ 673265 w 1008380"/>
                <a:gd name="csY667" fmla="*/ 606671 h 667385"/>
                <a:gd name="csX668" fmla="*/ 674272 w 1008380"/>
                <a:gd name="csY668" fmla="*/ 608024 h 667385"/>
                <a:gd name="csX669" fmla="*/ 675284 w 1008380"/>
                <a:gd name="csY669" fmla="*/ 609350 h 667385"/>
                <a:gd name="csX670" fmla="*/ 676290 w 1008380"/>
                <a:gd name="csY670" fmla="*/ 610654 h 667385"/>
                <a:gd name="csX671" fmla="*/ 677302 w 1008380"/>
                <a:gd name="csY671" fmla="*/ 611943 h 667385"/>
                <a:gd name="csX672" fmla="*/ 678308 w 1008380"/>
                <a:gd name="csY672" fmla="*/ 613210 h 667385"/>
                <a:gd name="csX673" fmla="*/ 679320 w 1008380"/>
                <a:gd name="csY673" fmla="*/ 614457 h 667385"/>
                <a:gd name="csX674" fmla="*/ 680327 w 1008380"/>
                <a:gd name="csY674" fmla="*/ 615681 h 667385"/>
                <a:gd name="csX675" fmla="*/ 681339 w 1008380"/>
                <a:gd name="csY675" fmla="*/ 616890 h 667385"/>
                <a:gd name="csX676" fmla="*/ 682345 w 1008380"/>
                <a:gd name="csY676" fmla="*/ 618073 h 667385"/>
                <a:gd name="csX677" fmla="*/ 683357 w 1008380"/>
                <a:gd name="csY677" fmla="*/ 619239 h 667385"/>
                <a:gd name="csX678" fmla="*/ 684363 w 1008380"/>
                <a:gd name="csY678" fmla="*/ 620389 h 667385"/>
                <a:gd name="csX679" fmla="*/ 685375 w 1008380"/>
                <a:gd name="csY679" fmla="*/ 621513 h 667385"/>
                <a:gd name="csX680" fmla="*/ 686387 w 1008380"/>
                <a:gd name="csY680" fmla="*/ 622620 h 667385"/>
                <a:gd name="csX681" fmla="*/ 687394 w 1008380"/>
                <a:gd name="csY681" fmla="*/ 623707 h 667385"/>
                <a:gd name="csX682" fmla="*/ 688405 w 1008380"/>
                <a:gd name="csY682" fmla="*/ 624777 h 667385"/>
                <a:gd name="csX683" fmla="*/ 689412 w 1008380"/>
                <a:gd name="csY683" fmla="*/ 625826 h 667385"/>
                <a:gd name="csX684" fmla="*/ 690424 w 1008380"/>
                <a:gd name="csY684" fmla="*/ 626854 h 667385"/>
                <a:gd name="csX685" fmla="*/ 691430 w 1008380"/>
                <a:gd name="csY685" fmla="*/ 627866 h 667385"/>
                <a:gd name="csX686" fmla="*/ 692442 w 1008380"/>
                <a:gd name="csY686" fmla="*/ 628856 h 667385"/>
                <a:gd name="csX687" fmla="*/ 693448 w 1008380"/>
                <a:gd name="csY687" fmla="*/ 629831 h 667385"/>
                <a:gd name="csX688" fmla="*/ 694460 w 1008380"/>
                <a:gd name="csY688" fmla="*/ 630784 h 667385"/>
                <a:gd name="csX689" fmla="*/ 695467 w 1008380"/>
                <a:gd name="csY689" fmla="*/ 631721 h 667385"/>
                <a:gd name="csX690" fmla="*/ 696479 w 1008380"/>
                <a:gd name="csY690" fmla="*/ 632637 h 667385"/>
                <a:gd name="csX691" fmla="*/ 697490 w 1008380"/>
                <a:gd name="csY691" fmla="*/ 633537 h 667385"/>
                <a:gd name="csX692" fmla="*/ 698497 w 1008380"/>
                <a:gd name="csY692" fmla="*/ 634421 h 667385"/>
                <a:gd name="csX693" fmla="*/ 699509 w 1008380"/>
                <a:gd name="csY693" fmla="*/ 635284 h 667385"/>
                <a:gd name="csX694" fmla="*/ 700515 w 1008380"/>
                <a:gd name="csY694" fmla="*/ 636131 h 667385"/>
                <a:gd name="csX695" fmla="*/ 701527 w 1008380"/>
                <a:gd name="csY695" fmla="*/ 636956 h 667385"/>
                <a:gd name="csX696" fmla="*/ 702534 w 1008380"/>
                <a:gd name="csY696" fmla="*/ 637771 h 667385"/>
                <a:gd name="csX697" fmla="*/ 703545 w 1008380"/>
                <a:gd name="csY697" fmla="*/ 638565 h 667385"/>
                <a:gd name="csX698" fmla="*/ 704552 w 1008380"/>
                <a:gd name="csY698" fmla="*/ 639342 h 667385"/>
                <a:gd name="csX699" fmla="*/ 705564 w 1008380"/>
                <a:gd name="csY699" fmla="*/ 640109 h 667385"/>
                <a:gd name="csX700" fmla="*/ 706570 w 1008380"/>
                <a:gd name="csY700" fmla="*/ 640854 h 667385"/>
                <a:gd name="csX701" fmla="*/ 707582 w 1008380"/>
                <a:gd name="csY701" fmla="*/ 641579 h 667385"/>
                <a:gd name="csX702" fmla="*/ 708594 w 1008380"/>
                <a:gd name="csY702" fmla="*/ 642292 h 667385"/>
                <a:gd name="csX703" fmla="*/ 709600 w 1008380"/>
                <a:gd name="csY703" fmla="*/ 642990 h 667385"/>
                <a:gd name="csX704" fmla="*/ 710612 w 1008380"/>
                <a:gd name="csY704" fmla="*/ 643677 h 667385"/>
                <a:gd name="csX705" fmla="*/ 711619 w 1008380"/>
                <a:gd name="csY705" fmla="*/ 644343 h 667385"/>
                <a:gd name="csX706" fmla="*/ 712630 w 1008380"/>
                <a:gd name="csY706" fmla="*/ 644992 h 667385"/>
                <a:gd name="csX707" fmla="*/ 713637 w 1008380"/>
                <a:gd name="csY707" fmla="*/ 645631 h 667385"/>
                <a:gd name="csX708" fmla="*/ 714649 w 1008380"/>
                <a:gd name="csY708" fmla="*/ 646254 h 667385"/>
                <a:gd name="csX709" fmla="*/ 715655 w 1008380"/>
                <a:gd name="csY709" fmla="*/ 646862 h 667385"/>
                <a:gd name="csX710" fmla="*/ 716667 w 1008380"/>
                <a:gd name="csY710" fmla="*/ 647453 h 667385"/>
                <a:gd name="csX711" fmla="*/ 717674 w 1008380"/>
                <a:gd name="csY711" fmla="*/ 648033 h 667385"/>
                <a:gd name="csX712" fmla="*/ 718685 w 1008380"/>
                <a:gd name="csY712" fmla="*/ 648598 h 667385"/>
                <a:gd name="csX713" fmla="*/ 719697 w 1008380"/>
                <a:gd name="csY713" fmla="*/ 649151 h 667385"/>
                <a:gd name="csX714" fmla="*/ 720704 w 1008380"/>
                <a:gd name="csY714" fmla="*/ 649689 h 667385"/>
                <a:gd name="csX715" fmla="*/ 721716 w 1008380"/>
                <a:gd name="csY715" fmla="*/ 650216 h 667385"/>
                <a:gd name="csX716" fmla="*/ 722722 w 1008380"/>
                <a:gd name="csY716" fmla="*/ 650733 h 667385"/>
                <a:gd name="csX717" fmla="*/ 723734 w 1008380"/>
                <a:gd name="csY717" fmla="*/ 651228 h 667385"/>
                <a:gd name="csX718" fmla="*/ 724740 w 1008380"/>
                <a:gd name="csY718" fmla="*/ 651718 h 667385"/>
                <a:gd name="csX719" fmla="*/ 725752 w 1008380"/>
                <a:gd name="csY719" fmla="*/ 652192 h 667385"/>
                <a:gd name="csX720" fmla="*/ 726759 w 1008380"/>
                <a:gd name="csY720" fmla="*/ 652656 h 667385"/>
                <a:gd name="csX721" fmla="*/ 727771 w 1008380"/>
                <a:gd name="csY721" fmla="*/ 653108 h 667385"/>
                <a:gd name="csX722" fmla="*/ 728777 w 1008380"/>
                <a:gd name="csY722" fmla="*/ 653550 h 667385"/>
                <a:gd name="csX723" fmla="*/ 729789 w 1008380"/>
                <a:gd name="csY723" fmla="*/ 653982 h 667385"/>
                <a:gd name="csX724" fmla="*/ 730795 w 1008380"/>
                <a:gd name="csY724" fmla="*/ 654397 h 667385"/>
                <a:gd name="csX725" fmla="*/ 731807 w 1008380"/>
                <a:gd name="csY725" fmla="*/ 654802 h 667385"/>
                <a:gd name="csX726" fmla="*/ 732819 w 1008380"/>
                <a:gd name="csY726" fmla="*/ 655201 h 667385"/>
                <a:gd name="csX727" fmla="*/ 733825 w 1008380"/>
                <a:gd name="csY727" fmla="*/ 655584 h 667385"/>
                <a:gd name="csX728" fmla="*/ 734837 w 1008380"/>
                <a:gd name="csY728" fmla="*/ 655963 h 667385"/>
                <a:gd name="csX729" fmla="*/ 735844 w 1008380"/>
                <a:gd name="csY729" fmla="*/ 656325 h 667385"/>
                <a:gd name="csX730" fmla="*/ 736856 w 1008380"/>
                <a:gd name="csY730" fmla="*/ 656681 h 667385"/>
                <a:gd name="csX731" fmla="*/ 737862 w 1008380"/>
                <a:gd name="csY731" fmla="*/ 657028 h 667385"/>
                <a:gd name="csX732" fmla="*/ 738874 w 1008380"/>
                <a:gd name="csY732" fmla="*/ 657363 h 667385"/>
                <a:gd name="csX733" fmla="*/ 739880 w 1008380"/>
                <a:gd name="csY733" fmla="*/ 657688 h 667385"/>
                <a:gd name="csX734" fmla="*/ 740892 w 1008380"/>
                <a:gd name="csY734" fmla="*/ 658007 h 667385"/>
                <a:gd name="csX735" fmla="*/ 741899 w 1008380"/>
                <a:gd name="csY735" fmla="*/ 658316 h 667385"/>
                <a:gd name="csX736" fmla="*/ 742911 w 1008380"/>
                <a:gd name="csY736" fmla="*/ 658615 h 667385"/>
                <a:gd name="csX737" fmla="*/ 743922 w 1008380"/>
                <a:gd name="csY737" fmla="*/ 658907 h 667385"/>
                <a:gd name="csX738" fmla="*/ 744929 w 1008380"/>
                <a:gd name="csY738" fmla="*/ 659190 h 667385"/>
                <a:gd name="csX739" fmla="*/ 745941 w 1008380"/>
                <a:gd name="csY739" fmla="*/ 659467 h 667385"/>
                <a:gd name="csX740" fmla="*/ 746947 w 1008380"/>
                <a:gd name="csY740" fmla="*/ 659733 h 667385"/>
                <a:gd name="csX741" fmla="*/ 747959 w 1008380"/>
                <a:gd name="csY741" fmla="*/ 659989 h 667385"/>
                <a:gd name="csX742" fmla="*/ 748965 w 1008380"/>
                <a:gd name="csY742" fmla="*/ 660244 h 667385"/>
                <a:gd name="csX743" fmla="*/ 749977 w 1008380"/>
                <a:gd name="csY743" fmla="*/ 660484 h 667385"/>
                <a:gd name="csX744" fmla="*/ 750984 w 1008380"/>
                <a:gd name="csY744" fmla="*/ 660723 h 667385"/>
                <a:gd name="csX745" fmla="*/ 751996 w 1008380"/>
                <a:gd name="csY745" fmla="*/ 660952 h 667385"/>
                <a:gd name="csX746" fmla="*/ 753002 w 1008380"/>
                <a:gd name="csY746" fmla="*/ 661176 h 667385"/>
                <a:gd name="csX747" fmla="*/ 754014 w 1008380"/>
                <a:gd name="csY747" fmla="*/ 661389 h 667385"/>
                <a:gd name="csX748" fmla="*/ 755026 w 1008380"/>
                <a:gd name="csY748" fmla="*/ 661602 h 667385"/>
                <a:gd name="csX749" fmla="*/ 756032 w 1008380"/>
                <a:gd name="csY749" fmla="*/ 661804 h 667385"/>
                <a:gd name="csX750" fmla="*/ 757044 w 1008380"/>
                <a:gd name="csY750" fmla="*/ 662001 h 667385"/>
                <a:gd name="csX751" fmla="*/ 758051 w 1008380"/>
                <a:gd name="csY751" fmla="*/ 662193 h 667385"/>
                <a:gd name="csX752" fmla="*/ 759062 w 1008380"/>
                <a:gd name="csY752" fmla="*/ 662380 h 667385"/>
                <a:gd name="csX753" fmla="*/ 760069 w 1008380"/>
                <a:gd name="csY753" fmla="*/ 662555 h 667385"/>
                <a:gd name="csX754" fmla="*/ 761081 w 1008380"/>
                <a:gd name="csY754" fmla="*/ 662731 h 667385"/>
                <a:gd name="csX755" fmla="*/ 762087 w 1008380"/>
                <a:gd name="csY755" fmla="*/ 662896 h 667385"/>
                <a:gd name="csX756" fmla="*/ 763099 w 1008380"/>
                <a:gd name="csY756" fmla="*/ 663061 h 667385"/>
                <a:gd name="csX757" fmla="*/ 764106 w 1008380"/>
                <a:gd name="csY757" fmla="*/ 663216 h 667385"/>
                <a:gd name="csX758" fmla="*/ 765117 w 1008380"/>
                <a:gd name="csY758" fmla="*/ 663370 h 667385"/>
                <a:gd name="csX759" fmla="*/ 766129 w 1008380"/>
                <a:gd name="csY759" fmla="*/ 663519 h 667385"/>
                <a:gd name="csX760" fmla="*/ 767136 w 1008380"/>
                <a:gd name="csY760" fmla="*/ 663663 h 667385"/>
                <a:gd name="csX761" fmla="*/ 768147 w 1008380"/>
                <a:gd name="csY761" fmla="*/ 663796 h 667385"/>
                <a:gd name="csX762" fmla="*/ 769154 w 1008380"/>
                <a:gd name="csY762" fmla="*/ 663929 h 667385"/>
                <a:gd name="csX763" fmla="*/ 770166 w 1008380"/>
                <a:gd name="csY763" fmla="*/ 664062 h 667385"/>
                <a:gd name="csX764" fmla="*/ 771172 w 1008380"/>
                <a:gd name="csY764" fmla="*/ 664185 h 667385"/>
                <a:gd name="csX765" fmla="*/ 772184 w 1008380"/>
                <a:gd name="csY765" fmla="*/ 664307 h 667385"/>
                <a:gd name="csX766" fmla="*/ 773191 w 1008380"/>
                <a:gd name="csY766" fmla="*/ 664425 h 667385"/>
                <a:gd name="csX767" fmla="*/ 774202 w 1008380"/>
                <a:gd name="csY767" fmla="*/ 664536 h 667385"/>
                <a:gd name="csX768" fmla="*/ 775209 w 1008380"/>
                <a:gd name="csY768" fmla="*/ 664643 h 667385"/>
                <a:gd name="csX769" fmla="*/ 776221 w 1008380"/>
                <a:gd name="csY769" fmla="*/ 664749 h 667385"/>
                <a:gd name="csX770" fmla="*/ 777227 w 1008380"/>
                <a:gd name="csY770" fmla="*/ 664851 h 667385"/>
                <a:gd name="csX771" fmla="*/ 778239 w 1008380"/>
                <a:gd name="csY771" fmla="*/ 664946 h 667385"/>
                <a:gd name="csX772" fmla="*/ 779251 w 1008380"/>
                <a:gd name="csY772" fmla="*/ 665042 h 667385"/>
                <a:gd name="csX773" fmla="*/ 780257 w 1008380"/>
                <a:gd name="csY773" fmla="*/ 665133 h 667385"/>
                <a:gd name="csX774" fmla="*/ 781269 w 1008380"/>
                <a:gd name="csY774" fmla="*/ 665223 h 667385"/>
                <a:gd name="csX775" fmla="*/ 782276 w 1008380"/>
                <a:gd name="csY775" fmla="*/ 665309 h 667385"/>
                <a:gd name="csX776" fmla="*/ 783288 w 1008380"/>
                <a:gd name="csY776" fmla="*/ 665388 h 667385"/>
                <a:gd name="csX777" fmla="*/ 784294 w 1008380"/>
                <a:gd name="csY777" fmla="*/ 665468 h 667385"/>
                <a:gd name="csX778" fmla="*/ 785306 w 1008380"/>
                <a:gd name="csY778" fmla="*/ 665543 h 667385"/>
                <a:gd name="csX779" fmla="*/ 786312 w 1008380"/>
                <a:gd name="csY779" fmla="*/ 665617 h 667385"/>
                <a:gd name="csX780" fmla="*/ 787324 w 1008380"/>
                <a:gd name="csY780" fmla="*/ 665687 h 667385"/>
                <a:gd name="csX781" fmla="*/ 788331 w 1008380"/>
                <a:gd name="csY781" fmla="*/ 665756 h 667385"/>
                <a:gd name="csX782" fmla="*/ 789342 w 1008380"/>
                <a:gd name="csY782" fmla="*/ 665820 h 667385"/>
                <a:gd name="csX783" fmla="*/ 790354 w 1008380"/>
                <a:gd name="csY783" fmla="*/ 665884 h 667385"/>
                <a:gd name="csX784" fmla="*/ 791361 w 1008380"/>
                <a:gd name="csY784" fmla="*/ 665948 h 667385"/>
                <a:gd name="csX785" fmla="*/ 792373 w 1008380"/>
                <a:gd name="csY785" fmla="*/ 666006 h 667385"/>
                <a:gd name="csX786" fmla="*/ 793379 w 1008380"/>
                <a:gd name="csY786" fmla="*/ 666065 h 667385"/>
                <a:gd name="csX787" fmla="*/ 794391 w 1008380"/>
                <a:gd name="csY787" fmla="*/ 666118 h 667385"/>
                <a:gd name="csX788" fmla="*/ 795397 w 1008380"/>
                <a:gd name="csY788" fmla="*/ 666171 h 667385"/>
                <a:gd name="csX789" fmla="*/ 796409 w 1008380"/>
                <a:gd name="csY789" fmla="*/ 666219 h 667385"/>
                <a:gd name="csX790" fmla="*/ 797416 w 1008380"/>
                <a:gd name="csY790" fmla="*/ 666267 h 667385"/>
                <a:gd name="csX791" fmla="*/ 798428 w 1008380"/>
                <a:gd name="csY791" fmla="*/ 666315 h 667385"/>
                <a:gd name="csX792" fmla="*/ 799434 w 1008380"/>
                <a:gd name="csY792" fmla="*/ 666358 h 667385"/>
                <a:gd name="csX793" fmla="*/ 800446 w 1008380"/>
                <a:gd name="csY793" fmla="*/ 666406 h 667385"/>
                <a:gd name="csX794" fmla="*/ 801458 w 1008380"/>
                <a:gd name="csY794" fmla="*/ 666443 h 667385"/>
                <a:gd name="csX795" fmla="*/ 802464 w 1008380"/>
                <a:gd name="csY795" fmla="*/ 666485 h 667385"/>
                <a:gd name="csX796" fmla="*/ 803476 w 1008380"/>
                <a:gd name="csY796" fmla="*/ 666523 h 667385"/>
                <a:gd name="csX797" fmla="*/ 804482 w 1008380"/>
                <a:gd name="csY797" fmla="*/ 666560 h 667385"/>
                <a:gd name="csX798" fmla="*/ 805494 w 1008380"/>
                <a:gd name="csY798" fmla="*/ 666597 h 667385"/>
                <a:gd name="csX799" fmla="*/ 806501 w 1008380"/>
                <a:gd name="csY799" fmla="*/ 666629 h 667385"/>
                <a:gd name="csX800" fmla="*/ 807513 w 1008380"/>
                <a:gd name="csY800" fmla="*/ 666661 h 667385"/>
                <a:gd name="csX801" fmla="*/ 808519 w 1008380"/>
                <a:gd name="csY801" fmla="*/ 666693 h 667385"/>
                <a:gd name="csX802" fmla="*/ 809531 w 1008380"/>
                <a:gd name="csY802" fmla="*/ 666725 h 667385"/>
                <a:gd name="csX803" fmla="*/ 810537 w 1008380"/>
                <a:gd name="csY803" fmla="*/ 666752 h 667385"/>
                <a:gd name="csX804" fmla="*/ 811549 w 1008380"/>
                <a:gd name="csY804" fmla="*/ 666778 h 667385"/>
                <a:gd name="csX805" fmla="*/ 812561 w 1008380"/>
                <a:gd name="csY805" fmla="*/ 666805 h 667385"/>
                <a:gd name="csX806" fmla="*/ 813568 w 1008380"/>
                <a:gd name="csY806" fmla="*/ 666832 h 667385"/>
                <a:gd name="csX807" fmla="*/ 814579 w 1008380"/>
                <a:gd name="csY807" fmla="*/ 666858 h 667385"/>
                <a:gd name="csX808" fmla="*/ 815586 w 1008380"/>
                <a:gd name="csY808" fmla="*/ 666880 h 667385"/>
                <a:gd name="csX809" fmla="*/ 816598 w 1008380"/>
                <a:gd name="csY809" fmla="*/ 666901 h 667385"/>
                <a:gd name="csX810" fmla="*/ 817604 w 1008380"/>
                <a:gd name="csY810" fmla="*/ 666927 h 667385"/>
                <a:gd name="csX811" fmla="*/ 818616 w 1008380"/>
                <a:gd name="csY811" fmla="*/ 666943 h 667385"/>
                <a:gd name="csX812" fmla="*/ 819623 w 1008380"/>
                <a:gd name="csY812" fmla="*/ 666965 h 667385"/>
                <a:gd name="csX813" fmla="*/ 820634 w 1008380"/>
                <a:gd name="csY813" fmla="*/ 666986 h 667385"/>
                <a:gd name="csX814" fmla="*/ 821641 w 1008380"/>
                <a:gd name="csY814" fmla="*/ 667002 h 667385"/>
                <a:gd name="csX815" fmla="*/ 822653 w 1008380"/>
                <a:gd name="csY815" fmla="*/ 667018 h 667385"/>
                <a:gd name="csX816" fmla="*/ 823664 w 1008380"/>
                <a:gd name="csY816" fmla="*/ 667039 h 667385"/>
                <a:gd name="csX817" fmla="*/ 824671 w 1008380"/>
                <a:gd name="csY817" fmla="*/ 667055 h 667385"/>
                <a:gd name="csX818" fmla="*/ 825683 w 1008380"/>
                <a:gd name="csY818" fmla="*/ 667066 h 667385"/>
                <a:gd name="csX819" fmla="*/ 826689 w 1008380"/>
                <a:gd name="csY819" fmla="*/ 667082 h 667385"/>
                <a:gd name="csX820" fmla="*/ 827701 w 1008380"/>
                <a:gd name="csY820" fmla="*/ 667098 h 667385"/>
                <a:gd name="csX821" fmla="*/ 828708 w 1008380"/>
                <a:gd name="csY821" fmla="*/ 667109 h 667385"/>
                <a:gd name="csX822" fmla="*/ 829719 w 1008380"/>
                <a:gd name="csY822" fmla="*/ 667124 h 667385"/>
                <a:gd name="csX823" fmla="*/ 830726 w 1008380"/>
                <a:gd name="csY823" fmla="*/ 667135 h 667385"/>
                <a:gd name="csX824" fmla="*/ 831738 w 1008380"/>
                <a:gd name="csY824" fmla="*/ 667146 h 667385"/>
                <a:gd name="csX825" fmla="*/ 832744 w 1008380"/>
                <a:gd name="csY825" fmla="*/ 667156 h 667385"/>
                <a:gd name="csX826" fmla="*/ 833756 w 1008380"/>
                <a:gd name="csY826" fmla="*/ 667172 h 667385"/>
                <a:gd name="csX827" fmla="*/ 834763 w 1008380"/>
                <a:gd name="csY827" fmla="*/ 667178 h 667385"/>
                <a:gd name="csX828" fmla="*/ 835774 w 1008380"/>
                <a:gd name="csY828" fmla="*/ 667188 h 667385"/>
                <a:gd name="csX829" fmla="*/ 836786 w 1008380"/>
                <a:gd name="csY829" fmla="*/ 667199 h 667385"/>
                <a:gd name="csX830" fmla="*/ 837793 w 1008380"/>
                <a:gd name="csY830" fmla="*/ 667210 h 667385"/>
                <a:gd name="csX831" fmla="*/ 838805 w 1008380"/>
                <a:gd name="csY831" fmla="*/ 667215 h 667385"/>
                <a:gd name="csX832" fmla="*/ 839811 w 1008380"/>
                <a:gd name="csY832" fmla="*/ 667226 h 667385"/>
                <a:gd name="csX833" fmla="*/ 840823 w 1008380"/>
                <a:gd name="csY833" fmla="*/ 667231 h 667385"/>
                <a:gd name="csX834" fmla="*/ 841829 w 1008380"/>
                <a:gd name="csY834" fmla="*/ 667242 h 667385"/>
                <a:gd name="csX835" fmla="*/ 842841 w 1008380"/>
                <a:gd name="csY835" fmla="*/ 667247 h 667385"/>
                <a:gd name="csX836" fmla="*/ 843848 w 1008380"/>
                <a:gd name="csY836" fmla="*/ 667252 h 667385"/>
                <a:gd name="csX837" fmla="*/ 844859 w 1008380"/>
                <a:gd name="csY837" fmla="*/ 667263 h 667385"/>
                <a:gd name="csX838" fmla="*/ 845866 w 1008380"/>
                <a:gd name="csY838" fmla="*/ 667268 h 667385"/>
                <a:gd name="csX839" fmla="*/ 846878 w 1008380"/>
                <a:gd name="csY839" fmla="*/ 667274 h 667385"/>
                <a:gd name="csX840" fmla="*/ 847890 w 1008380"/>
                <a:gd name="csY840" fmla="*/ 667279 h 667385"/>
                <a:gd name="csX841" fmla="*/ 848896 w 1008380"/>
                <a:gd name="csY841" fmla="*/ 667284 h 667385"/>
                <a:gd name="csX842" fmla="*/ 849908 w 1008380"/>
                <a:gd name="csY842" fmla="*/ 667290 h 667385"/>
                <a:gd name="csX843" fmla="*/ 850914 w 1008380"/>
                <a:gd name="csY843" fmla="*/ 667295 h 667385"/>
                <a:gd name="csX844" fmla="*/ 851926 w 1008380"/>
                <a:gd name="csY844" fmla="*/ 667300 h 667385"/>
                <a:gd name="csX845" fmla="*/ 852933 w 1008380"/>
                <a:gd name="csY845" fmla="*/ 667306 h 667385"/>
                <a:gd name="csX846" fmla="*/ 853945 w 1008380"/>
                <a:gd name="csY846" fmla="*/ 667306 h 667385"/>
                <a:gd name="csX847" fmla="*/ 854951 w 1008380"/>
                <a:gd name="csY847" fmla="*/ 667311 h 667385"/>
                <a:gd name="csX848" fmla="*/ 855963 w 1008380"/>
                <a:gd name="csY848" fmla="*/ 667316 h 667385"/>
                <a:gd name="csX849" fmla="*/ 856969 w 1008380"/>
                <a:gd name="csY849" fmla="*/ 667322 h 667385"/>
                <a:gd name="csX850" fmla="*/ 857981 w 1008380"/>
                <a:gd name="csY850" fmla="*/ 667322 h 667385"/>
                <a:gd name="csX851" fmla="*/ 858993 w 1008380"/>
                <a:gd name="csY851" fmla="*/ 667327 h 667385"/>
                <a:gd name="csX852" fmla="*/ 859999 w 1008380"/>
                <a:gd name="csY852" fmla="*/ 667327 h 667385"/>
                <a:gd name="csX853" fmla="*/ 861011 w 1008380"/>
                <a:gd name="csY853" fmla="*/ 667332 h 667385"/>
                <a:gd name="csX854" fmla="*/ 862018 w 1008380"/>
                <a:gd name="csY854" fmla="*/ 667332 h 667385"/>
                <a:gd name="csX855" fmla="*/ 863030 w 1008380"/>
                <a:gd name="csY855" fmla="*/ 667338 h 667385"/>
                <a:gd name="csX856" fmla="*/ 864036 w 1008380"/>
                <a:gd name="csY856" fmla="*/ 667338 h 667385"/>
                <a:gd name="csX857" fmla="*/ 865048 w 1008380"/>
                <a:gd name="csY857" fmla="*/ 667343 h 667385"/>
                <a:gd name="csX858" fmla="*/ 866054 w 1008380"/>
                <a:gd name="csY858" fmla="*/ 667343 h 667385"/>
                <a:gd name="csX859" fmla="*/ 867066 w 1008380"/>
                <a:gd name="csY859" fmla="*/ 667348 h 667385"/>
                <a:gd name="csX860" fmla="*/ 868073 w 1008380"/>
                <a:gd name="csY860" fmla="*/ 667348 h 667385"/>
                <a:gd name="csX861" fmla="*/ 869085 w 1008380"/>
                <a:gd name="csY861" fmla="*/ 667354 h 667385"/>
                <a:gd name="csX862" fmla="*/ 870096 w 1008380"/>
                <a:gd name="csY862" fmla="*/ 667354 h 667385"/>
                <a:gd name="csX863" fmla="*/ 871103 w 1008380"/>
                <a:gd name="csY863" fmla="*/ 667354 h 667385"/>
                <a:gd name="csX864" fmla="*/ 872115 w 1008380"/>
                <a:gd name="csY864" fmla="*/ 667359 h 667385"/>
                <a:gd name="csX865" fmla="*/ 873121 w 1008380"/>
                <a:gd name="csY865" fmla="*/ 667359 h 667385"/>
                <a:gd name="csX866" fmla="*/ 874133 w 1008380"/>
                <a:gd name="csY866" fmla="*/ 667359 h 667385"/>
                <a:gd name="csX867" fmla="*/ 875140 w 1008380"/>
                <a:gd name="csY867" fmla="*/ 667359 h 667385"/>
                <a:gd name="csX868" fmla="*/ 876151 w 1008380"/>
                <a:gd name="csY868" fmla="*/ 667364 h 667385"/>
                <a:gd name="csX869" fmla="*/ 877158 w 1008380"/>
                <a:gd name="csY869" fmla="*/ 667364 h 667385"/>
                <a:gd name="csX870" fmla="*/ 878170 w 1008380"/>
                <a:gd name="csY870" fmla="*/ 667364 h 667385"/>
                <a:gd name="csX871" fmla="*/ 879176 w 1008380"/>
                <a:gd name="csY871" fmla="*/ 667364 h 667385"/>
                <a:gd name="csX872" fmla="*/ 880188 w 1008380"/>
                <a:gd name="csY872" fmla="*/ 667370 h 667385"/>
                <a:gd name="csX873" fmla="*/ 881195 w 1008380"/>
                <a:gd name="csY873" fmla="*/ 667370 h 667385"/>
                <a:gd name="csX874" fmla="*/ 882206 w 1008380"/>
                <a:gd name="csY874" fmla="*/ 667370 h 667385"/>
                <a:gd name="csX875" fmla="*/ 883218 w 1008380"/>
                <a:gd name="csY875" fmla="*/ 667370 h 667385"/>
                <a:gd name="csX876" fmla="*/ 884225 w 1008380"/>
                <a:gd name="csY876" fmla="*/ 667370 h 667385"/>
                <a:gd name="csX877" fmla="*/ 885236 w 1008380"/>
                <a:gd name="csY877" fmla="*/ 667375 h 667385"/>
                <a:gd name="csX878" fmla="*/ 886243 w 1008380"/>
                <a:gd name="csY878" fmla="*/ 667375 h 667385"/>
                <a:gd name="csX879" fmla="*/ 887255 w 1008380"/>
                <a:gd name="csY879" fmla="*/ 667375 h 667385"/>
                <a:gd name="csX880" fmla="*/ 888261 w 1008380"/>
                <a:gd name="csY880" fmla="*/ 667375 h 667385"/>
                <a:gd name="csX881" fmla="*/ 889273 w 1008380"/>
                <a:gd name="csY881" fmla="*/ 667375 h 667385"/>
                <a:gd name="csX882" fmla="*/ 890280 w 1008380"/>
                <a:gd name="csY882" fmla="*/ 667375 h 667385"/>
                <a:gd name="csX883" fmla="*/ 891291 w 1008380"/>
                <a:gd name="csY883" fmla="*/ 667375 h 667385"/>
                <a:gd name="csX884" fmla="*/ 892298 w 1008380"/>
                <a:gd name="csY884" fmla="*/ 667375 h 667385"/>
                <a:gd name="csX885" fmla="*/ 893310 w 1008380"/>
                <a:gd name="csY885" fmla="*/ 667380 h 667385"/>
                <a:gd name="csX886" fmla="*/ 894322 w 1008380"/>
                <a:gd name="csY886" fmla="*/ 667380 h 667385"/>
                <a:gd name="csX887" fmla="*/ 895328 w 1008380"/>
                <a:gd name="csY887" fmla="*/ 667380 h 667385"/>
                <a:gd name="csX888" fmla="*/ 896340 w 1008380"/>
                <a:gd name="csY888" fmla="*/ 667380 h 667385"/>
                <a:gd name="csX889" fmla="*/ 897346 w 1008380"/>
                <a:gd name="csY889" fmla="*/ 667380 h 667385"/>
                <a:gd name="csX890" fmla="*/ 898358 w 1008380"/>
                <a:gd name="csY890" fmla="*/ 667380 h 667385"/>
                <a:gd name="csX891" fmla="*/ 899365 w 1008380"/>
                <a:gd name="csY891" fmla="*/ 667380 h 667385"/>
                <a:gd name="csX892" fmla="*/ 900376 w 1008380"/>
                <a:gd name="csY892" fmla="*/ 667380 h 667385"/>
                <a:gd name="csX893" fmla="*/ 901383 w 1008380"/>
                <a:gd name="csY893" fmla="*/ 667380 h 667385"/>
                <a:gd name="csX894" fmla="*/ 902395 w 1008380"/>
                <a:gd name="csY894" fmla="*/ 667380 h 667385"/>
                <a:gd name="csX895" fmla="*/ 903401 w 1008380"/>
                <a:gd name="csY895" fmla="*/ 667380 h 667385"/>
                <a:gd name="csX896" fmla="*/ 904413 w 1008380"/>
                <a:gd name="csY896" fmla="*/ 667380 h 667385"/>
                <a:gd name="csX897" fmla="*/ 905425 w 1008380"/>
                <a:gd name="csY897" fmla="*/ 667380 h 667385"/>
                <a:gd name="csX898" fmla="*/ 906431 w 1008380"/>
                <a:gd name="csY898" fmla="*/ 667386 h 667385"/>
                <a:gd name="csX899" fmla="*/ 907443 w 1008380"/>
                <a:gd name="csY899" fmla="*/ 667386 h 667385"/>
                <a:gd name="csX900" fmla="*/ 908450 w 1008380"/>
                <a:gd name="csY900" fmla="*/ 667386 h 667385"/>
                <a:gd name="csX901" fmla="*/ 909462 w 1008380"/>
                <a:gd name="csY901" fmla="*/ 667386 h 667385"/>
                <a:gd name="csX902" fmla="*/ 910468 w 1008380"/>
                <a:gd name="csY902" fmla="*/ 667386 h 667385"/>
                <a:gd name="csX903" fmla="*/ 911480 w 1008380"/>
                <a:gd name="csY903" fmla="*/ 667386 h 667385"/>
                <a:gd name="csX904" fmla="*/ 912486 w 1008380"/>
                <a:gd name="csY904" fmla="*/ 667386 h 667385"/>
                <a:gd name="csX905" fmla="*/ 913498 w 1008380"/>
                <a:gd name="csY905" fmla="*/ 667386 h 667385"/>
                <a:gd name="csX906" fmla="*/ 914505 w 1008380"/>
                <a:gd name="csY906" fmla="*/ 667386 h 667385"/>
                <a:gd name="csX907" fmla="*/ 915517 w 1008380"/>
                <a:gd name="csY907" fmla="*/ 667386 h 667385"/>
                <a:gd name="csX908" fmla="*/ 916528 w 1008380"/>
                <a:gd name="csY908" fmla="*/ 667386 h 667385"/>
                <a:gd name="csX909" fmla="*/ 917535 w 1008380"/>
                <a:gd name="csY909" fmla="*/ 667386 h 667385"/>
                <a:gd name="csX910" fmla="*/ 918547 w 1008380"/>
                <a:gd name="csY910" fmla="*/ 667386 h 667385"/>
                <a:gd name="csX911" fmla="*/ 919553 w 1008380"/>
                <a:gd name="csY911" fmla="*/ 667386 h 667385"/>
                <a:gd name="csX912" fmla="*/ 920565 w 1008380"/>
                <a:gd name="csY912" fmla="*/ 667386 h 667385"/>
                <a:gd name="csX913" fmla="*/ 921571 w 1008380"/>
                <a:gd name="csY913" fmla="*/ 667386 h 667385"/>
                <a:gd name="csX914" fmla="*/ 922583 w 1008380"/>
                <a:gd name="csY914" fmla="*/ 667386 h 667385"/>
                <a:gd name="csX915" fmla="*/ 923590 w 1008380"/>
                <a:gd name="csY915" fmla="*/ 667386 h 667385"/>
                <a:gd name="csX916" fmla="*/ 924602 w 1008380"/>
                <a:gd name="csY916" fmla="*/ 667386 h 667385"/>
                <a:gd name="csX917" fmla="*/ 925608 w 1008380"/>
                <a:gd name="csY917" fmla="*/ 667386 h 667385"/>
                <a:gd name="csX918" fmla="*/ 926620 w 1008380"/>
                <a:gd name="csY918" fmla="*/ 667386 h 667385"/>
                <a:gd name="csX919" fmla="*/ 927626 w 1008380"/>
                <a:gd name="csY919" fmla="*/ 667386 h 667385"/>
                <a:gd name="csX920" fmla="*/ 928638 w 1008380"/>
                <a:gd name="csY920" fmla="*/ 667386 h 667385"/>
                <a:gd name="csX921" fmla="*/ 929650 w 1008380"/>
                <a:gd name="csY921" fmla="*/ 667386 h 667385"/>
                <a:gd name="csX922" fmla="*/ 930657 w 1008380"/>
                <a:gd name="csY922" fmla="*/ 667386 h 667385"/>
                <a:gd name="csX923" fmla="*/ 931668 w 1008380"/>
                <a:gd name="csY923" fmla="*/ 667386 h 667385"/>
                <a:gd name="csX924" fmla="*/ 932675 w 1008380"/>
                <a:gd name="csY924" fmla="*/ 667386 h 667385"/>
                <a:gd name="csX925" fmla="*/ 933687 w 1008380"/>
                <a:gd name="csY925" fmla="*/ 667386 h 667385"/>
                <a:gd name="csX926" fmla="*/ 934693 w 1008380"/>
                <a:gd name="csY926" fmla="*/ 667386 h 667385"/>
                <a:gd name="csX927" fmla="*/ 935705 w 1008380"/>
                <a:gd name="csY927" fmla="*/ 667386 h 667385"/>
                <a:gd name="csX928" fmla="*/ 936712 w 1008380"/>
                <a:gd name="csY928" fmla="*/ 667386 h 667385"/>
                <a:gd name="csX929" fmla="*/ 937723 w 1008380"/>
                <a:gd name="csY929" fmla="*/ 667386 h 667385"/>
                <a:gd name="csX930" fmla="*/ 938730 w 1008380"/>
                <a:gd name="csY930" fmla="*/ 667386 h 667385"/>
                <a:gd name="csX931" fmla="*/ 939742 w 1008380"/>
                <a:gd name="csY931" fmla="*/ 667386 h 667385"/>
                <a:gd name="csX932" fmla="*/ 940753 w 1008380"/>
                <a:gd name="csY932" fmla="*/ 667386 h 667385"/>
                <a:gd name="csX933" fmla="*/ 941760 w 1008380"/>
                <a:gd name="csY933" fmla="*/ 667386 h 667385"/>
                <a:gd name="csX934" fmla="*/ 942772 w 1008380"/>
                <a:gd name="csY934" fmla="*/ 667386 h 667385"/>
                <a:gd name="csX935" fmla="*/ 943778 w 1008380"/>
                <a:gd name="csY935" fmla="*/ 667386 h 667385"/>
                <a:gd name="csX936" fmla="*/ 944790 w 1008380"/>
                <a:gd name="csY936" fmla="*/ 667386 h 667385"/>
                <a:gd name="csX937" fmla="*/ 945797 w 1008380"/>
                <a:gd name="csY937" fmla="*/ 667386 h 667385"/>
                <a:gd name="csX938" fmla="*/ 946808 w 1008380"/>
                <a:gd name="csY938" fmla="*/ 667386 h 667385"/>
                <a:gd name="csX939" fmla="*/ 947815 w 1008380"/>
                <a:gd name="csY939" fmla="*/ 667386 h 667385"/>
                <a:gd name="csX940" fmla="*/ 948827 w 1008380"/>
                <a:gd name="csY940" fmla="*/ 667386 h 667385"/>
                <a:gd name="csX941" fmla="*/ 949833 w 1008380"/>
                <a:gd name="csY941" fmla="*/ 667386 h 667385"/>
                <a:gd name="csX942" fmla="*/ 950845 w 1008380"/>
                <a:gd name="csY942" fmla="*/ 667386 h 667385"/>
                <a:gd name="csX943" fmla="*/ 951857 w 1008380"/>
                <a:gd name="csY943" fmla="*/ 667386 h 667385"/>
                <a:gd name="csX944" fmla="*/ 952863 w 1008380"/>
                <a:gd name="csY944" fmla="*/ 667386 h 667385"/>
                <a:gd name="csX945" fmla="*/ 953875 w 1008380"/>
                <a:gd name="csY945" fmla="*/ 667386 h 667385"/>
                <a:gd name="csX946" fmla="*/ 954882 w 1008380"/>
                <a:gd name="csY946" fmla="*/ 667386 h 667385"/>
                <a:gd name="csX947" fmla="*/ 955893 w 1008380"/>
                <a:gd name="csY947" fmla="*/ 667386 h 667385"/>
                <a:gd name="csX948" fmla="*/ 956900 w 1008380"/>
                <a:gd name="csY948" fmla="*/ 667386 h 667385"/>
                <a:gd name="csX949" fmla="*/ 957912 w 1008380"/>
                <a:gd name="csY949" fmla="*/ 667386 h 667385"/>
                <a:gd name="csX950" fmla="*/ 958918 w 1008380"/>
                <a:gd name="csY950" fmla="*/ 667386 h 667385"/>
                <a:gd name="csX951" fmla="*/ 959930 w 1008380"/>
                <a:gd name="csY951" fmla="*/ 667386 h 667385"/>
                <a:gd name="csX952" fmla="*/ 960937 w 1008380"/>
                <a:gd name="csY952" fmla="*/ 667386 h 667385"/>
                <a:gd name="csX953" fmla="*/ 961948 w 1008380"/>
                <a:gd name="csY953" fmla="*/ 667386 h 667385"/>
                <a:gd name="csX954" fmla="*/ 962960 w 1008380"/>
                <a:gd name="csY954" fmla="*/ 667386 h 667385"/>
                <a:gd name="csX955" fmla="*/ 963967 w 1008380"/>
                <a:gd name="csY955" fmla="*/ 667386 h 667385"/>
                <a:gd name="csX956" fmla="*/ 964978 w 1008380"/>
                <a:gd name="csY956" fmla="*/ 667386 h 667385"/>
                <a:gd name="csX957" fmla="*/ 965985 w 1008380"/>
                <a:gd name="csY957" fmla="*/ 667386 h 667385"/>
                <a:gd name="csX958" fmla="*/ 966997 w 1008380"/>
                <a:gd name="csY958" fmla="*/ 667386 h 667385"/>
                <a:gd name="csX959" fmla="*/ 968003 w 1008380"/>
                <a:gd name="csY959" fmla="*/ 667386 h 667385"/>
                <a:gd name="csX960" fmla="*/ 969015 w 1008380"/>
                <a:gd name="csY960" fmla="*/ 667386 h 667385"/>
                <a:gd name="csX961" fmla="*/ 970022 w 1008380"/>
                <a:gd name="csY961" fmla="*/ 667386 h 667385"/>
                <a:gd name="csX962" fmla="*/ 971034 w 1008380"/>
                <a:gd name="csY962" fmla="*/ 667386 h 667385"/>
                <a:gd name="csX963" fmla="*/ 972040 w 1008380"/>
                <a:gd name="csY963" fmla="*/ 667386 h 667385"/>
                <a:gd name="csX964" fmla="*/ 973052 w 1008380"/>
                <a:gd name="csY964" fmla="*/ 667386 h 667385"/>
                <a:gd name="csX965" fmla="*/ 974058 w 1008380"/>
                <a:gd name="csY965" fmla="*/ 667386 h 667385"/>
                <a:gd name="csX966" fmla="*/ 975070 w 1008380"/>
                <a:gd name="csY966" fmla="*/ 667386 h 667385"/>
                <a:gd name="csX967" fmla="*/ 976082 w 1008380"/>
                <a:gd name="csY967" fmla="*/ 667386 h 667385"/>
                <a:gd name="csX968" fmla="*/ 977088 w 1008380"/>
                <a:gd name="csY968" fmla="*/ 667386 h 667385"/>
                <a:gd name="csX969" fmla="*/ 978100 w 1008380"/>
                <a:gd name="csY969" fmla="*/ 667386 h 667385"/>
                <a:gd name="csX970" fmla="*/ 979107 w 1008380"/>
                <a:gd name="csY970" fmla="*/ 667386 h 667385"/>
                <a:gd name="csX971" fmla="*/ 980118 w 1008380"/>
                <a:gd name="csY971" fmla="*/ 667386 h 667385"/>
                <a:gd name="csX972" fmla="*/ 981125 w 1008380"/>
                <a:gd name="csY972" fmla="*/ 667386 h 667385"/>
                <a:gd name="csX973" fmla="*/ 982137 w 1008380"/>
                <a:gd name="csY973" fmla="*/ 667386 h 667385"/>
                <a:gd name="csX974" fmla="*/ 983143 w 1008380"/>
                <a:gd name="csY974" fmla="*/ 667386 h 667385"/>
                <a:gd name="csX975" fmla="*/ 984155 w 1008380"/>
                <a:gd name="csY975" fmla="*/ 667386 h 667385"/>
                <a:gd name="csX976" fmla="*/ 985162 w 1008380"/>
                <a:gd name="csY976" fmla="*/ 667386 h 667385"/>
                <a:gd name="csX977" fmla="*/ 986174 w 1008380"/>
                <a:gd name="csY977" fmla="*/ 667386 h 667385"/>
                <a:gd name="csX978" fmla="*/ 987185 w 1008380"/>
                <a:gd name="csY978" fmla="*/ 667386 h 667385"/>
                <a:gd name="csX979" fmla="*/ 988192 w 1008380"/>
                <a:gd name="csY979" fmla="*/ 667386 h 667385"/>
                <a:gd name="csX980" fmla="*/ 989204 w 1008380"/>
                <a:gd name="csY980" fmla="*/ 667386 h 667385"/>
                <a:gd name="csX981" fmla="*/ 990210 w 1008380"/>
                <a:gd name="csY981" fmla="*/ 667386 h 667385"/>
                <a:gd name="csX982" fmla="*/ 991222 w 1008380"/>
                <a:gd name="csY982" fmla="*/ 667386 h 667385"/>
                <a:gd name="csX983" fmla="*/ 992229 w 1008380"/>
                <a:gd name="csY983" fmla="*/ 667386 h 667385"/>
                <a:gd name="csX984" fmla="*/ 993240 w 1008380"/>
                <a:gd name="csY984" fmla="*/ 667386 h 667385"/>
                <a:gd name="csX985" fmla="*/ 994247 w 1008380"/>
                <a:gd name="csY985" fmla="*/ 667386 h 667385"/>
                <a:gd name="csX986" fmla="*/ 995259 w 1008380"/>
                <a:gd name="csY986" fmla="*/ 667386 h 667385"/>
                <a:gd name="csX987" fmla="*/ 996265 w 1008380"/>
                <a:gd name="csY987" fmla="*/ 667386 h 667385"/>
                <a:gd name="csX988" fmla="*/ 997277 w 1008380"/>
                <a:gd name="csY988" fmla="*/ 667386 h 667385"/>
                <a:gd name="csX989" fmla="*/ 998289 w 1008380"/>
                <a:gd name="csY989" fmla="*/ 667386 h 667385"/>
                <a:gd name="csX990" fmla="*/ 999295 w 1008380"/>
                <a:gd name="csY990" fmla="*/ 667386 h 667385"/>
                <a:gd name="csX991" fmla="*/ 1000307 w 1008380"/>
                <a:gd name="csY991" fmla="*/ 667386 h 667385"/>
                <a:gd name="csX992" fmla="*/ 1001313 w 1008380"/>
                <a:gd name="csY992" fmla="*/ 667386 h 667385"/>
                <a:gd name="csX993" fmla="*/ 1002325 w 1008380"/>
                <a:gd name="csY993" fmla="*/ 667386 h 667385"/>
                <a:gd name="csX994" fmla="*/ 1003332 w 1008380"/>
                <a:gd name="csY994" fmla="*/ 667386 h 667385"/>
                <a:gd name="csX995" fmla="*/ 1004344 w 1008380"/>
                <a:gd name="csY995" fmla="*/ 667386 h 667385"/>
                <a:gd name="csX996" fmla="*/ 1005350 w 1008380"/>
                <a:gd name="csY996" fmla="*/ 667386 h 667385"/>
                <a:gd name="csX997" fmla="*/ 1006362 w 1008380"/>
                <a:gd name="csY997" fmla="*/ 667386 h 667385"/>
                <a:gd name="csX998" fmla="*/ 1007369 w 1008380"/>
                <a:gd name="csY998" fmla="*/ 667386 h 667385"/>
                <a:gd name="csX999" fmla="*/ 1008380 w 1008380"/>
                <a:gd name="csY999" fmla="*/ 667386 h 667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</a:cxnLst>
              <a:rect l="l" t="t" r="r" b="b"/>
              <a:pathLst>
                <a:path w="1008380" h="667385">
                  <a:moveTo>
                    <a:pt x="0" y="667386"/>
                  </a:moveTo>
                  <a:lnTo>
                    <a:pt x="1009" y="667386"/>
                  </a:lnTo>
                  <a:lnTo>
                    <a:pt x="2019" y="667386"/>
                  </a:lnTo>
                  <a:lnTo>
                    <a:pt x="3028" y="667386"/>
                  </a:lnTo>
                  <a:lnTo>
                    <a:pt x="4037" y="667386"/>
                  </a:lnTo>
                  <a:lnTo>
                    <a:pt x="5047" y="667386"/>
                  </a:lnTo>
                  <a:lnTo>
                    <a:pt x="6056" y="667386"/>
                  </a:lnTo>
                  <a:lnTo>
                    <a:pt x="7066" y="667386"/>
                  </a:lnTo>
                  <a:lnTo>
                    <a:pt x="8075" y="667386"/>
                  </a:lnTo>
                  <a:lnTo>
                    <a:pt x="9085" y="667386"/>
                  </a:lnTo>
                  <a:lnTo>
                    <a:pt x="10094" y="667386"/>
                  </a:lnTo>
                  <a:lnTo>
                    <a:pt x="11103" y="667386"/>
                  </a:lnTo>
                  <a:lnTo>
                    <a:pt x="12113" y="667386"/>
                  </a:lnTo>
                  <a:lnTo>
                    <a:pt x="13122" y="667386"/>
                  </a:lnTo>
                  <a:lnTo>
                    <a:pt x="14131" y="667386"/>
                  </a:lnTo>
                  <a:lnTo>
                    <a:pt x="15141" y="667386"/>
                  </a:lnTo>
                  <a:lnTo>
                    <a:pt x="16150" y="667386"/>
                  </a:lnTo>
                  <a:lnTo>
                    <a:pt x="17159" y="667386"/>
                  </a:lnTo>
                  <a:lnTo>
                    <a:pt x="18169" y="667386"/>
                  </a:lnTo>
                  <a:lnTo>
                    <a:pt x="19178" y="667386"/>
                  </a:lnTo>
                  <a:lnTo>
                    <a:pt x="20187" y="667386"/>
                  </a:lnTo>
                  <a:lnTo>
                    <a:pt x="21197" y="667386"/>
                  </a:lnTo>
                  <a:lnTo>
                    <a:pt x="22206" y="667386"/>
                  </a:lnTo>
                  <a:lnTo>
                    <a:pt x="23216" y="667386"/>
                  </a:lnTo>
                  <a:lnTo>
                    <a:pt x="24225" y="667386"/>
                  </a:lnTo>
                  <a:lnTo>
                    <a:pt x="25235" y="667386"/>
                  </a:lnTo>
                  <a:lnTo>
                    <a:pt x="26244" y="667386"/>
                  </a:lnTo>
                  <a:lnTo>
                    <a:pt x="27253" y="667386"/>
                  </a:lnTo>
                  <a:lnTo>
                    <a:pt x="28263" y="667386"/>
                  </a:lnTo>
                  <a:lnTo>
                    <a:pt x="29272" y="667386"/>
                  </a:lnTo>
                  <a:lnTo>
                    <a:pt x="30282" y="667386"/>
                  </a:lnTo>
                  <a:lnTo>
                    <a:pt x="31291" y="667386"/>
                  </a:lnTo>
                  <a:lnTo>
                    <a:pt x="32301" y="667386"/>
                  </a:lnTo>
                  <a:lnTo>
                    <a:pt x="33310" y="667386"/>
                  </a:lnTo>
                  <a:lnTo>
                    <a:pt x="34319" y="667386"/>
                  </a:lnTo>
                  <a:lnTo>
                    <a:pt x="35329" y="667386"/>
                  </a:lnTo>
                  <a:lnTo>
                    <a:pt x="36338" y="667386"/>
                  </a:lnTo>
                  <a:lnTo>
                    <a:pt x="37347" y="667386"/>
                  </a:lnTo>
                  <a:lnTo>
                    <a:pt x="38357" y="667386"/>
                  </a:lnTo>
                  <a:lnTo>
                    <a:pt x="39366" y="667386"/>
                  </a:lnTo>
                  <a:lnTo>
                    <a:pt x="40375" y="667386"/>
                  </a:lnTo>
                  <a:lnTo>
                    <a:pt x="41385" y="667386"/>
                  </a:lnTo>
                  <a:lnTo>
                    <a:pt x="42394" y="667386"/>
                  </a:lnTo>
                  <a:lnTo>
                    <a:pt x="43403" y="667380"/>
                  </a:lnTo>
                  <a:lnTo>
                    <a:pt x="44413" y="667380"/>
                  </a:lnTo>
                  <a:lnTo>
                    <a:pt x="45422" y="667380"/>
                  </a:lnTo>
                  <a:lnTo>
                    <a:pt x="46432" y="667380"/>
                  </a:lnTo>
                  <a:lnTo>
                    <a:pt x="47441" y="667380"/>
                  </a:lnTo>
                  <a:lnTo>
                    <a:pt x="48451" y="667380"/>
                  </a:lnTo>
                  <a:lnTo>
                    <a:pt x="49460" y="667375"/>
                  </a:lnTo>
                  <a:lnTo>
                    <a:pt x="50469" y="667375"/>
                  </a:lnTo>
                  <a:lnTo>
                    <a:pt x="51479" y="667375"/>
                  </a:lnTo>
                  <a:lnTo>
                    <a:pt x="52488" y="667375"/>
                  </a:lnTo>
                  <a:lnTo>
                    <a:pt x="53498" y="667370"/>
                  </a:lnTo>
                  <a:lnTo>
                    <a:pt x="54507" y="667370"/>
                  </a:lnTo>
                  <a:lnTo>
                    <a:pt x="55516" y="667364"/>
                  </a:lnTo>
                  <a:lnTo>
                    <a:pt x="56526" y="667364"/>
                  </a:lnTo>
                  <a:lnTo>
                    <a:pt x="57535" y="667359"/>
                  </a:lnTo>
                  <a:lnTo>
                    <a:pt x="58544" y="667359"/>
                  </a:lnTo>
                  <a:lnTo>
                    <a:pt x="59554" y="667354"/>
                  </a:lnTo>
                  <a:lnTo>
                    <a:pt x="60563" y="667348"/>
                  </a:lnTo>
                  <a:lnTo>
                    <a:pt x="61572" y="667343"/>
                  </a:lnTo>
                  <a:lnTo>
                    <a:pt x="62582" y="667338"/>
                  </a:lnTo>
                  <a:lnTo>
                    <a:pt x="63591" y="667332"/>
                  </a:lnTo>
                  <a:lnTo>
                    <a:pt x="64601" y="667327"/>
                  </a:lnTo>
                  <a:lnTo>
                    <a:pt x="65610" y="667316"/>
                  </a:lnTo>
                  <a:lnTo>
                    <a:pt x="66619" y="667311"/>
                  </a:lnTo>
                  <a:lnTo>
                    <a:pt x="67629" y="667300"/>
                  </a:lnTo>
                  <a:lnTo>
                    <a:pt x="68638" y="667290"/>
                  </a:lnTo>
                  <a:lnTo>
                    <a:pt x="69648" y="667279"/>
                  </a:lnTo>
                  <a:lnTo>
                    <a:pt x="70657" y="667263"/>
                  </a:lnTo>
                  <a:lnTo>
                    <a:pt x="71667" y="667252"/>
                  </a:lnTo>
                  <a:lnTo>
                    <a:pt x="72676" y="667236"/>
                  </a:lnTo>
                  <a:lnTo>
                    <a:pt x="73685" y="667215"/>
                  </a:lnTo>
                  <a:lnTo>
                    <a:pt x="74695" y="667199"/>
                  </a:lnTo>
                  <a:lnTo>
                    <a:pt x="75704" y="667178"/>
                  </a:lnTo>
                  <a:lnTo>
                    <a:pt x="76714" y="667151"/>
                  </a:lnTo>
                  <a:lnTo>
                    <a:pt x="77723" y="667124"/>
                  </a:lnTo>
                  <a:lnTo>
                    <a:pt x="78732" y="667098"/>
                  </a:lnTo>
                  <a:lnTo>
                    <a:pt x="79742" y="667066"/>
                  </a:lnTo>
                  <a:lnTo>
                    <a:pt x="80751" y="667029"/>
                  </a:lnTo>
                  <a:lnTo>
                    <a:pt x="81760" y="666986"/>
                  </a:lnTo>
                  <a:lnTo>
                    <a:pt x="82770" y="666943"/>
                  </a:lnTo>
                  <a:lnTo>
                    <a:pt x="83779" y="666896"/>
                  </a:lnTo>
                  <a:lnTo>
                    <a:pt x="84788" y="666842"/>
                  </a:lnTo>
                  <a:lnTo>
                    <a:pt x="85798" y="666789"/>
                  </a:lnTo>
                  <a:lnTo>
                    <a:pt x="86807" y="666725"/>
                  </a:lnTo>
                  <a:lnTo>
                    <a:pt x="87817" y="666656"/>
                  </a:lnTo>
                  <a:lnTo>
                    <a:pt x="88826" y="666576"/>
                  </a:lnTo>
                  <a:lnTo>
                    <a:pt x="89835" y="666496"/>
                  </a:lnTo>
                  <a:lnTo>
                    <a:pt x="90845" y="666406"/>
                  </a:lnTo>
                  <a:lnTo>
                    <a:pt x="91854" y="666304"/>
                  </a:lnTo>
                  <a:lnTo>
                    <a:pt x="92864" y="666193"/>
                  </a:lnTo>
                  <a:lnTo>
                    <a:pt x="93873" y="666075"/>
                  </a:lnTo>
                  <a:lnTo>
                    <a:pt x="94883" y="665948"/>
                  </a:lnTo>
                  <a:lnTo>
                    <a:pt x="95892" y="665804"/>
                  </a:lnTo>
                  <a:lnTo>
                    <a:pt x="96901" y="665649"/>
                  </a:lnTo>
                  <a:lnTo>
                    <a:pt x="97911" y="665484"/>
                  </a:lnTo>
                  <a:lnTo>
                    <a:pt x="98920" y="665303"/>
                  </a:lnTo>
                  <a:lnTo>
                    <a:pt x="99930" y="665106"/>
                  </a:lnTo>
                  <a:lnTo>
                    <a:pt x="100939" y="664888"/>
                  </a:lnTo>
                  <a:lnTo>
                    <a:pt x="101948" y="664659"/>
                  </a:lnTo>
                  <a:lnTo>
                    <a:pt x="102958" y="664403"/>
                  </a:lnTo>
                  <a:lnTo>
                    <a:pt x="103967" y="664132"/>
                  </a:lnTo>
                  <a:lnTo>
                    <a:pt x="104976" y="663839"/>
                  </a:lnTo>
                  <a:lnTo>
                    <a:pt x="105986" y="663519"/>
                  </a:lnTo>
                  <a:lnTo>
                    <a:pt x="106995" y="663178"/>
                  </a:lnTo>
                  <a:lnTo>
                    <a:pt x="108004" y="662806"/>
                  </a:lnTo>
                  <a:lnTo>
                    <a:pt x="109014" y="662406"/>
                  </a:lnTo>
                  <a:lnTo>
                    <a:pt x="110023" y="661975"/>
                  </a:lnTo>
                  <a:lnTo>
                    <a:pt x="111033" y="661512"/>
                  </a:lnTo>
                  <a:lnTo>
                    <a:pt x="112042" y="661011"/>
                  </a:lnTo>
                  <a:lnTo>
                    <a:pt x="113051" y="660473"/>
                  </a:lnTo>
                  <a:lnTo>
                    <a:pt x="114061" y="659898"/>
                  </a:lnTo>
                  <a:lnTo>
                    <a:pt x="115070" y="659286"/>
                  </a:lnTo>
                  <a:lnTo>
                    <a:pt x="116080" y="658620"/>
                  </a:lnTo>
                  <a:lnTo>
                    <a:pt x="117089" y="657917"/>
                  </a:lnTo>
                  <a:lnTo>
                    <a:pt x="118099" y="657155"/>
                  </a:lnTo>
                  <a:lnTo>
                    <a:pt x="119108" y="656346"/>
                  </a:lnTo>
                  <a:lnTo>
                    <a:pt x="120117" y="655483"/>
                  </a:lnTo>
                  <a:lnTo>
                    <a:pt x="121127" y="654562"/>
                  </a:lnTo>
                  <a:lnTo>
                    <a:pt x="122136" y="653577"/>
                  </a:lnTo>
                  <a:lnTo>
                    <a:pt x="123145" y="652528"/>
                  </a:lnTo>
                  <a:lnTo>
                    <a:pt x="124155" y="651415"/>
                  </a:lnTo>
                  <a:lnTo>
                    <a:pt x="125164" y="650227"/>
                  </a:lnTo>
                  <a:lnTo>
                    <a:pt x="126173" y="648965"/>
                  </a:lnTo>
                  <a:lnTo>
                    <a:pt x="127183" y="647628"/>
                  </a:lnTo>
                  <a:lnTo>
                    <a:pt x="128192" y="646206"/>
                  </a:lnTo>
                  <a:lnTo>
                    <a:pt x="129201" y="644699"/>
                  </a:lnTo>
                  <a:lnTo>
                    <a:pt x="130211" y="643107"/>
                  </a:lnTo>
                  <a:lnTo>
                    <a:pt x="131220" y="641424"/>
                  </a:lnTo>
                  <a:lnTo>
                    <a:pt x="132230" y="639640"/>
                  </a:lnTo>
                  <a:lnTo>
                    <a:pt x="133239" y="637760"/>
                  </a:lnTo>
                  <a:lnTo>
                    <a:pt x="134249" y="635774"/>
                  </a:lnTo>
                  <a:lnTo>
                    <a:pt x="135258" y="633681"/>
                  </a:lnTo>
                  <a:lnTo>
                    <a:pt x="136267" y="631477"/>
                  </a:lnTo>
                  <a:lnTo>
                    <a:pt x="137277" y="629155"/>
                  </a:lnTo>
                  <a:lnTo>
                    <a:pt x="138286" y="626716"/>
                  </a:lnTo>
                  <a:lnTo>
                    <a:pt x="139296" y="624154"/>
                  </a:lnTo>
                  <a:lnTo>
                    <a:pt x="140305" y="621465"/>
                  </a:lnTo>
                  <a:lnTo>
                    <a:pt x="141315" y="618648"/>
                  </a:lnTo>
                  <a:lnTo>
                    <a:pt x="142324" y="615692"/>
                  </a:lnTo>
                  <a:lnTo>
                    <a:pt x="143333" y="612603"/>
                  </a:lnTo>
                  <a:lnTo>
                    <a:pt x="144343" y="609371"/>
                  </a:lnTo>
                  <a:lnTo>
                    <a:pt x="145352" y="605989"/>
                  </a:lnTo>
                  <a:lnTo>
                    <a:pt x="146361" y="602464"/>
                  </a:lnTo>
                  <a:lnTo>
                    <a:pt x="147371" y="598789"/>
                  </a:lnTo>
                  <a:lnTo>
                    <a:pt x="148380" y="594960"/>
                  </a:lnTo>
                  <a:lnTo>
                    <a:pt x="149389" y="590977"/>
                  </a:lnTo>
                  <a:lnTo>
                    <a:pt x="150399" y="586834"/>
                  </a:lnTo>
                  <a:lnTo>
                    <a:pt x="151408" y="582526"/>
                  </a:lnTo>
                  <a:lnTo>
                    <a:pt x="152417" y="578063"/>
                  </a:lnTo>
                  <a:lnTo>
                    <a:pt x="153427" y="573430"/>
                  </a:lnTo>
                  <a:lnTo>
                    <a:pt x="154436" y="568632"/>
                  </a:lnTo>
                  <a:lnTo>
                    <a:pt x="155446" y="563669"/>
                  </a:lnTo>
                  <a:lnTo>
                    <a:pt x="156455" y="558535"/>
                  </a:lnTo>
                  <a:lnTo>
                    <a:pt x="157465" y="553236"/>
                  </a:lnTo>
                  <a:lnTo>
                    <a:pt x="158474" y="547767"/>
                  </a:lnTo>
                  <a:lnTo>
                    <a:pt x="159483" y="542133"/>
                  </a:lnTo>
                  <a:lnTo>
                    <a:pt x="160493" y="536328"/>
                  </a:lnTo>
                  <a:lnTo>
                    <a:pt x="161502" y="530358"/>
                  </a:lnTo>
                  <a:lnTo>
                    <a:pt x="162512" y="524229"/>
                  </a:lnTo>
                  <a:lnTo>
                    <a:pt x="163521" y="517934"/>
                  </a:lnTo>
                  <a:lnTo>
                    <a:pt x="164531" y="511480"/>
                  </a:lnTo>
                  <a:lnTo>
                    <a:pt x="165540" y="504871"/>
                  </a:lnTo>
                  <a:lnTo>
                    <a:pt x="166549" y="498108"/>
                  </a:lnTo>
                  <a:lnTo>
                    <a:pt x="167559" y="491196"/>
                  </a:lnTo>
                  <a:lnTo>
                    <a:pt x="168568" y="484140"/>
                  </a:lnTo>
                  <a:lnTo>
                    <a:pt x="169577" y="476944"/>
                  </a:lnTo>
                  <a:lnTo>
                    <a:pt x="170587" y="469614"/>
                  </a:lnTo>
                  <a:lnTo>
                    <a:pt x="171596" y="462157"/>
                  </a:lnTo>
                  <a:lnTo>
                    <a:pt x="172605" y="454578"/>
                  </a:lnTo>
                  <a:lnTo>
                    <a:pt x="173615" y="446885"/>
                  </a:lnTo>
                  <a:lnTo>
                    <a:pt x="174624" y="439086"/>
                  </a:lnTo>
                  <a:lnTo>
                    <a:pt x="175633" y="431188"/>
                  </a:lnTo>
                  <a:lnTo>
                    <a:pt x="176643" y="423201"/>
                  </a:lnTo>
                  <a:lnTo>
                    <a:pt x="177652" y="415132"/>
                  </a:lnTo>
                  <a:lnTo>
                    <a:pt x="178662" y="406993"/>
                  </a:lnTo>
                  <a:lnTo>
                    <a:pt x="179671" y="398792"/>
                  </a:lnTo>
                  <a:lnTo>
                    <a:pt x="180681" y="390541"/>
                  </a:lnTo>
                  <a:lnTo>
                    <a:pt x="181690" y="382250"/>
                  </a:lnTo>
                  <a:lnTo>
                    <a:pt x="182699" y="373930"/>
                  </a:lnTo>
                  <a:lnTo>
                    <a:pt x="183709" y="365595"/>
                  </a:lnTo>
                  <a:lnTo>
                    <a:pt x="184718" y="357254"/>
                  </a:lnTo>
                  <a:lnTo>
                    <a:pt x="185728" y="348921"/>
                  </a:lnTo>
                  <a:lnTo>
                    <a:pt x="186737" y="340610"/>
                  </a:lnTo>
                  <a:lnTo>
                    <a:pt x="187746" y="332332"/>
                  </a:lnTo>
                  <a:lnTo>
                    <a:pt x="188756" y="324100"/>
                  </a:lnTo>
                  <a:lnTo>
                    <a:pt x="189765" y="315930"/>
                  </a:lnTo>
                  <a:lnTo>
                    <a:pt x="190774" y="307834"/>
                  </a:lnTo>
                  <a:lnTo>
                    <a:pt x="191784" y="299825"/>
                  </a:lnTo>
                  <a:lnTo>
                    <a:pt x="192793" y="291918"/>
                  </a:lnTo>
                  <a:lnTo>
                    <a:pt x="193803" y="284126"/>
                  </a:lnTo>
                  <a:lnTo>
                    <a:pt x="194812" y="276465"/>
                  </a:lnTo>
                  <a:lnTo>
                    <a:pt x="195821" y="268946"/>
                  </a:lnTo>
                  <a:lnTo>
                    <a:pt x="196831" y="261584"/>
                  </a:lnTo>
                  <a:lnTo>
                    <a:pt x="197840" y="254394"/>
                  </a:lnTo>
                  <a:lnTo>
                    <a:pt x="198849" y="247388"/>
                  </a:lnTo>
                  <a:lnTo>
                    <a:pt x="199859" y="240580"/>
                  </a:lnTo>
                  <a:lnTo>
                    <a:pt x="200868" y="233982"/>
                  </a:lnTo>
                  <a:lnTo>
                    <a:pt x="201878" y="227607"/>
                  </a:lnTo>
                  <a:lnTo>
                    <a:pt x="202887" y="221469"/>
                  </a:lnTo>
                  <a:lnTo>
                    <a:pt x="203897" y="215578"/>
                  </a:lnTo>
                  <a:lnTo>
                    <a:pt x="204906" y="209946"/>
                  </a:lnTo>
                  <a:lnTo>
                    <a:pt x="205915" y="204585"/>
                  </a:lnTo>
                  <a:lnTo>
                    <a:pt x="206925" y="199505"/>
                  </a:lnTo>
                  <a:lnTo>
                    <a:pt x="207934" y="194715"/>
                  </a:lnTo>
                  <a:lnTo>
                    <a:pt x="208944" y="190226"/>
                  </a:lnTo>
                  <a:lnTo>
                    <a:pt x="209953" y="186046"/>
                  </a:lnTo>
                  <a:lnTo>
                    <a:pt x="210962" y="182183"/>
                  </a:lnTo>
                  <a:lnTo>
                    <a:pt x="211972" y="178643"/>
                  </a:lnTo>
                  <a:lnTo>
                    <a:pt x="212981" y="175435"/>
                  </a:lnTo>
                  <a:lnTo>
                    <a:pt x="213990" y="172564"/>
                  </a:lnTo>
                  <a:lnTo>
                    <a:pt x="215000" y="170035"/>
                  </a:lnTo>
                  <a:lnTo>
                    <a:pt x="216009" y="167851"/>
                  </a:lnTo>
                  <a:lnTo>
                    <a:pt x="217018" y="166018"/>
                  </a:lnTo>
                  <a:lnTo>
                    <a:pt x="218028" y="164536"/>
                  </a:lnTo>
                  <a:lnTo>
                    <a:pt x="219037" y="163409"/>
                  </a:lnTo>
                  <a:lnTo>
                    <a:pt x="220047" y="162636"/>
                  </a:lnTo>
                  <a:lnTo>
                    <a:pt x="221056" y="162219"/>
                  </a:lnTo>
                  <a:lnTo>
                    <a:pt x="222065" y="162155"/>
                  </a:lnTo>
                  <a:lnTo>
                    <a:pt x="223075" y="162443"/>
                  </a:lnTo>
                  <a:lnTo>
                    <a:pt x="224084" y="163081"/>
                  </a:lnTo>
                  <a:lnTo>
                    <a:pt x="225094" y="164065"/>
                  </a:lnTo>
                  <a:lnTo>
                    <a:pt x="226103" y="165391"/>
                  </a:lnTo>
                  <a:lnTo>
                    <a:pt x="227113" y="167053"/>
                  </a:lnTo>
                  <a:lnTo>
                    <a:pt x="228122" y="169046"/>
                  </a:lnTo>
                  <a:lnTo>
                    <a:pt x="229131" y="171362"/>
                  </a:lnTo>
                  <a:lnTo>
                    <a:pt x="230141" y="173995"/>
                  </a:lnTo>
                  <a:lnTo>
                    <a:pt x="231150" y="176935"/>
                  </a:lnTo>
                  <a:lnTo>
                    <a:pt x="232160" y="180174"/>
                  </a:lnTo>
                  <a:lnTo>
                    <a:pt x="233169" y="183701"/>
                  </a:lnTo>
                  <a:lnTo>
                    <a:pt x="234178" y="187506"/>
                  </a:lnTo>
                  <a:lnTo>
                    <a:pt x="235188" y="191579"/>
                  </a:lnTo>
                  <a:lnTo>
                    <a:pt x="236197" y="195906"/>
                  </a:lnTo>
                  <a:lnTo>
                    <a:pt x="237206" y="200476"/>
                  </a:lnTo>
                  <a:lnTo>
                    <a:pt x="238216" y="205276"/>
                  </a:lnTo>
                  <a:lnTo>
                    <a:pt x="239225" y="210292"/>
                  </a:lnTo>
                  <a:lnTo>
                    <a:pt x="240234" y="215511"/>
                  </a:lnTo>
                  <a:lnTo>
                    <a:pt x="241244" y="220919"/>
                  </a:lnTo>
                  <a:lnTo>
                    <a:pt x="242253" y="226500"/>
                  </a:lnTo>
                  <a:lnTo>
                    <a:pt x="243263" y="232240"/>
                  </a:lnTo>
                  <a:lnTo>
                    <a:pt x="244272" y="238123"/>
                  </a:lnTo>
                  <a:lnTo>
                    <a:pt x="245281" y="244136"/>
                  </a:lnTo>
                  <a:lnTo>
                    <a:pt x="246291" y="250260"/>
                  </a:lnTo>
                  <a:lnTo>
                    <a:pt x="247300" y="256482"/>
                  </a:lnTo>
                  <a:lnTo>
                    <a:pt x="248310" y="262785"/>
                  </a:lnTo>
                  <a:lnTo>
                    <a:pt x="249319" y="269153"/>
                  </a:lnTo>
                  <a:lnTo>
                    <a:pt x="250329" y="275570"/>
                  </a:lnTo>
                  <a:lnTo>
                    <a:pt x="251338" y="282021"/>
                  </a:lnTo>
                  <a:lnTo>
                    <a:pt x="252347" y="288490"/>
                  </a:lnTo>
                  <a:lnTo>
                    <a:pt x="253357" y="294962"/>
                  </a:lnTo>
                  <a:lnTo>
                    <a:pt x="254366" y="301420"/>
                  </a:lnTo>
                  <a:lnTo>
                    <a:pt x="255376" y="307850"/>
                  </a:lnTo>
                  <a:lnTo>
                    <a:pt x="256385" y="314237"/>
                  </a:lnTo>
                  <a:lnTo>
                    <a:pt x="257394" y="320565"/>
                  </a:lnTo>
                  <a:lnTo>
                    <a:pt x="258404" y="326822"/>
                  </a:lnTo>
                  <a:lnTo>
                    <a:pt x="259413" y="332993"/>
                  </a:lnTo>
                  <a:lnTo>
                    <a:pt x="260422" y="339063"/>
                  </a:lnTo>
                  <a:lnTo>
                    <a:pt x="261432" y="345021"/>
                  </a:lnTo>
                  <a:lnTo>
                    <a:pt x="262441" y="350852"/>
                  </a:lnTo>
                  <a:lnTo>
                    <a:pt x="263450" y="356545"/>
                  </a:lnTo>
                  <a:lnTo>
                    <a:pt x="264460" y="362088"/>
                  </a:lnTo>
                  <a:lnTo>
                    <a:pt x="265469" y="367470"/>
                  </a:lnTo>
                  <a:lnTo>
                    <a:pt x="266479" y="372679"/>
                  </a:lnTo>
                  <a:lnTo>
                    <a:pt x="267488" y="377706"/>
                  </a:lnTo>
                  <a:lnTo>
                    <a:pt x="268497" y="382540"/>
                  </a:lnTo>
                  <a:lnTo>
                    <a:pt x="269507" y="387172"/>
                  </a:lnTo>
                  <a:lnTo>
                    <a:pt x="270516" y="391594"/>
                  </a:lnTo>
                  <a:lnTo>
                    <a:pt x="271526" y="395798"/>
                  </a:lnTo>
                  <a:lnTo>
                    <a:pt x="272535" y="399776"/>
                  </a:lnTo>
                  <a:lnTo>
                    <a:pt x="273545" y="403520"/>
                  </a:lnTo>
                  <a:lnTo>
                    <a:pt x="274554" y="407025"/>
                  </a:lnTo>
                  <a:lnTo>
                    <a:pt x="275563" y="410285"/>
                  </a:lnTo>
                  <a:lnTo>
                    <a:pt x="276573" y="413295"/>
                  </a:lnTo>
                  <a:lnTo>
                    <a:pt x="277582" y="416049"/>
                  </a:lnTo>
                  <a:lnTo>
                    <a:pt x="278591" y="418544"/>
                  </a:lnTo>
                  <a:lnTo>
                    <a:pt x="279601" y="420776"/>
                  </a:lnTo>
                  <a:lnTo>
                    <a:pt x="280610" y="422743"/>
                  </a:lnTo>
                  <a:lnTo>
                    <a:pt x="281619" y="424441"/>
                  </a:lnTo>
                  <a:lnTo>
                    <a:pt x="282629" y="425869"/>
                  </a:lnTo>
                  <a:lnTo>
                    <a:pt x="283638" y="427024"/>
                  </a:lnTo>
                  <a:lnTo>
                    <a:pt x="284647" y="427908"/>
                  </a:lnTo>
                  <a:lnTo>
                    <a:pt x="285657" y="428518"/>
                  </a:lnTo>
                  <a:lnTo>
                    <a:pt x="286666" y="428855"/>
                  </a:lnTo>
                  <a:lnTo>
                    <a:pt x="287676" y="428920"/>
                  </a:lnTo>
                  <a:lnTo>
                    <a:pt x="288685" y="428713"/>
                  </a:lnTo>
                  <a:lnTo>
                    <a:pt x="289695" y="428235"/>
                  </a:lnTo>
                  <a:lnTo>
                    <a:pt x="290704" y="427489"/>
                  </a:lnTo>
                  <a:lnTo>
                    <a:pt x="291714" y="426476"/>
                  </a:lnTo>
                  <a:lnTo>
                    <a:pt x="292723" y="425200"/>
                  </a:lnTo>
                  <a:lnTo>
                    <a:pt x="293732" y="423662"/>
                  </a:lnTo>
                  <a:lnTo>
                    <a:pt x="294742" y="421867"/>
                  </a:lnTo>
                  <a:lnTo>
                    <a:pt x="295751" y="419818"/>
                  </a:lnTo>
                  <a:lnTo>
                    <a:pt x="296761" y="417519"/>
                  </a:lnTo>
                  <a:lnTo>
                    <a:pt x="297770" y="414974"/>
                  </a:lnTo>
                  <a:lnTo>
                    <a:pt x="298779" y="412186"/>
                  </a:lnTo>
                  <a:lnTo>
                    <a:pt x="299789" y="409163"/>
                  </a:lnTo>
                  <a:lnTo>
                    <a:pt x="300798" y="405908"/>
                  </a:lnTo>
                  <a:lnTo>
                    <a:pt x="301807" y="402426"/>
                  </a:lnTo>
                  <a:lnTo>
                    <a:pt x="302817" y="398724"/>
                  </a:lnTo>
                  <a:lnTo>
                    <a:pt x="303826" y="394806"/>
                  </a:lnTo>
                  <a:lnTo>
                    <a:pt x="304835" y="390679"/>
                  </a:lnTo>
                  <a:lnTo>
                    <a:pt x="305845" y="386349"/>
                  </a:lnTo>
                  <a:lnTo>
                    <a:pt x="306854" y="381821"/>
                  </a:lnTo>
                  <a:lnTo>
                    <a:pt x="307863" y="377104"/>
                  </a:lnTo>
                  <a:lnTo>
                    <a:pt x="308873" y="372202"/>
                  </a:lnTo>
                  <a:lnTo>
                    <a:pt x="309882" y="367123"/>
                  </a:lnTo>
                  <a:lnTo>
                    <a:pt x="310892" y="361874"/>
                  </a:lnTo>
                  <a:lnTo>
                    <a:pt x="311901" y="356462"/>
                  </a:lnTo>
                  <a:lnTo>
                    <a:pt x="312911" y="350893"/>
                  </a:lnTo>
                  <a:lnTo>
                    <a:pt x="313920" y="345175"/>
                  </a:lnTo>
                  <a:lnTo>
                    <a:pt x="314930" y="339316"/>
                  </a:lnTo>
                  <a:lnTo>
                    <a:pt x="315939" y="333321"/>
                  </a:lnTo>
                  <a:lnTo>
                    <a:pt x="316948" y="327200"/>
                  </a:lnTo>
                  <a:lnTo>
                    <a:pt x="317958" y="320960"/>
                  </a:lnTo>
                  <a:lnTo>
                    <a:pt x="318968" y="314607"/>
                  </a:lnTo>
                  <a:lnTo>
                    <a:pt x="319975" y="308150"/>
                  </a:lnTo>
                  <a:lnTo>
                    <a:pt x="320987" y="301597"/>
                  </a:lnTo>
                  <a:lnTo>
                    <a:pt x="321993" y="294954"/>
                  </a:lnTo>
                  <a:lnTo>
                    <a:pt x="323005" y="288230"/>
                  </a:lnTo>
                  <a:lnTo>
                    <a:pt x="324012" y="281433"/>
                  </a:lnTo>
                  <a:lnTo>
                    <a:pt x="325023" y="274569"/>
                  </a:lnTo>
                  <a:lnTo>
                    <a:pt x="326035" y="267648"/>
                  </a:lnTo>
                  <a:lnTo>
                    <a:pt x="327042" y="260676"/>
                  </a:lnTo>
                  <a:lnTo>
                    <a:pt x="328054" y="253662"/>
                  </a:lnTo>
                  <a:lnTo>
                    <a:pt x="329060" y="246614"/>
                  </a:lnTo>
                  <a:lnTo>
                    <a:pt x="330072" y="239538"/>
                  </a:lnTo>
                  <a:lnTo>
                    <a:pt x="331078" y="232443"/>
                  </a:lnTo>
                  <a:lnTo>
                    <a:pt x="332090" y="225337"/>
                  </a:lnTo>
                  <a:lnTo>
                    <a:pt x="333097" y="218228"/>
                  </a:lnTo>
                  <a:lnTo>
                    <a:pt x="334108" y="211122"/>
                  </a:lnTo>
                  <a:lnTo>
                    <a:pt x="335115" y="204028"/>
                  </a:lnTo>
                  <a:lnTo>
                    <a:pt x="336127" y="196953"/>
                  </a:lnTo>
                  <a:lnTo>
                    <a:pt x="337139" y="189904"/>
                  </a:lnTo>
                  <a:lnTo>
                    <a:pt x="338145" y="182890"/>
                  </a:lnTo>
                  <a:lnTo>
                    <a:pt x="339157" y="175918"/>
                  </a:lnTo>
                  <a:lnTo>
                    <a:pt x="340163" y="168994"/>
                  </a:lnTo>
                  <a:lnTo>
                    <a:pt x="341175" y="162126"/>
                  </a:lnTo>
                  <a:lnTo>
                    <a:pt x="342182" y="155322"/>
                  </a:lnTo>
                  <a:lnTo>
                    <a:pt x="343194" y="148588"/>
                  </a:lnTo>
                  <a:lnTo>
                    <a:pt x="344200" y="141931"/>
                  </a:lnTo>
                  <a:lnTo>
                    <a:pt x="345212" y="135359"/>
                  </a:lnTo>
                  <a:lnTo>
                    <a:pt x="346218" y="128878"/>
                  </a:lnTo>
                  <a:lnTo>
                    <a:pt x="347230" y="122494"/>
                  </a:lnTo>
                  <a:lnTo>
                    <a:pt x="348237" y="116215"/>
                  </a:lnTo>
                  <a:lnTo>
                    <a:pt x="349248" y="110046"/>
                  </a:lnTo>
                  <a:lnTo>
                    <a:pt x="350260" y="103994"/>
                  </a:lnTo>
                  <a:lnTo>
                    <a:pt x="351267" y="98065"/>
                  </a:lnTo>
                  <a:lnTo>
                    <a:pt x="352279" y="92265"/>
                  </a:lnTo>
                  <a:lnTo>
                    <a:pt x="353285" y="86600"/>
                  </a:lnTo>
                  <a:lnTo>
                    <a:pt x="354297" y="81075"/>
                  </a:lnTo>
                  <a:lnTo>
                    <a:pt x="355303" y="75696"/>
                  </a:lnTo>
                  <a:lnTo>
                    <a:pt x="356315" y="70469"/>
                  </a:lnTo>
                  <a:lnTo>
                    <a:pt x="357322" y="65397"/>
                  </a:lnTo>
                  <a:lnTo>
                    <a:pt x="358334" y="60487"/>
                  </a:lnTo>
                  <a:lnTo>
                    <a:pt x="359340" y="55742"/>
                  </a:lnTo>
                  <a:lnTo>
                    <a:pt x="360352" y="51168"/>
                  </a:lnTo>
                  <a:lnTo>
                    <a:pt x="361364" y="46770"/>
                  </a:lnTo>
                  <a:lnTo>
                    <a:pt x="362370" y="42550"/>
                  </a:lnTo>
                  <a:lnTo>
                    <a:pt x="363382" y="38513"/>
                  </a:lnTo>
                  <a:lnTo>
                    <a:pt x="364389" y="34662"/>
                  </a:lnTo>
                  <a:lnTo>
                    <a:pt x="365400" y="31001"/>
                  </a:lnTo>
                  <a:lnTo>
                    <a:pt x="366407" y="27534"/>
                  </a:lnTo>
                  <a:lnTo>
                    <a:pt x="367419" y="24262"/>
                  </a:lnTo>
                  <a:lnTo>
                    <a:pt x="368425" y="21190"/>
                  </a:lnTo>
                  <a:lnTo>
                    <a:pt x="369437" y="18319"/>
                  </a:lnTo>
                  <a:lnTo>
                    <a:pt x="370443" y="15652"/>
                  </a:lnTo>
                  <a:lnTo>
                    <a:pt x="371455" y="13190"/>
                  </a:lnTo>
                  <a:lnTo>
                    <a:pt x="372467" y="10936"/>
                  </a:lnTo>
                  <a:lnTo>
                    <a:pt x="373474" y="8890"/>
                  </a:lnTo>
                  <a:lnTo>
                    <a:pt x="374485" y="7055"/>
                  </a:lnTo>
                  <a:lnTo>
                    <a:pt x="375492" y="5431"/>
                  </a:lnTo>
                  <a:lnTo>
                    <a:pt x="376504" y="4018"/>
                  </a:lnTo>
                  <a:lnTo>
                    <a:pt x="377510" y="2818"/>
                  </a:lnTo>
                  <a:lnTo>
                    <a:pt x="378522" y="1831"/>
                  </a:lnTo>
                  <a:lnTo>
                    <a:pt x="379529" y="1055"/>
                  </a:lnTo>
                  <a:lnTo>
                    <a:pt x="380540" y="492"/>
                  </a:lnTo>
                  <a:lnTo>
                    <a:pt x="381547" y="141"/>
                  </a:lnTo>
                  <a:lnTo>
                    <a:pt x="382559" y="0"/>
                  </a:lnTo>
                  <a:lnTo>
                    <a:pt x="383571" y="69"/>
                  </a:lnTo>
                  <a:lnTo>
                    <a:pt x="384577" y="346"/>
                  </a:lnTo>
                  <a:lnTo>
                    <a:pt x="385589" y="830"/>
                  </a:lnTo>
                  <a:lnTo>
                    <a:pt x="386595" y="1518"/>
                  </a:lnTo>
                  <a:lnTo>
                    <a:pt x="387607" y="2410"/>
                  </a:lnTo>
                  <a:lnTo>
                    <a:pt x="388614" y="3502"/>
                  </a:lnTo>
                  <a:lnTo>
                    <a:pt x="389625" y="4792"/>
                  </a:lnTo>
                  <a:lnTo>
                    <a:pt x="390632" y="6278"/>
                  </a:lnTo>
                  <a:lnTo>
                    <a:pt x="391644" y="7955"/>
                  </a:lnTo>
                  <a:lnTo>
                    <a:pt x="392650" y="9822"/>
                  </a:lnTo>
                  <a:lnTo>
                    <a:pt x="393662" y="11875"/>
                  </a:lnTo>
                  <a:lnTo>
                    <a:pt x="394669" y="14109"/>
                  </a:lnTo>
                  <a:lnTo>
                    <a:pt x="395680" y="16522"/>
                  </a:lnTo>
                  <a:lnTo>
                    <a:pt x="396692" y="19109"/>
                  </a:lnTo>
                  <a:lnTo>
                    <a:pt x="397699" y="21866"/>
                  </a:lnTo>
                  <a:lnTo>
                    <a:pt x="398711" y="24789"/>
                  </a:lnTo>
                  <a:lnTo>
                    <a:pt x="399717" y="27873"/>
                  </a:lnTo>
                  <a:lnTo>
                    <a:pt x="400729" y="31113"/>
                  </a:lnTo>
                  <a:lnTo>
                    <a:pt x="401735" y="34505"/>
                  </a:lnTo>
                  <a:lnTo>
                    <a:pt x="402747" y="38045"/>
                  </a:lnTo>
                  <a:lnTo>
                    <a:pt x="403754" y="41725"/>
                  </a:lnTo>
                  <a:lnTo>
                    <a:pt x="404765" y="45543"/>
                  </a:lnTo>
                  <a:lnTo>
                    <a:pt x="405772" y="49491"/>
                  </a:lnTo>
                  <a:lnTo>
                    <a:pt x="406784" y="53565"/>
                  </a:lnTo>
                  <a:lnTo>
                    <a:pt x="407796" y="57759"/>
                  </a:lnTo>
                  <a:lnTo>
                    <a:pt x="408802" y="62068"/>
                  </a:lnTo>
                  <a:lnTo>
                    <a:pt x="409814" y="66486"/>
                  </a:lnTo>
                  <a:lnTo>
                    <a:pt x="410820" y="71006"/>
                  </a:lnTo>
                  <a:lnTo>
                    <a:pt x="411832" y="75624"/>
                  </a:lnTo>
                  <a:lnTo>
                    <a:pt x="412839" y="80334"/>
                  </a:lnTo>
                  <a:lnTo>
                    <a:pt x="413851" y="85129"/>
                  </a:lnTo>
                  <a:lnTo>
                    <a:pt x="414857" y="90004"/>
                  </a:lnTo>
                  <a:lnTo>
                    <a:pt x="415869" y="94952"/>
                  </a:lnTo>
                  <a:lnTo>
                    <a:pt x="416875" y="99968"/>
                  </a:lnTo>
                  <a:lnTo>
                    <a:pt x="417887" y="105046"/>
                  </a:lnTo>
                  <a:lnTo>
                    <a:pt x="418899" y="110180"/>
                  </a:lnTo>
                  <a:lnTo>
                    <a:pt x="419906" y="115364"/>
                  </a:lnTo>
                  <a:lnTo>
                    <a:pt x="420917" y="120591"/>
                  </a:lnTo>
                  <a:lnTo>
                    <a:pt x="421924" y="125857"/>
                  </a:lnTo>
                  <a:lnTo>
                    <a:pt x="422936" y="131155"/>
                  </a:lnTo>
                  <a:lnTo>
                    <a:pt x="423942" y="136481"/>
                  </a:lnTo>
                  <a:lnTo>
                    <a:pt x="424954" y="141827"/>
                  </a:lnTo>
                  <a:lnTo>
                    <a:pt x="425960" y="147189"/>
                  </a:lnTo>
                  <a:lnTo>
                    <a:pt x="426972" y="152560"/>
                  </a:lnTo>
                  <a:lnTo>
                    <a:pt x="427979" y="157936"/>
                  </a:lnTo>
                  <a:lnTo>
                    <a:pt x="428991" y="163311"/>
                  </a:lnTo>
                  <a:lnTo>
                    <a:pt x="430002" y="168680"/>
                  </a:lnTo>
                  <a:lnTo>
                    <a:pt x="431009" y="174037"/>
                  </a:lnTo>
                  <a:lnTo>
                    <a:pt x="432021" y="179378"/>
                  </a:lnTo>
                  <a:lnTo>
                    <a:pt x="433027" y="184698"/>
                  </a:lnTo>
                  <a:lnTo>
                    <a:pt x="434039" y="189991"/>
                  </a:lnTo>
                  <a:lnTo>
                    <a:pt x="435046" y="195255"/>
                  </a:lnTo>
                  <a:lnTo>
                    <a:pt x="436057" y="200482"/>
                  </a:lnTo>
                  <a:lnTo>
                    <a:pt x="437064" y="205671"/>
                  </a:lnTo>
                  <a:lnTo>
                    <a:pt x="438076" y="210815"/>
                  </a:lnTo>
                  <a:lnTo>
                    <a:pt x="439082" y="215912"/>
                  </a:lnTo>
                  <a:lnTo>
                    <a:pt x="440094" y="220957"/>
                  </a:lnTo>
                  <a:lnTo>
                    <a:pt x="441100" y="225946"/>
                  </a:lnTo>
                  <a:lnTo>
                    <a:pt x="442112" y="230876"/>
                  </a:lnTo>
                  <a:lnTo>
                    <a:pt x="443124" y="235743"/>
                  </a:lnTo>
                  <a:lnTo>
                    <a:pt x="444131" y="240544"/>
                  </a:lnTo>
                  <a:lnTo>
                    <a:pt x="445142" y="245277"/>
                  </a:lnTo>
                  <a:lnTo>
                    <a:pt x="446149" y="249937"/>
                  </a:lnTo>
                  <a:lnTo>
                    <a:pt x="447161" y="254523"/>
                  </a:lnTo>
                  <a:lnTo>
                    <a:pt x="448167" y="259031"/>
                  </a:lnTo>
                  <a:lnTo>
                    <a:pt x="449179" y="263459"/>
                  </a:lnTo>
                  <a:lnTo>
                    <a:pt x="450186" y="267805"/>
                  </a:lnTo>
                  <a:lnTo>
                    <a:pt x="451197" y="272067"/>
                  </a:lnTo>
                  <a:lnTo>
                    <a:pt x="452204" y="276242"/>
                  </a:lnTo>
                  <a:lnTo>
                    <a:pt x="453216" y="280330"/>
                  </a:lnTo>
                  <a:lnTo>
                    <a:pt x="454228" y="284328"/>
                  </a:lnTo>
                  <a:lnTo>
                    <a:pt x="455234" y="288235"/>
                  </a:lnTo>
                  <a:lnTo>
                    <a:pt x="456246" y="292049"/>
                  </a:lnTo>
                  <a:lnTo>
                    <a:pt x="457252" y="295771"/>
                  </a:lnTo>
                  <a:lnTo>
                    <a:pt x="458264" y="299398"/>
                  </a:lnTo>
                  <a:lnTo>
                    <a:pt x="459271" y="302929"/>
                  </a:lnTo>
                  <a:lnTo>
                    <a:pt x="460282" y="306365"/>
                  </a:lnTo>
                  <a:lnTo>
                    <a:pt x="461289" y="309705"/>
                  </a:lnTo>
                  <a:lnTo>
                    <a:pt x="462301" y="312949"/>
                  </a:lnTo>
                  <a:lnTo>
                    <a:pt x="463307" y="316095"/>
                  </a:lnTo>
                  <a:lnTo>
                    <a:pt x="464319" y="319145"/>
                  </a:lnTo>
                  <a:lnTo>
                    <a:pt x="465331" y="322099"/>
                  </a:lnTo>
                  <a:lnTo>
                    <a:pt x="466337" y="324956"/>
                  </a:lnTo>
                  <a:lnTo>
                    <a:pt x="467349" y="327716"/>
                  </a:lnTo>
                  <a:lnTo>
                    <a:pt x="468356" y="330382"/>
                  </a:lnTo>
                  <a:lnTo>
                    <a:pt x="469368" y="332953"/>
                  </a:lnTo>
                  <a:lnTo>
                    <a:pt x="470374" y="335429"/>
                  </a:lnTo>
                  <a:lnTo>
                    <a:pt x="471386" y="337813"/>
                  </a:lnTo>
                  <a:lnTo>
                    <a:pt x="472392" y="340104"/>
                  </a:lnTo>
                  <a:lnTo>
                    <a:pt x="473404" y="342304"/>
                  </a:lnTo>
                  <a:lnTo>
                    <a:pt x="474411" y="344414"/>
                  </a:lnTo>
                  <a:lnTo>
                    <a:pt x="475423" y="346436"/>
                  </a:lnTo>
                  <a:lnTo>
                    <a:pt x="476434" y="348370"/>
                  </a:lnTo>
                  <a:lnTo>
                    <a:pt x="477441" y="350219"/>
                  </a:lnTo>
                  <a:lnTo>
                    <a:pt x="478453" y="351984"/>
                  </a:lnTo>
                  <a:lnTo>
                    <a:pt x="479459" y="353666"/>
                  </a:lnTo>
                  <a:lnTo>
                    <a:pt x="480471" y="355268"/>
                  </a:lnTo>
                  <a:lnTo>
                    <a:pt x="481477" y="356790"/>
                  </a:lnTo>
                  <a:lnTo>
                    <a:pt x="482489" y="358236"/>
                  </a:lnTo>
                  <a:lnTo>
                    <a:pt x="483496" y="359607"/>
                  </a:lnTo>
                  <a:lnTo>
                    <a:pt x="484508" y="360904"/>
                  </a:lnTo>
                  <a:lnTo>
                    <a:pt x="485514" y="362131"/>
                  </a:lnTo>
                  <a:lnTo>
                    <a:pt x="486526" y="363288"/>
                  </a:lnTo>
                  <a:lnTo>
                    <a:pt x="487532" y="364378"/>
                  </a:lnTo>
                  <a:lnTo>
                    <a:pt x="488544" y="365405"/>
                  </a:lnTo>
                  <a:lnTo>
                    <a:pt x="489556" y="366368"/>
                  </a:lnTo>
                  <a:lnTo>
                    <a:pt x="490563" y="367272"/>
                  </a:lnTo>
                  <a:lnTo>
                    <a:pt x="491574" y="368117"/>
                  </a:lnTo>
                  <a:lnTo>
                    <a:pt x="492581" y="368907"/>
                  </a:lnTo>
                  <a:lnTo>
                    <a:pt x="493593" y="369644"/>
                  </a:lnTo>
                  <a:lnTo>
                    <a:pt x="494599" y="370329"/>
                  </a:lnTo>
                  <a:lnTo>
                    <a:pt x="495611" y="370966"/>
                  </a:lnTo>
                  <a:lnTo>
                    <a:pt x="496617" y="371557"/>
                  </a:lnTo>
                  <a:lnTo>
                    <a:pt x="497629" y="372104"/>
                  </a:lnTo>
                  <a:lnTo>
                    <a:pt x="498636" y="372610"/>
                  </a:lnTo>
                  <a:lnTo>
                    <a:pt x="499648" y="373076"/>
                  </a:lnTo>
                  <a:lnTo>
                    <a:pt x="500659" y="373506"/>
                  </a:lnTo>
                  <a:lnTo>
                    <a:pt x="501666" y="373901"/>
                  </a:lnTo>
                  <a:lnTo>
                    <a:pt x="502678" y="374263"/>
                  </a:lnTo>
                  <a:lnTo>
                    <a:pt x="503684" y="374597"/>
                  </a:lnTo>
                  <a:lnTo>
                    <a:pt x="504696" y="374902"/>
                  </a:lnTo>
                  <a:lnTo>
                    <a:pt x="505703" y="375182"/>
                  </a:lnTo>
                  <a:lnTo>
                    <a:pt x="506714" y="375439"/>
                  </a:lnTo>
                  <a:lnTo>
                    <a:pt x="507721" y="375675"/>
                  </a:lnTo>
                  <a:lnTo>
                    <a:pt x="508733" y="375893"/>
                  </a:lnTo>
                  <a:lnTo>
                    <a:pt x="509739" y="376094"/>
                  </a:lnTo>
                  <a:lnTo>
                    <a:pt x="510751" y="376281"/>
                  </a:lnTo>
                  <a:lnTo>
                    <a:pt x="511763" y="376455"/>
                  </a:lnTo>
                  <a:lnTo>
                    <a:pt x="512769" y="376619"/>
                  </a:lnTo>
                  <a:lnTo>
                    <a:pt x="513781" y="376776"/>
                  </a:lnTo>
                  <a:lnTo>
                    <a:pt x="514788" y="376925"/>
                  </a:lnTo>
                  <a:lnTo>
                    <a:pt x="515799" y="377071"/>
                  </a:lnTo>
                  <a:lnTo>
                    <a:pt x="516806" y="377215"/>
                  </a:lnTo>
                  <a:lnTo>
                    <a:pt x="517818" y="377358"/>
                  </a:lnTo>
                  <a:lnTo>
                    <a:pt x="518824" y="377502"/>
                  </a:lnTo>
                  <a:lnTo>
                    <a:pt x="519836" y="377650"/>
                  </a:lnTo>
                  <a:lnTo>
                    <a:pt x="520843" y="377801"/>
                  </a:lnTo>
                  <a:lnTo>
                    <a:pt x="521854" y="377960"/>
                  </a:lnTo>
                  <a:lnTo>
                    <a:pt x="522866" y="378127"/>
                  </a:lnTo>
                  <a:lnTo>
                    <a:pt x="523873" y="378304"/>
                  </a:lnTo>
                  <a:lnTo>
                    <a:pt x="524885" y="378491"/>
                  </a:lnTo>
                  <a:lnTo>
                    <a:pt x="525891" y="378691"/>
                  </a:lnTo>
                  <a:lnTo>
                    <a:pt x="526903" y="378906"/>
                  </a:lnTo>
                  <a:lnTo>
                    <a:pt x="527909" y="379136"/>
                  </a:lnTo>
                  <a:lnTo>
                    <a:pt x="528921" y="379382"/>
                  </a:lnTo>
                  <a:lnTo>
                    <a:pt x="529928" y="379647"/>
                  </a:lnTo>
                  <a:lnTo>
                    <a:pt x="530940" y="379931"/>
                  </a:lnTo>
                  <a:lnTo>
                    <a:pt x="531946" y="380235"/>
                  </a:lnTo>
                  <a:lnTo>
                    <a:pt x="532958" y="380561"/>
                  </a:lnTo>
                  <a:lnTo>
                    <a:pt x="533970" y="380909"/>
                  </a:lnTo>
                  <a:lnTo>
                    <a:pt x="534976" y="381281"/>
                  </a:lnTo>
                  <a:lnTo>
                    <a:pt x="535988" y="381677"/>
                  </a:lnTo>
                  <a:lnTo>
                    <a:pt x="536994" y="382099"/>
                  </a:lnTo>
                  <a:lnTo>
                    <a:pt x="538006" y="382547"/>
                  </a:lnTo>
                  <a:lnTo>
                    <a:pt x="539013" y="383022"/>
                  </a:lnTo>
                  <a:lnTo>
                    <a:pt x="540025" y="383526"/>
                  </a:lnTo>
                  <a:lnTo>
                    <a:pt x="541031" y="384057"/>
                  </a:lnTo>
                  <a:lnTo>
                    <a:pt x="542043" y="384618"/>
                  </a:lnTo>
                  <a:lnTo>
                    <a:pt x="543049" y="385209"/>
                  </a:lnTo>
                  <a:lnTo>
                    <a:pt x="544061" y="385829"/>
                  </a:lnTo>
                  <a:lnTo>
                    <a:pt x="545068" y="386481"/>
                  </a:lnTo>
                  <a:lnTo>
                    <a:pt x="546080" y="387164"/>
                  </a:lnTo>
                  <a:lnTo>
                    <a:pt x="547091" y="387879"/>
                  </a:lnTo>
                  <a:lnTo>
                    <a:pt x="548098" y="388625"/>
                  </a:lnTo>
                  <a:lnTo>
                    <a:pt x="549110" y="389405"/>
                  </a:lnTo>
                  <a:lnTo>
                    <a:pt x="550116" y="390217"/>
                  </a:lnTo>
                  <a:lnTo>
                    <a:pt x="551128" y="391062"/>
                  </a:lnTo>
                  <a:lnTo>
                    <a:pt x="552134" y="391939"/>
                  </a:lnTo>
                  <a:lnTo>
                    <a:pt x="553146" y="392850"/>
                  </a:lnTo>
                  <a:lnTo>
                    <a:pt x="554153" y="393795"/>
                  </a:lnTo>
                  <a:lnTo>
                    <a:pt x="555165" y="394773"/>
                  </a:lnTo>
                  <a:lnTo>
                    <a:pt x="556171" y="395785"/>
                  </a:lnTo>
                  <a:lnTo>
                    <a:pt x="557183" y="396830"/>
                  </a:lnTo>
                  <a:lnTo>
                    <a:pt x="558195" y="397908"/>
                  </a:lnTo>
                  <a:lnTo>
                    <a:pt x="559201" y="399020"/>
                  </a:lnTo>
                  <a:lnTo>
                    <a:pt x="560213" y="400166"/>
                  </a:lnTo>
                  <a:lnTo>
                    <a:pt x="561220" y="401344"/>
                  </a:lnTo>
                  <a:lnTo>
                    <a:pt x="562231" y="402555"/>
                  </a:lnTo>
                  <a:lnTo>
                    <a:pt x="563238" y="403799"/>
                  </a:lnTo>
                  <a:lnTo>
                    <a:pt x="564250" y="405075"/>
                  </a:lnTo>
                  <a:lnTo>
                    <a:pt x="565256" y="406384"/>
                  </a:lnTo>
                  <a:lnTo>
                    <a:pt x="566268" y="407725"/>
                  </a:lnTo>
                  <a:lnTo>
                    <a:pt x="567275" y="409097"/>
                  </a:lnTo>
                  <a:lnTo>
                    <a:pt x="568286" y="410500"/>
                  </a:lnTo>
                  <a:lnTo>
                    <a:pt x="569298" y="411934"/>
                  </a:lnTo>
                  <a:lnTo>
                    <a:pt x="570305" y="413399"/>
                  </a:lnTo>
                  <a:lnTo>
                    <a:pt x="571316" y="414894"/>
                  </a:lnTo>
                  <a:lnTo>
                    <a:pt x="572323" y="416418"/>
                  </a:lnTo>
                  <a:lnTo>
                    <a:pt x="573335" y="417971"/>
                  </a:lnTo>
                  <a:lnTo>
                    <a:pt x="574341" y="419553"/>
                  </a:lnTo>
                  <a:lnTo>
                    <a:pt x="575353" y="421163"/>
                  </a:lnTo>
                  <a:lnTo>
                    <a:pt x="576360" y="422800"/>
                  </a:lnTo>
                  <a:lnTo>
                    <a:pt x="577371" y="424464"/>
                  </a:lnTo>
                  <a:lnTo>
                    <a:pt x="578378" y="426155"/>
                  </a:lnTo>
                  <a:lnTo>
                    <a:pt x="579390" y="427871"/>
                  </a:lnTo>
                  <a:lnTo>
                    <a:pt x="580402" y="429612"/>
                  </a:lnTo>
                  <a:lnTo>
                    <a:pt x="581408" y="431378"/>
                  </a:lnTo>
                  <a:lnTo>
                    <a:pt x="582420" y="433168"/>
                  </a:lnTo>
                  <a:lnTo>
                    <a:pt x="583426" y="434980"/>
                  </a:lnTo>
                  <a:lnTo>
                    <a:pt x="584438" y="436816"/>
                  </a:lnTo>
                  <a:lnTo>
                    <a:pt x="585445" y="438674"/>
                  </a:lnTo>
                  <a:lnTo>
                    <a:pt x="586457" y="440552"/>
                  </a:lnTo>
                  <a:lnTo>
                    <a:pt x="587463" y="442451"/>
                  </a:lnTo>
                  <a:lnTo>
                    <a:pt x="588475" y="444370"/>
                  </a:lnTo>
                  <a:lnTo>
                    <a:pt x="589481" y="446307"/>
                  </a:lnTo>
                  <a:lnTo>
                    <a:pt x="590493" y="448263"/>
                  </a:lnTo>
                  <a:lnTo>
                    <a:pt x="591500" y="450237"/>
                  </a:lnTo>
                  <a:lnTo>
                    <a:pt x="592511" y="452227"/>
                  </a:lnTo>
                  <a:lnTo>
                    <a:pt x="593523" y="454233"/>
                  </a:lnTo>
                  <a:lnTo>
                    <a:pt x="594530" y="456255"/>
                  </a:lnTo>
                  <a:lnTo>
                    <a:pt x="595542" y="458291"/>
                  </a:lnTo>
                  <a:lnTo>
                    <a:pt x="596548" y="460341"/>
                  </a:lnTo>
                  <a:lnTo>
                    <a:pt x="597560" y="462405"/>
                  </a:lnTo>
                  <a:lnTo>
                    <a:pt x="598566" y="464480"/>
                  </a:lnTo>
                  <a:lnTo>
                    <a:pt x="599578" y="466566"/>
                  </a:lnTo>
                  <a:lnTo>
                    <a:pt x="600585" y="468664"/>
                  </a:lnTo>
                  <a:lnTo>
                    <a:pt x="601597" y="470772"/>
                  </a:lnTo>
                  <a:lnTo>
                    <a:pt x="602603" y="472889"/>
                  </a:lnTo>
                  <a:lnTo>
                    <a:pt x="603615" y="475014"/>
                  </a:lnTo>
                  <a:lnTo>
                    <a:pt x="604627" y="477147"/>
                  </a:lnTo>
                  <a:lnTo>
                    <a:pt x="605633" y="479287"/>
                  </a:lnTo>
                  <a:lnTo>
                    <a:pt x="606645" y="481433"/>
                  </a:lnTo>
                  <a:lnTo>
                    <a:pt x="607651" y="483585"/>
                  </a:lnTo>
                  <a:lnTo>
                    <a:pt x="608663" y="485741"/>
                  </a:lnTo>
                  <a:lnTo>
                    <a:pt x="609670" y="487899"/>
                  </a:lnTo>
                  <a:lnTo>
                    <a:pt x="610682" y="490067"/>
                  </a:lnTo>
                  <a:lnTo>
                    <a:pt x="611688" y="492229"/>
                  </a:lnTo>
                  <a:lnTo>
                    <a:pt x="612700" y="494401"/>
                  </a:lnTo>
                  <a:lnTo>
                    <a:pt x="613706" y="496569"/>
                  </a:lnTo>
                  <a:lnTo>
                    <a:pt x="614718" y="498736"/>
                  </a:lnTo>
                  <a:lnTo>
                    <a:pt x="615730" y="500904"/>
                  </a:lnTo>
                  <a:lnTo>
                    <a:pt x="616737" y="503071"/>
                  </a:lnTo>
                  <a:lnTo>
                    <a:pt x="617748" y="505239"/>
                  </a:lnTo>
                  <a:lnTo>
                    <a:pt x="618755" y="507406"/>
                  </a:lnTo>
                  <a:lnTo>
                    <a:pt x="619767" y="509563"/>
                  </a:lnTo>
                  <a:lnTo>
                    <a:pt x="620773" y="511720"/>
                  </a:lnTo>
                  <a:lnTo>
                    <a:pt x="621785" y="513876"/>
                  </a:lnTo>
                  <a:lnTo>
                    <a:pt x="622792" y="516022"/>
                  </a:lnTo>
                  <a:lnTo>
                    <a:pt x="623803" y="518163"/>
                  </a:lnTo>
                  <a:lnTo>
                    <a:pt x="624810" y="520299"/>
                  </a:lnTo>
                  <a:lnTo>
                    <a:pt x="625822" y="522429"/>
                  </a:lnTo>
                  <a:lnTo>
                    <a:pt x="626833" y="524548"/>
                  </a:lnTo>
                  <a:lnTo>
                    <a:pt x="627840" y="526663"/>
                  </a:lnTo>
                  <a:lnTo>
                    <a:pt x="628852" y="528766"/>
                  </a:lnTo>
                  <a:lnTo>
                    <a:pt x="629858" y="530864"/>
                  </a:lnTo>
                  <a:lnTo>
                    <a:pt x="630870" y="532952"/>
                  </a:lnTo>
                  <a:lnTo>
                    <a:pt x="631877" y="535029"/>
                  </a:lnTo>
                  <a:lnTo>
                    <a:pt x="632888" y="537095"/>
                  </a:lnTo>
                  <a:lnTo>
                    <a:pt x="633895" y="539145"/>
                  </a:lnTo>
                  <a:lnTo>
                    <a:pt x="634907" y="541190"/>
                  </a:lnTo>
                  <a:lnTo>
                    <a:pt x="635913" y="543219"/>
                  </a:lnTo>
                  <a:lnTo>
                    <a:pt x="636925" y="545237"/>
                  </a:lnTo>
                  <a:lnTo>
                    <a:pt x="637931" y="547240"/>
                  </a:lnTo>
                  <a:lnTo>
                    <a:pt x="638943" y="549231"/>
                  </a:lnTo>
                  <a:lnTo>
                    <a:pt x="639955" y="551213"/>
                  </a:lnTo>
                  <a:lnTo>
                    <a:pt x="640962" y="553172"/>
                  </a:lnTo>
                  <a:lnTo>
                    <a:pt x="641974" y="555121"/>
                  </a:lnTo>
                  <a:lnTo>
                    <a:pt x="642980" y="557054"/>
                  </a:lnTo>
                  <a:lnTo>
                    <a:pt x="643992" y="558972"/>
                  </a:lnTo>
                  <a:lnTo>
                    <a:pt x="644998" y="560873"/>
                  </a:lnTo>
                  <a:lnTo>
                    <a:pt x="646010" y="562758"/>
                  </a:lnTo>
                  <a:lnTo>
                    <a:pt x="647017" y="564627"/>
                  </a:lnTo>
                  <a:lnTo>
                    <a:pt x="648028" y="566480"/>
                  </a:lnTo>
                  <a:lnTo>
                    <a:pt x="649035" y="568312"/>
                  </a:lnTo>
                  <a:lnTo>
                    <a:pt x="650047" y="570134"/>
                  </a:lnTo>
                  <a:lnTo>
                    <a:pt x="651059" y="571934"/>
                  </a:lnTo>
                  <a:lnTo>
                    <a:pt x="652065" y="573712"/>
                  </a:lnTo>
                  <a:lnTo>
                    <a:pt x="653077" y="575475"/>
                  </a:lnTo>
                  <a:lnTo>
                    <a:pt x="654083" y="577222"/>
                  </a:lnTo>
                  <a:lnTo>
                    <a:pt x="655095" y="578947"/>
                  </a:lnTo>
                  <a:lnTo>
                    <a:pt x="656102" y="580656"/>
                  </a:lnTo>
                  <a:lnTo>
                    <a:pt x="657113" y="582345"/>
                  </a:lnTo>
                  <a:lnTo>
                    <a:pt x="658120" y="584017"/>
                  </a:lnTo>
                  <a:lnTo>
                    <a:pt x="659132" y="585668"/>
                  </a:lnTo>
                  <a:lnTo>
                    <a:pt x="660138" y="587297"/>
                  </a:lnTo>
                  <a:lnTo>
                    <a:pt x="661150" y="588905"/>
                  </a:lnTo>
                  <a:lnTo>
                    <a:pt x="662162" y="590498"/>
                  </a:lnTo>
                  <a:lnTo>
                    <a:pt x="663168" y="592069"/>
                  </a:lnTo>
                  <a:lnTo>
                    <a:pt x="664180" y="593624"/>
                  </a:lnTo>
                  <a:lnTo>
                    <a:pt x="665187" y="595152"/>
                  </a:lnTo>
                  <a:lnTo>
                    <a:pt x="666199" y="596665"/>
                  </a:lnTo>
                  <a:lnTo>
                    <a:pt x="667205" y="598156"/>
                  </a:lnTo>
                  <a:lnTo>
                    <a:pt x="668217" y="599625"/>
                  </a:lnTo>
                  <a:lnTo>
                    <a:pt x="669223" y="601074"/>
                  </a:lnTo>
                  <a:lnTo>
                    <a:pt x="670235" y="602506"/>
                  </a:lnTo>
                  <a:lnTo>
                    <a:pt x="671242" y="603918"/>
                  </a:lnTo>
                  <a:lnTo>
                    <a:pt x="672254" y="605302"/>
                  </a:lnTo>
                  <a:lnTo>
                    <a:pt x="673265" y="606671"/>
                  </a:lnTo>
                  <a:lnTo>
                    <a:pt x="674272" y="608024"/>
                  </a:lnTo>
                  <a:lnTo>
                    <a:pt x="675284" y="609350"/>
                  </a:lnTo>
                  <a:lnTo>
                    <a:pt x="676290" y="610654"/>
                  </a:lnTo>
                  <a:lnTo>
                    <a:pt x="677302" y="611943"/>
                  </a:lnTo>
                  <a:lnTo>
                    <a:pt x="678308" y="613210"/>
                  </a:lnTo>
                  <a:lnTo>
                    <a:pt x="679320" y="614457"/>
                  </a:lnTo>
                  <a:lnTo>
                    <a:pt x="680327" y="615681"/>
                  </a:lnTo>
                  <a:lnTo>
                    <a:pt x="681339" y="616890"/>
                  </a:lnTo>
                  <a:lnTo>
                    <a:pt x="682345" y="618073"/>
                  </a:lnTo>
                  <a:lnTo>
                    <a:pt x="683357" y="619239"/>
                  </a:lnTo>
                  <a:lnTo>
                    <a:pt x="684363" y="620389"/>
                  </a:lnTo>
                  <a:lnTo>
                    <a:pt x="685375" y="621513"/>
                  </a:lnTo>
                  <a:lnTo>
                    <a:pt x="686387" y="622620"/>
                  </a:lnTo>
                  <a:lnTo>
                    <a:pt x="687394" y="623707"/>
                  </a:lnTo>
                  <a:lnTo>
                    <a:pt x="688405" y="624777"/>
                  </a:lnTo>
                  <a:lnTo>
                    <a:pt x="689412" y="625826"/>
                  </a:lnTo>
                  <a:lnTo>
                    <a:pt x="690424" y="626854"/>
                  </a:lnTo>
                  <a:lnTo>
                    <a:pt x="691430" y="627866"/>
                  </a:lnTo>
                  <a:lnTo>
                    <a:pt x="692442" y="628856"/>
                  </a:lnTo>
                  <a:lnTo>
                    <a:pt x="693448" y="629831"/>
                  </a:lnTo>
                  <a:lnTo>
                    <a:pt x="694460" y="630784"/>
                  </a:lnTo>
                  <a:lnTo>
                    <a:pt x="695467" y="631721"/>
                  </a:lnTo>
                  <a:lnTo>
                    <a:pt x="696479" y="632637"/>
                  </a:lnTo>
                  <a:lnTo>
                    <a:pt x="697490" y="633537"/>
                  </a:lnTo>
                  <a:lnTo>
                    <a:pt x="698497" y="634421"/>
                  </a:lnTo>
                  <a:lnTo>
                    <a:pt x="699509" y="635284"/>
                  </a:lnTo>
                  <a:lnTo>
                    <a:pt x="700515" y="636131"/>
                  </a:lnTo>
                  <a:lnTo>
                    <a:pt x="701527" y="636956"/>
                  </a:lnTo>
                  <a:lnTo>
                    <a:pt x="702534" y="637771"/>
                  </a:lnTo>
                  <a:lnTo>
                    <a:pt x="703545" y="638565"/>
                  </a:lnTo>
                  <a:lnTo>
                    <a:pt x="704552" y="639342"/>
                  </a:lnTo>
                  <a:lnTo>
                    <a:pt x="705564" y="640109"/>
                  </a:lnTo>
                  <a:lnTo>
                    <a:pt x="706570" y="640854"/>
                  </a:lnTo>
                  <a:lnTo>
                    <a:pt x="707582" y="641579"/>
                  </a:lnTo>
                  <a:lnTo>
                    <a:pt x="708594" y="642292"/>
                  </a:lnTo>
                  <a:lnTo>
                    <a:pt x="709600" y="642990"/>
                  </a:lnTo>
                  <a:lnTo>
                    <a:pt x="710612" y="643677"/>
                  </a:lnTo>
                  <a:lnTo>
                    <a:pt x="711619" y="644343"/>
                  </a:lnTo>
                  <a:lnTo>
                    <a:pt x="712630" y="644992"/>
                  </a:lnTo>
                  <a:lnTo>
                    <a:pt x="713637" y="645631"/>
                  </a:lnTo>
                  <a:lnTo>
                    <a:pt x="714649" y="646254"/>
                  </a:lnTo>
                  <a:lnTo>
                    <a:pt x="715655" y="646862"/>
                  </a:lnTo>
                  <a:lnTo>
                    <a:pt x="716667" y="647453"/>
                  </a:lnTo>
                  <a:lnTo>
                    <a:pt x="717674" y="648033"/>
                  </a:lnTo>
                  <a:lnTo>
                    <a:pt x="718685" y="648598"/>
                  </a:lnTo>
                  <a:lnTo>
                    <a:pt x="719697" y="649151"/>
                  </a:lnTo>
                  <a:lnTo>
                    <a:pt x="720704" y="649689"/>
                  </a:lnTo>
                  <a:lnTo>
                    <a:pt x="721716" y="650216"/>
                  </a:lnTo>
                  <a:lnTo>
                    <a:pt x="722722" y="650733"/>
                  </a:lnTo>
                  <a:lnTo>
                    <a:pt x="723734" y="651228"/>
                  </a:lnTo>
                  <a:lnTo>
                    <a:pt x="724740" y="651718"/>
                  </a:lnTo>
                  <a:lnTo>
                    <a:pt x="725752" y="652192"/>
                  </a:lnTo>
                  <a:lnTo>
                    <a:pt x="726759" y="652656"/>
                  </a:lnTo>
                  <a:lnTo>
                    <a:pt x="727771" y="653108"/>
                  </a:lnTo>
                  <a:lnTo>
                    <a:pt x="728777" y="653550"/>
                  </a:lnTo>
                  <a:lnTo>
                    <a:pt x="729789" y="653982"/>
                  </a:lnTo>
                  <a:lnTo>
                    <a:pt x="730795" y="654397"/>
                  </a:lnTo>
                  <a:lnTo>
                    <a:pt x="731807" y="654802"/>
                  </a:lnTo>
                  <a:lnTo>
                    <a:pt x="732819" y="655201"/>
                  </a:lnTo>
                  <a:lnTo>
                    <a:pt x="733825" y="655584"/>
                  </a:lnTo>
                  <a:lnTo>
                    <a:pt x="734837" y="655963"/>
                  </a:lnTo>
                  <a:lnTo>
                    <a:pt x="735844" y="656325"/>
                  </a:lnTo>
                  <a:lnTo>
                    <a:pt x="736856" y="656681"/>
                  </a:lnTo>
                  <a:lnTo>
                    <a:pt x="737862" y="657028"/>
                  </a:lnTo>
                  <a:lnTo>
                    <a:pt x="738874" y="657363"/>
                  </a:lnTo>
                  <a:lnTo>
                    <a:pt x="739880" y="657688"/>
                  </a:lnTo>
                  <a:lnTo>
                    <a:pt x="740892" y="658007"/>
                  </a:lnTo>
                  <a:lnTo>
                    <a:pt x="741899" y="658316"/>
                  </a:lnTo>
                  <a:lnTo>
                    <a:pt x="742911" y="658615"/>
                  </a:lnTo>
                  <a:lnTo>
                    <a:pt x="743922" y="658907"/>
                  </a:lnTo>
                  <a:lnTo>
                    <a:pt x="744929" y="659190"/>
                  </a:lnTo>
                  <a:lnTo>
                    <a:pt x="745941" y="659467"/>
                  </a:lnTo>
                  <a:lnTo>
                    <a:pt x="746947" y="659733"/>
                  </a:lnTo>
                  <a:lnTo>
                    <a:pt x="747959" y="659989"/>
                  </a:lnTo>
                  <a:lnTo>
                    <a:pt x="748965" y="660244"/>
                  </a:lnTo>
                  <a:lnTo>
                    <a:pt x="749977" y="660484"/>
                  </a:lnTo>
                  <a:lnTo>
                    <a:pt x="750984" y="660723"/>
                  </a:lnTo>
                  <a:lnTo>
                    <a:pt x="751996" y="660952"/>
                  </a:lnTo>
                  <a:lnTo>
                    <a:pt x="753002" y="661176"/>
                  </a:lnTo>
                  <a:lnTo>
                    <a:pt x="754014" y="661389"/>
                  </a:lnTo>
                  <a:lnTo>
                    <a:pt x="755026" y="661602"/>
                  </a:lnTo>
                  <a:lnTo>
                    <a:pt x="756032" y="661804"/>
                  </a:lnTo>
                  <a:lnTo>
                    <a:pt x="757044" y="662001"/>
                  </a:lnTo>
                  <a:lnTo>
                    <a:pt x="758051" y="662193"/>
                  </a:lnTo>
                  <a:lnTo>
                    <a:pt x="759062" y="662380"/>
                  </a:lnTo>
                  <a:lnTo>
                    <a:pt x="760069" y="662555"/>
                  </a:lnTo>
                  <a:lnTo>
                    <a:pt x="761081" y="662731"/>
                  </a:lnTo>
                  <a:lnTo>
                    <a:pt x="762087" y="662896"/>
                  </a:lnTo>
                  <a:lnTo>
                    <a:pt x="763099" y="663061"/>
                  </a:lnTo>
                  <a:lnTo>
                    <a:pt x="764106" y="663216"/>
                  </a:lnTo>
                  <a:lnTo>
                    <a:pt x="765117" y="663370"/>
                  </a:lnTo>
                  <a:lnTo>
                    <a:pt x="766129" y="663519"/>
                  </a:lnTo>
                  <a:lnTo>
                    <a:pt x="767136" y="663663"/>
                  </a:lnTo>
                  <a:lnTo>
                    <a:pt x="768147" y="663796"/>
                  </a:lnTo>
                  <a:lnTo>
                    <a:pt x="769154" y="663929"/>
                  </a:lnTo>
                  <a:lnTo>
                    <a:pt x="770166" y="664062"/>
                  </a:lnTo>
                  <a:lnTo>
                    <a:pt x="771172" y="664185"/>
                  </a:lnTo>
                  <a:lnTo>
                    <a:pt x="772184" y="664307"/>
                  </a:lnTo>
                  <a:lnTo>
                    <a:pt x="773191" y="664425"/>
                  </a:lnTo>
                  <a:lnTo>
                    <a:pt x="774202" y="664536"/>
                  </a:lnTo>
                  <a:lnTo>
                    <a:pt x="775209" y="664643"/>
                  </a:lnTo>
                  <a:lnTo>
                    <a:pt x="776221" y="664749"/>
                  </a:lnTo>
                  <a:lnTo>
                    <a:pt x="777227" y="664851"/>
                  </a:lnTo>
                  <a:lnTo>
                    <a:pt x="778239" y="664946"/>
                  </a:lnTo>
                  <a:lnTo>
                    <a:pt x="779251" y="665042"/>
                  </a:lnTo>
                  <a:lnTo>
                    <a:pt x="780257" y="665133"/>
                  </a:lnTo>
                  <a:lnTo>
                    <a:pt x="781269" y="665223"/>
                  </a:lnTo>
                  <a:lnTo>
                    <a:pt x="782276" y="665309"/>
                  </a:lnTo>
                  <a:lnTo>
                    <a:pt x="783288" y="665388"/>
                  </a:lnTo>
                  <a:lnTo>
                    <a:pt x="784294" y="665468"/>
                  </a:lnTo>
                  <a:lnTo>
                    <a:pt x="785306" y="665543"/>
                  </a:lnTo>
                  <a:lnTo>
                    <a:pt x="786312" y="665617"/>
                  </a:lnTo>
                  <a:lnTo>
                    <a:pt x="787324" y="665687"/>
                  </a:lnTo>
                  <a:lnTo>
                    <a:pt x="788331" y="665756"/>
                  </a:lnTo>
                  <a:lnTo>
                    <a:pt x="789342" y="665820"/>
                  </a:lnTo>
                  <a:lnTo>
                    <a:pt x="790354" y="665884"/>
                  </a:lnTo>
                  <a:lnTo>
                    <a:pt x="791361" y="665948"/>
                  </a:lnTo>
                  <a:lnTo>
                    <a:pt x="792373" y="666006"/>
                  </a:lnTo>
                  <a:lnTo>
                    <a:pt x="793379" y="666065"/>
                  </a:lnTo>
                  <a:lnTo>
                    <a:pt x="794391" y="666118"/>
                  </a:lnTo>
                  <a:lnTo>
                    <a:pt x="795397" y="666171"/>
                  </a:lnTo>
                  <a:lnTo>
                    <a:pt x="796409" y="666219"/>
                  </a:lnTo>
                  <a:lnTo>
                    <a:pt x="797416" y="666267"/>
                  </a:lnTo>
                  <a:lnTo>
                    <a:pt x="798428" y="666315"/>
                  </a:lnTo>
                  <a:lnTo>
                    <a:pt x="799434" y="666358"/>
                  </a:lnTo>
                  <a:lnTo>
                    <a:pt x="800446" y="666406"/>
                  </a:lnTo>
                  <a:lnTo>
                    <a:pt x="801458" y="666443"/>
                  </a:lnTo>
                  <a:lnTo>
                    <a:pt x="802464" y="666485"/>
                  </a:lnTo>
                  <a:lnTo>
                    <a:pt x="803476" y="666523"/>
                  </a:lnTo>
                  <a:lnTo>
                    <a:pt x="804482" y="666560"/>
                  </a:lnTo>
                  <a:lnTo>
                    <a:pt x="805494" y="666597"/>
                  </a:lnTo>
                  <a:lnTo>
                    <a:pt x="806501" y="666629"/>
                  </a:lnTo>
                  <a:lnTo>
                    <a:pt x="807513" y="666661"/>
                  </a:lnTo>
                  <a:lnTo>
                    <a:pt x="808519" y="666693"/>
                  </a:lnTo>
                  <a:lnTo>
                    <a:pt x="809531" y="666725"/>
                  </a:lnTo>
                  <a:lnTo>
                    <a:pt x="810537" y="666752"/>
                  </a:lnTo>
                  <a:lnTo>
                    <a:pt x="811549" y="666778"/>
                  </a:lnTo>
                  <a:lnTo>
                    <a:pt x="812561" y="666805"/>
                  </a:lnTo>
                  <a:lnTo>
                    <a:pt x="813568" y="666832"/>
                  </a:lnTo>
                  <a:lnTo>
                    <a:pt x="814579" y="666858"/>
                  </a:lnTo>
                  <a:lnTo>
                    <a:pt x="815586" y="666880"/>
                  </a:lnTo>
                  <a:lnTo>
                    <a:pt x="816598" y="666901"/>
                  </a:lnTo>
                  <a:lnTo>
                    <a:pt x="817604" y="666927"/>
                  </a:lnTo>
                  <a:lnTo>
                    <a:pt x="818616" y="666943"/>
                  </a:lnTo>
                  <a:lnTo>
                    <a:pt x="819623" y="666965"/>
                  </a:lnTo>
                  <a:lnTo>
                    <a:pt x="820634" y="666986"/>
                  </a:lnTo>
                  <a:lnTo>
                    <a:pt x="821641" y="667002"/>
                  </a:lnTo>
                  <a:lnTo>
                    <a:pt x="822653" y="667018"/>
                  </a:lnTo>
                  <a:lnTo>
                    <a:pt x="823664" y="667039"/>
                  </a:lnTo>
                  <a:lnTo>
                    <a:pt x="824671" y="667055"/>
                  </a:lnTo>
                  <a:lnTo>
                    <a:pt x="825683" y="667066"/>
                  </a:lnTo>
                  <a:lnTo>
                    <a:pt x="826689" y="667082"/>
                  </a:lnTo>
                  <a:lnTo>
                    <a:pt x="827701" y="667098"/>
                  </a:lnTo>
                  <a:lnTo>
                    <a:pt x="828708" y="667109"/>
                  </a:lnTo>
                  <a:lnTo>
                    <a:pt x="829719" y="667124"/>
                  </a:lnTo>
                  <a:lnTo>
                    <a:pt x="830726" y="667135"/>
                  </a:lnTo>
                  <a:lnTo>
                    <a:pt x="831738" y="667146"/>
                  </a:lnTo>
                  <a:lnTo>
                    <a:pt x="832744" y="667156"/>
                  </a:lnTo>
                  <a:lnTo>
                    <a:pt x="833756" y="667172"/>
                  </a:lnTo>
                  <a:lnTo>
                    <a:pt x="834763" y="667178"/>
                  </a:lnTo>
                  <a:lnTo>
                    <a:pt x="835774" y="667188"/>
                  </a:lnTo>
                  <a:lnTo>
                    <a:pt x="836786" y="667199"/>
                  </a:lnTo>
                  <a:lnTo>
                    <a:pt x="837793" y="667210"/>
                  </a:lnTo>
                  <a:lnTo>
                    <a:pt x="838805" y="667215"/>
                  </a:lnTo>
                  <a:lnTo>
                    <a:pt x="839811" y="667226"/>
                  </a:lnTo>
                  <a:lnTo>
                    <a:pt x="840823" y="667231"/>
                  </a:lnTo>
                  <a:lnTo>
                    <a:pt x="841829" y="667242"/>
                  </a:lnTo>
                  <a:lnTo>
                    <a:pt x="842841" y="667247"/>
                  </a:lnTo>
                  <a:lnTo>
                    <a:pt x="843848" y="667252"/>
                  </a:lnTo>
                  <a:lnTo>
                    <a:pt x="844859" y="667263"/>
                  </a:lnTo>
                  <a:lnTo>
                    <a:pt x="845866" y="667268"/>
                  </a:lnTo>
                  <a:lnTo>
                    <a:pt x="846878" y="667274"/>
                  </a:lnTo>
                  <a:lnTo>
                    <a:pt x="847890" y="667279"/>
                  </a:lnTo>
                  <a:lnTo>
                    <a:pt x="848896" y="667284"/>
                  </a:lnTo>
                  <a:lnTo>
                    <a:pt x="849908" y="667290"/>
                  </a:lnTo>
                  <a:lnTo>
                    <a:pt x="850914" y="667295"/>
                  </a:lnTo>
                  <a:lnTo>
                    <a:pt x="851926" y="667300"/>
                  </a:lnTo>
                  <a:lnTo>
                    <a:pt x="852933" y="667306"/>
                  </a:lnTo>
                  <a:lnTo>
                    <a:pt x="853945" y="667306"/>
                  </a:lnTo>
                  <a:lnTo>
                    <a:pt x="854951" y="667311"/>
                  </a:lnTo>
                  <a:lnTo>
                    <a:pt x="855963" y="667316"/>
                  </a:lnTo>
                  <a:lnTo>
                    <a:pt x="856969" y="667322"/>
                  </a:lnTo>
                  <a:lnTo>
                    <a:pt x="857981" y="667322"/>
                  </a:lnTo>
                  <a:lnTo>
                    <a:pt x="858993" y="667327"/>
                  </a:lnTo>
                  <a:lnTo>
                    <a:pt x="859999" y="667327"/>
                  </a:lnTo>
                  <a:lnTo>
                    <a:pt x="861011" y="667332"/>
                  </a:lnTo>
                  <a:lnTo>
                    <a:pt x="862018" y="667332"/>
                  </a:lnTo>
                  <a:lnTo>
                    <a:pt x="863030" y="667338"/>
                  </a:lnTo>
                  <a:lnTo>
                    <a:pt x="864036" y="667338"/>
                  </a:lnTo>
                  <a:lnTo>
                    <a:pt x="865048" y="667343"/>
                  </a:lnTo>
                  <a:lnTo>
                    <a:pt x="866054" y="667343"/>
                  </a:lnTo>
                  <a:lnTo>
                    <a:pt x="867066" y="667348"/>
                  </a:lnTo>
                  <a:lnTo>
                    <a:pt x="868073" y="667348"/>
                  </a:lnTo>
                  <a:lnTo>
                    <a:pt x="869085" y="667354"/>
                  </a:lnTo>
                  <a:lnTo>
                    <a:pt x="870096" y="667354"/>
                  </a:lnTo>
                  <a:lnTo>
                    <a:pt x="871103" y="667354"/>
                  </a:lnTo>
                  <a:lnTo>
                    <a:pt x="872115" y="667359"/>
                  </a:lnTo>
                  <a:lnTo>
                    <a:pt x="873121" y="667359"/>
                  </a:lnTo>
                  <a:lnTo>
                    <a:pt x="874133" y="667359"/>
                  </a:lnTo>
                  <a:lnTo>
                    <a:pt x="875140" y="667359"/>
                  </a:lnTo>
                  <a:lnTo>
                    <a:pt x="876151" y="667364"/>
                  </a:lnTo>
                  <a:lnTo>
                    <a:pt x="877158" y="667364"/>
                  </a:lnTo>
                  <a:lnTo>
                    <a:pt x="878170" y="667364"/>
                  </a:lnTo>
                  <a:lnTo>
                    <a:pt x="879176" y="667364"/>
                  </a:lnTo>
                  <a:lnTo>
                    <a:pt x="880188" y="667370"/>
                  </a:lnTo>
                  <a:lnTo>
                    <a:pt x="881195" y="667370"/>
                  </a:lnTo>
                  <a:lnTo>
                    <a:pt x="882206" y="667370"/>
                  </a:lnTo>
                  <a:lnTo>
                    <a:pt x="883218" y="667370"/>
                  </a:lnTo>
                  <a:lnTo>
                    <a:pt x="884225" y="667370"/>
                  </a:lnTo>
                  <a:lnTo>
                    <a:pt x="885236" y="667375"/>
                  </a:lnTo>
                  <a:lnTo>
                    <a:pt x="886243" y="667375"/>
                  </a:lnTo>
                  <a:lnTo>
                    <a:pt x="887255" y="667375"/>
                  </a:lnTo>
                  <a:lnTo>
                    <a:pt x="888261" y="667375"/>
                  </a:lnTo>
                  <a:lnTo>
                    <a:pt x="889273" y="667375"/>
                  </a:lnTo>
                  <a:lnTo>
                    <a:pt x="890280" y="667375"/>
                  </a:lnTo>
                  <a:lnTo>
                    <a:pt x="891291" y="667375"/>
                  </a:lnTo>
                  <a:lnTo>
                    <a:pt x="892298" y="667375"/>
                  </a:lnTo>
                  <a:lnTo>
                    <a:pt x="893310" y="667380"/>
                  </a:lnTo>
                  <a:lnTo>
                    <a:pt x="894322" y="667380"/>
                  </a:lnTo>
                  <a:lnTo>
                    <a:pt x="895328" y="667380"/>
                  </a:lnTo>
                  <a:lnTo>
                    <a:pt x="896340" y="667380"/>
                  </a:lnTo>
                  <a:lnTo>
                    <a:pt x="897346" y="667380"/>
                  </a:lnTo>
                  <a:lnTo>
                    <a:pt x="898358" y="667380"/>
                  </a:lnTo>
                  <a:lnTo>
                    <a:pt x="899365" y="667380"/>
                  </a:lnTo>
                  <a:lnTo>
                    <a:pt x="900376" y="667380"/>
                  </a:lnTo>
                  <a:lnTo>
                    <a:pt x="901383" y="667380"/>
                  </a:lnTo>
                  <a:lnTo>
                    <a:pt x="902395" y="667380"/>
                  </a:lnTo>
                  <a:lnTo>
                    <a:pt x="903401" y="667380"/>
                  </a:lnTo>
                  <a:lnTo>
                    <a:pt x="904413" y="667380"/>
                  </a:lnTo>
                  <a:lnTo>
                    <a:pt x="905425" y="667380"/>
                  </a:lnTo>
                  <a:lnTo>
                    <a:pt x="906431" y="667386"/>
                  </a:lnTo>
                  <a:lnTo>
                    <a:pt x="907443" y="667386"/>
                  </a:lnTo>
                  <a:lnTo>
                    <a:pt x="908450" y="667386"/>
                  </a:lnTo>
                  <a:lnTo>
                    <a:pt x="909462" y="667386"/>
                  </a:lnTo>
                  <a:lnTo>
                    <a:pt x="910468" y="667386"/>
                  </a:lnTo>
                  <a:lnTo>
                    <a:pt x="911480" y="667386"/>
                  </a:lnTo>
                  <a:lnTo>
                    <a:pt x="912486" y="667386"/>
                  </a:lnTo>
                  <a:lnTo>
                    <a:pt x="913498" y="667386"/>
                  </a:lnTo>
                  <a:lnTo>
                    <a:pt x="914505" y="667386"/>
                  </a:lnTo>
                  <a:lnTo>
                    <a:pt x="915517" y="667386"/>
                  </a:lnTo>
                  <a:lnTo>
                    <a:pt x="916528" y="667386"/>
                  </a:lnTo>
                  <a:lnTo>
                    <a:pt x="917535" y="667386"/>
                  </a:lnTo>
                  <a:lnTo>
                    <a:pt x="918547" y="667386"/>
                  </a:lnTo>
                  <a:lnTo>
                    <a:pt x="919553" y="667386"/>
                  </a:lnTo>
                  <a:lnTo>
                    <a:pt x="920565" y="667386"/>
                  </a:lnTo>
                  <a:lnTo>
                    <a:pt x="921571" y="667386"/>
                  </a:lnTo>
                  <a:lnTo>
                    <a:pt x="922583" y="667386"/>
                  </a:lnTo>
                  <a:lnTo>
                    <a:pt x="923590" y="667386"/>
                  </a:lnTo>
                  <a:lnTo>
                    <a:pt x="924602" y="667386"/>
                  </a:lnTo>
                  <a:lnTo>
                    <a:pt x="925608" y="667386"/>
                  </a:lnTo>
                  <a:lnTo>
                    <a:pt x="926620" y="667386"/>
                  </a:lnTo>
                  <a:lnTo>
                    <a:pt x="927626" y="667386"/>
                  </a:lnTo>
                  <a:lnTo>
                    <a:pt x="928638" y="667386"/>
                  </a:lnTo>
                  <a:lnTo>
                    <a:pt x="929650" y="667386"/>
                  </a:lnTo>
                  <a:lnTo>
                    <a:pt x="930657" y="667386"/>
                  </a:lnTo>
                  <a:lnTo>
                    <a:pt x="931668" y="667386"/>
                  </a:lnTo>
                  <a:lnTo>
                    <a:pt x="932675" y="667386"/>
                  </a:lnTo>
                  <a:lnTo>
                    <a:pt x="933687" y="667386"/>
                  </a:lnTo>
                  <a:lnTo>
                    <a:pt x="934693" y="667386"/>
                  </a:lnTo>
                  <a:lnTo>
                    <a:pt x="935705" y="667386"/>
                  </a:lnTo>
                  <a:lnTo>
                    <a:pt x="936712" y="667386"/>
                  </a:lnTo>
                  <a:lnTo>
                    <a:pt x="937723" y="667386"/>
                  </a:lnTo>
                  <a:lnTo>
                    <a:pt x="938730" y="667386"/>
                  </a:lnTo>
                  <a:lnTo>
                    <a:pt x="939742" y="667386"/>
                  </a:lnTo>
                  <a:lnTo>
                    <a:pt x="940753" y="667386"/>
                  </a:lnTo>
                  <a:lnTo>
                    <a:pt x="941760" y="667386"/>
                  </a:lnTo>
                  <a:lnTo>
                    <a:pt x="942772" y="667386"/>
                  </a:lnTo>
                  <a:lnTo>
                    <a:pt x="943778" y="667386"/>
                  </a:lnTo>
                  <a:lnTo>
                    <a:pt x="944790" y="667386"/>
                  </a:lnTo>
                  <a:lnTo>
                    <a:pt x="945797" y="667386"/>
                  </a:lnTo>
                  <a:lnTo>
                    <a:pt x="946808" y="667386"/>
                  </a:lnTo>
                  <a:lnTo>
                    <a:pt x="947815" y="667386"/>
                  </a:lnTo>
                  <a:lnTo>
                    <a:pt x="948827" y="667386"/>
                  </a:lnTo>
                  <a:lnTo>
                    <a:pt x="949833" y="667386"/>
                  </a:lnTo>
                  <a:lnTo>
                    <a:pt x="950845" y="667386"/>
                  </a:lnTo>
                  <a:lnTo>
                    <a:pt x="951857" y="667386"/>
                  </a:lnTo>
                  <a:lnTo>
                    <a:pt x="952863" y="667386"/>
                  </a:lnTo>
                  <a:lnTo>
                    <a:pt x="953875" y="667386"/>
                  </a:lnTo>
                  <a:lnTo>
                    <a:pt x="954882" y="667386"/>
                  </a:lnTo>
                  <a:lnTo>
                    <a:pt x="955893" y="667386"/>
                  </a:lnTo>
                  <a:lnTo>
                    <a:pt x="956900" y="667386"/>
                  </a:lnTo>
                  <a:lnTo>
                    <a:pt x="957912" y="667386"/>
                  </a:lnTo>
                  <a:lnTo>
                    <a:pt x="958918" y="667386"/>
                  </a:lnTo>
                  <a:lnTo>
                    <a:pt x="959930" y="667386"/>
                  </a:lnTo>
                  <a:lnTo>
                    <a:pt x="960937" y="667386"/>
                  </a:lnTo>
                  <a:lnTo>
                    <a:pt x="961948" y="667386"/>
                  </a:lnTo>
                  <a:lnTo>
                    <a:pt x="962960" y="667386"/>
                  </a:lnTo>
                  <a:lnTo>
                    <a:pt x="963967" y="667386"/>
                  </a:lnTo>
                  <a:lnTo>
                    <a:pt x="964978" y="667386"/>
                  </a:lnTo>
                  <a:lnTo>
                    <a:pt x="965985" y="667386"/>
                  </a:lnTo>
                  <a:lnTo>
                    <a:pt x="966997" y="667386"/>
                  </a:lnTo>
                  <a:lnTo>
                    <a:pt x="968003" y="667386"/>
                  </a:lnTo>
                  <a:lnTo>
                    <a:pt x="969015" y="667386"/>
                  </a:lnTo>
                  <a:lnTo>
                    <a:pt x="970022" y="667386"/>
                  </a:lnTo>
                  <a:lnTo>
                    <a:pt x="971034" y="667386"/>
                  </a:lnTo>
                  <a:lnTo>
                    <a:pt x="972040" y="667386"/>
                  </a:lnTo>
                  <a:lnTo>
                    <a:pt x="973052" y="667386"/>
                  </a:lnTo>
                  <a:lnTo>
                    <a:pt x="974058" y="667386"/>
                  </a:lnTo>
                  <a:lnTo>
                    <a:pt x="975070" y="667386"/>
                  </a:lnTo>
                  <a:lnTo>
                    <a:pt x="976082" y="667386"/>
                  </a:lnTo>
                  <a:lnTo>
                    <a:pt x="977088" y="667386"/>
                  </a:lnTo>
                  <a:lnTo>
                    <a:pt x="978100" y="667386"/>
                  </a:lnTo>
                  <a:lnTo>
                    <a:pt x="979107" y="667386"/>
                  </a:lnTo>
                  <a:lnTo>
                    <a:pt x="980118" y="667386"/>
                  </a:lnTo>
                  <a:lnTo>
                    <a:pt x="981125" y="667386"/>
                  </a:lnTo>
                  <a:lnTo>
                    <a:pt x="982137" y="667386"/>
                  </a:lnTo>
                  <a:lnTo>
                    <a:pt x="983143" y="667386"/>
                  </a:lnTo>
                  <a:lnTo>
                    <a:pt x="984155" y="667386"/>
                  </a:lnTo>
                  <a:lnTo>
                    <a:pt x="985162" y="667386"/>
                  </a:lnTo>
                  <a:lnTo>
                    <a:pt x="986174" y="667386"/>
                  </a:lnTo>
                  <a:lnTo>
                    <a:pt x="987185" y="667386"/>
                  </a:lnTo>
                  <a:lnTo>
                    <a:pt x="988192" y="667386"/>
                  </a:lnTo>
                  <a:lnTo>
                    <a:pt x="989204" y="667386"/>
                  </a:lnTo>
                  <a:lnTo>
                    <a:pt x="990210" y="667386"/>
                  </a:lnTo>
                  <a:lnTo>
                    <a:pt x="991222" y="667386"/>
                  </a:lnTo>
                  <a:lnTo>
                    <a:pt x="992229" y="667386"/>
                  </a:lnTo>
                  <a:lnTo>
                    <a:pt x="993240" y="667386"/>
                  </a:lnTo>
                  <a:lnTo>
                    <a:pt x="994247" y="667386"/>
                  </a:lnTo>
                  <a:lnTo>
                    <a:pt x="995259" y="667386"/>
                  </a:lnTo>
                  <a:lnTo>
                    <a:pt x="996265" y="667386"/>
                  </a:lnTo>
                  <a:lnTo>
                    <a:pt x="997277" y="667386"/>
                  </a:lnTo>
                  <a:lnTo>
                    <a:pt x="998289" y="667386"/>
                  </a:lnTo>
                  <a:lnTo>
                    <a:pt x="999295" y="667386"/>
                  </a:lnTo>
                  <a:lnTo>
                    <a:pt x="1000307" y="667386"/>
                  </a:lnTo>
                  <a:lnTo>
                    <a:pt x="1001313" y="667386"/>
                  </a:lnTo>
                  <a:lnTo>
                    <a:pt x="1002325" y="667386"/>
                  </a:lnTo>
                  <a:lnTo>
                    <a:pt x="1003332" y="667386"/>
                  </a:lnTo>
                  <a:lnTo>
                    <a:pt x="1004344" y="667386"/>
                  </a:lnTo>
                  <a:lnTo>
                    <a:pt x="1005350" y="667386"/>
                  </a:lnTo>
                  <a:lnTo>
                    <a:pt x="1006362" y="667386"/>
                  </a:lnTo>
                  <a:lnTo>
                    <a:pt x="1007369" y="667386"/>
                  </a:lnTo>
                  <a:lnTo>
                    <a:pt x="1008380" y="667386"/>
                  </a:lnTo>
                </a:path>
              </a:pathLst>
            </a:custGeom>
            <a:noFill/>
            <a:ln w="17018" cap="rnd">
              <a:solidFill>
                <a:srgbClr val="009AF9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519" name="Freeform 518">
            <a:extLst>
              <a:ext uri="{FF2B5EF4-FFF2-40B4-BE49-F238E27FC236}">
                <a16:creationId xmlns:a16="http://schemas.microsoft.com/office/drawing/2014/main" id="{586507E9-7AAF-40B2-68D7-B335EB602458}"/>
              </a:ext>
            </a:extLst>
          </p:cNvPr>
          <p:cNvSpPr/>
          <p:nvPr/>
        </p:nvSpPr>
        <p:spPr>
          <a:xfrm>
            <a:off x="3357824" y="4094119"/>
            <a:ext cx="1008380" cy="570385"/>
          </a:xfrm>
          <a:custGeom>
            <a:avLst/>
            <a:gdLst>
              <a:gd name="csX0" fmla="*/ 0 w 1008380"/>
              <a:gd name="csY0" fmla="*/ 568985 h 570385"/>
              <a:gd name="csX1" fmla="*/ 1009 w 1008380"/>
              <a:gd name="csY1" fmla="*/ 568943 h 570385"/>
              <a:gd name="csX2" fmla="*/ 2019 w 1008380"/>
              <a:gd name="csY2" fmla="*/ 568900 h 570385"/>
              <a:gd name="csX3" fmla="*/ 3028 w 1008380"/>
              <a:gd name="csY3" fmla="*/ 568852 h 570385"/>
              <a:gd name="csX4" fmla="*/ 4037 w 1008380"/>
              <a:gd name="csY4" fmla="*/ 568804 h 570385"/>
              <a:gd name="csX5" fmla="*/ 5047 w 1008380"/>
              <a:gd name="csY5" fmla="*/ 568756 h 570385"/>
              <a:gd name="csX6" fmla="*/ 6056 w 1008380"/>
              <a:gd name="csY6" fmla="*/ 568708 h 570385"/>
              <a:gd name="csX7" fmla="*/ 7066 w 1008380"/>
              <a:gd name="csY7" fmla="*/ 568660 h 570385"/>
              <a:gd name="csX8" fmla="*/ 8075 w 1008380"/>
              <a:gd name="csY8" fmla="*/ 568607 h 570385"/>
              <a:gd name="csX9" fmla="*/ 9085 w 1008380"/>
              <a:gd name="csY9" fmla="*/ 568554 h 570385"/>
              <a:gd name="csX10" fmla="*/ 10094 w 1008380"/>
              <a:gd name="csY10" fmla="*/ 568501 h 570385"/>
              <a:gd name="csX11" fmla="*/ 11103 w 1008380"/>
              <a:gd name="csY11" fmla="*/ 568442 h 570385"/>
              <a:gd name="csX12" fmla="*/ 12113 w 1008380"/>
              <a:gd name="csY12" fmla="*/ 568384 h 570385"/>
              <a:gd name="csX13" fmla="*/ 13122 w 1008380"/>
              <a:gd name="csY13" fmla="*/ 568325 h 570385"/>
              <a:gd name="csX14" fmla="*/ 14131 w 1008380"/>
              <a:gd name="csY14" fmla="*/ 568266 h 570385"/>
              <a:gd name="csX15" fmla="*/ 15141 w 1008380"/>
              <a:gd name="csY15" fmla="*/ 568202 h 570385"/>
              <a:gd name="csX16" fmla="*/ 16150 w 1008380"/>
              <a:gd name="csY16" fmla="*/ 568139 h 570385"/>
              <a:gd name="csX17" fmla="*/ 17159 w 1008380"/>
              <a:gd name="csY17" fmla="*/ 568069 h 570385"/>
              <a:gd name="csX18" fmla="*/ 18169 w 1008380"/>
              <a:gd name="csY18" fmla="*/ 568005 h 570385"/>
              <a:gd name="csX19" fmla="*/ 19178 w 1008380"/>
              <a:gd name="csY19" fmla="*/ 567936 h 570385"/>
              <a:gd name="csX20" fmla="*/ 20187 w 1008380"/>
              <a:gd name="csY20" fmla="*/ 567862 h 570385"/>
              <a:gd name="csX21" fmla="*/ 21197 w 1008380"/>
              <a:gd name="csY21" fmla="*/ 567787 h 570385"/>
              <a:gd name="csX22" fmla="*/ 22206 w 1008380"/>
              <a:gd name="csY22" fmla="*/ 567713 h 570385"/>
              <a:gd name="csX23" fmla="*/ 23216 w 1008380"/>
              <a:gd name="csY23" fmla="*/ 567638 h 570385"/>
              <a:gd name="csX24" fmla="*/ 24225 w 1008380"/>
              <a:gd name="csY24" fmla="*/ 567558 h 570385"/>
              <a:gd name="csX25" fmla="*/ 25235 w 1008380"/>
              <a:gd name="csY25" fmla="*/ 567478 h 570385"/>
              <a:gd name="csX26" fmla="*/ 26244 w 1008380"/>
              <a:gd name="csY26" fmla="*/ 567393 h 570385"/>
              <a:gd name="csX27" fmla="*/ 27253 w 1008380"/>
              <a:gd name="csY27" fmla="*/ 567308 h 570385"/>
              <a:gd name="csX28" fmla="*/ 28263 w 1008380"/>
              <a:gd name="csY28" fmla="*/ 567217 h 570385"/>
              <a:gd name="csX29" fmla="*/ 29272 w 1008380"/>
              <a:gd name="csY29" fmla="*/ 567127 h 570385"/>
              <a:gd name="csX30" fmla="*/ 30282 w 1008380"/>
              <a:gd name="csY30" fmla="*/ 567036 h 570385"/>
              <a:gd name="csX31" fmla="*/ 31291 w 1008380"/>
              <a:gd name="csY31" fmla="*/ 566940 h 570385"/>
              <a:gd name="csX32" fmla="*/ 32301 w 1008380"/>
              <a:gd name="csY32" fmla="*/ 566845 h 570385"/>
              <a:gd name="csX33" fmla="*/ 33310 w 1008380"/>
              <a:gd name="csY33" fmla="*/ 566743 h 570385"/>
              <a:gd name="csX34" fmla="*/ 34319 w 1008380"/>
              <a:gd name="csY34" fmla="*/ 566642 h 570385"/>
              <a:gd name="csX35" fmla="*/ 35329 w 1008380"/>
              <a:gd name="csY35" fmla="*/ 566536 h 570385"/>
              <a:gd name="csX36" fmla="*/ 36338 w 1008380"/>
              <a:gd name="csY36" fmla="*/ 566429 h 570385"/>
              <a:gd name="csX37" fmla="*/ 37347 w 1008380"/>
              <a:gd name="csY37" fmla="*/ 566323 h 570385"/>
              <a:gd name="csX38" fmla="*/ 38357 w 1008380"/>
              <a:gd name="csY38" fmla="*/ 566211 h 570385"/>
              <a:gd name="csX39" fmla="*/ 39366 w 1008380"/>
              <a:gd name="csY39" fmla="*/ 566094 h 570385"/>
              <a:gd name="csX40" fmla="*/ 40375 w 1008380"/>
              <a:gd name="csY40" fmla="*/ 565977 h 570385"/>
              <a:gd name="csX41" fmla="*/ 41385 w 1008380"/>
              <a:gd name="csY41" fmla="*/ 565854 h 570385"/>
              <a:gd name="csX42" fmla="*/ 42394 w 1008380"/>
              <a:gd name="csY42" fmla="*/ 565726 h 570385"/>
              <a:gd name="csX43" fmla="*/ 43403 w 1008380"/>
              <a:gd name="csY43" fmla="*/ 565604 h 570385"/>
              <a:gd name="csX44" fmla="*/ 44413 w 1008380"/>
              <a:gd name="csY44" fmla="*/ 565471 h 570385"/>
              <a:gd name="csX45" fmla="*/ 45422 w 1008380"/>
              <a:gd name="csY45" fmla="*/ 565337 h 570385"/>
              <a:gd name="csX46" fmla="*/ 46432 w 1008380"/>
              <a:gd name="csY46" fmla="*/ 565199 h 570385"/>
              <a:gd name="csX47" fmla="*/ 47441 w 1008380"/>
              <a:gd name="csY47" fmla="*/ 565061 h 570385"/>
              <a:gd name="csX48" fmla="*/ 48451 w 1008380"/>
              <a:gd name="csY48" fmla="*/ 564917 h 570385"/>
              <a:gd name="csX49" fmla="*/ 49460 w 1008380"/>
              <a:gd name="csY49" fmla="*/ 564768 h 570385"/>
              <a:gd name="csX50" fmla="*/ 50469 w 1008380"/>
              <a:gd name="csY50" fmla="*/ 564619 h 570385"/>
              <a:gd name="csX51" fmla="*/ 51479 w 1008380"/>
              <a:gd name="csY51" fmla="*/ 564464 h 570385"/>
              <a:gd name="csX52" fmla="*/ 52488 w 1008380"/>
              <a:gd name="csY52" fmla="*/ 564310 h 570385"/>
              <a:gd name="csX53" fmla="*/ 53498 w 1008380"/>
              <a:gd name="csY53" fmla="*/ 564145 h 570385"/>
              <a:gd name="csX54" fmla="*/ 54507 w 1008380"/>
              <a:gd name="csY54" fmla="*/ 563979 h 570385"/>
              <a:gd name="csX55" fmla="*/ 55516 w 1008380"/>
              <a:gd name="csY55" fmla="*/ 563814 h 570385"/>
              <a:gd name="csX56" fmla="*/ 56526 w 1008380"/>
              <a:gd name="csY56" fmla="*/ 563639 h 570385"/>
              <a:gd name="csX57" fmla="*/ 57535 w 1008380"/>
              <a:gd name="csY57" fmla="*/ 563463 h 570385"/>
              <a:gd name="csX58" fmla="*/ 58544 w 1008380"/>
              <a:gd name="csY58" fmla="*/ 563282 h 570385"/>
              <a:gd name="csX59" fmla="*/ 59554 w 1008380"/>
              <a:gd name="csY59" fmla="*/ 563095 h 570385"/>
              <a:gd name="csX60" fmla="*/ 60563 w 1008380"/>
              <a:gd name="csY60" fmla="*/ 562904 h 570385"/>
              <a:gd name="csX61" fmla="*/ 61572 w 1008380"/>
              <a:gd name="csY61" fmla="*/ 562712 h 570385"/>
              <a:gd name="csX62" fmla="*/ 62582 w 1008380"/>
              <a:gd name="csY62" fmla="*/ 562515 h 570385"/>
              <a:gd name="csX63" fmla="*/ 63591 w 1008380"/>
              <a:gd name="csY63" fmla="*/ 562313 h 570385"/>
              <a:gd name="csX64" fmla="*/ 64601 w 1008380"/>
              <a:gd name="csY64" fmla="*/ 562105 h 570385"/>
              <a:gd name="csX65" fmla="*/ 65610 w 1008380"/>
              <a:gd name="csY65" fmla="*/ 561892 h 570385"/>
              <a:gd name="csX66" fmla="*/ 66619 w 1008380"/>
              <a:gd name="csY66" fmla="*/ 561674 h 570385"/>
              <a:gd name="csX67" fmla="*/ 67629 w 1008380"/>
              <a:gd name="csY67" fmla="*/ 561450 h 570385"/>
              <a:gd name="csX68" fmla="*/ 68638 w 1008380"/>
              <a:gd name="csY68" fmla="*/ 561226 h 570385"/>
              <a:gd name="csX69" fmla="*/ 69648 w 1008380"/>
              <a:gd name="csY69" fmla="*/ 560992 h 570385"/>
              <a:gd name="csX70" fmla="*/ 70657 w 1008380"/>
              <a:gd name="csY70" fmla="*/ 560758 h 570385"/>
              <a:gd name="csX71" fmla="*/ 71667 w 1008380"/>
              <a:gd name="csY71" fmla="*/ 560513 h 570385"/>
              <a:gd name="csX72" fmla="*/ 72676 w 1008380"/>
              <a:gd name="csY72" fmla="*/ 560268 h 570385"/>
              <a:gd name="csX73" fmla="*/ 73685 w 1008380"/>
              <a:gd name="csY73" fmla="*/ 560012 h 570385"/>
              <a:gd name="csX74" fmla="*/ 74695 w 1008380"/>
              <a:gd name="csY74" fmla="*/ 559756 h 570385"/>
              <a:gd name="csX75" fmla="*/ 75704 w 1008380"/>
              <a:gd name="csY75" fmla="*/ 559490 h 570385"/>
              <a:gd name="csX76" fmla="*/ 76714 w 1008380"/>
              <a:gd name="csY76" fmla="*/ 559219 h 570385"/>
              <a:gd name="csX77" fmla="*/ 77723 w 1008380"/>
              <a:gd name="csY77" fmla="*/ 558947 h 570385"/>
              <a:gd name="csX78" fmla="*/ 78732 w 1008380"/>
              <a:gd name="csY78" fmla="*/ 558665 h 570385"/>
              <a:gd name="csX79" fmla="*/ 79742 w 1008380"/>
              <a:gd name="csY79" fmla="*/ 558377 h 570385"/>
              <a:gd name="csX80" fmla="*/ 80751 w 1008380"/>
              <a:gd name="csY80" fmla="*/ 558084 h 570385"/>
              <a:gd name="csX81" fmla="*/ 81760 w 1008380"/>
              <a:gd name="csY81" fmla="*/ 557781 h 570385"/>
              <a:gd name="csX82" fmla="*/ 82770 w 1008380"/>
              <a:gd name="csY82" fmla="*/ 557477 h 570385"/>
              <a:gd name="csX83" fmla="*/ 83779 w 1008380"/>
              <a:gd name="csY83" fmla="*/ 557163 h 570385"/>
              <a:gd name="csX84" fmla="*/ 84788 w 1008380"/>
              <a:gd name="csY84" fmla="*/ 556843 h 570385"/>
              <a:gd name="csX85" fmla="*/ 85798 w 1008380"/>
              <a:gd name="csY85" fmla="*/ 556519 h 570385"/>
              <a:gd name="csX86" fmla="*/ 86807 w 1008380"/>
              <a:gd name="csY86" fmla="*/ 556188 h 570385"/>
              <a:gd name="csX87" fmla="*/ 87817 w 1008380"/>
              <a:gd name="csY87" fmla="*/ 555848 h 570385"/>
              <a:gd name="csX88" fmla="*/ 88826 w 1008380"/>
              <a:gd name="csY88" fmla="*/ 555501 h 570385"/>
              <a:gd name="csX89" fmla="*/ 89835 w 1008380"/>
              <a:gd name="csY89" fmla="*/ 555145 h 570385"/>
              <a:gd name="csX90" fmla="*/ 90845 w 1008380"/>
              <a:gd name="csY90" fmla="*/ 554788 h 570385"/>
              <a:gd name="csX91" fmla="*/ 91854 w 1008380"/>
              <a:gd name="csY91" fmla="*/ 554415 h 570385"/>
              <a:gd name="csX92" fmla="*/ 92864 w 1008380"/>
              <a:gd name="csY92" fmla="*/ 554042 h 570385"/>
              <a:gd name="csX93" fmla="*/ 93873 w 1008380"/>
              <a:gd name="csY93" fmla="*/ 553659 h 570385"/>
              <a:gd name="csX94" fmla="*/ 94883 w 1008380"/>
              <a:gd name="csY94" fmla="*/ 553270 h 570385"/>
              <a:gd name="csX95" fmla="*/ 95892 w 1008380"/>
              <a:gd name="csY95" fmla="*/ 552871 h 570385"/>
              <a:gd name="csX96" fmla="*/ 96901 w 1008380"/>
              <a:gd name="csY96" fmla="*/ 552461 h 570385"/>
              <a:gd name="csX97" fmla="*/ 97911 w 1008380"/>
              <a:gd name="csY97" fmla="*/ 552045 h 570385"/>
              <a:gd name="csX98" fmla="*/ 98920 w 1008380"/>
              <a:gd name="csY98" fmla="*/ 551625 h 570385"/>
              <a:gd name="csX99" fmla="*/ 99930 w 1008380"/>
              <a:gd name="csY99" fmla="*/ 551193 h 570385"/>
              <a:gd name="csX100" fmla="*/ 100939 w 1008380"/>
              <a:gd name="csY100" fmla="*/ 550757 h 570385"/>
              <a:gd name="csX101" fmla="*/ 101948 w 1008380"/>
              <a:gd name="csY101" fmla="*/ 550304 h 570385"/>
              <a:gd name="csX102" fmla="*/ 102958 w 1008380"/>
              <a:gd name="csY102" fmla="*/ 549851 h 570385"/>
              <a:gd name="csX103" fmla="*/ 103967 w 1008380"/>
              <a:gd name="csY103" fmla="*/ 549383 h 570385"/>
              <a:gd name="csX104" fmla="*/ 104976 w 1008380"/>
              <a:gd name="csY104" fmla="*/ 548909 h 570385"/>
              <a:gd name="csX105" fmla="*/ 105986 w 1008380"/>
              <a:gd name="csY105" fmla="*/ 548424 h 570385"/>
              <a:gd name="csX106" fmla="*/ 106995 w 1008380"/>
              <a:gd name="csY106" fmla="*/ 547934 h 570385"/>
              <a:gd name="csX107" fmla="*/ 108004 w 1008380"/>
              <a:gd name="csY107" fmla="*/ 547434 h 570385"/>
              <a:gd name="csX108" fmla="*/ 109014 w 1008380"/>
              <a:gd name="csY108" fmla="*/ 546922 h 570385"/>
              <a:gd name="csX109" fmla="*/ 110023 w 1008380"/>
              <a:gd name="csY109" fmla="*/ 546400 h 570385"/>
              <a:gd name="csX110" fmla="*/ 111033 w 1008380"/>
              <a:gd name="csY110" fmla="*/ 545868 h 570385"/>
              <a:gd name="csX111" fmla="*/ 112042 w 1008380"/>
              <a:gd name="csY111" fmla="*/ 545330 h 570385"/>
              <a:gd name="csX112" fmla="*/ 113051 w 1008380"/>
              <a:gd name="csY112" fmla="*/ 544776 h 570385"/>
              <a:gd name="csX113" fmla="*/ 114061 w 1008380"/>
              <a:gd name="csY113" fmla="*/ 544217 h 570385"/>
              <a:gd name="csX114" fmla="*/ 115070 w 1008380"/>
              <a:gd name="csY114" fmla="*/ 543647 h 570385"/>
              <a:gd name="csX115" fmla="*/ 116080 w 1008380"/>
              <a:gd name="csY115" fmla="*/ 543067 h 570385"/>
              <a:gd name="csX116" fmla="*/ 117089 w 1008380"/>
              <a:gd name="csY116" fmla="*/ 542476 h 570385"/>
              <a:gd name="csX117" fmla="*/ 118099 w 1008380"/>
              <a:gd name="csY117" fmla="*/ 541869 h 570385"/>
              <a:gd name="csX118" fmla="*/ 119108 w 1008380"/>
              <a:gd name="csY118" fmla="*/ 541256 h 570385"/>
              <a:gd name="csX119" fmla="*/ 120117 w 1008380"/>
              <a:gd name="csY119" fmla="*/ 540633 h 570385"/>
              <a:gd name="csX120" fmla="*/ 121127 w 1008380"/>
              <a:gd name="csY120" fmla="*/ 539999 h 570385"/>
              <a:gd name="csX121" fmla="*/ 122136 w 1008380"/>
              <a:gd name="csY121" fmla="*/ 539350 h 570385"/>
              <a:gd name="csX122" fmla="*/ 123145 w 1008380"/>
              <a:gd name="csY122" fmla="*/ 538695 h 570385"/>
              <a:gd name="csX123" fmla="*/ 124155 w 1008380"/>
              <a:gd name="csY123" fmla="*/ 538024 h 570385"/>
              <a:gd name="csX124" fmla="*/ 125164 w 1008380"/>
              <a:gd name="csY124" fmla="*/ 537342 h 570385"/>
              <a:gd name="csX125" fmla="*/ 126173 w 1008380"/>
              <a:gd name="csY125" fmla="*/ 536650 h 570385"/>
              <a:gd name="csX126" fmla="*/ 127183 w 1008380"/>
              <a:gd name="csY126" fmla="*/ 535947 h 570385"/>
              <a:gd name="csX127" fmla="*/ 128192 w 1008380"/>
              <a:gd name="csY127" fmla="*/ 535228 h 570385"/>
              <a:gd name="csX128" fmla="*/ 129201 w 1008380"/>
              <a:gd name="csY128" fmla="*/ 534504 h 570385"/>
              <a:gd name="csX129" fmla="*/ 130211 w 1008380"/>
              <a:gd name="csY129" fmla="*/ 533758 h 570385"/>
              <a:gd name="csX130" fmla="*/ 131220 w 1008380"/>
              <a:gd name="csY130" fmla="*/ 533007 h 570385"/>
              <a:gd name="csX131" fmla="*/ 132230 w 1008380"/>
              <a:gd name="csY131" fmla="*/ 532240 h 570385"/>
              <a:gd name="csX132" fmla="*/ 133239 w 1008380"/>
              <a:gd name="csY132" fmla="*/ 531463 h 570385"/>
              <a:gd name="csX133" fmla="*/ 134249 w 1008380"/>
              <a:gd name="csY133" fmla="*/ 530669 h 570385"/>
              <a:gd name="csX134" fmla="*/ 135258 w 1008380"/>
              <a:gd name="csY134" fmla="*/ 529865 h 570385"/>
              <a:gd name="csX135" fmla="*/ 136267 w 1008380"/>
              <a:gd name="csY135" fmla="*/ 529045 h 570385"/>
              <a:gd name="csX136" fmla="*/ 137277 w 1008380"/>
              <a:gd name="csY136" fmla="*/ 528214 h 570385"/>
              <a:gd name="csX137" fmla="*/ 138286 w 1008380"/>
              <a:gd name="csY137" fmla="*/ 527368 h 570385"/>
              <a:gd name="csX138" fmla="*/ 139296 w 1008380"/>
              <a:gd name="csY138" fmla="*/ 526510 h 570385"/>
              <a:gd name="csX139" fmla="*/ 140305 w 1008380"/>
              <a:gd name="csY139" fmla="*/ 525642 h 570385"/>
              <a:gd name="csX140" fmla="*/ 141315 w 1008380"/>
              <a:gd name="csY140" fmla="*/ 524753 h 570385"/>
              <a:gd name="csX141" fmla="*/ 142324 w 1008380"/>
              <a:gd name="csY141" fmla="*/ 523853 h 570385"/>
              <a:gd name="csX142" fmla="*/ 143333 w 1008380"/>
              <a:gd name="csY142" fmla="*/ 522937 h 570385"/>
              <a:gd name="csX143" fmla="*/ 144343 w 1008380"/>
              <a:gd name="csY143" fmla="*/ 522010 h 570385"/>
              <a:gd name="csX144" fmla="*/ 145352 w 1008380"/>
              <a:gd name="csY144" fmla="*/ 521068 h 570385"/>
              <a:gd name="csX145" fmla="*/ 146361 w 1008380"/>
              <a:gd name="csY145" fmla="*/ 520109 h 570385"/>
              <a:gd name="csX146" fmla="*/ 147371 w 1008380"/>
              <a:gd name="csY146" fmla="*/ 519140 h 570385"/>
              <a:gd name="csX147" fmla="*/ 148380 w 1008380"/>
              <a:gd name="csY147" fmla="*/ 518149 h 570385"/>
              <a:gd name="csX148" fmla="*/ 149389 w 1008380"/>
              <a:gd name="csY148" fmla="*/ 517148 h 570385"/>
              <a:gd name="csX149" fmla="*/ 150399 w 1008380"/>
              <a:gd name="csY149" fmla="*/ 516131 h 570385"/>
              <a:gd name="csX150" fmla="*/ 151408 w 1008380"/>
              <a:gd name="csY150" fmla="*/ 515098 h 570385"/>
              <a:gd name="csX151" fmla="*/ 152417 w 1008380"/>
              <a:gd name="csY151" fmla="*/ 514049 h 570385"/>
              <a:gd name="csX152" fmla="*/ 153427 w 1008380"/>
              <a:gd name="csY152" fmla="*/ 512989 h 570385"/>
              <a:gd name="csX153" fmla="*/ 154436 w 1008380"/>
              <a:gd name="csY153" fmla="*/ 511908 h 570385"/>
              <a:gd name="csX154" fmla="*/ 155446 w 1008380"/>
              <a:gd name="csY154" fmla="*/ 510816 h 570385"/>
              <a:gd name="csX155" fmla="*/ 156455 w 1008380"/>
              <a:gd name="csY155" fmla="*/ 509703 h 570385"/>
              <a:gd name="csX156" fmla="*/ 157465 w 1008380"/>
              <a:gd name="csY156" fmla="*/ 508580 h 570385"/>
              <a:gd name="csX157" fmla="*/ 158474 w 1008380"/>
              <a:gd name="csY157" fmla="*/ 507435 h 570385"/>
              <a:gd name="csX158" fmla="*/ 159483 w 1008380"/>
              <a:gd name="csY158" fmla="*/ 506274 h 570385"/>
              <a:gd name="csX159" fmla="*/ 160493 w 1008380"/>
              <a:gd name="csY159" fmla="*/ 505102 h 570385"/>
              <a:gd name="csX160" fmla="*/ 161502 w 1008380"/>
              <a:gd name="csY160" fmla="*/ 503909 h 570385"/>
              <a:gd name="csX161" fmla="*/ 162512 w 1008380"/>
              <a:gd name="csY161" fmla="*/ 502700 h 570385"/>
              <a:gd name="csX162" fmla="*/ 163521 w 1008380"/>
              <a:gd name="csY162" fmla="*/ 501476 h 570385"/>
              <a:gd name="csX163" fmla="*/ 164531 w 1008380"/>
              <a:gd name="csY163" fmla="*/ 500235 h 570385"/>
              <a:gd name="csX164" fmla="*/ 165540 w 1008380"/>
              <a:gd name="csY164" fmla="*/ 498973 h 570385"/>
              <a:gd name="csX165" fmla="*/ 166549 w 1008380"/>
              <a:gd name="csY165" fmla="*/ 497700 h 570385"/>
              <a:gd name="csX166" fmla="*/ 167559 w 1008380"/>
              <a:gd name="csY166" fmla="*/ 496406 h 570385"/>
              <a:gd name="csX167" fmla="*/ 168568 w 1008380"/>
              <a:gd name="csY167" fmla="*/ 495096 h 570385"/>
              <a:gd name="csX168" fmla="*/ 169577 w 1008380"/>
              <a:gd name="csY168" fmla="*/ 493765 h 570385"/>
              <a:gd name="csX169" fmla="*/ 170587 w 1008380"/>
              <a:gd name="csY169" fmla="*/ 492417 h 570385"/>
              <a:gd name="csX170" fmla="*/ 171596 w 1008380"/>
              <a:gd name="csY170" fmla="*/ 491054 h 570385"/>
              <a:gd name="csX171" fmla="*/ 172605 w 1008380"/>
              <a:gd name="csY171" fmla="*/ 489675 h 570385"/>
              <a:gd name="csX172" fmla="*/ 173615 w 1008380"/>
              <a:gd name="csY172" fmla="*/ 488279 h 570385"/>
              <a:gd name="csX173" fmla="*/ 174624 w 1008380"/>
              <a:gd name="csY173" fmla="*/ 486863 h 570385"/>
              <a:gd name="csX174" fmla="*/ 175633 w 1008380"/>
              <a:gd name="csY174" fmla="*/ 485425 h 570385"/>
              <a:gd name="csX175" fmla="*/ 176643 w 1008380"/>
              <a:gd name="csY175" fmla="*/ 483971 h 570385"/>
              <a:gd name="csX176" fmla="*/ 177652 w 1008380"/>
              <a:gd name="csY176" fmla="*/ 482501 h 570385"/>
              <a:gd name="csX177" fmla="*/ 178662 w 1008380"/>
              <a:gd name="csY177" fmla="*/ 481010 h 570385"/>
              <a:gd name="csX178" fmla="*/ 179671 w 1008380"/>
              <a:gd name="csY178" fmla="*/ 479503 h 570385"/>
              <a:gd name="csX179" fmla="*/ 180681 w 1008380"/>
              <a:gd name="csY179" fmla="*/ 477980 h 570385"/>
              <a:gd name="csX180" fmla="*/ 181690 w 1008380"/>
              <a:gd name="csY180" fmla="*/ 476436 h 570385"/>
              <a:gd name="csX181" fmla="*/ 182699 w 1008380"/>
              <a:gd name="csY181" fmla="*/ 474870 h 570385"/>
              <a:gd name="csX182" fmla="*/ 183709 w 1008380"/>
              <a:gd name="csY182" fmla="*/ 473288 h 570385"/>
              <a:gd name="csX183" fmla="*/ 184718 w 1008380"/>
              <a:gd name="csY183" fmla="*/ 471691 h 570385"/>
              <a:gd name="csX184" fmla="*/ 185728 w 1008380"/>
              <a:gd name="csY184" fmla="*/ 470072 h 570385"/>
              <a:gd name="csX185" fmla="*/ 186737 w 1008380"/>
              <a:gd name="csY185" fmla="*/ 468432 h 570385"/>
              <a:gd name="csX186" fmla="*/ 187746 w 1008380"/>
              <a:gd name="csY186" fmla="*/ 466776 h 570385"/>
              <a:gd name="csX187" fmla="*/ 188756 w 1008380"/>
              <a:gd name="csY187" fmla="*/ 465098 h 570385"/>
              <a:gd name="csX188" fmla="*/ 189765 w 1008380"/>
              <a:gd name="csY188" fmla="*/ 463405 h 570385"/>
              <a:gd name="csX189" fmla="*/ 190774 w 1008380"/>
              <a:gd name="csY189" fmla="*/ 461690 h 570385"/>
              <a:gd name="csX190" fmla="*/ 191784 w 1008380"/>
              <a:gd name="csY190" fmla="*/ 459959 h 570385"/>
              <a:gd name="csX191" fmla="*/ 192793 w 1008380"/>
              <a:gd name="csY191" fmla="*/ 458207 h 570385"/>
              <a:gd name="csX192" fmla="*/ 193803 w 1008380"/>
              <a:gd name="csY192" fmla="*/ 456434 h 570385"/>
              <a:gd name="csX193" fmla="*/ 194812 w 1008380"/>
              <a:gd name="csY193" fmla="*/ 454644 h 570385"/>
              <a:gd name="csX194" fmla="*/ 195821 w 1008380"/>
              <a:gd name="csY194" fmla="*/ 452834 h 570385"/>
              <a:gd name="csX195" fmla="*/ 196831 w 1008380"/>
              <a:gd name="csY195" fmla="*/ 451007 h 570385"/>
              <a:gd name="csX196" fmla="*/ 197840 w 1008380"/>
              <a:gd name="csY196" fmla="*/ 449159 h 570385"/>
              <a:gd name="csX197" fmla="*/ 198849 w 1008380"/>
              <a:gd name="csY197" fmla="*/ 447290 h 570385"/>
              <a:gd name="csX198" fmla="*/ 199859 w 1008380"/>
              <a:gd name="csY198" fmla="*/ 445405 h 570385"/>
              <a:gd name="csX199" fmla="*/ 200868 w 1008380"/>
              <a:gd name="csY199" fmla="*/ 443498 h 570385"/>
              <a:gd name="csX200" fmla="*/ 201878 w 1008380"/>
              <a:gd name="csY200" fmla="*/ 441576 h 570385"/>
              <a:gd name="csX201" fmla="*/ 202887 w 1008380"/>
              <a:gd name="csY201" fmla="*/ 439627 h 570385"/>
              <a:gd name="csX202" fmla="*/ 203897 w 1008380"/>
              <a:gd name="csY202" fmla="*/ 437667 h 570385"/>
              <a:gd name="csX203" fmla="*/ 204906 w 1008380"/>
              <a:gd name="csY203" fmla="*/ 435681 h 570385"/>
              <a:gd name="csX204" fmla="*/ 205915 w 1008380"/>
              <a:gd name="csY204" fmla="*/ 433678 h 570385"/>
              <a:gd name="csX205" fmla="*/ 206925 w 1008380"/>
              <a:gd name="csY205" fmla="*/ 431660 h 570385"/>
              <a:gd name="csX206" fmla="*/ 207934 w 1008380"/>
              <a:gd name="csY206" fmla="*/ 429615 h 570385"/>
              <a:gd name="csX207" fmla="*/ 208944 w 1008380"/>
              <a:gd name="csY207" fmla="*/ 427559 h 570385"/>
              <a:gd name="csX208" fmla="*/ 209953 w 1008380"/>
              <a:gd name="csY208" fmla="*/ 425477 h 570385"/>
              <a:gd name="csX209" fmla="*/ 210962 w 1008380"/>
              <a:gd name="csY209" fmla="*/ 423379 h 570385"/>
              <a:gd name="csX210" fmla="*/ 211972 w 1008380"/>
              <a:gd name="csY210" fmla="*/ 421265 h 570385"/>
              <a:gd name="csX211" fmla="*/ 212981 w 1008380"/>
              <a:gd name="csY211" fmla="*/ 419124 h 570385"/>
              <a:gd name="csX212" fmla="*/ 213990 w 1008380"/>
              <a:gd name="csY212" fmla="*/ 416973 h 570385"/>
              <a:gd name="csX213" fmla="*/ 215000 w 1008380"/>
              <a:gd name="csY213" fmla="*/ 414795 h 570385"/>
              <a:gd name="csX214" fmla="*/ 216009 w 1008380"/>
              <a:gd name="csY214" fmla="*/ 412606 h 570385"/>
              <a:gd name="csX215" fmla="*/ 217018 w 1008380"/>
              <a:gd name="csY215" fmla="*/ 410391 h 570385"/>
              <a:gd name="csX216" fmla="*/ 218028 w 1008380"/>
              <a:gd name="csY216" fmla="*/ 408159 h 570385"/>
              <a:gd name="csX217" fmla="*/ 219037 w 1008380"/>
              <a:gd name="csY217" fmla="*/ 405912 h 570385"/>
              <a:gd name="csX218" fmla="*/ 220047 w 1008380"/>
              <a:gd name="csY218" fmla="*/ 403643 h 570385"/>
              <a:gd name="csX219" fmla="*/ 221056 w 1008380"/>
              <a:gd name="csY219" fmla="*/ 401359 h 570385"/>
              <a:gd name="csX220" fmla="*/ 222065 w 1008380"/>
              <a:gd name="csY220" fmla="*/ 399053 h 570385"/>
              <a:gd name="csX221" fmla="*/ 223075 w 1008380"/>
              <a:gd name="csY221" fmla="*/ 396731 h 570385"/>
              <a:gd name="csX222" fmla="*/ 224084 w 1008380"/>
              <a:gd name="csY222" fmla="*/ 394388 h 570385"/>
              <a:gd name="csX223" fmla="*/ 225094 w 1008380"/>
              <a:gd name="csY223" fmla="*/ 392029 h 570385"/>
              <a:gd name="csX224" fmla="*/ 226103 w 1008380"/>
              <a:gd name="csY224" fmla="*/ 389653 h 570385"/>
              <a:gd name="csX225" fmla="*/ 227113 w 1008380"/>
              <a:gd name="csY225" fmla="*/ 387258 h 570385"/>
              <a:gd name="csX226" fmla="*/ 228122 w 1008380"/>
              <a:gd name="csY226" fmla="*/ 384846 h 570385"/>
              <a:gd name="csX227" fmla="*/ 229131 w 1008380"/>
              <a:gd name="csY227" fmla="*/ 382416 h 570385"/>
              <a:gd name="csX228" fmla="*/ 230141 w 1008380"/>
              <a:gd name="csY228" fmla="*/ 379968 h 570385"/>
              <a:gd name="csX229" fmla="*/ 231150 w 1008380"/>
              <a:gd name="csY229" fmla="*/ 377504 h 570385"/>
              <a:gd name="csX230" fmla="*/ 232160 w 1008380"/>
              <a:gd name="csY230" fmla="*/ 375022 h 570385"/>
              <a:gd name="csX231" fmla="*/ 233169 w 1008380"/>
              <a:gd name="csY231" fmla="*/ 372523 h 570385"/>
              <a:gd name="csX232" fmla="*/ 234178 w 1008380"/>
              <a:gd name="csY232" fmla="*/ 370008 h 570385"/>
              <a:gd name="csX233" fmla="*/ 235188 w 1008380"/>
              <a:gd name="csY233" fmla="*/ 367476 h 570385"/>
              <a:gd name="csX234" fmla="*/ 236197 w 1008380"/>
              <a:gd name="csY234" fmla="*/ 364928 h 570385"/>
              <a:gd name="csX235" fmla="*/ 237206 w 1008380"/>
              <a:gd name="csY235" fmla="*/ 362363 h 570385"/>
              <a:gd name="csX236" fmla="*/ 238216 w 1008380"/>
              <a:gd name="csY236" fmla="*/ 359782 h 570385"/>
              <a:gd name="csX237" fmla="*/ 239225 w 1008380"/>
              <a:gd name="csY237" fmla="*/ 357186 h 570385"/>
              <a:gd name="csX238" fmla="*/ 240234 w 1008380"/>
              <a:gd name="csY238" fmla="*/ 354574 h 570385"/>
              <a:gd name="csX239" fmla="*/ 241244 w 1008380"/>
              <a:gd name="csY239" fmla="*/ 351946 h 570385"/>
              <a:gd name="csX240" fmla="*/ 242253 w 1008380"/>
              <a:gd name="csY240" fmla="*/ 349303 h 570385"/>
              <a:gd name="csX241" fmla="*/ 243263 w 1008380"/>
              <a:gd name="csY241" fmla="*/ 346645 h 570385"/>
              <a:gd name="csX242" fmla="*/ 244272 w 1008380"/>
              <a:gd name="csY242" fmla="*/ 343973 h 570385"/>
              <a:gd name="csX243" fmla="*/ 245281 w 1008380"/>
              <a:gd name="csY243" fmla="*/ 341286 h 570385"/>
              <a:gd name="csX244" fmla="*/ 246291 w 1008380"/>
              <a:gd name="csY244" fmla="*/ 338584 h 570385"/>
              <a:gd name="csX245" fmla="*/ 247300 w 1008380"/>
              <a:gd name="csY245" fmla="*/ 335868 h 570385"/>
              <a:gd name="csX246" fmla="*/ 248310 w 1008380"/>
              <a:gd name="csY246" fmla="*/ 333139 h 570385"/>
              <a:gd name="csX247" fmla="*/ 249319 w 1008380"/>
              <a:gd name="csY247" fmla="*/ 330396 h 570385"/>
              <a:gd name="csX248" fmla="*/ 250329 w 1008380"/>
              <a:gd name="csY248" fmla="*/ 327640 h 570385"/>
              <a:gd name="csX249" fmla="*/ 251338 w 1008380"/>
              <a:gd name="csY249" fmla="*/ 324870 h 570385"/>
              <a:gd name="csX250" fmla="*/ 252347 w 1008380"/>
              <a:gd name="csY250" fmla="*/ 322088 h 570385"/>
              <a:gd name="csX251" fmla="*/ 253357 w 1008380"/>
              <a:gd name="csY251" fmla="*/ 319294 h 570385"/>
              <a:gd name="csX252" fmla="*/ 254366 w 1008380"/>
              <a:gd name="csY252" fmla="*/ 316487 h 570385"/>
              <a:gd name="csX253" fmla="*/ 255376 w 1008380"/>
              <a:gd name="csY253" fmla="*/ 313668 h 570385"/>
              <a:gd name="csX254" fmla="*/ 256385 w 1008380"/>
              <a:gd name="csY254" fmla="*/ 310838 h 570385"/>
              <a:gd name="csX255" fmla="*/ 257394 w 1008380"/>
              <a:gd name="csY255" fmla="*/ 307996 h 570385"/>
              <a:gd name="csX256" fmla="*/ 258404 w 1008380"/>
              <a:gd name="csY256" fmla="*/ 305144 h 570385"/>
              <a:gd name="csX257" fmla="*/ 259413 w 1008380"/>
              <a:gd name="csY257" fmla="*/ 302281 h 570385"/>
              <a:gd name="csX258" fmla="*/ 260422 w 1008380"/>
              <a:gd name="csY258" fmla="*/ 299407 h 570385"/>
              <a:gd name="csX259" fmla="*/ 261432 w 1008380"/>
              <a:gd name="csY259" fmla="*/ 296523 h 570385"/>
              <a:gd name="csX260" fmla="*/ 262441 w 1008380"/>
              <a:gd name="csY260" fmla="*/ 293630 h 570385"/>
              <a:gd name="csX261" fmla="*/ 263450 w 1008380"/>
              <a:gd name="csY261" fmla="*/ 290727 h 570385"/>
              <a:gd name="csX262" fmla="*/ 264460 w 1008380"/>
              <a:gd name="csY262" fmla="*/ 287815 h 570385"/>
              <a:gd name="csX263" fmla="*/ 265469 w 1008380"/>
              <a:gd name="csY263" fmla="*/ 284895 h 570385"/>
              <a:gd name="csX264" fmla="*/ 266479 w 1008380"/>
              <a:gd name="csY264" fmla="*/ 281966 h 570385"/>
              <a:gd name="csX265" fmla="*/ 267488 w 1008380"/>
              <a:gd name="csY265" fmla="*/ 279030 h 570385"/>
              <a:gd name="csX266" fmla="*/ 268497 w 1008380"/>
              <a:gd name="csY266" fmla="*/ 276085 h 570385"/>
              <a:gd name="csX267" fmla="*/ 269507 w 1008380"/>
              <a:gd name="csY267" fmla="*/ 273134 h 570385"/>
              <a:gd name="csX268" fmla="*/ 270516 w 1008380"/>
              <a:gd name="csY268" fmla="*/ 270175 h 570385"/>
              <a:gd name="csX269" fmla="*/ 271526 w 1008380"/>
              <a:gd name="csY269" fmla="*/ 267211 h 570385"/>
              <a:gd name="csX270" fmla="*/ 272535 w 1008380"/>
              <a:gd name="csY270" fmla="*/ 264239 h 570385"/>
              <a:gd name="csX271" fmla="*/ 273545 w 1008380"/>
              <a:gd name="csY271" fmla="*/ 261263 h 570385"/>
              <a:gd name="csX272" fmla="*/ 274554 w 1008380"/>
              <a:gd name="csY272" fmla="*/ 258281 h 570385"/>
              <a:gd name="csX273" fmla="*/ 275563 w 1008380"/>
              <a:gd name="csY273" fmla="*/ 255294 h 570385"/>
              <a:gd name="csX274" fmla="*/ 276573 w 1008380"/>
              <a:gd name="csY274" fmla="*/ 252303 h 570385"/>
              <a:gd name="csX275" fmla="*/ 277582 w 1008380"/>
              <a:gd name="csY275" fmla="*/ 249308 h 570385"/>
              <a:gd name="csX276" fmla="*/ 278591 w 1008380"/>
              <a:gd name="csY276" fmla="*/ 246309 h 570385"/>
              <a:gd name="csX277" fmla="*/ 279601 w 1008380"/>
              <a:gd name="csY277" fmla="*/ 243307 h 570385"/>
              <a:gd name="csX278" fmla="*/ 280610 w 1008380"/>
              <a:gd name="csY278" fmla="*/ 240302 h 570385"/>
              <a:gd name="csX279" fmla="*/ 281619 w 1008380"/>
              <a:gd name="csY279" fmla="*/ 237295 h 570385"/>
              <a:gd name="csX280" fmla="*/ 282629 w 1008380"/>
              <a:gd name="csY280" fmla="*/ 234286 h 570385"/>
              <a:gd name="csX281" fmla="*/ 283638 w 1008380"/>
              <a:gd name="csY281" fmla="*/ 231275 h 570385"/>
              <a:gd name="csX282" fmla="*/ 284647 w 1008380"/>
              <a:gd name="csY282" fmla="*/ 228264 h 570385"/>
              <a:gd name="csX283" fmla="*/ 285657 w 1008380"/>
              <a:gd name="csY283" fmla="*/ 225251 h 570385"/>
              <a:gd name="csX284" fmla="*/ 286666 w 1008380"/>
              <a:gd name="csY284" fmla="*/ 222239 h 570385"/>
              <a:gd name="csX285" fmla="*/ 287676 w 1008380"/>
              <a:gd name="csY285" fmla="*/ 219227 h 570385"/>
              <a:gd name="csX286" fmla="*/ 288685 w 1008380"/>
              <a:gd name="csY286" fmla="*/ 216216 h 570385"/>
              <a:gd name="csX287" fmla="*/ 289695 w 1008380"/>
              <a:gd name="csY287" fmla="*/ 213206 h 570385"/>
              <a:gd name="csX288" fmla="*/ 290704 w 1008380"/>
              <a:gd name="csY288" fmla="*/ 210198 h 570385"/>
              <a:gd name="csX289" fmla="*/ 291714 w 1008380"/>
              <a:gd name="csY289" fmla="*/ 207192 h 570385"/>
              <a:gd name="csX290" fmla="*/ 292723 w 1008380"/>
              <a:gd name="csY290" fmla="*/ 204189 h 570385"/>
              <a:gd name="csX291" fmla="*/ 293732 w 1008380"/>
              <a:gd name="csY291" fmla="*/ 201189 h 570385"/>
              <a:gd name="csX292" fmla="*/ 294742 w 1008380"/>
              <a:gd name="csY292" fmla="*/ 198192 h 570385"/>
              <a:gd name="csX293" fmla="*/ 295751 w 1008380"/>
              <a:gd name="csY293" fmla="*/ 195200 h 570385"/>
              <a:gd name="csX294" fmla="*/ 296761 w 1008380"/>
              <a:gd name="csY294" fmla="*/ 192212 h 570385"/>
              <a:gd name="csX295" fmla="*/ 297770 w 1008380"/>
              <a:gd name="csY295" fmla="*/ 189229 h 570385"/>
              <a:gd name="csX296" fmla="*/ 298779 w 1008380"/>
              <a:gd name="csY296" fmla="*/ 186252 h 570385"/>
              <a:gd name="csX297" fmla="*/ 299789 w 1008380"/>
              <a:gd name="csY297" fmla="*/ 183281 h 570385"/>
              <a:gd name="csX298" fmla="*/ 300798 w 1008380"/>
              <a:gd name="csY298" fmla="*/ 180317 h 570385"/>
              <a:gd name="csX299" fmla="*/ 301807 w 1008380"/>
              <a:gd name="csY299" fmla="*/ 177359 h 570385"/>
              <a:gd name="csX300" fmla="*/ 302817 w 1008380"/>
              <a:gd name="csY300" fmla="*/ 174410 h 570385"/>
              <a:gd name="csX301" fmla="*/ 303826 w 1008380"/>
              <a:gd name="csY301" fmla="*/ 171468 h 570385"/>
              <a:gd name="csX302" fmla="*/ 304835 w 1008380"/>
              <a:gd name="csY302" fmla="*/ 168535 h 570385"/>
              <a:gd name="csX303" fmla="*/ 305845 w 1008380"/>
              <a:gd name="csY303" fmla="*/ 165612 h 570385"/>
              <a:gd name="csX304" fmla="*/ 306854 w 1008380"/>
              <a:gd name="csY304" fmla="*/ 162697 h 570385"/>
              <a:gd name="csX305" fmla="*/ 307863 w 1008380"/>
              <a:gd name="csY305" fmla="*/ 159793 h 570385"/>
              <a:gd name="csX306" fmla="*/ 308873 w 1008380"/>
              <a:gd name="csY306" fmla="*/ 156900 h 570385"/>
              <a:gd name="csX307" fmla="*/ 309882 w 1008380"/>
              <a:gd name="csY307" fmla="*/ 154018 h 570385"/>
              <a:gd name="csX308" fmla="*/ 310892 w 1008380"/>
              <a:gd name="csY308" fmla="*/ 151147 h 570385"/>
              <a:gd name="csX309" fmla="*/ 311901 w 1008380"/>
              <a:gd name="csY309" fmla="*/ 148289 h 570385"/>
              <a:gd name="csX310" fmla="*/ 312911 w 1008380"/>
              <a:gd name="csY310" fmla="*/ 145443 h 570385"/>
              <a:gd name="csX311" fmla="*/ 313920 w 1008380"/>
              <a:gd name="csY311" fmla="*/ 142611 h 570385"/>
              <a:gd name="csX312" fmla="*/ 314930 w 1008380"/>
              <a:gd name="csY312" fmla="*/ 139793 h 570385"/>
              <a:gd name="csX313" fmla="*/ 315939 w 1008380"/>
              <a:gd name="csY313" fmla="*/ 136988 h 570385"/>
              <a:gd name="csX314" fmla="*/ 316948 w 1008380"/>
              <a:gd name="csY314" fmla="*/ 134199 h 570385"/>
              <a:gd name="csX315" fmla="*/ 317958 w 1008380"/>
              <a:gd name="csY315" fmla="*/ 131425 h 570385"/>
              <a:gd name="csX316" fmla="*/ 318968 w 1008380"/>
              <a:gd name="csY316" fmla="*/ 128666 h 570385"/>
              <a:gd name="csX317" fmla="*/ 319975 w 1008380"/>
              <a:gd name="csY317" fmla="*/ 125925 h 570385"/>
              <a:gd name="csX318" fmla="*/ 320987 w 1008380"/>
              <a:gd name="csY318" fmla="*/ 123200 h 570385"/>
              <a:gd name="csX319" fmla="*/ 321993 w 1008380"/>
              <a:gd name="csY319" fmla="*/ 120492 h 570385"/>
              <a:gd name="csX320" fmla="*/ 323005 w 1008380"/>
              <a:gd name="csY320" fmla="*/ 117802 h 570385"/>
              <a:gd name="csX321" fmla="*/ 324012 w 1008380"/>
              <a:gd name="csY321" fmla="*/ 115131 h 570385"/>
              <a:gd name="csX322" fmla="*/ 325023 w 1008380"/>
              <a:gd name="csY322" fmla="*/ 112479 h 570385"/>
              <a:gd name="csX323" fmla="*/ 326035 w 1008380"/>
              <a:gd name="csY323" fmla="*/ 109846 h 570385"/>
              <a:gd name="csX324" fmla="*/ 327042 w 1008380"/>
              <a:gd name="csY324" fmla="*/ 107233 h 570385"/>
              <a:gd name="csX325" fmla="*/ 328054 w 1008380"/>
              <a:gd name="csY325" fmla="*/ 104641 h 570385"/>
              <a:gd name="csX326" fmla="*/ 329060 w 1008380"/>
              <a:gd name="csY326" fmla="*/ 102069 h 570385"/>
              <a:gd name="csX327" fmla="*/ 330072 w 1008380"/>
              <a:gd name="csY327" fmla="*/ 99519 h 570385"/>
              <a:gd name="csX328" fmla="*/ 331078 w 1008380"/>
              <a:gd name="csY328" fmla="*/ 96991 h 570385"/>
              <a:gd name="csX329" fmla="*/ 332090 w 1008380"/>
              <a:gd name="csY329" fmla="*/ 94486 h 570385"/>
              <a:gd name="csX330" fmla="*/ 333097 w 1008380"/>
              <a:gd name="csY330" fmla="*/ 92004 h 570385"/>
              <a:gd name="csX331" fmla="*/ 334108 w 1008380"/>
              <a:gd name="csY331" fmla="*/ 89545 h 570385"/>
              <a:gd name="csX332" fmla="*/ 335115 w 1008380"/>
              <a:gd name="csY332" fmla="*/ 87110 h 570385"/>
              <a:gd name="csX333" fmla="*/ 336127 w 1008380"/>
              <a:gd name="csY333" fmla="*/ 84700 h 570385"/>
              <a:gd name="csX334" fmla="*/ 337139 w 1008380"/>
              <a:gd name="csY334" fmla="*/ 82315 h 570385"/>
              <a:gd name="csX335" fmla="*/ 338145 w 1008380"/>
              <a:gd name="csY335" fmla="*/ 79955 h 570385"/>
              <a:gd name="csX336" fmla="*/ 339157 w 1008380"/>
              <a:gd name="csY336" fmla="*/ 77621 h 570385"/>
              <a:gd name="csX337" fmla="*/ 340163 w 1008380"/>
              <a:gd name="csY337" fmla="*/ 75314 h 570385"/>
              <a:gd name="csX338" fmla="*/ 341175 w 1008380"/>
              <a:gd name="csY338" fmla="*/ 73033 h 570385"/>
              <a:gd name="csX339" fmla="*/ 342182 w 1008380"/>
              <a:gd name="csY339" fmla="*/ 70780 h 570385"/>
              <a:gd name="csX340" fmla="*/ 343194 w 1008380"/>
              <a:gd name="csY340" fmla="*/ 68555 h 570385"/>
              <a:gd name="csX341" fmla="*/ 344200 w 1008380"/>
              <a:gd name="csY341" fmla="*/ 66357 h 570385"/>
              <a:gd name="csX342" fmla="*/ 345212 w 1008380"/>
              <a:gd name="csY342" fmla="*/ 64189 h 570385"/>
              <a:gd name="csX343" fmla="*/ 346218 w 1008380"/>
              <a:gd name="csY343" fmla="*/ 62050 h 570385"/>
              <a:gd name="csX344" fmla="*/ 347230 w 1008380"/>
              <a:gd name="csY344" fmla="*/ 59941 h 570385"/>
              <a:gd name="csX345" fmla="*/ 348237 w 1008380"/>
              <a:gd name="csY345" fmla="*/ 57861 h 570385"/>
              <a:gd name="csX346" fmla="*/ 349248 w 1008380"/>
              <a:gd name="csY346" fmla="*/ 55813 h 570385"/>
              <a:gd name="csX347" fmla="*/ 350260 w 1008380"/>
              <a:gd name="csY347" fmla="*/ 53795 h 570385"/>
              <a:gd name="csX348" fmla="*/ 351267 w 1008380"/>
              <a:gd name="csY348" fmla="*/ 51808 h 570385"/>
              <a:gd name="csX349" fmla="*/ 352279 w 1008380"/>
              <a:gd name="csY349" fmla="*/ 49854 h 570385"/>
              <a:gd name="csX350" fmla="*/ 353285 w 1008380"/>
              <a:gd name="csY350" fmla="*/ 47932 h 570385"/>
              <a:gd name="csX351" fmla="*/ 354297 w 1008380"/>
              <a:gd name="csY351" fmla="*/ 46042 h 570385"/>
              <a:gd name="csX352" fmla="*/ 355303 w 1008380"/>
              <a:gd name="csY352" fmla="*/ 44185 h 570385"/>
              <a:gd name="csX353" fmla="*/ 356315 w 1008380"/>
              <a:gd name="csY353" fmla="*/ 42362 h 570385"/>
              <a:gd name="csX354" fmla="*/ 357322 w 1008380"/>
              <a:gd name="csY354" fmla="*/ 40573 h 570385"/>
              <a:gd name="csX355" fmla="*/ 358334 w 1008380"/>
              <a:gd name="csY355" fmla="*/ 38818 h 570385"/>
              <a:gd name="csX356" fmla="*/ 359340 w 1008380"/>
              <a:gd name="csY356" fmla="*/ 37098 h 570385"/>
              <a:gd name="csX357" fmla="*/ 360352 w 1008380"/>
              <a:gd name="csY357" fmla="*/ 35412 h 570385"/>
              <a:gd name="csX358" fmla="*/ 361364 w 1008380"/>
              <a:gd name="csY358" fmla="*/ 33762 h 570385"/>
              <a:gd name="csX359" fmla="*/ 362370 w 1008380"/>
              <a:gd name="csY359" fmla="*/ 32148 h 570385"/>
              <a:gd name="csX360" fmla="*/ 363382 w 1008380"/>
              <a:gd name="csY360" fmla="*/ 30569 h 570385"/>
              <a:gd name="csX361" fmla="*/ 364389 w 1008380"/>
              <a:gd name="csY361" fmla="*/ 29028 h 570385"/>
              <a:gd name="csX362" fmla="*/ 365400 w 1008380"/>
              <a:gd name="csY362" fmla="*/ 27523 h 570385"/>
              <a:gd name="csX363" fmla="*/ 366407 w 1008380"/>
              <a:gd name="csY363" fmla="*/ 26054 h 570385"/>
              <a:gd name="csX364" fmla="*/ 367419 w 1008380"/>
              <a:gd name="csY364" fmla="*/ 24624 h 570385"/>
              <a:gd name="csX365" fmla="*/ 368425 w 1008380"/>
              <a:gd name="csY365" fmla="*/ 23231 h 570385"/>
              <a:gd name="csX366" fmla="*/ 369437 w 1008380"/>
              <a:gd name="csY366" fmla="*/ 21876 h 570385"/>
              <a:gd name="csX367" fmla="*/ 370443 w 1008380"/>
              <a:gd name="csY367" fmla="*/ 20560 h 570385"/>
              <a:gd name="csX368" fmla="*/ 371455 w 1008380"/>
              <a:gd name="csY368" fmla="*/ 19282 h 570385"/>
              <a:gd name="csX369" fmla="*/ 372467 w 1008380"/>
              <a:gd name="csY369" fmla="*/ 18043 h 570385"/>
              <a:gd name="csX370" fmla="*/ 373474 w 1008380"/>
              <a:gd name="csY370" fmla="*/ 16843 h 570385"/>
              <a:gd name="csX371" fmla="*/ 374485 w 1008380"/>
              <a:gd name="csY371" fmla="*/ 15683 h 570385"/>
              <a:gd name="csX372" fmla="*/ 375492 w 1008380"/>
              <a:gd name="csY372" fmla="*/ 14562 h 570385"/>
              <a:gd name="csX373" fmla="*/ 376504 w 1008380"/>
              <a:gd name="csY373" fmla="*/ 13481 h 570385"/>
              <a:gd name="csX374" fmla="*/ 377510 w 1008380"/>
              <a:gd name="csY374" fmla="*/ 12441 h 570385"/>
              <a:gd name="csX375" fmla="*/ 378522 w 1008380"/>
              <a:gd name="csY375" fmla="*/ 11440 h 570385"/>
              <a:gd name="csX376" fmla="*/ 379529 w 1008380"/>
              <a:gd name="csY376" fmla="*/ 10481 h 570385"/>
              <a:gd name="csX377" fmla="*/ 380540 w 1008380"/>
              <a:gd name="csY377" fmla="*/ 9563 h 570385"/>
              <a:gd name="csX378" fmla="*/ 381547 w 1008380"/>
              <a:gd name="csY378" fmla="*/ 8685 h 570385"/>
              <a:gd name="csX379" fmla="*/ 382559 w 1008380"/>
              <a:gd name="csY379" fmla="*/ 7849 h 570385"/>
              <a:gd name="csX380" fmla="*/ 383571 w 1008380"/>
              <a:gd name="csY380" fmla="*/ 7055 h 570385"/>
              <a:gd name="csX381" fmla="*/ 384577 w 1008380"/>
              <a:gd name="csY381" fmla="*/ 6302 h 570385"/>
              <a:gd name="csX382" fmla="*/ 385589 w 1008380"/>
              <a:gd name="csY382" fmla="*/ 5591 h 570385"/>
              <a:gd name="csX383" fmla="*/ 386595 w 1008380"/>
              <a:gd name="csY383" fmla="*/ 4921 h 570385"/>
              <a:gd name="csX384" fmla="*/ 387607 w 1008380"/>
              <a:gd name="csY384" fmla="*/ 4294 h 570385"/>
              <a:gd name="csX385" fmla="*/ 388614 w 1008380"/>
              <a:gd name="csY385" fmla="*/ 3709 h 570385"/>
              <a:gd name="csX386" fmla="*/ 389625 w 1008380"/>
              <a:gd name="csY386" fmla="*/ 3167 h 570385"/>
              <a:gd name="csX387" fmla="*/ 390632 w 1008380"/>
              <a:gd name="csY387" fmla="*/ 2667 h 570385"/>
              <a:gd name="csX388" fmla="*/ 391644 w 1008380"/>
              <a:gd name="csY388" fmla="*/ 2209 h 570385"/>
              <a:gd name="csX389" fmla="*/ 392650 w 1008380"/>
              <a:gd name="csY389" fmla="*/ 1795 h 570385"/>
              <a:gd name="csX390" fmla="*/ 393662 w 1008380"/>
              <a:gd name="csY390" fmla="*/ 1423 h 570385"/>
              <a:gd name="csX391" fmla="*/ 394669 w 1008380"/>
              <a:gd name="csY391" fmla="*/ 1094 h 570385"/>
              <a:gd name="csX392" fmla="*/ 395680 w 1008380"/>
              <a:gd name="csY392" fmla="*/ 809 h 570385"/>
              <a:gd name="csX393" fmla="*/ 396692 w 1008380"/>
              <a:gd name="csY393" fmla="*/ 566 h 570385"/>
              <a:gd name="csX394" fmla="*/ 397699 w 1008380"/>
              <a:gd name="csY394" fmla="*/ 366 h 570385"/>
              <a:gd name="csX395" fmla="*/ 398711 w 1008380"/>
              <a:gd name="csY395" fmla="*/ 210 h 570385"/>
              <a:gd name="csX396" fmla="*/ 399717 w 1008380"/>
              <a:gd name="csY396" fmla="*/ 97 h 570385"/>
              <a:gd name="csX397" fmla="*/ 400729 w 1008380"/>
              <a:gd name="csY397" fmla="*/ 27 h 570385"/>
              <a:gd name="csX398" fmla="*/ 401735 w 1008380"/>
              <a:gd name="csY398" fmla="*/ 0 h 570385"/>
              <a:gd name="csX399" fmla="*/ 402747 w 1008380"/>
              <a:gd name="csY399" fmla="*/ 17 h 570385"/>
              <a:gd name="csX400" fmla="*/ 403754 w 1008380"/>
              <a:gd name="csY400" fmla="*/ 76 h 570385"/>
              <a:gd name="csX401" fmla="*/ 404765 w 1008380"/>
              <a:gd name="csY401" fmla="*/ 179 h 570385"/>
              <a:gd name="csX402" fmla="*/ 405772 w 1008380"/>
              <a:gd name="csY402" fmla="*/ 325 h 570385"/>
              <a:gd name="csX403" fmla="*/ 406784 w 1008380"/>
              <a:gd name="csY403" fmla="*/ 514 h 570385"/>
              <a:gd name="csX404" fmla="*/ 407796 w 1008380"/>
              <a:gd name="csY404" fmla="*/ 747 h 570385"/>
              <a:gd name="csX405" fmla="*/ 408802 w 1008380"/>
              <a:gd name="csY405" fmla="*/ 1022 h 570385"/>
              <a:gd name="csX406" fmla="*/ 409814 w 1008380"/>
              <a:gd name="csY406" fmla="*/ 1341 h 570385"/>
              <a:gd name="csX407" fmla="*/ 410820 w 1008380"/>
              <a:gd name="csY407" fmla="*/ 1703 h 570385"/>
              <a:gd name="csX408" fmla="*/ 411832 w 1008380"/>
              <a:gd name="csY408" fmla="*/ 2107 h 570385"/>
              <a:gd name="csX409" fmla="*/ 412839 w 1008380"/>
              <a:gd name="csY409" fmla="*/ 2554 h 570385"/>
              <a:gd name="csX410" fmla="*/ 413851 w 1008380"/>
              <a:gd name="csY410" fmla="*/ 3043 h 570385"/>
              <a:gd name="csX411" fmla="*/ 414857 w 1008380"/>
              <a:gd name="csY411" fmla="*/ 3576 h 570385"/>
              <a:gd name="csX412" fmla="*/ 415869 w 1008380"/>
              <a:gd name="csY412" fmla="*/ 4151 h 570385"/>
              <a:gd name="csX413" fmla="*/ 416875 w 1008380"/>
              <a:gd name="csY413" fmla="*/ 4767 h 570385"/>
              <a:gd name="csX414" fmla="*/ 417887 w 1008380"/>
              <a:gd name="csY414" fmla="*/ 5427 h 570385"/>
              <a:gd name="csX415" fmla="*/ 418899 w 1008380"/>
              <a:gd name="csY415" fmla="*/ 6128 h 570385"/>
              <a:gd name="csX416" fmla="*/ 419906 w 1008380"/>
              <a:gd name="csY416" fmla="*/ 6871 h 570385"/>
              <a:gd name="csX417" fmla="*/ 420917 w 1008380"/>
              <a:gd name="csY417" fmla="*/ 7656 h 570385"/>
              <a:gd name="csX418" fmla="*/ 421924 w 1008380"/>
              <a:gd name="csY418" fmla="*/ 8482 h 570385"/>
              <a:gd name="csX419" fmla="*/ 422936 w 1008380"/>
              <a:gd name="csY419" fmla="*/ 9349 h 570385"/>
              <a:gd name="csX420" fmla="*/ 423942 w 1008380"/>
              <a:gd name="csY420" fmla="*/ 10258 h 570385"/>
              <a:gd name="csX421" fmla="*/ 424954 w 1008380"/>
              <a:gd name="csY421" fmla="*/ 11208 h 570385"/>
              <a:gd name="csX422" fmla="*/ 425960 w 1008380"/>
              <a:gd name="csY422" fmla="*/ 12198 h 570385"/>
              <a:gd name="csX423" fmla="*/ 426972 w 1008380"/>
              <a:gd name="csY423" fmla="*/ 13229 h 570385"/>
              <a:gd name="csX424" fmla="*/ 427979 w 1008380"/>
              <a:gd name="csY424" fmla="*/ 14300 h 570385"/>
              <a:gd name="csX425" fmla="*/ 428991 w 1008380"/>
              <a:gd name="csY425" fmla="*/ 15411 h 570385"/>
              <a:gd name="csX426" fmla="*/ 430002 w 1008380"/>
              <a:gd name="csY426" fmla="*/ 16562 h 570385"/>
              <a:gd name="csX427" fmla="*/ 431009 w 1008380"/>
              <a:gd name="csY427" fmla="*/ 17753 h 570385"/>
              <a:gd name="csX428" fmla="*/ 432021 w 1008380"/>
              <a:gd name="csY428" fmla="*/ 18982 h 570385"/>
              <a:gd name="csX429" fmla="*/ 433027 w 1008380"/>
              <a:gd name="csY429" fmla="*/ 20251 h 570385"/>
              <a:gd name="csX430" fmla="*/ 434039 w 1008380"/>
              <a:gd name="csY430" fmla="*/ 21558 h 570385"/>
              <a:gd name="csX431" fmla="*/ 435046 w 1008380"/>
              <a:gd name="csY431" fmla="*/ 22904 h 570385"/>
              <a:gd name="csX432" fmla="*/ 436057 w 1008380"/>
              <a:gd name="csY432" fmla="*/ 24287 h 570385"/>
              <a:gd name="csX433" fmla="*/ 437064 w 1008380"/>
              <a:gd name="csY433" fmla="*/ 25709 h 570385"/>
              <a:gd name="csX434" fmla="*/ 438076 w 1008380"/>
              <a:gd name="csY434" fmla="*/ 27168 h 570385"/>
              <a:gd name="csX435" fmla="*/ 439082 w 1008380"/>
              <a:gd name="csY435" fmla="*/ 28664 h 570385"/>
              <a:gd name="csX436" fmla="*/ 440094 w 1008380"/>
              <a:gd name="csY436" fmla="*/ 30197 h 570385"/>
              <a:gd name="csX437" fmla="*/ 441100 w 1008380"/>
              <a:gd name="csY437" fmla="*/ 31767 h 570385"/>
              <a:gd name="csX438" fmla="*/ 442112 w 1008380"/>
              <a:gd name="csY438" fmla="*/ 33373 h 570385"/>
              <a:gd name="csX439" fmla="*/ 443124 w 1008380"/>
              <a:gd name="csY439" fmla="*/ 35014 h 570385"/>
              <a:gd name="csX440" fmla="*/ 444131 w 1008380"/>
              <a:gd name="csY440" fmla="*/ 36692 h 570385"/>
              <a:gd name="csX441" fmla="*/ 445142 w 1008380"/>
              <a:gd name="csY441" fmla="*/ 38404 h 570385"/>
              <a:gd name="csX442" fmla="*/ 446149 w 1008380"/>
              <a:gd name="csY442" fmla="*/ 40151 h 570385"/>
              <a:gd name="csX443" fmla="*/ 447161 w 1008380"/>
              <a:gd name="csY443" fmla="*/ 41931 h 570385"/>
              <a:gd name="csX444" fmla="*/ 448167 w 1008380"/>
              <a:gd name="csY444" fmla="*/ 43747 h 570385"/>
              <a:gd name="csX445" fmla="*/ 449179 w 1008380"/>
              <a:gd name="csY445" fmla="*/ 45595 h 570385"/>
              <a:gd name="csX446" fmla="*/ 450186 w 1008380"/>
              <a:gd name="csY446" fmla="*/ 47477 h 570385"/>
              <a:gd name="csX447" fmla="*/ 451197 w 1008380"/>
              <a:gd name="csY447" fmla="*/ 49392 h 570385"/>
              <a:gd name="csX448" fmla="*/ 452204 w 1008380"/>
              <a:gd name="csY448" fmla="*/ 51339 h 570385"/>
              <a:gd name="csX449" fmla="*/ 453216 w 1008380"/>
              <a:gd name="csY449" fmla="*/ 53318 h 570385"/>
              <a:gd name="csX450" fmla="*/ 454228 w 1008380"/>
              <a:gd name="csY450" fmla="*/ 55328 h 570385"/>
              <a:gd name="csX451" fmla="*/ 455234 w 1008380"/>
              <a:gd name="csY451" fmla="*/ 57369 h 570385"/>
              <a:gd name="csX452" fmla="*/ 456246 w 1008380"/>
              <a:gd name="csY452" fmla="*/ 59441 h 570385"/>
              <a:gd name="csX453" fmla="*/ 457252 w 1008380"/>
              <a:gd name="csY453" fmla="*/ 61543 h 570385"/>
              <a:gd name="csX454" fmla="*/ 458264 w 1008380"/>
              <a:gd name="csY454" fmla="*/ 63675 h 570385"/>
              <a:gd name="csX455" fmla="*/ 459271 w 1008380"/>
              <a:gd name="csY455" fmla="*/ 65837 h 570385"/>
              <a:gd name="csX456" fmla="*/ 460282 w 1008380"/>
              <a:gd name="csY456" fmla="*/ 68027 h 570385"/>
              <a:gd name="csX457" fmla="*/ 461289 w 1008380"/>
              <a:gd name="csY457" fmla="*/ 70246 h 570385"/>
              <a:gd name="csX458" fmla="*/ 462301 w 1008380"/>
              <a:gd name="csY458" fmla="*/ 72492 h 570385"/>
              <a:gd name="csX459" fmla="*/ 463307 w 1008380"/>
              <a:gd name="csY459" fmla="*/ 74766 h 570385"/>
              <a:gd name="csX460" fmla="*/ 464319 w 1008380"/>
              <a:gd name="csY460" fmla="*/ 77067 h 570385"/>
              <a:gd name="csX461" fmla="*/ 465331 w 1008380"/>
              <a:gd name="csY461" fmla="*/ 79395 h 570385"/>
              <a:gd name="csX462" fmla="*/ 466337 w 1008380"/>
              <a:gd name="csY462" fmla="*/ 81749 h 570385"/>
              <a:gd name="csX463" fmla="*/ 467349 w 1008380"/>
              <a:gd name="csY463" fmla="*/ 84128 h 570385"/>
              <a:gd name="csX464" fmla="*/ 468356 w 1008380"/>
              <a:gd name="csY464" fmla="*/ 86532 h 570385"/>
              <a:gd name="csX465" fmla="*/ 469368 w 1008380"/>
              <a:gd name="csY465" fmla="*/ 88961 h 570385"/>
              <a:gd name="csX466" fmla="*/ 470374 w 1008380"/>
              <a:gd name="csY466" fmla="*/ 91415 h 570385"/>
              <a:gd name="csX467" fmla="*/ 471386 w 1008380"/>
              <a:gd name="csY467" fmla="*/ 93891 h 570385"/>
              <a:gd name="csX468" fmla="*/ 472392 w 1008380"/>
              <a:gd name="csY468" fmla="*/ 96391 h 570385"/>
              <a:gd name="csX469" fmla="*/ 473404 w 1008380"/>
              <a:gd name="csY469" fmla="*/ 98913 h 570385"/>
              <a:gd name="csX470" fmla="*/ 474411 w 1008380"/>
              <a:gd name="csY470" fmla="*/ 101458 h 570385"/>
              <a:gd name="csX471" fmla="*/ 475423 w 1008380"/>
              <a:gd name="csY471" fmla="*/ 104025 h 570385"/>
              <a:gd name="csX472" fmla="*/ 476434 w 1008380"/>
              <a:gd name="csY472" fmla="*/ 106612 h 570385"/>
              <a:gd name="csX473" fmla="*/ 477441 w 1008380"/>
              <a:gd name="csY473" fmla="*/ 109220 h 570385"/>
              <a:gd name="csX474" fmla="*/ 478453 w 1008380"/>
              <a:gd name="csY474" fmla="*/ 111848 h 570385"/>
              <a:gd name="csX475" fmla="*/ 479459 w 1008380"/>
              <a:gd name="csY475" fmla="*/ 114496 h 570385"/>
              <a:gd name="csX476" fmla="*/ 480471 w 1008380"/>
              <a:gd name="csY476" fmla="*/ 117162 h 570385"/>
              <a:gd name="csX477" fmla="*/ 481477 w 1008380"/>
              <a:gd name="csY477" fmla="*/ 119848 h 570385"/>
              <a:gd name="csX478" fmla="*/ 482489 w 1008380"/>
              <a:gd name="csY478" fmla="*/ 122551 h 570385"/>
              <a:gd name="csX479" fmla="*/ 483496 w 1008380"/>
              <a:gd name="csY479" fmla="*/ 125272 h 570385"/>
              <a:gd name="csX480" fmla="*/ 484508 w 1008380"/>
              <a:gd name="csY480" fmla="*/ 128010 h 570385"/>
              <a:gd name="csX481" fmla="*/ 485514 w 1008380"/>
              <a:gd name="csY481" fmla="*/ 130764 h 570385"/>
              <a:gd name="csX482" fmla="*/ 486526 w 1008380"/>
              <a:gd name="csY482" fmla="*/ 133535 h 570385"/>
              <a:gd name="csX483" fmla="*/ 487532 w 1008380"/>
              <a:gd name="csY483" fmla="*/ 136320 h 570385"/>
              <a:gd name="csX484" fmla="*/ 488544 w 1008380"/>
              <a:gd name="csY484" fmla="*/ 139122 h 570385"/>
              <a:gd name="csX485" fmla="*/ 489556 w 1008380"/>
              <a:gd name="csY485" fmla="*/ 141937 h 570385"/>
              <a:gd name="csX486" fmla="*/ 490563 w 1008380"/>
              <a:gd name="csY486" fmla="*/ 144765 h 570385"/>
              <a:gd name="csX487" fmla="*/ 491574 w 1008380"/>
              <a:gd name="csY487" fmla="*/ 147608 h 570385"/>
              <a:gd name="csX488" fmla="*/ 492581 w 1008380"/>
              <a:gd name="csY488" fmla="*/ 150463 h 570385"/>
              <a:gd name="csX489" fmla="*/ 493593 w 1008380"/>
              <a:gd name="csY489" fmla="*/ 153331 h 570385"/>
              <a:gd name="csX490" fmla="*/ 494599 w 1008380"/>
              <a:gd name="csY490" fmla="*/ 156210 h 570385"/>
              <a:gd name="csX491" fmla="*/ 495611 w 1008380"/>
              <a:gd name="csY491" fmla="*/ 159101 h 570385"/>
              <a:gd name="csX492" fmla="*/ 496617 w 1008380"/>
              <a:gd name="csY492" fmla="*/ 162003 h 570385"/>
              <a:gd name="csX493" fmla="*/ 497629 w 1008380"/>
              <a:gd name="csY493" fmla="*/ 164914 h 570385"/>
              <a:gd name="csX494" fmla="*/ 498636 w 1008380"/>
              <a:gd name="csY494" fmla="*/ 167836 h 570385"/>
              <a:gd name="csX495" fmla="*/ 499648 w 1008380"/>
              <a:gd name="csY495" fmla="*/ 170767 h 570385"/>
              <a:gd name="csX496" fmla="*/ 500659 w 1008380"/>
              <a:gd name="csY496" fmla="*/ 173706 h 570385"/>
              <a:gd name="csX497" fmla="*/ 501666 w 1008380"/>
              <a:gd name="csY497" fmla="*/ 176654 h 570385"/>
              <a:gd name="csX498" fmla="*/ 502678 w 1008380"/>
              <a:gd name="csY498" fmla="*/ 179610 h 570385"/>
              <a:gd name="csX499" fmla="*/ 503684 w 1008380"/>
              <a:gd name="csY499" fmla="*/ 182572 h 570385"/>
              <a:gd name="csX500" fmla="*/ 504696 w 1008380"/>
              <a:gd name="csY500" fmla="*/ 185542 h 570385"/>
              <a:gd name="csX501" fmla="*/ 505703 w 1008380"/>
              <a:gd name="csY501" fmla="*/ 188518 h 570385"/>
              <a:gd name="csX502" fmla="*/ 506714 w 1008380"/>
              <a:gd name="csY502" fmla="*/ 191499 h 570385"/>
              <a:gd name="csX503" fmla="*/ 507721 w 1008380"/>
              <a:gd name="csY503" fmla="*/ 194486 h 570385"/>
              <a:gd name="csX504" fmla="*/ 508733 w 1008380"/>
              <a:gd name="csY504" fmla="*/ 197477 h 570385"/>
              <a:gd name="csX505" fmla="*/ 509739 w 1008380"/>
              <a:gd name="csY505" fmla="*/ 200472 h 570385"/>
              <a:gd name="csX506" fmla="*/ 510751 w 1008380"/>
              <a:gd name="csY506" fmla="*/ 203472 h 570385"/>
              <a:gd name="csX507" fmla="*/ 511763 w 1008380"/>
              <a:gd name="csY507" fmla="*/ 206474 h 570385"/>
              <a:gd name="csX508" fmla="*/ 512769 w 1008380"/>
              <a:gd name="csY508" fmla="*/ 209480 h 570385"/>
              <a:gd name="csX509" fmla="*/ 513781 w 1008380"/>
              <a:gd name="csY509" fmla="*/ 212488 h 570385"/>
              <a:gd name="csX510" fmla="*/ 514788 w 1008380"/>
              <a:gd name="csY510" fmla="*/ 215497 h 570385"/>
              <a:gd name="csX511" fmla="*/ 515799 w 1008380"/>
              <a:gd name="csY511" fmla="*/ 218508 h 570385"/>
              <a:gd name="csX512" fmla="*/ 516806 w 1008380"/>
              <a:gd name="csY512" fmla="*/ 221520 h 570385"/>
              <a:gd name="csX513" fmla="*/ 517818 w 1008380"/>
              <a:gd name="csY513" fmla="*/ 224532 h 570385"/>
              <a:gd name="csX514" fmla="*/ 518824 w 1008380"/>
              <a:gd name="csY514" fmla="*/ 227544 h 570385"/>
              <a:gd name="csX515" fmla="*/ 519836 w 1008380"/>
              <a:gd name="csY515" fmla="*/ 230556 h 570385"/>
              <a:gd name="csX516" fmla="*/ 520843 w 1008380"/>
              <a:gd name="csY516" fmla="*/ 233567 h 570385"/>
              <a:gd name="csX517" fmla="*/ 521854 w 1008380"/>
              <a:gd name="csY517" fmla="*/ 236576 h 570385"/>
              <a:gd name="csX518" fmla="*/ 522866 w 1008380"/>
              <a:gd name="csY518" fmla="*/ 239584 h 570385"/>
              <a:gd name="csX519" fmla="*/ 523873 w 1008380"/>
              <a:gd name="csY519" fmla="*/ 242590 h 570385"/>
              <a:gd name="csX520" fmla="*/ 524885 w 1008380"/>
              <a:gd name="csY520" fmla="*/ 245592 h 570385"/>
              <a:gd name="csX521" fmla="*/ 525891 w 1008380"/>
              <a:gd name="csY521" fmla="*/ 248592 h 570385"/>
              <a:gd name="csX522" fmla="*/ 526903 w 1008380"/>
              <a:gd name="csY522" fmla="*/ 251588 h 570385"/>
              <a:gd name="csX523" fmla="*/ 527909 w 1008380"/>
              <a:gd name="csY523" fmla="*/ 254580 h 570385"/>
              <a:gd name="csX524" fmla="*/ 528921 w 1008380"/>
              <a:gd name="csY524" fmla="*/ 257568 h 570385"/>
              <a:gd name="csX525" fmla="*/ 529928 w 1008380"/>
              <a:gd name="csY525" fmla="*/ 260551 h 570385"/>
              <a:gd name="csX526" fmla="*/ 530940 w 1008380"/>
              <a:gd name="csY526" fmla="*/ 263529 h 570385"/>
              <a:gd name="csX527" fmla="*/ 531946 w 1008380"/>
              <a:gd name="csY527" fmla="*/ 266501 h 570385"/>
              <a:gd name="csX528" fmla="*/ 532958 w 1008380"/>
              <a:gd name="csY528" fmla="*/ 269467 h 570385"/>
              <a:gd name="csX529" fmla="*/ 533970 w 1008380"/>
              <a:gd name="csY529" fmla="*/ 272428 h 570385"/>
              <a:gd name="csX530" fmla="*/ 534976 w 1008380"/>
              <a:gd name="csY530" fmla="*/ 275381 h 570385"/>
              <a:gd name="csX531" fmla="*/ 535988 w 1008380"/>
              <a:gd name="csY531" fmla="*/ 278327 h 570385"/>
              <a:gd name="csX532" fmla="*/ 536994 w 1008380"/>
              <a:gd name="csY532" fmla="*/ 281265 h 570385"/>
              <a:gd name="csX533" fmla="*/ 538006 w 1008380"/>
              <a:gd name="csY533" fmla="*/ 284196 h 570385"/>
              <a:gd name="csX534" fmla="*/ 539013 w 1008380"/>
              <a:gd name="csY534" fmla="*/ 287118 h 570385"/>
              <a:gd name="csX535" fmla="*/ 540025 w 1008380"/>
              <a:gd name="csY535" fmla="*/ 290032 h 570385"/>
              <a:gd name="csX536" fmla="*/ 541031 w 1008380"/>
              <a:gd name="csY536" fmla="*/ 292937 h 570385"/>
              <a:gd name="csX537" fmla="*/ 542043 w 1008380"/>
              <a:gd name="csY537" fmla="*/ 295833 h 570385"/>
              <a:gd name="csX538" fmla="*/ 543049 w 1008380"/>
              <a:gd name="csY538" fmla="*/ 298719 h 570385"/>
              <a:gd name="csX539" fmla="*/ 544061 w 1008380"/>
              <a:gd name="csY539" fmla="*/ 301595 h 570385"/>
              <a:gd name="csX540" fmla="*/ 545068 w 1008380"/>
              <a:gd name="csY540" fmla="*/ 304461 h 570385"/>
              <a:gd name="csX541" fmla="*/ 546080 w 1008380"/>
              <a:gd name="csY541" fmla="*/ 307316 h 570385"/>
              <a:gd name="csX542" fmla="*/ 547091 w 1008380"/>
              <a:gd name="csY542" fmla="*/ 310160 h 570385"/>
              <a:gd name="csX543" fmla="*/ 548098 w 1008380"/>
              <a:gd name="csY543" fmla="*/ 312993 h 570385"/>
              <a:gd name="csX544" fmla="*/ 549110 w 1008380"/>
              <a:gd name="csY544" fmla="*/ 315815 h 570385"/>
              <a:gd name="csX545" fmla="*/ 550116 w 1008380"/>
              <a:gd name="csY545" fmla="*/ 318624 h 570385"/>
              <a:gd name="csX546" fmla="*/ 551128 w 1008380"/>
              <a:gd name="csY546" fmla="*/ 321422 h 570385"/>
              <a:gd name="csX547" fmla="*/ 552134 w 1008380"/>
              <a:gd name="csY547" fmla="*/ 324207 h 570385"/>
              <a:gd name="csX548" fmla="*/ 553146 w 1008380"/>
              <a:gd name="csY548" fmla="*/ 326979 h 570385"/>
              <a:gd name="csX549" fmla="*/ 554153 w 1008380"/>
              <a:gd name="csY549" fmla="*/ 329739 h 570385"/>
              <a:gd name="csX550" fmla="*/ 555165 w 1008380"/>
              <a:gd name="csY550" fmla="*/ 332485 h 570385"/>
              <a:gd name="csX551" fmla="*/ 556171 w 1008380"/>
              <a:gd name="csY551" fmla="*/ 335218 h 570385"/>
              <a:gd name="csX552" fmla="*/ 557183 w 1008380"/>
              <a:gd name="csY552" fmla="*/ 337937 h 570385"/>
              <a:gd name="csX553" fmla="*/ 558195 w 1008380"/>
              <a:gd name="csY553" fmla="*/ 340641 h 570385"/>
              <a:gd name="csX554" fmla="*/ 559201 w 1008380"/>
              <a:gd name="csY554" fmla="*/ 343332 h 570385"/>
              <a:gd name="csX555" fmla="*/ 560213 w 1008380"/>
              <a:gd name="csY555" fmla="*/ 346008 h 570385"/>
              <a:gd name="csX556" fmla="*/ 561220 w 1008380"/>
              <a:gd name="csY556" fmla="*/ 348669 h 570385"/>
              <a:gd name="csX557" fmla="*/ 562231 w 1008380"/>
              <a:gd name="csY557" fmla="*/ 351316 h 570385"/>
              <a:gd name="csX558" fmla="*/ 563238 w 1008380"/>
              <a:gd name="csY558" fmla="*/ 353947 h 570385"/>
              <a:gd name="csX559" fmla="*/ 564250 w 1008380"/>
              <a:gd name="csY559" fmla="*/ 356563 h 570385"/>
              <a:gd name="csX560" fmla="*/ 565256 w 1008380"/>
              <a:gd name="csY560" fmla="*/ 359164 h 570385"/>
              <a:gd name="csX561" fmla="*/ 566268 w 1008380"/>
              <a:gd name="csY561" fmla="*/ 361748 h 570385"/>
              <a:gd name="csX562" fmla="*/ 567275 w 1008380"/>
              <a:gd name="csY562" fmla="*/ 364316 h 570385"/>
              <a:gd name="csX563" fmla="*/ 568286 w 1008380"/>
              <a:gd name="csY563" fmla="*/ 366869 h 570385"/>
              <a:gd name="csX564" fmla="*/ 569298 w 1008380"/>
              <a:gd name="csY564" fmla="*/ 369404 h 570385"/>
              <a:gd name="csX565" fmla="*/ 570305 w 1008380"/>
              <a:gd name="csY565" fmla="*/ 371924 h 570385"/>
              <a:gd name="csX566" fmla="*/ 571316 w 1008380"/>
              <a:gd name="csY566" fmla="*/ 374427 h 570385"/>
              <a:gd name="csX567" fmla="*/ 572323 w 1008380"/>
              <a:gd name="csY567" fmla="*/ 376912 h 570385"/>
              <a:gd name="csX568" fmla="*/ 573335 w 1008380"/>
              <a:gd name="csY568" fmla="*/ 379381 h 570385"/>
              <a:gd name="csX569" fmla="*/ 574341 w 1008380"/>
              <a:gd name="csY569" fmla="*/ 381833 h 570385"/>
              <a:gd name="csX570" fmla="*/ 575353 w 1008380"/>
              <a:gd name="csY570" fmla="*/ 384266 h 570385"/>
              <a:gd name="csX571" fmla="*/ 576360 w 1008380"/>
              <a:gd name="csY571" fmla="*/ 386683 h 570385"/>
              <a:gd name="csX572" fmla="*/ 577371 w 1008380"/>
              <a:gd name="csY572" fmla="*/ 389082 h 570385"/>
              <a:gd name="csX573" fmla="*/ 578378 w 1008380"/>
              <a:gd name="csY573" fmla="*/ 391464 h 570385"/>
              <a:gd name="csX574" fmla="*/ 579390 w 1008380"/>
              <a:gd name="csY574" fmla="*/ 393829 h 570385"/>
              <a:gd name="csX575" fmla="*/ 580402 w 1008380"/>
              <a:gd name="csY575" fmla="*/ 396172 h 570385"/>
              <a:gd name="csX576" fmla="*/ 581408 w 1008380"/>
              <a:gd name="csY576" fmla="*/ 398499 h 570385"/>
              <a:gd name="csX577" fmla="*/ 582420 w 1008380"/>
              <a:gd name="csY577" fmla="*/ 400810 h 570385"/>
              <a:gd name="csX578" fmla="*/ 583426 w 1008380"/>
              <a:gd name="csY578" fmla="*/ 403100 h 570385"/>
              <a:gd name="csX579" fmla="*/ 584438 w 1008380"/>
              <a:gd name="csY579" fmla="*/ 405374 h 570385"/>
              <a:gd name="csX580" fmla="*/ 585445 w 1008380"/>
              <a:gd name="csY580" fmla="*/ 407627 h 570385"/>
              <a:gd name="csX581" fmla="*/ 586457 w 1008380"/>
              <a:gd name="csY581" fmla="*/ 409858 h 570385"/>
              <a:gd name="csX582" fmla="*/ 587463 w 1008380"/>
              <a:gd name="csY582" fmla="*/ 412079 h 570385"/>
              <a:gd name="csX583" fmla="*/ 588475 w 1008380"/>
              <a:gd name="csY583" fmla="*/ 414273 h 570385"/>
              <a:gd name="csX584" fmla="*/ 589481 w 1008380"/>
              <a:gd name="csY584" fmla="*/ 416451 h 570385"/>
              <a:gd name="csX585" fmla="*/ 590493 w 1008380"/>
              <a:gd name="csY585" fmla="*/ 418613 h 570385"/>
              <a:gd name="csX586" fmla="*/ 591500 w 1008380"/>
              <a:gd name="csY586" fmla="*/ 420754 h 570385"/>
              <a:gd name="csX587" fmla="*/ 592511 w 1008380"/>
              <a:gd name="csY587" fmla="*/ 422873 h 570385"/>
              <a:gd name="csX588" fmla="*/ 593523 w 1008380"/>
              <a:gd name="csY588" fmla="*/ 424977 h 570385"/>
              <a:gd name="csX589" fmla="*/ 594530 w 1008380"/>
              <a:gd name="csY589" fmla="*/ 427064 h 570385"/>
              <a:gd name="csX590" fmla="*/ 595542 w 1008380"/>
              <a:gd name="csY590" fmla="*/ 429125 h 570385"/>
              <a:gd name="csX591" fmla="*/ 596548 w 1008380"/>
              <a:gd name="csY591" fmla="*/ 431170 h 570385"/>
              <a:gd name="csX592" fmla="*/ 597560 w 1008380"/>
              <a:gd name="csY592" fmla="*/ 433199 h 570385"/>
              <a:gd name="csX593" fmla="*/ 598566 w 1008380"/>
              <a:gd name="csY593" fmla="*/ 435207 h 570385"/>
              <a:gd name="csX594" fmla="*/ 599578 w 1008380"/>
              <a:gd name="csY594" fmla="*/ 437193 h 570385"/>
              <a:gd name="csX595" fmla="*/ 600585 w 1008380"/>
              <a:gd name="csY595" fmla="*/ 439163 h 570385"/>
              <a:gd name="csX596" fmla="*/ 601597 w 1008380"/>
              <a:gd name="csY596" fmla="*/ 441113 h 570385"/>
              <a:gd name="csX597" fmla="*/ 602603 w 1008380"/>
              <a:gd name="csY597" fmla="*/ 443040 h 570385"/>
              <a:gd name="csX598" fmla="*/ 603615 w 1008380"/>
              <a:gd name="csY598" fmla="*/ 444952 h 570385"/>
              <a:gd name="csX599" fmla="*/ 604627 w 1008380"/>
              <a:gd name="csY599" fmla="*/ 446843 h 570385"/>
              <a:gd name="csX600" fmla="*/ 605633 w 1008380"/>
              <a:gd name="csY600" fmla="*/ 448712 h 570385"/>
              <a:gd name="csX601" fmla="*/ 606645 w 1008380"/>
              <a:gd name="csY601" fmla="*/ 450565 h 570385"/>
              <a:gd name="csX602" fmla="*/ 607651 w 1008380"/>
              <a:gd name="csY602" fmla="*/ 452402 h 570385"/>
              <a:gd name="csX603" fmla="*/ 608663 w 1008380"/>
              <a:gd name="csY603" fmla="*/ 454213 h 570385"/>
              <a:gd name="csX604" fmla="*/ 609670 w 1008380"/>
              <a:gd name="csY604" fmla="*/ 456008 h 570385"/>
              <a:gd name="csX605" fmla="*/ 610682 w 1008380"/>
              <a:gd name="csY605" fmla="*/ 457786 h 570385"/>
              <a:gd name="csX606" fmla="*/ 611688 w 1008380"/>
              <a:gd name="csY606" fmla="*/ 459544 h 570385"/>
              <a:gd name="csX607" fmla="*/ 612700 w 1008380"/>
              <a:gd name="csY607" fmla="*/ 461280 h 570385"/>
              <a:gd name="csX608" fmla="*/ 613706 w 1008380"/>
              <a:gd name="csY608" fmla="*/ 463000 h 570385"/>
              <a:gd name="csX609" fmla="*/ 614718 w 1008380"/>
              <a:gd name="csY609" fmla="*/ 464699 h 570385"/>
              <a:gd name="csX610" fmla="*/ 615730 w 1008380"/>
              <a:gd name="csY610" fmla="*/ 466376 h 570385"/>
              <a:gd name="csX611" fmla="*/ 616737 w 1008380"/>
              <a:gd name="csY611" fmla="*/ 468038 h 570385"/>
              <a:gd name="csX612" fmla="*/ 617748 w 1008380"/>
              <a:gd name="csY612" fmla="*/ 469683 h 570385"/>
              <a:gd name="csX613" fmla="*/ 618755 w 1008380"/>
              <a:gd name="csY613" fmla="*/ 471307 h 570385"/>
              <a:gd name="csX614" fmla="*/ 619767 w 1008380"/>
              <a:gd name="csY614" fmla="*/ 472910 h 570385"/>
              <a:gd name="csX615" fmla="*/ 620773 w 1008380"/>
              <a:gd name="csY615" fmla="*/ 474497 h 570385"/>
              <a:gd name="csX616" fmla="*/ 621785 w 1008380"/>
              <a:gd name="csY616" fmla="*/ 476063 h 570385"/>
              <a:gd name="csX617" fmla="*/ 622792 w 1008380"/>
              <a:gd name="csY617" fmla="*/ 477613 h 570385"/>
              <a:gd name="csX618" fmla="*/ 623803 w 1008380"/>
              <a:gd name="csY618" fmla="*/ 479141 h 570385"/>
              <a:gd name="csX619" fmla="*/ 624810 w 1008380"/>
              <a:gd name="csY619" fmla="*/ 480653 h 570385"/>
              <a:gd name="csX620" fmla="*/ 625822 w 1008380"/>
              <a:gd name="csY620" fmla="*/ 482150 h 570385"/>
              <a:gd name="csX621" fmla="*/ 626833 w 1008380"/>
              <a:gd name="csY621" fmla="*/ 483625 h 570385"/>
              <a:gd name="csX622" fmla="*/ 627840 w 1008380"/>
              <a:gd name="csY622" fmla="*/ 485079 h 570385"/>
              <a:gd name="csX623" fmla="*/ 628852 w 1008380"/>
              <a:gd name="csY623" fmla="*/ 486517 h 570385"/>
              <a:gd name="csX624" fmla="*/ 629858 w 1008380"/>
              <a:gd name="csY624" fmla="*/ 487939 h 570385"/>
              <a:gd name="csX625" fmla="*/ 630870 w 1008380"/>
              <a:gd name="csY625" fmla="*/ 489344 h 570385"/>
              <a:gd name="csX626" fmla="*/ 631877 w 1008380"/>
              <a:gd name="csY626" fmla="*/ 490729 h 570385"/>
              <a:gd name="csX627" fmla="*/ 632888 w 1008380"/>
              <a:gd name="csY627" fmla="*/ 492098 h 570385"/>
              <a:gd name="csX628" fmla="*/ 633895 w 1008380"/>
              <a:gd name="csY628" fmla="*/ 493445 h 570385"/>
              <a:gd name="csX629" fmla="*/ 634907 w 1008380"/>
              <a:gd name="csY629" fmla="*/ 494776 h 570385"/>
              <a:gd name="csX630" fmla="*/ 635913 w 1008380"/>
              <a:gd name="csY630" fmla="*/ 496092 h 570385"/>
              <a:gd name="csX631" fmla="*/ 636925 w 1008380"/>
              <a:gd name="csY631" fmla="*/ 497391 h 570385"/>
              <a:gd name="csX632" fmla="*/ 637931 w 1008380"/>
              <a:gd name="csY632" fmla="*/ 498669 h 570385"/>
              <a:gd name="csX633" fmla="*/ 638943 w 1008380"/>
              <a:gd name="csY633" fmla="*/ 499931 h 570385"/>
              <a:gd name="csX634" fmla="*/ 639955 w 1008380"/>
              <a:gd name="csY634" fmla="*/ 501177 h 570385"/>
              <a:gd name="csX635" fmla="*/ 640962 w 1008380"/>
              <a:gd name="csY635" fmla="*/ 502408 h 570385"/>
              <a:gd name="csX636" fmla="*/ 641974 w 1008380"/>
              <a:gd name="csY636" fmla="*/ 503622 h 570385"/>
              <a:gd name="csX637" fmla="*/ 642980 w 1008380"/>
              <a:gd name="csY637" fmla="*/ 504815 h 570385"/>
              <a:gd name="csX638" fmla="*/ 643992 w 1008380"/>
              <a:gd name="csY638" fmla="*/ 505997 h 570385"/>
              <a:gd name="csX639" fmla="*/ 644998 w 1008380"/>
              <a:gd name="csY639" fmla="*/ 507158 h 570385"/>
              <a:gd name="csX640" fmla="*/ 646010 w 1008380"/>
              <a:gd name="csY640" fmla="*/ 508308 h 570385"/>
              <a:gd name="csX641" fmla="*/ 647017 w 1008380"/>
              <a:gd name="csY641" fmla="*/ 509437 h 570385"/>
              <a:gd name="csX642" fmla="*/ 648028 w 1008380"/>
              <a:gd name="csY642" fmla="*/ 510550 h 570385"/>
              <a:gd name="csX643" fmla="*/ 649035 w 1008380"/>
              <a:gd name="csY643" fmla="*/ 511647 h 570385"/>
              <a:gd name="csX644" fmla="*/ 650047 w 1008380"/>
              <a:gd name="csY644" fmla="*/ 512733 h 570385"/>
              <a:gd name="csX645" fmla="*/ 651059 w 1008380"/>
              <a:gd name="csY645" fmla="*/ 513799 h 570385"/>
              <a:gd name="csX646" fmla="*/ 652065 w 1008380"/>
              <a:gd name="csY646" fmla="*/ 514853 h 570385"/>
              <a:gd name="csX647" fmla="*/ 653077 w 1008380"/>
              <a:gd name="csY647" fmla="*/ 515886 h 570385"/>
              <a:gd name="csX648" fmla="*/ 654083 w 1008380"/>
              <a:gd name="csY648" fmla="*/ 516909 h 570385"/>
              <a:gd name="csX649" fmla="*/ 655095 w 1008380"/>
              <a:gd name="csY649" fmla="*/ 517915 h 570385"/>
              <a:gd name="csX650" fmla="*/ 656102 w 1008380"/>
              <a:gd name="csY650" fmla="*/ 518906 h 570385"/>
              <a:gd name="csX651" fmla="*/ 657113 w 1008380"/>
              <a:gd name="csY651" fmla="*/ 519880 h 570385"/>
              <a:gd name="csX652" fmla="*/ 658120 w 1008380"/>
              <a:gd name="csY652" fmla="*/ 520839 h 570385"/>
              <a:gd name="csX653" fmla="*/ 659132 w 1008380"/>
              <a:gd name="csY653" fmla="*/ 521787 h 570385"/>
              <a:gd name="csX654" fmla="*/ 660138 w 1008380"/>
              <a:gd name="csY654" fmla="*/ 522719 h 570385"/>
              <a:gd name="csX655" fmla="*/ 661150 w 1008380"/>
              <a:gd name="csY655" fmla="*/ 523634 h 570385"/>
              <a:gd name="csX656" fmla="*/ 662162 w 1008380"/>
              <a:gd name="csY656" fmla="*/ 524540 h 570385"/>
              <a:gd name="csX657" fmla="*/ 663168 w 1008380"/>
              <a:gd name="csY657" fmla="*/ 525429 h 570385"/>
              <a:gd name="csX658" fmla="*/ 664180 w 1008380"/>
              <a:gd name="csY658" fmla="*/ 526303 h 570385"/>
              <a:gd name="csX659" fmla="*/ 665187 w 1008380"/>
              <a:gd name="csY659" fmla="*/ 527165 h 570385"/>
              <a:gd name="csX660" fmla="*/ 666199 w 1008380"/>
              <a:gd name="csY660" fmla="*/ 528012 h 570385"/>
              <a:gd name="csX661" fmla="*/ 667205 w 1008380"/>
              <a:gd name="csY661" fmla="*/ 528848 h 570385"/>
              <a:gd name="csX662" fmla="*/ 668217 w 1008380"/>
              <a:gd name="csY662" fmla="*/ 529668 h 570385"/>
              <a:gd name="csX663" fmla="*/ 669223 w 1008380"/>
              <a:gd name="csY663" fmla="*/ 530478 h 570385"/>
              <a:gd name="csX664" fmla="*/ 670235 w 1008380"/>
              <a:gd name="csY664" fmla="*/ 531271 h 570385"/>
              <a:gd name="csX665" fmla="*/ 671242 w 1008380"/>
              <a:gd name="csY665" fmla="*/ 532054 h 570385"/>
              <a:gd name="csX666" fmla="*/ 672254 w 1008380"/>
              <a:gd name="csY666" fmla="*/ 532826 h 570385"/>
              <a:gd name="csX667" fmla="*/ 673265 w 1008380"/>
              <a:gd name="csY667" fmla="*/ 533582 h 570385"/>
              <a:gd name="csX668" fmla="*/ 674272 w 1008380"/>
              <a:gd name="csY668" fmla="*/ 534328 h 570385"/>
              <a:gd name="csX669" fmla="*/ 675284 w 1008380"/>
              <a:gd name="csY669" fmla="*/ 535057 h 570385"/>
              <a:gd name="csX670" fmla="*/ 676290 w 1008380"/>
              <a:gd name="csY670" fmla="*/ 535776 h 570385"/>
              <a:gd name="csX671" fmla="*/ 677302 w 1008380"/>
              <a:gd name="csY671" fmla="*/ 536485 h 570385"/>
              <a:gd name="csX672" fmla="*/ 678308 w 1008380"/>
              <a:gd name="csY672" fmla="*/ 537177 h 570385"/>
              <a:gd name="csX673" fmla="*/ 679320 w 1008380"/>
              <a:gd name="csY673" fmla="*/ 537864 h 570385"/>
              <a:gd name="csX674" fmla="*/ 680327 w 1008380"/>
              <a:gd name="csY674" fmla="*/ 538535 h 570385"/>
              <a:gd name="csX675" fmla="*/ 681339 w 1008380"/>
              <a:gd name="csY675" fmla="*/ 539195 h 570385"/>
              <a:gd name="csX676" fmla="*/ 682345 w 1008380"/>
              <a:gd name="csY676" fmla="*/ 539845 h 570385"/>
              <a:gd name="csX677" fmla="*/ 683357 w 1008380"/>
              <a:gd name="csY677" fmla="*/ 540484 h 570385"/>
              <a:gd name="csX678" fmla="*/ 684363 w 1008380"/>
              <a:gd name="csY678" fmla="*/ 541107 h 570385"/>
              <a:gd name="csX679" fmla="*/ 685375 w 1008380"/>
              <a:gd name="csY679" fmla="*/ 541725 h 570385"/>
              <a:gd name="csX680" fmla="*/ 686387 w 1008380"/>
              <a:gd name="csY680" fmla="*/ 542332 h 570385"/>
              <a:gd name="csX681" fmla="*/ 687394 w 1008380"/>
              <a:gd name="csY681" fmla="*/ 542923 h 570385"/>
              <a:gd name="csX682" fmla="*/ 688405 w 1008380"/>
              <a:gd name="csY682" fmla="*/ 543509 h 570385"/>
              <a:gd name="csX683" fmla="*/ 689412 w 1008380"/>
              <a:gd name="csY683" fmla="*/ 544084 h 570385"/>
              <a:gd name="csX684" fmla="*/ 690424 w 1008380"/>
              <a:gd name="csY684" fmla="*/ 544643 h 570385"/>
              <a:gd name="csX685" fmla="*/ 691430 w 1008380"/>
              <a:gd name="csY685" fmla="*/ 545197 h 570385"/>
              <a:gd name="csX686" fmla="*/ 692442 w 1008380"/>
              <a:gd name="csY686" fmla="*/ 545740 h 570385"/>
              <a:gd name="csX687" fmla="*/ 693448 w 1008380"/>
              <a:gd name="csY687" fmla="*/ 546273 h 570385"/>
              <a:gd name="csX688" fmla="*/ 694460 w 1008380"/>
              <a:gd name="csY688" fmla="*/ 546795 h 570385"/>
              <a:gd name="csX689" fmla="*/ 695467 w 1008380"/>
              <a:gd name="csY689" fmla="*/ 547311 h 570385"/>
              <a:gd name="csX690" fmla="*/ 696479 w 1008380"/>
              <a:gd name="csY690" fmla="*/ 547817 h 570385"/>
              <a:gd name="csX691" fmla="*/ 697490 w 1008380"/>
              <a:gd name="csY691" fmla="*/ 548307 h 570385"/>
              <a:gd name="csX692" fmla="*/ 698497 w 1008380"/>
              <a:gd name="csY692" fmla="*/ 548797 h 570385"/>
              <a:gd name="csX693" fmla="*/ 699509 w 1008380"/>
              <a:gd name="csY693" fmla="*/ 549271 h 570385"/>
              <a:gd name="csX694" fmla="*/ 700515 w 1008380"/>
              <a:gd name="csY694" fmla="*/ 549739 h 570385"/>
              <a:gd name="csX695" fmla="*/ 701527 w 1008380"/>
              <a:gd name="csY695" fmla="*/ 550197 h 570385"/>
              <a:gd name="csX696" fmla="*/ 702534 w 1008380"/>
              <a:gd name="csY696" fmla="*/ 550650 h 570385"/>
              <a:gd name="csX697" fmla="*/ 703545 w 1008380"/>
              <a:gd name="csY697" fmla="*/ 551092 h 570385"/>
              <a:gd name="csX698" fmla="*/ 704552 w 1008380"/>
              <a:gd name="csY698" fmla="*/ 551523 h 570385"/>
              <a:gd name="csX699" fmla="*/ 705564 w 1008380"/>
              <a:gd name="csY699" fmla="*/ 551949 h 570385"/>
              <a:gd name="csX700" fmla="*/ 706570 w 1008380"/>
              <a:gd name="csY700" fmla="*/ 552365 h 570385"/>
              <a:gd name="csX701" fmla="*/ 707582 w 1008380"/>
              <a:gd name="csY701" fmla="*/ 552775 h 570385"/>
              <a:gd name="csX702" fmla="*/ 708594 w 1008380"/>
              <a:gd name="csY702" fmla="*/ 553174 h 570385"/>
              <a:gd name="csX703" fmla="*/ 709600 w 1008380"/>
              <a:gd name="csY703" fmla="*/ 553568 h 570385"/>
              <a:gd name="csX704" fmla="*/ 710612 w 1008380"/>
              <a:gd name="csY704" fmla="*/ 553952 h 570385"/>
              <a:gd name="csX705" fmla="*/ 711619 w 1008380"/>
              <a:gd name="csY705" fmla="*/ 554330 h 570385"/>
              <a:gd name="csX706" fmla="*/ 712630 w 1008380"/>
              <a:gd name="csY706" fmla="*/ 554697 h 570385"/>
              <a:gd name="csX707" fmla="*/ 713637 w 1008380"/>
              <a:gd name="csY707" fmla="*/ 555060 h 570385"/>
              <a:gd name="csX708" fmla="*/ 714649 w 1008380"/>
              <a:gd name="csY708" fmla="*/ 555416 h 570385"/>
              <a:gd name="csX709" fmla="*/ 715655 w 1008380"/>
              <a:gd name="csY709" fmla="*/ 555762 h 570385"/>
              <a:gd name="csX710" fmla="*/ 716667 w 1008380"/>
              <a:gd name="csY710" fmla="*/ 556103 h 570385"/>
              <a:gd name="csX711" fmla="*/ 717674 w 1008380"/>
              <a:gd name="csY711" fmla="*/ 556439 h 570385"/>
              <a:gd name="csX712" fmla="*/ 718685 w 1008380"/>
              <a:gd name="csY712" fmla="*/ 556769 h 570385"/>
              <a:gd name="csX713" fmla="*/ 719697 w 1008380"/>
              <a:gd name="csY713" fmla="*/ 557088 h 570385"/>
              <a:gd name="csX714" fmla="*/ 720704 w 1008380"/>
              <a:gd name="csY714" fmla="*/ 557403 h 570385"/>
              <a:gd name="csX715" fmla="*/ 721716 w 1008380"/>
              <a:gd name="csY715" fmla="*/ 557712 h 570385"/>
              <a:gd name="csX716" fmla="*/ 722722 w 1008380"/>
              <a:gd name="csY716" fmla="*/ 558010 h 570385"/>
              <a:gd name="csX717" fmla="*/ 723734 w 1008380"/>
              <a:gd name="csY717" fmla="*/ 558308 h 570385"/>
              <a:gd name="csX718" fmla="*/ 724740 w 1008380"/>
              <a:gd name="csY718" fmla="*/ 558596 h 570385"/>
              <a:gd name="csX719" fmla="*/ 725752 w 1008380"/>
              <a:gd name="csY719" fmla="*/ 558878 h 570385"/>
              <a:gd name="csX720" fmla="*/ 726759 w 1008380"/>
              <a:gd name="csY720" fmla="*/ 559155 h 570385"/>
              <a:gd name="csX721" fmla="*/ 727771 w 1008380"/>
              <a:gd name="csY721" fmla="*/ 559426 h 570385"/>
              <a:gd name="csX722" fmla="*/ 728777 w 1008380"/>
              <a:gd name="csY722" fmla="*/ 559693 h 570385"/>
              <a:gd name="csX723" fmla="*/ 729789 w 1008380"/>
              <a:gd name="csY723" fmla="*/ 559953 h 570385"/>
              <a:gd name="csX724" fmla="*/ 730795 w 1008380"/>
              <a:gd name="csY724" fmla="*/ 560209 h 570385"/>
              <a:gd name="csX725" fmla="*/ 731807 w 1008380"/>
              <a:gd name="csY725" fmla="*/ 560454 h 570385"/>
              <a:gd name="csX726" fmla="*/ 732819 w 1008380"/>
              <a:gd name="csY726" fmla="*/ 560699 h 570385"/>
              <a:gd name="csX727" fmla="*/ 733825 w 1008380"/>
              <a:gd name="csY727" fmla="*/ 560939 h 570385"/>
              <a:gd name="csX728" fmla="*/ 734837 w 1008380"/>
              <a:gd name="csY728" fmla="*/ 561168 h 570385"/>
              <a:gd name="csX729" fmla="*/ 735844 w 1008380"/>
              <a:gd name="csY729" fmla="*/ 561397 h 570385"/>
              <a:gd name="csX730" fmla="*/ 736856 w 1008380"/>
              <a:gd name="csY730" fmla="*/ 561620 h 570385"/>
              <a:gd name="csX731" fmla="*/ 737862 w 1008380"/>
              <a:gd name="csY731" fmla="*/ 561839 h 570385"/>
              <a:gd name="csX732" fmla="*/ 738874 w 1008380"/>
              <a:gd name="csY732" fmla="*/ 562052 h 570385"/>
              <a:gd name="csX733" fmla="*/ 739880 w 1008380"/>
              <a:gd name="csY733" fmla="*/ 562259 h 570385"/>
              <a:gd name="csX734" fmla="*/ 740892 w 1008380"/>
              <a:gd name="csY734" fmla="*/ 562467 h 570385"/>
              <a:gd name="csX735" fmla="*/ 741899 w 1008380"/>
              <a:gd name="csY735" fmla="*/ 562664 h 570385"/>
              <a:gd name="csX736" fmla="*/ 742911 w 1008380"/>
              <a:gd name="csY736" fmla="*/ 562861 h 570385"/>
              <a:gd name="csX737" fmla="*/ 743922 w 1008380"/>
              <a:gd name="csY737" fmla="*/ 563053 h 570385"/>
              <a:gd name="csX738" fmla="*/ 744929 w 1008380"/>
              <a:gd name="csY738" fmla="*/ 563239 h 570385"/>
              <a:gd name="csX739" fmla="*/ 745941 w 1008380"/>
              <a:gd name="csY739" fmla="*/ 563420 h 570385"/>
              <a:gd name="csX740" fmla="*/ 746947 w 1008380"/>
              <a:gd name="csY740" fmla="*/ 563596 h 570385"/>
              <a:gd name="csX741" fmla="*/ 747959 w 1008380"/>
              <a:gd name="csY741" fmla="*/ 563772 h 570385"/>
              <a:gd name="csX742" fmla="*/ 748965 w 1008380"/>
              <a:gd name="csY742" fmla="*/ 563942 h 570385"/>
              <a:gd name="csX743" fmla="*/ 749977 w 1008380"/>
              <a:gd name="csY743" fmla="*/ 564107 h 570385"/>
              <a:gd name="csX744" fmla="*/ 750984 w 1008380"/>
              <a:gd name="csY744" fmla="*/ 564267 h 570385"/>
              <a:gd name="csX745" fmla="*/ 751996 w 1008380"/>
              <a:gd name="csY745" fmla="*/ 564427 h 570385"/>
              <a:gd name="csX746" fmla="*/ 753002 w 1008380"/>
              <a:gd name="csY746" fmla="*/ 564581 h 570385"/>
              <a:gd name="csX747" fmla="*/ 754014 w 1008380"/>
              <a:gd name="csY747" fmla="*/ 564736 h 570385"/>
              <a:gd name="csX748" fmla="*/ 755026 w 1008380"/>
              <a:gd name="csY748" fmla="*/ 564885 h 570385"/>
              <a:gd name="csX749" fmla="*/ 756032 w 1008380"/>
              <a:gd name="csY749" fmla="*/ 565029 h 570385"/>
              <a:gd name="csX750" fmla="*/ 757044 w 1008380"/>
              <a:gd name="csY750" fmla="*/ 565167 h 570385"/>
              <a:gd name="csX751" fmla="*/ 758051 w 1008380"/>
              <a:gd name="csY751" fmla="*/ 565306 h 570385"/>
              <a:gd name="csX752" fmla="*/ 759062 w 1008380"/>
              <a:gd name="csY752" fmla="*/ 565439 h 570385"/>
              <a:gd name="csX753" fmla="*/ 760069 w 1008380"/>
              <a:gd name="csY753" fmla="*/ 565572 h 570385"/>
              <a:gd name="csX754" fmla="*/ 761081 w 1008380"/>
              <a:gd name="csY754" fmla="*/ 565700 h 570385"/>
              <a:gd name="csX755" fmla="*/ 762087 w 1008380"/>
              <a:gd name="csY755" fmla="*/ 565822 h 570385"/>
              <a:gd name="csX756" fmla="*/ 763099 w 1008380"/>
              <a:gd name="csY756" fmla="*/ 565945 h 570385"/>
              <a:gd name="csX757" fmla="*/ 764106 w 1008380"/>
              <a:gd name="csY757" fmla="*/ 566067 h 570385"/>
              <a:gd name="csX758" fmla="*/ 765117 w 1008380"/>
              <a:gd name="csY758" fmla="*/ 566179 h 570385"/>
              <a:gd name="csX759" fmla="*/ 766129 w 1008380"/>
              <a:gd name="csY759" fmla="*/ 566296 h 570385"/>
              <a:gd name="csX760" fmla="*/ 767136 w 1008380"/>
              <a:gd name="csY760" fmla="*/ 566403 h 570385"/>
              <a:gd name="csX761" fmla="*/ 768147 w 1008380"/>
              <a:gd name="csY761" fmla="*/ 566514 h 570385"/>
              <a:gd name="csX762" fmla="*/ 769154 w 1008380"/>
              <a:gd name="csY762" fmla="*/ 566616 h 570385"/>
              <a:gd name="csX763" fmla="*/ 770166 w 1008380"/>
              <a:gd name="csY763" fmla="*/ 566722 h 570385"/>
              <a:gd name="csX764" fmla="*/ 771172 w 1008380"/>
              <a:gd name="csY764" fmla="*/ 566823 h 570385"/>
              <a:gd name="csX765" fmla="*/ 772184 w 1008380"/>
              <a:gd name="csY765" fmla="*/ 566919 h 570385"/>
              <a:gd name="csX766" fmla="*/ 773191 w 1008380"/>
              <a:gd name="csY766" fmla="*/ 567015 h 570385"/>
              <a:gd name="csX767" fmla="*/ 774202 w 1008380"/>
              <a:gd name="csY767" fmla="*/ 567105 h 570385"/>
              <a:gd name="csX768" fmla="*/ 775209 w 1008380"/>
              <a:gd name="csY768" fmla="*/ 567196 h 570385"/>
              <a:gd name="csX769" fmla="*/ 776221 w 1008380"/>
              <a:gd name="csY769" fmla="*/ 567287 h 570385"/>
              <a:gd name="csX770" fmla="*/ 777227 w 1008380"/>
              <a:gd name="csY770" fmla="*/ 567372 h 570385"/>
              <a:gd name="csX771" fmla="*/ 778239 w 1008380"/>
              <a:gd name="csY771" fmla="*/ 567457 h 570385"/>
              <a:gd name="csX772" fmla="*/ 779251 w 1008380"/>
              <a:gd name="csY772" fmla="*/ 567537 h 570385"/>
              <a:gd name="csX773" fmla="*/ 780257 w 1008380"/>
              <a:gd name="csY773" fmla="*/ 567617 h 570385"/>
              <a:gd name="csX774" fmla="*/ 781269 w 1008380"/>
              <a:gd name="csY774" fmla="*/ 567697 h 570385"/>
              <a:gd name="csX775" fmla="*/ 782276 w 1008380"/>
              <a:gd name="csY775" fmla="*/ 567771 h 570385"/>
              <a:gd name="csX776" fmla="*/ 783288 w 1008380"/>
              <a:gd name="csY776" fmla="*/ 567846 h 570385"/>
              <a:gd name="csX777" fmla="*/ 784294 w 1008380"/>
              <a:gd name="csY777" fmla="*/ 567915 h 570385"/>
              <a:gd name="csX778" fmla="*/ 785306 w 1008380"/>
              <a:gd name="csY778" fmla="*/ 567984 h 570385"/>
              <a:gd name="csX779" fmla="*/ 786312 w 1008380"/>
              <a:gd name="csY779" fmla="*/ 568053 h 570385"/>
              <a:gd name="csX780" fmla="*/ 787324 w 1008380"/>
              <a:gd name="csY780" fmla="*/ 568123 h 570385"/>
              <a:gd name="csX781" fmla="*/ 788331 w 1008380"/>
              <a:gd name="csY781" fmla="*/ 568187 h 570385"/>
              <a:gd name="csX782" fmla="*/ 789342 w 1008380"/>
              <a:gd name="csY782" fmla="*/ 568250 h 570385"/>
              <a:gd name="csX783" fmla="*/ 790354 w 1008380"/>
              <a:gd name="csY783" fmla="*/ 568309 h 570385"/>
              <a:gd name="csX784" fmla="*/ 791361 w 1008380"/>
              <a:gd name="csY784" fmla="*/ 568373 h 570385"/>
              <a:gd name="csX785" fmla="*/ 792373 w 1008380"/>
              <a:gd name="csY785" fmla="*/ 568426 h 570385"/>
              <a:gd name="csX786" fmla="*/ 793379 w 1008380"/>
              <a:gd name="csY786" fmla="*/ 568485 h 570385"/>
              <a:gd name="csX787" fmla="*/ 794391 w 1008380"/>
              <a:gd name="csY787" fmla="*/ 568538 h 570385"/>
              <a:gd name="csX788" fmla="*/ 795397 w 1008380"/>
              <a:gd name="csY788" fmla="*/ 568597 h 570385"/>
              <a:gd name="csX789" fmla="*/ 796409 w 1008380"/>
              <a:gd name="csY789" fmla="*/ 568645 h 570385"/>
              <a:gd name="csX790" fmla="*/ 797416 w 1008380"/>
              <a:gd name="csY790" fmla="*/ 568698 h 570385"/>
              <a:gd name="csX791" fmla="*/ 798428 w 1008380"/>
              <a:gd name="csY791" fmla="*/ 568746 h 570385"/>
              <a:gd name="csX792" fmla="*/ 799434 w 1008380"/>
              <a:gd name="csY792" fmla="*/ 568794 h 570385"/>
              <a:gd name="csX793" fmla="*/ 800446 w 1008380"/>
              <a:gd name="csY793" fmla="*/ 568842 h 570385"/>
              <a:gd name="csX794" fmla="*/ 801458 w 1008380"/>
              <a:gd name="csY794" fmla="*/ 568889 h 570385"/>
              <a:gd name="csX795" fmla="*/ 802464 w 1008380"/>
              <a:gd name="csY795" fmla="*/ 568932 h 570385"/>
              <a:gd name="csX796" fmla="*/ 803476 w 1008380"/>
              <a:gd name="csY796" fmla="*/ 568975 h 570385"/>
              <a:gd name="csX797" fmla="*/ 804482 w 1008380"/>
              <a:gd name="csY797" fmla="*/ 569017 h 570385"/>
              <a:gd name="csX798" fmla="*/ 805494 w 1008380"/>
              <a:gd name="csY798" fmla="*/ 569060 h 570385"/>
              <a:gd name="csX799" fmla="*/ 806501 w 1008380"/>
              <a:gd name="csY799" fmla="*/ 569097 h 570385"/>
              <a:gd name="csX800" fmla="*/ 807513 w 1008380"/>
              <a:gd name="csY800" fmla="*/ 569134 h 570385"/>
              <a:gd name="csX801" fmla="*/ 808519 w 1008380"/>
              <a:gd name="csY801" fmla="*/ 569172 h 570385"/>
              <a:gd name="csX802" fmla="*/ 809531 w 1008380"/>
              <a:gd name="csY802" fmla="*/ 569209 h 570385"/>
              <a:gd name="csX803" fmla="*/ 810537 w 1008380"/>
              <a:gd name="csY803" fmla="*/ 569246 h 570385"/>
              <a:gd name="csX804" fmla="*/ 811549 w 1008380"/>
              <a:gd name="csY804" fmla="*/ 569284 h 570385"/>
              <a:gd name="csX805" fmla="*/ 812561 w 1008380"/>
              <a:gd name="csY805" fmla="*/ 569316 h 570385"/>
              <a:gd name="csX806" fmla="*/ 813568 w 1008380"/>
              <a:gd name="csY806" fmla="*/ 569347 h 570385"/>
              <a:gd name="csX807" fmla="*/ 814579 w 1008380"/>
              <a:gd name="csY807" fmla="*/ 569379 h 570385"/>
              <a:gd name="csX808" fmla="*/ 815586 w 1008380"/>
              <a:gd name="csY808" fmla="*/ 569411 h 570385"/>
              <a:gd name="csX809" fmla="*/ 816598 w 1008380"/>
              <a:gd name="csY809" fmla="*/ 569438 h 570385"/>
              <a:gd name="csX810" fmla="*/ 817604 w 1008380"/>
              <a:gd name="csY810" fmla="*/ 569470 h 570385"/>
              <a:gd name="csX811" fmla="*/ 818616 w 1008380"/>
              <a:gd name="csY811" fmla="*/ 569497 h 570385"/>
              <a:gd name="csX812" fmla="*/ 819623 w 1008380"/>
              <a:gd name="csY812" fmla="*/ 569523 h 570385"/>
              <a:gd name="csX813" fmla="*/ 820634 w 1008380"/>
              <a:gd name="csY813" fmla="*/ 569550 h 570385"/>
              <a:gd name="csX814" fmla="*/ 821641 w 1008380"/>
              <a:gd name="csY814" fmla="*/ 569576 h 570385"/>
              <a:gd name="csX815" fmla="*/ 822653 w 1008380"/>
              <a:gd name="csY815" fmla="*/ 569603 h 570385"/>
              <a:gd name="csX816" fmla="*/ 823664 w 1008380"/>
              <a:gd name="csY816" fmla="*/ 569624 h 570385"/>
              <a:gd name="csX817" fmla="*/ 824671 w 1008380"/>
              <a:gd name="csY817" fmla="*/ 569651 h 570385"/>
              <a:gd name="csX818" fmla="*/ 825683 w 1008380"/>
              <a:gd name="csY818" fmla="*/ 569672 h 570385"/>
              <a:gd name="csX819" fmla="*/ 826689 w 1008380"/>
              <a:gd name="csY819" fmla="*/ 569694 h 570385"/>
              <a:gd name="csX820" fmla="*/ 827701 w 1008380"/>
              <a:gd name="csY820" fmla="*/ 569720 h 570385"/>
              <a:gd name="csX821" fmla="*/ 828708 w 1008380"/>
              <a:gd name="csY821" fmla="*/ 569736 h 570385"/>
              <a:gd name="csX822" fmla="*/ 829719 w 1008380"/>
              <a:gd name="csY822" fmla="*/ 569758 h 570385"/>
              <a:gd name="csX823" fmla="*/ 830726 w 1008380"/>
              <a:gd name="csY823" fmla="*/ 569779 h 570385"/>
              <a:gd name="csX824" fmla="*/ 831738 w 1008380"/>
              <a:gd name="csY824" fmla="*/ 569800 h 570385"/>
              <a:gd name="csX825" fmla="*/ 832744 w 1008380"/>
              <a:gd name="csY825" fmla="*/ 569816 h 570385"/>
              <a:gd name="csX826" fmla="*/ 833756 w 1008380"/>
              <a:gd name="csY826" fmla="*/ 569837 h 570385"/>
              <a:gd name="csX827" fmla="*/ 834763 w 1008380"/>
              <a:gd name="csY827" fmla="*/ 569853 h 570385"/>
              <a:gd name="csX828" fmla="*/ 835774 w 1008380"/>
              <a:gd name="csY828" fmla="*/ 569869 h 570385"/>
              <a:gd name="csX829" fmla="*/ 836786 w 1008380"/>
              <a:gd name="csY829" fmla="*/ 569885 h 570385"/>
              <a:gd name="csX830" fmla="*/ 837793 w 1008380"/>
              <a:gd name="csY830" fmla="*/ 569901 h 570385"/>
              <a:gd name="csX831" fmla="*/ 838805 w 1008380"/>
              <a:gd name="csY831" fmla="*/ 569917 h 570385"/>
              <a:gd name="csX832" fmla="*/ 839811 w 1008380"/>
              <a:gd name="csY832" fmla="*/ 569933 h 570385"/>
              <a:gd name="csX833" fmla="*/ 840823 w 1008380"/>
              <a:gd name="csY833" fmla="*/ 569949 h 570385"/>
              <a:gd name="csX834" fmla="*/ 841829 w 1008380"/>
              <a:gd name="csY834" fmla="*/ 569965 h 570385"/>
              <a:gd name="csX835" fmla="*/ 842841 w 1008380"/>
              <a:gd name="csY835" fmla="*/ 569976 h 570385"/>
              <a:gd name="csX836" fmla="*/ 843848 w 1008380"/>
              <a:gd name="csY836" fmla="*/ 569992 h 570385"/>
              <a:gd name="csX837" fmla="*/ 844859 w 1008380"/>
              <a:gd name="csY837" fmla="*/ 570002 h 570385"/>
              <a:gd name="csX838" fmla="*/ 845866 w 1008380"/>
              <a:gd name="csY838" fmla="*/ 570013 h 570385"/>
              <a:gd name="csX839" fmla="*/ 846878 w 1008380"/>
              <a:gd name="csY839" fmla="*/ 570029 h 570385"/>
              <a:gd name="csX840" fmla="*/ 847890 w 1008380"/>
              <a:gd name="csY840" fmla="*/ 570040 h 570385"/>
              <a:gd name="csX841" fmla="*/ 848896 w 1008380"/>
              <a:gd name="csY841" fmla="*/ 570050 h 570385"/>
              <a:gd name="csX842" fmla="*/ 849908 w 1008380"/>
              <a:gd name="csY842" fmla="*/ 570061 h 570385"/>
              <a:gd name="csX843" fmla="*/ 850914 w 1008380"/>
              <a:gd name="csY843" fmla="*/ 570072 h 570385"/>
              <a:gd name="csX844" fmla="*/ 851926 w 1008380"/>
              <a:gd name="csY844" fmla="*/ 570082 h 570385"/>
              <a:gd name="csX845" fmla="*/ 852933 w 1008380"/>
              <a:gd name="csY845" fmla="*/ 570093 h 570385"/>
              <a:gd name="csX846" fmla="*/ 853945 w 1008380"/>
              <a:gd name="csY846" fmla="*/ 570104 h 570385"/>
              <a:gd name="csX847" fmla="*/ 854951 w 1008380"/>
              <a:gd name="csY847" fmla="*/ 570114 h 570385"/>
              <a:gd name="csX848" fmla="*/ 855963 w 1008380"/>
              <a:gd name="csY848" fmla="*/ 570120 h 570385"/>
              <a:gd name="csX849" fmla="*/ 856969 w 1008380"/>
              <a:gd name="csY849" fmla="*/ 570130 h 570385"/>
              <a:gd name="csX850" fmla="*/ 857981 w 1008380"/>
              <a:gd name="csY850" fmla="*/ 570141 h 570385"/>
              <a:gd name="csX851" fmla="*/ 858993 w 1008380"/>
              <a:gd name="csY851" fmla="*/ 570146 h 570385"/>
              <a:gd name="csX852" fmla="*/ 859999 w 1008380"/>
              <a:gd name="csY852" fmla="*/ 570157 h 570385"/>
              <a:gd name="csX853" fmla="*/ 861011 w 1008380"/>
              <a:gd name="csY853" fmla="*/ 570162 h 570385"/>
              <a:gd name="csX854" fmla="*/ 862018 w 1008380"/>
              <a:gd name="csY854" fmla="*/ 570173 h 570385"/>
              <a:gd name="csX855" fmla="*/ 863030 w 1008380"/>
              <a:gd name="csY855" fmla="*/ 570178 h 570385"/>
              <a:gd name="csX856" fmla="*/ 864036 w 1008380"/>
              <a:gd name="csY856" fmla="*/ 570184 h 570385"/>
              <a:gd name="csX857" fmla="*/ 865048 w 1008380"/>
              <a:gd name="csY857" fmla="*/ 570194 h 570385"/>
              <a:gd name="csX858" fmla="*/ 866054 w 1008380"/>
              <a:gd name="csY858" fmla="*/ 570199 h 570385"/>
              <a:gd name="csX859" fmla="*/ 867066 w 1008380"/>
              <a:gd name="csY859" fmla="*/ 570205 h 570385"/>
              <a:gd name="csX860" fmla="*/ 868073 w 1008380"/>
              <a:gd name="csY860" fmla="*/ 570210 h 570385"/>
              <a:gd name="csX861" fmla="*/ 869085 w 1008380"/>
              <a:gd name="csY861" fmla="*/ 570221 h 570385"/>
              <a:gd name="csX862" fmla="*/ 870096 w 1008380"/>
              <a:gd name="csY862" fmla="*/ 570226 h 570385"/>
              <a:gd name="csX863" fmla="*/ 871103 w 1008380"/>
              <a:gd name="csY863" fmla="*/ 570231 h 570385"/>
              <a:gd name="csX864" fmla="*/ 872115 w 1008380"/>
              <a:gd name="csY864" fmla="*/ 570237 h 570385"/>
              <a:gd name="csX865" fmla="*/ 873121 w 1008380"/>
              <a:gd name="csY865" fmla="*/ 570242 h 570385"/>
              <a:gd name="csX866" fmla="*/ 874133 w 1008380"/>
              <a:gd name="csY866" fmla="*/ 570247 h 570385"/>
              <a:gd name="csX867" fmla="*/ 875140 w 1008380"/>
              <a:gd name="csY867" fmla="*/ 570253 h 570385"/>
              <a:gd name="csX868" fmla="*/ 876151 w 1008380"/>
              <a:gd name="csY868" fmla="*/ 570253 h 570385"/>
              <a:gd name="csX869" fmla="*/ 877158 w 1008380"/>
              <a:gd name="csY869" fmla="*/ 570258 h 570385"/>
              <a:gd name="csX870" fmla="*/ 878170 w 1008380"/>
              <a:gd name="csY870" fmla="*/ 570263 h 570385"/>
              <a:gd name="csX871" fmla="*/ 879176 w 1008380"/>
              <a:gd name="csY871" fmla="*/ 570269 h 570385"/>
              <a:gd name="csX872" fmla="*/ 880188 w 1008380"/>
              <a:gd name="csY872" fmla="*/ 570274 h 570385"/>
              <a:gd name="csX873" fmla="*/ 881195 w 1008380"/>
              <a:gd name="csY873" fmla="*/ 570279 h 570385"/>
              <a:gd name="csX874" fmla="*/ 882206 w 1008380"/>
              <a:gd name="csY874" fmla="*/ 570279 h 570385"/>
              <a:gd name="csX875" fmla="*/ 883218 w 1008380"/>
              <a:gd name="csY875" fmla="*/ 570285 h 570385"/>
              <a:gd name="csX876" fmla="*/ 884225 w 1008380"/>
              <a:gd name="csY876" fmla="*/ 570290 h 570385"/>
              <a:gd name="csX877" fmla="*/ 885236 w 1008380"/>
              <a:gd name="csY877" fmla="*/ 570290 h 570385"/>
              <a:gd name="csX878" fmla="*/ 886243 w 1008380"/>
              <a:gd name="csY878" fmla="*/ 570295 h 570385"/>
              <a:gd name="csX879" fmla="*/ 887255 w 1008380"/>
              <a:gd name="csY879" fmla="*/ 570301 h 570385"/>
              <a:gd name="csX880" fmla="*/ 888261 w 1008380"/>
              <a:gd name="csY880" fmla="*/ 570301 h 570385"/>
              <a:gd name="csX881" fmla="*/ 889273 w 1008380"/>
              <a:gd name="csY881" fmla="*/ 570306 h 570385"/>
              <a:gd name="csX882" fmla="*/ 890280 w 1008380"/>
              <a:gd name="csY882" fmla="*/ 570306 h 570385"/>
              <a:gd name="csX883" fmla="*/ 891291 w 1008380"/>
              <a:gd name="csY883" fmla="*/ 570311 h 570385"/>
              <a:gd name="csX884" fmla="*/ 892298 w 1008380"/>
              <a:gd name="csY884" fmla="*/ 570311 h 570385"/>
              <a:gd name="csX885" fmla="*/ 893310 w 1008380"/>
              <a:gd name="csY885" fmla="*/ 570317 h 570385"/>
              <a:gd name="csX886" fmla="*/ 894322 w 1008380"/>
              <a:gd name="csY886" fmla="*/ 570317 h 570385"/>
              <a:gd name="csX887" fmla="*/ 895328 w 1008380"/>
              <a:gd name="csY887" fmla="*/ 570322 h 570385"/>
              <a:gd name="csX888" fmla="*/ 896340 w 1008380"/>
              <a:gd name="csY888" fmla="*/ 570322 h 570385"/>
              <a:gd name="csX889" fmla="*/ 897346 w 1008380"/>
              <a:gd name="csY889" fmla="*/ 570327 h 570385"/>
              <a:gd name="csX890" fmla="*/ 898358 w 1008380"/>
              <a:gd name="csY890" fmla="*/ 570327 h 570385"/>
              <a:gd name="csX891" fmla="*/ 899365 w 1008380"/>
              <a:gd name="csY891" fmla="*/ 570333 h 570385"/>
              <a:gd name="csX892" fmla="*/ 900376 w 1008380"/>
              <a:gd name="csY892" fmla="*/ 570333 h 570385"/>
              <a:gd name="csX893" fmla="*/ 901383 w 1008380"/>
              <a:gd name="csY893" fmla="*/ 570333 h 570385"/>
              <a:gd name="csX894" fmla="*/ 902395 w 1008380"/>
              <a:gd name="csY894" fmla="*/ 570338 h 570385"/>
              <a:gd name="csX895" fmla="*/ 903401 w 1008380"/>
              <a:gd name="csY895" fmla="*/ 570338 h 570385"/>
              <a:gd name="csX896" fmla="*/ 904413 w 1008380"/>
              <a:gd name="csY896" fmla="*/ 570338 h 570385"/>
              <a:gd name="csX897" fmla="*/ 905425 w 1008380"/>
              <a:gd name="csY897" fmla="*/ 570343 h 570385"/>
              <a:gd name="csX898" fmla="*/ 906431 w 1008380"/>
              <a:gd name="csY898" fmla="*/ 570343 h 570385"/>
              <a:gd name="csX899" fmla="*/ 907443 w 1008380"/>
              <a:gd name="csY899" fmla="*/ 570343 h 570385"/>
              <a:gd name="csX900" fmla="*/ 908450 w 1008380"/>
              <a:gd name="csY900" fmla="*/ 570349 h 570385"/>
              <a:gd name="csX901" fmla="*/ 909462 w 1008380"/>
              <a:gd name="csY901" fmla="*/ 570349 h 570385"/>
              <a:gd name="csX902" fmla="*/ 910468 w 1008380"/>
              <a:gd name="csY902" fmla="*/ 570349 h 570385"/>
              <a:gd name="csX903" fmla="*/ 911480 w 1008380"/>
              <a:gd name="csY903" fmla="*/ 570354 h 570385"/>
              <a:gd name="csX904" fmla="*/ 912486 w 1008380"/>
              <a:gd name="csY904" fmla="*/ 570354 h 570385"/>
              <a:gd name="csX905" fmla="*/ 913498 w 1008380"/>
              <a:gd name="csY905" fmla="*/ 570354 h 570385"/>
              <a:gd name="csX906" fmla="*/ 914505 w 1008380"/>
              <a:gd name="csY906" fmla="*/ 570354 h 570385"/>
              <a:gd name="csX907" fmla="*/ 915517 w 1008380"/>
              <a:gd name="csY907" fmla="*/ 570354 h 570385"/>
              <a:gd name="csX908" fmla="*/ 916528 w 1008380"/>
              <a:gd name="csY908" fmla="*/ 570359 h 570385"/>
              <a:gd name="csX909" fmla="*/ 917535 w 1008380"/>
              <a:gd name="csY909" fmla="*/ 570359 h 570385"/>
              <a:gd name="csX910" fmla="*/ 918547 w 1008380"/>
              <a:gd name="csY910" fmla="*/ 570359 h 570385"/>
              <a:gd name="csX911" fmla="*/ 919553 w 1008380"/>
              <a:gd name="csY911" fmla="*/ 570359 h 570385"/>
              <a:gd name="csX912" fmla="*/ 920565 w 1008380"/>
              <a:gd name="csY912" fmla="*/ 570365 h 570385"/>
              <a:gd name="csX913" fmla="*/ 921571 w 1008380"/>
              <a:gd name="csY913" fmla="*/ 570365 h 570385"/>
              <a:gd name="csX914" fmla="*/ 922583 w 1008380"/>
              <a:gd name="csY914" fmla="*/ 570365 h 570385"/>
              <a:gd name="csX915" fmla="*/ 923590 w 1008380"/>
              <a:gd name="csY915" fmla="*/ 570365 h 570385"/>
              <a:gd name="csX916" fmla="*/ 924602 w 1008380"/>
              <a:gd name="csY916" fmla="*/ 570365 h 570385"/>
              <a:gd name="csX917" fmla="*/ 925608 w 1008380"/>
              <a:gd name="csY917" fmla="*/ 570365 h 570385"/>
              <a:gd name="csX918" fmla="*/ 926620 w 1008380"/>
              <a:gd name="csY918" fmla="*/ 570370 h 570385"/>
              <a:gd name="csX919" fmla="*/ 927626 w 1008380"/>
              <a:gd name="csY919" fmla="*/ 570370 h 570385"/>
              <a:gd name="csX920" fmla="*/ 928638 w 1008380"/>
              <a:gd name="csY920" fmla="*/ 570370 h 570385"/>
              <a:gd name="csX921" fmla="*/ 929650 w 1008380"/>
              <a:gd name="csY921" fmla="*/ 570370 h 570385"/>
              <a:gd name="csX922" fmla="*/ 930657 w 1008380"/>
              <a:gd name="csY922" fmla="*/ 570370 h 570385"/>
              <a:gd name="csX923" fmla="*/ 931668 w 1008380"/>
              <a:gd name="csY923" fmla="*/ 570370 h 570385"/>
              <a:gd name="csX924" fmla="*/ 932675 w 1008380"/>
              <a:gd name="csY924" fmla="*/ 570370 h 570385"/>
              <a:gd name="csX925" fmla="*/ 933687 w 1008380"/>
              <a:gd name="csY925" fmla="*/ 570370 h 570385"/>
              <a:gd name="csX926" fmla="*/ 934693 w 1008380"/>
              <a:gd name="csY926" fmla="*/ 570375 h 570385"/>
              <a:gd name="csX927" fmla="*/ 935705 w 1008380"/>
              <a:gd name="csY927" fmla="*/ 570375 h 570385"/>
              <a:gd name="csX928" fmla="*/ 936712 w 1008380"/>
              <a:gd name="csY928" fmla="*/ 570375 h 570385"/>
              <a:gd name="csX929" fmla="*/ 937723 w 1008380"/>
              <a:gd name="csY929" fmla="*/ 570375 h 570385"/>
              <a:gd name="csX930" fmla="*/ 938730 w 1008380"/>
              <a:gd name="csY930" fmla="*/ 570375 h 570385"/>
              <a:gd name="csX931" fmla="*/ 939742 w 1008380"/>
              <a:gd name="csY931" fmla="*/ 570375 h 570385"/>
              <a:gd name="csX932" fmla="*/ 940753 w 1008380"/>
              <a:gd name="csY932" fmla="*/ 570375 h 570385"/>
              <a:gd name="csX933" fmla="*/ 941760 w 1008380"/>
              <a:gd name="csY933" fmla="*/ 570375 h 570385"/>
              <a:gd name="csX934" fmla="*/ 942772 w 1008380"/>
              <a:gd name="csY934" fmla="*/ 570375 h 570385"/>
              <a:gd name="csX935" fmla="*/ 943778 w 1008380"/>
              <a:gd name="csY935" fmla="*/ 570375 h 570385"/>
              <a:gd name="csX936" fmla="*/ 944790 w 1008380"/>
              <a:gd name="csY936" fmla="*/ 570375 h 570385"/>
              <a:gd name="csX937" fmla="*/ 945797 w 1008380"/>
              <a:gd name="csY937" fmla="*/ 570381 h 570385"/>
              <a:gd name="csX938" fmla="*/ 946808 w 1008380"/>
              <a:gd name="csY938" fmla="*/ 570381 h 570385"/>
              <a:gd name="csX939" fmla="*/ 947815 w 1008380"/>
              <a:gd name="csY939" fmla="*/ 570381 h 570385"/>
              <a:gd name="csX940" fmla="*/ 948827 w 1008380"/>
              <a:gd name="csY940" fmla="*/ 570381 h 570385"/>
              <a:gd name="csX941" fmla="*/ 949833 w 1008380"/>
              <a:gd name="csY941" fmla="*/ 570381 h 570385"/>
              <a:gd name="csX942" fmla="*/ 950845 w 1008380"/>
              <a:gd name="csY942" fmla="*/ 570381 h 570385"/>
              <a:gd name="csX943" fmla="*/ 951857 w 1008380"/>
              <a:gd name="csY943" fmla="*/ 570381 h 570385"/>
              <a:gd name="csX944" fmla="*/ 952863 w 1008380"/>
              <a:gd name="csY944" fmla="*/ 570381 h 570385"/>
              <a:gd name="csX945" fmla="*/ 953875 w 1008380"/>
              <a:gd name="csY945" fmla="*/ 570381 h 570385"/>
              <a:gd name="csX946" fmla="*/ 954882 w 1008380"/>
              <a:gd name="csY946" fmla="*/ 570381 h 570385"/>
              <a:gd name="csX947" fmla="*/ 955893 w 1008380"/>
              <a:gd name="csY947" fmla="*/ 570381 h 570385"/>
              <a:gd name="csX948" fmla="*/ 956900 w 1008380"/>
              <a:gd name="csY948" fmla="*/ 570381 h 570385"/>
              <a:gd name="csX949" fmla="*/ 957912 w 1008380"/>
              <a:gd name="csY949" fmla="*/ 570381 h 570385"/>
              <a:gd name="csX950" fmla="*/ 958918 w 1008380"/>
              <a:gd name="csY950" fmla="*/ 570381 h 570385"/>
              <a:gd name="csX951" fmla="*/ 959930 w 1008380"/>
              <a:gd name="csY951" fmla="*/ 570381 h 570385"/>
              <a:gd name="csX952" fmla="*/ 960937 w 1008380"/>
              <a:gd name="csY952" fmla="*/ 570381 h 570385"/>
              <a:gd name="csX953" fmla="*/ 961948 w 1008380"/>
              <a:gd name="csY953" fmla="*/ 570381 h 570385"/>
              <a:gd name="csX954" fmla="*/ 962960 w 1008380"/>
              <a:gd name="csY954" fmla="*/ 570381 h 570385"/>
              <a:gd name="csX955" fmla="*/ 963967 w 1008380"/>
              <a:gd name="csY955" fmla="*/ 570381 h 570385"/>
              <a:gd name="csX956" fmla="*/ 964978 w 1008380"/>
              <a:gd name="csY956" fmla="*/ 570386 h 570385"/>
              <a:gd name="csX957" fmla="*/ 965985 w 1008380"/>
              <a:gd name="csY957" fmla="*/ 570386 h 570385"/>
              <a:gd name="csX958" fmla="*/ 966997 w 1008380"/>
              <a:gd name="csY958" fmla="*/ 570386 h 570385"/>
              <a:gd name="csX959" fmla="*/ 968003 w 1008380"/>
              <a:gd name="csY959" fmla="*/ 570386 h 570385"/>
              <a:gd name="csX960" fmla="*/ 969015 w 1008380"/>
              <a:gd name="csY960" fmla="*/ 570386 h 570385"/>
              <a:gd name="csX961" fmla="*/ 970022 w 1008380"/>
              <a:gd name="csY961" fmla="*/ 570386 h 570385"/>
              <a:gd name="csX962" fmla="*/ 971034 w 1008380"/>
              <a:gd name="csY962" fmla="*/ 570386 h 570385"/>
              <a:gd name="csX963" fmla="*/ 972040 w 1008380"/>
              <a:gd name="csY963" fmla="*/ 570386 h 570385"/>
              <a:gd name="csX964" fmla="*/ 973052 w 1008380"/>
              <a:gd name="csY964" fmla="*/ 570386 h 570385"/>
              <a:gd name="csX965" fmla="*/ 974058 w 1008380"/>
              <a:gd name="csY965" fmla="*/ 570386 h 570385"/>
              <a:gd name="csX966" fmla="*/ 975070 w 1008380"/>
              <a:gd name="csY966" fmla="*/ 570386 h 570385"/>
              <a:gd name="csX967" fmla="*/ 976082 w 1008380"/>
              <a:gd name="csY967" fmla="*/ 570386 h 570385"/>
              <a:gd name="csX968" fmla="*/ 977088 w 1008380"/>
              <a:gd name="csY968" fmla="*/ 570386 h 570385"/>
              <a:gd name="csX969" fmla="*/ 978100 w 1008380"/>
              <a:gd name="csY969" fmla="*/ 570386 h 570385"/>
              <a:gd name="csX970" fmla="*/ 979107 w 1008380"/>
              <a:gd name="csY970" fmla="*/ 570386 h 570385"/>
              <a:gd name="csX971" fmla="*/ 980118 w 1008380"/>
              <a:gd name="csY971" fmla="*/ 570386 h 570385"/>
              <a:gd name="csX972" fmla="*/ 981125 w 1008380"/>
              <a:gd name="csY972" fmla="*/ 570386 h 570385"/>
              <a:gd name="csX973" fmla="*/ 982137 w 1008380"/>
              <a:gd name="csY973" fmla="*/ 570386 h 570385"/>
              <a:gd name="csX974" fmla="*/ 983143 w 1008380"/>
              <a:gd name="csY974" fmla="*/ 570386 h 570385"/>
              <a:gd name="csX975" fmla="*/ 984155 w 1008380"/>
              <a:gd name="csY975" fmla="*/ 570386 h 570385"/>
              <a:gd name="csX976" fmla="*/ 985162 w 1008380"/>
              <a:gd name="csY976" fmla="*/ 570386 h 570385"/>
              <a:gd name="csX977" fmla="*/ 986174 w 1008380"/>
              <a:gd name="csY977" fmla="*/ 570386 h 570385"/>
              <a:gd name="csX978" fmla="*/ 987185 w 1008380"/>
              <a:gd name="csY978" fmla="*/ 570386 h 570385"/>
              <a:gd name="csX979" fmla="*/ 988192 w 1008380"/>
              <a:gd name="csY979" fmla="*/ 570386 h 570385"/>
              <a:gd name="csX980" fmla="*/ 989204 w 1008380"/>
              <a:gd name="csY980" fmla="*/ 570386 h 570385"/>
              <a:gd name="csX981" fmla="*/ 990210 w 1008380"/>
              <a:gd name="csY981" fmla="*/ 570386 h 570385"/>
              <a:gd name="csX982" fmla="*/ 991222 w 1008380"/>
              <a:gd name="csY982" fmla="*/ 570386 h 570385"/>
              <a:gd name="csX983" fmla="*/ 992229 w 1008380"/>
              <a:gd name="csY983" fmla="*/ 570386 h 570385"/>
              <a:gd name="csX984" fmla="*/ 993240 w 1008380"/>
              <a:gd name="csY984" fmla="*/ 570386 h 570385"/>
              <a:gd name="csX985" fmla="*/ 994247 w 1008380"/>
              <a:gd name="csY985" fmla="*/ 570386 h 570385"/>
              <a:gd name="csX986" fmla="*/ 995259 w 1008380"/>
              <a:gd name="csY986" fmla="*/ 570386 h 570385"/>
              <a:gd name="csX987" fmla="*/ 996265 w 1008380"/>
              <a:gd name="csY987" fmla="*/ 570386 h 570385"/>
              <a:gd name="csX988" fmla="*/ 997277 w 1008380"/>
              <a:gd name="csY988" fmla="*/ 570386 h 570385"/>
              <a:gd name="csX989" fmla="*/ 998289 w 1008380"/>
              <a:gd name="csY989" fmla="*/ 570386 h 570385"/>
              <a:gd name="csX990" fmla="*/ 999295 w 1008380"/>
              <a:gd name="csY990" fmla="*/ 570386 h 570385"/>
              <a:gd name="csX991" fmla="*/ 1000307 w 1008380"/>
              <a:gd name="csY991" fmla="*/ 570386 h 570385"/>
              <a:gd name="csX992" fmla="*/ 1001313 w 1008380"/>
              <a:gd name="csY992" fmla="*/ 570386 h 570385"/>
              <a:gd name="csX993" fmla="*/ 1002325 w 1008380"/>
              <a:gd name="csY993" fmla="*/ 570386 h 570385"/>
              <a:gd name="csX994" fmla="*/ 1003332 w 1008380"/>
              <a:gd name="csY994" fmla="*/ 570386 h 570385"/>
              <a:gd name="csX995" fmla="*/ 1004344 w 1008380"/>
              <a:gd name="csY995" fmla="*/ 570386 h 570385"/>
              <a:gd name="csX996" fmla="*/ 1005350 w 1008380"/>
              <a:gd name="csY996" fmla="*/ 570386 h 570385"/>
              <a:gd name="csX997" fmla="*/ 1006362 w 1008380"/>
              <a:gd name="csY997" fmla="*/ 570386 h 570385"/>
              <a:gd name="csX998" fmla="*/ 1007369 w 1008380"/>
              <a:gd name="csY998" fmla="*/ 570386 h 570385"/>
              <a:gd name="csX999" fmla="*/ 1008380 w 1008380"/>
              <a:gd name="csY999" fmla="*/ 570386 h 570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</a:cxnLst>
            <a:rect l="l" t="t" r="r" b="b"/>
            <a:pathLst>
              <a:path w="1008380" h="570385">
                <a:moveTo>
                  <a:pt x="0" y="568985"/>
                </a:moveTo>
                <a:lnTo>
                  <a:pt x="1009" y="568943"/>
                </a:lnTo>
                <a:lnTo>
                  <a:pt x="2019" y="568900"/>
                </a:lnTo>
                <a:lnTo>
                  <a:pt x="3028" y="568852"/>
                </a:lnTo>
                <a:lnTo>
                  <a:pt x="4037" y="568804"/>
                </a:lnTo>
                <a:lnTo>
                  <a:pt x="5047" y="568756"/>
                </a:lnTo>
                <a:lnTo>
                  <a:pt x="6056" y="568708"/>
                </a:lnTo>
                <a:lnTo>
                  <a:pt x="7066" y="568660"/>
                </a:lnTo>
                <a:lnTo>
                  <a:pt x="8075" y="568607"/>
                </a:lnTo>
                <a:lnTo>
                  <a:pt x="9085" y="568554"/>
                </a:lnTo>
                <a:lnTo>
                  <a:pt x="10094" y="568501"/>
                </a:lnTo>
                <a:lnTo>
                  <a:pt x="11103" y="568442"/>
                </a:lnTo>
                <a:lnTo>
                  <a:pt x="12113" y="568384"/>
                </a:lnTo>
                <a:lnTo>
                  <a:pt x="13122" y="568325"/>
                </a:lnTo>
                <a:lnTo>
                  <a:pt x="14131" y="568266"/>
                </a:lnTo>
                <a:lnTo>
                  <a:pt x="15141" y="568202"/>
                </a:lnTo>
                <a:lnTo>
                  <a:pt x="16150" y="568139"/>
                </a:lnTo>
                <a:lnTo>
                  <a:pt x="17159" y="568069"/>
                </a:lnTo>
                <a:lnTo>
                  <a:pt x="18169" y="568005"/>
                </a:lnTo>
                <a:lnTo>
                  <a:pt x="19178" y="567936"/>
                </a:lnTo>
                <a:lnTo>
                  <a:pt x="20187" y="567862"/>
                </a:lnTo>
                <a:lnTo>
                  <a:pt x="21197" y="567787"/>
                </a:lnTo>
                <a:lnTo>
                  <a:pt x="22206" y="567713"/>
                </a:lnTo>
                <a:lnTo>
                  <a:pt x="23216" y="567638"/>
                </a:lnTo>
                <a:lnTo>
                  <a:pt x="24225" y="567558"/>
                </a:lnTo>
                <a:lnTo>
                  <a:pt x="25235" y="567478"/>
                </a:lnTo>
                <a:lnTo>
                  <a:pt x="26244" y="567393"/>
                </a:lnTo>
                <a:lnTo>
                  <a:pt x="27253" y="567308"/>
                </a:lnTo>
                <a:lnTo>
                  <a:pt x="28263" y="567217"/>
                </a:lnTo>
                <a:lnTo>
                  <a:pt x="29272" y="567127"/>
                </a:lnTo>
                <a:lnTo>
                  <a:pt x="30282" y="567036"/>
                </a:lnTo>
                <a:lnTo>
                  <a:pt x="31291" y="566940"/>
                </a:lnTo>
                <a:lnTo>
                  <a:pt x="32301" y="566845"/>
                </a:lnTo>
                <a:lnTo>
                  <a:pt x="33310" y="566743"/>
                </a:lnTo>
                <a:lnTo>
                  <a:pt x="34319" y="566642"/>
                </a:lnTo>
                <a:lnTo>
                  <a:pt x="35329" y="566536"/>
                </a:lnTo>
                <a:lnTo>
                  <a:pt x="36338" y="566429"/>
                </a:lnTo>
                <a:lnTo>
                  <a:pt x="37347" y="566323"/>
                </a:lnTo>
                <a:lnTo>
                  <a:pt x="38357" y="566211"/>
                </a:lnTo>
                <a:lnTo>
                  <a:pt x="39366" y="566094"/>
                </a:lnTo>
                <a:lnTo>
                  <a:pt x="40375" y="565977"/>
                </a:lnTo>
                <a:lnTo>
                  <a:pt x="41385" y="565854"/>
                </a:lnTo>
                <a:lnTo>
                  <a:pt x="42394" y="565726"/>
                </a:lnTo>
                <a:lnTo>
                  <a:pt x="43403" y="565604"/>
                </a:lnTo>
                <a:lnTo>
                  <a:pt x="44413" y="565471"/>
                </a:lnTo>
                <a:lnTo>
                  <a:pt x="45422" y="565337"/>
                </a:lnTo>
                <a:lnTo>
                  <a:pt x="46432" y="565199"/>
                </a:lnTo>
                <a:lnTo>
                  <a:pt x="47441" y="565061"/>
                </a:lnTo>
                <a:lnTo>
                  <a:pt x="48451" y="564917"/>
                </a:lnTo>
                <a:lnTo>
                  <a:pt x="49460" y="564768"/>
                </a:lnTo>
                <a:lnTo>
                  <a:pt x="50469" y="564619"/>
                </a:lnTo>
                <a:lnTo>
                  <a:pt x="51479" y="564464"/>
                </a:lnTo>
                <a:lnTo>
                  <a:pt x="52488" y="564310"/>
                </a:lnTo>
                <a:lnTo>
                  <a:pt x="53498" y="564145"/>
                </a:lnTo>
                <a:lnTo>
                  <a:pt x="54507" y="563979"/>
                </a:lnTo>
                <a:lnTo>
                  <a:pt x="55516" y="563814"/>
                </a:lnTo>
                <a:lnTo>
                  <a:pt x="56526" y="563639"/>
                </a:lnTo>
                <a:lnTo>
                  <a:pt x="57535" y="563463"/>
                </a:lnTo>
                <a:lnTo>
                  <a:pt x="58544" y="563282"/>
                </a:lnTo>
                <a:lnTo>
                  <a:pt x="59554" y="563095"/>
                </a:lnTo>
                <a:lnTo>
                  <a:pt x="60563" y="562904"/>
                </a:lnTo>
                <a:lnTo>
                  <a:pt x="61572" y="562712"/>
                </a:lnTo>
                <a:lnTo>
                  <a:pt x="62582" y="562515"/>
                </a:lnTo>
                <a:lnTo>
                  <a:pt x="63591" y="562313"/>
                </a:lnTo>
                <a:lnTo>
                  <a:pt x="64601" y="562105"/>
                </a:lnTo>
                <a:lnTo>
                  <a:pt x="65610" y="561892"/>
                </a:lnTo>
                <a:lnTo>
                  <a:pt x="66619" y="561674"/>
                </a:lnTo>
                <a:lnTo>
                  <a:pt x="67629" y="561450"/>
                </a:lnTo>
                <a:lnTo>
                  <a:pt x="68638" y="561226"/>
                </a:lnTo>
                <a:lnTo>
                  <a:pt x="69648" y="560992"/>
                </a:lnTo>
                <a:lnTo>
                  <a:pt x="70657" y="560758"/>
                </a:lnTo>
                <a:lnTo>
                  <a:pt x="71667" y="560513"/>
                </a:lnTo>
                <a:lnTo>
                  <a:pt x="72676" y="560268"/>
                </a:lnTo>
                <a:lnTo>
                  <a:pt x="73685" y="560012"/>
                </a:lnTo>
                <a:lnTo>
                  <a:pt x="74695" y="559756"/>
                </a:lnTo>
                <a:lnTo>
                  <a:pt x="75704" y="559490"/>
                </a:lnTo>
                <a:lnTo>
                  <a:pt x="76714" y="559219"/>
                </a:lnTo>
                <a:lnTo>
                  <a:pt x="77723" y="558947"/>
                </a:lnTo>
                <a:lnTo>
                  <a:pt x="78732" y="558665"/>
                </a:lnTo>
                <a:lnTo>
                  <a:pt x="79742" y="558377"/>
                </a:lnTo>
                <a:lnTo>
                  <a:pt x="80751" y="558084"/>
                </a:lnTo>
                <a:lnTo>
                  <a:pt x="81760" y="557781"/>
                </a:lnTo>
                <a:lnTo>
                  <a:pt x="82770" y="557477"/>
                </a:lnTo>
                <a:lnTo>
                  <a:pt x="83779" y="557163"/>
                </a:lnTo>
                <a:lnTo>
                  <a:pt x="84788" y="556843"/>
                </a:lnTo>
                <a:lnTo>
                  <a:pt x="85798" y="556519"/>
                </a:lnTo>
                <a:lnTo>
                  <a:pt x="86807" y="556188"/>
                </a:lnTo>
                <a:lnTo>
                  <a:pt x="87817" y="555848"/>
                </a:lnTo>
                <a:lnTo>
                  <a:pt x="88826" y="555501"/>
                </a:lnTo>
                <a:lnTo>
                  <a:pt x="89835" y="555145"/>
                </a:lnTo>
                <a:lnTo>
                  <a:pt x="90845" y="554788"/>
                </a:lnTo>
                <a:lnTo>
                  <a:pt x="91854" y="554415"/>
                </a:lnTo>
                <a:lnTo>
                  <a:pt x="92864" y="554042"/>
                </a:lnTo>
                <a:lnTo>
                  <a:pt x="93873" y="553659"/>
                </a:lnTo>
                <a:lnTo>
                  <a:pt x="94883" y="553270"/>
                </a:lnTo>
                <a:lnTo>
                  <a:pt x="95892" y="552871"/>
                </a:lnTo>
                <a:lnTo>
                  <a:pt x="96901" y="552461"/>
                </a:lnTo>
                <a:lnTo>
                  <a:pt x="97911" y="552045"/>
                </a:lnTo>
                <a:lnTo>
                  <a:pt x="98920" y="551625"/>
                </a:lnTo>
                <a:lnTo>
                  <a:pt x="99930" y="551193"/>
                </a:lnTo>
                <a:lnTo>
                  <a:pt x="100939" y="550757"/>
                </a:lnTo>
                <a:lnTo>
                  <a:pt x="101948" y="550304"/>
                </a:lnTo>
                <a:lnTo>
                  <a:pt x="102958" y="549851"/>
                </a:lnTo>
                <a:lnTo>
                  <a:pt x="103967" y="549383"/>
                </a:lnTo>
                <a:lnTo>
                  <a:pt x="104976" y="548909"/>
                </a:lnTo>
                <a:lnTo>
                  <a:pt x="105986" y="548424"/>
                </a:lnTo>
                <a:lnTo>
                  <a:pt x="106995" y="547934"/>
                </a:lnTo>
                <a:lnTo>
                  <a:pt x="108004" y="547434"/>
                </a:lnTo>
                <a:lnTo>
                  <a:pt x="109014" y="546922"/>
                </a:lnTo>
                <a:lnTo>
                  <a:pt x="110023" y="546400"/>
                </a:lnTo>
                <a:lnTo>
                  <a:pt x="111033" y="545868"/>
                </a:lnTo>
                <a:lnTo>
                  <a:pt x="112042" y="545330"/>
                </a:lnTo>
                <a:lnTo>
                  <a:pt x="113051" y="544776"/>
                </a:lnTo>
                <a:lnTo>
                  <a:pt x="114061" y="544217"/>
                </a:lnTo>
                <a:lnTo>
                  <a:pt x="115070" y="543647"/>
                </a:lnTo>
                <a:lnTo>
                  <a:pt x="116080" y="543067"/>
                </a:lnTo>
                <a:lnTo>
                  <a:pt x="117089" y="542476"/>
                </a:lnTo>
                <a:lnTo>
                  <a:pt x="118099" y="541869"/>
                </a:lnTo>
                <a:lnTo>
                  <a:pt x="119108" y="541256"/>
                </a:lnTo>
                <a:lnTo>
                  <a:pt x="120117" y="540633"/>
                </a:lnTo>
                <a:lnTo>
                  <a:pt x="121127" y="539999"/>
                </a:lnTo>
                <a:lnTo>
                  <a:pt x="122136" y="539350"/>
                </a:lnTo>
                <a:lnTo>
                  <a:pt x="123145" y="538695"/>
                </a:lnTo>
                <a:lnTo>
                  <a:pt x="124155" y="538024"/>
                </a:lnTo>
                <a:lnTo>
                  <a:pt x="125164" y="537342"/>
                </a:lnTo>
                <a:lnTo>
                  <a:pt x="126173" y="536650"/>
                </a:lnTo>
                <a:lnTo>
                  <a:pt x="127183" y="535947"/>
                </a:lnTo>
                <a:lnTo>
                  <a:pt x="128192" y="535228"/>
                </a:lnTo>
                <a:lnTo>
                  <a:pt x="129201" y="534504"/>
                </a:lnTo>
                <a:lnTo>
                  <a:pt x="130211" y="533758"/>
                </a:lnTo>
                <a:lnTo>
                  <a:pt x="131220" y="533007"/>
                </a:lnTo>
                <a:lnTo>
                  <a:pt x="132230" y="532240"/>
                </a:lnTo>
                <a:lnTo>
                  <a:pt x="133239" y="531463"/>
                </a:lnTo>
                <a:lnTo>
                  <a:pt x="134249" y="530669"/>
                </a:lnTo>
                <a:lnTo>
                  <a:pt x="135258" y="529865"/>
                </a:lnTo>
                <a:lnTo>
                  <a:pt x="136267" y="529045"/>
                </a:lnTo>
                <a:lnTo>
                  <a:pt x="137277" y="528214"/>
                </a:lnTo>
                <a:lnTo>
                  <a:pt x="138286" y="527368"/>
                </a:lnTo>
                <a:lnTo>
                  <a:pt x="139296" y="526510"/>
                </a:lnTo>
                <a:lnTo>
                  <a:pt x="140305" y="525642"/>
                </a:lnTo>
                <a:lnTo>
                  <a:pt x="141315" y="524753"/>
                </a:lnTo>
                <a:lnTo>
                  <a:pt x="142324" y="523853"/>
                </a:lnTo>
                <a:lnTo>
                  <a:pt x="143333" y="522937"/>
                </a:lnTo>
                <a:lnTo>
                  <a:pt x="144343" y="522010"/>
                </a:lnTo>
                <a:lnTo>
                  <a:pt x="145352" y="521068"/>
                </a:lnTo>
                <a:lnTo>
                  <a:pt x="146361" y="520109"/>
                </a:lnTo>
                <a:lnTo>
                  <a:pt x="147371" y="519140"/>
                </a:lnTo>
                <a:lnTo>
                  <a:pt x="148380" y="518149"/>
                </a:lnTo>
                <a:lnTo>
                  <a:pt x="149389" y="517148"/>
                </a:lnTo>
                <a:lnTo>
                  <a:pt x="150399" y="516131"/>
                </a:lnTo>
                <a:lnTo>
                  <a:pt x="151408" y="515098"/>
                </a:lnTo>
                <a:lnTo>
                  <a:pt x="152417" y="514049"/>
                </a:lnTo>
                <a:lnTo>
                  <a:pt x="153427" y="512989"/>
                </a:lnTo>
                <a:lnTo>
                  <a:pt x="154436" y="511908"/>
                </a:lnTo>
                <a:lnTo>
                  <a:pt x="155446" y="510816"/>
                </a:lnTo>
                <a:lnTo>
                  <a:pt x="156455" y="509703"/>
                </a:lnTo>
                <a:lnTo>
                  <a:pt x="157465" y="508580"/>
                </a:lnTo>
                <a:lnTo>
                  <a:pt x="158474" y="507435"/>
                </a:lnTo>
                <a:lnTo>
                  <a:pt x="159483" y="506274"/>
                </a:lnTo>
                <a:lnTo>
                  <a:pt x="160493" y="505102"/>
                </a:lnTo>
                <a:lnTo>
                  <a:pt x="161502" y="503909"/>
                </a:lnTo>
                <a:lnTo>
                  <a:pt x="162512" y="502700"/>
                </a:lnTo>
                <a:lnTo>
                  <a:pt x="163521" y="501476"/>
                </a:lnTo>
                <a:lnTo>
                  <a:pt x="164531" y="500235"/>
                </a:lnTo>
                <a:lnTo>
                  <a:pt x="165540" y="498973"/>
                </a:lnTo>
                <a:lnTo>
                  <a:pt x="166549" y="497700"/>
                </a:lnTo>
                <a:lnTo>
                  <a:pt x="167559" y="496406"/>
                </a:lnTo>
                <a:lnTo>
                  <a:pt x="168568" y="495096"/>
                </a:lnTo>
                <a:lnTo>
                  <a:pt x="169577" y="493765"/>
                </a:lnTo>
                <a:lnTo>
                  <a:pt x="170587" y="492417"/>
                </a:lnTo>
                <a:lnTo>
                  <a:pt x="171596" y="491054"/>
                </a:lnTo>
                <a:lnTo>
                  <a:pt x="172605" y="489675"/>
                </a:lnTo>
                <a:lnTo>
                  <a:pt x="173615" y="488279"/>
                </a:lnTo>
                <a:lnTo>
                  <a:pt x="174624" y="486863"/>
                </a:lnTo>
                <a:lnTo>
                  <a:pt x="175633" y="485425"/>
                </a:lnTo>
                <a:lnTo>
                  <a:pt x="176643" y="483971"/>
                </a:lnTo>
                <a:lnTo>
                  <a:pt x="177652" y="482501"/>
                </a:lnTo>
                <a:lnTo>
                  <a:pt x="178662" y="481010"/>
                </a:lnTo>
                <a:lnTo>
                  <a:pt x="179671" y="479503"/>
                </a:lnTo>
                <a:lnTo>
                  <a:pt x="180681" y="477980"/>
                </a:lnTo>
                <a:lnTo>
                  <a:pt x="181690" y="476436"/>
                </a:lnTo>
                <a:lnTo>
                  <a:pt x="182699" y="474870"/>
                </a:lnTo>
                <a:lnTo>
                  <a:pt x="183709" y="473288"/>
                </a:lnTo>
                <a:lnTo>
                  <a:pt x="184718" y="471691"/>
                </a:lnTo>
                <a:lnTo>
                  <a:pt x="185728" y="470072"/>
                </a:lnTo>
                <a:lnTo>
                  <a:pt x="186737" y="468432"/>
                </a:lnTo>
                <a:lnTo>
                  <a:pt x="187746" y="466776"/>
                </a:lnTo>
                <a:lnTo>
                  <a:pt x="188756" y="465098"/>
                </a:lnTo>
                <a:lnTo>
                  <a:pt x="189765" y="463405"/>
                </a:lnTo>
                <a:lnTo>
                  <a:pt x="190774" y="461690"/>
                </a:lnTo>
                <a:lnTo>
                  <a:pt x="191784" y="459959"/>
                </a:lnTo>
                <a:lnTo>
                  <a:pt x="192793" y="458207"/>
                </a:lnTo>
                <a:lnTo>
                  <a:pt x="193803" y="456434"/>
                </a:lnTo>
                <a:lnTo>
                  <a:pt x="194812" y="454644"/>
                </a:lnTo>
                <a:lnTo>
                  <a:pt x="195821" y="452834"/>
                </a:lnTo>
                <a:lnTo>
                  <a:pt x="196831" y="451007"/>
                </a:lnTo>
                <a:lnTo>
                  <a:pt x="197840" y="449159"/>
                </a:lnTo>
                <a:lnTo>
                  <a:pt x="198849" y="447290"/>
                </a:lnTo>
                <a:lnTo>
                  <a:pt x="199859" y="445405"/>
                </a:lnTo>
                <a:lnTo>
                  <a:pt x="200868" y="443498"/>
                </a:lnTo>
                <a:lnTo>
                  <a:pt x="201878" y="441576"/>
                </a:lnTo>
                <a:lnTo>
                  <a:pt x="202887" y="439627"/>
                </a:lnTo>
                <a:lnTo>
                  <a:pt x="203897" y="437667"/>
                </a:lnTo>
                <a:lnTo>
                  <a:pt x="204906" y="435681"/>
                </a:lnTo>
                <a:lnTo>
                  <a:pt x="205915" y="433678"/>
                </a:lnTo>
                <a:lnTo>
                  <a:pt x="206925" y="431660"/>
                </a:lnTo>
                <a:lnTo>
                  <a:pt x="207934" y="429615"/>
                </a:lnTo>
                <a:lnTo>
                  <a:pt x="208944" y="427559"/>
                </a:lnTo>
                <a:lnTo>
                  <a:pt x="209953" y="425477"/>
                </a:lnTo>
                <a:lnTo>
                  <a:pt x="210962" y="423379"/>
                </a:lnTo>
                <a:lnTo>
                  <a:pt x="211972" y="421265"/>
                </a:lnTo>
                <a:lnTo>
                  <a:pt x="212981" y="419124"/>
                </a:lnTo>
                <a:lnTo>
                  <a:pt x="213990" y="416973"/>
                </a:lnTo>
                <a:lnTo>
                  <a:pt x="215000" y="414795"/>
                </a:lnTo>
                <a:lnTo>
                  <a:pt x="216009" y="412606"/>
                </a:lnTo>
                <a:lnTo>
                  <a:pt x="217018" y="410391"/>
                </a:lnTo>
                <a:lnTo>
                  <a:pt x="218028" y="408159"/>
                </a:lnTo>
                <a:lnTo>
                  <a:pt x="219037" y="405912"/>
                </a:lnTo>
                <a:lnTo>
                  <a:pt x="220047" y="403643"/>
                </a:lnTo>
                <a:lnTo>
                  <a:pt x="221056" y="401359"/>
                </a:lnTo>
                <a:lnTo>
                  <a:pt x="222065" y="399053"/>
                </a:lnTo>
                <a:lnTo>
                  <a:pt x="223075" y="396731"/>
                </a:lnTo>
                <a:lnTo>
                  <a:pt x="224084" y="394388"/>
                </a:lnTo>
                <a:lnTo>
                  <a:pt x="225094" y="392029"/>
                </a:lnTo>
                <a:lnTo>
                  <a:pt x="226103" y="389653"/>
                </a:lnTo>
                <a:lnTo>
                  <a:pt x="227113" y="387258"/>
                </a:lnTo>
                <a:lnTo>
                  <a:pt x="228122" y="384846"/>
                </a:lnTo>
                <a:lnTo>
                  <a:pt x="229131" y="382416"/>
                </a:lnTo>
                <a:lnTo>
                  <a:pt x="230141" y="379968"/>
                </a:lnTo>
                <a:lnTo>
                  <a:pt x="231150" y="377504"/>
                </a:lnTo>
                <a:lnTo>
                  <a:pt x="232160" y="375022"/>
                </a:lnTo>
                <a:lnTo>
                  <a:pt x="233169" y="372523"/>
                </a:lnTo>
                <a:lnTo>
                  <a:pt x="234178" y="370008"/>
                </a:lnTo>
                <a:lnTo>
                  <a:pt x="235188" y="367476"/>
                </a:lnTo>
                <a:lnTo>
                  <a:pt x="236197" y="364928"/>
                </a:lnTo>
                <a:lnTo>
                  <a:pt x="237206" y="362363"/>
                </a:lnTo>
                <a:lnTo>
                  <a:pt x="238216" y="359782"/>
                </a:lnTo>
                <a:lnTo>
                  <a:pt x="239225" y="357186"/>
                </a:lnTo>
                <a:lnTo>
                  <a:pt x="240234" y="354574"/>
                </a:lnTo>
                <a:lnTo>
                  <a:pt x="241244" y="351946"/>
                </a:lnTo>
                <a:lnTo>
                  <a:pt x="242253" y="349303"/>
                </a:lnTo>
                <a:lnTo>
                  <a:pt x="243263" y="346645"/>
                </a:lnTo>
                <a:lnTo>
                  <a:pt x="244272" y="343973"/>
                </a:lnTo>
                <a:lnTo>
                  <a:pt x="245281" y="341286"/>
                </a:lnTo>
                <a:lnTo>
                  <a:pt x="246291" y="338584"/>
                </a:lnTo>
                <a:lnTo>
                  <a:pt x="247300" y="335868"/>
                </a:lnTo>
                <a:lnTo>
                  <a:pt x="248310" y="333139"/>
                </a:lnTo>
                <a:lnTo>
                  <a:pt x="249319" y="330396"/>
                </a:lnTo>
                <a:lnTo>
                  <a:pt x="250329" y="327640"/>
                </a:lnTo>
                <a:lnTo>
                  <a:pt x="251338" y="324870"/>
                </a:lnTo>
                <a:lnTo>
                  <a:pt x="252347" y="322088"/>
                </a:lnTo>
                <a:lnTo>
                  <a:pt x="253357" y="319294"/>
                </a:lnTo>
                <a:lnTo>
                  <a:pt x="254366" y="316487"/>
                </a:lnTo>
                <a:lnTo>
                  <a:pt x="255376" y="313668"/>
                </a:lnTo>
                <a:lnTo>
                  <a:pt x="256385" y="310838"/>
                </a:lnTo>
                <a:lnTo>
                  <a:pt x="257394" y="307996"/>
                </a:lnTo>
                <a:lnTo>
                  <a:pt x="258404" y="305144"/>
                </a:lnTo>
                <a:lnTo>
                  <a:pt x="259413" y="302281"/>
                </a:lnTo>
                <a:lnTo>
                  <a:pt x="260422" y="299407"/>
                </a:lnTo>
                <a:lnTo>
                  <a:pt x="261432" y="296523"/>
                </a:lnTo>
                <a:lnTo>
                  <a:pt x="262441" y="293630"/>
                </a:lnTo>
                <a:lnTo>
                  <a:pt x="263450" y="290727"/>
                </a:lnTo>
                <a:lnTo>
                  <a:pt x="264460" y="287815"/>
                </a:lnTo>
                <a:lnTo>
                  <a:pt x="265469" y="284895"/>
                </a:lnTo>
                <a:lnTo>
                  <a:pt x="266479" y="281966"/>
                </a:lnTo>
                <a:lnTo>
                  <a:pt x="267488" y="279030"/>
                </a:lnTo>
                <a:lnTo>
                  <a:pt x="268497" y="276085"/>
                </a:lnTo>
                <a:lnTo>
                  <a:pt x="269507" y="273134"/>
                </a:lnTo>
                <a:lnTo>
                  <a:pt x="270516" y="270175"/>
                </a:lnTo>
                <a:lnTo>
                  <a:pt x="271526" y="267211"/>
                </a:lnTo>
                <a:lnTo>
                  <a:pt x="272535" y="264239"/>
                </a:lnTo>
                <a:lnTo>
                  <a:pt x="273545" y="261263"/>
                </a:lnTo>
                <a:lnTo>
                  <a:pt x="274554" y="258281"/>
                </a:lnTo>
                <a:lnTo>
                  <a:pt x="275563" y="255294"/>
                </a:lnTo>
                <a:lnTo>
                  <a:pt x="276573" y="252303"/>
                </a:lnTo>
                <a:lnTo>
                  <a:pt x="277582" y="249308"/>
                </a:lnTo>
                <a:lnTo>
                  <a:pt x="278591" y="246309"/>
                </a:lnTo>
                <a:lnTo>
                  <a:pt x="279601" y="243307"/>
                </a:lnTo>
                <a:lnTo>
                  <a:pt x="280610" y="240302"/>
                </a:lnTo>
                <a:lnTo>
                  <a:pt x="281619" y="237295"/>
                </a:lnTo>
                <a:lnTo>
                  <a:pt x="282629" y="234286"/>
                </a:lnTo>
                <a:lnTo>
                  <a:pt x="283638" y="231275"/>
                </a:lnTo>
                <a:lnTo>
                  <a:pt x="284647" y="228264"/>
                </a:lnTo>
                <a:lnTo>
                  <a:pt x="285657" y="225251"/>
                </a:lnTo>
                <a:lnTo>
                  <a:pt x="286666" y="222239"/>
                </a:lnTo>
                <a:lnTo>
                  <a:pt x="287676" y="219227"/>
                </a:lnTo>
                <a:lnTo>
                  <a:pt x="288685" y="216216"/>
                </a:lnTo>
                <a:lnTo>
                  <a:pt x="289695" y="213206"/>
                </a:lnTo>
                <a:lnTo>
                  <a:pt x="290704" y="210198"/>
                </a:lnTo>
                <a:lnTo>
                  <a:pt x="291714" y="207192"/>
                </a:lnTo>
                <a:lnTo>
                  <a:pt x="292723" y="204189"/>
                </a:lnTo>
                <a:lnTo>
                  <a:pt x="293732" y="201189"/>
                </a:lnTo>
                <a:lnTo>
                  <a:pt x="294742" y="198192"/>
                </a:lnTo>
                <a:lnTo>
                  <a:pt x="295751" y="195200"/>
                </a:lnTo>
                <a:lnTo>
                  <a:pt x="296761" y="192212"/>
                </a:lnTo>
                <a:lnTo>
                  <a:pt x="297770" y="189229"/>
                </a:lnTo>
                <a:lnTo>
                  <a:pt x="298779" y="186252"/>
                </a:lnTo>
                <a:lnTo>
                  <a:pt x="299789" y="183281"/>
                </a:lnTo>
                <a:lnTo>
                  <a:pt x="300798" y="180317"/>
                </a:lnTo>
                <a:lnTo>
                  <a:pt x="301807" y="177359"/>
                </a:lnTo>
                <a:lnTo>
                  <a:pt x="302817" y="174410"/>
                </a:lnTo>
                <a:lnTo>
                  <a:pt x="303826" y="171468"/>
                </a:lnTo>
                <a:lnTo>
                  <a:pt x="304835" y="168535"/>
                </a:lnTo>
                <a:lnTo>
                  <a:pt x="305845" y="165612"/>
                </a:lnTo>
                <a:lnTo>
                  <a:pt x="306854" y="162697"/>
                </a:lnTo>
                <a:lnTo>
                  <a:pt x="307863" y="159793"/>
                </a:lnTo>
                <a:lnTo>
                  <a:pt x="308873" y="156900"/>
                </a:lnTo>
                <a:lnTo>
                  <a:pt x="309882" y="154018"/>
                </a:lnTo>
                <a:lnTo>
                  <a:pt x="310892" y="151147"/>
                </a:lnTo>
                <a:lnTo>
                  <a:pt x="311901" y="148289"/>
                </a:lnTo>
                <a:lnTo>
                  <a:pt x="312911" y="145443"/>
                </a:lnTo>
                <a:lnTo>
                  <a:pt x="313920" y="142611"/>
                </a:lnTo>
                <a:lnTo>
                  <a:pt x="314930" y="139793"/>
                </a:lnTo>
                <a:lnTo>
                  <a:pt x="315939" y="136988"/>
                </a:lnTo>
                <a:lnTo>
                  <a:pt x="316948" y="134199"/>
                </a:lnTo>
                <a:lnTo>
                  <a:pt x="317958" y="131425"/>
                </a:lnTo>
                <a:lnTo>
                  <a:pt x="318968" y="128666"/>
                </a:lnTo>
                <a:lnTo>
                  <a:pt x="319975" y="125925"/>
                </a:lnTo>
                <a:lnTo>
                  <a:pt x="320987" y="123200"/>
                </a:lnTo>
                <a:lnTo>
                  <a:pt x="321993" y="120492"/>
                </a:lnTo>
                <a:lnTo>
                  <a:pt x="323005" y="117802"/>
                </a:lnTo>
                <a:lnTo>
                  <a:pt x="324012" y="115131"/>
                </a:lnTo>
                <a:lnTo>
                  <a:pt x="325023" y="112479"/>
                </a:lnTo>
                <a:lnTo>
                  <a:pt x="326035" y="109846"/>
                </a:lnTo>
                <a:lnTo>
                  <a:pt x="327042" y="107233"/>
                </a:lnTo>
                <a:lnTo>
                  <a:pt x="328054" y="104641"/>
                </a:lnTo>
                <a:lnTo>
                  <a:pt x="329060" y="102069"/>
                </a:lnTo>
                <a:lnTo>
                  <a:pt x="330072" y="99519"/>
                </a:lnTo>
                <a:lnTo>
                  <a:pt x="331078" y="96991"/>
                </a:lnTo>
                <a:lnTo>
                  <a:pt x="332090" y="94486"/>
                </a:lnTo>
                <a:lnTo>
                  <a:pt x="333097" y="92004"/>
                </a:lnTo>
                <a:lnTo>
                  <a:pt x="334108" y="89545"/>
                </a:lnTo>
                <a:lnTo>
                  <a:pt x="335115" y="87110"/>
                </a:lnTo>
                <a:lnTo>
                  <a:pt x="336127" y="84700"/>
                </a:lnTo>
                <a:lnTo>
                  <a:pt x="337139" y="82315"/>
                </a:lnTo>
                <a:lnTo>
                  <a:pt x="338145" y="79955"/>
                </a:lnTo>
                <a:lnTo>
                  <a:pt x="339157" y="77621"/>
                </a:lnTo>
                <a:lnTo>
                  <a:pt x="340163" y="75314"/>
                </a:lnTo>
                <a:lnTo>
                  <a:pt x="341175" y="73033"/>
                </a:lnTo>
                <a:lnTo>
                  <a:pt x="342182" y="70780"/>
                </a:lnTo>
                <a:lnTo>
                  <a:pt x="343194" y="68555"/>
                </a:lnTo>
                <a:lnTo>
                  <a:pt x="344200" y="66357"/>
                </a:lnTo>
                <a:lnTo>
                  <a:pt x="345212" y="64189"/>
                </a:lnTo>
                <a:lnTo>
                  <a:pt x="346218" y="62050"/>
                </a:lnTo>
                <a:lnTo>
                  <a:pt x="347230" y="59941"/>
                </a:lnTo>
                <a:lnTo>
                  <a:pt x="348237" y="57861"/>
                </a:lnTo>
                <a:lnTo>
                  <a:pt x="349248" y="55813"/>
                </a:lnTo>
                <a:lnTo>
                  <a:pt x="350260" y="53795"/>
                </a:lnTo>
                <a:lnTo>
                  <a:pt x="351267" y="51808"/>
                </a:lnTo>
                <a:lnTo>
                  <a:pt x="352279" y="49854"/>
                </a:lnTo>
                <a:lnTo>
                  <a:pt x="353285" y="47932"/>
                </a:lnTo>
                <a:lnTo>
                  <a:pt x="354297" y="46042"/>
                </a:lnTo>
                <a:lnTo>
                  <a:pt x="355303" y="44185"/>
                </a:lnTo>
                <a:lnTo>
                  <a:pt x="356315" y="42362"/>
                </a:lnTo>
                <a:lnTo>
                  <a:pt x="357322" y="40573"/>
                </a:lnTo>
                <a:lnTo>
                  <a:pt x="358334" y="38818"/>
                </a:lnTo>
                <a:lnTo>
                  <a:pt x="359340" y="37098"/>
                </a:lnTo>
                <a:lnTo>
                  <a:pt x="360352" y="35412"/>
                </a:lnTo>
                <a:lnTo>
                  <a:pt x="361364" y="33762"/>
                </a:lnTo>
                <a:lnTo>
                  <a:pt x="362370" y="32148"/>
                </a:lnTo>
                <a:lnTo>
                  <a:pt x="363382" y="30569"/>
                </a:lnTo>
                <a:lnTo>
                  <a:pt x="364389" y="29028"/>
                </a:lnTo>
                <a:lnTo>
                  <a:pt x="365400" y="27523"/>
                </a:lnTo>
                <a:lnTo>
                  <a:pt x="366407" y="26054"/>
                </a:lnTo>
                <a:lnTo>
                  <a:pt x="367419" y="24624"/>
                </a:lnTo>
                <a:lnTo>
                  <a:pt x="368425" y="23231"/>
                </a:lnTo>
                <a:lnTo>
                  <a:pt x="369437" y="21876"/>
                </a:lnTo>
                <a:lnTo>
                  <a:pt x="370443" y="20560"/>
                </a:lnTo>
                <a:lnTo>
                  <a:pt x="371455" y="19282"/>
                </a:lnTo>
                <a:lnTo>
                  <a:pt x="372467" y="18043"/>
                </a:lnTo>
                <a:lnTo>
                  <a:pt x="373474" y="16843"/>
                </a:lnTo>
                <a:lnTo>
                  <a:pt x="374485" y="15683"/>
                </a:lnTo>
                <a:lnTo>
                  <a:pt x="375492" y="14562"/>
                </a:lnTo>
                <a:lnTo>
                  <a:pt x="376504" y="13481"/>
                </a:lnTo>
                <a:lnTo>
                  <a:pt x="377510" y="12441"/>
                </a:lnTo>
                <a:lnTo>
                  <a:pt x="378522" y="11440"/>
                </a:lnTo>
                <a:lnTo>
                  <a:pt x="379529" y="10481"/>
                </a:lnTo>
                <a:lnTo>
                  <a:pt x="380540" y="9563"/>
                </a:lnTo>
                <a:lnTo>
                  <a:pt x="381547" y="8685"/>
                </a:lnTo>
                <a:lnTo>
                  <a:pt x="382559" y="7849"/>
                </a:lnTo>
                <a:lnTo>
                  <a:pt x="383571" y="7055"/>
                </a:lnTo>
                <a:lnTo>
                  <a:pt x="384577" y="6302"/>
                </a:lnTo>
                <a:lnTo>
                  <a:pt x="385589" y="5591"/>
                </a:lnTo>
                <a:lnTo>
                  <a:pt x="386595" y="4921"/>
                </a:lnTo>
                <a:lnTo>
                  <a:pt x="387607" y="4294"/>
                </a:lnTo>
                <a:lnTo>
                  <a:pt x="388614" y="3709"/>
                </a:lnTo>
                <a:lnTo>
                  <a:pt x="389625" y="3167"/>
                </a:lnTo>
                <a:lnTo>
                  <a:pt x="390632" y="2667"/>
                </a:lnTo>
                <a:lnTo>
                  <a:pt x="391644" y="2209"/>
                </a:lnTo>
                <a:lnTo>
                  <a:pt x="392650" y="1795"/>
                </a:lnTo>
                <a:lnTo>
                  <a:pt x="393662" y="1423"/>
                </a:lnTo>
                <a:lnTo>
                  <a:pt x="394669" y="1094"/>
                </a:lnTo>
                <a:lnTo>
                  <a:pt x="395680" y="809"/>
                </a:lnTo>
                <a:lnTo>
                  <a:pt x="396692" y="566"/>
                </a:lnTo>
                <a:lnTo>
                  <a:pt x="397699" y="366"/>
                </a:lnTo>
                <a:lnTo>
                  <a:pt x="398711" y="210"/>
                </a:lnTo>
                <a:lnTo>
                  <a:pt x="399717" y="97"/>
                </a:lnTo>
                <a:lnTo>
                  <a:pt x="400729" y="27"/>
                </a:lnTo>
                <a:lnTo>
                  <a:pt x="401735" y="0"/>
                </a:lnTo>
                <a:lnTo>
                  <a:pt x="402747" y="17"/>
                </a:lnTo>
                <a:lnTo>
                  <a:pt x="403754" y="76"/>
                </a:lnTo>
                <a:lnTo>
                  <a:pt x="404765" y="179"/>
                </a:lnTo>
                <a:lnTo>
                  <a:pt x="405772" y="325"/>
                </a:lnTo>
                <a:lnTo>
                  <a:pt x="406784" y="514"/>
                </a:lnTo>
                <a:lnTo>
                  <a:pt x="407796" y="747"/>
                </a:lnTo>
                <a:lnTo>
                  <a:pt x="408802" y="1022"/>
                </a:lnTo>
                <a:lnTo>
                  <a:pt x="409814" y="1341"/>
                </a:lnTo>
                <a:lnTo>
                  <a:pt x="410820" y="1703"/>
                </a:lnTo>
                <a:lnTo>
                  <a:pt x="411832" y="2107"/>
                </a:lnTo>
                <a:lnTo>
                  <a:pt x="412839" y="2554"/>
                </a:lnTo>
                <a:lnTo>
                  <a:pt x="413851" y="3043"/>
                </a:lnTo>
                <a:lnTo>
                  <a:pt x="414857" y="3576"/>
                </a:lnTo>
                <a:lnTo>
                  <a:pt x="415869" y="4151"/>
                </a:lnTo>
                <a:lnTo>
                  <a:pt x="416875" y="4767"/>
                </a:lnTo>
                <a:lnTo>
                  <a:pt x="417887" y="5427"/>
                </a:lnTo>
                <a:lnTo>
                  <a:pt x="418899" y="6128"/>
                </a:lnTo>
                <a:lnTo>
                  <a:pt x="419906" y="6871"/>
                </a:lnTo>
                <a:lnTo>
                  <a:pt x="420917" y="7656"/>
                </a:lnTo>
                <a:lnTo>
                  <a:pt x="421924" y="8482"/>
                </a:lnTo>
                <a:lnTo>
                  <a:pt x="422936" y="9349"/>
                </a:lnTo>
                <a:lnTo>
                  <a:pt x="423942" y="10258"/>
                </a:lnTo>
                <a:lnTo>
                  <a:pt x="424954" y="11208"/>
                </a:lnTo>
                <a:lnTo>
                  <a:pt x="425960" y="12198"/>
                </a:lnTo>
                <a:lnTo>
                  <a:pt x="426972" y="13229"/>
                </a:lnTo>
                <a:lnTo>
                  <a:pt x="427979" y="14300"/>
                </a:lnTo>
                <a:lnTo>
                  <a:pt x="428991" y="15411"/>
                </a:lnTo>
                <a:lnTo>
                  <a:pt x="430002" y="16562"/>
                </a:lnTo>
                <a:lnTo>
                  <a:pt x="431009" y="17753"/>
                </a:lnTo>
                <a:lnTo>
                  <a:pt x="432021" y="18982"/>
                </a:lnTo>
                <a:lnTo>
                  <a:pt x="433027" y="20251"/>
                </a:lnTo>
                <a:lnTo>
                  <a:pt x="434039" y="21558"/>
                </a:lnTo>
                <a:lnTo>
                  <a:pt x="435046" y="22904"/>
                </a:lnTo>
                <a:lnTo>
                  <a:pt x="436057" y="24287"/>
                </a:lnTo>
                <a:lnTo>
                  <a:pt x="437064" y="25709"/>
                </a:lnTo>
                <a:lnTo>
                  <a:pt x="438076" y="27168"/>
                </a:lnTo>
                <a:lnTo>
                  <a:pt x="439082" y="28664"/>
                </a:lnTo>
                <a:lnTo>
                  <a:pt x="440094" y="30197"/>
                </a:lnTo>
                <a:lnTo>
                  <a:pt x="441100" y="31767"/>
                </a:lnTo>
                <a:lnTo>
                  <a:pt x="442112" y="33373"/>
                </a:lnTo>
                <a:lnTo>
                  <a:pt x="443124" y="35014"/>
                </a:lnTo>
                <a:lnTo>
                  <a:pt x="444131" y="36692"/>
                </a:lnTo>
                <a:lnTo>
                  <a:pt x="445142" y="38404"/>
                </a:lnTo>
                <a:lnTo>
                  <a:pt x="446149" y="40151"/>
                </a:lnTo>
                <a:lnTo>
                  <a:pt x="447161" y="41931"/>
                </a:lnTo>
                <a:lnTo>
                  <a:pt x="448167" y="43747"/>
                </a:lnTo>
                <a:lnTo>
                  <a:pt x="449179" y="45595"/>
                </a:lnTo>
                <a:lnTo>
                  <a:pt x="450186" y="47477"/>
                </a:lnTo>
                <a:lnTo>
                  <a:pt x="451197" y="49392"/>
                </a:lnTo>
                <a:lnTo>
                  <a:pt x="452204" y="51339"/>
                </a:lnTo>
                <a:lnTo>
                  <a:pt x="453216" y="53318"/>
                </a:lnTo>
                <a:lnTo>
                  <a:pt x="454228" y="55328"/>
                </a:lnTo>
                <a:lnTo>
                  <a:pt x="455234" y="57369"/>
                </a:lnTo>
                <a:lnTo>
                  <a:pt x="456246" y="59441"/>
                </a:lnTo>
                <a:lnTo>
                  <a:pt x="457252" y="61543"/>
                </a:lnTo>
                <a:lnTo>
                  <a:pt x="458264" y="63675"/>
                </a:lnTo>
                <a:lnTo>
                  <a:pt x="459271" y="65837"/>
                </a:lnTo>
                <a:lnTo>
                  <a:pt x="460282" y="68027"/>
                </a:lnTo>
                <a:lnTo>
                  <a:pt x="461289" y="70246"/>
                </a:lnTo>
                <a:lnTo>
                  <a:pt x="462301" y="72492"/>
                </a:lnTo>
                <a:lnTo>
                  <a:pt x="463307" y="74766"/>
                </a:lnTo>
                <a:lnTo>
                  <a:pt x="464319" y="77067"/>
                </a:lnTo>
                <a:lnTo>
                  <a:pt x="465331" y="79395"/>
                </a:lnTo>
                <a:lnTo>
                  <a:pt x="466337" y="81749"/>
                </a:lnTo>
                <a:lnTo>
                  <a:pt x="467349" y="84128"/>
                </a:lnTo>
                <a:lnTo>
                  <a:pt x="468356" y="86532"/>
                </a:lnTo>
                <a:lnTo>
                  <a:pt x="469368" y="88961"/>
                </a:lnTo>
                <a:lnTo>
                  <a:pt x="470374" y="91415"/>
                </a:lnTo>
                <a:lnTo>
                  <a:pt x="471386" y="93891"/>
                </a:lnTo>
                <a:lnTo>
                  <a:pt x="472392" y="96391"/>
                </a:lnTo>
                <a:lnTo>
                  <a:pt x="473404" y="98913"/>
                </a:lnTo>
                <a:lnTo>
                  <a:pt x="474411" y="101458"/>
                </a:lnTo>
                <a:lnTo>
                  <a:pt x="475423" y="104025"/>
                </a:lnTo>
                <a:lnTo>
                  <a:pt x="476434" y="106612"/>
                </a:lnTo>
                <a:lnTo>
                  <a:pt x="477441" y="109220"/>
                </a:lnTo>
                <a:lnTo>
                  <a:pt x="478453" y="111848"/>
                </a:lnTo>
                <a:lnTo>
                  <a:pt x="479459" y="114496"/>
                </a:lnTo>
                <a:lnTo>
                  <a:pt x="480471" y="117162"/>
                </a:lnTo>
                <a:lnTo>
                  <a:pt x="481477" y="119848"/>
                </a:lnTo>
                <a:lnTo>
                  <a:pt x="482489" y="122551"/>
                </a:lnTo>
                <a:lnTo>
                  <a:pt x="483496" y="125272"/>
                </a:lnTo>
                <a:lnTo>
                  <a:pt x="484508" y="128010"/>
                </a:lnTo>
                <a:lnTo>
                  <a:pt x="485514" y="130764"/>
                </a:lnTo>
                <a:lnTo>
                  <a:pt x="486526" y="133535"/>
                </a:lnTo>
                <a:lnTo>
                  <a:pt x="487532" y="136320"/>
                </a:lnTo>
                <a:lnTo>
                  <a:pt x="488544" y="139122"/>
                </a:lnTo>
                <a:lnTo>
                  <a:pt x="489556" y="141937"/>
                </a:lnTo>
                <a:lnTo>
                  <a:pt x="490563" y="144765"/>
                </a:lnTo>
                <a:lnTo>
                  <a:pt x="491574" y="147608"/>
                </a:lnTo>
                <a:lnTo>
                  <a:pt x="492581" y="150463"/>
                </a:lnTo>
                <a:lnTo>
                  <a:pt x="493593" y="153331"/>
                </a:lnTo>
                <a:lnTo>
                  <a:pt x="494599" y="156210"/>
                </a:lnTo>
                <a:lnTo>
                  <a:pt x="495611" y="159101"/>
                </a:lnTo>
                <a:lnTo>
                  <a:pt x="496617" y="162003"/>
                </a:lnTo>
                <a:lnTo>
                  <a:pt x="497629" y="164914"/>
                </a:lnTo>
                <a:lnTo>
                  <a:pt x="498636" y="167836"/>
                </a:lnTo>
                <a:lnTo>
                  <a:pt x="499648" y="170767"/>
                </a:lnTo>
                <a:lnTo>
                  <a:pt x="500659" y="173706"/>
                </a:lnTo>
                <a:lnTo>
                  <a:pt x="501666" y="176654"/>
                </a:lnTo>
                <a:lnTo>
                  <a:pt x="502678" y="179610"/>
                </a:lnTo>
                <a:lnTo>
                  <a:pt x="503684" y="182572"/>
                </a:lnTo>
                <a:lnTo>
                  <a:pt x="504696" y="185542"/>
                </a:lnTo>
                <a:lnTo>
                  <a:pt x="505703" y="188518"/>
                </a:lnTo>
                <a:lnTo>
                  <a:pt x="506714" y="191499"/>
                </a:lnTo>
                <a:lnTo>
                  <a:pt x="507721" y="194486"/>
                </a:lnTo>
                <a:lnTo>
                  <a:pt x="508733" y="197477"/>
                </a:lnTo>
                <a:lnTo>
                  <a:pt x="509739" y="200472"/>
                </a:lnTo>
                <a:lnTo>
                  <a:pt x="510751" y="203472"/>
                </a:lnTo>
                <a:lnTo>
                  <a:pt x="511763" y="206474"/>
                </a:lnTo>
                <a:lnTo>
                  <a:pt x="512769" y="209480"/>
                </a:lnTo>
                <a:lnTo>
                  <a:pt x="513781" y="212488"/>
                </a:lnTo>
                <a:lnTo>
                  <a:pt x="514788" y="215497"/>
                </a:lnTo>
                <a:lnTo>
                  <a:pt x="515799" y="218508"/>
                </a:lnTo>
                <a:lnTo>
                  <a:pt x="516806" y="221520"/>
                </a:lnTo>
                <a:lnTo>
                  <a:pt x="517818" y="224532"/>
                </a:lnTo>
                <a:lnTo>
                  <a:pt x="518824" y="227544"/>
                </a:lnTo>
                <a:lnTo>
                  <a:pt x="519836" y="230556"/>
                </a:lnTo>
                <a:lnTo>
                  <a:pt x="520843" y="233567"/>
                </a:lnTo>
                <a:lnTo>
                  <a:pt x="521854" y="236576"/>
                </a:lnTo>
                <a:lnTo>
                  <a:pt x="522866" y="239584"/>
                </a:lnTo>
                <a:lnTo>
                  <a:pt x="523873" y="242590"/>
                </a:lnTo>
                <a:lnTo>
                  <a:pt x="524885" y="245592"/>
                </a:lnTo>
                <a:lnTo>
                  <a:pt x="525891" y="248592"/>
                </a:lnTo>
                <a:lnTo>
                  <a:pt x="526903" y="251588"/>
                </a:lnTo>
                <a:lnTo>
                  <a:pt x="527909" y="254580"/>
                </a:lnTo>
                <a:lnTo>
                  <a:pt x="528921" y="257568"/>
                </a:lnTo>
                <a:lnTo>
                  <a:pt x="529928" y="260551"/>
                </a:lnTo>
                <a:lnTo>
                  <a:pt x="530940" y="263529"/>
                </a:lnTo>
                <a:lnTo>
                  <a:pt x="531946" y="266501"/>
                </a:lnTo>
                <a:lnTo>
                  <a:pt x="532958" y="269467"/>
                </a:lnTo>
                <a:lnTo>
                  <a:pt x="533970" y="272428"/>
                </a:lnTo>
                <a:lnTo>
                  <a:pt x="534976" y="275381"/>
                </a:lnTo>
                <a:lnTo>
                  <a:pt x="535988" y="278327"/>
                </a:lnTo>
                <a:lnTo>
                  <a:pt x="536994" y="281265"/>
                </a:lnTo>
                <a:lnTo>
                  <a:pt x="538006" y="284196"/>
                </a:lnTo>
                <a:lnTo>
                  <a:pt x="539013" y="287118"/>
                </a:lnTo>
                <a:lnTo>
                  <a:pt x="540025" y="290032"/>
                </a:lnTo>
                <a:lnTo>
                  <a:pt x="541031" y="292937"/>
                </a:lnTo>
                <a:lnTo>
                  <a:pt x="542043" y="295833"/>
                </a:lnTo>
                <a:lnTo>
                  <a:pt x="543049" y="298719"/>
                </a:lnTo>
                <a:lnTo>
                  <a:pt x="544061" y="301595"/>
                </a:lnTo>
                <a:lnTo>
                  <a:pt x="545068" y="304461"/>
                </a:lnTo>
                <a:lnTo>
                  <a:pt x="546080" y="307316"/>
                </a:lnTo>
                <a:lnTo>
                  <a:pt x="547091" y="310160"/>
                </a:lnTo>
                <a:lnTo>
                  <a:pt x="548098" y="312993"/>
                </a:lnTo>
                <a:lnTo>
                  <a:pt x="549110" y="315815"/>
                </a:lnTo>
                <a:lnTo>
                  <a:pt x="550116" y="318624"/>
                </a:lnTo>
                <a:lnTo>
                  <a:pt x="551128" y="321422"/>
                </a:lnTo>
                <a:lnTo>
                  <a:pt x="552134" y="324207"/>
                </a:lnTo>
                <a:lnTo>
                  <a:pt x="553146" y="326979"/>
                </a:lnTo>
                <a:lnTo>
                  <a:pt x="554153" y="329739"/>
                </a:lnTo>
                <a:lnTo>
                  <a:pt x="555165" y="332485"/>
                </a:lnTo>
                <a:lnTo>
                  <a:pt x="556171" y="335218"/>
                </a:lnTo>
                <a:lnTo>
                  <a:pt x="557183" y="337937"/>
                </a:lnTo>
                <a:lnTo>
                  <a:pt x="558195" y="340641"/>
                </a:lnTo>
                <a:lnTo>
                  <a:pt x="559201" y="343332"/>
                </a:lnTo>
                <a:lnTo>
                  <a:pt x="560213" y="346008"/>
                </a:lnTo>
                <a:lnTo>
                  <a:pt x="561220" y="348669"/>
                </a:lnTo>
                <a:lnTo>
                  <a:pt x="562231" y="351316"/>
                </a:lnTo>
                <a:lnTo>
                  <a:pt x="563238" y="353947"/>
                </a:lnTo>
                <a:lnTo>
                  <a:pt x="564250" y="356563"/>
                </a:lnTo>
                <a:lnTo>
                  <a:pt x="565256" y="359164"/>
                </a:lnTo>
                <a:lnTo>
                  <a:pt x="566268" y="361748"/>
                </a:lnTo>
                <a:lnTo>
                  <a:pt x="567275" y="364316"/>
                </a:lnTo>
                <a:lnTo>
                  <a:pt x="568286" y="366869"/>
                </a:lnTo>
                <a:lnTo>
                  <a:pt x="569298" y="369404"/>
                </a:lnTo>
                <a:lnTo>
                  <a:pt x="570305" y="371924"/>
                </a:lnTo>
                <a:lnTo>
                  <a:pt x="571316" y="374427"/>
                </a:lnTo>
                <a:lnTo>
                  <a:pt x="572323" y="376912"/>
                </a:lnTo>
                <a:lnTo>
                  <a:pt x="573335" y="379381"/>
                </a:lnTo>
                <a:lnTo>
                  <a:pt x="574341" y="381833"/>
                </a:lnTo>
                <a:lnTo>
                  <a:pt x="575353" y="384266"/>
                </a:lnTo>
                <a:lnTo>
                  <a:pt x="576360" y="386683"/>
                </a:lnTo>
                <a:lnTo>
                  <a:pt x="577371" y="389082"/>
                </a:lnTo>
                <a:lnTo>
                  <a:pt x="578378" y="391464"/>
                </a:lnTo>
                <a:lnTo>
                  <a:pt x="579390" y="393829"/>
                </a:lnTo>
                <a:lnTo>
                  <a:pt x="580402" y="396172"/>
                </a:lnTo>
                <a:lnTo>
                  <a:pt x="581408" y="398499"/>
                </a:lnTo>
                <a:lnTo>
                  <a:pt x="582420" y="400810"/>
                </a:lnTo>
                <a:lnTo>
                  <a:pt x="583426" y="403100"/>
                </a:lnTo>
                <a:lnTo>
                  <a:pt x="584438" y="405374"/>
                </a:lnTo>
                <a:lnTo>
                  <a:pt x="585445" y="407627"/>
                </a:lnTo>
                <a:lnTo>
                  <a:pt x="586457" y="409858"/>
                </a:lnTo>
                <a:lnTo>
                  <a:pt x="587463" y="412079"/>
                </a:lnTo>
                <a:lnTo>
                  <a:pt x="588475" y="414273"/>
                </a:lnTo>
                <a:lnTo>
                  <a:pt x="589481" y="416451"/>
                </a:lnTo>
                <a:lnTo>
                  <a:pt x="590493" y="418613"/>
                </a:lnTo>
                <a:lnTo>
                  <a:pt x="591500" y="420754"/>
                </a:lnTo>
                <a:lnTo>
                  <a:pt x="592511" y="422873"/>
                </a:lnTo>
                <a:lnTo>
                  <a:pt x="593523" y="424977"/>
                </a:lnTo>
                <a:lnTo>
                  <a:pt x="594530" y="427064"/>
                </a:lnTo>
                <a:lnTo>
                  <a:pt x="595542" y="429125"/>
                </a:lnTo>
                <a:lnTo>
                  <a:pt x="596548" y="431170"/>
                </a:lnTo>
                <a:lnTo>
                  <a:pt x="597560" y="433199"/>
                </a:lnTo>
                <a:lnTo>
                  <a:pt x="598566" y="435207"/>
                </a:lnTo>
                <a:lnTo>
                  <a:pt x="599578" y="437193"/>
                </a:lnTo>
                <a:lnTo>
                  <a:pt x="600585" y="439163"/>
                </a:lnTo>
                <a:lnTo>
                  <a:pt x="601597" y="441113"/>
                </a:lnTo>
                <a:lnTo>
                  <a:pt x="602603" y="443040"/>
                </a:lnTo>
                <a:lnTo>
                  <a:pt x="603615" y="444952"/>
                </a:lnTo>
                <a:lnTo>
                  <a:pt x="604627" y="446843"/>
                </a:lnTo>
                <a:lnTo>
                  <a:pt x="605633" y="448712"/>
                </a:lnTo>
                <a:lnTo>
                  <a:pt x="606645" y="450565"/>
                </a:lnTo>
                <a:lnTo>
                  <a:pt x="607651" y="452402"/>
                </a:lnTo>
                <a:lnTo>
                  <a:pt x="608663" y="454213"/>
                </a:lnTo>
                <a:lnTo>
                  <a:pt x="609670" y="456008"/>
                </a:lnTo>
                <a:lnTo>
                  <a:pt x="610682" y="457786"/>
                </a:lnTo>
                <a:lnTo>
                  <a:pt x="611688" y="459544"/>
                </a:lnTo>
                <a:lnTo>
                  <a:pt x="612700" y="461280"/>
                </a:lnTo>
                <a:lnTo>
                  <a:pt x="613706" y="463000"/>
                </a:lnTo>
                <a:lnTo>
                  <a:pt x="614718" y="464699"/>
                </a:lnTo>
                <a:lnTo>
                  <a:pt x="615730" y="466376"/>
                </a:lnTo>
                <a:lnTo>
                  <a:pt x="616737" y="468038"/>
                </a:lnTo>
                <a:lnTo>
                  <a:pt x="617748" y="469683"/>
                </a:lnTo>
                <a:lnTo>
                  <a:pt x="618755" y="471307"/>
                </a:lnTo>
                <a:lnTo>
                  <a:pt x="619767" y="472910"/>
                </a:lnTo>
                <a:lnTo>
                  <a:pt x="620773" y="474497"/>
                </a:lnTo>
                <a:lnTo>
                  <a:pt x="621785" y="476063"/>
                </a:lnTo>
                <a:lnTo>
                  <a:pt x="622792" y="477613"/>
                </a:lnTo>
                <a:lnTo>
                  <a:pt x="623803" y="479141"/>
                </a:lnTo>
                <a:lnTo>
                  <a:pt x="624810" y="480653"/>
                </a:lnTo>
                <a:lnTo>
                  <a:pt x="625822" y="482150"/>
                </a:lnTo>
                <a:lnTo>
                  <a:pt x="626833" y="483625"/>
                </a:lnTo>
                <a:lnTo>
                  <a:pt x="627840" y="485079"/>
                </a:lnTo>
                <a:lnTo>
                  <a:pt x="628852" y="486517"/>
                </a:lnTo>
                <a:lnTo>
                  <a:pt x="629858" y="487939"/>
                </a:lnTo>
                <a:lnTo>
                  <a:pt x="630870" y="489344"/>
                </a:lnTo>
                <a:lnTo>
                  <a:pt x="631877" y="490729"/>
                </a:lnTo>
                <a:lnTo>
                  <a:pt x="632888" y="492098"/>
                </a:lnTo>
                <a:lnTo>
                  <a:pt x="633895" y="493445"/>
                </a:lnTo>
                <a:lnTo>
                  <a:pt x="634907" y="494776"/>
                </a:lnTo>
                <a:lnTo>
                  <a:pt x="635913" y="496092"/>
                </a:lnTo>
                <a:lnTo>
                  <a:pt x="636925" y="497391"/>
                </a:lnTo>
                <a:lnTo>
                  <a:pt x="637931" y="498669"/>
                </a:lnTo>
                <a:lnTo>
                  <a:pt x="638943" y="499931"/>
                </a:lnTo>
                <a:lnTo>
                  <a:pt x="639955" y="501177"/>
                </a:lnTo>
                <a:lnTo>
                  <a:pt x="640962" y="502408"/>
                </a:lnTo>
                <a:lnTo>
                  <a:pt x="641974" y="503622"/>
                </a:lnTo>
                <a:lnTo>
                  <a:pt x="642980" y="504815"/>
                </a:lnTo>
                <a:lnTo>
                  <a:pt x="643992" y="505997"/>
                </a:lnTo>
                <a:lnTo>
                  <a:pt x="644998" y="507158"/>
                </a:lnTo>
                <a:lnTo>
                  <a:pt x="646010" y="508308"/>
                </a:lnTo>
                <a:lnTo>
                  <a:pt x="647017" y="509437"/>
                </a:lnTo>
                <a:lnTo>
                  <a:pt x="648028" y="510550"/>
                </a:lnTo>
                <a:lnTo>
                  <a:pt x="649035" y="511647"/>
                </a:lnTo>
                <a:lnTo>
                  <a:pt x="650047" y="512733"/>
                </a:lnTo>
                <a:lnTo>
                  <a:pt x="651059" y="513799"/>
                </a:lnTo>
                <a:lnTo>
                  <a:pt x="652065" y="514853"/>
                </a:lnTo>
                <a:lnTo>
                  <a:pt x="653077" y="515886"/>
                </a:lnTo>
                <a:lnTo>
                  <a:pt x="654083" y="516909"/>
                </a:lnTo>
                <a:lnTo>
                  <a:pt x="655095" y="517915"/>
                </a:lnTo>
                <a:lnTo>
                  <a:pt x="656102" y="518906"/>
                </a:lnTo>
                <a:lnTo>
                  <a:pt x="657113" y="519880"/>
                </a:lnTo>
                <a:lnTo>
                  <a:pt x="658120" y="520839"/>
                </a:lnTo>
                <a:lnTo>
                  <a:pt x="659132" y="521787"/>
                </a:lnTo>
                <a:lnTo>
                  <a:pt x="660138" y="522719"/>
                </a:lnTo>
                <a:lnTo>
                  <a:pt x="661150" y="523634"/>
                </a:lnTo>
                <a:lnTo>
                  <a:pt x="662162" y="524540"/>
                </a:lnTo>
                <a:lnTo>
                  <a:pt x="663168" y="525429"/>
                </a:lnTo>
                <a:lnTo>
                  <a:pt x="664180" y="526303"/>
                </a:lnTo>
                <a:lnTo>
                  <a:pt x="665187" y="527165"/>
                </a:lnTo>
                <a:lnTo>
                  <a:pt x="666199" y="528012"/>
                </a:lnTo>
                <a:lnTo>
                  <a:pt x="667205" y="528848"/>
                </a:lnTo>
                <a:lnTo>
                  <a:pt x="668217" y="529668"/>
                </a:lnTo>
                <a:lnTo>
                  <a:pt x="669223" y="530478"/>
                </a:lnTo>
                <a:lnTo>
                  <a:pt x="670235" y="531271"/>
                </a:lnTo>
                <a:lnTo>
                  <a:pt x="671242" y="532054"/>
                </a:lnTo>
                <a:lnTo>
                  <a:pt x="672254" y="532826"/>
                </a:lnTo>
                <a:lnTo>
                  <a:pt x="673265" y="533582"/>
                </a:lnTo>
                <a:lnTo>
                  <a:pt x="674272" y="534328"/>
                </a:lnTo>
                <a:lnTo>
                  <a:pt x="675284" y="535057"/>
                </a:lnTo>
                <a:lnTo>
                  <a:pt x="676290" y="535776"/>
                </a:lnTo>
                <a:lnTo>
                  <a:pt x="677302" y="536485"/>
                </a:lnTo>
                <a:lnTo>
                  <a:pt x="678308" y="537177"/>
                </a:lnTo>
                <a:lnTo>
                  <a:pt x="679320" y="537864"/>
                </a:lnTo>
                <a:lnTo>
                  <a:pt x="680327" y="538535"/>
                </a:lnTo>
                <a:lnTo>
                  <a:pt x="681339" y="539195"/>
                </a:lnTo>
                <a:lnTo>
                  <a:pt x="682345" y="539845"/>
                </a:lnTo>
                <a:lnTo>
                  <a:pt x="683357" y="540484"/>
                </a:lnTo>
                <a:lnTo>
                  <a:pt x="684363" y="541107"/>
                </a:lnTo>
                <a:lnTo>
                  <a:pt x="685375" y="541725"/>
                </a:lnTo>
                <a:lnTo>
                  <a:pt x="686387" y="542332"/>
                </a:lnTo>
                <a:lnTo>
                  <a:pt x="687394" y="542923"/>
                </a:lnTo>
                <a:lnTo>
                  <a:pt x="688405" y="543509"/>
                </a:lnTo>
                <a:lnTo>
                  <a:pt x="689412" y="544084"/>
                </a:lnTo>
                <a:lnTo>
                  <a:pt x="690424" y="544643"/>
                </a:lnTo>
                <a:lnTo>
                  <a:pt x="691430" y="545197"/>
                </a:lnTo>
                <a:lnTo>
                  <a:pt x="692442" y="545740"/>
                </a:lnTo>
                <a:lnTo>
                  <a:pt x="693448" y="546273"/>
                </a:lnTo>
                <a:lnTo>
                  <a:pt x="694460" y="546795"/>
                </a:lnTo>
                <a:lnTo>
                  <a:pt x="695467" y="547311"/>
                </a:lnTo>
                <a:lnTo>
                  <a:pt x="696479" y="547817"/>
                </a:lnTo>
                <a:lnTo>
                  <a:pt x="697490" y="548307"/>
                </a:lnTo>
                <a:lnTo>
                  <a:pt x="698497" y="548797"/>
                </a:lnTo>
                <a:lnTo>
                  <a:pt x="699509" y="549271"/>
                </a:lnTo>
                <a:lnTo>
                  <a:pt x="700515" y="549739"/>
                </a:lnTo>
                <a:lnTo>
                  <a:pt x="701527" y="550197"/>
                </a:lnTo>
                <a:lnTo>
                  <a:pt x="702534" y="550650"/>
                </a:lnTo>
                <a:lnTo>
                  <a:pt x="703545" y="551092"/>
                </a:lnTo>
                <a:lnTo>
                  <a:pt x="704552" y="551523"/>
                </a:lnTo>
                <a:lnTo>
                  <a:pt x="705564" y="551949"/>
                </a:lnTo>
                <a:lnTo>
                  <a:pt x="706570" y="552365"/>
                </a:lnTo>
                <a:lnTo>
                  <a:pt x="707582" y="552775"/>
                </a:lnTo>
                <a:lnTo>
                  <a:pt x="708594" y="553174"/>
                </a:lnTo>
                <a:lnTo>
                  <a:pt x="709600" y="553568"/>
                </a:lnTo>
                <a:lnTo>
                  <a:pt x="710612" y="553952"/>
                </a:lnTo>
                <a:lnTo>
                  <a:pt x="711619" y="554330"/>
                </a:lnTo>
                <a:lnTo>
                  <a:pt x="712630" y="554697"/>
                </a:lnTo>
                <a:lnTo>
                  <a:pt x="713637" y="555060"/>
                </a:lnTo>
                <a:lnTo>
                  <a:pt x="714649" y="555416"/>
                </a:lnTo>
                <a:lnTo>
                  <a:pt x="715655" y="555762"/>
                </a:lnTo>
                <a:lnTo>
                  <a:pt x="716667" y="556103"/>
                </a:lnTo>
                <a:lnTo>
                  <a:pt x="717674" y="556439"/>
                </a:lnTo>
                <a:lnTo>
                  <a:pt x="718685" y="556769"/>
                </a:lnTo>
                <a:lnTo>
                  <a:pt x="719697" y="557088"/>
                </a:lnTo>
                <a:lnTo>
                  <a:pt x="720704" y="557403"/>
                </a:lnTo>
                <a:lnTo>
                  <a:pt x="721716" y="557712"/>
                </a:lnTo>
                <a:lnTo>
                  <a:pt x="722722" y="558010"/>
                </a:lnTo>
                <a:lnTo>
                  <a:pt x="723734" y="558308"/>
                </a:lnTo>
                <a:lnTo>
                  <a:pt x="724740" y="558596"/>
                </a:lnTo>
                <a:lnTo>
                  <a:pt x="725752" y="558878"/>
                </a:lnTo>
                <a:lnTo>
                  <a:pt x="726759" y="559155"/>
                </a:lnTo>
                <a:lnTo>
                  <a:pt x="727771" y="559426"/>
                </a:lnTo>
                <a:lnTo>
                  <a:pt x="728777" y="559693"/>
                </a:lnTo>
                <a:lnTo>
                  <a:pt x="729789" y="559953"/>
                </a:lnTo>
                <a:lnTo>
                  <a:pt x="730795" y="560209"/>
                </a:lnTo>
                <a:lnTo>
                  <a:pt x="731807" y="560454"/>
                </a:lnTo>
                <a:lnTo>
                  <a:pt x="732819" y="560699"/>
                </a:lnTo>
                <a:lnTo>
                  <a:pt x="733825" y="560939"/>
                </a:lnTo>
                <a:lnTo>
                  <a:pt x="734837" y="561168"/>
                </a:lnTo>
                <a:lnTo>
                  <a:pt x="735844" y="561397"/>
                </a:lnTo>
                <a:lnTo>
                  <a:pt x="736856" y="561620"/>
                </a:lnTo>
                <a:lnTo>
                  <a:pt x="737862" y="561839"/>
                </a:lnTo>
                <a:lnTo>
                  <a:pt x="738874" y="562052"/>
                </a:lnTo>
                <a:lnTo>
                  <a:pt x="739880" y="562259"/>
                </a:lnTo>
                <a:lnTo>
                  <a:pt x="740892" y="562467"/>
                </a:lnTo>
                <a:lnTo>
                  <a:pt x="741899" y="562664"/>
                </a:lnTo>
                <a:lnTo>
                  <a:pt x="742911" y="562861"/>
                </a:lnTo>
                <a:lnTo>
                  <a:pt x="743922" y="563053"/>
                </a:lnTo>
                <a:lnTo>
                  <a:pt x="744929" y="563239"/>
                </a:lnTo>
                <a:lnTo>
                  <a:pt x="745941" y="563420"/>
                </a:lnTo>
                <a:lnTo>
                  <a:pt x="746947" y="563596"/>
                </a:lnTo>
                <a:lnTo>
                  <a:pt x="747959" y="563772"/>
                </a:lnTo>
                <a:lnTo>
                  <a:pt x="748965" y="563942"/>
                </a:lnTo>
                <a:lnTo>
                  <a:pt x="749977" y="564107"/>
                </a:lnTo>
                <a:lnTo>
                  <a:pt x="750984" y="564267"/>
                </a:lnTo>
                <a:lnTo>
                  <a:pt x="751996" y="564427"/>
                </a:lnTo>
                <a:lnTo>
                  <a:pt x="753002" y="564581"/>
                </a:lnTo>
                <a:lnTo>
                  <a:pt x="754014" y="564736"/>
                </a:lnTo>
                <a:lnTo>
                  <a:pt x="755026" y="564885"/>
                </a:lnTo>
                <a:lnTo>
                  <a:pt x="756032" y="565029"/>
                </a:lnTo>
                <a:lnTo>
                  <a:pt x="757044" y="565167"/>
                </a:lnTo>
                <a:lnTo>
                  <a:pt x="758051" y="565306"/>
                </a:lnTo>
                <a:lnTo>
                  <a:pt x="759062" y="565439"/>
                </a:lnTo>
                <a:lnTo>
                  <a:pt x="760069" y="565572"/>
                </a:lnTo>
                <a:lnTo>
                  <a:pt x="761081" y="565700"/>
                </a:lnTo>
                <a:lnTo>
                  <a:pt x="762087" y="565822"/>
                </a:lnTo>
                <a:lnTo>
                  <a:pt x="763099" y="565945"/>
                </a:lnTo>
                <a:lnTo>
                  <a:pt x="764106" y="566067"/>
                </a:lnTo>
                <a:lnTo>
                  <a:pt x="765117" y="566179"/>
                </a:lnTo>
                <a:lnTo>
                  <a:pt x="766129" y="566296"/>
                </a:lnTo>
                <a:lnTo>
                  <a:pt x="767136" y="566403"/>
                </a:lnTo>
                <a:lnTo>
                  <a:pt x="768147" y="566514"/>
                </a:lnTo>
                <a:lnTo>
                  <a:pt x="769154" y="566616"/>
                </a:lnTo>
                <a:lnTo>
                  <a:pt x="770166" y="566722"/>
                </a:lnTo>
                <a:lnTo>
                  <a:pt x="771172" y="566823"/>
                </a:lnTo>
                <a:lnTo>
                  <a:pt x="772184" y="566919"/>
                </a:lnTo>
                <a:lnTo>
                  <a:pt x="773191" y="567015"/>
                </a:lnTo>
                <a:lnTo>
                  <a:pt x="774202" y="567105"/>
                </a:lnTo>
                <a:lnTo>
                  <a:pt x="775209" y="567196"/>
                </a:lnTo>
                <a:lnTo>
                  <a:pt x="776221" y="567287"/>
                </a:lnTo>
                <a:lnTo>
                  <a:pt x="777227" y="567372"/>
                </a:lnTo>
                <a:lnTo>
                  <a:pt x="778239" y="567457"/>
                </a:lnTo>
                <a:lnTo>
                  <a:pt x="779251" y="567537"/>
                </a:lnTo>
                <a:lnTo>
                  <a:pt x="780257" y="567617"/>
                </a:lnTo>
                <a:lnTo>
                  <a:pt x="781269" y="567697"/>
                </a:lnTo>
                <a:lnTo>
                  <a:pt x="782276" y="567771"/>
                </a:lnTo>
                <a:lnTo>
                  <a:pt x="783288" y="567846"/>
                </a:lnTo>
                <a:lnTo>
                  <a:pt x="784294" y="567915"/>
                </a:lnTo>
                <a:lnTo>
                  <a:pt x="785306" y="567984"/>
                </a:lnTo>
                <a:lnTo>
                  <a:pt x="786312" y="568053"/>
                </a:lnTo>
                <a:lnTo>
                  <a:pt x="787324" y="568123"/>
                </a:lnTo>
                <a:lnTo>
                  <a:pt x="788331" y="568187"/>
                </a:lnTo>
                <a:lnTo>
                  <a:pt x="789342" y="568250"/>
                </a:lnTo>
                <a:lnTo>
                  <a:pt x="790354" y="568309"/>
                </a:lnTo>
                <a:lnTo>
                  <a:pt x="791361" y="568373"/>
                </a:lnTo>
                <a:lnTo>
                  <a:pt x="792373" y="568426"/>
                </a:lnTo>
                <a:lnTo>
                  <a:pt x="793379" y="568485"/>
                </a:lnTo>
                <a:lnTo>
                  <a:pt x="794391" y="568538"/>
                </a:lnTo>
                <a:lnTo>
                  <a:pt x="795397" y="568597"/>
                </a:lnTo>
                <a:lnTo>
                  <a:pt x="796409" y="568645"/>
                </a:lnTo>
                <a:lnTo>
                  <a:pt x="797416" y="568698"/>
                </a:lnTo>
                <a:lnTo>
                  <a:pt x="798428" y="568746"/>
                </a:lnTo>
                <a:lnTo>
                  <a:pt x="799434" y="568794"/>
                </a:lnTo>
                <a:lnTo>
                  <a:pt x="800446" y="568842"/>
                </a:lnTo>
                <a:lnTo>
                  <a:pt x="801458" y="568889"/>
                </a:lnTo>
                <a:lnTo>
                  <a:pt x="802464" y="568932"/>
                </a:lnTo>
                <a:lnTo>
                  <a:pt x="803476" y="568975"/>
                </a:lnTo>
                <a:lnTo>
                  <a:pt x="804482" y="569017"/>
                </a:lnTo>
                <a:lnTo>
                  <a:pt x="805494" y="569060"/>
                </a:lnTo>
                <a:lnTo>
                  <a:pt x="806501" y="569097"/>
                </a:lnTo>
                <a:lnTo>
                  <a:pt x="807513" y="569134"/>
                </a:lnTo>
                <a:lnTo>
                  <a:pt x="808519" y="569172"/>
                </a:lnTo>
                <a:lnTo>
                  <a:pt x="809531" y="569209"/>
                </a:lnTo>
                <a:lnTo>
                  <a:pt x="810537" y="569246"/>
                </a:lnTo>
                <a:lnTo>
                  <a:pt x="811549" y="569284"/>
                </a:lnTo>
                <a:lnTo>
                  <a:pt x="812561" y="569316"/>
                </a:lnTo>
                <a:lnTo>
                  <a:pt x="813568" y="569347"/>
                </a:lnTo>
                <a:lnTo>
                  <a:pt x="814579" y="569379"/>
                </a:lnTo>
                <a:lnTo>
                  <a:pt x="815586" y="569411"/>
                </a:lnTo>
                <a:lnTo>
                  <a:pt x="816598" y="569438"/>
                </a:lnTo>
                <a:lnTo>
                  <a:pt x="817604" y="569470"/>
                </a:lnTo>
                <a:lnTo>
                  <a:pt x="818616" y="569497"/>
                </a:lnTo>
                <a:lnTo>
                  <a:pt x="819623" y="569523"/>
                </a:lnTo>
                <a:lnTo>
                  <a:pt x="820634" y="569550"/>
                </a:lnTo>
                <a:lnTo>
                  <a:pt x="821641" y="569576"/>
                </a:lnTo>
                <a:lnTo>
                  <a:pt x="822653" y="569603"/>
                </a:lnTo>
                <a:lnTo>
                  <a:pt x="823664" y="569624"/>
                </a:lnTo>
                <a:lnTo>
                  <a:pt x="824671" y="569651"/>
                </a:lnTo>
                <a:lnTo>
                  <a:pt x="825683" y="569672"/>
                </a:lnTo>
                <a:lnTo>
                  <a:pt x="826689" y="569694"/>
                </a:lnTo>
                <a:lnTo>
                  <a:pt x="827701" y="569720"/>
                </a:lnTo>
                <a:lnTo>
                  <a:pt x="828708" y="569736"/>
                </a:lnTo>
                <a:lnTo>
                  <a:pt x="829719" y="569758"/>
                </a:lnTo>
                <a:lnTo>
                  <a:pt x="830726" y="569779"/>
                </a:lnTo>
                <a:lnTo>
                  <a:pt x="831738" y="569800"/>
                </a:lnTo>
                <a:lnTo>
                  <a:pt x="832744" y="569816"/>
                </a:lnTo>
                <a:lnTo>
                  <a:pt x="833756" y="569837"/>
                </a:lnTo>
                <a:lnTo>
                  <a:pt x="834763" y="569853"/>
                </a:lnTo>
                <a:lnTo>
                  <a:pt x="835774" y="569869"/>
                </a:lnTo>
                <a:lnTo>
                  <a:pt x="836786" y="569885"/>
                </a:lnTo>
                <a:lnTo>
                  <a:pt x="837793" y="569901"/>
                </a:lnTo>
                <a:lnTo>
                  <a:pt x="838805" y="569917"/>
                </a:lnTo>
                <a:lnTo>
                  <a:pt x="839811" y="569933"/>
                </a:lnTo>
                <a:lnTo>
                  <a:pt x="840823" y="569949"/>
                </a:lnTo>
                <a:lnTo>
                  <a:pt x="841829" y="569965"/>
                </a:lnTo>
                <a:lnTo>
                  <a:pt x="842841" y="569976"/>
                </a:lnTo>
                <a:lnTo>
                  <a:pt x="843848" y="569992"/>
                </a:lnTo>
                <a:lnTo>
                  <a:pt x="844859" y="570002"/>
                </a:lnTo>
                <a:lnTo>
                  <a:pt x="845866" y="570013"/>
                </a:lnTo>
                <a:lnTo>
                  <a:pt x="846878" y="570029"/>
                </a:lnTo>
                <a:lnTo>
                  <a:pt x="847890" y="570040"/>
                </a:lnTo>
                <a:lnTo>
                  <a:pt x="848896" y="570050"/>
                </a:lnTo>
                <a:lnTo>
                  <a:pt x="849908" y="570061"/>
                </a:lnTo>
                <a:lnTo>
                  <a:pt x="850914" y="570072"/>
                </a:lnTo>
                <a:lnTo>
                  <a:pt x="851926" y="570082"/>
                </a:lnTo>
                <a:lnTo>
                  <a:pt x="852933" y="570093"/>
                </a:lnTo>
                <a:lnTo>
                  <a:pt x="853945" y="570104"/>
                </a:lnTo>
                <a:lnTo>
                  <a:pt x="854951" y="570114"/>
                </a:lnTo>
                <a:lnTo>
                  <a:pt x="855963" y="570120"/>
                </a:lnTo>
                <a:lnTo>
                  <a:pt x="856969" y="570130"/>
                </a:lnTo>
                <a:lnTo>
                  <a:pt x="857981" y="570141"/>
                </a:lnTo>
                <a:lnTo>
                  <a:pt x="858993" y="570146"/>
                </a:lnTo>
                <a:lnTo>
                  <a:pt x="859999" y="570157"/>
                </a:lnTo>
                <a:lnTo>
                  <a:pt x="861011" y="570162"/>
                </a:lnTo>
                <a:lnTo>
                  <a:pt x="862018" y="570173"/>
                </a:lnTo>
                <a:lnTo>
                  <a:pt x="863030" y="570178"/>
                </a:lnTo>
                <a:lnTo>
                  <a:pt x="864036" y="570184"/>
                </a:lnTo>
                <a:lnTo>
                  <a:pt x="865048" y="570194"/>
                </a:lnTo>
                <a:lnTo>
                  <a:pt x="866054" y="570199"/>
                </a:lnTo>
                <a:lnTo>
                  <a:pt x="867066" y="570205"/>
                </a:lnTo>
                <a:lnTo>
                  <a:pt x="868073" y="570210"/>
                </a:lnTo>
                <a:lnTo>
                  <a:pt x="869085" y="570221"/>
                </a:lnTo>
                <a:lnTo>
                  <a:pt x="870096" y="570226"/>
                </a:lnTo>
                <a:lnTo>
                  <a:pt x="871103" y="570231"/>
                </a:lnTo>
                <a:lnTo>
                  <a:pt x="872115" y="570237"/>
                </a:lnTo>
                <a:lnTo>
                  <a:pt x="873121" y="570242"/>
                </a:lnTo>
                <a:lnTo>
                  <a:pt x="874133" y="570247"/>
                </a:lnTo>
                <a:lnTo>
                  <a:pt x="875140" y="570253"/>
                </a:lnTo>
                <a:lnTo>
                  <a:pt x="876151" y="570253"/>
                </a:lnTo>
                <a:lnTo>
                  <a:pt x="877158" y="570258"/>
                </a:lnTo>
                <a:lnTo>
                  <a:pt x="878170" y="570263"/>
                </a:lnTo>
                <a:lnTo>
                  <a:pt x="879176" y="570269"/>
                </a:lnTo>
                <a:lnTo>
                  <a:pt x="880188" y="570274"/>
                </a:lnTo>
                <a:lnTo>
                  <a:pt x="881195" y="570279"/>
                </a:lnTo>
                <a:lnTo>
                  <a:pt x="882206" y="570279"/>
                </a:lnTo>
                <a:lnTo>
                  <a:pt x="883218" y="570285"/>
                </a:lnTo>
                <a:lnTo>
                  <a:pt x="884225" y="570290"/>
                </a:lnTo>
                <a:lnTo>
                  <a:pt x="885236" y="570290"/>
                </a:lnTo>
                <a:lnTo>
                  <a:pt x="886243" y="570295"/>
                </a:lnTo>
                <a:lnTo>
                  <a:pt x="887255" y="570301"/>
                </a:lnTo>
                <a:lnTo>
                  <a:pt x="888261" y="570301"/>
                </a:lnTo>
                <a:lnTo>
                  <a:pt x="889273" y="570306"/>
                </a:lnTo>
                <a:lnTo>
                  <a:pt x="890280" y="570306"/>
                </a:lnTo>
                <a:lnTo>
                  <a:pt x="891291" y="570311"/>
                </a:lnTo>
                <a:lnTo>
                  <a:pt x="892298" y="570311"/>
                </a:lnTo>
                <a:lnTo>
                  <a:pt x="893310" y="570317"/>
                </a:lnTo>
                <a:lnTo>
                  <a:pt x="894322" y="570317"/>
                </a:lnTo>
                <a:lnTo>
                  <a:pt x="895328" y="570322"/>
                </a:lnTo>
                <a:lnTo>
                  <a:pt x="896340" y="570322"/>
                </a:lnTo>
                <a:lnTo>
                  <a:pt x="897346" y="570327"/>
                </a:lnTo>
                <a:lnTo>
                  <a:pt x="898358" y="570327"/>
                </a:lnTo>
                <a:lnTo>
                  <a:pt x="899365" y="570333"/>
                </a:lnTo>
                <a:lnTo>
                  <a:pt x="900376" y="570333"/>
                </a:lnTo>
                <a:lnTo>
                  <a:pt x="901383" y="570333"/>
                </a:lnTo>
                <a:lnTo>
                  <a:pt x="902395" y="570338"/>
                </a:lnTo>
                <a:lnTo>
                  <a:pt x="903401" y="570338"/>
                </a:lnTo>
                <a:lnTo>
                  <a:pt x="904413" y="570338"/>
                </a:lnTo>
                <a:lnTo>
                  <a:pt x="905425" y="570343"/>
                </a:lnTo>
                <a:lnTo>
                  <a:pt x="906431" y="570343"/>
                </a:lnTo>
                <a:lnTo>
                  <a:pt x="907443" y="570343"/>
                </a:lnTo>
                <a:lnTo>
                  <a:pt x="908450" y="570349"/>
                </a:lnTo>
                <a:lnTo>
                  <a:pt x="909462" y="570349"/>
                </a:lnTo>
                <a:lnTo>
                  <a:pt x="910468" y="570349"/>
                </a:lnTo>
                <a:lnTo>
                  <a:pt x="911480" y="570354"/>
                </a:lnTo>
                <a:lnTo>
                  <a:pt x="912486" y="570354"/>
                </a:lnTo>
                <a:lnTo>
                  <a:pt x="913498" y="570354"/>
                </a:lnTo>
                <a:lnTo>
                  <a:pt x="914505" y="570354"/>
                </a:lnTo>
                <a:lnTo>
                  <a:pt x="915517" y="570354"/>
                </a:lnTo>
                <a:lnTo>
                  <a:pt x="916528" y="570359"/>
                </a:lnTo>
                <a:lnTo>
                  <a:pt x="917535" y="570359"/>
                </a:lnTo>
                <a:lnTo>
                  <a:pt x="918547" y="570359"/>
                </a:lnTo>
                <a:lnTo>
                  <a:pt x="919553" y="570359"/>
                </a:lnTo>
                <a:lnTo>
                  <a:pt x="920565" y="570365"/>
                </a:lnTo>
                <a:lnTo>
                  <a:pt x="921571" y="570365"/>
                </a:lnTo>
                <a:lnTo>
                  <a:pt x="922583" y="570365"/>
                </a:lnTo>
                <a:lnTo>
                  <a:pt x="923590" y="570365"/>
                </a:lnTo>
                <a:lnTo>
                  <a:pt x="924602" y="570365"/>
                </a:lnTo>
                <a:lnTo>
                  <a:pt x="925608" y="570365"/>
                </a:lnTo>
                <a:lnTo>
                  <a:pt x="926620" y="570370"/>
                </a:lnTo>
                <a:lnTo>
                  <a:pt x="927626" y="570370"/>
                </a:lnTo>
                <a:lnTo>
                  <a:pt x="928638" y="570370"/>
                </a:lnTo>
                <a:lnTo>
                  <a:pt x="929650" y="570370"/>
                </a:lnTo>
                <a:lnTo>
                  <a:pt x="930657" y="570370"/>
                </a:lnTo>
                <a:lnTo>
                  <a:pt x="931668" y="570370"/>
                </a:lnTo>
                <a:lnTo>
                  <a:pt x="932675" y="570370"/>
                </a:lnTo>
                <a:lnTo>
                  <a:pt x="933687" y="570370"/>
                </a:lnTo>
                <a:lnTo>
                  <a:pt x="934693" y="570375"/>
                </a:lnTo>
                <a:lnTo>
                  <a:pt x="935705" y="570375"/>
                </a:lnTo>
                <a:lnTo>
                  <a:pt x="936712" y="570375"/>
                </a:lnTo>
                <a:lnTo>
                  <a:pt x="937723" y="570375"/>
                </a:lnTo>
                <a:lnTo>
                  <a:pt x="938730" y="570375"/>
                </a:lnTo>
                <a:lnTo>
                  <a:pt x="939742" y="570375"/>
                </a:lnTo>
                <a:lnTo>
                  <a:pt x="940753" y="570375"/>
                </a:lnTo>
                <a:lnTo>
                  <a:pt x="941760" y="570375"/>
                </a:lnTo>
                <a:lnTo>
                  <a:pt x="942772" y="570375"/>
                </a:lnTo>
                <a:lnTo>
                  <a:pt x="943778" y="570375"/>
                </a:lnTo>
                <a:lnTo>
                  <a:pt x="944790" y="570375"/>
                </a:lnTo>
                <a:lnTo>
                  <a:pt x="945797" y="570381"/>
                </a:lnTo>
                <a:lnTo>
                  <a:pt x="946808" y="570381"/>
                </a:lnTo>
                <a:lnTo>
                  <a:pt x="947815" y="570381"/>
                </a:lnTo>
                <a:lnTo>
                  <a:pt x="948827" y="570381"/>
                </a:lnTo>
                <a:lnTo>
                  <a:pt x="949833" y="570381"/>
                </a:lnTo>
                <a:lnTo>
                  <a:pt x="950845" y="570381"/>
                </a:lnTo>
                <a:lnTo>
                  <a:pt x="951857" y="570381"/>
                </a:lnTo>
                <a:lnTo>
                  <a:pt x="952863" y="570381"/>
                </a:lnTo>
                <a:lnTo>
                  <a:pt x="953875" y="570381"/>
                </a:lnTo>
                <a:lnTo>
                  <a:pt x="954882" y="570381"/>
                </a:lnTo>
                <a:lnTo>
                  <a:pt x="955893" y="570381"/>
                </a:lnTo>
                <a:lnTo>
                  <a:pt x="956900" y="570381"/>
                </a:lnTo>
                <a:lnTo>
                  <a:pt x="957912" y="570381"/>
                </a:lnTo>
                <a:lnTo>
                  <a:pt x="958918" y="570381"/>
                </a:lnTo>
                <a:lnTo>
                  <a:pt x="959930" y="570381"/>
                </a:lnTo>
                <a:lnTo>
                  <a:pt x="960937" y="570381"/>
                </a:lnTo>
                <a:lnTo>
                  <a:pt x="961948" y="570381"/>
                </a:lnTo>
                <a:lnTo>
                  <a:pt x="962960" y="570381"/>
                </a:lnTo>
                <a:lnTo>
                  <a:pt x="963967" y="570381"/>
                </a:lnTo>
                <a:lnTo>
                  <a:pt x="964978" y="570386"/>
                </a:lnTo>
                <a:lnTo>
                  <a:pt x="965985" y="570386"/>
                </a:lnTo>
                <a:lnTo>
                  <a:pt x="966997" y="570386"/>
                </a:lnTo>
                <a:lnTo>
                  <a:pt x="968003" y="570386"/>
                </a:lnTo>
                <a:lnTo>
                  <a:pt x="969015" y="570386"/>
                </a:lnTo>
                <a:lnTo>
                  <a:pt x="970022" y="570386"/>
                </a:lnTo>
                <a:lnTo>
                  <a:pt x="971034" y="570386"/>
                </a:lnTo>
                <a:lnTo>
                  <a:pt x="972040" y="570386"/>
                </a:lnTo>
                <a:lnTo>
                  <a:pt x="973052" y="570386"/>
                </a:lnTo>
                <a:lnTo>
                  <a:pt x="974058" y="570386"/>
                </a:lnTo>
                <a:lnTo>
                  <a:pt x="975070" y="570386"/>
                </a:lnTo>
                <a:lnTo>
                  <a:pt x="976082" y="570386"/>
                </a:lnTo>
                <a:lnTo>
                  <a:pt x="977088" y="570386"/>
                </a:lnTo>
                <a:lnTo>
                  <a:pt x="978100" y="570386"/>
                </a:lnTo>
                <a:lnTo>
                  <a:pt x="979107" y="570386"/>
                </a:lnTo>
                <a:lnTo>
                  <a:pt x="980118" y="570386"/>
                </a:lnTo>
                <a:lnTo>
                  <a:pt x="981125" y="570386"/>
                </a:lnTo>
                <a:lnTo>
                  <a:pt x="982137" y="570386"/>
                </a:lnTo>
                <a:lnTo>
                  <a:pt x="983143" y="570386"/>
                </a:lnTo>
                <a:lnTo>
                  <a:pt x="984155" y="570386"/>
                </a:lnTo>
                <a:lnTo>
                  <a:pt x="985162" y="570386"/>
                </a:lnTo>
                <a:lnTo>
                  <a:pt x="986174" y="570386"/>
                </a:lnTo>
                <a:lnTo>
                  <a:pt x="987185" y="570386"/>
                </a:lnTo>
                <a:lnTo>
                  <a:pt x="988192" y="570386"/>
                </a:lnTo>
                <a:lnTo>
                  <a:pt x="989204" y="570386"/>
                </a:lnTo>
                <a:lnTo>
                  <a:pt x="990210" y="570386"/>
                </a:lnTo>
                <a:lnTo>
                  <a:pt x="991222" y="570386"/>
                </a:lnTo>
                <a:lnTo>
                  <a:pt x="992229" y="570386"/>
                </a:lnTo>
                <a:lnTo>
                  <a:pt x="993240" y="570386"/>
                </a:lnTo>
                <a:lnTo>
                  <a:pt x="994247" y="570386"/>
                </a:lnTo>
                <a:lnTo>
                  <a:pt x="995259" y="570386"/>
                </a:lnTo>
                <a:lnTo>
                  <a:pt x="996265" y="570386"/>
                </a:lnTo>
                <a:lnTo>
                  <a:pt x="997277" y="570386"/>
                </a:lnTo>
                <a:lnTo>
                  <a:pt x="998289" y="570386"/>
                </a:lnTo>
                <a:lnTo>
                  <a:pt x="999295" y="570386"/>
                </a:lnTo>
                <a:lnTo>
                  <a:pt x="1000307" y="570386"/>
                </a:lnTo>
                <a:lnTo>
                  <a:pt x="1001313" y="570386"/>
                </a:lnTo>
                <a:lnTo>
                  <a:pt x="1002325" y="570386"/>
                </a:lnTo>
                <a:lnTo>
                  <a:pt x="1003332" y="570386"/>
                </a:lnTo>
                <a:lnTo>
                  <a:pt x="1004344" y="570386"/>
                </a:lnTo>
                <a:lnTo>
                  <a:pt x="1005350" y="570386"/>
                </a:lnTo>
                <a:lnTo>
                  <a:pt x="1006362" y="570386"/>
                </a:lnTo>
                <a:lnTo>
                  <a:pt x="1007369" y="570386"/>
                </a:lnTo>
                <a:lnTo>
                  <a:pt x="1008380" y="570386"/>
                </a:lnTo>
              </a:path>
            </a:pathLst>
          </a:custGeom>
          <a:noFill/>
          <a:ln w="17018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FB670AF1-F901-3362-C7E5-32518DB417A9}"/>
              </a:ext>
            </a:extLst>
          </p:cNvPr>
          <p:cNvGrpSpPr/>
          <p:nvPr/>
        </p:nvGrpSpPr>
        <p:grpSpPr>
          <a:xfrm>
            <a:off x="1775554" y="3951939"/>
            <a:ext cx="1278089" cy="852059"/>
            <a:chOff x="1775554" y="3951939"/>
            <a:chExt cx="1278089" cy="852059"/>
          </a:xfrm>
        </p:grpSpPr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F32373BE-7434-75BB-7F80-79014497FA45}"/>
                </a:ext>
              </a:extLst>
            </p:cNvPr>
            <p:cNvSpPr/>
            <p:nvPr/>
          </p:nvSpPr>
          <p:spPr>
            <a:xfrm>
              <a:off x="1775554" y="3951939"/>
              <a:ext cx="1278089" cy="852059"/>
            </a:xfrm>
            <a:custGeom>
              <a:avLst/>
              <a:gdLst>
                <a:gd name="csX0" fmla="*/ 0 w 1278089"/>
                <a:gd name="csY0" fmla="*/ 852059 h 852059"/>
                <a:gd name="csX1" fmla="*/ 1278089 w 1278089"/>
                <a:gd name="csY1" fmla="*/ 852059 h 852059"/>
                <a:gd name="csX2" fmla="*/ 1278089 w 1278089"/>
                <a:gd name="csY2" fmla="*/ 0 h 852059"/>
                <a:gd name="csX3" fmla="*/ 0 w 1278089"/>
                <a:gd name="csY3" fmla="*/ 0 h 852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8089" h="852059">
                  <a:moveTo>
                    <a:pt x="0" y="852059"/>
                  </a:moveTo>
                  <a:lnTo>
                    <a:pt x="1278089" y="852059"/>
                  </a:lnTo>
                  <a:lnTo>
                    <a:pt x="1278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625CA397-85AB-4FA9-5F03-01F37B5637D8}"/>
                </a:ext>
              </a:extLst>
            </p:cNvPr>
            <p:cNvSpPr/>
            <p:nvPr/>
          </p:nvSpPr>
          <p:spPr>
            <a:xfrm>
              <a:off x="2105395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A879F75D-8B15-EE6D-660E-7694B3B56E1D}"/>
                </a:ext>
              </a:extLst>
            </p:cNvPr>
            <p:cNvSpPr/>
            <p:nvPr/>
          </p:nvSpPr>
          <p:spPr>
            <a:xfrm>
              <a:off x="2367996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E89ACB6B-341D-89BA-2411-2231136822E5}"/>
                </a:ext>
              </a:extLst>
            </p:cNvPr>
            <p:cNvSpPr/>
            <p:nvPr/>
          </p:nvSpPr>
          <p:spPr>
            <a:xfrm>
              <a:off x="2630595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CE3826AE-AC83-10D5-1478-107CD861DF40}"/>
                </a:ext>
              </a:extLst>
            </p:cNvPr>
            <p:cNvSpPr/>
            <p:nvPr/>
          </p:nvSpPr>
          <p:spPr>
            <a:xfrm>
              <a:off x="2893194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F506C75A-8A99-999B-3FEE-39FA2A215CDC}"/>
                </a:ext>
              </a:extLst>
            </p:cNvPr>
            <p:cNvSpPr/>
            <p:nvPr/>
          </p:nvSpPr>
          <p:spPr>
            <a:xfrm>
              <a:off x="1959600" y="466450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77374B8B-68D9-6E5F-717D-71F84424E41D}"/>
                </a:ext>
              </a:extLst>
            </p:cNvPr>
            <p:cNvSpPr/>
            <p:nvPr/>
          </p:nvSpPr>
          <p:spPr>
            <a:xfrm>
              <a:off x="1959600" y="448975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A2C338F9-AE2A-E8A6-B1F7-10BB5998EB99}"/>
                </a:ext>
              </a:extLst>
            </p:cNvPr>
            <p:cNvSpPr/>
            <p:nvPr/>
          </p:nvSpPr>
          <p:spPr>
            <a:xfrm>
              <a:off x="1959600" y="431501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ED10EAB7-B3AD-81CC-CDD0-BBD2CB111AF4}"/>
                </a:ext>
              </a:extLst>
            </p:cNvPr>
            <p:cNvSpPr/>
            <p:nvPr/>
          </p:nvSpPr>
          <p:spPr>
            <a:xfrm>
              <a:off x="1959600" y="4140269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2492233E-F12F-71D1-570B-C9D6B4C51869}"/>
                </a:ext>
              </a:extLst>
            </p:cNvPr>
            <p:cNvSpPr/>
            <p:nvPr/>
          </p:nvSpPr>
          <p:spPr>
            <a:xfrm>
              <a:off x="1959600" y="468452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7B130D07-852F-FE85-10A0-3140DA891C62}"/>
                </a:ext>
              </a:extLst>
            </p:cNvPr>
            <p:cNvSpPr/>
            <p:nvPr/>
          </p:nvSpPr>
          <p:spPr>
            <a:xfrm>
              <a:off x="2105395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2B41C591-4528-8EAE-9230-41C81D923C70}"/>
                </a:ext>
              </a:extLst>
            </p:cNvPr>
            <p:cNvSpPr/>
            <p:nvPr/>
          </p:nvSpPr>
          <p:spPr>
            <a:xfrm>
              <a:off x="2367996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5EBB2472-8284-4208-2E5B-E50565FCC1A4}"/>
                </a:ext>
              </a:extLst>
            </p:cNvPr>
            <p:cNvSpPr/>
            <p:nvPr/>
          </p:nvSpPr>
          <p:spPr>
            <a:xfrm>
              <a:off x="2630595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EFC5EE56-507A-07EE-81E5-84EFD92CBC34}"/>
                </a:ext>
              </a:extLst>
            </p:cNvPr>
            <p:cNvSpPr/>
            <p:nvPr/>
          </p:nvSpPr>
          <p:spPr>
            <a:xfrm>
              <a:off x="2893194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04C50D14-1314-8EF6-11C0-B9814B94E54B}"/>
                </a:ext>
              </a:extLst>
            </p:cNvPr>
            <p:cNvSpPr/>
            <p:nvPr/>
          </p:nvSpPr>
          <p:spPr>
            <a:xfrm>
              <a:off x="2077103" y="4719329"/>
              <a:ext cx="27656" cy="3669"/>
            </a:xfrm>
            <a:custGeom>
              <a:avLst/>
              <a:gdLst>
                <a:gd name="csX0" fmla="*/ 0 w 27656"/>
                <a:gd name="csY0" fmla="*/ 0 h 3669"/>
                <a:gd name="csX1" fmla="*/ 27656 w 27656"/>
                <a:gd name="csY1" fmla="*/ 0 h 3669"/>
                <a:gd name="csX2" fmla="*/ 27656 w 27656"/>
                <a:gd name="csY2" fmla="*/ 3669 h 3669"/>
                <a:gd name="csX3" fmla="*/ 0 w 27656"/>
                <a:gd name="csY3" fmla="*/ 3669 h 3669"/>
                <a:gd name="csX4" fmla="*/ 0 w 27656"/>
                <a:gd name="csY4" fmla="*/ 0 h 3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656" h="3669">
                  <a:moveTo>
                    <a:pt x="0" y="0"/>
                  </a:moveTo>
                  <a:lnTo>
                    <a:pt x="27656" y="0"/>
                  </a:lnTo>
                  <a:lnTo>
                    <a:pt x="27656" y="3669"/>
                  </a:lnTo>
                  <a:lnTo>
                    <a:pt x="0" y="3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855B1AAE-EFA8-77C8-DBB4-DF98043353AB}"/>
                </a:ext>
              </a:extLst>
            </p:cNvPr>
            <p:cNvSpPr/>
            <p:nvPr/>
          </p:nvSpPr>
          <p:spPr>
            <a:xfrm>
              <a:off x="2112849" y="4702805"/>
              <a:ext cx="20838" cy="32830"/>
            </a:xfrm>
            <a:custGeom>
              <a:avLst/>
              <a:gdLst>
                <a:gd name="csX0" fmla="*/ 1359 w 20838"/>
                <a:gd name="csY0" fmla="*/ 0 h 32830"/>
                <a:gd name="csX1" fmla="*/ 18466 w 20838"/>
                <a:gd name="csY1" fmla="*/ 0 h 32830"/>
                <a:gd name="csX2" fmla="*/ 18466 w 20838"/>
                <a:gd name="csY2" fmla="*/ 3669 h 32830"/>
                <a:gd name="csX3" fmla="*/ 5350 w 20838"/>
                <a:gd name="csY3" fmla="*/ 3669 h 32830"/>
                <a:gd name="csX4" fmla="*/ 5350 w 20838"/>
                <a:gd name="csY4" fmla="*/ 11561 h 32830"/>
                <a:gd name="csX5" fmla="*/ 7248 w 20838"/>
                <a:gd name="csY5" fmla="*/ 11087 h 32830"/>
                <a:gd name="csX6" fmla="*/ 9146 w 20838"/>
                <a:gd name="csY6" fmla="*/ 10917 h 32830"/>
                <a:gd name="csX7" fmla="*/ 17689 w 20838"/>
                <a:gd name="csY7" fmla="*/ 13873 h 32830"/>
                <a:gd name="csX8" fmla="*/ 20839 w 20838"/>
                <a:gd name="csY8" fmla="*/ 21877 h 32830"/>
                <a:gd name="csX9" fmla="*/ 17603 w 20838"/>
                <a:gd name="csY9" fmla="*/ 29966 h 32830"/>
                <a:gd name="csX10" fmla="*/ 8478 w 20838"/>
                <a:gd name="csY10" fmla="*/ 32831 h 32830"/>
                <a:gd name="csX11" fmla="*/ 4336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2 w 20838"/>
                <a:gd name="csY14" fmla="*/ 28651 h 32830"/>
                <a:gd name="csX15" fmla="*/ 8392 w 20838"/>
                <a:gd name="csY15" fmla="*/ 29167 h 32830"/>
                <a:gd name="csX16" fmla="*/ 14302 w 20838"/>
                <a:gd name="csY16" fmla="*/ 27202 h 32830"/>
                <a:gd name="csX17" fmla="*/ 16481 w 20838"/>
                <a:gd name="csY17" fmla="*/ 21877 h 32830"/>
                <a:gd name="csX18" fmla="*/ 14302 w 20838"/>
                <a:gd name="csY18" fmla="*/ 16546 h 32830"/>
                <a:gd name="csX19" fmla="*/ 8392 w 20838"/>
                <a:gd name="csY19" fmla="*/ 14581 h 32830"/>
                <a:gd name="csX20" fmla="*/ 4897 w 20838"/>
                <a:gd name="csY20" fmla="*/ 14970 h 32830"/>
                <a:gd name="csX21" fmla="*/ 1359 w 20838"/>
                <a:gd name="csY21" fmla="*/ 16178 h 32830"/>
                <a:gd name="csX22" fmla="*/ 1359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9" y="0"/>
                  </a:moveTo>
                  <a:lnTo>
                    <a:pt x="18466" y="0"/>
                  </a:lnTo>
                  <a:lnTo>
                    <a:pt x="18466" y="3669"/>
                  </a:lnTo>
                  <a:lnTo>
                    <a:pt x="5350" y="3669"/>
                  </a:lnTo>
                  <a:lnTo>
                    <a:pt x="5350" y="11561"/>
                  </a:lnTo>
                  <a:cubicBezTo>
                    <a:pt x="5982" y="11348"/>
                    <a:pt x="6615" y="11190"/>
                    <a:pt x="7248" y="11087"/>
                  </a:cubicBezTo>
                  <a:cubicBezTo>
                    <a:pt x="7881" y="10974"/>
                    <a:pt x="8514" y="10917"/>
                    <a:pt x="9146" y="10917"/>
                  </a:cubicBezTo>
                  <a:cubicBezTo>
                    <a:pt x="12742" y="10917"/>
                    <a:pt x="15590" y="11902"/>
                    <a:pt x="17689" y="13873"/>
                  </a:cubicBezTo>
                  <a:cubicBezTo>
                    <a:pt x="19789" y="15843"/>
                    <a:pt x="20839" y="18511"/>
                    <a:pt x="20839" y="21877"/>
                  </a:cubicBezTo>
                  <a:cubicBezTo>
                    <a:pt x="20839" y="25342"/>
                    <a:pt x="19760" y="28038"/>
                    <a:pt x="17603" y="29966"/>
                  </a:cubicBezTo>
                  <a:cubicBezTo>
                    <a:pt x="15446" y="31876"/>
                    <a:pt x="12404" y="32831"/>
                    <a:pt x="8478" y="32831"/>
                  </a:cubicBezTo>
                  <a:cubicBezTo>
                    <a:pt x="7126" y="32831"/>
                    <a:pt x="5745" y="32717"/>
                    <a:pt x="4336" y="32490"/>
                  </a:cubicBezTo>
                  <a:cubicBezTo>
                    <a:pt x="2941" y="32259"/>
                    <a:pt x="1496" y="31913"/>
                    <a:pt x="0" y="31452"/>
                  </a:cubicBezTo>
                  <a:lnTo>
                    <a:pt x="0" y="27074"/>
                  </a:lnTo>
                  <a:cubicBezTo>
                    <a:pt x="1294" y="27777"/>
                    <a:pt x="2631" y="28303"/>
                    <a:pt x="4012" y="28651"/>
                  </a:cubicBezTo>
                  <a:cubicBezTo>
                    <a:pt x="5393" y="28995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2"/>
                  </a:cubicBezTo>
                  <a:cubicBezTo>
                    <a:pt x="15755" y="25896"/>
                    <a:pt x="16481" y="24120"/>
                    <a:pt x="16481" y="21877"/>
                  </a:cubicBezTo>
                  <a:cubicBezTo>
                    <a:pt x="16481" y="19633"/>
                    <a:pt x="15755" y="17856"/>
                    <a:pt x="14302" y="16546"/>
                  </a:cubicBezTo>
                  <a:cubicBezTo>
                    <a:pt x="12850" y="15236"/>
                    <a:pt x="10880" y="14581"/>
                    <a:pt x="8392" y="14581"/>
                  </a:cubicBezTo>
                  <a:cubicBezTo>
                    <a:pt x="7227" y="14581"/>
                    <a:pt x="6062" y="14710"/>
                    <a:pt x="4897" y="14970"/>
                  </a:cubicBezTo>
                  <a:cubicBezTo>
                    <a:pt x="3746" y="15229"/>
                    <a:pt x="2567" y="15632"/>
                    <a:pt x="1359" y="16178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69B7324A-3D0A-AAB0-8545-4D34D77D8FBF}"/>
                </a:ext>
              </a:extLst>
            </p:cNvPr>
            <p:cNvSpPr/>
            <p:nvPr/>
          </p:nvSpPr>
          <p:spPr>
            <a:xfrm>
              <a:off x="2356860" y="4702224"/>
              <a:ext cx="22265" cy="33411"/>
            </a:xfrm>
            <a:custGeom>
              <a:avLst/>
              <a:gdLst>
                <a:gd name="csX0" fmla="*/ 11135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5 w 22265"/>
                <a:gd name="csY4" fmla="*/ 29961 h 33411"/>
                <a:gd name="csX5" fmla="*/ 16205 w 22265"/>
                <a:gd name="csY5" fmla="*/ 26664 h 33411"/>
                <a:gd name="csX6" fmla="*/ 17909 w 22265"/>
                <a:gd name="csY6" fmla="*/ 16716 h 33411"/>
                <a:gd name="csX7" fmla="*/ 16205 w 22265"/>
                <a:gd name="csY7" fmla="*/ 6774 h 33411"/>
                <a:gd name="csX8" fmla="*/ 11135 w 22265"/>
                <a:gd name="csY8" fmla="*/ 3451 h 33411"/>
                <a:gd name="csX9" fmla="*/ 11135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5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5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5" y="3451"/>
                  </a:moveTo>
                  <a:cubicBezTo>
                    <a:pt x="8892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2" y="29961"/>
                    <a:pt x="11135" y="29961"/>
                  </a:cubicBezTo>
                  <a:cubicBezTo>
                    <a:pt x="13393" y="29961"/>
                    <a:pt x="15083" y="28862"/>
                    <a:pt x="16205" y="26664"/>
                  </a:cubicBezTo>
                  <a:cubicBezTo>
                    <a:pt x="17341" y="24449"/>
                    <a:pt x="17909" y="21133"/>
                    <a:pt x="17909" y="16716"/>
                  </a:cubicBezTo>
                  <a:cubicBezTo>
                    <a:pt x="17909" y="12286"/>
                    <a:pt x="17341" y="8971"/>
                    <a:pt x="16205" y="6774"/>
                  </a:cubicBezTo>
                  <a:cubicBezTo>
                    <a:pt x="15083" y="4558"/>
                    <a:pt x="13393" y="3451"/>
                    <a:pt x="11135" y="3451"/>
                  </a:cubicBezTo>
                  <a:moveTo>
                    <a:pt x="11135" y="0"/>
                  </a:moveTo>
                  <a:cubicBezTo>
                    <a:pt x="14742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2" y="33411"/>
                    <a:pt x="11135" y="33411"/>
                  </a:cubicBezTo>
                  <a:cubicBezTo>
                    <a:pt x="7525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5" y="0"/>
                    <a:pt x="11135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D128296A-D3D3-CBDE-B327-31D8B6517AC0}"/>
                </a:ext>
              </a:extLst>
            </p:cNvPr>
            <p:cNvSpPr/>
            <p:nvPr/>
          </p:nvSpPr>
          <p:spPr>
            <a:xfrm>
              <a:off x="2620173" y="4702805"/>
              <a:ext cx="20838" cy="32830"/>
            </a:xfrm>
            <a:custGeom>
              <a:avLst/>
              <a:gdLst>
                <a:gd name="csX0" fmla="*/ 1358 w 20838"/>
                <a:gd name="csY0" fmla="*/ 0 h 32830"/>
                <a:gd name="csX1" fmla="*/ 18468 w 20838"/>
                <a:gd name="csY1" fmla="*/ 0 h 32830"/>
                <a:gd name="csX2" fmla="*/ 18468 w 20838"/>
                <a:gd name="csY2" fmla="*/ 3669 h 32830"/>
                <a:gd name="csX3" fmla="*/ 5352 w 20838"/>
                <a:gd name="csY3" fmla="*/ 3669 h 32830"/>
                <a:gd name="csX4" fmla="*/ 5352 w 20838"/>
                <a:gd name="csY4" fmla="*/ 11561 h 32830"/>
                <a:gd name="csX5" fmla="*/ 7248 w 20838"/>
                <a:gd name="csY5" fmla="*/ 11087 h 32830"/>
                <a:gd name="csX6" fmla="*/ 9149 w 20838"/>
                <a:gd name="csY6" fmla="*/ 10917 h 32830"/>
                <a:gd name="csX7" fmla="*/ 17691 w 20838"/>
                <a:gd name="csY7" fmla="*/ 13873 h 32830"/>
                <a:gd name="csX8" fmla="*/ 20838 w 20838"/>
                <a:gd name="csY8" fmla="*/ 21877 h 32830"/>
                <a:gd name="csX9" fmla="*/ 17606 w 20838"/>
                <a:gd name="csY9" fmla="*/ 29966 h 32830"/>
                <a:gd name="csX10" fmla="*/ 8478 w 20838"/>
                <a:gd name="csY10" fmla="*/ 32831 h 32830"/>
                <a:gd name="csX11" fmla="*/ 4335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5 w 20838"/>
                <a:gd name="csY14" fmla="*/ 28651 h 32830"/>
                <a:gd name="csX15" fmla="*/ 8393 w 20838"/>
                <a:gd name="csY15" fmla="*/ 29167 h 32830"/>
                <a:gd name="csX16" fmla="*/ 14304 w 20838"/>
                <a:gd name="csY16" fmla="*/ 27202 h 32830"/>
                <a:gd name="csX17" fmla="*/ 16482 w 20838"/>
                <a:gd name="csY17" fmla="*/ 21877 h 32830"/>
                <a:gd name="csX18" fmla="*/ 14304 w 20838"/>
                <a:gd name="csY18" fmla="*/ 16546 h 32830"/>
                <a:gd name="csX19" fmla="*/ 8393 w 20838"/>
                <a:gd name="csY19" fmla="*/ 14581 h 32830"/>
                <a:gd name="csX20" fmla="*/ 4899 w 20838"/>
                <a:gd name="csY20" fmla="*/ 14970 h 32830"/>
                <a:gd name="csX21" fmla="*/ 1358 w 20838"/>
                <a:gd name="csY21" fmla="*/ 16178 h 32830"/>
                <a:gd name="csX22" fmla="*/ 1358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8" y="0"/>
                  </a:moveTo>
                  <a:lnTo>
                    <a:pt x="18468" y="0"/>
                  </a:lnTo>
                  <a:lnTo>
                    <a:pt x="18468" y="3669"/>
                  </a:lnTo>
                  <a:lnTo>
                    <a:pt x="5352" y="3669"/>
                  </a:lnTo>
                  <a:lnTo>
                    <a:pt x="5352" y="11561"/>
                  </a:lnTo>
                  <a:cubicBezTo>
                    <a:pt x="5984" y="11348"/>
                    <a:pt x="6616" y="11190"/>
                    <a:pt x="7248" y="11087"/>
                  </a:cubicBezTo>
                  <a:cubicBezTo>
                    <a:pt x="7880" y="10974"/>
                    <a:pt x="8514" y="10917"/>
                    <a:pt x="9149" y="10917"/>
                  </a:cubicBezTo>
                  <a:cubicBezTo>
                    <a:pt x="12742" y="10917"/>
                    <a:pt x="15589" y="11902"/>
                    <a:pt x="17691" y="13873"/>
                  </a:cubicBezTo>
                  <a:cubicBezTo>
                    <a:pt x="19789" y="15843"/>
                    <a:pt x="20838" y="18511"/>
                    <a:pt x="20838" y="21877"/>
                  </a:cubicBezTo>
                  <a:cubicBezTo>
                    <a:pt x="20838" y="25342"/>
                    <a:pt x="19761" y="28038"/>
                    <a:pt x="17606" y="29966"/>
                  </a:cubicBezTo>
                  <a:cubicBezTo>
                    <a:pt x="15447" y="31876"/>
                    <a:pt x="12405" y="32831"/>
                    <a:pt x="8478" y="32831"/>
                  </a:cubicBezTo>
                  <a:cubicBezTo>
                    <a:pt x="7125" y="32831"/>
                    <a:pt x="5744" y="32717"/>
                    <a:pt x="4335" y="32490"/>
                  </a:cubicBezTo>
                  <a:cubicBezTo>
                    <a:pt x="2940" y="32259"/>
                    <a:pt x="1495" y="31913"/>
                    <a:pt x="0" y="31452"/>
                  </a:cubicBezTo>
                  <a:lnTo>
                    <a:pt x="0" y="27074"/>
                  </a:lnTo>
                  <a:cubicBezTo>
                    <a:pt x="1296" y="27777"/>
                    <a:pt x="2634" y="28303"/>
                    <a:pt x="4015" y="28651"/>
                  </a:cubicBezTo>
                  <a:cubicBezTo>
                    <a:pt x="5393" y="28995"/>
                    <a:pt x="6852" y="29167"/>
                    <a:pt x="8393" y="29167"/>
                  </a:cubicBezTo>
                  <a:cubicBezTo>
                    <a:pt x="10882" y="29167"/>
                    <a:pt x="12852" y="28512"/>
                    <a:pt x="14304" y="27202"/>
                  </a:cubicBezTo>
                  <a:cubicBezTo>
                    <a:pt x="15756" y="25896"/>
                    <a:pt x="16482" y="24120"/>
                    <a:pt x="16482" y="21877"/>
                  </a:cubicBezTo>
                  <a:cubicBezTo>
                    <a:pt x="16482" y="19633"/>
                    <a:pt x="15756" y="17856"/>
                    <a:pt x="14304" y="16546"/>
                  </a:cubicBezTo>
                  <a:cubicBezTo>
                    <a:pt x="12852" y="15236"/>
                    <a:pt x="10882" y="14581"/>
                    <a:pt x="8393" y="14581"/>
                  </a:cubicBezTo>
                  <a:cubicBezTo>
                    <a:pt x="7228" y="14581"/>
                    <a:pt x="6064" y="14710"/>
                    <a:pt x="4899" y="14970"/>
                  </a:cubicBezTo>
                  <a:cubicBezTo>
                    <a:pt x="3749" y="15229"/>
                    <a:pt x="2569" y="15632"/>
                    <a:pt x="1358" y="16178"/>
                  </a:cubicBezTo>
                  <a:lnTo>
                    <a:pt x="1358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9E54B267-E94D-0DC8-FAB4-F247132C4F6C}"/>
                </a:ext>
              </a:extLst>
            </p:cNvPr>
            <p:cNvSpPr/>
            <p:nvPr/>
          </p:nvSpPr>
          <p:spPr>
            <a:xfrm>
              <a:off x="2868975" y="4702805"/>
              <a:ext cx="19181" cy="32207"/>
            </a:xfrm>
            <a:custGeom>
              <a:avLst/>
              <a:gdLst>
                <a:gd name="csX0" fmla="*/ 628 w 19181"/>
                <a:gd name="csY0" fmla="*/ 28539 h 32207"/>
                <a:gd name="csX1" fmla="*/ 7748 w 19181"/>
                <a:gd name="csY1" fmla="*/ 28539 h 32207"/>
                <a:gd name="csX2" fmla="*/ 7748 w 19181"/>
                <a:gd name="csY2" fmla="*/ 3967 h 32207"/>
                <a:gd name="csX3" fmla="*/ 0 w 19181"/>
                <a:gd name="csY3" fmla="*/ 5522 h 32207"/>
                <a:gd name="csX4" fmla="*/ 0 w 19181"/>
                <a:gd name="csY4" fmla="*/ 1555 h 32207"/>
                <a:gd name="csX5" fmla="*/ 7706 w 19181"/>
                <a:gd name="csY5" fmla="*/ 0 h 32207"/>
                <a:gd name="csX6" fmla="*/ 12062 w 19181"/>
                <a:gd name="csY6" fmla="*/ 0 h 32207"/>
                <a:gd name="csX7" fmla="*/ 12062 w 19181"/>
                <a:gd name="csY7" fmla="*/ 28539 h 32207"/>
                <a:gd name="csX8" fmla="*/ 19182 w 19181"/>
                <a:gd name="csY8" fmla="*/ 28539 h 32207"/>
                <a:gd name="csX9" fmla="*/ 19182 w 19181"/>
                <a:gd name="csY9" fmla="*/ 32208 h 32207"/>
                <a:gd name="csX10" fmla="*/ 628 w 19181"/>
                <a:gd name="csY10" fmla="*/ 32208 h 32207"/>
                <a:gd name="csX11" fmla="*/ 628 w 19181"/>
                <a:gd name="csY11" fmla="*/ 28539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81" h="32207">
                  <a:moveTo>
                    <a:pt x="628" y="28539"/>
                  </a:moveTo>
                  <a:lnTo>
                    <a:pt x="7748" y="28539"/>
                  </a:lnTo>
                  <a:lnTo>
                    <a:pt x="7748" y="3967"/>
                  </a:lnTo>
                  <a:lnTo>
                    <a:pt x="0" y="5522"/>
                  </a:lnTo>
                  <a:lnTo>
                    <a:pt x="0" y="1555"/>
                  </a:lnTo>
                  <a:lnTo>
                    <a:pt x="7706" y="0"/>
                  </a:lnTo>
                  <a:lnTo>
                    <a:pt x="12062" y="0"/>
                  </a:lnTo>
                  <a:lnTo>
                    <a:pt x="12062" y="28539"/>
                  </a:lnTo>
                  <a:lnTo>
                    <a:pt x="19182" y="28539"/>
                  </a:lnTo>
                  <a:lnTo>
                    <a:pt x="19182" y="32208"/>
                  </a:lnTo>
                  <a:lnTo>
                    <a:pt x="628" y="32208"/>
                  </a:lnTo>
                  <a:lnTo>
                    <a:pt x="628" y="28539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F260DC01-3487-D414-D170-339493A4B3C7}"/>
                </a:ext>
              </a:extLst>
            </p:cNvPr>
            <p:cNvSpPr/>
            <p:nvPr/>
          </p:nvSpPr>
          <p:spPr>
            <a:xfrm>
              <a:off x="2895144" y="4702224"/>
              <a:ext cx="22265" cy="33411"/>
            </a:xfrm>
            <a:custGeom>
              <a:avLst/>
              <a:gdLst>
                <a:gd name="csX0" fmla="*/ 11130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0 w 22265"/>
                <a:gd name="csY4" fmla="*/ 29961 h 33411"/>
                <a:gd name="csX5" fmla="*/ 16200 w 22265"/>
                <a:gd name="csY5" fmla="*/ 26664 h 33411"/>
                <a:gd name="csX6" fmla="*/ 17904 w 22265"/>
                <a:gd name="csY6" fmla="*/ 16716 h 33411"/>
                <a:gd name="csX7" fmla="*/ 16200 w 22265"/>
                <a:gd name="csY7" fmla="*/ 6774 h 33411"/>
                <a:gd name="csX8" fmla="*/ 11130 w 22265"/>
                <a:gd name="csY8" fmla="*/ 3451 h 33411"/>
                <a:gd name="csX9" fmla="*/ 11130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0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0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0" y="3451"/>
                  </a:moveTo>
                  <a:cubicBezTo>
                    <a:pt x="8890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0" y="29961"/>
                    <a:pt x="11130" y="29961"/>
                  </a:cubicBezTo>
                  <a:cubicBezTo>
                    <a:pt x="13388" y="29961"/>
                    <a:pt x="15078" y="28862"/>
                    <a:pt x="16200" y="26664"/>
                  </a:cubicBezTo>
                  <a:cubicBezTo>
                    <a:pt x="17336" y="24449"/>
                    <a:pt x="17904" y="21133"/>
                    <a:pt x="17904" y="16716"/>
                  </a:cubicBezTo>
                  <a:cubicBezTo>
                    <a:pt x="17904" y="12286"/>
                    <a:pt x="17336" y="8971"/>
                    <a:pt x="16200" y="6774"/>
                  </a:cubicBezTo>
                  <a:cubicBezTo>
                    <a:pt x="15078" y="4558"/>
                    <a:pt x="13388" y="3451"/>
                    <a:pt x="11130" y="3451"/>
                  </a:cubicBezTo>
                  <a:moveTo>
                    <a:pt x="11130" y="0"/>
                  </a:moveTo>
                  <a:cubicBezTo>
                    <a:pt x="14741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1" y="33411"/>
                    <a:pt x="11130" y="33411"/>
                  </a:cubicBezTo>
                  <a:cubicBezTo>
                    <a:pt x="7523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3" y="0"/>
                    <a:pt x="11130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7A0CCABB-6B8E-B2F8-629B-CEFCF54C6ECB}"/>
                </a:ext>
              </a:extLst>
            </p:cNvPr>
            <p:cNvSpPr/>
            <p:nvPr/>
          </p:nvSpPr>
          <p:spPr>
            <a:xfrm>
              <a:off x="2479578" y="4762417"/>
              <a:ext cx="25444" cy="23149"/>
            </a:xfrm>
            <a:custGeom>
              <a:avLst/>
              <a:gdLst>
                <a:gd name="csX0" fmla="*/ 25445 w 25444"/>
                <a:gd name="csY0" fmla="*/ 3366 h 23149"/>
                <a:gd name="csX1" fmla="*/ 24571 w 25444"/>
                <a:gd name="csY1" fmla="*/ 5560 h 23149"/>
                <a:gd name="csX2" fmla="*/ 22697 w 25444"/>
                <a:gd name="csY2" fmla="*/ 6337 h 23149"/>
                <a:gd name="csX3" fmla="*/ 21254 w 25444"/>
                <a:gd name="csY3" fmla="*/ 5789 h 23149"/>
                <a:gd name="csX4" fmla="*/ 20753 w 25444"/>
                <a:gd name="csY4" fmla="*/ 4537 h 23149"/>
                <a:gd name="csX5" fmla="*/ 21451 w 25444"/>
                <a:gd name="csY5" fmla="*/ 2769 h 23149"/>
                <a:gd name="csX6" fmla="*/ 23197 w 25444"/>
                <a:gd name="csY6" fmla="*/ 1768 h 23149"/>
                <a:gd name="csX7" fmla="*/ 20652 w 25444"/>
                <a:gd name="csY7" fmla="*/ 1124 h 23149"/>
                <a:gd name="csX8" fmla="*/ 18783 w 25444"/>
                <a:gd name="csY8" fmla="*/ 1646 h 23149"/>
                <a:gd name="csX9" fmla="*/ 17409 w 25444"/>
                <a:gd name="csY9" fmla="*/ 2844 h 23149"/>
                <a:gd name="csX10" fmla="*/ 16461 w 25444"/>
                <a:gd name="csY10" fmla="*/ 4489 h 23149"/>
                <a:gd name="csX11" fmla="*/ 15864 w 25444"/>
                <a:gd name="csY11" fmla="*/ 6012 h 23149"/>
                <a:gd name="csX12" fmla="*/ 15587 w 25444"/>
                <a:gd name="csY12" fmla="*/ 7157 h 23149"/>
                <a:gd name="csX13" fmla="*/ 13841 w 25444"/>
                <a:gd name="csY13" fmla="*/ 14144 h 23149"/>
                <a:gd name="csX14" fmla="*/ 12994 w 25444"/>
                <a:gd name="csY14" fmla="*/ 18633 h 23149"/>
                <a:gd name="csX15" fmla="*/ 13692 w 25444"/>
                <a:gd name="csY15" fmla="*/ 21056 h 23149"/>
                <a:gd name="csX16" fmla="*/ 15790 w 25444"/>
                <a:gd name="csY16" fmla="*/ 22004 h 23149"/>
                <a:gd name="csX17" fmla="*/ 16961 w 25444"/>
                <a:gd name="csY17" fmla="*/ 21850 h 23149"/>
                <a:gd name="csX18" fmla="*/ 18383 w 25444"/>
                <a:gd name="csY18" fmla="*/ 21227 h 23149"/>
                <a:gd name="csX19" fmla="*/ 19927 w 25444"/>
                <a:gd name="csY19" fmla="*/ 20055 h 23149"/>
                <a:gd name="csX20" fmla="*/ 21403 w 25444"/>
                <a:gd name="csY20" fmla="*/ 18112 h 23149"/>
                <a:gd name="csX21" fmla="*/ 22601 w 25444"/>
                <a:gd name="csY21" fmla="*/ 15316 h 23149"/>
                <a:gd name="csX22" fmla="*/ 23251 w 25444"/>
                <a:gd name="csY22" fmla="*/ 14767 h 23149"/>
                <a:gd name="csX23" fmla="*/ 23874 w 25444"/>
                <a:gd name="csY23" fmla="*/ 15268 h 23149"/>
                <a:gd name="csX24" fmla="*/ 23522 w 25444"/>
                <a:gd name="csY24" fmla="*/ 16588 h 23149"/>
                <a:gd name="csX25" fmla="*/ 22473 w 25444"/>
                <a:gd name="csY25" fmla="*/ 18607 h 23149"/>
                <a:gd name="csX26" fmla="*/ 20854 w 25444"/>
                <a:gd name="csY26" fmla="*/ 20753 h 23149"/>
                <a:gd name="csX27" fmla="*/ 18559 w 25444"/>
                <a:gd name="csY27" fmla="*/ 22452 h 23149"/>
                <a:gd name="csX28" fmla="*/ 15689 w 25444"/>
                <a:gd name="csY28" fmla="*/ 23149 h 23149"/>
                <a:gd name="csX29" fmla="*/ 12121 w 25444"/>
                <a:gd name="csY29" fmla="*/ 22004 h 23149"/>
                <a:gd name="csX30" fmla="*/ 10177 w 25444"/>
                <a:gd name="csY30" fmla="*/ 19256 h 23149"/>
                <a:gd name="csX31" fmla="*/ 9879 w 25444"/>
                <a:gd name="csY31" fmla="*/ 19784 h 23149"/>
                <a:gd name="csX32" fmla="*/ 9176 w 25444"/>
                <a:gd name="csY32" fmla="*/ 20753 h 23149"/>
                <a:gd name="csX33" fmla="*/ 8105 w 25444"/>
                <a:gd name="csY33" fmla="*/ 21903 h 23149"/>
                <a:gd name="csX34" fmla="*/ 6635 w 25444"/>
                <a:gd name="csY34" fmla="*/ 22750 h 23149"/>
                <a:gd name="csX35" fmla="*/ 4814 w 25444"/>
                <a:gd name="csY35" fmla="*/ 23149 h 23149"/>
                <a:gd name="csX36" fmla="*/ 2540 w 25444"/>
                <a:gd name="csY36" fmla="*/ 22798 h 23149"/>
                <a:gd name="csX37" fmla="*/ 746 w 25444"/>
                <a:gd name="csY37" fmla="*/ 21653 h 23149"/>
                <a:gd name="csX38" fmla="*/ 0 w 25444"/>
                <a:gd name="csY38" fmla="*/ 19757 h 23149"/>
                <a:gd name="csX39" fmla="*/ 820 w 25444"/>
                <a:gd name="csY39" fmla="*/ 17686 h 23149"/>
                <a:gd name="csX40" fmla="*/ 2817 w 25444"/>
                <a:gd name="csY40" fmla="*/ 16812 h 23149"/>
                <a:gd name="csX41" fmla="*/ 4117 w 25444"/>
                <a:gd name="csY41" fmla="*/ 17238 h 23149"/>
                <a:gd name="csX42" fmla="*/ 4713 w 25444"/>
                <a:gd name="csY42" fmla="*/ 18585 h 23149"/>
                <a:gd name="csX43" fmla="*/ 4015 w 25444"/>
                <a:gd name="csY43" fmla="*/ 20380 h 23149"/>
                <a:gd name="csX44" fmla="*/ 2317 w 25444"/>
                <a:gd name="csY44" fmla="*/ 21355 h 23149"/>
                <a:gd name="csX45" fmla="*/ 4862 w 25444"/>
                <a:gd name="csY45" fmla="*/ 22004 h 23149"/>
                <a:gd name="csX46" fmla="*/ 7807 w 25444"/>
                <a:gd name="csY46" fmla="*/ 20556 h 23149"/>
                <a:gd name="csX47" fmla="*/ 9729 w 25444"/>
                <a:gd name="csY47" fmla="*/ 16690 h 23149"/>
                <a:gd name="csX48" fmla="*/ 11870 w 25444"/>
                <a:gd name="csY48" fmla="*/ 8281 h 23149"/>
                <a:gd name="csX49" fmla="*/ 12472 w 25444"/>
                <a:gd name="csY49" fmla="*/ 4537 h 23149"/>
                <a:gd name="csX50" fmla="*/ 12195 w 25444"/>
                <a:gd name="csY50" fmla="*/ 2769 h 23149"/>
                <a:gd name="csX51" fmla="*/ 11450 w 25444"/>
                <a:gd name="csY51" fmla="*/ 1720 h 23149"/>
                <a:gd name="csX52" fmla="*/ 10576 w 25444"/>
                <a:gd name="csY52" fmla="*/ 1246 h 23149"/>
                <a:gd name="csX53" fmla="*/ 9729 w 25444"/>
                <a:gd name="csY53" fmla="*/ 1124 h 23149"/>
                <a:gd name="csX54" fmla="*/ 8132 w 25444"/>
                <a:gd name="csY54" fmla="*/ 1422 h 23149"/>
                <a:gd name="csX55" fmla="*/ 6311 w 25444"/>
                <a:gd name="csY55" fmla="*/ 2418 h 23149"/>
                <a:gd name="csX56" fmla="*/ 4415 w 25444"/>
                <a:gd name="csY56" fmla="*/ 4489 h 23149"/>
                <a:gd name="csX57" fmla="*/ 2865 w 25444"/>
                <a:gd name="csY57" fmla="*/ 7807 h 23149"/>
                <a:gd name="csX58" fmla="*/ 2194 w 25444"/>
                <a:gd name="csY58" fmla="*/ 8382 h 23149"/>
                <a:gd name="csX59" fmla="*/ 1592 w 25444"/>
                <a:gd name="csY59" fmla="*/ 7855 h 23149"/>
                <a:gd name="csX60" fmla="*/ 1917 w 25444"/>
                <a:gd name="csY60" fmla="*/ 6561 h 23149"/>
                <a:gd name="csX61" fmla="*/ 2966 w 25444"/>
                <a:gd name="csY61" fmla="*/ 4537 h 23149"/>
                <a:gd name="csX62" fmla="*/ 4612 w 25444"/>
                <a:gd name="csY62" fmla="*/ 2418 h 23149"/>
                <a:gd name="csX63" fmla="*/ 6934 w 25444"/>
                <a:gd name="csY63" fmla="*/ 698 h 23149"/>
                <a:gd name="csX64" fmla="*/ 9825 w 25444"/>
                <a:gd name="csY64" fmla="*/ 0 h 23149"/>
                <a:gd name="csX65" fmla="*/ 11151 w 25444"/>
                <a:gd name="csY65" fmla="*/ 149 h 23149"/>
                <a:gd name="csX66" fmla="*/ 12621 w 25444"/>
                <a:gd name="csY66" fmla="*/ 650 h 23149"/>
                <a:gd name="csX67" fmla="*/ 14165 w 25444"/>
                <a:gd name="csY67" fmla="*/ 1843 h 23149"/>
                <a:gd name="csX68" fmla="*/ 15342 w 25444"/>
                <a:gd name="csY68" fmla="*/ 3866 h 23149"/>
                <a:gd name="csX69" fmla="*/ 16040 w 25444"/>
                <a:gd name="csY69" fmla="*/ 2743 h 23149"/>
                <a:gd name="csX70" fmla="*/ 17110 w 25444"/>
                <a:gd name="csY70" fmla="*/ 1523 h 23149"/>
                <a:gd name="csX71" fmla="*/ 18708 w 25444"/>
                <a:gd name="csY71" fmla="*/ 421 h 23149"/>
                <a:gd name="csX72" fmla="*/ 20705 w 25444"/>
                <a:gd name="csY72" fmla="*/ 0 h 23149"/>
                <a:gd name="csX73" fmla="*/ 22723 w 25444"/>
                <a:gd name="csY73" fmla="*/ 272 h 23149"/>
                <a:gd name="csX74" fmla="*/ 24571 w 25444"/>
                <a:gd name="csY74" fmla="*/ 1347 h 23149"/>
                <a:gd name="csX75" fmla="*/ 25445 w 25444"/>
                <a:gd name="csY75" fmla="*/ 3366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5444" h="23149">
                  <a:moveTo>
                    <a:pt x="25445" y="3366"/>
                  </a:moveTo>
                  <a:cubicBezTo>
                    <a:pt x="25445" y="4299"/>
                    <a:pt x="25153" y="5031"/>
                    <a:pt x="24571" y="5560"/>
                  </a:cubicBezTo>
                  <a:cubicBezTo>
                    <a:pt x="23989" y="6078"/>
                    <a:pt x="23364" y="6337"/>
                    <a:pt x="22697" y="6337"/>
                  </a:cubicBezTo>
                  <a:cubicBezTo>
                    <a:pt x="22065" y="6337"/>
                    <a:pt x="21584" y="6154"/>
                    <a:pt x="21254" y="5789"/>
                  </a:cubicBezTo>
                  <a:cubicBezTo>
                    <a:pt x="20920" y="5423"/>
                    <a:pt x="20753" y="5006"/>
                    <a:pt x="20753" y="4537"/>
                  </a:cubicBezTo>
                  <a:cubicBezTo>
                    <a:pt x="20753" y="3905"/>
                    <a:pt x="20985" y="3316"/>
                    <a:pt x="21451" y="2769"/>
                  </a:cubicBezTo>
                  <a:cubicBezTo>
                    <a:pt x="21916" y="2219"/>
                    <a:pt x="22498" y="1885"/>
                    <a:pt x="23197" y="1768"/>
                  </a:cubicBezTo>
                  <a:cubicBezTo>
                    <a:pt x="22516" y="1338"/>
                    <a:pt x="21667" y="1124"/>
                    <a:pt x="20652" y="1124"/>
                  </a:cubicBezTo>
                  <a:cubicBezTo>
                    <a:pt x="19988" y="1124"/>
                    <a:pt x="19365" y="1298"/>
                    <a:pt x="18783" y="1646"/>
                  </a:cubicBezTo>
                  <a:cubicBezTo>
                    <a:pt x="18218" y="1993"/>
                    <a:pt x="17760" y="2393"/>
                    <a:pt x="17409" y="2844"/>
                  </a:cubicBezTo>
                  <a:cubicBezTo>
                    <a:pt x="17078" y="3291"/>
                    <a:pt x="16763" y="3840"/>
                    <a:pt x="16461" y="4489"/>
                  </a:cubicBezTo>
                  <a:cubicBezTo>
                    <a:pt x="16180" y="5121"/>
                    <a:pt x="15981" y="5629"/>
                    <a:pt x="15864" y="6012"/>
                  </a:cubicBezTo>
                  <a:cubicBezTo>
                    <a:pt x="15765" y="6378"/>
                    <a:pt x="15673" y="6760"/>
                    <a:pt x="15587" y="7157"/>
                  </a:cubicBezTo>
                  <a:lnTo>
                    <a:pt x="13841" y="14144"/>
                  </a:lnTo>
                  <a:cubicBezTo>
                    <a:pt x="13276" y="16356"/>
                    <a:pt x="12994" y="17852"/>
                    <a:pt x="12994" y="18633"/>
                  </a:cubicBezTo>
                  <a:cubicBezTo>
                    <a:pt x="12994" y="19599"/>
                    <a:pt x="13226" y="20407"/>
                    <a:pt x="13692" y="21056"/>
                  </a:cubicBezTo>
                  <a:cubicBezTo>
                    <a:pt x="14160" y="21688"/>
                    <a:pt x="14860" y="22004"/>
                    <a:pt x="15790" y="22004"/>
                  </a:cubicBezTo>
                  <a:cubicBezTo>
                    <a:pt x="16155" y="22004"/>
                    <a:pt x="16546" y="21953"/>
                    <a:pt x="16961" y="21850"/>
                  </a:cubicBezTo>
                  <a:cubicBezTo>
                    <a:pt x="17377" y="21736"/>
                    <a:pt x="17851" y="21529"/>
                    <a:pt x="18383" y="21227"/>
                  </a:cubicBezTo>
                  <a:cubicBezTo>
                    <a:pt x="18933" y="20911"/>
                    <a:pt x="19448" y="20520"/>
                    <a:pt x="19927" y="20055"/>
                  </a:cubicBezTo>
                  <a:cubicBezTo>
                    <a:pt x="20428" y="19572"/>
                    <a:pt x="20920" y="18925"/>
                    <a:pt x="21403" y="18112"/>
                  </a:cubicBezTo>
                  <a:cubicBezTo>
                    <a:pt x="21886" y="17295"/>
                    <a:pt x="22285" y="16363"/>
                    <a:pt x="22601" y="15316"/>
                  </a:cubicBezTo>
                  <a:cubicBezTo>
                    <a:pt x="22700" y="14950"/>
                    <a:pt x="22917" y="14767"/>
                    <a:pt x="23251" y="14767"/>
                  </a:cubicBezTo>
                  <a:cubicBezTo>
                    <a:pt x="23666" y="14767"/>
                    <a:pt x="23874" y="14934"/>
                    <a:pt x="23874" y="15268"/>
                  </a:cubicBezTo>
                  <a:cubicBezTo>
                    <a:pt x="23874" y="15548"/>
                    <a:pt x="23756" y="15989"/>
                    <a:pt x="23522" y="16588"/>
                  </a:cubicBezTo>
                  <a:cubicBezTo>
                    <a:pt x="23306" y="17171"/>
                    <a:pt x="22956" y="17843"/>
                    <a:pt x="22473" y="18607"/>
                  </a:cubicBezTo>
                  <a:cubicBezTo>
                    <a:pt x="22008" y="19356"/>
                    <a:pt x="21468" y="20071"/>
                    <a:pt x="20854" y="20753"/>
                  </a:cubicBezTo>
                  <a:cubicBezTo>
                    <a:pt x="20236" y="21420"/>
                    <a:pt x="19471" y="21987"/>
                    <a:pt x="18559" y="22452"/>
                  </a:cubicBezTo>
                  <a:cubicBezTo>
                    <a:pt x="17643" y="22917"/>
                    <a:pt x="16686" y="23149"/>
                    <a:pt x="15689" y="23149"/>
                  </a:cubicBezTo>
                  <a:cubicBezTo>
                    <a:pt x="14258" y="23149"/>
                    <a:pt x="13068" y="22768"/>
                    <a:pt x="12121" y="22004"/>
                  </a:cubicBezTo>
                  <a:cubicBezTo>
                    <a:pt x="11173" y="21238"/>
                    <a:pt x="10525" y="20322"/>
                    <a:pt x="10177" y="19256"/>
                  </a:cubicBezTo>
                  <a:cubicBezTo>
                    <a:pt x="10092" y="19406"/>
                    <a:pt x="9992" y="19581"/>
                    <a:pt x="9879" y="19784"/>
                  </a:cubicBezTo>
                  <a:cubicBezTo>
                    <a:pt x="9761" y="19983"/>
                    <a:pt x="9527" y="20306"/>
                    <a:pt x="9176" y="20753"/>
                  </a:cubicBezTo>
                  <a:cubicBezTo>
                    <a:pt x="8845" y="21186"/>
                    <a:pt x="8489" y="21569"/>
                    <a:pt x="8105" y="21903"/>
                  </a:cubicBezTo>
                  <a:cubicBezTo>
                    <a:pt x="7722" y="22219"/>
                    <a:pt x="7232" y="22501"/>
                    <a:pt x="6635" y="22750"/>
                  </a:cubicBezTo>
                  <a:cubicBezTo>
                    <a:pt x="6053" y="23016"/>
                    <a:pt x="5446" y="23149"/>
                    <a:pt x="4814" y="23149"/>
                  </a:cubicBezTo>
                  <a:cubicBezTo>
                    <a:pt x="4015" y="23149"/>
                    <a:pt x="3257" y="23032"/>
                    <a:pt x="2540" y="22798"/>
                  </a:cubicBezTo>
                  <a:cubicBezTo>
                    <a:pt x="1844" y="22567"/>
                    <a:pt x="1246" y="22185"/>
                    <a:pt x="746" y="21653"/>
                  </a:cubicBezTo>
                  <a:cubicBezTo>
                    <a:pt x="249" y="21120"/>
                    <a:pt x="0" y="20488"/>
                    <a:pt x="0" y="19757"/>
                  </a:cubicBezTo>
                  <a:cubicBezTo>
                    <a:pt x="0" y="18941"/>
                    <a:pt x="273" y="18250"/>
                    <a:pt x="820" y="17686"/>
                  </a:cubicBezTo>
                  <a:cubicBezTo>
                    <a:pt x="1385" y="17103"/>
                    <a:pt x="2050" y="16812"/>
                    <a:pt x="2817" y="16812"/>
                  </a:cubicBezTo>
                  <a:cubicBezTo>
                    <a:pt x="3300" y="16812"/>
                    <a:pt x="3733" y="16954"/>
                    <a:pt x="4117" y="17238"/>
                  </a:cubicBezTo>
                  <a:cubicBezTo>
                    <a:pt x="4514" y="17519"/>
                    <a:pt x="4713" y="17968"/>
                    <a:pt x="4713" y="18585"/>
                  </a:cubicBezTo>
                  <a:cubicBezTo>
                    <a:pt x="4713" y="19267"/>
                    <a:pt x="4480" y="19865"/>
                    <a:pt x="4015" y="20380"/>
                  </a:cubicBezTo>
                  <a:cubicBezTo>
                    <a:pt x="3550" y="20895"/>
                    <a:pt x="2984" y="21220"/>
                    <a:pt x="2317" y="21355"/>
                  </a:cubicBezTo>
                  <a:cubicBezTo>
                    <a:pt x="2998" y="21788"/>
                    <a:pt x="3847" y="22004"/>
                    <a:pt x="4862" y="22004"/>
                  </a:cubicBezTo>
                  <a:cubicBezTo>
                    <a:pt x="5959" y="22004"/>
                    <a:pt x="6941" y="21522"/>
                    <a:pt x="7807" y="20556"/>
                  </a:cubicBezTo>
                  <a:cubicBezTo>
                    <a:pt x="8670" y="19590"/>
                    <a:pt x="9310" y="18301"/>
                    <a:pt x="9729" y="16690"/>
                  </a:cubicBezTo>
                  <a:cubicBezTo>
                    <a:pt x="10759" y="12813"/>
                    <a:pt x="11473" y="10010"/>
                    <a:pt x="11870" y="8281"/>
                  </a:cubicBezTo>
                  <a:cubicBezTo>
                    <a:pt x="12271" y="6534"/>
                    <a:pt x="12472" y="5286"/>
                    <a:pt x="12472" y="4537"/>
                  </a:cubicBezTo>
                  <a:cubicBezTo>
                    <a:pt x="12472" y="3841"/>
                    <a:pt x="12380" y="3252"/>
                    <a:pt x="12195" y="2769"/>
                  </a:cubicBezTo>
                  <a:cubicBezTo>
                    <a:pt x="12014" y="2286"/>
                    <a:pt x="11765" y="1937"/>
                    <a:pt x="11450" y="1720"/>
                  </a:cubicBezTo>
                  <a:cubicBezTo>
                    <a:pt x="11148" y="1486"/>
                    <a:pt x="10857" y="1328"/>
                    <a:pt x="10576" y="1246"/>
                  </a:cubicBezTo>
                  <a:cubicBezTo>
                    <a:pt x="10310" y="1164"/>
                    <a:pt x="10028" y="1124"/>
                    <a:pt x="9729" y="1124"/>
                  </a:cubicBezTo>
                  <a:cubicBezTo>
                    <a:pt x="9229" y="1124"/>
                    <a:pt x="8696" y="1223"/>
                    <a:pt x="8132" y="1422"/>
                  </a:cubicBezTo>
                  <a:cubicBezTo>
                    <a:pt x="7582" y="1621"/>
                    <a:pt x="6974" y="1953"/>
                    <a:pt x="6311" y="2418"/>
                  </a:cubicBezTo>
                  <a:cubicBezTo>
                    <a:pt x="5661" y="2869"/>
                    <a:pt x="5029" y="3559"/>
                    <a:pt x="4415" y="4489"/>
                  </a:cubicBezTo>
                  <a:cubicBezTo>
                    <a:pt x="3797" y="5419"/>
                    <a:pt x="3280" y="6525"/>
                    <a:pt x="2865" y="7807"/>
                  </a:cubicBezTo>
                  <a:cubicBezTo>
                    <a:pt x="2783" y="8190"/>
                    <a:pt x="2560" y="8382"/>
                    <a:pt x="2194" y="8382"/>
                  </a:cubicBezTo>
                  <a:cubicBezTo>
                    <a:pt x="1793" y="8364"/>
                    <a:pt x="1592" y="8189"/>
                    <a:pt x="1592" y="7855"/>
                  </a:cubicBezTo>
                  <a:cubicBezTo>
                    <a:pt x="1592" y="7574"/>
                    <a:pt x="1701" y="7143"/>
                    <a:pt x="1917" y="6561"/>
                  </a:cubicBezTo>
                  <a:cubicBezTo>
                    <a:pt x="2151" y="5961"/>
                    <a:pt x="2501" y="5286"/>
                    <a:pt x="2966" y="4537"/>
                  </a:cubicBezTo>
                  <a:cubicBezTo>
                    <a:pt x="3449" y="3792"/>
                    <a:pt x="3998" y="3085"/>
                    <a:pt x="4612" y="2418"/>
                  </a:cubicBezTo>
                  <a:cubicBezTo>
                    <a:pt x="5244" y="1736"/>
                    <a:pt x="6018" y="1163"/>
                    <a:pt x="6934" y="698"/>
                  </a:cubicBezTo>
                  <a:cubicBezTo>
                    <a:pt x="7864" y="233"/>
                    <a:pt x="8828" y="0"/>
                    <a:pt x="9825" y="0"/>
                  </a:cubicBezTo>
                  <a:cubicBezTo>
                    <a:pt x="10276" y="0"/>
                    <a:pt x="10718" y="50"/>
                    <a:pt x="11151" y="149"/>
                  </a:cubicBezTo>
                  <a:cubicBezTo>
                    <a:pt x="11599" y="231"/>
                    <a:pt x="12089" y="398"/>
                    <a:pt x="12621" y="650"/>
                  </a:cubicBezTo>
                  <a:cubicBezTo>
                    <a:pt x="13171" y="898"/>
                    <a:pt x="13686" y="1296"/>
                    <a:pt x="14165" y="1843"/>
                  </a:cubicBezTo>
                  <a:cubicBezTo>
                    <a:pt x="14648" y="2393"/>
                    <a:pt x="15041" y="3067"/>
                    <a:pt x="15342" y="3866"/>
                  </a:cubicBezTo>
                  <a:cubicBezTo>
                    <a:pt x="15541" y="3483"/>
                    <a:pt x="15774" y="3108"/>
                    <a:pt x="16040" y="2743"/>
                  </a:cubicBezTo>
                  <a:cubicBezTo>
                    <a:pt x="16320" y="2377"/>
                    <a:pt x="16677" y="1970"/>
                    <a:pt x="17110" y="1523"/>
                  </a:cubicBezTo>
                  <a:cubicBezTo>
                    <a:pt x="17561" y="1054"/>
                    <a:pt x="18094" y="687"/>
                    <a:pt x="18708" y="421"/>
                  </a:cubicBezTo>
                  <a:cubicBezTo>
                    <a:pt x="19340" y="140"/>
                    <a:pt x="20006" y="0"/>
                    <a:pt x="20705" y="0"/>
                  </a:cubicBezTo>
                  <a:cubicBezTo>
                    <a:pt x="21387" y="0"/>
                    <a:pt x="22059" y="90"/>
                    <a:pt x="22723" y="272"/>
                  </a:cubicBezTo>
                  <a:cubicBezTo>
                    <a:pt x="23391" y="438"/>
                    <a:pt x="24007" y="797"/>
                    <a:pt x="24571" y="1347"/>
                  </a:cubicBezTo>
                  <a:cubicBezTo>
                    <a:pt x="25153" y="1880"/>
                    <a:pt x="25445" y="2553"/>
                    <a:pt x="25445" y="3366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54A1C548-2D03-70A1-7886-197C50CCCCC2}"/>
                </a:ext>
              </a:extLst>
            </p:cNvPr>
            <p:cNvSpPr/>
            <p:nvPr/>
          </p:nvSpPr>
          <p:spPr>
            <a:xfrm>
              <a:off x="1959600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CA66E505-6829-D110-7CFC-8579EE799C31}"/>
                </a:ext>
              </a:extLst>
            </p:cNvPr>
            <p:cNvSpPr/>
            <p:nvPr/>
          </p:nvSpPr>
          <p:spPr>
            <a:xfrm>
              <a:off x="1959600" y="466450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6D38C65F-D3D5-18D7-77B1-637AE2371781}"/>
                </a:ext>
              </a:extLst>
            </p:cNvPr>
            <p:cNvSpPr/>
            <p:nvPr/>
          </p:nvSpPr>
          <p:spPr>
            <a:xfrm>
              <a:off x="1959600" y="4489758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D29DD9D6-CBB7-915F-8116-0F052A26554C}"/>
                </a:ext>
              </a:extLst>
            </p:cNvPr>
            <p:cNvSpPr/>
            <p:nvPr/>
          </p:nvSpPr>
          <p:spPr>
            <a:xfrm>
              <a:off x="1959600" y="431501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C043925F-A9D0-BC2D-B54D-1E42CCE6E9C3}"/>
                </a:ext>
              </a:extLst>
            </p:cNvPr>
            <p:cNvSpPr/>
            <p:nvPr/>
          </p:nvSpPr>
          <p:spPr>
            <a:xfrm>
              <a:off x="1959600" y="4140269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73524019-1CEC-EB8C-8405-5887FE9BB8D3}"/>
                </a:ext>
              </a:extLst>
            </p:cNvPr>
            <p:cNvSpPr/>
            <p:nvPr/>
          </p:nvSpPr>
          <p:spPr>
            <a:xfrm>
              <a:off x="1847904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02D5BFD0-51D3-C1AB-7708-505969B5BB54}"/>
                </a:ext>
              </a:extLst>
            </p:cNvPr>
            <p:cNvSpPr/>
            <p:nvPr/>
          </p:nvSpPr>
          <p:spPr>
            <a:xfrm>
              <a:off x="1877825" y="467512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7DC27950-37B4-5031-AD11-F326C15CE3AE}"/>
                </a:ext>
              </a:extLst>
            </p:cNvPr>
            <p:cNvSpPr/>
            <p:nvPr/>
          </p:nvSpPr>
          <p:spPr>
            <a:xfrm>
              <a:off x="1890057" y="4647820"/>
              <a:ext cx="22262" cy="33416"/>
            </a:xfrm>
            <a:custGeom>
              <a:avLst/>
              <a:gdLst>
                <a:gd name="csX0" fmla="*/ 11131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1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1 w 22262"/>
                <a:gd name="csY8" fmla="*/ 3451 h 33416"/>
                <a:gd name="csX9" fmla="*/ 11131 w 22262"/>
                <a:gd name="csY9" fmla="*/ 0 h 33416"/>
                <a:gd name="csX10" fmla="*/ 19393 w 22262"/>
                <a:gd name="csY10" fmla="*/ 4292 h 33416"/>
                <a:gd name="csX11" fmla="*/ 22263 w 22262"/>
                <a:gd name="csY11" fmla="*/ 16716 h 33416"/>
                <a:gd name="csX12" fmla="*/ 19393 w 22262"/>
                <a:gd name="csY12" fmla="*/ 29146 h 33416"/>
                <a:gd name="csX13" fmla="*/ 11131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1" y="29966"/>
                  </a:cubicBezTo>
                  <a:cubicBezTo>
                    <a:pt x="13389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89" y="3451"/>
                    <a:pt x="11131" y="3451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3" y="29146"/>
                  </a:cubicBezTo>
                  <a:cubicBezTo>
                    <a:pt x="17495" y="31993"/>
                    <a:pt x="14741" y="33417"/>
                    <a:pt x="11131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37D127F5-29CE-562D-1111-D8B39216FEDD}"/>
                </a:ext>
              </a:extLst>
            </p:cNvPr>
            <p:cNvSpPr/>
            <p:nvPr/>
          </p:nvSpPr>
          <p:spPr>
            <a:xfrm>
              <a:off x="1918166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FAAB476D-76CC-A412-5C88-376C4DE71780}"/>
                </a:ext>
              </a:extLst>
            </p:cNvPr>
            <p:cNvSpPr/>
            <p:nvPr/>
          </p:nvSpPr>
          <p:spPr>
            <a:xfrm>
              <a:off x="1848832" y="4473074"/>
              <a:ext cx="22262" cy="33416"/>
            </a:xfrm>
            <a:custGeom>
              <a:avLst/>
              <a:gdLst>
                <a:gd name="csX0" fmla="*/ 11132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2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2 w 22262"/>
                <a:gd name="csY8" fmla="*/ 3452 h 33416"/>
                <a:gd name="csX9" fmla="*/ 11132 w 22262"/>
                <a:gd name="csY9" fmla="*/ 0 h 33416"/>
                <a:gd name="csX10" fmla="*/ 19394 w 22262"/>
                <a:gd name="csY10" fmla="*/ 4293 h 33416"/>
                <a:gd name="csX11" fmla="*/ 22263 w 22262"/>
                <a:gd name="csY11" fmla="*/ 16721 h 33416"/>
                <a:gd name="csX12" fmla="*/ 19394 w 22262"/>
                <a:gd name="csY12" fmla="*/ 29145 h 33416"/>
                <a:gd name="csX13" fmla="*/ 11132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2" y="29965"/>
                  </a:cubicBezTo>
                  <a:cubicBezTo>
                    <a:pt x="13390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90" y="3452"/>
                    <a:pt x="11132" y="3452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4" y="29145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EB9738EB-8C7C-939E-A96E-31C83E80652F}"/>
                </a:ext>
              </a:extLst>
            </p:cNvPr>
            <p:cNvSpPr/>
            <p:nvPr/>
          </p:nvSpPr>
          <p:spPr>
            <a:xfrm>
              <a:off x="1878753" y="4500388"/>
              <a:ext cx="4551" cy="5474"/>
            </a:xfrm>
            <a:custGeom>
              <a:avLst/>
              <a:gdLst>
                <a:gd name="csX0" fmla="*/ 0 w 4551"/>
                <a:gd name="csY0" fmla="*/ 0 h 5474"/>
                <a:gd name="csX1" fmla="*/ 4552 w 4551"/>
                <a:gd name="csY1" fmla="*/ 0 h 5474"/>
                <a:gd name="csX2" fmla="*/ 4552 w 4551"/>
                <a:gd name="csY2" fmla="*/ 5474 h 5474"/>
                <a:gd name="csX3" fmla="*/ 0 w 4551"/>
                <a:gd name="csY3" fmla="*/ 5474 h 5474"/>
                <a:gd name="csX4" fmla="*/ 0 w 4551"/>
                <a:gd name="csY4" fmla="*/ 0 h 5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4">
                  <a:moveTo>
                    <a:pt x="0" y="0"/>
                  </a:moveTo>
                  <a:lnTo>
                    <a:pt x="4552" y="0"/>
                  </a:lnTo>
                  <a:lnTo>
                    <a:pt x="4552" y="5474"/>
                  </a:lnTo>
                  <a:lnTo>
                    <a:pt x="0" y="5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8508C1EB-E1DF-721B-6A85-E5D667CF01A5}"/>
                </a:ext>
              </a:extLst>
            </p:cNvPr>
            <p:cNvSpPr/>
            <p:nvPr/>
          </p:nvSpPr>
          <p:spPr>
            <a:xfrm>
              <a:off x="1890985" y="4473074"/>
              <a:ext cx="22262" cy="33416"/>
            </a:xfrm>
            <a:custGeom>
              <a:avLst/>
              <a:gdLst>
                <a:gd name="csX0" fmla="*/ 11131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1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1 w 22262"/>
                <a:gd name="csY8" fmla="*/ 3452 h 33416"/>
                <a:gd name="csX9" fmla="*/ 11131 w 22262"/>
                <a:gd name="csY9" fmla="*/ 0 h 33416"/>
                <a:gd name="csX10" fmla="*/ 19393 w 22262"/>
                <a:gd name="csY10" fmla="*/ 4293 h 33416"/>
                <a:gd name="csX11" fmla="*/ 22263 w 22262"/>
                <a:gd name="csY11" fmla="*/ 16721 h 33416"/>
                <a:gd name="csX12" fmla="*/ 19393 w 22262"/>
                <a:gd name="csY12" fmla="*/ 29145 h 33416"/>
                <a:gd name="csX13" fmla="*/ 11131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1" y="29965"/>
                  </a:cubicBezTo>
                  <a:cubicBezTo>
                    <a:pt x="13389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89" y="3452"/>
                    <a:pt x="11131" y="3452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3" y="29145"/>
                  </a:cubicBezTo>
                  <a:cubicBezTo>
                    <a:pt x="17495" y="31992"/>
                    <a:pt x="14741" y="33416"/>
                    <a:pt x="11131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48E489C3-20D0-D6A8-5D64-B80A77F66C8F}"/>
                </a:ext>
              </a:extLst>
            </p:cNvPr>
            <p:cNvSpPr/>
            <p:nvPr/>
          </p:nvSpPr>
          <p:spPr>
            <a:xfrm>
              <a:off x="1919590" y="4473657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7 h 32833"/>
                <a:gd name="csX3" fmla="*/ 5350 w 20838"/>
                <a:gd name="csY3" fmla="*/ 3667 h 32833"/>
                <a:gd name="csX4" fmla="*/ 5350 w 20838"/>
                <a:gd name="csY4" fmla="*/ 11564 h 32833"/>
                <a:gd name="csX5" fmla="*/ 7248 w 20838"/>
                <a:gd name="csY5" fmla="*/ 11090 h 32833"/>
                <a:gd name="csX6" fmla="*/ 9147 w 20838"/>
                <a:gd name="csY6" fmla="*/ 10914 h 32833"/>
                <a:gd name="csX7" fmla="*/ 17689 w 20838"/>
                <a:gd name="csY7" fmla="*/ 13870 h 32833"/>
                <a:gd name="csX8" fmla="*/ 20839 w 20838"/>
                <a:gd name="csY8" fmla="*/ 21874 h 32833"/>
                <a:gd name="csX9" fmla="*/ 17603 w 20838"/>
                <a:gd name="csY9" fmla="*/ 29963 h 32833"/>
                <a:gd name="csX10" fmla="*/ 8478 w 20838"/>
                <a:gd name="csY10" fmla="*/ 32834 h 32833"/>
                <a:gd name="csX11" fmla="*/ 4336 w 20838"/>
                <a:gd name="csY11" fmla="*/ 32487 h 32833"/>
                <a:gd name="csX12" fmla="*/ 0 w 20838"/>
                <a:gd name="csY12" fmla="*/ 31454 h 32833"/>
                <a:gd name="csX13" fmla="*/ 0 w 20838"/>
                <a:gd name="csY13" fmla="*/ 27072 h 32833"/>
                <a:gd name="csX14" fmla="*/ 4012 w 20838"/>
                <a:gd name="csY14" fmla="*/ 28648 h 32833"/>
                <a:gd name="csX15" fmla="*/ 8392 w 20838"/>
                <a:gd name="csY15" fmla="*/ 29164 h 32833"/>
                <a:gd name="csX16" fmla="*/ 14302 w 20838"/>
                <a:gd name="csY16" fmla="*/ 27205 h 32833"/>
                <a:gd name="csX17" fmla="*/ 16481 w 20838"/>
                <a:gd name="csY17" fmla="*/ 21874 h 32833"/>
                <a:gd name="csX18" fmla="*/ 14302 w 20838"/>
                <a:gd name="csY18" fmla="*/ 16549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1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7"/>
                  </a:lnTo>
                  <a:lnTo>
                    <a:pt x="5350" y="3667"/>
                  </a:lnTo>
                  <a:lnTo>
                    <a:pt x="5350" y="11564"/>
                  </a:lnTo>
                  <a:cubicBezTo>
                    <a:pt x="5983" y="11347"/>
                    <a:pt x="6615" y="11189"/>
                    <a:pt x="7248" y="11090"/>
                  </a:cubicBezTo>
                  <a:cubicBezTo>
                    <a:pt x="7881" y="10973"/>
                    <a:pt x="8514" y="10914"/>
                    <a:pt x="9147" y="10914"/>
                  </a:cubicBezTo>
                  <a:cubicBezTo>
                    <a:pt x="12742" y="10914"/>
                    <a:pt x="15590" y="11900"/>
                    <a:pt x="17689" y="13870"/>
                  </a:cubicBezTo>
                  <a:cubicBezTo>
                    <a:pt x="19789" y="15840"/>
                    <a:pt x="20839" y="18508"/>
                    <a:pt x="20839" y="21874"/>
                  </a:cubicBezTo>
                  <a:cubicBezTo>
                    <a:pt x="20839" y="25339"/>
                    <a:pt x="19760" y="28035"/>
                    <a:pt x="17603" y="29963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8"/>
                    <a:pt x="4336" y="32487"/>
                  </a:cubicBezTo>
                  <a:cubicBezTo>
                    <a:pt x="2941" y="32257"/>
                    <a:pt x="1496" y="31912"/>
                    <a:pt x="0" y="31454"/>
                  </a:cubicBezTo>
                  <a:lnTo>
                    <a:pt x="0" y="27072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2"/>
                    <a:pt x="6853" y="29164"/>
                    <a:pt x="8392" y="29164"/>
                  </a:cubicBezTo>
                  <a:cubicBezTo>
                    <a:pt x="10880" y="29164"/>
                    <a:pt x="12850" y="28511"/>
                    <a:pt x="14302" y="27205"/>
                  </a:cubicBezTo>
                  <a:cubicBezTo>
                    <a:pt x="15755" y="25895"/>
                    <a:pt x="16481" y="24118"/>
                    <a:pt x="16481" y="21874"/>
                  </a:cubicBezTo>
                  <a:cubicBezTo>
                    <a:pt x="16481" y="19630"/>
                    <a:pt x="15755" y="17855"/>
                    <a:pt x="14302" y="16549"/>
                  </a:cubicBezTo>
                  <a:cubicBezTo>
                    <a:pt x="12850" y="15239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4"/>
                    <a:pt x="1359" y="16181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E82233EB-5B98-7376-70A9-90C0CB40E274}"/>
                </a:ext>
              </a:extLst>
            </p:cNvPr>
            <p:cNvSpPr/>
            <p:nvPr/>
          </p:nvSpPr>
          <p:spPr>
            <a:xfrm>
              <a:off x="1847904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AE4F741C-E6B0-D5D8-9A7F-AB6B101CB9F8}"/>
                </a:ext>
              </a:extLst>
            </p:cNvPr>
            <p:cNvSpPr/>
            <p:nvPr/>
          </p:nvSpPr>
          <p:spPr>
            <a:xfrm>
              <a:off x="1877825" y="432563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69B8D3DB-59B8-608B-C341-6F4322C2F38F}"/>
                </a:ext>
              </a:extLst>
            </p:cNvPr>
            <p:cNvSpPr/>
            <p:nvPr/>
          </p:nvSpPr>
          <p:spPr>
            <a:xfrm>
              <a:off x="1891999" y="4298911"/>
              <a:ext cx="19177" cy="32207"/>
            </a:xfrm>
            <a:custGeom>
              <a:avLst/>
              <a:gdLst>
                <a:gd name="csX0" fmla="*/ 625 w 19177"/>
                <a:gd name="csY0" fmla="*/ 28540 h 32207"/>
                <a:gd name="csX1" fmla="*/ 7744 w 19177"/>
                <a:gd name="csY1" fmla="*/ 28540 h 32207"/>
                <a:gd name="csX2" fmla="*/ 7744 w 19177"/>
                <a:gd name="csY2" fmla="*/ 3969 h 32207"/>
                <a:gd name="csX3" fmla="*/ 0 w 19177"/>
                <a:gd name="csY3" fmla="*/ 5522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0 h 32207"/>
                <a:gd name="csX8" fmla="*/ 19178 w 19177"/>
                <a:gd name="csY8" fmla="*/ 28540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0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0"/>
                  </a:moveTo>
                  <a:lnTo>
                    <a:pt x="7744" y="28540"/>
                  </a:lnTo>
                  <a:lnTo>
                    <a:pt x="7744" y="3969"/>
                  </a:lnTo>
                  <a:lnTo>
                    <a:pt x="0" y="5522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0"/>
                  </a:lnTo>
                  <a:lnTo>
                    <a:pt x="19178" y="28540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E0FE5C2A-E8B8-4B60-C4F5-4DB85C08CCD0}"/>
                </a:ext>
              </a:extLst>
            </p:cNvPr>
            <p:cNvSpPr/>
            <p:nvPr/>
          </p:nvSpPr>
          <p:spPr>
            <a:xfrm>
              <a:off x="1918166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59506213-C44F-D7E0-3BC0-9A03FBC0AE20}"/>
                </a:ext>
              </a:extLst>
            </p:cNvPr>
            <p:cNvSpPr/>
            <p:nvPr/>
          </p:nvSpPr>
          <p:spPr>
            <a:xfrm>
              <a:off x="1848832" y="4123583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3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3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4 h 33415"/>
                <a:gd name="csX13" fmla="*/ 11132 w 22262"/>
                <a:gd name="csY13" fmla="*/ 33416 h 33415"/>
                <a:gd name="csX14" fmla="*/ 2847 w 22262"/>
                <a:gd name="csY14" fmla="*/ 29144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3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3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4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4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1AB8C9BF-A022-709D-CBC8-C19C3034060B}"/>
                </a:ext>
              </a:extLst>
            </p:cNvPr>
            <p:cNvSpPr/>
            <p:nvPr/>
          </p:nvSpPr>
          <p:spPr>
            <a:xfrm>
              <a:off x="1878753" y="4150894"/>
              <a:ext cx="4551" cy="5479"/>
            </a:xfrm>
            <a:custGeom>
              <a:avLst/>
              <a:gdLst>
                <a:gd name="csX0" fmla="*/ 0 w 4551"/>
                <a:gd name="csY0" fmla="*/ 0 h 5479"/>
                <a:gd name="csX1" fmla="*/ 4552 w 4551"/>
                <a:gd name="csY1" fmla="*/ 0 h 5479"/>
                <a:gd name="csX2" fmla="*/ 4552 w 4551"/>
                <a:gd name="csY2" fmla="*/ 5479 h 5479"/>
                <a:gd name="csX3" fmla="*/ 0 w 4551"/>
                <a:gd name="csY3" fmla="*/ 5479 h 5479"/>
                <a:gd name="csX4" fmla="*/ 0 w 4551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9">
                  <a:moveTo>
                    <a:pt x="0" y="0"/>
                  </a:moveTo>
                  <a:lnTo>
                    <a:pt x="4552" y="0"/>
                  </a:lnTo>
                  <a:lnTo>
                    <a:pt x="4552" y="5479"/>
                  </a:lnTo>
                  <a:lnTo>
                    <a:pt x="0" y="5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6267E5FD-49CA-085B-807C-D19D1EEC0FD0}"/>
                </a:ext>
              </a:extLst>
            </p:cNvPr>
            <p:cNvSpPr/>
            <p:nvPr/>
          </p:nvSpPr>
          <p:spPr>
            <a:xfrm>
              <a:off x="1892926" y="4124165"/>
              <a:ext cx="19177" cy="32207"/>
            </a:xfrm>
            <a:custGeom>
              <a:avLst/>
              <a:gdLst>
                <a:gd name="csX0" fmla="*/ 625 w 19177"/>
                <a:gd name="csY0" fmla="*/ 28541 h 32207"/>
                <a:gd name="csX1" fmla="*/ 7744 w 19177"/>
                <a:gd name="csY1" fmla="*/ 28541 h 32207"/>
                <a:gd name="csX2" fmla="*/ 7744 w 19177"/>
                <a:gd name="csY2" fmla="*/ 3970 h 32207"/>
                <a:gd name="csX3" fmla="*/ 0 w 19177"/>
                <a:gd name="csY3" fmla="*/ 5523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1 h 32207"/>
                <a:gd name="csX8" fmla="*/ 19178 w 19177"/>
                <a:gd name="csY8" fmla="*/ 28541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1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1"/>
                  </a:moveTo>
                  <a:lnTo>
                    <a:pt x="7744" y="28541"/>
                  </a:lnTo>
                  <a:lnTo>
                    <a:pt x="7744" y="3970"/>
                  </a:lnTo>
                  <a:lnTo>
                    <a:pt x="0" y="5523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1"/>
                  </a:lnTo>
                  <a:lnTo>
                    <a:pt x="19178" y="28541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1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52F37357-E0F7-C23B-EB5C-4879971369E7}"/>
                </a:ext>
              </a:extLst>
            </p:cNvPr>
            <p:cNvSpPr/>
            <p:nvPr/>
          </p:nvSpPr>
          <p:spPr>
            <a:xfrm>
              <a:off x="1919590" y="4124165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8 h 32833"/>
                <a:gd name="csX3" fmla="*/ 5350 w 20838"/>
                <a:gd name="csY3" fmla="*/ 3668 h 32833"/>
                <a:gd name="csX4" fmla="*/ 5350 w 20838"/>
                <a:gd name="csY4" fmla="*/ 11563 h 32833"/>
                <a:gd name="csX5" fmla="*/ 7248 w 20838"/>
                <a:gd name="csY5" fmla="*/ 11088 h 32833"/>
                <a:gd name="csX6" fmla="*/ 9147 w 20838"/>
                <a:gd name="csY6" fmla="*/ 10916 h 32833"/>
                <a:gd name="csX7" fmla="*/ 17689 w 20838"/>
                <a:gd name="csY7" fmla="*/ 13872 h 32833"/>
                <a:gd name="csX8" fmla="*/ 20839 w 20838"/>
                <a:gd name="csY8" fmla="*/ 21875 h 32833"/>
                <a:gd name="csX9" fmla="*/ 17603 w 20838"/>
                <a:gd name="csY9" fmla="*/ 29964 h 32833"/>
                <a:gd name="csX10" fmla="*/ 8478 w 20838"/>
                <a:gd name="csY10" fmla="*/ 32834 h 32833"/>
                <a:gd name="csX11" fmla="*/ 4336 w 20838"/>
                <a:gd name="csY11" fmla="*/ 32488 h 32833"/>
                <a:gd name="csX12" fmla="*/ 0 w 20838"/>
                <a:gd name="csY12" fmla="*/ 31453 h 32833"/>
                <a:gd name="csX13" fmla="*/ 0 w 20838"/>
                <a:gd name="csY13" fmla="*/ 27074 h 32833"/>
                <a:gd name="csX14" fmla="*/ 4012 w 20838"/>
                <a:gd name="csY14" fmla="*/ 28648 h 32833"/>
                <a:gd name="csX15" fmla="*/ 8392 w 20838"/>
                <a:gd name="csY15" fmla="*/ 29167 h 32833"/>
                <a:gd name="csX16" fmla="*/ 14302 w 20838"/>
                <a:gd name="csY16" fmla="*/ 27203 h 32833"/>
                <a:gd name="csX17" fmla="*/ 16481 w 20838"/>
                <a:gd name="csY17" fmla="*/ 21875 h 32833"/>
                <a:gd name="csX18" fmla="*/ 14302 w 20838"/>
                <a:gd name="csY18" fmla="*/ 16546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0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8"/>
                  </a:lnTo>
                  <a:lnTo>
                    <a:pt x="5350" y="3668"/>
                  </a:lnTo>
                  <a:lnTo>
                    <a:pt x="5350" y="11563"/>
                  </a:lnTo>
                  <a:cubicBezTo>
                    <a:pt x="5983" y="11347"/>
                    <a:pt x="6615" y="11189"/>
                    <a:pt x="7248" y="11088"/>
                  </a:cubicBezTo>
                  <a:cubicBezTo>
                    <a:pt x="7881" y="10973"/>
                    <a:pt x="8514" y="10916"/>
                    <a:pt x="9147" y="10916"/>
                  </a:cubicBezTo>
                  <a:cubicBezTo>
                    <a:pt x="12742" y="10916"/>
                    <a:pt x="15590" y="11901"/>
                    <a:pt x="17689" y="13872"/>
                  </a:cubicBezTo>
                  <a:cubicBezTo>
                    <a:pt x="19789" y="15842"/>
                    <a:pt x="20839" y="18509"/>
                    <a:pt x="20839" y="21875"/>
                  </a:cubicBezTo>
                  <a:cubicBezTo>
                    <a:pt x="20839" y="25341"/>
                    <a:pt x="19760" y="28037"/>
                    <a:pt x="17603" y="29964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9"/>
                    <a:pt x="4336" y="32488"/>
                  </a:cubicBezTo>
                  <a:cubicBezTo>
                    <a:pt x="2941" y="32258"/>
                    <a:pt x="1496" y="31913"/>
                    <a:pt x="0" y="31453"/>
                  </a:cubicBezTo>
                  <a:lnTo>
                    <a:pt x="0" y="27074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4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3"/>
                  </a:cubicBezTo>
                  <a:cubicBezTo>
                    <a:pt x="15755" y="25894"/>
                    <a:pt x="16481" y="24118"/>
                    <a:pt x="16481" y="21875"/>
                  </a:cubicBezTo>
                  <a:cubicBezTo>
                    <a:pt x="16481" y="19631"/>
                    <a:pt x="15755" y="17855"/>
                    <a:pt x="14302" y="16546"/>
                  </a:cubicBezTo>
                  <a:cubicBezTo>
                    <a:pt x="12850" y="15238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3"/>
                    <a:pt x="1359" y="16180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7750A105-725C-117D-2B40-BC66204501C6}"/>
                </a:ext>
              </a:extLst>
            </p:cNvPr>
            <p:cNvSpPr/>
            <p:nvPr/>
          </p:nvSpPr>
          <p:spPr>
            <a:xfrm>
              <a:off x="1796723" y="4353176"/>
              <a:ext cx="32480" cy="26692"/>
            </a:xfrm>
            <a:custGeom>
              <a:avLst/>
              <a:gdLst>
                <a:gd name="csX0" fmla="*/ 8158 w 32480"/>
                <a:gd name="csY0" fmla="*/ 0 h 26692"/>
                <a:gd name="csX1" fmla="*/ 15317 w 32480"/>
                <a:gd name="csY1" fmla="*/ 1846 h 26692"/>
                <a:gd name="csX2" fmla="*/ 21005 w 32480"/>
                <a:gd name="csY2" fmla="*/ 6536 h 26692"/>
                <a:gd name="csX3" fmla="*/ 23151 w 32480"/>
                <a:gd name="csY3" fmla="*/ 12323 h 26692"/>
                <a:gd name="csX4" fmla="*/ 22203 w 32480"/>
                <a:gd name="csY4" fmla="*/ 15242 h 26692"/>
                <a:gd name="csX5" fmla="*/ 19858 w 32480"/>
                <a:gd name="csY5" fmla="*/ 17013 h 26692"/>
                <a:gd name="csX6" fmla="*/ 25620 w 32480"/>
                <a:gd name="csY6" fmla="*/ 18510 h 26692"/>
                <a:gd name="csX7" fmla="*/ 30086 w 32480"/>
                <a:gd name="csY7" fmla="*/ 19533 h 26692"/>
                <a:gd name="csX8" fmla="*/ 30410 w 32480"/>
                <a:gd name="csY8" fmla="*/ 19483 h 26692"/>
                <a:gd name="csX9" fmla="*/ 30635 w 32480"/>
                <a:gd name="csY9" fmla="*/ 19209 h 26692"/>
                <a:gd name="csX10" fmla="*/ 30834 w 32480"/>
                <a:gd name="csY10" fmla="*/ 18435 h 26692"/>
                <a:gd name="csX11" fmla="*/ 30909 w 32480"/>
                <a:gd name="csY11" fmla="*/ 16964 h 26692"/>
                <a:gd name="csX12" fmla="*/ 30909 w 32480"/>
                <a:gd name="csY12" fmla="*/ 16315 h 26692"/>
                <a:gd name="csX13" fmla="*/ 31059 w 32480"/>
                <a:gd name="csY13" fmla="*/ 15941 h 26692"/>
                <a:gd name="csX14" fmla="*/ 31458 w 32480"/>
                <a:gd name="csY14" fmla="*/ 15741 h 26692"/>
                <a:gd name="csX15" fmla="*/ 32480 w 32480"/>
                <a:gd name="csY15" fmla="*/ 16664 h 26692"/>
                <a:gd name="csX16" fmla="*/ 32406 w 32480"/>
                <a:gd name="csY16" fmla="*/ 19184 h 26692"/>
                <a:gd name="csX17" fmla="*/ 32331 w 32480"/>
                <a:gd name="csY17" fmla="*/ 21729 h 26692"/>
                <a:gd name="csX18" fmla="*/ 32406 w 32480"/>
                <a:gd name="csY18" fmla="*/ 23899 h 26692"/>
                <a:gd name="csX19" fmla="*/ 32480 w 32480"/>
                <a:gd name="csY19" fmla="*/ 26019 h 26692"/>
                <a:gd name="csX20" fmla="*/ 31882 w 32480"/>
                <a:gd name="csY20" fmla="*/ 26693 h 26692"/>
                <a:gd name="csX21" fmla="*/ 31308 w 32480"/>
                <a:gd name="csY21" fmla="*/ 26593 h 26692"/>
                <a:gd name="csX22" fmla="*/ 31009 w 32480"/>
                <a:gd name="csY22" fmla="*/ 26319 h 26692"/>
                <a:gd name="csX23" fmla="*/ 30909 w 32480"/>
                <a:gd name="csY23" fmla="*/ 25945 h 26692"/>
                <a:gd name="csX24" fmla="*/ 30909 w 32480"/>
                <a:gd name="csY24" fmla="*/ 25496 h 26692"/>
                <a:gd name="csX25" fmla="*/ 30709 w 32480"/>
                <a:gd name="csY25" fmla="*/ 23849 h 26692"/>
                <a:gd name="csX26" fmla="*/ 30161 w 32480"/>
                <a:gd name="csY26" fmla="*/ 23175 h 26692"/>
                <a:gd name="csX27" fmla="*/ 28813 w 32480"/>
                <a:gd name="csY27" fmla="*/ 22752 h 26692"/>
                <a:gd name="csX28" fmla="*/ 6062 w 32480"/>
                <a:gd name="csY28" fmla="*/ 17013 h 26692"/>
                <a:gd name="csX29" fmla="*/ 3468 w 32480"/>
                <a:gd name="csY29" fmla="*/ 16664 h 26692"/>
                <a:gd name="csX30" fmla="*/ 1622 w 32480"/>
                <a:gd name="csY30" fmla="*/ 17089 h 26692"/>
                <a:gd name="csX31" fmla="*/ 1123 w 32480"/>
                <a:gd name="csY31" fmla="*/ 18261 h 26692"/>
                <a:gd name="csX32" fmla="*/ 2669 w 32480"/>
                <a:gd name="csY32" fmla="*/ 20406 h 26692"/>
                <a:gd name="csX33" fmla="*/ 7210 w 32480"/>
                <a:gd name="csY33" fmla="*/ 21978 h 26692"/>
                <a:gd name="csX34" fmla="*/ 8207 w 32480"/>
                <a:gd name="csY34" fmla="*/ 22352 h 26692"/>
                <a:gd name="csX35" fmla="*/ 8382 w 32480"/>
                <a:gd name="csY35" fmla="*/ 22851 h 26692"/>
                <a:gd name="csX36" fmla="*/ 7858 w 32480"/>
                <a:gd name="csY36" fmla="*/ 23475 h 26692"/>
                <a:gd name="csX37" fmla="*/ 6935 w 32480"/>
                <a:gd name="csY37" fmla="*/ 23275 h 26692"/>
                <a:gd name="csX38" fmla="*/ 4915 w 32480"/>
                <a:gd name="csY38" fmla="*/ 22702 h 26692"/>
                <a:gd name="csX39" fmla="*/ 2919 w 32480"/>
                <a:gd name="csY39" fmla="*/ 21878 h 26692"/>
                <a:gd name="csX40" fmla="*/ 2046 w 32480"/>
                <a:gd name="csY40" fmla="*/ 21404 h 26692"/>
                <a:gd name="csX41" fmla="*/ 1148 w 32480"/>
                <a:gd name="csY41" fmla="*/ 20731 h 26692"/>
                <a:gd name="csX42" fmla="*/ 299 w 32480"/>
                <a:gd name="csY42" fmla="*/ 19583 h 26692"/>
                <a:gd name="csX43" fmla="*/ 0 w 32480"/>
                <a:gd name="csY43" fmla="*/ 18087 h 26692"/>
                <a:gd name="csX44" fmla="*/ 948 w 32480"/>
                <a:gd name="csY44" fmla="*/ 15168 h 26692"/>
                <a:gd name="csX45" fmla="*/ 3817 w 32480"/>
                <a:gd name="csY45" fmla="*/ 13496 h 26692"/>
                <a:gd name="csX46" fmla="*/ 1073 w 32480"/>
                <a:gd name="csY46" fmla="*/ 10328 h 26692"/>
                <a:gd name="csX47" fmla="*/ 0 w 32480"/>
                <a:gd name="csY47" fmla="*/ 6811 h 26692"/>
                <a:gd name="csX48" fmla="*/ 2295 w 32480"/>
                <a:gd name="csY48" fmla="*/ 1946 h 26692"/>
                <a:gd name="csX49" fmla="*/ 8158 w 32480"/>
                <a:gd name="csY49" fmla="*/ 0 h 26692"/>
                <a:gd name="csX50" fmla="*/ 5912 w 32480"/>
                <a:gd name="csY50" fmla="*/ 3692 h 26692"/>
                <a:gd name="csX51" fmla="*/ 2395 w 32480"/>
                <a:gd name="csY51" fmla="*/ 4565 h 26692"/>
                <a:gd name="csX52" fmla="*/ 1123 w 32480"/>
                <a:gd name="csY52" fmla="*/ 6960 h 26692"/>
                <a:gd name="csX53" fmla="*/ 3068 w 32480"/>
                <a:gd name="csY53" fmla="*/ 11101 h 26692"/>
                <a:gd name="csX54" fmla="*/ 6636 w 32480"/>
                <a:gd name="csY54" fmla="*/ 13746 h 26692"/>
                <a:gd name="csX55" fmla="*/ 16639 w 32480"/>
                <a:gd name="csY55" fmla="*/ 16265 h 26692"/>
                <a:gd name="csX56" fmla="*/ 17463 w 32480"/>
                <a:gd name="csY56" fmla="*/ 16415 h 26692"/>
                <a:gd name="csX57" fmla="*/ 18061 w 32480"/>
                <a:gd name="csY57" fmla="*/ 16340 h 26692"/>
                <a:gd name="csX58" fmla="*/ 19184 w 32480"/>
                <a:gd name="csY58" fmla="*/ 15966 h 26692"/>
                <a:gd name="csX59" fmla="*/ 20506 w 32480"/>
                <a:gd name="csY59" fmla="*/ 15267 h 26692"/>
                <a:gd name="csX60" fmla="*/ 21554 w 32480"/>
                <a:gd name="csY60" fmla="*/ 14095 h 26692"/>
                <a:gd name="csX61" fmla="*/ 22003 w 32480"/>
                <a:gd name="csY61" fmla="*/ 12374 h 26692"/>
                <a:gd name="csX62" fmla="*/ 20656 w 32480"/>
                <a:gd name="csY62" fmla="*/ 9205 h 26692"/>
                <a:gd name="csX63" fmla="*/ 16764 w 32480"/>
                <a:gd name="csY63" fmla="*/ 6287 h 26692"/>
                <a:gd name="csX64" fmla="*/ 11575 w 32480"/>
                <a:gd name="csY64" fmla="*/ 4615 h 26692"/>
                <a:gd name="csX65" fmla="*/ 5912 w 32480"/>
                <a:gd name="csY65" fmla="*/ 3692 h 2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32480" h="26692">
                  <a:moveTo>
                    <a:pt x="8158" y="0"/>
                  </a:moveTo>
                  <a:cubicBezTo>
                    <a:pt x="10586" y="0"/>
                    <a:pt x="12972" y="615"/>
                    <a:pt x="15317" y="1846"/>
                  </a:cubicBezTo>
                  <a:cubicBezTo>
                    <a:pt x="17662" y="3060"/>
                    <a:pt x="19558" y="4623"/>
                    <a:pt x="21005" y="6536"/>
                  </a:cubicBezTo>
                  <a:cubicBezTo>
                    <a:pt x="22435" y="8449"/>
                    <a:pt x="23151" y="10378"/>
                    <a:pt x="23151" y="12323"/>
                  </a:cubicBezTo>
                  <a:cubicBezTo>
                    <a:pt x="23151" y="13488"/>
                    <a:pt x="22835" y="14461"/>
                    <a:pt x="22203" y="15242"/>
                  </a:cubicBezTo>
                  <a:cubicBezTo>
                    <a:pt x="21554" y="16007"/>
                    <a:pt x="20772" y="16598"/>
                    <a:pt x="19858" y="17013"/>
                  </a:cubicBezTo>
                  <a:cubicBezTo>
                    <a:pt x="20988" y="17329"/>
                    <a:pt x="22909" y="17828"/>
                    <a:pt x="25620" y="18510"/>
                  </a:cubicBezTo>
                  <a:cubicBezTo>
                    <a:pt x="28331" y="19192"/>
                    <a:pt x="29820" y="19533"/>
                    <a:pt x="30086" y="19533"/>
                  </a:cubicBezTo>
                  <a:cubicBezTo>
                    <a:pt x="30235" y="19533"/>
                    <a:pt x="30343" y="19517"/>
                    <a:pt x="30410" y="19483"/>
                  </a:cubicBezTo>
                  <a:cubicBezTo>
                    <a:pt x="30476" y="19450"/>
                    <a:pt x="30551" y="19359"/>
                    <a:pt x="30635" y="19209"/>
                  </a:cubicBezTo>
                  <a:cubicBezTo>
                    <a:pt x="30734" y="19059"/>
                    <a:pt x="30801" y="18801"/>
                    <a:pt x="30834" y="18435"/>
                  </a:cubicBezTo>
                  <a:cubicBezTo>
                    <a:pt x="30884" y="18070"/>
                    <a:pt x="30909" y="17579"/>
                    <a:pt x="30909" y="16964"/>
                  </a:cubicBezTo>
                  <a:cubicBezTo>
                    <a:pt x="30909" y="16648"/>
                    <a:pt x="30909" y="16431"/>
                    <a:pt x="30909" y="16315"/>
                  </a:cubicBezTo>
                  <a:cubicBezTo>
                    <a:pt x="30926" y="16182"/>
                    <a:pt x="30975" y="16057"/>
                    <a:pt x="31059" y="15941"/>
                  </a:cubicBezTo>
                  <a:cubicBezTo>
                    <a:pt x="31142" y="15808"/>
                    <a:pt x="31275" y="15741"/>
                    <a:pt x="31458" y="15741"/>
                  </a:cubicBezTo>
                  <a:cubicBezTo>
                    <a:pt x="32139" y="15741"/>
                    <a:pt x="32480" y="16049"/>
                    <a:pt x="32480" y="16664"/>
                  </a:cubicBezTo>
                  <a:cubicBezTo>
                    <a:pt x="32480" y="17213"/>
                    <a:pt x="32455" y="18053"/>
                    <a:pt x="32406" y="19184"/>
                  </a:cubicBezTo>
                  <a:cubicBezTo>
                    <a:pt x="32356" y="20315"/>
                    <a:pt x="32331" y="21163"/>
                    <a:pt x="32331" y="21729"/>
                  </a:cubicBezTo>
                  <a:cubicBezTo>
                    <a:pt x="32331" y="22211"/>
                    <a:pt x="32356" y="22934"/>
                    <a:pt x="32406" y="23899"/>
                  </a:cubicBezTo>
                  <a:cubicBezTo>
                    <a:pt x="32455" y="24863"/>
                    <a:pt x="32480" y="25570"/>
                    <a:pt x="32480" y="26019"/>
                  </a:cubicBezTo>
                  <a:cubicBezTo>
                    <a:pt x="32480" y="26468"/>
                    <a:pt x="32281" y="26693"/>
                    <a:pt x="31882" y="26693"/>
                  </a:cubicBezTo>
                  <a:cubicBezTo>
                    <a:pt x="31649" y="26693"/>
                    <a:pt x="31458" y="26660"/>
                    <a:pt x="31308" y="26593"/>
                  </a:cubicBezTo>
                  <a:cubicBezTo>
                    <a:pt x="31175" y="26543"/>
                    <a:pt x="31075" y="26452"/>
                    <a:pt x="31009" y="26319"/>
                  </a:cubicBezTo>
                  <a:cubicBezTo>
                    <a:pt x="30959" y="26186"/>
                    <a:pt x="30926" y="26061"/>
                    <a:pt x="30909" y="25945"/>
                  </a:cubicBezTo>
                  <a:cubicBezTo>
                    <a:pt x="30909" y="25845"/>
                    <a:pt x="30909" y="25695"/>
                    <a:pt x="30909" y="25496"/>
                  </a:cubicBezTo>
                  <a:cubicBezTo>
                    <a:pt x="30909" y="24731"/>
                    <a:pt x="30842" y="24182"/>
                    <a:pt x="30709" y="23849"/>
                  </a:cubicBezTo>
                  <a:cubicBezTo>
                    <a:pt x="30593" y="23516"/>
                    <a:pt x="30410" y="23292"/>
                    <a:pt x="30161" y="23175"/>
                  </a:cubicBezTo>
                  <a:cubicBezTo>
                    <a:pt x="29928" y="23042"/>
                    <a:pt x="29479" y="22901"/>
                    <a:pt x="28813" y="22752"/>
                  </a:cubicBezTo>
                  <a:lnTo>
                    <a:pt x="6062" y="17013"/>
                  </a:lnTo>
                  <a:cubicBezTo>
                    <a:pt x="5048" y="16781"/>
                    <a:pt x="4183" y="16664"/>
                    <a:pt x="3468" y="16664"/>
                  </a:cubicBezTo>
                  <a:cubicBezTo>
                    <a:pt x="2570" y="16664"/>
                    <a:pt x="1954" y="16806"/>
                    <a:pt x="1622" y="17089"/>
                  </a:cubicBezTo>
                  <a:cubicBezTo>
                    <a:pt x="1289" y="17371"/>
                    <a:pt x="1123" y="17762"/>
                    <a:pt x="1123" y="18261"/>
                  </a:cubicBezTo>
                  <a:cubicBezTo>
                    <a:pt x="1123" y="19126"/>
                    <a:pt x="1638" y="19841"/>
                    <a:pt x="2669" y="20406"/>
                  </a:cubicBezTo>
                  <a:cubicBezTo>
                    <a:pt x="3700" y="20972"/>
                    <a:pt x="5214" y="21496"/>
                    <a:pt x="7210" y="21978"/>
                  </a:cubicBezTo>
                  <a:cubicBezTo>
                    <a:pt x="7758" y="22128"/>
                    <a:pt x="8091" y="22252"/>
                    <a:pt x="8207" y="22352"/>
                  </a:cubicBezTo>
                  <a:cubicBezTo>
                    <a:pt x="8324" y="22435"/>
                    <a:pt x="8382" y="22602"/>
                    <a:pt x="8382" y="22851"/>
                  </a:cubicBezTo>
                  <a:cubicBezTo>
                    <a:pt x="8365" y="23267"/>
                    <a:pt x="8191" y="23475"/>
                    <a:pt x="7858" y="23475"/>
                  </a:cubicBezTo>
                  <a:cubicBezTo>
                    <a:pt x="7775" y="23475"/>
                    <a:pt x="7467" y="23408"/>
                    <a:pt x="6935" y="23275"/>
                  </a:cubicBezTo>
                  <a:cubicBezTo>
                    <a:pt x="6386" y="23142"/>
                    <a:pt x="5713" y="22951"/>
                    <a:pt x="4915" y="22702"/>
                  </a:cubicBezTo>
                  <a:cubicBezTo>
                    <a:pt x="4100" y="22435"/>
                    <a:pt x="3434" y="22161"/>
                    <a:pt x="2919" y="21878"/>
                  </a:cubicBezTo>
                  <a:cubicBezTo>
                    <a:pt x="2570" y="21712"/>
                    <a:pt x="2278" y="21554"/>
                    <a:pt x="2046" y="21404"/>
                  </a:cubicBezTo>
                  <a:cubicBezTo>
                    <a:pt x="1813" y="21254"/>
                    <a:pt x="1513" y="21030"/>
                    <a:pt x="1148" y="20731"/>
                  </a:cubicBezTo>
                  <a:cubicBezTo>
                    <a:pt x="782" y="20415"/>
                    <a:pt x="499" y="20032"/>
                    <a:pt x="299" y="19583"/>
                  </a:cubicBezTo>
                  <a:cubicBezTo>
                    <a:pt x="100" y="19134"/>
                    <a:pt x="0" y="18635"/>
                    <a:pt x="0" y="18087"/>
                  </a:cubicBezTo>
                  <a:cubicBezTo>
                    <a:pt x="0" y="17022"/>
                    <a:pt x="316" y="16049"/>
                    <a:pt x="948" y="15168"/>
                  </a:cubicBezTo>
                  <a:cubicBezTo>
                    <a:pt x="1580" y="14286"/>
                    <a:pt x="2536" y="13729"/>
                    <a:pt x="3817" y="13496"/>
                  </a:cubicBezTo>
                  <a:cubicBezTo>
                    <a:pt x="2703" y="12548"/>
                    <a:pt x="1788" y="11492"/>
                    <a:pt x="1073" y="10328"/>
                  </a:cubicBezTo>
                  <a:cubicBezTo>
                    <a:pt x="358" y="9164"/>
                    <a:pt x="0" y="7991"/>
                    <a:pt x="0" y="6811"/>
                  </a:cubicBezTo>
                  <a:cubicBezTo>
                    <a:pt x="0" y="4848"/>
                    <a:pt x="765" y="3226"/>
                    <a:pt x="2295" y="1946"/>
                  </a:cubicBezTo>
                  <a:cubicBezTo>
                    <a:pt x="3809" y="649"/>
                    <a:pt x="5763" y="0"/>
                    <a:pt x="8158" y="0"/>
                  </a:cubicBezTo>
                  <a:moveTo>
                    <a:pt x="5912" y="3692"/>
                  </a:moveTo>
                  <a:cubicBezTo>
                    <a:pt x="4399" y="3692"/>
                    <a:pt x="3226" y="3983"/>
                    <a:pt x="2395" y="4565"/>
                  </a:cubicBezTo>
                  <a:cubicBezTo>
                    <a:pt x="1547" y="5131"/>
                    <a:pt x="1123" y="5929"/>
                    <a:pt x="1123" y="6960"/>
                  </a:cubicBezTo>
                  <a:cubicBezTo>
                    <a:pt x="1123" y="8241"/>
                    <a:pt x="1771" y="9621"/>
                    <a:pt x="3068" y="11101"/>
                  </a:cubicBezTo>
                  <a:cubicBezTo>
                    <a:pt x="4299" y="12565"/>
                    <a:pt x="5488" y="13446"/>
                    <a:pt x="6636" y="13746"/>
                  </a:cubicBezTo>
                  <a:lnTo>
                    <a:pt x="16639" y="16265"/>
                  </a:lnTo>
                  <a:lnTo>
                    <a:pt x="17463" y="16415"/>
                  </a:lnTo>
                  <a:cubicBezTo>
                    <a:pt x="17562" y="16415"/>
                    <a:pt x="17762" y="16390"/>
                    <a:pt x="18061" y="16340"/>
                  </a:cubicBezTo>
                  <a:cubicBezTo>
                    <a:pt x="18344" y="16273"/>
                    <a:pt x="18718" y="16149"/>
                    <a:pt x="19184" y="15966"/>
                  </a:cubicBezTo>
                  <a:cubicBezTo>
                    <a:pt x="19650" y="15766"/>
                    <a:pt x="20090" y="15534"/>
                    <a:pt x="20506" y="15267"/>
                  </a:cubicBezTo>
                  <a:cubicBezTo>
                    <a:pt x="20905" y="14985"/>
                    <a:pt x="21255" y="14594"/>
                    <a:pt x="21554" y="14095"/>
                  </a:cubicBezTo>
                  <a:cubicBezTo>
                    <a:pt x="21853" y="13579"/>
                    <a:pt x="22003" y="13005"/>
                    <a:pt x="22003" y="12374"/>
                  </a:cubicBezTo>
                  <a:cubicBezTo>
                    <a:pt x="22003" y="11359"/>
                    <a:pt x="21554" y="10303"/>
                    <a:pt x="20656" y="9205"/>
                  </a:cubicBezTo>
                  <a:cubicBezTo>
                    <a:pt x="19758" y="8091"/>
                    <a:pt x="18461" y="7118"/>
                    <a:pt x="16764" y="6287"/>
                  </a:cubicBezTo>
                  <a:cubicBezTo>
                    <a:pt x="15666" y="5771"/>
                    <a:pt x="13937" y="5214"/>
                    <a:pt x="11575" y="4615"/>
                  </a:cubicBezTo>
                  <a:cubicBezTo>
                    <a:pt x="9197" y="4000"/>
                    <a:pt x="7309" y="3692"/>
                    <a:pt x="5912" y="3692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C7A2A2C9-3339-C8E1-B423-76AD29D18E22}"/>
                </a:ext>
              </a:extLst>
            </p:cNvPr>
            <p:cNvSpPr/>
            <p:nvPr/>
          </p:nvSpPr>
          <p:spPr>
            <a:xfrm>
              <a:off x="1780981" y="4335619"/>
              <a:ext cx="51090" cy="11849"/>
            </a:xfrm>
            <a:custGeom>
              <a:avLst/>
              <a:gdLst>
                <a:gd name="csX0" fmla="*/ 25545 w 51090"/>
                <a:gd name="csY0" fmla="*/ 11849 h 11849"/>
                <a:gd name="csX1" fmla="*/ 9954 w 51090"/>
                <a:gd name="csY1" fmla="*/ 8631 h 11849"/>
                <a:gd name="csX2" fmla="*/ 4590 w 51090"/>
                <a:gd name="csY2" fmla="*/ 5338 h 11849"/>
                <a:gd name="csX3" fmla="*/ 1073 w 51090"/>
                <a:gd name="csY3" fmla="*/ 2145 h 11849"/>
                <a:gd name="csX4" fmla="*/ 0 w 51090"/>
                <a:gd name="csY4" fmla="*/ 524 h 11849"/>
                <a:gd name="csX5" fmla="*/ 499 w 51090"/>
                <a:gd name="csY5" fmla="*/ 0 h 11849"/>
                <a:gd name="csX6" fmla="*/ 1372 w 51090"/>
                <a:gd name="csY6" fmla="*/ 673 h 11849"/>
                <a:gd name="csX7" fmla="*/ 25545 w 51090"/>
                <a:gd name="csY7" fmla="*/ 8881 h 11849"/>
                <a:gd name="csX8" fmla="*/ 49444 w 51090"/>
                <a:gd name="csY8" fmla="*/ 873 h 11849"/>
                <a:gd name="csX9" fmla="*/ 50592 w 51090"/>
                <a:gd name="csY9" fmla="*/ 0 h 11849"/>
                <a:gd name="csX10" fmla="*/ 51091 w 51090"/>
                <a:gd name="csY10" fmla="*/ 524 h 11849"/>
                <a:gd name="csX11" fmla="*/ 50068 w 51090"/>
                <a:gd name="csY11" fmla="*/ 2096 h 11849"/>
                <a:gd name="csX12" fmla="*/ 46700 w 51090"/>
                <a:gd name="csY12" fmla="*/ 5214 h 11849"/>
                <a:gd name="csX13" fmla="*/ 41486 w 51090"/>
                <a:gd name="csY13" fmla="*/ 8482 h 11849"/>
                <a:gd name="csX14" fmla="*/ 25545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25545" y="11849"/>
                  </a:moveTo>
                  <a:cubicBezTo>
                    <a:pt x="19791" y="11849"/>
                    <a:pt x="14594" y="10777"/>
                    <a:pt x="9954" y="8631"/>
                  </a:cubicBezTo>
                  <a:cubicBezTo>
                    <a:pt x="8008" y="7716"/>
                    <a:pt x="6220" y="6619"/>
                    <a:pt x="4590" y="5338"/>
                  </a:cubicBezTo>
                  <a:cubicBezTo>
                    <a:pt x="2960" y="4058"/>
                    <a:pt x="1788" y="2993"/>
                    <a:pt x="1073" y="2145"/>
                  </a:cubicBezTo>
                  <a:cubicBezTo>
                    <a:pt x="358" y="1297"/>
                    <a:pt x="0" y="756"/>
                    <a:pt x="0" y="524"/>
                  </a:cubicBezTo>
                  <a:cubicBezTo>
                    <a:pt x="0" y="191"/>
                    <a:pt x="166" y="16"/>
                    <a:pt x="499" y="0"/>
                  </a:cubicBezTo>
                  <a:cubicBezTo>
                    <a:pt x="665" y="0"/>
                    <a:pt x="956" y="224"/>
                    <a:pt x="1372" y="673"/>
                  </a:cubicBezTo>
                  <a:cubicBezTo>
                    <a:pt x="6960" y="6161"/>
                    <a:pt x="15018" y="8897"/>
                    <a:pt x="25545" y="8881"/>
                  </a:cubicBezTo>
                  <a:cubicBezTo>
                    <a:pt x="36106" y="8881"/>
                    <a:pt x="44072" y="6211"/>
                    <a:pt x="49444" y="873"/>
                  </a:cubicBezTo>
                  <a:cubicBezTo>
                    <a:pt x="50026" y="291"/>
                    <a:pt x="50409" y="0"/>
                    <a:pt x="50592" y="0"/>
                  </a:cubicBezTo>
                  <a:cubicBezTo>
                    <a:pt x="50925" y="0"/>
                    <a:pt x="51091" y="175"/>
                    <a:pt x="51091" y="524"/>
                  </a:cubicBezTo>
                  <a:cubicBezTo>
                    <a:pt x="51091" y="756"/>
                    <a:pt x="50750" y="1280"/>
                    <a:pt x="50068" y="2096"/>
                  </a:cubicBezTo>
                  <a:cubicBezTo>
                    <a:pt x="49386" y="2910"/>
                    <a:pt x="48263" y="3950"/>
                    <a:pt x="46700" y="5214"/>
                  </a:cubicBezTo>
                  <a:cubicBezTo>
                    <a:pt x="45137" y="6477"/>
                    <a:pt x="43399" y="7567"/>
                    <a:pt x="41486" y="8482"/>
                  </a:cubicBezTo>
                  <a:cubicBezTo>
                    <a:pt x="36846" y="10727"/>
                    <a:pt x="31533" y="11849"/>
                    <a:pt x="25545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B4650AA3-5408-2AE6-5C01-61F2150BC0F2}"/>
                </a:ext>
              </a:extLst>
            </p:cNvPr>
            <p:cNvSpPr/>
            <p:nvPr/>
          </p:nvSpPr>
          <p:spPr>
            <a:xfrm>
              <a:off x="1796723" y="4306291"/>
              <a:ext cx="23150" cy="25445"/>
            </a:xfrm>
            <a:custGeom>
              <a:avLst/>
              <a:gdLst>
                <a:gd name="csX0" fmla="*/ 3368 w 23150"/>
                <a:gd name="csY0" fmla="*/ 0 h 25445"/>
                <a:gd name="csX1" fmla="*/ 5563 w 23150"/>
                <a:gd name="csY1" fmla="*/ 873 h 25445"/>
                <a:gd name="csX2" fmla="*/ 6336 w 23150"/>
                <a:gd name="csY2" fmla="*/ 2744 h 25445"/>
                <a:gd name="csX3" fmla="*/ 5788 w 23150"/>
                <a:gd name="csY3" fmla="*/ 4191 h 25445"/>
                <a:gd name="csX4" fmla="*/ 4540 w 23150"/>
                <a:gd name="csY4" fmla="*/ 4690 h 25445"/>
                <a:gd name="csX5" fmla="*/ 2769 w 23150"/>
                <a:gd name="csY5" fmla="*/ 3991 h 25445"/>
                <a:gd name="csX6" fmla="*/ 1771 w 23150"/>
                <a:gd name="csY6" fmla="*/ 2245 h 25445"/>
                <a:gd name="csX7" fmla="*/ 1123 w 23150"/>
                <a:gd name="csY7" fmla="*/ 4790 h 25445"/>
                <a:gd name="csX8" fmla="*/ 1646 w 23150"/>
                <a:gd name="csY8" fmla="*/ 6661 h 25445"/>
                <a:gd name="csX9" fmla="*/ 2844 w 23150"/>
                <a:gd name="csY9" fmla="*/ 8033 h 25445"/>
                <a:gd name="csX10" fmla="*/ 4490 w 23150"/>
                <a:gd name="csY10" fmla="*/ 8981 h 25445"/>
                <a:gd name="csX11" fmla="*/ 6012 w 23150"/>
                <a:gd name="csY11" fmla="*/ 9579 h 25445"/>
                <a:gd name="csX12" fmla="*/ 7160 w 23150"/>
                <a:gd name="csY12" fmla="*/ 9854 h 25445"/>
                <a:gd name="csX13" fmla="*/ 14145 w 23150"/>
                <a:gd name="csY13" fmla="*/ 11600 h 25445"/>
                <a:gd name="csX14" fmla="*/ 18635 w 23150"/>
                <a:gd name="csY14" fmla="*/ 12449 h 25445"/>
                <a:gd name="csX15" fmla="*/ 21055 w 23150"/>
                <a:gd name="csY15" fmla="*/ 11750 h 25445"/>
                <a:gd name="csX16" fmla="*/ 22003 w 23150"/>
                <a:gd name="csY16" fmla="*/ 9654 h 25445"/>
                <a:gd name="csX17" fmla="*/ 21853 w 23150"/>
                <a:gd name="csY17" fmla="*/ 8482 h 25445"/>
                <a:gd name="csX18" fmla="*/ 21230 w 23150"/>
                <a:gd name="csY18" fmla="*/ 7060 h 25445"/>
                <a:gd name="csX19" fmla="*/ 20057 w 23150"/>
                <a:gd name="csY19" fmla="*/ 5513 h 25445"/>
                <a:gd name="csX20" fmla="*/ 18111 w 23150"/>
                <a:gd name="csY20" fmla="*/ 4041 h 25445"/>
                <a:gd name="csX21" fmla="*/ 15317 w 23150"/>
                <a:gd name="csY21" fmla="*/ 2844 h 25445"/>
                <a:gd name="csX22" fmla="*/ 14768 w 23150"/>
                <a:gd name="csY22" fmla="*/ 2195 h 25445"/>
                <a:gd name="csX23" fmla="*/ 15267 w 23150"/>
                <a:gd name="csY23" fmla="*/ 1572 h 25445"/>
                <a:gd name="csX24" fmla="*/ 16590 w 23150"/>
                <a:gd name="csY24" fmla="*/ 1921 h 25445"/>
                <a:gd name="csX25" fmla="*/ 18610 w 23150"/>
                <a:gd name="csY25" fmla="*/ 2969 h 25445"/>
                <a:gd name="csX26" fmla="*/ 20756 w 23150"/>
                <a:gd name="csY26" fmla="*/ 4590 h 25445"/>
                <a:gd name="csX27" fmla="*/ 22452 w 23150"/>
                <a:gd name="csY27" fmla="*/ 6885 h 25445"/>
                <a:gd name="csX28" fmla="*/ 23151 w 23150"/>
                <a:gd name="csY28" fmla="*/ 9754 h 25445"/>
                <a:gd name="csX29" fmla="*/ 22003 w 23150"/>
                <a:gd name="csY29" fmla="*/ 13321 h 25445"/>
                <a:gd name="csX30" fmla="*/ 19259 w 23150"/>
                <a:gd name="csY30" fmla="*/ 15267 h 25445"/>
                <a:gd name="csX31" fmla="*/ 19783 w 23150"/>
                <a:gd name="csY31" fmla="*/ 15567 h 25445"/>
                <a:gd name="csX32" fmla="*/ 20756 w 23150"/>
                <a:gd name="csY32" fmla="*/ 16265 h 25445"/>
                <a:gd name="csX33" fmla="*/ 21903 w 23150"/>
                <a:gd name="csY33" fmla="*/ 17338 h 25445"/>
                <a:gd name="csX34" fmla="*/ 22751 w 23150"/>
                <a:gd name="csY34" fmla="*/ 18810 h 25445"/>
                <a:gd name="csX35" fmla="*/ 23151 w 23150"/>
                <a:gd name="csY35" fmla="*/ 20631 h 25445"/>
                <a:gd name="csX36" fmla="*/ 22801 w 23150"/>
                <a:gd name="csY36" fmla="*/ 22901 h 25445"/>
                <a:gd name="csX37" fmla="*/ 21654 w 23150"/>
                <a:gd name="csY37" fmla="*/ 24697 h 25445"/>
                <a:gd name="csX38" fmla="*/ 19758 w 23150"/>
                <a:gd name="csY38" fmla="*/ 25446 h 25445"/>
                <a:gd name="csX39" fmla="*/ 17687 w 23150"/>
                <a:gd name="csY39" fmla="*/ 24622 h 25445"/>
                <a:gd name="csX40" fmla="*/ 16814 w 23150"/>
                <a:gd name="csY40" fmla="*/ 22626 h 25445"/>
                <a:gd name="csX41" fmla="*/ 17238 w 23150"/>
                <a:gd name="csY41" fmla="*/ 21329 h 25445"/>
                <a:gd name="csX42" fmla="*/ 18585 w 23150"/>
                <a:gd name="csY42" fmla="*/ 20731 h 25445"/>
                <a:gd name="csX43" fmla="*/ 20381 w 23150"/>
                <a:gd name="csY43" fmla="*/ 21429 h 25445"/>
                <a:gd name="csX44" fmla="*/ 21354 w 23150"/>
                <a:gd name="csY44" fmla="*/ 23125 h 25445"/>
                <a:gd name="csX45" fmla="*/ 22003 w 23150"/>
                <a:gd name="csY45" fmla="*/ 20581 h 25445"/>
                <a:gd name="csX46" fmla="*/ 20556 w 23150"/>
                <a:gd name="csY46" fmla="*/ 17637 h 25445"/>
                <a:gd name="csX47" fmla="*/ 16689 w 23150"/>
                <a:gd name="csY47" fmla="*/ 15716 h 25445"/>
                <a:gd name="csX48" fmla="*/ 8282 w 23150"/>
                <a:gd name="csY48" fmla="*/ 13571 h 25445"/>
                <a:gd name="csX49" fmla="*/ 4540 w 23150"/>
                <a:gd name="csY49" fmla="*/ 12972 h 25445"/>
                <a:gd name="csX50" fmla="*/ 2769 w 23150"/>
                <a:gd name="csY50" fmla="*/ 13247 h 25445"/>
                <a:gd name="csX51" fmla="*/ 1721 w 23150"/>
                <a:gd name="csY51" fmla="*/ 13995 h 25445"/>
                <a:gd name="csX52" fmla="*/ 1247 w 23150"/>
                <a:gd name="csY52" fmla="*/ 14868 h 25445"/>
                <a:gd name="csX53" fmla="*/ 1123 w 23150"/>
                <a:gd name="csY53" fmla="*/ 15716 h 25445"/>
                <a:gd name="csX54" fmla="*/ 1422 w 23150"/>
                <a:gd name="csY54" fmla="*/ 17313 h 25445"/>
                <a:gd name="csX55" fmla="*/ 2420 w 23150"/>
                <a:gd name="csY55" fmla="*/ 19134 h 25445"/>
                <a:gd name="csX56" fmla="*/ 4490 w 23150"/>
                <a:gd name="csY56" fmla="*/ 21030 h 25445"/>
                <a:gd name="csX57" fmla="*/ 7808 w 23150"/>
                <a:gd name="csY57" fmla="*/ 22577 h 25445"/>
                <a:gd name="csX58" fmla="*/ 8382 w 23150"/>
                <a:gd name="csY58" fmla="*/ 23250 h 25445"/>
                <a:gd name="csX59" fmla="*/ 7858 w 23150"/>
                <a:gd name="csY59" fmla="*/ 23849 h 25445"/>
                <a:gd name="csX60" fmla="*/ 6561 w 23150"/>
                <a:gd name="csY60" fmla="*/ 23525 h 25445"/>
                <a:gd name="csX61" fmla="*/ 4540 w 23150"/>
                <a:gd name="csY61" fmla="*/ 22477 h 25445"/>
                <a:gd name="csX62" fmla="*/ 2420 w 23150"/>
                <a:gd name="csY62" fmla="*/ 20830 h 25445"/>
                <a:gd name="csX63" fmla="*/ 699 w 23150"/>
                <a:gd name="csY63" fmla="*/ 18510 h 25445"/>
                <a:gd name="csX64" fmla="*/ 0 w 23150"/>
                <a:gd name="csY64" fmla="*/ 15617 h 25445"/>
                <a:gd name="csX65" fmla="*/ 150 w 23150"/>
                <a:gd name="csY65" fmla="*/ 14294 h 25445"/>
                <a:gd name="csX66" fmla="*/ 649 w 23150"/>
                <a:gd name="csY66" fmla="*/ 12822 h 25445"/>
                <a:gd name="csX67" fmla="*/ 1846 w 23150"/>
                <a:gd name="csY67" fmla="*/ 11276 h 25445"/>
                <a:gd name="csX68" fmla="*/ 3867 w 23150"/>
                <a:gd name="csY68" fmla="*/ 10103 h 25445"/>
                <a:gd name="csX69" fmla="*/ 2744 w 23150"/>
                <a:gd name="csY69" fmla="*/ 9405 h 25445"/>
                <a:gd name="csX70" fmla="*/ 1522 w 23150"/>
                <a:gd name="csY70" fmla="*/ 8332 h 25445"/>
                <a:gd name="csX71" fmla="*/ 424 w 23150"/>
                <a:gd name="csY71" fmla="*/ 6735 h 25445"/>
                <a:gd name="csX72" fmla="*/ 0 w 23150"/>
                <a:gd name="csY72" fmla="*/ 4740 h 25445"/>
                <a:gd name="csX73" fmla="*/ 274 w 23150"/>
                <a:gd name="csY73" fmla="*/ 2719 h 25445"/>
                <a:gd name="csX74" fmla="*/ 1347 w 23150"/>
                <a:gd name="csY74" fmla="*/ 873 h 25445"/>
                <a:gd name="csX75" fmla="*/ 3368 w 23150"/>
                <a:gd name="csY75" fmla="*/ 0 h 25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3150" h="25445">
                  <a:moveTo>
                    <a:pt x="3368" y="0"/>
                  </a:moveTo>
                  <a:cubicBezTo>
                    <a:pt x="4299" y="0"/>
                    <a:pt x="5031" y="291"/>
                    <a:pt x="5563" y="873"/>
                  </a:cubicBezTo>
                  <a:cubicBezTo>
                    <a:pt x="6079" y="1455"/>
                    <a:pt x="6336" y="2079"/>
                    <a:pt x="6336" y="2744"/>
                  </a:cubicBezTo>
                  <a:cubicBezTo>
                    <a:pt x="6336" y="3376"/>
                    <a:pt x="6154" y="3858"/>
                    <a:pt x="5788" y="4191"/>
                  </a:cubicBezTo>
                  <a:cubicBezTo>
                    <a:pt x="5422" y="4524"/>
                    <a:pt x="5006" y="4690"/>
                    <a:pt x="4540" y="4690"/>
                  </a:cubicBezTo>
                  <a:cubicBezTo>
                    <a:pt x="3908" y="4690"/>
                    <a:pt x="3318" y="4457"/>
                    <a:pt x="2769" y="3991"/>
                  </a:cubicBezTo>
                  <a:cubicBezTo>
                    <a:pt x="2220" y="3526"/>
                    <a:pt x="1888" y="2944"/>
                    <a:pt x="1771" y="2245"/>
                  </a:cubicBezTo>
                  <a:cubicBezTo>
                    <a:pt x="1339" y="2927"/>
                    <a:pt x="1123" y="3775"/>
                    <a:pt x="1123" y="4790"/>
                  </a:cubicBezTo>
                  <a:cubicBezTo>
                    <a:pt x="1123" y="5455"/>
                    <a:pt x="1297" y="6079"/>
                    <a:pt x="1646" y="6661"/>
                  </a:cubicBezTo>
                  <a:cubicBezTo>
                    <a:pt x="1996" y="7226"/>
                    <a:pt x="2395" y="7683"/>
                    <a:pt x="2844" y="8033"/>
                  </a:cubicBezTo>
                  <a:cubicBezTo>
                    <a:pt x="3293" y="8365"/>
                    <a:pt x="3842" y="8681"/>
                    <a:pt x="4490" y="8981"/>
                  </a:cubicBezTo>
                  <a:cubicBezTo>
                    <a:pt x="5122" y="9264"/>
                    <a:pt x="5630" y="9463"/>
                    <a:pt x="6012" y="9579"/>
                  </a:cubicBezTo>
                  <a:cubicBezTo>
                    <a:pt x="6378" y="9679"/>
                    <a:pt x="6761" y="9771"/>
                    <a:pt x="7160" y="9854"/>
                  </a:cubicBezTo>
                  <a:lnTo>
                    <a:pt x="14145" y="11600"/>
                  </a:lnTo>
                  <a:cubicBezTo>
                    <a:pt x="16357" y="12166"/>
                    <a:pt x="17854" y="12449"/>
                    <a:pt x="18635" y="12449"/>
                  </a:cubicBezTo>
                  <a:cubicBezTo>
                    <a:pt x="19600" y="12449"/>
                    <a:pt x="20406" y="12216"/>
                    <a:pt x="21055" y="11750"/>
                  </a:cubicBezTo>
                  <a:cubicBezTo>
                    <a:pt x="21687" y="11284"/>
                    <a:pt x="22003" y="10586"/>
                    <a:pt x="22003" y="9654"/>
                  </a:cubicBezTo>
                  <a:cubicBezTo>
                    <a:pt x="22003" y="9288"/>
                    <a:pt x="21953" y="8897"/>
                    <a:pt x="21853" y="8482"/>
                  </a:cubicBezTo>
                  <a:cubicBezTo>
                    <a:pt x="21737" y="8066"/>
                    <a:pt x="21529" y="7592"/>
                    <a:pt x="21230" y="7060"/>
                  </a:cubicBezTo>
                  <a:cubicBezTo>
                    <a:pt x="20914" y="6511"/>
                    <a:pt x="20523" y="5995"/>
                    <a:pt x="20057" y="5513"/>
                  </a:cubicBezTo>
                  <a:cubicBezTo>
                    <a:pt x="19575" y="5014"/>
                    <a:pt x="18926" y="4524"/>
                    <a:pt x="18111" y="4041"/>
                  </a:cubicBezTo>
                  <a:cubicBezTo>
                    <a:pt x="17296" y="3559"/>
                    <a:pt x="16365" y="3160"/>
                    <a:pt x="15317" y="2844"/>
                  </a:cubicBezTo>
                  <a:cubicBezTo>
                    <a:pt x="14951" y="2744"/>
                    <a:pt x="14768" y="2528"/>
                    <a:pt x="14768" y="2195"/>
                  </a:cubicBezTo>
                  <a:cubicBezTo>
                    <a:pt x="14768" y="1779"/>
                    <a:pt x="14935" y="1572"/>
                    <a:pt x="15267" y="1572"/>
                  </a:cubicBezTo>
                  <a:cubicBezTo>
                    <a:pt x="15550" y="1572"/>
                    <a:pt x="15991" y="1688"/>
                    <a:pt x="16590" y="1921"/>
                  </a:cubicBezTo>
                  <a:cubicBezTo>
                    <a:pt x="17172" y="2137"/>
                    <a:pt x="17845" y="2486"/>
                    <a:pt x="18610" y="2969"/>
                  </a:cubicBezTo>
                  <a:cubicBezTo>
                    <a:pt x="19359" y="3434"/>
                    <a:pt x="20074" y="3975"/>
                    <a:pt x="20756" y="4590"/>
                  </a:cubicBezTo>
                  <a:cubicBezTo>
                    <a:pt x="21421" y="5206"/>
                    <a:pt x="21986" y="5971"/>
                    <a:pt x="22452" y="6885"/>
                  </a:cubicBezTo>
                  <a:cubicBezTo>
                    <a:pt x="22918" y="7800"/>
                    <a:pt x="23151" y="8756"/>
                    <a:pt x="23151" y="9754"/>
                  </a:cubicBezTo>
                  <a:cubicBezTo>
                    <a:pt x="23151" y="11184"/>
                    <a:pt x="22768" y="12373"/>
                    <a:pt x="22003" y="13321"/>
                  </a:cubicBezTo>
                  <a:cubicBezTo>
                    <a:pt x="21238" y="14269"/>
                    <a:pt x="20323" y="14918"/>
                    <a:pt x="19259" y="15267"/>
                  </a:cubicBezTo>
                  <a:cubicBezTo>
                    <a:pt x="19409" y="15350"/>
                    <a:pt x="19583" y="15450"/>
                    <a:pt x="19783" y="15567"/>
                  </a:cubicBezTo>
                  <a:cubicBezTo>
                    <a:pt x="19982" y="15683"/>
                    <a:pt x="20307" y="15916"/>
                    <a:pt x="20756" y="16265"/>
                  </a:cubicBezTo>
                  <a:cubicBezTo>
                    <a:pt x="21188" y="16598"/>
                    <a:pt x="21571" y="16955"/>
                    <a:pt x="21903" y="17338"/>
                  </a:cubicBezTo>
                  <a:cubicBezTo>
                    <a:pt x="22219" y="17721"/>
                    <a:pt x="22502" y="18211"/>
                    <a:pt x="22751" y="18810"/>
                  </a:cubicBezTo>
                  <a:cubicBezTo>
                    <a:pt x="23017" y="19392"/>
                    <a:pt x="23151" y="19999"/>
                    <a:pt x="23151" y="20631"/>
                  </a:cubicBezTo>
                  <a:cubicBezTo>
                    <a:pt x="23151" y="21429"/>
                    <a:pt x="23034" y="22186"/>
                    <a:pt x="22801" y="22901"/>
                  </a:cubicBezTo>
                  <a:cubicBezTo>
                    <a:pt x="22568" y="23600"/>
                    <a:pt x="22186" y="24198"/>
                    <a:pt x="21654" y="24697"/>
                  </a:cubicBezTo>
                  <a:cubicBezTo>
                    <a:pt x="21122" y="25196"/>
                    <a:pt x="20490" y="25446"/>
                    <a:pt x="19758" y="25446"/>
                  </a:cubicBezTo>
                  <a:cubicBezTo>
                    <a:pt x="18943" y="25446"/>
                    <a:pt x="18253" y="25171"/>
                    <a:pt x="17687" y="24622"/>
                  </a:cubicBezTo>
                  <a:cubicBezTo>
                    <a:pt x="17105" y="24057"/>
                    <a:pt x="16814" y="23391"/>
                    <a:pt x="16814" y="22626"/>
                  </a:cubicBezTo>
                  <a:cubicBezTo>
                    <a:pt x="16814" y="22144"/>
                    <a:pt x="16955" y="21712"/>
                    <a:pt x="17238" y="21329"/>
                  </a:cubicBezTo>
                  <a:cubicBezTo>
                    <a:pt x="17521" y="20930"/>
                    <a:pt x="17970" y="20731"/>
                    <a:pt x="18585" y="20731"/>
                  </a:cubicBezTo>
                  <a:cubicBezTo>
                    <a:pt x="19267" y="20731"/>
                    <a:pt x="19866" y="20963"/>
                    <a:pt x="20381" y="21429"/>
                  </a:cubicBezTo>
                  <a:cubicBezTo>
                    <a:pt x="20897" y="21895"/>
                    <a:pt x="21221" y="22460"/>
                    <a:pt x="21354" y="23125"/>
                  </a:cubicBezTo>
                  <a:cubicBezTo>
                    <a:pt x="21787" y="22444"/>
                    <a:pt x="22003" y="21596"/>
                    <a:pt x="22003" y="20581"/>
                  </a:cubicBezTo>
                  <a:cubicBezTo>
                    <a:pt x="22003" y="19483"/>
                    <a:pt x="21521" y="18502"/>
                    <a:pt x="20556" y="17637"/>
                  </a:cubicBezTo>
                  <a:cubicBezTo>
                    <a:pt x="19591" y="16772"/>
                    <a:pt x="18303" y="16132"/>
                    <a:pt x="16689" y="15716"/>
                  </a:cubicBezTo>
                  <a:cubicBezTo>
                    <a:pt x="12814" y="14685"/>
                    <a:pt x="10012" y="13970"/>
                    <a:pt x="8282" y="13571"/>
                  </a:cubicBezTo>
                  <a:cubicBezTo>
                    <a:pt x="6536" y="13172"/>
                    <a:pt x="5289" y="12972"/>
                    <a:pt x="4540" y="12972"/>
                  </a:cubicBezTo>
                  <a:cubicBezTo>
                    <a:pt x="3842" y="12972"/>
                    <a:pt x="3251" y="13064"/>
                    <a:pt x="2769" y="13247"/>
                  </a:cubicBezTo>
                  <a:cubicBezTo>
                    <a:pt x="2287" y="13430"/>
                    <a:pt x="1938" y="13679"/>
                    <a:pt x="1721" y="13995"/>
                  </a:cubicBezTo>
                  <a:cubicBezTo>
                    <a:pt x="1488" y="14294"/>
                    <a:pt x="1331" y="14585"/>
                    <a:pt x="1247" y="14868"/>
                  </a:cubicBezTo>
                  <a:cubicBezTo>
                    <a:pt x="1164" y="15134"/>
                    <a:pt x="1123" y="15417"/>
                    <a:pt x="1123" y="15716"/>
                  </a:cubicBezTo>
                  <a:cubicBezTo>
                    <a:pt x="1123" y="16215"/>
                    <a:pt x="1222" y="16748"/>
                    <a:pt x="1422" y="17313"/>
                  </a:cubicBezTo>
                  <a:cubicBezTo>
                    <a:pt x="1622" y="17862"/>
                    <a:pt x="1954" y="18469"/>
                    <a:pt x="2420" y="19134"/>
                  </a:cubicBezTo>
                  <a:cubicBezTo>
                    <a:pt x="2869" y="19783"/>
                    <a:pt x="3559" y="20415"/>
                    <a:pt x="4490" y="21030"/>
                  </a:cubicBezTo>
                  <a:cubicBezTo>
                    <a:pt x="5422" y="21645"/>
                    <a:pt x="6528" y="22161"/>
                    <a:pt x="7808" y="22577"/>
                  </a:cubicBezTo>
                  <a:cubicBezTo>
                    <a:pt x="8191" y="22660"/>
                    <a:pt x="8382" y="22884"/>
                    <a:pt x="8382" y="23250"/>
                  </a:cubicBezTo>
                  <a:cubicBezTo>
                    <a:pt x="8365" y="23649"/>
                    <a:pt x="8191" y="23849"/>
                    <a:pt x="7858" y="23849"/>
                  </a:cubicBezTo>
                  <a:cubicBezTo>
                    <a:pt x="7575" y="23849"/>
                    <a:pt x="7143" y="23741"/>
                    <a:pt x="6561" y="23525"/>
                  </a:cubicBezTo>
                  <a:cubicBezTo>
                    <a:pt x="5962" y="23292"/>
                    <a:pt x="5289" y="22943"/>
                    <a:pt x="4540" y="22477"/>
                  </a:cubicBezTo>
                  <a:cubicBezTo>
                    <a:pt x="3792" y="21995"/>
                    <a:pt x="3085" y="21446"/>
                    <a:pt x="2420" y="20830"/>
                  </a:cubicBezTo>
                  <a:cubicBezTo>
                    <a:pt x="1738" y="20198"/>
                    <a:pt x="1164" y="19425"/>
                    <a:pt x="699" y="18510"/>
                  </a:cubicBezTo>
                  <a:cubicBezTo>
                    <a:pt x="233" y="17579"/>
                    <a:pt x="0" y="16615"/>
                    <a:pt x="0" y="15617"/>
                  </a:cubicBezTo>
                  <a:cubicBezTo>
                    <a:pt x="0" y="15168"/>
                    <a:pt x="50" y="14727"/>
                    <a:pt x="150" y="14294"/>
                  </a:cubicBezTo>
                  <a:cubicBezTo>
                    <a:pt x="233" y="13845"/>
                    <a:pt x="399" y="13355"/>
                    <a:pt x="649" y="12822"/>
                  </a:cubicBezTo>
                  <a:cubicBezTo>
                    <a:pt x="898" y="12274"/>
                    <a:pt x="1297" y="11758"/>
                    <a:pt x="1846" y="11276"/>
                  </a:cubicBezTo>
                  <a:cubicBezTo>
                    <a:pt x="2395" y="10793"/>
                    <a:pt x="3068" y="10403"/>
                    <a:pt x="3867" y="10103"/>
                  </a:cubicBezTo>
                  <a:cubicBezTo>
                    <a:pt x="3484" y="9904"/>
                    <a:pt x="3110" y="9671"/>
                    <a:pt x="2744" y="9405"/>
                  </a:cubicBezTo>
                  <a:cubicBezTo>
                    <a:pt x="2378" y="9122"/>
                    <a:pt x="1971" y="8764"/>
                    <a:pt x="1522" y="8332"/>
                  </a:cubicBezTo>
                  <a:cubicBezTo>
                    <a:pt x="1056" y="7883"/>
                    <a:pt x="690" y="7351"/>
                    <a:pt x="424" y="6735"/>
                  </a:cubicBezTo>
                  <a:cubicBezTo>
                    <a:pt x="141" y="6104"/>
                    <a:pt x="0" y="5438"/>
                    <a:pt x="0" y="4740"/>
                  </a:cubicBezTo>
                  <a:cubicBezTo>
                    <a:pt x="0" y="4058"/>
                    <a:pt x="91" y="3384"/>
                    <a:pt x="274" y="2719"/>
                  </a:cubicBezTo>
                  <a:cubicBezTo>
                    <a:pt x="441" y="2054"/>
                    <a:pt x="798" y="1439"/>
                    <a:pt x="1347" y="873"/>
                  </a:cubicBezTo>
                  <a:cubicBezTo>
                    <a:pt x="1879" y="291"/>
                    <a:pt x="2553" y="0"/>
                    <a:pt x="3368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1B8E7361-C3FA-FB3F-0148-E7E17914D937}"/>
                </a:ext>
              </a:extLst>
            </p:cNvPr>
            <p:cNvSpPr/>
            <p:nvPr/>
          </p:nvSpPr>
          <p:spPr>
            <a:xfrm>
              <a:off x="1780981" y="4289524"/>
              <a:ext cx="51090" cy="11849"/>
            </a:xfrm>
            <a:custGeom>
              <a:avLst/>
              <a:gdLst>
                <a:gd name="csX0" fmla="*/ 50592 w 51090"/>
                <a:gd name="csY0" fmla="*/ 11849 h 11849"/>
                <a:gd name="csX1" fmla="*/ 49719 w 51090"/>
                <a:gd name="csY1" fmla="*/ 11201 h 11849"/>
                <a:gd name="csX2" fmla="*/ 25545 w 51090"/>
                <a:gd name="csY2" fmla="*/ 2968 h 11849"/>
                <a:gd name="csX3" fmla="*/ 1696 w 51090"/>
                <a:gd name="csY3" fmla="*/ 10877 h 11849"/>
                <a:gd name="csX4" fmla="*/ 499 w 51090"/>
                <a:gd name="csY4" fmla="*/ 11849 h 11849"/>
                <a:gd name="csX5" fmla="*/ 0 w 51090"/>
                <a:gd name="csY5" fmla="*/ 11351 h 11849"/>
                <a:gd name="csX6" fmla="*/ 1023 w 51090"/>
                <a:gd name="csY6" fmla="*/ 9779 h 11849"/>
                <a:gd name="csX7" fmla="*/ 4391 w 51090"/>
                <a:gd name="csY7" fmla="*/ 6660 h 11849"/>
                <a:gd name="csX8" fmla="*/ 9604 w 51090"/>
                <a:gd name="csY8" fmla="*/ 3368 h 11849"/>
                <a:gd name="csX9" fmla="*/ 25545 w 51090"/>
                <a:gd name="csY9" fmla="*/ 0 h 11849"/>
                <a:gd name="csX10" fmla="*/ 41137 w 51090"/>
                <a:gd name="csY10" fmla="*/ 3218 h 11849"/>
                <a:gd name="csX11" fmla="*/ 46501 w 51090"/>
                <a:gd name="csY11" fmla="*/ 6511 h 11849"/>
                <a:gd name="csX12" fmla="*/ 50018 w 51090"/>
                <a:gd name="csY12" fmla="*/ 9704 h 11849"/>
                <a:gd name="csX13" fmla="*/ 51091 w 51090"/>
                <a:gd name="csY13" fmla="*/ 11351 h 11849"/>
                <a:gd name="csX14" fmla="*/ 50592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50592" y="11849"/>
                  </a:moveTo>
                  <a:cubicBezTo>
                    <a:pt x="50425" y="11849"/>
                    <a:pt x="50134" y="11633"/>
                    <a:pt x="49719" y="11201"/>
                  </a:cubicBezTo>
                  <a:cubicBezTo>
                    <a:pt x="44131" y="5713"/>
                    <a:pt x="36073" y="2968"/>
                    <a:pt x="25545" y="2968"/>
                  </a:cubicBezTo>
                  <a:cubicBezTo>
                    <a:pt x="14985" y="2968"/>
                    <a:pt x="7035" y="5604"/>
                    <a:pt x="1696" y="10877"/>
                  </a:cubicBezTo>
                  <a:cubicBezTo>
                    <a:pt x="1081" y="11525"/>
                    <a:pt x="682" y="11849"/>
                    <a:pt x="499" y="11849"/>
                  </a:cubicBezTo>
                  <a:cubicBezTo>
                    <a:pt x="166" y="11849"/>
                    <a:pt x="0" y="11683"/>
                    <a:pt x="0" y="11351"/>
                  </a:cubicBezTo>
                  <a:cubicBezTo>
                    <a:pt x="0" y="11118"/>
                    <a:pt x="341" y="10594"/>
                    <a:pt x="1023" y="9779"/>
                  </a:cubicBezTo>
                  <a:cubicBezTo>
                    <a:pt x="1705" y="8948"/>
                    <a:pt x="2827" y="7908"/>
                    <a:pt x="4391" y="6660"/>
                  </a:cubicBezTo>
                  <a:cubicBezTo>
                    <a:pt x="5954" y="5397"/>
                    <a:pt x="7692" y="4299"/>
                    <a:pt x="9604" y="3368"/>
                  </a:cubicBezTo>
                  <a:cubicBezTo>
                    <a:pt x="14245" y="1123"/>
                    <a:pt x="19558" y="0"/>
                    <a:pt x="25545" y="0"/>
                  </a:cubicBezTo>
                  <a:cubicBezTo>
                    <a:pt x="31300" y="0"/>
                    <a:pt x="36497" y="1073"/>
                    <a:pt x="41137" y="3218"/>
                  </a:cubicBezTo>
                  <a:cubicBezTo>
                    <a:pt x="43083" y="4133"/>
                    <a:pt x="44871" y="5230"/>
                    <a:pt x="46501" y="6511"/>
                  </a:cubicBezTo>
                  <a:cubicBezTo>
                    <a:pt x="48130" y="7791"/>
                    <a:pt x="49303" y="8856"/>
                    <a:pt x="50018" y="9704"/>
                  </a:cubicBezTo>
                  <a:cubicBezTo>
                    <a:pt x="50733" y="10552"/>
                    <a:pt x="51091" y="11101"/>
                    <a:pt x="51091" y="11351"/>
                  </a:cubicBezTo>
                  <a:cubicBezTo>
                    <a:pt x="51091" y="11683"/>
                    <a:pt x="50925" y="11849"/>
                    <a:pt x="50592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16D10B56-64AE-781F-56D8-32EC98D33198}"/>
                </a:ext>
              </a:extLst>
            </p:cNvPr>
            <p:cNvSpPr/>
            <p:nvPr/>
          </p:nvSpPr>
          <p:spPr>
            <a:xfrm>
              <a:off x="1989852" y="3997119"/>
              <a:ext cx="1008380" cy="667385"/>
            </a:xfrm>
            <a:custGeom>
              <a:avLst/>
              <a:gdLst>
                <a:gd name="csX0" fmla="*/ 0 w 1008380"/>
                <a:gd name="csY0" fmla="*/ 667386 h 667385"/>
                <a:gd name="csX1" fmla="*/ 1009 w 1008380"/>
                <a:gd name="csY1" fmla="*/ 667386 h 667385"/>
                <a:gd name="csX2" fmla="*/ 2019 w 1008380"/>
                <a:gd name="csY2" fmla="*/ 667386 h 667385"/>
                <a:gd name="csX3" fmla="*/ 3028 w 1008380"/>
                <a:gd name="csY3" fmla="*/ 667386 h 667385"/>
                <a:gd name="csX4" fmla="*/ 4037 w 1008380"/>
                <a:gd name="csY4" fmla="*/ 667386 h 667385"/>
                <a:gd name="csX5" fmla="*/ 5047 w 1008380"/>
                <a:gd name="csY5" fmla="*/ 667386 h 667385"/>
                <a:gd name="csX6" fmla="*/ 6056 w 1008380"/>
                <a:gd name="csY6" fmla="*/ 667386 h 667385"/>
                <a:gd name="csX7" fmla="*/ 7066 w 1008380"/>
                <a:gd name="csY7" fmla="*/ 667386 h 667385"/>
                <a:gd name="csX8" fmla="*/ 8075 w 1008380"/>
                <a:gd name="csY8" fmla="*/ 667386 h 667385"/>
                <a:gd name="csX9" fmla="*/ 9085 w 1008380"/>
                <a:gd name="csY9" fmla="*/ 667386 h 667385"/>
                <a:gd name="csX10" fmla="*/ 10094 w 1008380"/>
                <a:gd name="csY10" fmla="*/ 667386 h 667385"/>
                <a:gd name="csX11" fmla="*/ 11103 w 1008380"/>
                <a:gd name="csY11" fmla="*/ 667386 h 667385"/>
                <a:gd name="csX12" fmla="*/ 12113 w 1008380"/>
                <a:gd name="csY12" fmla="*/ 667386 h 667385"/>
                <a:gd name="csX13" fmla="*/ 13122 w 1008380"/>
                <a:gd name="csY13" fmla="*/ 667386 h 667385"/>
                <a:gd name="csX14" fmla="*/ 14131 w 1008380"/>
                <a:gd name="csY14" fmla="*/ 667386 h 667385"/>
                <a:gd name="csX15" fmla="*/ 15141 w 1008380"/>
                <a:gd name="csY15" fmla="*/ 667386 h 667385"/>
                <a:gd name="csX16" fmla="*/ 16150 w 1008380"/>
                <a:gd name="csY16" fmla="*/ 667386 h 667385"/>
                <a:gd name="csX17" fmla="*/ 17159 w 1008380"/>
                <a:gd name="csY17" fmla="*/ 667386 h 667385"/>
                <a:gd name="csX18" fmla="*/ 18169 w 1008380"/>
                <a:gd name="csY18" fmla="*/ 667386 h 667385"/>
                <a:gd name="csX19" fmla="*/ 19178 w 1008380"/>
                <a:gd name="csY19" fmla="*/ 667386 h 667385"/>
                <a:gd name="csX20" fmla="*/ 20187 w 1008380"/>
                <a:gd name="csY20" fmla="*/ 667386 h 667385"/>
                <a:gd name="csX21" fmla="*/ 21197 w 1008380"/>
                <a:gd name="csY21" fmla="*/ 667386 h 667385"/>
                <a:gd name="csX22" fmla="*/ 22206 w 1008380"/>
                <a:gd name="csY22" fmla="*/ 667386 h 667385"/>
                <a:gd name="csX23" fmla="*/ 23216 w 1008380"/>
                <a:gd name="csY23" fmla="*/ 667386 h 667385"/>
                <a:gd name="csX24" fmla="*/ 24225 w 1008380"/>
                <a:gd name="csY24" fmla="*/ 667386 h 667385"/>
                <a:gd name="csX25" fmla="*/ 25235 w 1008380"/>
                <a:gd name="csY25" fmla="*/ 667386 h 667385"/>
                <a:gd name="csX26" fmla="*/ 26244 w 1008380"/>
                <a:gd name="csY26" fmla="*/ 667386 h 667385"/>
                <a:gd name="csX27" fmla="*/ 27253 w 1008380"/>
                <a:gd name="csY27" fmla="*/ 667386 h 667385"/>
                <a:gd name="csX28" fmla="*/ 28263 w 1008380"/>
                <a:gd name="csY28" fmla="*/ 667386 h 667385"/>
                <a:gd name="csX29" fmla="*/ 29272 w 1008380"/>
                <a:gd name="csY29" fmla="*/ 667386 h 667385"/>
                <a:gd name="csX30" fmla="*/ 30282 w 1008380"/>
                <a:gd name="csY30" fmla="*/ 667386 h 667385"/>
                <a:gd name="csX31" fmla="*/ 31291 w 1008380"/>
                <a:gd name="csY31" fmla="*/ 667386 h 667385"/>
                <a:gd name="csX32" fmla="*/ 32301 w 1008380"/>
                <a:gd name="csY32" fmla="*/ 667386 h 667385"/>
                <a:gd name="csX33" fmla="*/ 33310 w 1008380"/>
                <a:gd name="csY33" fmla="*/ 667386 h 667385"/>
                <a:gd name="csX34" fmla="*/ 34319 w 1008380"/>
                <a:gd name="csY34" fmla="*/ 667386 h 667385"/>
                <a:gd name="csX35" fmla="*/ 35329 w 1008380"/>
                <a:gd name="csY35" fmla="*/ 667386 h 667385"/>
                <a:gd name="csX36" fmla="*/ 36338 w 1008380"/>
                <a:gd name="csY36" fmla="*/ 667386 h 667385"/>
                <a:gd name="csX37" fmla="*/ 37347 w 1008380"/>
                <a:gd name="csY37" fmla="*/ 667386 h 667385"/>
                <a:gd name="csX38" fmla="*/ 38357 w 1008380"/>
                <a:gd name="csY38" fmla="*/ 667386 h 667385"/>
                <a:gd name="csX39" fmla="*/ 39366 w 1008380"/>
                <a:gd name="csY39" fmla="*/ 667386 h 667385"/>
                <a:gd name="csX40" fmla="*/ 40375 w 1008380"/>
                <a:gd name="csY40" fmla="*/ 667386 h 667385"/>
                <a:gd name="csX41" fmla="*/ 41385 w 1008380"/>
                <a:gd name="csY41" fmla="*/ 667386 h 667385"/>
                <a:gd name="csX42" fmla="*/ 42394 w 1008380"/>
                <a:gd name="csY42" fmla="*/ 667386 h 667385"/>
                <a:gd name="csX43" fmla="*/ 43403 w 1008380"/>
                <a:gd name="csY43" fmla="*/ 667380 h 667385"/>
                <a:gd name="csX44" fmla="*/ 44413 w 1008380"/>
                <a:gd name="csY44" fmla="*/ 667380 h 667385"/>
                <a:gd name="csX45" fmla="*/ 45422 w 1008380"/>
                <a:gd name="csY45" fmla="*/ 667380 h 667385"/>
                <a:gd name="csX46" fmla="*/ 46432 w 1008380"/>
                <a:gd name="csY46" fmla="*/ 667380 h 667385"/>
                <a:gd name="csX47" fmla="*/ 47441 w 1008380"/>
                <a:gd name="csY47" fmla="*/ 667380 h 667385"/>
                <a:gd name="csX48" fmla="*/ 48451 w 1008380"/>
                <a:gd name="csY48" fmla="*/ 667380 h 667385"/>
                <a:gd name="csX49" fmla="*/ 49460 w 1008380"/>
                <a:gd name="csY49" fmla="*/ 667375 h 667385"/>
                <a:gd name="csX50" fmla="*/ 50469 w 1008380"/>
                <a:gd name="csY50" fmla="*/ 667375 h 667385"/>
                <a:gd name="csX51" fmla="*/ 51479 w 1008380"/>
                <a:gd name="csY51" fmla="*/ 667375 h 667385"/>
                <a:gd name="csX52" fmla="*/ 52488 w 1008380"/>
                <a:gd name="csY52" fmla="*/ 667375 h 667385"/>
                <a:gd name="csX53" fmla="*/ 53498 w 1008380"/>
                <a:gd name="csY53" fmla="*/ 667370 h 667385"/>
                <a:gd name="csX54" fmla="*/ 54507 w 1008380"/>
                <a:gd name="csY54" fmla="*/ 667370 h 667385"/>
                <a:gd name="csX55" fmla="*/ 55516 w 1008380"/>
                <a:gd name="csY55" fmla="*/ 667364 h 667385"/>
                <a:gd name="csX56" fmla="*/ 56526 w 1008380"/>
                <a:gd name="csY56" fmla="*/ 667364 h 667385"/>
                <a:gd name="csX57" fmla="*/ 57535 w 1008380"/>
                <a:gd name="csY57" fmla="*/ 667359 h 667385"/>
                <a:gd name="csX58" fmla="*/ 58544 w 1008380"/>
                <a:gd name="csY58" fmla="*/ 667359 h 667385"/>
                <a:gd name="csX59" fmla="*/ 59554 w 1008380"/>
                <a:gd name="csY59" fmla="*/ 667354 h 667385"/>
                <a:gd name="csX60" fmla="*/ 60563 w 1008380"/>
                <a:gd name="csY60" fmla="*/ 667348 h 667385"/>
                <a:gd name="csX61" fmla="*/ 61572 w 1008380"/>
                <a:gd name="csY61" fmla="*/ 667343 h 667385"/>
                <a:gd name="csX62" fmla="*/ 62582 w 1008380"/>
                <a:gd name="csY62" fmla="*/ 667338 h 667385"/>
                <a:gd name="csX63" fmla="*/ 63591 w 1008380"/>
                <a:gd name="csY63" fmla="*/ 667332 h 667385"/>
                <a:gd name="csX64" fmla="*/ 64601 w 1008380"/>
                <a:gd name="csY64" fmla="*/ 667327 h 667385"/>
                <a:gd name="csX65" fmla="*/ 65610 w 1008380"/>
                <a:gd name="csY65" fmla="*/ 667316 h 667385"/>
                <a:gd name="csX66" fmla="*/ 66619 w 1008380"/>
                <a:gd name="csY66" fmla="*/ 667311 h 667385"/>
                <a:gd name="csX67" fmla="*/ 67629 w 1008380"/>
                <a:gd name="csY67" fmla="*/ 667300 h 667385"/>
                <a:gd name="csX68" fmla="*/ 68638 w 1008380"/>
                <a:gd name="csY68" fmla="*/ 667290 h 667385"/>
                <a:gd name="csX69" fmla="*/ 69648 w 1008380"/>
                <a:gd name="csY69" fmla="*/ 667279 h 667385"/>
                <a:gd name="csX70" fmla="*/ 70657 w 1008380"/>
                <a:gd name="csY70" fmla="*/ 667263 h 667385"/>
                <a:gd name="csX71" fmla="*/ 71667 w 1008380"/>
                <a:gd name="csY71" fmla="*/ 667252 h 667385"/>
                <a:gd name="csX72" fmla="*/ 72676 w 1008380"/>
                <a:gd name="csY72" fmla="*/ 667236 h 667385"/>
                <a:gd name="csX73" fmla="*/ 73685 w 1008380"/>
                <a:gd name="csY73" fmla="*/ 667215 h 667385"/>
                <a:gd name="csX74" fmla="*/ 74695 w 1008380"/>
                <a:gd name="csY74" fmla="*/ 667199 h 667385"/>
                <a:gd name="csX75" fmla="*/ 75704 w 1008380"/>
                <a:gd name="csY75" fmla="*/ 667178 h 667385"/>
                <a:gd name="csX76" fmla="*/ 76714 w 1008380"/>
                <a:gd name="csY76" fmla="*/ 667151 h 667385"/>
                <a:gd name="csX77" fmla="*/ 77723 w 1008380"/>
                <a:gd name="csY77" fmla="*/ 667124 h 667385"/>
                <a:gd name="csX78" fmla="*/ 78732 w 1008380"/>
                <a:gd name="csY78" fmla="*/ 667098 h 667385"/>
                <a:gd name="csX79" fmla="*/ 79742 w 1008380"/>
                <a:gd name="csY79" fmla="*/ 667066 h 667385"/>
                <a:gd name="csX80" fmla="*/ 80751 w 1008380"/>
                <a:gd name="csY80" fmla="*/ 667029 h 667385"/>
                <a:gd name="csX81" fmla="*/ 81760 w 1008380"/>
                <a:gd name="csY81" fmla="*/ 666986 h 667385"/>
                <a:gd name="csX82" fmla="*/ 82770 w 1008380"/>
                <a:gd name="csY82" fmla="*/ 666943 h 667385"/>
                <a:gd name="csX83" fmla="*/ 83779 w 1008380"/>
                <a:gd name="csY83" fmla="*/ 666896 h 667385"/>
                <a:gd name="csX84" fmla="*/ 84788 w 1008380"/>
                <a:gd name="csY84" fmla="*/ 666842 h 667385"/>
                <a:gd name="csX85" fmla="*/ 85798 w 1008380"/>
                <a:gd name="csY85" fmla="*/ 666789 h 667385"/>
                <a:gd name="csX86" fmla="*/ 86807 w 1008380"/>
                <a:gd name="csY86" fmla="*/ 666725 h 667385"/>
                <a:gd name="csX87" fmla="*/ 87817 w 1008380"/>
                <a:gd name="csY87" fmla="*/ 666656 h 667385"/>
                <a:gd name="csX88" fmla="*/ 88826 w 1008380"/>
                <a:gd name="csY88" fmla="*/ 666576 h 667385"/>
                <a:gd name="csX89" fmla="*/ 89835 w 1008380"/>
                <a:gd name="csY89" fmla="*/ 666496 h 667385"/>
                <a:gd name="csX90" fmla="*/ 90845 w 1008380"/>
                <a:gd name="csY90" fmla="*/ 666406 h 667385"/>
                <a:gd name="csX91" fmla="*/ 91854 w 1008380"/>
                <a:gd name="csY91" fmla="*/ 666304 h 667385"/>
                <a:gd name="csX92" fmla="*/ 92864 w 1008380"/>
                <a:gd name="csY92" fmla="*/ 666193 h 667385"/>
                <a:gd name="csX93" fmla="*/ 93873 w 1008380"/>
                <a:gd name="csY93" fmla="*/ 666075 h 667385"/>
                <a:gd name="csX94" fmla="*/ 94883 w 1008380"/>
                <a:gd name="csY94" fmla="*/ 665948 h 667385"/>
                <a:gd name="csX95" fmla="*/ 95892 w 1008380"/>
                <a:gd name="csY95" fmla="*/ 665804 h 667385"/>
                <a:gd name="csX96" fmla="*/ 96901 w 1008380"/>
                <a:gd name="csY96" fmla="*/ 665649 h 667385"/>
                <a:gd name="csX97" fmla="*/ 97911 w 1008380"/>
                <a:gd name="csY97" fmla="*/ 665484 h 667385"/>
                <a:gd name="csX98" fmla="*/ 98920 w 1008380"/>
                <a:gd name="csY98" fmla="*/ 665303 h 667385"/>
                <a:gd name="csX99" fmla="*/ 99930 w 1008380"/>
                <a:gd name="csY99" fmla="*/ 665106 h 667385"/>
                <a:gd name="csX100" fmla="*/ 100939 w 1008380"/>
                <a:gd name="csY100" fmla="*/ 664888 h 667385"/>
                <a:gd name="csX101" fmla="*/ 101948 w 1008380"/>
                <a:gd name="csY101" fmla="*/ 664659 h 667385"/>
                <a:gd name="csX102" fmla="*/ 102958 w 1008380"/>
                <a:gd name="csY102" fmla="*/ 664403 h 667385"/>
                <a:gd name="csX103" fmla="*/ 103967 w 1008380"/>
                <a:gd name="csY103" fmla="*/ 664132 h 667385"/>
                <a:gd name="csX104" fmla="*/ 104976 w 1008380"/>
                <a:gd name="csY104" fmla="*/ 663839 h 667385"/>
                <a:gd name="csX105" fmla="*/ 105986 w 1008380"/>
                <a:gd name="csY105" fmla="*/ 663519 h 667385"/>
                <a:gd name="csX106" fmla="*/ 106995 w 1008380"/>
                <a:gd name="csY106" fmla="*/ 663178 h 667385"/>
                <a:gd name="csX107" fmla="*/ 108004 w 1008380"/>
                <a:gd name="csY107" fmla="*/ 662806 h 667385"/>
                <a:gd name="csX108" fmla="*/ 109014 w 1008380"/>
                <a:gd name="csY108" fmla="*/ 662406 h 667385"/>
                <a:gd name="csX109" fmla="*/ 110023 w 1008380"/>
                <a:gd name="csY109" fmla="*/ 661975 h 667385"/>
                <a:gd name="csX110" fmla="*/ 111033 w 1008380"/>
                <a:gd name="csY110" fmla="*/ 661512 h 667385"/>
                <a:gd name="csX111" fmla="*/ 112042 w 1008380"/>
                <a:gd name="csY111" fmla="*/ 661011 h 667385"/>
                <a:gd name="csX112" fmla="*/ 113051 w 1008380"/>
                <a:gd name="csY112" fmla="*/ 660473 h 667385"/>
                <a:gd name="csX113" fmla="*/ 114061 w 1008380"/>
                <a:gd name="csY113" fmla="*/ 659898 h 667385"/>
                <a:gd name="csX114" fmla="*/ 115070 w 1008380"/>
                <a:gd name="csY114" fmla="*/ 659286 h 667385"/>
                <a:gd name="csX115" fmla="*/ 116080 w 1008380"/>
                <a:gd name="csY115" fmla="*/ 658620 h 667385"/>
                <a:gd name="csX116" fmla="*/ 117089 w 1008380"/>
                <a:gd name="csY116" fmla="*/ 657917 h 667385"/>
                <a:gd name="csX117" fmla="*/ 118099 w 1008380"/>
                <a:gd name="csY117" fmla="*/ 657155 h 667385"/>
                <a:gd name="csX118" fmla="*/ 119108 w 1008380"/>
                <a:gd name="csY118" fmla="*/ 656346 h 667385"/>
                <a:gd name="csX119" fmla="*/ 120117 w 1008380"/>
                <a:gd name="csY119" fmla="*/ 655483 h 667385"/>
                <a:gd name="csX120" fmla="*/ 121127 w 1008380"/>
                <a:gd name="csY120" fmla="*/ 654562 h 667385"/>
                <a:gd name="csX121" fmla="*/ 122136 w 1008380"/>
                <a:gd name="csY121" fmla="*/ 653577 h 667385"/>
                <a:gd name="csX122" fmla="*/ 123145 w 1008380"/>
                <a:gd name="csY122" fmla="*/ 652528 h 667385"/>
                <a:gd name="csX123" fmla="*/ 124155 w 1008380"/>
                <a:gd name="csY123" fmla="*/ 651415 h 667385"/>
                <a:gd name="csX124" fmla="*/ 125164 w 1008380"/>
                <a:gd name="csY124" fmla="*/ 650227 h 667385"/>
                <a:gd name="csX125" fmla="*/ 126173 w 1008380"/>
                <a:gd name="csY125" fmla="*/ 648965 h 667385"/>
                <a:gd name="csX126" fmla="*/ 127183 w 1008380"/>
                <a:gd name="csY126" fmla="*/ 647628 h 667385"/>
                <a:gd name="csX127" fmla="*/ 128192 w 1008380"/>
                <a:gd name="csY127" fmla="*/ 646206 h 667385"/>
                <a:gd name="csX128" fmla="*/ 129201 w 1008380"/>
                <a:gd name="csY128" fmla="*/ 644699 h 667385"/>
                <a:gd name="csX129" fmla="*/ 130211 w 1008380"/>
                <a:gd name="csY129" fmla="*/ 643107 h 667385"/>
                <a:gd name="csX130" fmla="*/ 131220 w 1008380"/>
                <a:gd name="csY130" fmla="*/ 641424 h 667385"/>
                <a:gd name="csX131" fmla="*/ 132230 w 1008380"/>
                <a:gd name="csY131" fmla="*/ 639640 h 667385"/>
                <a:gd name="csX132" fmla="*/ 133239 w 1008380"/>
                <a:gd name="csY132" fmla="*/ 637760 h 667385"/>
                <a:gd name="csX133" fmla="*/ 134249 w 1008380"/>
                <a:gd name="csY133" fmla="*/ 635774 h 667385"/>
                <a:gd name="csX134" fmla="*/ 135258 w 1008380"/>
                <a:gd name="csY134" fmla="*/ 633681 h 667385"/>
                <a:gd name="csX135" fmla="*/ 136267 w 1008380"/>
                <a:gd name="csY135" fmla="*/ 631477 h 667385"/>
                <a:gd name="csX136" fmla="*/ 137277 w 1008380"/>
                <a:gd name="csY136" fmla="*/ 629155 h 667385"/>
                <a:gd name="csX137" fmla="*/ 138286 w 1008380"/>
                <a:gd name="csY137" fmla="*/ 626716 h 667385"/>
                <a:gd name="csX138" fmla="*/ 139296 w 1008380"/>
                <a:gd name="csY138" fmla="*/ 624154 h 667385"/>
                <a:gd name="csX139" fmla="*/ 140305 w 1008380"/>
                <a:gd name="csY139" fmla="*/ 621465 h 667385"/>
                <a:gd name="csX140" fmla="*/ 141315 w 1008380"/>
                <a:gd name="csY140" fmla="*/ 618648 h 667385"/>
                <a:gd name="csX141" fmla="*/ 142324 w 1008380"/>
                <a:gd name="csY141" fmla="*/ 615692 h 667385"/>
                <a:gd name="csX142" fmla="*/ 143333 w 1008380"/>
                <a:gd name="csY142" fmla="*/ 612603 h 667385"/>
                <a:gd name="csX143" fmla="*/ 144343 w 1008380"/>
                <a:gd name="csY143" fmla="*/ 609371 h 667385"/>
                <a:gd name="csX144" fmla="*/ 145352 w 1008380"/>
                <a:gd name="csY144" fmla="*/ 605989 h 667385"/>
                <a:gd name="csX145" fmla="*/ 146361 w 1008380"/>
                <a:gd name="csY145" fmla="*/ 602464 h 667385"/>
                <a:gd name="csX146" fmla="*/ 147371 w 1008380"/>
                <a:gd name="csY146" fmla="*/ 598789 h 667385"/>
                <a:gd name="csX147" fmla="*/ 148380 w 1008380"/>
                <a:gd name="csY147" fmla="*/ 594960 h 667385"/>
                <a:gd name="csX148" fmla="*/ 149389 w 1008380"/>
                <a:gd name="csY148" fmla="*/ 590977 h 667385"/>
                <a:gd name="csX149" fmla="*/ 150399 w 1008380"/>
                <a:gd name="csY149" fmla="*/ 586834 h 667385"/>
                <a:gd name="csX150" fmla="*/ 151408 w 1008380"/>
                <a:gd name="csY150" fmla="*/ 582526 h 667385"/>
                <a:gd name="csX151" fmla="*/ 152417 w 1008380"/>
                <a:gd name="csY151" fmla="*/ 578063 h 667385"/>
                <a:gd name="csX152" fmla="*/ 153427 w 1008380"/>
                <a:gd name="csY152" fmla="*/ 573430 h 667385"/>
                <a:gd name="csX153" fmla="*/ 154436 w 1008380"/>
                <a:gd name="csY153" fmla="*/ 568632 h 667385"/>
                <a:gd name="csX154" fmla="*/ 155446 w 1008380"/>
                <a:gd name="csY154" fmla="*/ 563669 h 667385"/>
                <a:gd name="csX155" fmla="*/ 156455 w 1008380"/>
                <a:gd name="csY155" fmla="*/ 558535 h 667385"/>
                <a:gd name="csX156" fmla="*/ 157465 w 1008380"/>
                <a:gd name="csY156" fmla="*/ 553236 h 667385"/>
                <a:gd name="csX157" fmla="*/ 158474 w 1008380"/>
                <a:gd name="csY157" fmla="*/ 547767 h 667385"/>
                <a:gd name="csX158" fmla="*/ 159483 w 1008380"/>
                <a:gd name="csY158" fmla="*/ 542133 h 667385"/>
                <a:gd name="csX159" fmla="*/ 160493 w 1008380"/>
                <a:gd name="csY159" fmla="*/ 536328 h 667385"/>
                <a:gd name="csX160" fmla="*/ 161502 w 1008380"/>
                <a:gd name="csY160" fmla="*/ 530358 h 667385"/>
                <a:gd name="csX161" fmla="*/ 162512 w 1008380"/>
                <a:gd name="csY161" fmla="*/ 524229 h 667385"/>
                <a:gd name="csX162" fmla="*/ 163521 w 1008380"/>
                <a:gd name="csY162" fmla="*/ 517934 h 667385"/>
                <a:gd name="csX163" fmla="*/ 164531 w 1008380"/>
                <a:gd name="csY163" fmla="*/ 511480 h 667385"/>
                <a:gd name="csX164" fmla="*/ 165540 w 1008380"/>
                <a:gd name="csY164" fmla="*/ 504871 h 667385"/>
                <a:gd name="csX165" fmla="*/ 166549 w 1008380"/>
                <a:gd name="csY165" fmla="*/ 498108 h 667385"/>
                <a:gd name="csX166" fmla="*/ 167559 w 1008380"/>
                <a:gd name="csY166" fmla="*/ 491196 h 667385"/>
                <a:gd name="csX167" fmla="*/ 168568 w 1008380"/>
                <a:gd name="csY167" fmla="*/ 484140 h 667385"/>
                <a:gd name="csX168" fmla="*/ 169577 w 1008380"/>
                <a:gd name="csY168" fmla="*/ 476944 h 667385"/>
                <a:gd name="csX169" fmla="*/ 170587 w 1008380"/>
                <a:gd name="csY169" fmla="*/ 469614 h 667385"/>
                <a:gd name="csX170" fmla="*/ 171596 w 1008380"/>
                <a:gd name="csY170" fmla="*/ 462157 h 667385"/>
                <a:gd name="csX171" fmla="*/ 172605 w 1008380"/>
                <a:gd name="csY171" fmla="*/ 454578 h 667385"/>
                <a:gd name="csX172" fmla="*/ 173615 w 1008380"/>
                <a:gd name="csY172" fmla="*/ 446885 h 667385"/>
                <a:gd name="csX173" fmla="*/ 174624 w 1008380"/>
                <a:gd name="csY173" fmla="*/ 439086 h 667385"/>
                <a:gd name="csX174" fmla="*/ 175633 w 1008380"/>
                <a:gd name="csY174" fmla="*/ 431188 h 667385"/>
                <a:gd name="csX175" fmla="*/ 176643 w 1008380"/>
                <a:gd name="csY175" fmla="*/ 423201 h 667385"/>
                <a:gd name="csX176" fmla="*/ 177652 w 1008380"/>
                <a:gd name="csY176" fmla="*/ 415132 h 667385"/>
                <a:gd name="csX177" fmla="*/ 178662 w 1008380"/>
                <a:gd name="csY177" fmla="*/ 406993 h 667385"/>
                <a:gd name="csX178" fmla="*/ 179671 w 1008380"/>
                <a:gd name="csY178" fmla="*/ 398792 h 667385"/>
                <a:gd name="csX179" fmla="*/ 180681 w 1008380"/>
                <a:gd name="csY179" fmla="*/ 390541 h 667385"/>
                <a:gd name="csX180" fmla="*/ 181690 w 1008380"/>
                <a:gd name="csY180" fmla="*/ 382250 h 667385"/>
                <a:gd name="csX181" fmla="*/ 182699 w 1008380"/>
                <a:gd name="csY181" fmla="*/ 373930 h 667385"/>
                <a:gd name="csX182" fmla="*/ 183709 w 1008380"/>
                <a:gd name="csY182" fmla="*/ 365595 h 667385"/>
                <a:gd name="csX183" fmla="*/ 184718 w 1008380"/>
                <a:gd name="csY183" fmla="*/ 357254 h 667385"/>
                <a:gd name="csX184" fmla="*/ 185728 w 1008380"/>
                <a:gd name="csY184" fmla="*/ 348921 h 667385"/>
                <a:gd name="csX185" fmla="*/ 186737 w 1008380"/>
                <a:gd name="csY185" fmla="*/ 340610 h 667385"/>
                <a:gd name="csX186" fmla="*/ 187746 w 1008380"/>
                <a:gd name="csY186" fmla="*/ 332332 h 667385"/>
                <a:gd name="csX187" fmla="*/ 188756 w 1008380"/>
                <a:gd name="csY187" fmla="*/ 324100 h 667385"/>
                <a:gd name="csX188" fmla="*/ 189765 w 1008380"/>
                <a:gd name="csY188" fmla="*/ 315930 h 667385"/>
                <a:gd name="csX189" fmla="*/ 190774 w 1008380"/>
                <a:gd name="csY189" fmla="*/ 307834 h 667385"/>
                <a:gd name="csX190" fmla="*/ 191784 w 1008380"/>
                <a:gd name="csY190" fmla="*/ 299825 h 667385"/>
                <a:gd name="csX191" fmla="*/ 192793 w 1008380"/>
                <a:gd name="csY191" fmla="*/ 291918 h 667385"/>
                <a:gd name="csX192" fmla="*/ 193803 w 1008380"/>
                <a:gd name="csY192" fmla="*/ 284126 h 667385"/>
                <a:gd name="csX193" fmla="*/ 194812 w 1008380"/>
                <a:gd name="csY193" fmla="*/ 276465 h 667385"/>
                <a:gd name="csX194" fmla="*/ 195821 w 1008380"/>
                <a:gd name="csY194" fmla="*/ 268946 h 667385"/>
                <a:gd name="csX195" fmla="*/ 196831 w 1008380"/>
                <a:gd name="csY195" fmla="*/ 261584 h 667385"/>
                <a:gd name="csX196" fmla="*/ 197840 w 1008380"/>
                <a:gd name="csY196" fmla="*/ 254394 h 667385"/>
                <a:gd name="csX197" fmla="*/ 198849 w 1008380"/>
                <a:gd name="csY197" fmla="*/ 247388 h 667385"/>
                <a:gd name="csX198" fmla="*/ 199859 w 1008380"/>
                <a:gd name="csY198" fmla="*/ 240580 h 667385"/>
                <a:gd name="csX199" fmla="*/ 200868 w 1008380"/>
                <a:gd name="csY199" fmla="*/ 233982 h 667385"/>
                <a:gd name="csX200" fmla="*/ 201878 w 1008380"/>
                <a:gd name="csY200" fmla="*/ 227607 h 667385"/>
                <a:gd name="csX201" fmla="*/ 202887 w 1008380"/>
                <a:gd name="csY201" fmla="*/ 221469 h 667385"/>
                <a:gd name="csX202" fmla="*/ 203897 w 1008380"/>
                <a:gd name="csY202" fmla="*/ 215578 h 667385"/>
                <a:gd name="csX203" fmla="*/ 204906 w 1008380"/>
                <a:gd name="csY203" fmla="*/ 209946 h 667385"/>
                <a:gd name="csX204" fmla="*/ 205915 w 1008380"/>
                <a:gd name="csY204" fmla="*/ 204585 h 667385"/>
                <a:gd name="csX205" fmla="*/ 206925 w 1008380"/>
                <a:gd name="csY205" fmla="*/ 199505 h 667385"/>
                <a:gd name="csX206" fmla="*/ 207934 w 1008380"/>
                <a:gd name="csY206" fmla="*/ 194715 h 667385"/>
                <a:gd name="csX207" fmla="*/ 208944 w 1008380"/>
                <a:gd name="csY207" fmla="*/ 190226 h 667385"/>
                <a:gd name="csX208" fmla="*/ 209953 w 1008380"/>
                <a:gd name="csY208" fmla="*/ 186046 h 667385"/>
                <a:gd name="csX209" fmla="*/ 210962 w 1008380"/>
                <a:gd name="csY209" fmla="*/ 182183 h 667385"/>
                <a:gd name="csX210" fmla="*/ 211972 w 1008380"/>
                <a:gd name="csY210" fmla="*/ 178643 h 667385"/>
                <a:gd name="csX211" fmla="*/ 212981 w 1008380"/>
                <a:gd name="csY211" fmla="*/ 175435 h 667385"/>
                <a:gd name="csX212" fmla="*/ 213990 w 1008380"/>
                <a:gd name="csY212" fmla="*/ 172564 h 667385"/>
                <a:gd name="csX213" fmla="*/ 215000 w 1008380"/>
                <a:gd name="csY213" fmla="*/ 170035 h 667385"/>
                <a:gd name="csX214" fmla="*/ 216009 w 1008380"/>
                <a:gd name="csY214" fmla="*/ 167851 h 667385"/>
                <a:gd name="csX215" fmla="*/ 217018 w 1008380"/>
                <a:gd name="csY215" fmla="*/ 166018 h 667385"/>
                <a:gd name="csX216" fmla="*/ 218028 w 1008380"/>
                <a:gd name="csY216" fmla="*/ 164536 h 667385"/>
                <a:gd name="csX217" fmla="*/ 219037 w 1008380"/>
                <a:gd name="csY217" fmla="*/ 163409 h 667385"/>
                <a:gd name="csX218" fmla="*/ 220047 w 1008380"/>
                <a:gd name="csY218" fmla="*/ 162636 h 667385"/>
                <a:gd name="csX219" fmla="*/ 221056 w 1008380"/>
                <a:gd name="csY219" fmla="*/ 162219 h 667385"/>
                <a:gd name="csX220" fmla="*/ 222065 w 1008380"/>
                <a:gd name="csY220" fmla="*/ 162155 h 667385"/>
                <a:gd name="csX221" fmla="*/ 223075 w 1008380"/>
                <a:gd name="csY221" fmla="*/ 162443 h 667385"/>
                <a:gd name="csX222" fmla="*/ 224084 w 1008380"/>
                <a:gd name="csY222" fmla="*/ 163081 h 667385"/>
                <a:gd name="csX223" fmla="*/ 225094 w 1008380"/>
                <a:gd name="csY223" fmla="*/ 164065 h 667385"/>
                <a:gd name="csX224" fmla="*/ 226103 w 1008380"/>
                <a:gd name="csY224" fmla="*/ 165391 h 667385"/>
                <a:gd name="csX225" fmla="*/ 227113 w 1008380"/>
                <a:gd name="csY225" fmla="*/ 167053 h 667385"/>
                <a:gd name="csX226" fmla="*/ 228122 w 1008380"/>
                <a:gd name="csY226" fmla="*/ 169046 h 667385"/>
                <a:gd name="csX227" fmla="*/ 229131 w 1008380"/>
                <a:gd name="csY227" fmla="*/ 171362 h 667385"/>
                <a:gd name="csX228" fmla="*/ 230141 w 1008380"/>
                <a:gd name="csY228" fmla="*/ 173995 h 667385"/>
                <a:gd name="csX229" fmla="*/ 231150 w 1008380"/>
                <a:gd name="csY229" fmla="*/ 176935 h 667385"/>
                <a:gd name="csX230" fmla="*/ 232160 w 1008380"/>
                <a:gd name="csY230" fmla="*/ 180174 h 667385"/>
                <a:gd name="csX231" fmla="*/ 233169 w 1008380"/>
                <a:gd name="csY231" fmla="*/ 183701 h 667385"/>
                <a:gd name="csX232" fmla="*/ 234178 w 1008380"/>
                <a:gd name="csY232" fmla="*/ 187506 h 667385"/>
                <a:gd name="csX233" fmla="*/ 235188 w 1008380"/>
                <a:gd name="csY233" fmla="*/ 191579 h 667385"/>
                <a:gd name="csX234" fmla="*/ 236197 w 1008380"/>
                <a:gd name="csY234" fmla="*/ 195906 h 667385"/>
                <a:gd name="csX235" fmla="*/ 237206 w 1008380"/>
                <a:gd name="csY235" fmla="*/ 200476 h 667385"/>
                <a:gd name="csX236" fmla="*/ 238216 w 1008380"/>
                <a:gd name="csY236" fmla="*/ 205276 h 667385"/>
                <a:gd name="csX237" fmla="*/ 239225 w 1008380"/>
                <a:gd name="csY237" fmla="*/ 210292 h 667385"/>
                <a:gd name="csX238" fmla="*/ 240234 w 1008380"/>
                <a:gd name="csY238" fmla="*/ 215511 h 667385"/>
                <a:gd name="csX239" fmla="*/ 241244 w 1008380"/>
                <a:gd name="csY239" fmla="*/ 220919 h 667385"/>
                <a:gd name="csX240" fmla="*/ 242253 w 1008380"/>
                <a:gd name="csY240" fmla="*/ 226500 h 667385"/>
                <a:gd name="csX241" fmla="*/ 243263 w 1008380"/>
                <a:gd name="csY241" fmla="*/ 232240 h 667385"/>
                <a:gd name="csX242" fmla="*/ 244272 w 1008380"/>
                <a:gd name="csY242" fmla="*/ 238123 h 667385"/>
                <a:gd name="csX243" fmla="*/ 245281 w 1008380"/>
                <a:gd name="csY243" fmla="*/ 244136 h 667385"/>
                <a:gd name="csX244" fmla="*/ 246291 w 1008380"/>
                <a:gd name="csY244" fmla="*/ 250260 h 667385"/>
                <a:gd name="csX245" fmla="*/ 247300 w 1008380"/>
                <a:gd name="csY245" fmla="*/ 256482 h 667385"/>
                <a:gd name="csX246" fmla="*/ 248310 w 1008380"/>
                <a:gd name="csY246" fmla="*/ 262785 h 667385"/>
                <a:gd name="csX247" fmla="*/ 249319 w 1008380"/>
                <a:gd name="csY247" fmla="*/ 269153 h 667385"/>
                <a:gd name="csX248" fmla="*/ 250329 w 1008380"/>
                <a:gd name="csY248" fmla="*/ 275570 h 667385"/>
                <a:gd name="csX249" fmla="*/ 251338 w 1008380"/>
                <a:gd name="csY249" fmla="*/ 282021 h 667385"/>
                <a:gd name="csX250" fmla="*/ 252347 w 1008380"/>
                <a:gd name="csY250" fmla="*/ 288490 h 667385"/>
                <a:gd name="csX251" fmla="*/ 253357 w 1008380"/>
                <a:gd name="csY251" fmla="*/ 294962 h 667385"/>
                <a:gd name="csX252" fmla="*/ 254366 w 1008380"/>
                <a:gd name="csY252" fmla="*/ 301420 h 667385"/>
                <a:gd name="csX253" fmla="*/ 255376 w 1008380"/>
                <a:gd name="csY253" fmla="*/ 307850 h 667385"/>
                <a:gd name="csX254" fmla="*/ 256385 w 1008380"/>
                <a:gd name="csY254" fmla="*/ 314237 h 667385"/>
                <a:gd name="csX255" fmla="*/ 257394 w 1008380"/>
                <a:gd name="csY255" fmla="*/ 320565 h 667385"/>
                <a:gd name="csX256" fmla="*/ 258404 w 1008380"/>
                <a:gd name="csY256" fmla="*/ 326822 h 667385"/>
                <a:gd name="csX257" fmla="*/ 259413 w 1008380"/>
                <a:gd name="csY257" fmla="*/ 332993 h 667385"/>
                <a:gd name="csX258" fmla="*/ 260422 w 1008380"/>
                <a:gd name="csY258" fmla="*/ 339063 h 667385"/>
                <a:gd name="csX259" fmla="*/ 261432 w 1008380"/>
                <a:gd name="csY259" fmla="*/ 345021 h 667385"/>
                <a:gd name="csX260" fmla="*/ 262441 w 1008380"/>
                <a:gd name="csY260" fmla="*/ 350852 h 667385"/>
                <a:gd name="csX261" fmla="*/ 263450 w 1008380"/>
                <a:gd name="csY261" fmla="*/ 356545 h 667385"/>
                <a:gd name="csX262" fmla="*/ 264460 w 1008380"/>
                <a:gd name="csY262" fmla="*/ 362088 h 667385"/>
                <a:gd name="csX263" fmla="*/ 265469 w 1008380"/>
                <a:gd name="csY263" fmla="*/ 367470 h 667385"/>
                <a:gd name="csX264" fmla="*/ 266479 w 1008380"/>
                <a:gd name="csY264" fmla="*/ 372679 h 667385"/>
                <a:gd name="csX265" fmla="*/ 267488 w 1008380"/>
                <a:gd name="csY265" fmla="*/ 377706 h 667385"/>
                <a:gd name="csX266" fmla="*/ 268497 w 1008380"/>
                <a:gd name="csY266" fmla="*/ 382540 h 667385"/>
                <a:gd name="csX267" fmla="*/ 269507 w 1008380"/>
                <a:gd name="csY267" fmla="*/ 387172 h 667385"/>
                <a:gd name="csX268" fmla="*/ 270516 w 1008380"/>
                <a:gd name="csY268" fmla="*/ 391594 h 667385"/>
                <a:gd name="csX269" fmla="*/ 271526 w 1008380"/>
                <a:gd name="csY269" fmla="*/ 395798 h 667385"/>
                <a:gd name="csX270" fmla="*/ 272535 w 1008380"/>
                <a:gd name="csY270" fmla="*/ 399776 h 667385"/>
                <a:gd name="csX271" fmla="*/ 273545 w 1008380"/>
                <a:gd name="csY271" fmla="*/ 403520 h 667385"/>
                <a:gd name="csX272" fmla="*/ 274554 w 1008380"/>
                <a:gd name="csY272" fmla="*/ 407025 h 667385"/>
                <a:gd name="csX273" fmla="*/ 275563 w 1008380"/>
                <a:gd name="csY273" fmla="*/ 410285 h 667385"/>
                <a:gd name="csX274" fmla="*/ 276573 w 1008380"/>
                <a:gd name="csY274" fmla="*/ 413295 h 667385"/>
                <a:gd name="csX275" fmla="*/ 277582 w 1008380"/>
                <a:gd name="csY275" fmla="*/ 416049 h 667385"/>
                <a:gd name="csX276" fmla="*/ 278591 w 1008380"/>
                <a:gd name="csY276" fmla="*/ 418544 h 667385"/>
                <a:gd name="csX277" fmla="*/ 279601 w 1008380"/>
                <a:gd name="csY277" fmla="*/ 420776 h 667385"/>
                <a:gd name="csX278" fmla="*/ 280610 w 1008380"/>
                <a:gd name="csY278" fmla="*/ 422743 h 667385"/>
                <a:gd name="csX279" fmla="*/ 281619 w 1008380"/>
                <a:gd name="csY279" fmla="*/ 424441 h 667385"/>
                <a:gd name="csX280" fmla="*/ 282629 w 1008380"/>
                <a:gd name="csY280" fmla="*/ 425869 h 667385"/>
                <a:gd name="csX281" fmla="*/ 283638 w 1008380"/>
                <a:gd name="csY281" fmla="*/ 427024 h 667385"/>
                <a:gd name="csX282" fmla="*/ 284647 w 1008380"/>
                <a:gd name="csY282" fmla="*/ 427908 h 667385"/>
                <a:gd name="csX283" fmla="*/ 285657 w 1008380"/>
                <a:gd name="csY283" fmla="*/ 428518 h 667385"/>
                <a:gd name="csX284" fmla="*/ 286666 w 1008380"/>
                <a:gd name="csY284" fmla="*/ 428855 h 667385"/>
                <a:gd name="csX285" fmla="*/ 287676 w 1008380"/>
                <a:gd name="csY285" fmla="*/ 428920 h 667385"/>
                <a:gd name="csX286" fmla="*/ 288685 w 1008380"/>
                <a:gd name="csY286" fmla="*/ 428713 h 667385"/>
                <a:gd name="csX287" fmla="*/ 289695 w 1008380"/>
                <a:gd name="csY287" fmla="*/ 428235 h 667385"/>
                <a:gd name="csX288" fmla="*/ 290704 w 1008380"/>
                <a:gd name="csY288" fmla="*/ 427489 h 667385"/>
                <a:gd name="csX289" fmla="*/ 291714 w 1008380"/>
                <a:gd name="csY289" fmla="*/ 426476 h 667385"/>
                <a:gd name="csX290" fmla="*/ 292723 w 1008380"/>
                <a:gd name="csY290" fmla="*/ 425200 h 667385"/>
                <a:gd name="csX291" fmla="*/ 293732 w 1008380"/>
                <a:gd name="csY291" fmla="*/ 423662 h 667385"/>
                <a:gd name="csX292" fmla="*/ 294742 w 1008380"/>
                <a:gd name="csY292" fmla="*/ 421867 h 667385"/>
                <a:gd name="csX293" fmla="*/ 295751 w 1008380"/>
                <a:gd name="csY293" fmla="*/ 419818 h 667385"/>
                <a:gd name="csX294" fmla="*/ 296761 w 1008380"/>
                <a:gd name="csY294" fmla="*/ 417519 h 667385"/>
                <a:gd name="csX295" fmla="*/ 297770 w 1008380"/>
                <a:gd name="csY295" fmla="*/ 414974 h 667385"/>
                <a:gd name="csX296" fmla="*/ 298779 w 1008380"/>
                <a:gd name="csY296" fmla="*/ 412186 h 667385"/>
                <a:gd name="csX297" fmla="*/ 299789 w 1008380"/>
                <a:gd name="csY297" fmla="*/ 409163 h 667385"/>
                <a:gd name="csX298" fmla="*/ 300798 w 1008380"/>
                <a:gd name="csY298" fmla="*/ 405908 h 667385"/>
                <a:gd name="csX299" fmla="*/ 301807 w 1008380"/>
                <a:gd name="csY299" fmla="*/ 402426 h 667385"/>
                <a:gd name="csX300" fmla="*/ 302817 w 1008380"/>
                <a:gd name="csY300" fmla="*/ 398724 h 667385"/>
                <a:gd name="csX301" fmla="*/ 303826 w 1008380"/>
                <a:gd name="csY301" fmla="*/ 394806 h 667385"/>
                <a:gd name="csX302" fmla="*/ 304835 w 1008380"/>
                <a:gd name="csY302" fmla="*/ 390679 h 667385"/>
                <a:gd name="csX303" fmla="*/ 305845 w 1008380"/>
                <a:gd name="csY303" fmla="*/ 386349 h 667385"/>
                <a:gd name="csX304" fmla="*/ 306854 w 1008380"/>
                <a:gd name="csY304" fmla="*/ 381821 h 667385"/>
                <a:gd name="csX305" fmla="*/ 307863 w 1008380"/>
                <a:gd name="csY305" fmla="*/ 377104 h 667385"/>
                <a:gd name="csX306" fmla="*/ 308873 w 1008380"/>
                <a:gd name="csY306" fmla="*/ 372202 h 667385"/>
                <a:gd name="csX307" fmla="*/ 309882 w 1008380"/>
                <a:gd name="csY307" fmla="*/ 367123 h 667385"/>
                <a:gd name="csX308" fmla="*/ 310892 w 1008380"/>
                <a:gd name="csY308" fmla="*/ 361874 h 667385"/>
                <a:gd name="csX309" fmla="*/ 311901 w 1008380"/>
                <a:gd name="csY309" fmla="*/ 356462 h 667385"/>
                <a:gd name="csX310" fmla="*/ 312911 w 1008380"/>
                <a:gd name="csY310" fmla="*/ 350893 h 667385"/>
                <a:gd name="csX311" fmla="*/ 313920 w 1008380"/>
                <a:gd name="csY311" fmla="*/ 345175 h 667385"/>
                <a:gd name="csX312" fmla="*/ 314930 w 1008380"/>
                <a:gd name="csY312" fmla="*/ 339316 h 667385"/>
                <a:gd name="csX313" fmla="*/ 315939 w 1008380"/>
                <a:gd name="csY313" fmla="*/ 333321 h 667385"/>
                <a:gd name="csX314" fmla="*/ 316948 w 1008380"/>
                <a:gd name="csY314" fmla="*/ 327200 h 667385"/>
                <a:gd name="csX315" fmla="*/ 317958 w 1008380"/>
                <a:gd name="csY315" fmla="*/ 320960 h 667385"/>
                <a:gd name="csX316" fmla="*/ 318968 w 1008380"/>
                <a:gd name="csY316" fmla="*/ 314607 h 667385"/>
                <a:gd name="csX317" fmla="*/ 319975 w 1008380"/>
                <a:gd name="csY317" fmla="*/ 308150 h 667385"/>
                <a:gd name="csX318" fmla="*/ 320987 w 1008380"/>
                <a:gd name="csY318" fmla="*/ 301597 h 667385"/>
                <a:gd name="csX319" fmla="*/ 321993 w 1008380"/>
                <a:gd name="csY319" fmla="*/ 294954 h 667385"/>
                <a:gd name="csX320" fmla="*/ 323005 w 1008380"/>
                <a:gd name="csY320" fmla="*/ 288230 h 667385"/>
                <a:gd name="csX321" fmla="*/ 324012 w 1008380"/>
                <a:gd name="csY321" fmla="*/ 281433 h 667385"/>
                <a:gd name="csX322" fmla="*/ 325023 w 1008380"/>
                <a:gd name="csY322" fmla="*/ 274569 h 667385"/>
                <a:gd name="csX323" fmla="*/ 326035 w 1008380"/>
                <a:gd name="csY323" fmla="*/ 267648 h 667385"/>
                <a:gd name="csX324" fmla="*/ 327042 w 1008380"/>
                <a:gd name="csY324" fmla="*/ 260676 h 667385"/>
                <a:gd name="csX325" fmla="*/ 328054 w 1008380"/>
                <a:gd name="csY325" fmla="*/ 253662 h 667385"/>
                <a:gd name="csX326" fmla="*/ 329060 w 1008380"/>
                <a:gd name="csY326" fmla="*/ 246614 h 667385"/>
                <a:gd name="csX327" fmla="*/ 330072 w 1008380"/>
                <a:gd name="csY327" fmla="*/ 239538 h 667385"/>
                <a:gd name="csX328" fmla="*/ 331078 w 1008380"/>
                <a:gd name="csY328" fmla="*/ 232443 h 667385"/>
                <a:gd name="csX329" fmla="*/ 332090 w 1008380"/>
                <a:gd name="csY329" fmla="*/ 225337 h 667385"/>
                <a:gd name="csX330" fmla="*/ 333097 w 1008380"/>
                <a:gd name="csY330" fmla="*/ 218228 h 667385"/>
                <a:gd name="csX331" fmla="*/ 334108 w 1008380"/>
                <a:gd name="csY331" fmla="*/ 211122 h 667385"/>
                <a:gd name="csX332" fmla="*/ 335115 w 1008380"/>
                <a:gd name="csY332" fmla="*/ 204028 h 667385"/>
                <a:gd name="csX333" fmla="*/ 336127 w 1008380"/>
                <a:gd name="csY333" fmla="*/ 196953 h 667385"/>
                <a:gd name="csX334" fmla="*/ 337139 w 1008380"/>
                <a:gd name="csY334" fmla="*/ 189904 h 667385"/>
                <a:gd name="csX335" fmla="*/ 338145 w 1008380"/>
                <a:gd name="csY335" fmla="*/ 182890 h 667385"/>
                <a:gd name="csX336" fmla="*/ 339157 w 1008380"/>
                <a:gd name="csY336" fmla="*/ 175918 h 667385"/>
                <a:gd name="csX337" fmla="*/ 340163 w 1008380"/>
                <a:gd name="csY337" fmla="*/ 168994 h 667385"/>
                <a:gd name="csX338" fmla="*/ 341175 w 1008380"/>
                <a:gd name="csY338" fmla="*/ 162126 h 667385"/>
                <a:gd name="csX339" fmla="*/ 342182 w 1008380"/>
                <a:gd name="csY339" fmla="*/ 155322 h 667385"/>
                <a:gd name="csX340" fmla="*/ 343194 w 1008380"/>
                <a:gd name="csY340" fmla="*/ 148588 h 667385"/>
                <a:gd name="csX341" fmla="*/ 344200 w 1008380"/>
                <a:gd name="csY341" fmla="*/ 141931 h 667385"/>
                <a:gd name="csX342" fmla="*/ 345212 w 1008380"/>
                <a:gd name="csY342" fmla="*/ 135359 h 667385"/>
                <a:gd name="csX343" fmla="*/ 346218 w 1008380"/>
                <a:gd name="csY343" fmla="*/ 128878 h 667385"/>
                <a:gd name="csX344" fmla="*/ 347230 w 1008380"/>
                <a:gd name="csY344" fmla="*/ 122494 h 667385"/>
                <a:gd name="csX345" fmla="*/ 348237 w 1008380"/>
                <a:gd name="csY345" fmla="*/ 116215 h 667385"/>
                <a:gd name="csX346" fmla="*/ 349248 w 1008380"/>
                <a:gd name="csY346" fmla="*/ 110046 h 667385"/>
                <a:gd name="csX347" fmla="*/ 350260 w 1008380"/>
                <a:gd name="csY347" fmla="*/ 103994 h 667385"/>
                <a:gd name="csX348" fmla="*/ 351267 w 1008380"/>
                <a:gd name="csY348" fmla="*/ 98065 h 667385"/>
                <a:gd name="csX349" fmla="*/ 352279 w 1008380"/>
                <a:gd name="csY349" fmla="*/ 92265 h 667385"/>
                <a:gd name="csX350" fmla="*/ 353285 w 1008380"/>
                <a:gd name="csY350" fmla="*/ 86600 h 667385"/>
                <a:gd name="csX351" fmla="*/ 354297 w 1008380"/>
                <a:gd name="csY351" fmla="*/ 81075 h 667385"/>
                <a:gd name="csX352" fmla="*/ 355303 w 1008380"/>
                <a:gd name="csY352" fmla="*/ 75696 h 667385"/>
                <a:gd name="csX353" fmla="*/ 356315 w 1008380"/>
                <a:gd name="csY353" fmla="*/ 70469 h 667385"/>
                <a:gd name="csX354" fmla="*/ 357322 w 1008380"/>
                <a:gd name="csY354" fmla="*/ 65397 h 667385"/>
                <a:gd name="csX355" fmla="*/ 358334 w 1008380"/>
                <a:gd name="csY355" fmla="*/ 60487 h 667385"/>
                <a:gd name="csX356" fmla="*/ 359340 w 1008380"/>
                <a:gd name="csY356" fmla="*/ 55742 h 667385"/>
                <a:gd name="csX357" fmla="*/ 360352 w 1008380"/>
                <a:gd name="csY357" fmla="*/ 51168 h 667385"/>
                <a:gd name="csX358" fmla="*/ 361364 w 1008380"/>
                <a:gd name="csY358" fmla="*/ 46770 h 667385"/>
                <a:gd name="csX359" fmla="*/ 362370 w 1008380"/>
                <a:gd name="csY359" fmla="*/ 42550 h 667385"/>
                <a:gd name="csX360" fmla="*/ 363382 w 1008380"/>
                <a:gd name="csY360" fmla="*/ 38513 h 667385"/>
                <a:gd name="csX361" fmla="*/ 364389 w 1008380"/>
                <a:gd name="csY361" fmla="*/ 34662 h 667385"/>
                <a:gd name="csX362" fmla="*/ 365400 w 1008380"/>
                <a:gd name="csY362" fmla="*/ 31001 h 667385"/>
                <a:gd name="csX363" fmla="*/ 366407 w 1008380"/>
                <a:gd name="csY363" fmla="*/ 27534 h 667385"/>
                <a:gd name="csX364" fmla="*/ 367419 w 1008380"/>
                <a:gd name="csY364" fmla="*/ 24262 h 667385"/>
                <a:gd name="csX365" fmla="*/ 368425 w 1008380"/>
                <a:gd name="csY365" fmla="*/ 21190 h 667385"/>
                <a:gd name="csX366" fmla="*/ 369437 w 1008380"/>
                <a:gd name="csY366" fmla="*/ 18319 h 667385"/>
                <a:gd name="csX367" fmla="*/ 370443 w 1008380"/>
                <a:gd name="csY367" fmla="*/ 15652 h 667385"/>
                <a:gd name="csX368" fmla="*/ 371455 w 1008380"/>
                <a:gd name="csY368" fmla="*/ 13190 h 667385"/>
                <a:gd name="csX369" fmla="*/ 372467 w 1008380"/>
                <a:gd name="csY369" fmla="*/ 10936 h 667385"/>
                <a:gd name="csX370" fmla="*/ 373474 w 1008380"/>
                <a:gd name="csY370" fmla="*/ 8890 h 667385"/>
                <a:gd name="csX371" fmla="*/ 374485 w 1008380"/>
                <a:gd name="csY371" fmla="*/ 7055 h 667385"/>
                <a:gd name="csX372" fmla="*/ 375492 w 1008380"/>
                <a:gd name="csY372" fmla="*/ 5431 h 667385"/>
                <a:gd name="csX373" fmla="*/ 376504 w 1008380"/>
                <a:gd name="csY373" fmla="*/ 4018 h 667385"/>
                <a:gd name="csX374" fmla="*/ 377510 w 1008380"/>
                <a:gd name="csY374" fmla="*/ 2818 h 667385"/>
                <a:gd name="csX375" fmla="*/ 378522 w 1008380"/>
                <a:gd name="csY375" fmla="*/ 1831 h 667385"/>
                <a:gd name="csX376" fmla="*/ 379529 w 1008380"/>
                <a:gd name="csY376" fmla="*/ 1055 h 667385"/>
                <a:gd name="csX377" fmla="*/ 380540 w 1008380"/>
                <a:gd name="csY377" fmla="*/ 492 h 667385"/>
                <a:gd name="csX378" fmla="*/ 381547 w 1008380"/>
                <a:gd name="csY378" fmla="*/ 141 h 667385"/>
                <a:gd name="csX379" fmla="*/ 382559 w 1008380"/>
                <a:gd name="csY379" fmla="*/ 0 h 667385"/>
                <a:gd name="csX380" fmla="*/ 383571 w 1008380"/>
                <a:gd name="csY380" fmla="*/ 69 h 667385"/>
                <a:gd name="csX381" fmla="*/ 384577 w 1008380"/>
                <a:gd name="csY381" fmla="*/ 346 h 667385"/>
                <a:gd name="csX382" fmla="*/ 385589 w 1008380"/>
                <a:gd name="csY382" fmla="*/ 830 h 667385"/>
                <a:gd name="csX383" fmla="*/ 386595 w 1008380"/>
                <a:gd name="csY383" fmla="*/ 1518 h 667385"/>
                <a:gd name="csX384" fmla="*/ 387607 w 1008380"/>
                <a:gd name="csY384" fmla="*/ 2410 h 667385"/>
                <a:gd name="csX385" fmla="*/ 388614 w 1008380"/>
                <a:gd name="csY385" fmla="*/ 3502 h 667385"/>
                <a:gd name="csX386" fmla="*/ 389625 w 1008380"/>
                <a:gd name="csY386" fmla="*/ 4792 h 667385"/>
                <a:gd name="csX387" fmla="*/ 390632 w 1008380"/>
                <a:gd name="csY387" fmla="*/ 6278 h 667385"/>
                <a:gd name="csX388" fmla="*/ 391644 w 1008380"/>
                <a:gd name="csY388" fmla="*/ 7955 h 667385"/>
                <a:gd name="csX389" fmla="*/ 392650 w 1008380"/>
                <a:gd name="csY389" fmla="*/ 9822 h 667385"/>
                <a:gd name="csX390" fmla="*/ 393662 w 1008380"/>
                <a:gd name="csY390" fmla="*/ 11875 h 667385"/>
                <a:gd name="csX391" fmla="*/ 394669 w 1008380"/>
                <a:gd name="csY391" fmla="*/ 14109 h 667385"/>
                <a:gd name="csX392" fmla="*/ 395680 w 1008380"/>
                <a:gd name="csY392" fmla="*/ 16522 h 667385"/>
                <a:gd name="csX393" fmla="*/ 396692 w 1008380"/>
                <a:gd name="csY393" fmla="*/ 19109 h 667385"/>
                <a:gd name="csX394" fmla="*/ 397699 w 1008380"/>
                <a:gd name="csY394" fmla="*/ 21866 h 667385"/>
                <a:gd name="csX395" fmla="*/ 398711 w 1008380"/>
                <a:gd name="csY395" fmla="*/ 24789 h 667385"/>
                <a:gd name="csX396" fmla="*/ 399717 w 1008380"/>
                <a:gd name="csY396" fmla="*/ 27873 h 667385"/>
                <a:gd name="csX397" fmla="*/ 400729 w 1008380"/>
                <a:gd name="csY397" fmla="*/ 31113 h 667385"/>
                <a:gd name="csX398" fmla="*/ 401735 w 1008380"/>
                <a:gd name="csY398" fmla="*/ 34505 h 667385"/>
                <a:gd name="csX399" fmla="*/ 402747 w 1008380"/>
                <a:gd name="csY399" fmla="*/ 38045 h 667385"/>
                <a:gd name="csX400" fmla="*/ 403754 w 1008380"/>
                <a:gd name="csY400" fmla="*/ 41725 h 667385"/>
                <a:gd name="csX401" fmla="*/ 404765 w 1008380"/>
                <a:gd name="csY401" fmla="*/ 45543 h 667385"/>
                <a:gd name="csX402" fmla="*/ 405772 w 1008380"/>
                <a:gd name="csY402" fmla="*/ 49491 h 667385"/>
                <a:gd name="csX403" fmla="*/ 406784 w 1008380"/>
                <a:gd name="csY403" fmla="*/ 53565 h 667385"/>
                <a:gd name="csX404" fmla="*/ 407796 w 1008380"/>
                <a:gd name="csY404" fmla="*/ 57759 h 667385"/>
                <a:gd name="csX405" fmla="*/ 408802 w 1008380"/>
                <a:gd name="csY405" fmla="*/ 62068 h 667385"/>
                <a:gd name="csX406" fmla="*/ 409814 w 1008380"/>
                <a:gd name="csY406" fmla="*/ 66486 h 667385"/>
                <a:gd name="csX407" fmla="*/ 410820 w 1008380"/>
                <a:gd name="csY407" fmla="*/ 71006 h 667385"/>
                <a:gd name="csX408" fmla="*/ 411832 w 1008380"/>
                <a:gd name="csY408" fmla="*/ 75624 h 667385"/>
                <a:gd name="csX409" fmla="*/ 412839 w 1008380"/>
                <a:gd name="csY409" fmla="*/ 80334 h 667385"/>
                <a:gd name="csX410" fmla="*/ 413851 w 1008380"/>
                <a:gd name="csY410" fmla="*/ 85129 h 667385"/>
                <a:gd name="csX411" fmla="*/ 414857 w 1008380"/>
                <a:gd name="csY411" fmla="*/ 90004 h 667385"/>
                <a:gd name="csX412" fmla="*/ 415869 w 1008380"/>
                <a:gd name="csY412" fmla="*/ 94952 h 667385"/>
                <a:gd name="csX413" fmla="*/ 416875 w 1008380"/>
                <a:gd name="csY413" fmla="*/ 99968 h 667385"/>
                <a:gd name="csX414" fmla="*/ 417887 w 1008380"/>
                <a:gd name="csY414" fmla="*/ 105046 h 667385"/>
                <a:gd name="csX415" fmla="*/ 418899 w 1008380"/>
                <a:gd name="csY415" fmla="*/ 110180 h 667385"/>
                <a:gd name="csX416" fmla="*/ 419906 w 1008380"/>
                <a:gd name="csY416" fmla="*/ 115364 h 667385"/>
                <a:gd name="csX417" fmla="*/ 420917 w 1008380"/>
                <a:gd name="csY417" fmla="*/ 120591 h 667385"/>
                <a:gd name="csX418" fmla="*/ 421924 w 1008380"/>
                <a:gd name="csY418" fmla="*/ 125857 h 667385"/>
                <a:gd name="csX419" fmla="*/ 422936 w 1008380"/>
                <a:gd name="csY419" fmla="*/ 131155 h 667385"/>
                <a:gd name="csX420" fmla="*/ 423942 w 1008380"/>
                <a:gd name="csY420" fmla="*/ 136481 h 667385"/>
                <a:gd name="csX421" fmla="*/ 424954 w 1008380"/>
                <a:gd name="csY421" fmla="*/ 141827 h 667385"/>
                <a:gd name="csX422" fmla="*/ 425960 w 1008380"/>
                <a:gd name="csY422" fmla="*/ 147189 h 667385"/>
                <a:gd name="csX423" fmla="*/ 426972 w 1008380"/>
                <a:gd name="csY423" fmla="*/ 152560 h 667385"/>
                <a:gd name="csX424" fmla="*/ 427979 w 1008380"/>
                <a:gd name="csY424" fmla="*/ 157936 h 667385"/>
                <a:gd name="csX425" fmla="*/ 428991 w 1008380"/>
                <a:gd name="csY425" fmla="*/ 163311 h 667385"/>
                <a:gd name="csX426" fmla="*/ 430002 w 1008380"/>
                <a:gd name="csY426" fmla="*/ 168680 h 667385"/>
                <a:gd name="csX427" fmla="*/ 431009 w 1008380"/>
                <a:gd name="csY427" fmla="*/ 174037 h 667385"/>
                <a:gd name="csX428" fmla="*/ 432021 w 1008380"/>
                <a:gd name="csY428" fmla="*/ 179378 h 667385"/>
                <a:gd name="csX429" fmla="*/ 433027 w 1008380"/>
                <a:gd name="csY429" fmla="*/ 184698 h 667385"/>
                <a:gd name="csX430" fmla="*/ 434039 w 1008380"/>
                <a:gd name="csY430" fmla="*/ 189991 h 667385"/>
                <a:gd name="csX431" fmla="*/ 435046 w 1008380"/>
                <a:gd name="csY431" fmla="*/ 195255 h 667385"/>
                <a:gd name="csX432" fmla="*/ 436057 w 1008380"/>
                <a:gd name="csY432" fmla="*/ 200482 h 667385"/>
                <a:gd name="csX433" fmla="*/ 437064 w 1008380"/>
                <a:gd name="csY433" fmla="*/ 205671 h 667385"/>
                <a:gd name="csX434" fmla="*/ 438076 w 1008380"/>
                <a:gd name="csY434" fmla="*/ 210815 h 667385"/>
                <a:gd name="csX435" fmla="*/ 439082 w 1008380"/>
                <a:gd name="csY435" fmla="*/ 215912 h 667385"/>
                <a:gd name="csX436" fmla="*/ 440094 w 1008380"/>
                <a:gd name="csY436" fmla="*/ 220957 h 667385"/>
                <a:gd name="csX437" fmla="*/ 441100 w 1008380"/>
                <a:gd name="csY437" fmla="*/ 225946 h 667385"/>
                <a:gd name="csX438" fmla="*/ 442112 w 1008380"/>
                <a:gd name="csY438" fmla="*/ 230876 h 667385"/>
                <a:gd name="csX439" fmla="*/ 443124 w 1008380"/>
                <a:gd name="csY439" fmla="*/ 235743 h 667385"/>
                <a:gd name="csX440" fmla="*/ 444131 w 1008380"/>
                <a:gd name="csY440" fmla="*/ 240544 h 667385"/>
                <a:gd name="csX441" fmla="*/ 445142 w 1008380"/>
                <a:gd name="csY441" fmla="*/ 245277 h 667385"/>
                <a:gd name="csX442" fmla="*/ 446149 w 1008380"/>
                <a:gd name="csY442" fmla="*/ 249937 h 667385"/>
                <a:gd name="csX443" fmla="*/ 447161 w 1008380"/>
                <a:gd name="csY443" fmla="*/ 254523 h 667385"/>
                <a:gd name="csX444" fmla="*/ 448167 w 1008380"/>
                <a:gd name="csY444" fmla="*/ 259031 h 667385"/>
                <a:gd name="csX445" fmla="*/ 449179 w 1008380"/>
                <a:gd name="csY445" fmla="*/ 263459 h 667385"/>
                <a:gd name="csX446" fmla="*/ 450186 w 1008380"/>
                <a:gd name="csY446" fmla="*/ 267805 h 667385"/>
                <a:gd name="csX447" fmla="*/ 451197 w 1008380"/>
                <a:gd name="csY447" fmla="*/ 272067 h 667385"/>
                <a:gd name="csX448" fmla="*/ 452204 w 1008380"/>
                <a:gd name="csY448" fmla="*/ 276242 h 667385"/>
                <a:gd name="csX449" fmla="*/ 453216 w 1008380"/>
                <a:gd name="csY449" fmla="*/ 280330 h 667385"/>
                <a:gd name="csX450" fmla="*/ 454228 w 1008380"/>
                <a:gd name="csY450" fmla="*/ 284328 h 667385"/>
                <a:gd name="csX451" fmla="*/ 455234 w 1008380"/>
                <a:gd name="csY451" fmla="*/ 288235 h 667385"/>
                <a:gd name="csX452" fmla="*/ 456246 w 1008380"/>
                <a:gd name="csY452" fmla="*/ 292049 h 667385"/>
                <a:gd name="csX453" fmla="*/ 457252 w 1008380"/>
                <a:gd name="csY453" fmla="*/ 295771 h 667385"/>
                <a:gd name="csX454" fmla="*/ 458264 w 1008380"/>
                <a:gd name="csY454" fmla="*/ 299398 h 667385"/>
                <a:gd name="csX455" fmla="*/ 459271 w 1008380"/>
                <a:gd name="csY455" fmla="*/ 302929 h 667385"/>
                <a:gd name="csX456" fmla="*/ 460282 w 1008380"/>
                <a:gd name="csY456" fmla="*/ 306365 h 667385"/>
                <a:gd name="csX457" fmla="*/ 461289 w 1008380"/>
                <a:gd name="csY457" fmla="*/ 309705 h 667385"/>
                <a:gd name="csX458" fmla="*/ 462301 w 1008380"/>
                <a:gd name="csY458" fmla="*/ 312949 h 667385"/>
                <a:gd name="csX459" fmla="*/ 463307 w 1008380"/>
                <a:gd name="csY459" fmla="*/ 316095 h 667385"/>
                <a:gd name="csX460" fmla="*/ 464319 w 1008380"/>
                <a:gd name="csY460" fmla="*/ 319145 h 667385"/>
                <a:gd name="csX461" fmla="*/ 465331 w 1008380"/>
                <a:gd name="csY461" fmla="*/ 322099 h 667385"/>
                <a:gd name="csX462" fmla="*/ 466337 w 1008380"/>
                <a:gd name="csY462" fmla="*/ 324956 h 667385"/>
                <a:gd name="csX463" fmla="*/ 467349 w 1008380"/>
                <a:gd name="csY463" fmla="*/ 327716 h 667385"/>
                <a:gd name="csX464" fmla="*/ 468356 w 1008380"/>
                <a:gd name="csY464" fmla="*/ 330382 h 667385"/>
                <a:gd name="csX465" fmla="*/ 469368 w 1008380"/>
                <a:gd name="csY465" fmla="*/ 332953 h 667385"/>
                <a:gd name="csX466" fmla="*/ 470374 w 1008380"/>
                <a:gd name="csY466" fmla="*/ 335429 h 667385"/>
                <a:gd name="csX467" fmla="*/ 471386 w 1008380"/>
                <a:gd name="csY467" fmla="*/ 337813 h 667385"/>
                <a:gd name="csX468" fmla="*/ 472392 w 1008380"/>
                <a:gd name="csY468" fmla="*/ 340104 h 667385"/>
                <a:gd name="csX469" fmla="*/ 473404 w 1008380"/>
                <a:gd name="csY469" fmla="*/ 342304 h 667385"/>
                <a:gd name="csX470" fmla="*/ 474411 w 1008380"/>
                <a:gd name="csY470" fmla="*/ 344414 h 667385"/>
                <a:gd name="csX471" fmla="*/ 475423 w 1008380"/>
                <a:gd name="csY471" fmla="*/ 346436 h 667385"/>
                <a:gd name="csX472" fmla="*/ 476434 w 1008380"/>
                <a:gd name="csY472" fmla="*/ 348370 h 667385"/>
                <a:gd name="csX473" fmla="*/ 477441 w 1008380"/>
                <a:gd name="csY473" fmla="*/ 350219 h 667385"/>
                <a:gd name="csX474" fmla="*/ 478453 w 1008380"/>
                <a:gd name="csY474" fmla="*/ 351984 h 667385"/>
                <a:gd name="csX475" fmla="*/ 479459 w 1008380"/>
                <a:gd name="csY475" fmla="*/ 353666 h 667385"/>
                <a:gd name="csX476" fmla="*/ 480471 w 1008380"/>
                <a:gd name="csY476" fmla="*/ 355268 h 667385"/>
                <a:gd name="csX477" fmla="*/ 481477 w 1008380"/>
                <a:gd name="csY477" fmla="*/ 356790 h 667385"/>
                <a:gd name="csX478" fmla="*/ 482489 w 1008380"/>
                <a:gd name="csY478" fmla="*/ 358236 h 667385"/>
                <a:gd name="csX479" fmla="*/ 483496 w 1008380"/>
                <a:gd name="csY479" fmla="*/ 359607 h 667385"/>
                <a:gd name="csX480" fmla="*/ 484508 w 1008380"/>
                <a:gd name="csY480" fmla="*/ 360904 h 667385"/>
                <a:gd name="csX481" fmla="*/ 485514 w 1008380"/>
                <a:gd name="csY481" fmla="*/ 362131 h 667385"/>
                <a:gd name="csX482" fmla="*/ 486526 w 1008380"/>
                <a:gd name="csY482" fmla="*/ 363288 h 667385"/>
                <a:gd name="csX483" fmla="*/ 487532 w 1008380"/>
                <a:gd name="csY483" fmla="*/ 364378 h 667385"/>
                <a:gd name="csX484" fmla="*/ 488544 w 1008380"/>
                <a:gd name="csY484" fmla="*/ 365405 h 667385"/>
                <a:gd name="csX485" fmla="*/ 489556 w 1008380"/>
                <a:gd name="csY485" fmla="*/ 366368 h 667385"/>
                <a:gd name="csX486" fmla="*/ 490563 w 1008380"/>
                <a:gd name="csY486" fmla="*/ 367272 h 667385"/>
                <a:gd name="csX487" fmla="*/ 491574 w 1008380"/>
                <a:gd name="csY487" fmla="*/ 368117 h 667385"/>
                <a:gd name="csX488" fmla="*/ 492581 w 1008380"/>
                <a:gd name="csY488" fmla="*/ 368907 h 667385"/>
                <a:gd name="csX489" fmla="*/ 493593 w 1008380"/>
                <a:gd name="csY489" fmla="*/ 369644 h 667385"/>
                <a:gd name="csX490" fmla="*/ 494599 w 1008380"/>
                <a:gd name="csY490" fmla="*/ 370329 h 667385"/>
                <a:gd name="csX491" fmla="*/ 495611 w 1008380"/>
                <a:gd name="csY491" fmla="*/ 370966 h 667385"/>
                <a:gd name="csX492" fmla="*/ 496617 w 1008380"/>
                <a:gd name="csY492" fmla="*/ 371557 h 667385"/>
                <a:gd name="csX493" fmla="*/ 497629 w 1008380"/>
                <a:gd name="csY493" fmla="*/ 372104 h 667385"/>
                <a:gd name="csX494" fmla="*/ 498636 w 1008380"/>
                <a:gd name="csY494" fmla="*/ 372610 h 667385"/>
                <a:gd name="csX495" fmla="*/ 499648 w 1008380"/>
                <a:gd name="csY495" fmla="*/ 373076 h 667385"/>
                <a:gd name="csX496" fmla="*/ 500659 w 1008380"/>
                <a:gd name="csY496" fmla="*/ 373506 h 667385"/>
                <a:gd name="csX497" fmla="*/ 501666 w 1008380"/>
                <a:gd name="csY497" fmla="*/ 373901 h 667385"/>
                <a:gd name="csX498" fmla="*/ 502678 w 1008380"/>
                <a:gd name="csY498" fmla="*/ 374263 h 667385"/>
                <a:gd name="csX499" fmla="*/ 503684 w 1008380"/>
                <a:gd name="csY499" fmla="*/ 374597 h 667385"/>
                <a:gd name="csX500" fmla="*/ 504696 w 1008380"/>
                <a:gd name="csY500" fmla="*/ 374902 h 667385"/>
                <a:gd name="csX501" fmla="*/ 505703 w 1008380"/>
                <a:gd name="csY501" fmla="*/ 375182 h 667385"/>
                <a:gd name="csX502" fmla="*/ 506714 w 1008380"/>
                <a:gd name="csY502" fmla="*/ 375439 h 667385"/>
                <a:gd name="csX503" fmla="*/ 507721 w 1008380"/>
                <a:gd name="csY503" fmla="*/ 375675 h 667385"/>
                <a:gd name="csX504" fmla="*/ 508733 w 1008380"/>
                <a:gd name="csY504" fmla="*/ 375893 h 667385"/>
                <a:gd name="csX505" fmla="*/ 509739 w 1008380"/>
                <a:gd name="csY505" fmla="*/ 376094 h 667385"/>
                <a:gd name="csX506" fmla="*/ 510751 w 1008380"/>
                <a:gd name="csY506" fmla="*/ 376281 h 667385"/>
                <a:gd name="csX507" fmla="*/ 511763 w 1008380"/>
                <a:gd name="csY507" fmla="*/ 376455 h 667385"/>
                <a:gd name="csX508" fmla="*/ 512769 w 1008380"/>
                <a:gd name="csY508" fmla="*/ 376619 h 667385"/>
                <a:gd name="csX509" fmla="*/ 513781 w 1008380"/>
                <a:gd name="csY509" fmla="*/ 376776 h 667385"/>
                <a:gd name="csX510" fmla="*/ 514788 w 1008380"/>
                <a:gd name="csY510" fmla="*/ 376925 h 667385"/>
                <a:gd name="csX511" fmla="*/ 515799 w 1008380"/>
                <a:gd name="csY511" fmla="*/ 377071 h 667385"/>
                <a:gd name="csX512" fmla="*/ 516806 w 1008380"/>
                <a:gd name="csY512" fmla="*/ 377215 h 667385"/>
                <a:gd name="csX513" fmla="*/ 517818 w 1008380"/>
                <a:gd name="csY513" fmla="*/ 377358 h 667385"/>
                <a:gd name="csX514" fmla="*/ 518824 w 1008380"/>
                <a:gd name="csY514" fmla="*/ 377502 h 667385"/>
                <a:gd name="csX515" fmla="*/ 519836 w 1008380"/>
                <a:gd name="csY515" fmla="*/ 377650 h 667385"/>
                <a:gd name="csX516" fmla="*/ 520843 w 1008380"/>
                <a:gd name="csY516" fmla="*/ 377801 h 667385"/>
                <a:gd name="csX517" fmla="*/ 521854 w 1008380"/>
                <a:gd name="csY517" fmla="*/ 377960 h 667385"/>
                <a:gd name="csX518" fmla="*/ 522866 w 1008380"/>
                <a:gd name="csY518" fmla="*/ 378127 h 667385"/>
                <a:gd name="csX519" fmla="*/ 523873 w 1008380"/>
                <a:gd name="csY519" fmla="*/ 378304 h 667385"/>
                <a:gd name="csX520" fmla="*/ 524885 w 1008380"/>
                <a:gd name="csY520" fmla="*/ 378491 h 667385"/>
                <a:gd name="csX521" fmla="*/ 525891 w 1008380"/>
                <a:gd name="csY521" fmla="*/ 378691 h 667385"/>
                <a:gd name="csX522" fmla="*/ 526903 w 1008380"/>
                <a:gd name="csY522" fmla="*/ 378906 h 667385"/>
                <a:gd name="csX523" fmla="*/ 527909 w 1008380"/>
                <a:gd name="csY523" fmla="*/ 379136 h 667385"/>
                <a:gd name="csX524" fmla="*/ 528921 w 1008380"/>
                <a:gd name="csY524" fmla="*/ 379382 h 667385"/>
                <a:gd name="csX525" fmla="*/ 529928 w 1008380"/>
                <a:gd name="csY525" fmla="*/ 379647 h 667385"/>
                <a:gd name="csX526" fmla="*/ 530940 w 1008380"/>
                <a:gd name="csY526" fmla="*/ 379931 h 667385"/>
                <a:gd name="csX527" fmla="*/ 531946 w 1008380"/>
                <a:gd name="csY527" fmla="*/ 380235 h 667385"/>
                <a:gd name="csX528" fmla="*/ 532958 w 1008380"/>
                <a:gd name="csY528" fmla="*/ 380561 h 667385"/>
                <a:gd name="csX529" fmla="*/ 533970 w 1008380"/>
                <a:gd name="csY529" fmla="*/ 380909 h 667385"/>
                <a:gd name="csX530" fmla="*/ 534976 w 1008380"/>
                <a:gd name="csY530" fmla="*/ 381281 h 667385"/>
                <a:gd name="csX531" fmla="*/ 535988 w 1008380"/>
                <a:gd name="csY531" fmla="*/ 381677 h 667385"/>
                <a:gd name="csX532" fmla="*/ 536994 w 1008380"/>
                <a:gd name="csY532" fmla="*/ 382099 h 667385"/>
                <a:gd name="csX533" fmla="*/ 538006 w 1008380"/>
                <a:gd name="csY533" fmla="*/ 382547 h 667385"/>
                <a:gd name="csX534" fmla="*/ 539013 w 1008380"/>
                <a:gd name="csY534" fmla="*/ 383022 h 667385"/>
                <a:gd name="csX535" fmla="*/ 540025 w 1008380"/>
                <a:gd name="csY535" fmla="*/ 383526 h 667385"/>
                <a:gd name="csX536" fmla="*/ 541031 w 1008380"/>
                <a:gd name="csY536" fmla="*/ 384057 h 667385"/>
                <a:gd name="csX537" fmla="*/ 542043 w 1008380"/>
                <a:gd name="csY537" fmla="*/ 384618 h 667385"/>
                <a:gd name="csX538" fmla="*/ 543049 w 1008380"/>
                <a:gd name="csY538" fmla="*/ 385209 h 667385"/>
                <a:gd name="csX539" fmla="*/ 544061 w 1008380"/>
                <a:gd name="csY539" fmla="*/ 385829 h 667385"/>
                <a:gd name="csX540" fmla="*/ 545068 w 1008380"/>
                <a:gd name="csY540" fmla="*/ 386481 h 667385"/>
                <a:gd name="csX541" fmla="*/ 546080 w 1008380"/>
                <a:gd name="csY541" fmla="*/ 387164 h 667385"/>
                <a:gd name="csX542" fmla="*/ 547091 w 1008380"/>
                <a:gd name="csY542" fmla="*/ 387879 h 667385"/>
                <a:gd name="csX543" fmla="*/ 548098 w 1008380"/>
                <a:gd name="csY543" fmla="*/ 388625 h 667385"/>
                <a:gd name="csX544" fmla="*/ 549110 w 1008380"/>
                <a:gd name="csY544" fmla="*/ 389405 h 667385"/>
                <a:gd name="csX545" fmla="*/ 550116 w 1008380"/>
                <a:gd name="csY545" fmla="*/ 390217 h 667385"/>
                <a:gd name="csX546" fmla="*/ 551128 w 1008380"/>
                <a:gd name="csY546" fmla="*/ 391062 h 667385"/>
                <a:gd name="csX547" fmla="*/ 552134 w 1008380"/>
                <a:gd name="csY547" fmla="*/ 391939 h 667385"/>
                <a:gd name="csX548" fmla="*/ 553146 w 1008380"/>
                <a:gd name="csY548" fmla="*/ 392850 h 667385"/>
                <a:gd name="csX549" fmla="*/ 554153 w 1008380"/>
                <a:gd name="csY549" fmla="*/ 393795 h 667385"/>
                <a:gd name="csX550" fmla="*/ 555165 w 1008380"/>
                <a:gd name="csY550" fmla="*/ 394773 h 667385"/>
                <a:gd name="csX551" fmla="*/ 556171 w 1008380"/>
                <a:gd name="csY551" fmla="*/ 395785 h 667385"/>
                <a:gd name="csX552" fmla="*/ 557183 w 1008380"/>
                <a:gd name="csY552" fmla="*/ 396830 h 667385"/>
                <a:gd name="csX553" fmla="*/ 558195 w 1008380"/>
                <a:gd name="csY553" fmla="*/ 397908 h 667385"/>
                <a:gd name="csX554" fmla="*/ 559201 w 1008380"/>
                <a:gd name="csY554" fmla="*/ 399020 h 667385"/>
                <a:gd name="csX555" fmla="*/ 560213 w 1008380"/>
                <a:gd name="csY555" fmla="*/ 400166 h 667385"/>
                <a:gd name="csX556" fmla="*/ 561220 w 1008380"/>
                <a:gd name="csY556" fmla="*/ 401344 h 667385"/>
                <a:gd name="csX557" fmla="*/ 562231 w 1008380"/>
                <a:gd name="csY557" fmla="*/ 402555 h 667385"/>
                <a:gd name="csX558" fmla="*/ 563238 w 1008380"/>
                <a:gd name="csY558" fmla="*/ 403799 h 667385"/>
                <a:gd name="csX559" fmla="*/ 564250 w 1008380"/>
                <a:gd name="csY559" fmla="*/ 405075 h 667385"/>
                <a:gd name="csX560" fmla="*/ 565256 w 1008380"/>
                <a:gd name="csY560" fmla="*/ 406384 h 667385"/>
                <a:gd name="csX561" fmla="*/ 566268 w 1008380"/>
                <a:gd name="csY561" fmla="*/ 407725 h 667385"/>
                <a:gd name="csX562" fmla="*/ 567275 w 1008380"/>
                <a:gd name="csY562" fmla="*/ 409097 h 667385"/>
                <a:gd name="csX563" fmla="*/ 568286 w 1008380"/>
                <a:gd name="csY563" fmla="*/ 410500 h 667385"/>
                <a:gd name="csX564" fmla="*/ 569298 w 1008380"/>
                <a:gd name="csY564" fmla="*/ 411934 h 667385"/>
                <a:gd name="csX565" fmla="*/ 570305 w 1008380"/>
                <a:gd name="csY565" fmla="*/ 413399 h 667385"/>
                <a:gd name="csX566" fmla="*/ 571316 w 1008380"/>
                <a:gd name="csY566" fmla="*/ 414894 h 667385"/>
                <a:gd name="csX567" fmla="*/ 572323 w 1008380"/>
                <a:gd name="csY567" fmla="*/ 416418 h 667385"/>
                <a:gd name="csX568" fmla="*/ 573335 w 1008380"/>
                <a:gd name="csY568" fmla="*/ 417971 h 667385"/>
                <a:gd name="csX569" fmla="*/ 574341 w 1008380"/>
                <a:gd name="csY569" fmla="*/ 419553 h 667385"/>
                <a:gd name="csX570" fmla="*/ 575353 w 1008380"/>
                <a:gd name="csY570" fmla="*/ 421163 h 667385"/>
                <a:gd name="csX571" fmla="*/ 576360 w 1008380"/>
                <a:gd name="csY571" fmla="*/ 422800 h 667385"/>
                <a:gd name="csX572" fmla="*/ 577371 w 1008380"/>
                <a:gd name="csY572" fmla="*/ 424464 h 667385"/>
                <a:gd name="csX573" fmla="*/ 578378 w 1008380"/>
                <a:gd name="csY573" fmla="*/ 426155 h 667385"/>
                <a:gd name="csX574" fmla="*/ 579390 w 1008380"/>
                <a:gd name="csY574" fmla="*/ 427871 h 667385"/>
                <a:gd name="csX575" fmla="*/ 580402 w 1008380"/>
                <a:gd name="csY575" fmla="*/ 429612 h 667385"/>
                <a:gd name="csX576" fmla="*/ 581408 w 1008380"/>
                <a:gd name="csY576" fmla="*/ 431378 h 667385"/>
                <a:gd name="csX577" fmla="*/ 582420 w 1008380"/>
                <a:gd name="csY577" fmla="*/ 433168 h 667385"/>
                <a:gd name="csX578" fmla="*/ 583426 w 1008380"/>
                <a:gd name="csY578" fmla="*/ 434980 h 667385"/>
                <a:gd name="csX579" fmla="*/ 584438 w 1008380"/>
                <a:gd name="csY579" fmla="*/ 436816 h 667385"/>
                <a:gd name="csX580" fmla="*/ 585445 w 1008380"/>
                <a:gd name="csY580" fmla="*/ 438674 h 667385"/>
                <a:gd name="csX581" fmla="*/ 586457 w 1008380"/>
                <a:gd name="csY581" fmla="*/ 440552 h 667385"/>
                <a:gd name="csX582" fmla="*/ 587463 w 1008380"/>
                <a:gd name="csY582" fmla="*/ 442451 h 667385"/>
                <a:gd name="csX583" fmla="*/ 588475 w 1008380"/>
                <a:gd name="csY583" fmla="*/ 444370 h 667385"/>
                <a:gd name="csX584" fmla="*/ 589481 w 1008380"/>
                <a:gd name="csY584" fmla="*/ 446307 h 667385"/>
                <a:gd name="csX585" fmla="*/ 590493 w 1008380"/>
                <a:gd name="csY585" fmla="*/ 448263 h 667385"/>
                <a:gd name="csX586" fmla="*/ 591500 w 1008380"/>
                <a:gd name="csY586" fmla="*/ 450237 h 667385"/>
                <a:gd name="csX587" fmla="*/ 592511 w 1008380"/>
                <a:gd name="csY587" fmla="*/ 452227 h 667385"/>
                <a:gd name="csX588" fmla="*/ 593523 w 1008380"/>
                <a:gd name="csY588" fmla="*/ 454233 h 667385"/>
                <a:gd name="csX589" fmla="*/ 594530 w 1008380"/>
                <a:gd name="csY589" fmla="*/ 456255 h 667385"/>
                <a:gd name="csX590" fmla="*/ 595542 w 1008380"/>
                <a:gd name="csY590" fmla="*/ 458291 h 667385"/>
                <a:gd name="csX591" fmla="*/ 596548 w 1008380"/>
                <a:gd name="csY591" fmla="*/ 460341 h 667385"/>
                <a:gd name="csX592" fmla="*/ 597560 w 1008380"/>
                <a:gd name="csY592" fmla="*/ 462405 h 667385"/>
                <a:gd name="csX593" fmla="*/ 598566 w 1008380"/>
                <a:gd name="csY593" fmla="*/ 464480 h 667385"/>
                <a:gd name="csX594" fmla="*/ 599578 w 1008380"/>
                <a:gd name="csY594" fmla="*/ 466566 h 667385"/>
                <a:gd name="csX595" fmla="*/ 600585 w 1008380"/>
                <a:gd name="csY595" fmla="*/ 468664 h 667385"/>
                <a:gd name="csX596" fmla="*/ 601597 w 1008380"/>
                <a:gd name="csY596" fmla="*/ 470772 h 667385"/>
                <a:gd name="csX597" fmla="*/ 602603 w 1008380"/>
                <a:gd name="csY597" fmla="*/ 472889 h 667385"/>
                <a:gd name="csX598" fmla="*/ 603615 w 1008380"/>
                <a:gd name="csY598" fmla="*/ 475014 h 667385"/>
                <a:gd name="csX599" fmla="*/ 604627 w 1008380"/>
                <a:gd name="csY599" fmla="*/ 477147 h 667385"/>
                <a:gd name="csX600" fmla="*/ 605633 w 1008380"/>
                <a:gd name="csY600" fmla="*/ 479287 h 667385"/>
                <a:gd name="csX601" fmla="*/ 606645 w 1008380"/>
                <a:gd name="csY601" fmla="*/ 481433 h 667385"/>
                <a:gd name="csX602" fmla="*/ 607651 w 1008380"/>
                <a:gd name="csY602" fmla="*/ 483585 h 667385"/>
                <a:gd name="csX603" fmla="*/ 608663 w 1008380"/>
                <a:gd name="csY603" fmla="*/ 485741 h 667385"/>
                <a:gd name="csX604" fmla="*/ 609670 w 1008380"/>
                <a:gd name="csY604" fmla="*/ 487899 h 667385"/>
                <a:gd name="csX605" fmla="*/ 610682 w 1008380"/>
                <a:gd name="csY605" fmla="*/ 490067 h 667385"/>
                <a:gd name="csX606" fmla="*/ 611688 w 1008380"/>
                <a:gd name="csY606" fmla="*/ 492229 h 667385"/>
                <a:gd name="csX607" fmla="*/ 612700 w 1008380"/>
                <a:gd name="csY607" fmla="*/ 494401 h 667385"/>
                <a:gd name="csX608" fmla="*/ 613706 w 1008380"/>
                <a:gd name="csY608" fmla="*/ 496569 h 667385"/>
                <a:gd name="csX609" fmla="*/ 614718 w 1008380"/>
                <a:gd name="csY609" fmla="*/ 498736 h 667385"/>
                <a:gd name="csX610" fmla="*/ 615730 w 1008380"/>
                <a:gd name="csY610" fmla="*/ 500904 h 667385"/>
                <a:gd name="csX611" fmla="*/ 616737 w 1008380"/>
                <a:gd name="csY611" fmla="*/ 503071 h 667385"/>
                <a:gd name="csX612" fmla="*/ 617748 w 1008380"/>
                <a:gd name="csY612" fmla="*/ 505239 h 667385"/>
                <a:gd name="csX613" fmla="*/ 618755 w 1008380"/>
                <a:gd name="csY613" fmla="*/ 507406 h 667385"/>
                <a:gd name="csX614" fmla="*/ 619767 w 1008380"/>
                <a:gd name="csY614" fmla="*/ 509563 h 667385"/>
                <a:gd name="csX615" fmla="*/ 620773 w 1008380"/>
                <a:gd name="csY615" fmla="*/ 511720 h 667385"/>
                <a:gd name="csX616" fmla="*/ 621785 w 1008380"/>
                <a:gd name="csY616" fmla="*/ 513876 h 667385"/>
                <a:gd name="csX617" fmla="*/ 622792 w 1008380"/>
                <a:gd name="csY617" fmla="*/ 516022 h 667385"/>
                <a:gd name="csX618" fmla="*/ 623803 w 1008380"/>
                <a:gd name="csY618" fmla="*/ 518163 h 667385"/>
                <a:gd name="csX619" fmla="*/ 624810 w 1008380"/>
                <a:gd name="csY619" fmla="*/ 520299 h 667385"/>
                <a:gd name="csX620" fmla="*/ 625822 w 1008380"/>
                <a:gd name="csY620" fmla="*/ 522429 h 667385"/>
                <a:gd name="csX621" fmla="*/ 626833 w 1008380"/>
                <a:gd name="csY621" fmla="*/ 524548 h 667385"/>
                <a:gd name="csX622" fmla="*/ 627840 w 1008380"/>
                <a:gd name="csY622" fmla="*/ 526663 h 667385"/>
                <a:gd name="csX623" fmla="*/ 628852 w 1008380"/>
                <a:gd name="csY623" fmla="*/ 528766 h 667385"/>
                <a:gd name="csX624" fmla="*/ 629858 w 1008380"/>
                <a:gd name="csY624" fmla="*/ 530864 h 667385"/>
                <a:gd name="csX625" fmla="*/ 630870 w 1008380"/>
                <a:gd name="csY625" fmla="*/ 532952 h 667385"/>
                <a:gd name="csX626" fmla="*/ 631877 w 1008380"/>
                <a:gd name="csY626" fmla="*/ 535029 h 667385"/>
                <a:gd name="csX627" fmla="*/ 632888 w 1008380"/>
                <a:gd name="csY627" fmla="*/ 537095 h 667385"/>
                <a:gd name="csX628" fmla="*/ 633895 w 1008380"/>
                <a:gd name="csY628" fmla="*/ 539145 h 667385"/>
                <a:gd name="csX629" fmla="*/ 634907 w 1008380"/>
                <a:gd name="csY629" fmla="*/ 541190 h 667385"/>
                <a:gd name="csX630" fmla="*/ 635913 w 1008380"/>
                <a:gd name="csY630" fmla="*/ 543219 h 667385"/>
                <a:gd name="csX631" fmla="*/ 636925 w 1008380"/>
                <a:gd name="csY631" fmla="*/ 545237 h 667385"/>
                <a:gd name="csX632" fmla="*/ 637931 w 1008380"/>
                <a:gd name="csY632" fmla="*/ 547240 h 667385"/>
                <a:gd name="csX633" fmla="*/ 638943 w 1008380"/>
                <a:gd name="csY633" fmla="*/ 549231 h 667385"/>
                <a:gd name="csX634" fmla="*/ 639955 w 1008380"/>
                <a:gd name="csY634" fmla="*/ 551213 h 667385"/>
                <a:gd name="csX635" fmla="*/ 640962 w 1008380"/>
                <a:gd name="csY635" fmla="*/ 553172 h 667385"/>
                <a:gd name="csX636" fmla="*/ 641974 w 1008380"/>
                <a:gd name="csY636" fmla="*/ 555121 h 667385"/>
                <a:gd name="csX637" fmla="*/ 642980 w 1008380"/>
                <a:gd name="csY637" fmla="*/ 557054 h 667385"/>
                <a:gd name="csX638" fmla="*/ 643992 w 1008380"/>
                <a:gd name="csY638" fmla="*/ 558972 h 667385"/>
                <a:gd name="csX639" fmla="*/ 644998 w 1008380"/>
                <a:gd name="csY639" fmla="*/ 560873 h 667385"/>
                <a:gd name="csX640" fmla="*/ 646010 w 1008380"/>
                <a:gd name="csY640" fmla="*/ 562758 h 667385"/>
                <a:gd name="csX641" fmla="*/ 647017 w 1008380"/>
                <a:gd name="csY641" fmla="*/ 564627 h 667385"/>
                <a:gd name="csX642" fmla="*/ 648028 w 1008380"/>
                <a:gd name="csY642" fmla="*/ 566480 h 667385"/>
                <a:gd name="csX643" fmla="*/ 649035 w 1008380"/>
                <a:gd name="csY643" fmla="*/ 568312 h 667385"/>
                <a:gd name="csX644" fmla="*/ 650047 w 1008380"/>
                <a:gd name="csY644" fmla="*/ 570134 h 667385"/>
                <a:gd name="csX645" fmla="*/ 651059 w 1008380"/>
                <a:gd name="csY645" fmla="*/ 571934 h 667385"/>
                <a:gd name="csX646" fmla="*/ 652065 w 1008380"/>
                <a:gd name="csY646" fmla="*/ 573712 h 667385"/>
                <a:gd name="csX647" fmla="*/ 653077 w 1008380"/>
                <a:gd name="csY647" fmla="*/ 575475 h 667385"/>
                <a:gd name="csX648" fmla="*/ 654083 w 1008380"/>
                <a:gd name="csY648" fmla="*/ 577222 h 667385"/>
                <a:gd name="csX649" fmla="*/ 655095 w 1008380"/>
                <a:gd name="csY649" fmla="*/ 578947 h 667385"/>
                <a:gd name="csX650" fmla="*/ 656102 w 1008380"/>
                <a:gd name="csY650" fmla="*/ 580656 h 667385"/>
                <a:gd name="csX651" fmla="*/ 657113 w 1008380"/>
                <a:gd name="csY651" fmla="*/ 582345 h 667385"/>
                <a:gd name="csX652" fmla="*/ 658120 w 1008380"/>
                <a:gd name="csY652" fmla="*/ 584017 h 667385"/>
                <a:gd name="csX653" fmla="*/ 659132 w 1008380"/>
                <a:gd name="csY653" fmla="*/ 585668 h 667385"/>
                <a:gd name="csX654" fmla="*/ 660138 w 1008380"/>
                <a:gd name="csY654" fmla="*/ 587297 h 667385"/>
                <a:gd name="csX655" fmla="*/ 661150 w 1008380"/>
                <a:gd name="csY655" fmla="*/ 588905 h 667385"/>
                <a:gd name="csX656" fmla="*/ 662162 w 1008380"/>
                <a:gd name="csY656" fmla="*/ 590498 h 667385"/>
                <a:gd name="csX657" fmla="*/ 663168 w 1008380"/>
                <a:gd name="csY657" fmla="*/ 592069 h 667385"/>
                <a:gd name="csX658" fmla="*/ 664180 w 1008380"/>
                <a:gd name="csY658" fmla="*/ 593624 h 667385"/>
                <a:gd name="csX659" fmla="*/ 665187 w 1008380"/>
                <a:gd name="csY659" fmla="*/ 595152 h 667385"/>
                <a:gd name="csX660" fmla="*/ 666199 w 1008380"/>
                <a:gd name="csY660" fmla="*/ 596665 h 667385"/>
                <a:gd name="csX661" fmla="*/ 667205 w 1008380"/>
                <a:gd name="csY661" fmla="*/ 598156 h 667385"/>
                <a:gd name="csX662" fmla="*/ 668217 w 1008380"/>
                <a:gd name="csY662" fmla="*/ 599625 h 667385"/>
                <a:gd name="csX663" fmla="*/ 669223 w 1008380"/>
                <a:gd name="csY663" fmla="*/ 601074 h 667385"/>
                <a:gd name="csX664" fmla="*/ 670235 w 1008380"/>
                <a:gd name="csY664" fmla="*/ 602506 h 667385"/>
                <a:gd name="csX665" fmla="*/ 671242 w 1008380"/>
                <a:gd name="csY665" fmla="*/ 603918 h 667385"/>
                <a:gd name="csX666" fmla="*/ 672254 w 1008380"/>
                <a:gd name="csY666" fmla="*/ 605302 h 667385"/>
                <a:gd name="csX667" fmla="*/ 673265 w 1008380"/>
                <a:gd name="csY667" fmla="*/ 606671 h 667385"/>
                <a:gd name="csX668" fmla="*/ 674272 w 1008380"/>
                <a:gd name="csY668" fmla="*/ 608024 h 667385"/>
                <a:gd name="csX669" fmla="*/ 675284 w 1008380"/>
                <a:gd name="csY669" fmla="*/ 609350 h 667385"/>
                <a:gd name="csX670" fmla="*/ 676290 w 1008380"/>
                <a:gd name="csY670" fmla="*/ 610654 h 667385"/>
                <a:gd name="csX671" fmla="*/ 677302 w 1008380"/>
                <a:gd name="csY671" fmla="*/ 611943 h 667385"/>
                <a:gd name="csX672" fmla="*/ 678308 w 1008380"/>
                <a:gd name="csY672" fmla="*/ 613210 h 667385"/>
                <a:gd name="csX673" fmla="*/ 679320 w 1008380"/>
                <a:gd name="csY673" fmla="*/ 614457 h 667385"/>
                <a:gd name="csX674" fmla="*/ 680327 w 1008380"/>
                <a:gd name="csY674" fmla="*/ 615681 h 667385"/>
                <a:gd name="csX675" fmla="*/ 681339 w 1008380"/>
                <a:gd name="csY675" fmla="*/ 616890 h 667385"/>
                <a:gd name="csX676" fmla="*/ 682345 w 1008380"/>
                <a:gd name="csY676" fmla="*/ 618073 h 667385"/>
                <a:gd name="csX677" fmla="*/ 683357 w 1008380"/>
                <a:gd name="csY677" fmla="*/ 619239 h 667385"/>
                <a:gd name="csX678" fmla="*/ 684363 w 1008380"/>
                <a:gd name="csY678" fmla="*/ 620389 h 667385"/>
                <a:gd name="csX679" fmla="*/ 685375 w 1008380"/>
                <a:gd name="csY679" fmla="*/ 621513 h 667385"/>
                <a:gd name="csX680" fmla="*/ 686387 w 1008380"/>
                <a:gd name="csY680" fmla="*/ 622620 h 667385"/>
                <a:gd name="csX681" fmla="*/ 687394 w 1008380"/>
                <a:gd name="csY681" fmla="*/ 623707 h 667385"/>
                <a:gd name="csX682" fmla="*/ 688405 w 1008380"/>
                <a:gd name="csY682" fmla="*/ 624777 h 667385"/>
                <a:gd name="csX683" fmla="*/ 689412 w 1008380"/>
                <a:gd name="csY683" fmla="*/ 625826 h 667385"/>
                <a:gd name="csX684" fmla="*/ 690424 w 1008380"/>
                <a:gd name="csY684" fmla="*/ 626854 h 667385"/>
                <a:gd name="csX685" fmla="*/ 691430 w 1008380"/>
                <a:gd name="csY685" fmla="*/ 627866 h 667385"/>
                <a:gd name="csX686" fmla="*/ 692442 w 1008380"/>
                <a:gd name="csY686" fmla="*/ 628856 h 667385"/>
                <a:gd name="csX687" fmla="*/ 693448 w 1008380"/>
                <a:gd name="csY687" fmla="*/ 629831 h 667385"/>
                <a:gd name="csX688" fmla="*/ 694460 w 1008380"/>
                <a:gd name="csY688" fmla="*/ 630784 h 667385"/>
                <a:gd name="csX689" fmla="*/ 695467 w 1008380"/>
                <a:gd name="csY689" fmla="*/ 631721 h 667385"/>
                <a:gd name="csX690" fmla="*/ 696479 w 1008380"/>
                <a:gd name="csY690" fmla="*/ 632637 h 667385"/>
                <a:gd name="csX691" fmla="*/ 697490 w 1008380"/>
                <a:gd name="csY691" fmla="*/ 633537 h 667385"/>
                <a:gd name="csX692" fmla="*/ 698497 w 1008380"/>
                <a:gd name="csY692" fmla="*/ 634421 h 667385"/>
                <a:gd name="csX693" fmla="*/ 699509 w 1008380"/>
                <a:gd name="csY693" fmla="*/ 635284 h 667385"/>
                <a:gd name="csX694" fmla="*/ 700515 w 1008380"/>
                <a:gd name="csY694" fmla="*/ 636131 h 667385"/>
                <a:gd name="csX695" fmla="*/ 701527 w 1008380"/>
                <a:gd name="csY695" fmla="*/ 636956 h 667385"/>
                <a:gd name="csX696" fmla="*/ 702534 w 1008380"/>
                <a:gd name="csY696" fmla="*/ 637771 h 667385"/>
                <a:gd name="csX697" fmla="*/ 703545 w 1008380"/>
                <a:gd name="csY697" fmla="*/ 638565 h 667385"/>
                <a:gd name="csX698" fmla="*/ 704552 w 1008380"/>
                <a:gd name="csY698" fmla="*/ 639342 h 667385"/>
                <a:gd name="csX699" fmla="*/ 705564 w 1008380"/>
                <a:gd name="csY699" fmla="*/ 640109 h 667385"/>
                <a:gd name="csX700" fmla="*/ 706570 w 1008380"/>
                <a:gd name="csY700" fmla="*/ 640854 h 667385"/>
                <a:gd name="csX701" fmla="*/ 707582 w 1008380"/>
                <a:gd name="csY701" fmla="*/ 641579 h 667385"/>
                <a:gd name="csX702" fmla="*/ 708594 w 1008380"/>
                <a:gd name="csY702" fmla="*/ 642292 h 667385"/>
                <a:gd name="csX703" fmla="*/ 709600 w 1008380"/>
                <a:gd name="csY703" fmla="*/ 642990 h 667385"/>
                <a:gd name="csX704" fmla="*/ 710612 w 1008380"/>
                <a:gd name="csY704" fmla="*/ 643677 h 667385"/>
                <a:gd name="csX705" fmla="*/ 711619 w 1008380"/>
                <a:gd name="csY705" fmla="*/ 644343 h 667385"/>
                <a:gd name="csX706" fmla="*/ 712630 w 1008380"/>
                <a:gd name="csY706" fmla="*/ 644992 h 667385"/>
                <a:gd name="csX707" fmla="*/ 713637 w 1008380"/>
                <a:gd name="csY707" fmla="*/ 645631 h 667385"/>
                <a:gd name="csX708" fmla="*/ 714649 w 1008380"/>
                <a:gd name="csY708" fmla="*/ 646254 h 667385"/>
                <a:gd name="csX709" fmla="*/ 715655 w 1008380"/>
                <a:gd name="csY709" fmla="*/ 646862 h 667385"/>
                <a:gd name="csX710" fmla="*/ 716667 w 1008380"/>
                <a:gd name="csY710" fmla="*/ 647453 h 667385"/>
                <a:gd name="csX711" fmla="*/ 717674 w 1008380"/>
                <a:gd name="csY711" fmla="*/ 648033 h 667385"/>
                <a:gd name="csX712" fmla="*/ 718685 w 1008380"/>
                <a:gd name="csY712" fmla="*/ 648598 h 667385"/>
                <a:gd name="csX713" fmla="*/ 719697 w 1008380"/>
                <a:gd name="csY713" fmla="*/ 649151 h 667385"/>
                <a:gd name="csX714" fmla="*/ 720704 w 1008380"/>
                <a:gd name="csY714" fmla="*/ 649689 h 667385"/>
                <a:gd name="csX715" fmla="*/ 721716 w 1008380"/>
                <a:gd name="csY715" fmla="*/ 650216 h 667385"/>
                <a:gd name="csX716" fmla="*/ 722722 w 1008380"/>
                <a:gd name="csY716" fmla="*/ 650733 h 667385"/>
                <a:gd name="csX717" fmla="*/ 723734 w 1008380"/>
                <a:gd name="csY717" fmla="*/ 651228 h 667385"/>
                <a:gd name="csX718" fmla="*/ 724740 w 1008380"/>
                <a:gd name="csY718" fmla="*/ 651718 h 667385"/>
                <a:gd name="csX719" fmla="*/ 725752 w 1008380"/>
                <a:gd name="csY719" fmla="*/ 652192 h 667385"/>
                <a:gd name="csX720" fmla="*/ 726759 w 1008380"/>
                <a:gd name="csY720" fmla="*/ 652656 h 667385"/>
                <a:gd name="csX721" fmla="*/ 727771 w 1008380"/>
                <a:gd name="csY721" fmla="*/ 653108 h 667385"/>
                <a:gd name="csX722" fmla="*/ 728777 w 1008380"/>
                <a:gd name="csY722" fmla="*/ 653550 h 667385"/>
                <a:gd name="csX723" fmla="*/ 729789 w 1008380"/>
                <a:gd name="csY723" fmla="*/ 653982 h 667385"/>
                <a:gd name="csX724" fmla="*/ 730795 w 1008380"/>
                <a:gd name="csY724" fmla="*/ 654397 h 667385"/>
                <a:gd name="csX725" fmla="*/ 731807 w 1008380"/>
                <a:gd name="csY725" fmla="*/ 654802 h 667385"/>
                <a:gd name="csX726" fmla="*/ 732819 w 1008380"/>
                <a:gd name="csY726" fmla="*/ 655201 h 667385"/>
                <a:gd name="csX727" fmla="*/ 733825 w 1008380"/>
                <a:gd name="csY727" fmla="*/ 655584 h 667385"/>
                <a:gd name="csX728" fmla="*/ 734837 w 1008380"/>
                <a:gd name="csY728" fmla="*/ 655963 h 667385"/>
                <a:gd name="csX729" fmla="*/ 735844 w 1008380"/>
                <a:gd name="csY729" fmla="*/ 656325 h 667385"/>
                <a:gd name="csX730" fmla="*/ 736856 w 1008380"/>
                <a:gd name="csY730" fmla="*/ 656681 h 667385"/>
                <a:gd name="csX731" fmla="*/ 737862 w 1008380"/>
                <a:gd name="csY731" fmla="*/ 657028 h 667385"/>
                <a:gd name="csX732" fmla="*/ 738874 w 1008380"/>
                <a:gd name="csY732" fmla="*/ 657363 h 667385"/>
                <a:gd name="csX733" fmla="*/ 739880 w 1008380"/>
                <a:gd name="csY733" fmla="*/ 657688 h 667385"/>
                <a:gd name="csX734" fmla="*/ 740892 w 1008380"/>
                <a:gd name="csY734" fmla="*/ 658007 h 667385"/>
                <a:gd name="csX735" fmla="*/ 741899 w 1008380"/>
                <a:gd name="csY735" fmla="*/ 658316 h 667385"/>
                <a:gd name="csX736" fmla="*/ 742911 w 1008380"/>
                <a:gd name="csY736" fmla="*/ 658615 h 667385"/>
                <a:gd name="csX737" fmla="*/ 743922 w 1008380"/>
                <a:gd name="csY737" fmla="*/ 658907 h 667385"/>
                <a:gd name="csX738" fmla="*/ 744929 w 1008380"/>
                <a:gd name="csY738" fmla="*/ 659190 h 667385"/>
                <a:gd name="csX739" fmla="*/ 745941 w 1008380"/>
                <a:gd name="csY739" fmla="*/ 659467 h 667385"/>
                <a:gd name="csX740" fmla="*/ 746947 w 1008380"/>
                <a:gd name="csY740" fmla="*/ 659733 h 667385"/>
                <a:gd name="csX741" fmla="*/ 747959 w 1008380"/>
                <a:gd name="csY741" fmla="*/ 659989 h 667385"/>
                <a:gd name="csX742" fmla="*/ 748965 w 1008380"/>
                <a:gd name="csY742" fmla="*/ 660244 h 667385"/>
                <a:gd name="csX743" fmla="*/ 749977 w 1008380"/>
                <a:gd name="csY743" fmla="*/ 660484 h 667385"/>
                <a:gd name="csX744" fmla="*/ 750984 w 1008380"/>
                <a:gd name="csY744" fmla="*/ 660723 h 667385"/>
                <a:gd name="csX745" fmla="*/ 751996 w 1008380"/>
                <a:gd name="csY745" fmla="*/ 660952 h 667385"/>
                <a:gd name="csX746" fmla="*/ 753002 w 1008380"/>
                <a:gd name="csY746" fmla="*/ 661176 h 667385"/>
                <a:gd name="csX747" fmla="*/ 754014 w 1008380"/>
                <a:gd name="csY747" fmla="*/ 661389 h 667385"/>
                <a:gd name="csX748" fmla="*/ 755026 w 1008380"/>
                <a:gd name="csY748" fmla="*/ 661602 h 667385"/>
                <a:gd name="csX749" fmla="*/ 756032 w 1008380"/>
                <a:gd name="csY749" fmla="*/ 661804 h 667385"/>
                <a:gd name="csX750" fmla="*/ 757044 w 1008380"/>
                <a:gd name="csY750" fmla="*/ 662001 h 667385"/>
                <a:gd name="csX751" fmla="*/ 758051 w 1008380"/>
                <a:gd name="csY751" fmla="*/ 662193 h 667385"/>
                <a:gd name="csX752" fmla="*/ 759062 w 1008380"/>
                <a:gd name="csY752" fmla="*/ 662380 h 667385"/>
                <a:gd name="csX753" fmla="*/ 760069 w 1008380"/>
                <a:gd name="csY753" fmla="*/ 662555 h 667385"/>
                <a:gd name="csX754" fmla="*/ 761081 w 1008380"/>
                <a:gd name="csY754" fmla="*/ 662731 h 667385"/>
                <a:gd name="csX755" fmla="*/ 762087 w 1008380"/>
                <a:gd name="csY755" fmla="*/ 662896 h 667385"/>
                <a:gd name="csX756" fmla="*/ 763099 w 1008380"/>
                <a:gd name="csY756" fmla="*/ 663061 h 667385"/>
                <a:gd name="csX757" fmla="*/ 764106 w 1008380"/>
                <a:gd name="csY757" fmla="*/ 663216 h 667385"/>
                <a:gd name="csX758" fmla="*/ 765117 w 1008380"/>
                <a:gd name="csY758" fmla="*/ 663370 h 667385"/>
                <a:gd name="csX759" fmla="*/ 766129 w 1008380"/>
                <a:gd name="csY759" fmla="*/ 663519 h 667385"/>
                <a:gd name="csX760" fmla="*/ 767136 w 1008380"/>
                <a:gd name="csY760" fmla="*/ 663663 h 667385"/>
                <a:gd name="csX761" fmla="*/ 768147 w 1008380"/>
                <a:gd name="csY761" fmla="*/ 663796 h 667385"/>
                <a:gd name="csX762" fmla="*/ 769154 w 1008380"/>
                <a:gd name="csY762" fmla="*/ 663929 h 667385"/>
                <a:gd name="csX763" fmla="*/ 770166 w 1008380"/>
                <a:gd name="csY763" fmla="*/ 664062 h 667385"/>
                <a:gd name="csX764" fmla="*/ 771172 w 1008380"/>
                <a:gd name="csY764" fmla="*/ 664185 h 667385"/>
                <a:gd name="csX765" fmla="*/ 772184 w 1008380"/>
                <a:gd name="csY765" fmla="*/ 664307 h 667385"/>
                <a:gd name="csX766" fmla="*/ 773191 w 1008380"/>
                <a:gd name="csY766" fmla="*/ 664425 h 667385"/>
                <a:gd name="csX767" fmla="*/ 774202 w 1008380"/>
                <a:gd name="csY767" fmla="*/ 664536 h 667385"/>
                <a:gd name="csX768" fmla="*/ 775209 w 1008380"/>
                <a:gd name="csY768" fmla="*/ 664643 h 667385"/>
                <a:gd name="csX769" fmla="*/ 776221 w 1008380"/>
                <a:gd name="csY769" fmla="*/ 664749 h 667385"/>
                <a:gd name="csX770" fmla="*/ 777227 w 1008380"/>
                <a:gd name="csY770" fmla="*/ 664851 h 667385"/>
                <a:gd name="csX771" fmla="*/ 778239 w 1008380"/>
                <a:gd name="csY771" fmla="*/ 664946 h 667385"/>
                <a:gd name="csX772" fmla="*/ 779251 w 1008380"/>
                <a:gd name="csY772" fmla="*/ 665042 h 667385"/>
                <a:gd name="csX773" fmla="*/ 780257 w 1008380"/>
                <a:gd name="csY773" fmla="*/ 665133 h 667385"/>
                <a:gd name="csX774" fmla="*/ 781269 w 1008380"/>
                <a:gd name="csY774" fmla="*/ 665223 h 667385"/>
                <a:gd name="csX775" fmla="*/ 782276 w 1008380"/>
                <a:gd name="csY775" fmla="*/ 665309 h 667385"/>
                <a:gd name="csX776" fmla="*/ 783288 w 1008380"/>
                <a:gd name="csY776" fmla="*/ 665388 h 667385"/>
                <a:gd name="csX777" fmla="*/ 784294 w 1008380"/>
                <a:gd name="csY777" fmla="*/ 665468 h 667385"/>
                <a:gd name="csX778" fmla="*/ 785306 w 1008380"/>
                <a:gd name="csY778" fmla="*/ 665543 h 667385"/>
                <a:gd name="csX779" fmla="*/ 786312 w 1008380"/>
                <a:gd name="csY779" fmla="*/ 665617 h 667385"/>
                <a:gd name="csX780" fmla="*/ 787324 w 1008380"/>
                <a:gd name="csY780" fmla="*/ 665687 h 667385"/>
                <a:gd name="csX781" fmla="*/ 788331 w 1008380"/>
                <a:gd name="csY781" fmla="*/ 665756 h 667385"/>
                <a:gd name="csX782" fmla="*/ 789342 w 1008380"/>
                <a:gd name="csY782" fmla="*/ 665820 h 667385"/>
                <a:gd name="csX783" fmla="*/ 790354 w 1008380"/>
                <a:gd name="csY783" fmla="*/ 665884 h 667385"/>
                <a:gd name="csX784" fmla="*/ 791361 w 1008380"/>
                <a:gd name="csY784" fmla="*/ 665948 h 667385"/>
                <a:gd name="csX785" fmla="*/ 792373 w 1008380"/>
                <a:gd name="csY785" fmla="*/ 666006 h 667385"/>
                <a:gd name="csX786" fmla="*/ 793379 w 1008380"/>
                <a:gd name="csY786" fmla="*/ 666065 h 667385"/>
                <a:gd name="csX787" fmla="*/ 794391 w 1008380"/>
                <a:gd name="csY787" fmla="*/ 666118 h 667385"/>
                <a:gd name="csX788" fmla="*/ 795397 w 1008380"/>
                <a:gd name="csY788" fmla="*/ 666171 h 667385"/>
                <a:gd name="csX789" fmla="*/ 796409 w 1008380"/>
                <a:gd name="csY789" fmla="*/ 666219 h 667385"/>
                <a:gd name="csX790" fmla="*/ 797416 w 1008380"/>
                <a:gd name="csY790" fmla="*/ 666267 h 667385"/>
                <a:gd name="csX791" fmla="*/ 798428 w 1008380"/>
                <a:gd name="csY791" fmla="*/ 666315 h 667385"/>
                <a:gd name="csX792" fmla="*/ 799434 w 1008380"/>
                <a:gd name="csY792" fmla="*/ 666358 h 667385"/>
                <a:gd name="csX793" fmla="*/ 800446 w 1008380"/>
                <a:gd name="csY793" fmla="*/ 666406 h 667385"/>
                <a:gd name="csX794" fmla="*/ 801458 w 1008380"/>
                <a:gd name="csY794" fmla="*/ 666443 h 667385"/>
                <a:gd name="csX795" fmla="*/ 802464 w 1008380"/>
                <a:gd name="csY795" fmla="*/ 666485 h 667385"/>
                <a:gd name="csX796" fmla="*/ 803476 w 1008380"/>
                <a:gd name="csY796" fmla="*/ 666523 h 667385"/>
                <a:gd name="csX797" fmla="*/ 804482 w 1008380"/>
                <a:gd name="csY797" fmla="*/ 666560 h 667385"/>
                <a:gd name="csX798" fmla="*/ 805494 w 1008380"/>
                <a:gd name="csY798" fmla="*/ 666597 h 667385"/>
                <a:gd name="csX799" fmla="*/ 806501 w 1008380"/>
                <a:gd name="csY799" fmla="*/ 666629 h 667385"/>
                <a:gd name="csX800" fmla="*/ 807513 w 1008380"/>
                <a:gd name="csY800" fmla="*/ 666661 h 667385"/>
                <a:gd name="csX801" fmla="*/ 808519 w 1008380"/>
                <a:gd name="csY801" fmla="*/ 666693 h 667385"/>
                <a:gd name="csX802" fmla="*/ 809531 w 1008380"/>
                <a:gd name="csY802" fmla="*/ 666725 h 667385"/>
                <a:gd name="csX803" fmla="*/ 810537 w 1008380"/>
                <a:gd name="csY803" fmla="*/ 666752 h 667385"/>
                <a:gd name="csX804" fmla="*/ 811549 w 1008380"/>
                <a:gd name="csY804" fmla="*/ 666778 h 667385"/>
                <a:gd name="csX805" fmla="*/ 812561 w 1008380"/>
                <a:gd name="csY805" fmla="*/ 666805 h 667385"/>
                <a:gd name="csX806" fmla="*/ 813568 w 1008380"/>
                <a:gd name="csY806" fmla="*/ 666832 h 667385"/>
                <a:gd name="csX807" fmla="*/ 814579 w 1008380"/>
                <a:gd name="csY807" fmla="*/ 666858 h 667385"/>
                <a:gd name="csX808" fmla="*/ 815586 w 1008380"/>
                <a:gd name="csY808" fmla="*/ 666880 h 667385"/>
                <a:gd name="csX809" fmla="*/ 816598 w 1008380"/>
                <a:gd name="csY809" fmla="*/ 666901 h 667385"/>
                <a:gd name="csX810" fmla="*/ 817604 w 1008380"/>
                <a:gd name="csY810" fmla="*/ 666927 h 667385"/>
                <a:gd name="csX811" fmla="*/ 818616 w 1008380"/>
                <a:gd name="csY811" fmla="*/ 666943 h 667385"/>
                <a:gd name="csX812" fmla="*/ 819623 w 1008380"/>
                <a:gd name="csY812" fmla="*/ 666965 h 667385"/>
                <a:gd name="csX813" fmla="*/ 820634 w 1008380"/>
                <a:gd name="csY813" fmla="*/ 666986 h 667385"/>
                <a:gd name="csX814" fmla="*/ 821641 w 1008380"/>
                <a:gd name="csY814" fmla="*/ 667002 h 667385"/>
                <a:gd name="csX815" fmla="*/ 822653 w 1008380"/>
                <a:gd name="csY815" fmla="*/ 667018 h 667385"/>
                <a:gd name="csX816" fmla="*/ 823664 w 1008380"/>
                <a:gd name="csY816" fmla="*/ 667039 h 667385"/>
                <a:gd name="csX817" fmla="*/ 824671 w 1008380"/>
                <a:gd name="csY817" fmla="*/ 667055 h 667385"/>
                <a:gd name="csX818" fmla="*/ 825683 w 1008380"/>
                <a:gd name="csY818" fmla="*/ 667066 h 667385"/>
                <a:gd name="csX819" fmla="*/ 826689 w 1008380"/>
                <a:gd name="csY819" fmla="*/ 667082 h 667385"/>
                <a:gd name="csX820" fmla="*/ 827701 w 1008380"/>
                <a:gd name="csY820" fmla="*/ 667098 h 667385"/>
                <a:gd name="csX821" fmla="*/ 828708 w 1008380"/>
                <a:gd name="csY821" fmla="*/ 667109 h 667385"/>
                <a:gd name="csX822" fmla="*/ 829719 w 1008380"/>
                <a:gd name="csY822" fmla="*/ 667124 h 667385"/>
                <a:gd name="csX823" fmla="*/ 830726 w 1008380"/>
                <a:gd name="csY823" fmla="*/ 667135 h 667385"/>
                <a:gd name="csX824" fmla="*/ 831738 w 1008380"/>
                <a:gd name="csY824" fmla="*/ 667146 h 667385"/>
                <a:gd name="csX825" fmla="*/ 832744 w 1008380"/>
                <a:gd name="csY825" fmla="*/ 667156 h 667385"/>
                <a:gd name="csX826" fmla="*/ 833756 w 1008380"/>
                <a:gd name="csY826" fmla="*/ 667172 h 667385"/>
                <a:gd name="csX827" fmla="*/ 834763 w 1008380"/>
                <a:gd name="csY827" fmla="*/ 667178 h 667385"/>
                <a:gd name="csX828" fmla="*/ 835774 w 1008380"/>
                <a:gd name="csY828" fmla="*/ 667188 h 667385"/>
                <a:gd name="csX829" fmla="*/ 836786 w 1008380"/>
                <a:gd name="csY829" fmla="*/ 667199 h 667385"/>
                <a:gd name="csX830" fmla="*/ 837793 w 1008380"/>
                <a:gd name="csY830" fmla="*/ 667210 h 667385"/>
                <a:gd name="csX831" fmla="*/ 838805 w 1008380"/>
                <a:gd name="csY831" fmla="*/ 667215 h 667385"/>
                <a:gd name="csX832" fmla="*/ 839811 w 1008380"/>
                <a:gd name="csY832" fmla="*/ 667226 h 667385"/>
                <a:gd name="csX833" fmla="*/ 840823 w 1008380"/>
                <a:gd name="csY833" fmla="*/ 667231 h 667385"/>
                <a:gd name="csX834" fmla="*/ 841829 w 1008380"/>
                <a:gd name="csY834" fmla="*/ 667242 h 667385"/>
                <a:gd name="csX835" fmla="*/ 842841 w 1008380"/>
                <a:gd name="csY835" fmla="*/ 667247 h 667385"/>
                <a:gd name="csX836" fmla="*/ 843848 w 1008380"/>
                <a:gd name="csY836" fmla="*/ 667252 h 667385"/>
                <a:gd name="csX837" fmla="*/ 844859 w 1008380"/>
                <a:gd name="csY837" fmla="*/ 667263 h 667385"/>
                <a:gd name="csX838" fmla="*/ 845866 w 1008380"/>
                <a:gd name="csY838" fmla="*/ 667268 h 667385"/>
                <a:gd name="csX839" fmla="*/ 846878 w 1008380"/>
                <a:gd name="csY839" fmla="*/ 667274 h 667385"/>
                <a:gd name="csX840" fmla="*/ 847890 w 1008380"/>
                <a:gd name="csY840" fmla="*/ 667279 h 667385"/>
                <a:gd name="csX841" fmla="*/ 848896 w 1008380"/>
                <a:gd name="csY841" fmla="*/ 667284 h 667385"/>
                <a:gd name="csX842" fmla="*/ 849908 w 1008380"/>
                <a:gd name="csY842" fmla="*/ 667290 h 667385"/>
                <a:gd name="csX843" fmla="*/ 850914 w 1008380"/>
                <a:gd name="csY843" fmla="*/ 667295 h 667385"/>
                <a:gd name="csX844" fmla="*/ 851926 w 1008380"/>
                <a:gd name="csY844" fmla="*/ 667300 h 667385"/>
                <a:gd name="csX845" fmla="*/ 852933 w 1008380"/>
                <a:gd name="csY845" fmla="*/ 667306 h 667385"/>
                <a:gd name="csX846" fmla="*/ 853945 w 1008380"/>
                <a:gd name="csY846" fmla="*/ 667306 h 667385"/>
                <a:gd name="csX847" fmla="*/ 854951 w 1008380"/>
                <a:gd name="csY847" fmla="*/ 667311 h 667385"/>
                <a:gd name="csX848" fmla="*/ 855963 w 1008380"/>
                <a:gd name="csY848" fmla="*/ 667316 h 667385"/>
                <a:gd name="csX849" fmla="*/ 856969 w 1008380"/>
                <a:gd name="csY849" fmla="*/ 667322 h 667385"/>
                <a:gd name="csX850" fmla="*/ 857981 w 1008380"/>
                <a:gd name="csY850" fmla="*/ 667322 h 667385"/>
                <a:gd name="csX851" fmla="*/ 858993 w 1008380"/>
                <a:gd name="csY851" fmla="*/ 667327 h 667385"/>
                <a:gd name="csX852" fmla="*/ 859999 w 1008380"/>
                <a:gd name="csY852" fmla="*/ 667327 h 667385"/>
                <a:gd name="csX853" fmla="*/ 861011 w 1008380"/>
                <a:gd name="csY853" fmla="*/ 667332 h 667385"/>
                <a:gd name="csX854" fmla="*/ 862018 w 1008380"/>
                <a:gd name="csY854" fmla="*/ 667332 h 667385"/>
                <a:gd name="csX855" fmla="*/ 863030 w 1008380"/>
                <a:gd name="csY855" fmla="*/ 667338 h 667385"/>
                <a:gd name="csX856" fmla="*/ 864036 w 1008380"/>
                <a:gd name="csY856" fmla="*/ 667338 h 667385"/>
                <a:gd name="csX857" fmla="*/ 865048 w 1008380"/>
                <a:gd name="csY857" fmla="*/ 667343 h 667385"/>
                <a:gd name="csX858" fmla="*/ 866054 w 1008380"/>
                <a:gd name="csY858" fmla="*/ 667343 h 667385"/>
                <a:gd name="csX859" fmla="*/ 867066 w 1008380"/>
                <a:gd name="csY859" fmla="*/ 667348 h 667385"/>
                <a:gd name="csX860" fmla="*/ 868073 w 1008380"/>
                <a:gd name="csY860" fmla="*/ 667348 h 667385"/>
                <a:gd name="csX861" fmla="*/ 869085 w 1008380"/>
                <a:gd name="csY861" fmla="*/ 667354 h 667385"/>
                <a:gd name="csX862" fmla="*/ 870096 w 1008380"/>
                <a:gd name="csY862" fmla="*/ 667354 h 667385"/>
                <a:gd name="csX863" fmla="*/ 871103 w 1008380"/>
                <a:gd name="csY863" fmla="*/ 667354 h 667385"/>
                <a:gd name="csX864" fmla="*/ 872115 w 1008380"/>
                <a:gd name="csY864" fmla="*/ 667359 h 667385"/>
                <a:gd name="csX865" fmla="*/ 873121 w 1008380"/>
                <a:gd name="csY865" fmla="*/ 667359 h 667385"/>
                <a:gd name="csX866" fmla="*/ 874133 w 1008380"/>
                <a:gd name="csY866" fmla="*/ 667359 h 667385"/>
                <a:gd name="csX867" fmla="*/ 875140 w 1008380"/>
                <a:gd name="csY867" fmla="*/ 667359 h 667385"/>
                <a:gd name="csX868" fmla="*/ 876151 w 1008380"/>
                <a:gd name="csY868" fmla="*/ 667364 h 667385"/>
                <a:gd name="csX869" fmla="*/ 877158 w 1008380"/>
                <a:gd name="csY869" fmla="*/ 667364 h 667385"/>
                <a:gd name="csX870" fmla="*/ 878170 w 1008380"/>
                <a:gd name="csY870" fmla="*/ 667364 h 667385"/>
                <a:gd name="csX871" fmla="*/ 879176 w 1008380"/>
                <a:gd name="csY871" fmla="*/ 667364 h 667385"/>
                <a:gd name="csX872" fmla="*/ 880188 w 1008380"/>
                <a:gd name="csY872" fmla="*/ 667370 h 667385"/>
                <a:gd name="csX873" fmla="*/ 881195 w 1008380"/>
                <a:gd name="csY873" fmla="*/ 667370 h 667385"/>
                <a:gd name="csX874" fmla="*/ 882206 w 1008380"/>
                <a:gd name="csY874" fmla="*/ 667370 h 667385"/>
                <a:gd name="csX875" fmla="*/ 883218 w 1008380"/>
                <a:gd name="csY875" fmla="*/ 667370 h 667385"/>
                <a:gd name="csX876" fmla="*/ 884225 w 1008380"/>
                <a:gd name="csY876" fmla="*/ 667370 h 667385"/>
                <a:gd name="csX877" fmla="*/ 885236 w 1008380"/>
                <a:gd name="csY877" fmla="*/ 667375 h 667385"/>
                <a:gd name="csX878" fmla="*/ 886243 w 1008380"/>
                <a:gd name="csY878" fmla="*/ 667375 h 667385"/>
                <a:gd name="csX879" fmla="*/ 887255 w 1008380"/>
                <a:gd name="csY879" fmla="*/ 667375 h 667385"/>
                <a:gd name="csX880" fmla="*/ 888261 w 1008380"/>
                <a:gd name="csY880" fmla="*/ 667375 h 667385"/>
                <a:gd name="csX881" fmla="*/ 889273 w 1008380"/>
                <a:gd name="csY881" fmla="*/ 667375 h 667385"/>
                <a:gd name="csX882" fmla="*/ 890280 w 1008380"/>
                <a:gd name="csY882" fmla="*/ 667375 h 667385"/>
                <a:gd name="csX883" fmla="*/ 891291 w 1008380"/>
                <a:gd name="csY883" fmla="*/ 667375 h 667385"/>
                <a:gd name="csX884" fmla="*/ 892298 w 1008380"/>
                <a:gd name="csY884" fmla="*/ 667375 h 667385"/>
                <a:gd name="csX885" fmla="*/ 893310 w 1008380"/>
                <a:gd name="csY885" fmla="*/ 667380 h 667385"/>
                <a:gd name="csX886" fmla="*/ 894322 w 1008380"/>
                <a:gd name="csY886" fmla="*/ 667380 h 667385"/>
                <a:gd name="csX887" fmla="*/ 895328 w 1008380"/>
                <a:gd name="csY887" fmla="*/ 667380 h 667385"/>
                <a:gd name="csX888" fmla="*/ 896340 w 1008380"/>
                <a:gd name="csY888" fmla="*/ 667380 h 667385"/>
                <a:gd name="csX889" fmla="*/ 897346 w 1008380"/>
                <a:gd name="csY889" fmla="*/ 667380 h 667385"/>
                <a:gd name="csX890" fmla="*/ 898358 w 1008380"/>
                <a:gd name="csY890" fmla="*/ 667380 h 667385"/>
                <a:gd name="csX891" fmla="*/ 899365 w 1008380"/>
                <a:gd name="csY891" fmla="*/ 667380 h 667385"/>
                <a:gd name="csX892" fmla="*/ 900376 w 1008380"/>
                <a:gd name="csY892" fmla="*/ 667380 h 667385"/>
                <a:gd name="csX893" fmla="*/ 901383 w 1008380"/>
                <a:gd name="csY893" fmla="*/ 667380 h 667385"/>
                <a:gd name="csX894" fmla="*/ 902395 w 1008380"/>
                <a:gd name="csY894" fmla="*/ 667380 h 667385"/>
                <a:gd name="csX895" fmla="*/ 903401 w 1008380"/>
                <a:gd name="csY895" fmla="*/ 667380 h 667385"/>
                <a:gd name="csX896" fmla="*/ 904413 w 1008380"/>
                <a:gd name="csY896" fmla="*/ 667380 h 667385"/>
                <a:gd name="csX897" fmla="*/ 905425 w 1008380"/>
                <a:gd name="csY897" fmla="*/ 667380 h 667385"/>
                <a:gd name="csX898" fmla="*/ 906431 w 1008380"/>
                <a:gd name="csY898" fmla="*/ 667386 h 667385"/>
                <a:gd name="csX899" fmla="*/ 907443 w 1008380"/>
                <a:gd name="csY899" fmla="*/ 667386 h 667385"/>
                <a:gd name="csX900" fmla="*/ 908450 w 1008380"/>
                <a:gd name="csY900" fmla="*/ 667386 h 667385"/>
                <a:gd name="csX901" fmla="*/ 909462 w 1008380"/>
                <a:gd name="csY901" fmla="*/ 667386 h 667385"/>
                <a:gd name="csX902" fmla="*/ 910468 w 1008380"/>
                <a:gd name="csY902" fmla="*/ 667386 h 667385"/>
                <a:gd name="csX903" fmla="*/ 911480 w 1008380"/>
                <a:gd name="csY903" fmla="*/ 667386 h 667385"/>
                <a:gd name="csX904" fmla="*/ 912486 w 1008380"/>
                <a:gd name="csY904" fmla="*/ 667386 h 667385"/>
                <a:gd name="csX905" fmla="*/ 913498 w 1008380"/>
                <a:gd name="csY905" fmla="*/ 667386 h 667385"/>
                <a:gd name="csX906" fmla="*/ 914505 w 1008380"/>
                <a:gd name="csY906" fmla="*/ 667386 h 667385"/>
                <a:gd name="csX907" fmla="*/ 915517 w 1008380"/>
                <a:gd name="csY907" fmla="*/ 667386 h 667385"/>
                <a:gd name="csX908" fmla="*/ 916528 w 1008380"/>
                <a:gd name="csY908" fmla="*/ 667386 h 667385"/>
                <a:gd name="csX909" fmla="*/ 917535 w 1008380"/>
                <a:gd name="csY909" fmla="*/ 667386 h 667385"/>
                <a:gd name="csX910" fmla="*/ 918547 w 1008380"/>
                <a:gd name="csY910" fmla="*/ 667386 h 667385"/>
                <a:gd name="csX911" fmla="*/ 919553 w 1008380"/>
                <a:gd name="csY911" fmla="*/ 667386 h 667385"/>
                <a:gd name="csX912" fmla="*/ 920565 w 1008380"/>
                <a:gd name="csY912" fmla="*/ 667386 h 667385"/>
                <a:gd name="csX913" fmla="*/ 921571 w 1008380"/>
                <a:gd name="csY913" fmla="*/ 667386 h 667385"/>
                <a:gd name="csX914" fmla="*/ 922583 w 1008380"/>
                <a:gd name="csY914" fmla="*/ 667386 h 667385"/>
                <a:gd name="csX915" fmla="*/ 923590 w 1008380"/>
                <a:gd name="csY915" fmla="*/ 667386 h 667385"/>
                <a:gd name="csX916" fmla="*/ 924602 w 1008380"/>
                <a:gd name="csY916" fmla="*/ 667386 h 667385"/>
                <a:gd name="csX917" fmla="*/ 925608 w 1008380"/>
                <a:gd name="csY917" fmla="*/ 667386 h 667385"/>
                <a:gd name="csX918" fmla="*/ 926620 w 1008380"/>
                <a:gd name="csY918" fmla="*/ 667386 h 667385"/>
                <a:gd name="csX919" fmla="*/ 927626 w 1008380"/>
                <a:gd name="csY919" fmla="*/ 667386 h 667385"/>
                <a:gd name="csX920" fmla="*/ 928638 w 1008380"/>
                <a:gd name="csY920" fmla="*/ 667386 h 667385"/>
                <a:gd name="csX921" fmla="*/ 929650 w 1008380"/>
                <a:gd name="csY921" fmla="*/ 667386 h 667385"/>
                <a:gd name="csX922" fmla="*/ 930657 w 1008380"/>
                <a:gd name="csY922" fmla="*/ 667386 h 667385"/>
                <a:gd name="csX923" fmla="*/ 931668 w 1008380"/>
                <a:gd name="csY923" fmla="*/ 667386 h 667385"/>
                <a:gd name="csX924" fmla="*/ 932675 w 1008380"/>
                <a:gd name="csY924" fmla="*/ 667386 h 667385"/>
                <a:gd name="csX925" fmla="*/ 933687 w 1008380"/>
                <a:gd name="csY925" fmla="*/ 667386 h 667385"/>
                <a:gd name="csX926" fmla="*/ 934693 w 1008380"/>
                <a:gd name="csY926" fmla="*/ 667386 h 667385"/>
                <a:gd name="csX927" fmla="*/ 935705 w 1008380"/>
                <a:gd name="csY927" fmla="*/ 667386 h 667385"/>
                <a:gd name="csX928" fmla="*/ 936712 w 1008380"/>
                <a:gd name="csY928" fmla="*/ 667386 h 667385"/>
                <a:gd name="csX929" fmla="*/ 937723 w 1008380"/>
                <a:gd name="csY929" fmla="*/ 667386 h 667385"/>
                <a:gd name="csX930" fmla="*/ 938730 w 1008380"/>
                <a:gd name="csY930" fmla="*/ 667386 h 667385"/>
                <a:gd name="csX931" fmla="*/ 939742 w 1008380"/>
                <a:gd name="csY931" fmla="*/ 667386 h 667385"/>
                <a:gd name="csX932" fmla="*/ 940753 w 1008380"/>
                <a:gd name="csY932" fmla="*/ 667386 h 667385"/>
                <a:gd name="csX933" fmla="*/ 941760 w 1008380"/>
                <a:gd name="csY933" fmla="*/ 667386 h 667385"/>
                <a:gd name="csX934" fmla="*/ 942772 w 1008380"/>
                <a:gd name="csY934" fmla="*/ 667386 h 667385"/>
                <a:gd name="csX935" fmla="*/ 943778 w 1008380"/>
                <a:gd name="csY935" fmla="*/ 667386 h 667385"/>
                <a:gd name="csX936" fmla="*/ 944790 w 1008380"/>
                <a:gd name="csY936" fmla="*/ 667386 h 667385"/>
                <a:gd name="csX937" fmla="*/ 945797 w 1008380"/>
                <a:gd name="csY937" fmla="*/ 667386 h 667385"/>
                <a:gd name="csX938" fmla="*/ 946808 w 1008380"/>
                <a:gd name="csY938" fmla="*/ 667386 h 667385"/>
                <a:gd name="csX939" fmla="*/ 947815 w 1008380"/>
                <a:gd name="csY939" fmla="*/ 667386 h 667385"/>
                <a:gd name="csX940" fmla="*/ 948827 w 1008380"/>
                <a:gd name="csY940" fmla="*/ 667386 h 667385"/>
                <a:gd name="csX941" fmla="*/ 949833 w 1008380"/>
                <a:gd name="csY941" fmla="*/ 667386 h 667385"/>
                <a:gd name="csX942" fmla="*/ 950845 w 1008380"/>
                <a:gd name="csY942" fmla="*/ 667386 h 667385"/>
                <a:gd name="csX943" fmla="*/ 951857 w 1008380"/>
                <a:gd name="csY943" fmla="*/ 667386 h 667385"/>
                <a:gd name="csX944" fmla="*/ 952863 w 1008380"/>
                <a:gd name="csY944" fmla="*/ 667386 h 667385"/>
                <a:gd name="csX945" fmla="*/ 953875 w 1008380"/>
                <a:gd name="csY945" fmla="*/ 667386 h 667385"/>
                <a:gd name="csX946" fmla="*/ 954882 w 1008380"/>
                <a:gd name="csY946" fmla="*/ 667386 h 667385"/>
                <a:gd name="csX947" fmla="*/ 955893 w 1008380"/>
                <a:gd name="csY947" fmla="*/ 667386 h 667385"/>
                <a:gd name="csX948" fmla="*/ 956900 w 1008380"/>
                <a:gd name="csY948" fmla="*/ 667386 h 667385"/>
                <a:gd name="csX949" fmla="*/ 957912 w 1008380"/>
                <a:gd name="csY949" fmla="*/ 667386 h 667385"/>
                <a:gd name="csX950" fmla="*/ 958918 w 1008380"/>
                <a:gd name="csY950" fmla="*/ 667386 h 667385"/>
                <a:gd name="csX951" fmla="*/ 959930 w 1008380"/>
                <a:gd name="csY951" fmla="*/ 667386 h 667385"/>
                <a:gd name="csX952" fmla="*/ 960937 w 1008380"/>
                <a:gd name="csY952" fmla="*/ 667386 h 667385"/>
                <a:gd name="csX953" fmla="*/ 961948 w 1008380"/>
                <a:gd name="csY953" fmla="*/ 667386 h 667385"/>
                <a:gd name="csX954" fmla="*/ 962960 w 1008380"/>
                <a:gd name="csY954" fmla="*/ 667386 h 667385"/>
                <a:gd name="csX955" fmla="*/ 963967 w 1008380"/>
                <a:gd name="csY955" fmla="*/ 667386 h 667385"/>
                <a:gd name="csX956" fmla="*/ 964978 w 1008380"/>
                <a:gd name="csY956" fmla="*/ 667386 h 667385"/>
                <a:gd name="csX957" fmla="*/ 965985 w 1008380"/>
                <a:gd name="csY957" fmla="*/ 667386 h 667385"/>
                <a:gd name="csX958" fmla="*/ 966997 w 1008380"/>
                <a:gd name="csY958" fmla="*/ 667386 h 667385"/>
                <a:gd name="csX959" fmla="*/ 968003 w 1008380"/>
                <a:gd name="csY959" fmla="*/ 667386 h 667385"/>
                <a:gd name="csX960" fmla="*/ 969015 w 1008380"/>
                <a:gd name="csY960" fmla="*/ 667386 h 667385"/>
                <a:gd name="csX961" fmla="*/ 970022 w 1008380"/>
                <a:gd name="csY961" fmla="*/ 667386 h 667385"/>
                <a:gd name="csX962" fmla="*/ 971034 w 1008380"/>
                <a:gd name="csY962" fmla="*/ 667386 h 667385"/>
                <a:gd name="csX963" fmla="*/ 972040 w 1008380"/>
                <a:gd name="csY963" fmla="*/ 667386 h 667385"/>
                <a:gd name="csX964" fmla="*/ 973052 w 1008380"/>
                <a:gd name="csY964" fmla="*/ 667386 h 667385"/>
                <a:gd name="csX965" fmla="*/ 974058 w 1008380"/>
                <a:gd name="csY965" fmla="*/ 667386 h 667385"/>
                <a:gd name="csX966" fmla="*/ 975070 w 1008380"/>
                <a:gd name="csY966" fmla="*/ 667386 h 667385"/>
                <a:gd name="csX967" fmla="*/ 976082 w 1008380"/>
                <a:gd name="csY967" fmla="*/ 667386 h 667385"/>
                <a:gd name="csX968" fmla="*/ 977088 w 1008380"/>
                <a:gd name="csY968" fmla="*/ 667386 h 667385"/>
                <a:gd name="csX969" fmla="*/ 978100 w 1008380"/>
                <a:gd name="csY969" fmla="*/ 667386 h 667385"/>
                <a:gd name="csX970" fmla="*/ 979107 w 1008380"/>
                <a:gd name="csY970" fmla="*/ 667386 h 667385"/>
                <a:gd name="csX971" fmla="*/ 980118 w 1008380"/>
                <a:gd name="csY971" fmla="*/ 667386 h 667385"/>
                <a:gd name="csX972" fmla="*/ 981125 w 1008380"/>
                <a:gd name="csY972" fmla="*/ 667386 h 667385"/>
                <a:gd name="csX973" fmla="*/ 982137 w 1008380"/>
                <a:gd name="csY973" fmla="*/ 667386 h 667385"/>
                <a:gd name="csX974" fmla="*/ 983143 w 1008380"/>
                <a:gd name="csY974" fmla="*/ 667386 h 667385"/>
                <a:gd name="csX975" fmla="*/ 984155 w 1008380"/>
                <a:gd name="csY975" fmla="*/ 667386 h 667385"/>
                <a:gd name="csX976" fmla="*/ 985162 w 1008380"/>
                <a:gd name="csY976" fmla="*/ 667386 h 667385"/>
                <a:gd name="csX977" fmla="*/ 986174 w 1008380"/>
                <a:gd name="csY977" fmla="*/ 667386 h 667385"/>
                <a:gd name="csX978" fmla="*/ 987185 w 1008380"/>
                <a:gd name="csY978" fmla="*/ 667386 h 667385"/>
                <a:gd name="csX979" fmla="*/ 988192 w 1008380"/>
                <a:gd name="csY979" fmla="*/ 667386 h 667385"/>
                <a:gd name="csX980" fmla="*/ 989204 w 1008380"/>
                <a:gd name="csY980" fmla="*/ 667386 h 667385"/>
                <a:gd name="csX981" fmla="*/ 990210 w 1008380"/>
                <a:gd name="csY981" fmla="*/ 667386 h 667385"/>
                <a:gd name="csX982" fmla="*/ 991222 w 1008380"/>
                <a:gd name="csY982" fmla="*/ 667386 h 667385"/>
                <a:gd name="csX983" fmla="*/ 992229 w 1008380"/>
                <a:gd name="csY983" fmla="*/ 667386 h 667385"/>
                <a:gd name="csX984" fmla="*/ 993240 w 1008380"/>
                <a:gd name="csY984" fmla="*/ 667386 h 667385"/>
                <a:gd name="csX985" fmla="*/ 994247 w 1008380"/>
                <a:gd name="csY985" fmla="*/ 667386 h 667385"/>
                <a:gd name="csX986" fmla="*/ 995259 w 1008380"/>
                <a:gd name="csY986" fmla="*/ 667386 h 667385"/>
                <a:gd name="csX987" fmla="*/ 996265 w 1008380"/>
                <a:gd name="csY987" fmla="*/ 667386 h 667385"/>
                <a:gd name="csX988" fmla="*/ 997277 w 1008380"/>
                <a:gd name="csY988" fmla="*/ 667386 h 667385"/>
                <a:gd name="csX989" fmla="*/ 998289 w 1008380"/>
                <a:gd name="csY989" fmla="*/ 667386 h 667385"/>
                <a:gd name="csX990" fmla="*/ 999295 w 1008380"/>
                <a:gd name="csY990" fmla="*/ 667386 h 667385"/>
                <a:gd name="csX991" fmla="*/ 1000307 w 1008380"/>
                <a:gd name="csY991" fmla="*/ 667386 h 667385"/>
                <a:gd name="csX992" fmla="*/ 1001313 w 1008380"/>
                <a:gd name="csY992" fmla="*/ 667386 h 667385"/>
                <a:gd name="csX993" fmla="*/ 1002325 w 1008380"/>
                <a:gd name="csY993" fmla="*/ 667386 h 667385"/>
                <a:gd name="csX994" fmla="*/ 1003332 w 1008380"/>
                <a:gd name="csY994" fmla="*/ 667386 h 667385"/>
                <a:gd name="csX995" fmla="*/ 1004344 w 1008380"/>
                <a:gd name="csY995" fmla="*/ 667386 h 667385"/>
                <a:gd name="csX996" fmla="*/ 1005350 w 1008380"/>
                <a:gd name="csY996" fmla="*/ 667386 h 667385"/>
                <a:gd name="csX997" fmla="*/ 1006362 w 1008380"/>
                <a:gd name="csY997" fmla="*/ 667386 h 667385"/>
                <a:gd name="csX998" fmla="*/ 1007369 w 1008380"/>
                <a:gd name="csY998" fmla="*/ 667386 h 667385"/>
                <a:gd name="csX999" fmla="*/ 1008380 w 1008380"/>
                <a:gd name="csY999" fmla="*/ 667386 h 667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</a:cxnLst>
              <a:rect l="l" t="t" r="r" b="b"/>
              <a:pathLst>
                <a:path w="1008380" h="667385">
                  <a:moveTo>
                    <a:pt x="0" y="667386"/>
                  </a:moveTo>
                  <a:lnTo>
                    <a:pt x="1009" y="667386"/>
                  </a:lnTo>
                  <a:lnTo>
                    <a:pt x="2019" y="667386"/>
                  </a:lnTo>
                  <a:lnTo>
                    <a:pt x="3028" y="667386"/>
                  </a:lnTo>
                  <a:lnTo>
                    <a:pt x="4037" y="667386"/>
                  </a:lnTo>
                  <a:lnTo>
                    <a:pt x="5047" y="667386"/>
                  </a:lnTo>
                  <a:lnTo>
                    <a:pt x="6056" y="667386"/>
                  </a:lnTo>
                  <a:lnTo>
                    <a:pt x="7066" y="667386"/>
                  </a:lnTo>
                  <a:lnTo>
                    <a:pt x="8075" y="667386"/>
                  </a:lnTo>
                  <a:lnTo>
                    <a:pt x="9085" y="667386"/>
                  </a:lnTo>
                  <a:lnTo>
                    <a:pt x="10094" y="667386"/>
                  </a:lnTo>
                  <a:lnTo>
                    <a:pt x="11103" y="667386"/>
                  </a:lnTo>
                  <a:lnTo>
                    <a:pt x="12113" y="667386"/>
                  </a:lnTo>
                  <a:lnTo>
                    <a:pt x="13122" y="667386"/>
                  </a:lnTo>
                  <a:lnTo>
                    <a:pt x="14131" y="667386"/>
                  </a:lnTo>
                  <a:lnTo>
                    <a:pt x="15141" y="667386"/>
                  </a:lnTo>
                  <a:lnTo>
                    <a:pt x="16150" y="667386"/>
                  </a:lnTo>
                  <a:lnTo>
                    <a:pt x="17159" y="667386"/>
                  </a:lnTo>
                  <a:lnTo>
                    <a:pt x="18169" y="667386"/>
                  </a:lnTo>
                  <a:lnTo>
                    <a:pt x="19178" y="667386"/>
                  </a:lnTo>
                  <a:lnTo>
                    <a:pt x="20187" y="667386"/>
                  </a:lnTo>
                  <a:lnTo>
                    <a:pt x="21197" y="667386"/>
                  </a:lnTo>
                  <a:lnTo>
                    <a:pt x="22206" y="667386"/>
                  </a:lnTo>
                  <a:lnTo>
                    <a:pt x="23216" y="667386"/>
                  </a:lnTo>
                  <a:lnTo>
                    <a:pt x="24225" y="667386"/>
                  </a:lnTo>
                  <a:lnTo>
                    <a:pt x="25235" y="667386"/>
                  </a:lnTo>
                  <a:lnTo>
                    <a:pt x="26244" y="667386"/>
                  </a:lnTo>
                  <a:lnTo>
                    <a:pt x="27253" y="667386"/>
                  </a:lnTo>
                  <a:lnTo>
                    <a:pt x="28263" y="667386"/>
                  </a:lnTo>
                  <a:lnTo>
                    <a:pt x="29272" y="667386"/>
                  </a:lnTo>
                  <a:lnTo>
                    <a:pt x="30282" y="667386"/>
                  </a:lnTo>
                  <a:lnTo>
                    <a:pt x="31291" y="667386"/>
                  </a:lnTo>
                  <a:lnTo>
                    <a:pt x="32301" y="667386"/>
                  </a:lnTo>
                  <a:lnTo>
                    <a:pt x="33310" y="667386"/>
                  </a:lnTo>
                  <a:lnTo>
                    <a:pt x="34319" y="667386"/>
                  </a:lnTo>
                  <a:lnTo>
                    <a:pt x="35329" y="667386"/>
                  </a:lnTo>
                  <a:lnTo>
                    <a:pt x="36338" y="667386"/>
                  </a:lnTo>
                  <a:lnTo>
                    <a:pt x="37347" y="667386"/>
                  </a:lnTo>
                  <a:lnTo>
                    <a:pt x="38357" y="667386"/>
                  </a:lnTo>
                  <a:lnTo>
                    <a:pt x="39366" y="667386"/>
                  </a:lnTo>
                  <a:lnTo>
                    <a:pt x="40375" y="667386"/>
                  </a:lnTo>
                  <a:lnTo>
                    <a:pt x="41385" y="667386"/>
                  </a:lnTo>
                  <a:lnTo>
                    <a:pt x="42394" y="667386"/>
                  </a:lnTo>
                  <a:lnTo>
                    <a:pt x="43403" y="667380"/>
                  </a:lnTo>
                  <a:lnTo>
                    <a:pt x="44413" y="667380"/>
                  </a:lnTo>
                  <a:lnTo>
                    <a:pt x="45422" y="667380"/>
                  </a:lnTo>
                  <a:lnTo>
                    <a:pt x="46432" y="667380"/>
                  </a:lnTo>
                  <a:lnTo>
                    <a:pt x="47441" y="667380"/>
                  </a:lnTo>
                  <a:lnTo>
                    <a:pt x="48451" y="667380"/>
                  </a:lnTo>
                  <a:lnTo>
                    <a:pt x="49460" y="667375"/>
                  </a:lnTo>
                  <a:lnTo>
                    <a:pt x="50469" y="667375"/>
                  </a:lnTo>
                  <a:lnTo>
                    <a:pt x="51479" y="667375"/>
                  </a:lnTo>
                  <a:lnTo>
                    <a:pt x="52488" y="667375"/>
                  </a:lnTo>
                  <a:lnTo>
                    <a:pt x="53498" y="667370"/>
                  </a:lnTo>
                  <a:lnTo>
                    <a:pt x="54507" y="667370"/>
                  </a:lnTo>
                  <a:lnTo>
                    <a:pt x="55516" y="667364"/>
                  </a:lnTo>
                  <a:lnTo>
                    <a:pt x="56526" y="667364"/>
                  </a:lnTo>
                  <a:lnTo>
                    <a:pt x="57535" y="667359"/>
                  </a:lnTo>
                  <a:lnTo>
                    <a:pt x="58544" y="667359"/>
                  </a:lnTo>
                  <a:lnTo>
                    <a:pt x="59554" y="667354"/>
                  </a:lnTo>
                  <a:lnTo>
                    <a:pt x="60563" y="667348"/>
                  </a:lnTo>
                  <a:lnTo>
                    <a:pt x="61572" y="667343"/>
                  </a:lnTo>
                  <a:lnTo>
                    <a:pt x="62582" y="667338"/>
                  </a:lnTo>
                  <a:lnTo>
                    <a:pt x="63591" y="667332"/>
                  </a:lnTo>
                  <a:lnTo>
                    <a:pt x="64601" y="667327"/>
                  </a:lnTo>
                  <a:lnTo>
                    <a:pt x="65610" y="667316"/>
                  </a:lnTo>
                  <a:lnTo>
                    <a:pt x="66619" y="667311"/>
                  </a:lnTo>
                  <a:lnTo>
                    <a:pt x="67629" y="667300"/>
                  </a:lnTo>
                  <a:lnTo>
                    <a:pt x="68638" y="667290"/>
                  </a:lnTo>
                  <a:lnTo>
                    <a:pt x="69648" y="667279"/>
                  </a:lnTo>
                  <a:lnTo>
                    <a:pt x="70657" y="667263"/>
                  </a:lnTo>
                  <a:lnTo>
                    <a:pt x="71667" y="667252"/>
                  </a:lnTo>
                  <a:lnTo>
                    <a:pt x="72676" y="667236"/>
                  </a:lnTo>
                  <a:lnTo>
                    <a:pt x="73685" y="667215"/>
                  </a:lnTo>
                  <a:lnTo>
                    <a:pt x="74695" y="667199"/>
                  </a:lnTo>
                  <a:lnTo>
                    <a:pt x="75704" y="667178"/>
                  </a:lnTo>
                  <a:lnTo>
                    <a:pt x="76714" y="667151"/>
                  </a:lnTo>
                  <a:lnTo>
                    <a:pt x="77723" y="667124"/>
                  </a:lnTo>
                  <a:lnTo>
                    <a:pt x="78732" y="667098"/>
                  </a:lnTo>
                  <a:lnTo>
                    <a:pt x="79742" y="667066"/>
                  </a:lnTo>
                  <a:lnTo>
                    <a:pt x="80751" y="667029"/>
                  </a:lnTo>
                  <a:lnTo>
                    <a:pt x="81760" y="666986"/>
                  </a:lnTo>
                  <a:lnTo>
                    <a:pt x="82770" y="666943"/>
                  </a:lnTo>
                  <a:lnTo>
                    <a:pt x="83779" y="666896"/>
                  </a:lnTo>
                  <a:lnTo>
                    <a:pt x="84788" y="666842"/>
                  </a:lnTo>
                  <a:lnTo>
                    <a:pt x="85798" y="666789"/>
                  </a:lnTo>
                  <a:lnTo>
                    <a:pt x="86807" y="666725"/>
                  </a:lnTo>
                  <a:lnTo>
                    <a:pt x="87817" y="666656"/>
                  </a:lnTo>
                  <a:lnTo>
                    <a:pt x="88826" y="666576"/>
                  </a:lnTo>
                  <a:lnTo>
                    <a:pt x="89835" y="666496"/>
                  </a:lnTo>
                  <a:lnTo>
                    <a:pt x="90845" y="666406"/>
                  </a:lnTo>
                  <a:lnTo>
                    <a:pt x="91854" y="666304"/>
                  </a:lnTo>
                  <a:lnTo>
                    <a:pt x="92864" y="666193"/>
                  </a:lnTo>
                  <a:lnTo>
                    <a:pt x="93873" y="666075"/>
                  </a:lnTo>
                  <a:lnTo>
                    <a:pt x="94883" y="665948"/>
                  </a:lnTo>
                  <a:lnTo>
                    <a:pt x="95892" y="665804"/>
                  </a:lnTo>
                  <a:lnTo>
                    <a:pt x="96901" y="665649"/>
                  </a:lnTo>
                  <a:lnTo>
                    <a:pt x="97911" y="665484"/>
                  </a:lnTo>
                  <a:lnTo>
                    <a:pt x="98920" y="665303"/>
                  </a:lnTo>
                  <a:lnTo>
                    <a:pt x="99930" y="665106"/>
                  </a:lnTo>
                  <a:lnTo>
                    <a:pt x="100939" y="664888"/>
                  </a:lnTo>
                  <a:lnTo>
                    <a:pt x="101948" y="664659"/>
                  </a:lnTo>
                  <a:lnTo>
                    <a:pt x="102958" y="664403"/>
                  </a:lnTo>
                  <a:lnTo>
                    <a:pt x="103967" y="664132"/>
                  </a:lnTo>
                  <a:lnTo>
                    <a:pt x="104976" y="663839"/>
                  </a:lnTo>
                  <a:lnTo>
                    <a:pt x="105986" y="663519"/>
                  </a:lnTo>
                  <a:lnTo>
                    <a:pt x="106995" y="663178"/>
                  </a:lnTo>
                  <a:lnTo>
                    <a:pt x="108004" y="662806"/>
                  </a:lnTo>
                  <a:lnTo>
                    <a:pt x="109014" y="662406"/>
                  </a:lnTo>
                  <a:lnTo>
                    <a:pt x="110023" y="661975"/>
                  </a:lnTo>
                  <a:lnTo>
                    <a:pt x="111033" y="661512"/>
                  </a:lnTo>
                  <a:lnTo>
                    <a:pt x="112042" y="661011"/>
                  </a:lnTo>
                  <a:lnTo>
                    <a:pt x="113051" y="660473"/>
                  </a:lnTo>
                  <a:lnTo>
                    <a:pt x="114061" y="659898"/>
                  </a:lnTo>
                  <a:lnTo>
                    <a:pt x="115070" y="659286"/>
                  </a:lnTo>
                  <a:lnTo>
                    <a:pt x="116080" y="658620"/>
                  </a:lnTo>
                  <a:lnTo>
                    <a:pt x="117089" y="657917"/>
                  </a:lnTo>
                  <a:lnTo>
                    <a:pt x="118099" y="657155"/>
                  </a:lnTo>
                  <a:lnTo>
                    <a:pt x="119108" y="656346"/>
                  </a:lnTo>
                  <a:lnTo>
                    <a:pt x="120117" y="655483"/>
                  </a:lnTo>
                  <a:lnTo>
                    <a:pt x="121127" y="654562"/>
                  </a:lnTo>
                  <a:lnTo>
                    <a:pt x="122136" y="653577"/>
                  </a:lnTo>
                  <a:lnTo>
                    <a:pt x="123145" y="652528"/>
                  </a:lnTo>
                  <a:lnTo>
                    <a:pt x="124155" y="651415"/>
                  </a:lnTo>
                  <a:lnTo>
                    <a:pt x="125164" y="650227"/>
                  </a:lnTo>
                  <a:lnTo>
                    <a:pt x="126173" y="648965"/>
                  </a:lnTo>
                  <a:lnTo>
                    <a:pt x="127183" y="647628"/>
                  </a:lnTo>
                  <a:lnTo>
                    <a:pt x="128192" y="646206"/>
                  </a:lnTo>
                  <a:lnTo>
                    <a:pt x="129201" y="644699"/>
                  </a:lnTo>
                  <a:lnTo>
                    <a:pt x="130211" y="643107"/>
                  </a:lnTo>
                  <a:lnTo>
                    <a:pt x="131220" y="641424"/>
                  </a:lnTo>
                  <a:lnTo>
                    <a:pt x="132230" y="639640"/>
                  </a:lnTo>
                  <a:lnTo>
                    <a:pt x="133239" y="637760"/>
                  </a:lnTo>
                  <a:lnTo>
                    <a:pt x="134249" y="635774"/>
                  </a:lnTo>
                  <a:lnTo>
                    <a:pt x="135258" y="633681"/>
                  </a:lnTo>
                  <a:lnTo>
                    <a:pt x="136267" y="631477"/>
                  </a:lnTo>
                  <a:lnTo>
                    <a:pt x="137277" y="629155"/>
                  </a:lnTo>
                  <a:lnTo>
                    <a:pt x="138286" y="626716"/>
                  </a:lnTo>
                  <a:lnTo>
                    <a:pt x="139296" y="624154"/>
                  </a:lnTo>
                  <a:lnTo>
                    <a:pt x="140305" y="621465"/>
                  </a:lnTo>
                  <a:lnTo>
                    <a:pt x="141315" y="618648"/>
                  </a:lnTo>
                  <a:lnTo>
                    <a:pt x="142324" y="615692"/>
                  </a:lnTo>
                  <a:lnTo>
                    <a:pt x="143333" y="612603"/>
                  </a:lnTo>
                  <a:lnTo>
                    <a:pt x="144343" y="609371"/>
                  </a:lnTo>
                  <a:lnTo>
                    <a:pt x="145352" y="605989"/>
                  </a:lnTo>
                  <a:lnTo>
                    <a:pt x="146361" y="602464"/>
                  </a:lnTo>
                  <a:lnTo>
                    <a:pt x="147371" y="598789"/>
                  </a:lnTo>
                  <a:lnTo>
                    <a:pt x="148380" y="594960"/>
                  </a:lnTo>
                  <a:lnTo>
                    <a:pt x="149389" y="590977"/>
                  </a:lnTo>
                  <a:lnTo>
                    <a:pt x="150399" y="586834"/>
                  </a:lnTo>
                  <a:lnTo>
                    <a:pt x="151408" y="582526"/>
                  </a:lnTo>
                  <a:lnTo>
                    <a:pt x="152417" y="578063"/>
                  </a:lnTo>
                  <a:lnTo>
                    <a:pt x="153427" y="573430"/>
                  </a:lnTo>
                  <a:lnTo>
                    <a:pt x="154436" y="568632"/>
                  </a:lnTo>
                  <a:lnTo>
                    <a:pt x="155446" y="563669"/>
                  </a:lnTo>
                  <a:lnTo>
                    <a:pt x="156455" y="558535"/>
                  </a:lnTo>
                  <a:lnTo>
                    <a:pt x="157465" y="553236"/>
                  </a:lnTo>
                  <a:lnTo>
                    <a:pt x="158474" y="547767"/>
                  </a:lnTo>
                  <a:lnTo>
                    <a:pt x="159483" y="542133"/>
                  </a:lnTo>
                  <a:lnTo>
                    <a:pt x="160493" y="536328"/>
                  </a:lnTo>
                  <a:lnTo>
                    <a:pt x="161502" y="530358"/>
                  </a:lnTo>
                  <a:lnTo>
                    <a:pt x="162512" y="524229"/>
                  </a:lnTo>
                  <a:lnTo>
                    <a:pt x="163521" y="517934"/>
                  </a:lnTo>
                  <a:lnTo>
                    <a:pt x="164531" y="511480"/>
                  </a:lnTo>
                  <a:lnTo>
                    <a:pt x="165540" y="504871"/>
                  </a:lnTo>
                  <a:lnTo>
                    <a:pt x="166549" y="498108"/>
                  </a:lnTo>
                  <a:lnTo>
                    <a:pt x="167559" y="491196"/>
                  </a:lnTo>
                  <a:lnTo>
                    <a:pt x="168568" y="484140"/>
                  </a:lnTo>
                  <a:lnTo>
                    <a:pt x="169577" y="476944"/>
                  </a:lnTo>
                  <a:lnTo>
                    <a:pt x="170587" y="469614"/>
                  </a:lnTo>
                  <a:lnTo>
                    <a:pt x="171596" y="462157"/>
                  </a:lnTo>
                  <a:lnTo>
                    <a:pt x="172605" y="454578"/>
                  </a:lnTo>
                  <a:lnTo>
                    <a:pt x="173615" y="446885"/>
                  </a:lnTo>
                  <a:lnTo>
                    <a:pt x="174624" y="439086"/>
                  </a:lnTo>
                  <a:lnTo>
                    <a:pt x="175633" y="431188"/>
                  </a:lnTo>
                  <a:lnTo>
                    <a:pt x="176643" y="423201"/>
                  </a:lnTo>
                  <a:lnTo>
                    <a:pt x="177652" y="415132"/>
                  </a:lnTo>
                  <a:lnTo>
                    <a:pt x="178662" y="406993"/>
                  </a:lnTo>
                  <a:lnTo>
                    <a:pt x="179671" y="398792"/>
                  </a:lnTo>
                  <a:lnTo>
                    <a:pt x="180681" y="390541"/>
                  </a:lnTo>
                  <a:lnTo>
                    <a:pt x="181690" y="382250"/>
                  </a:lnTo>
                  <a:lnTo>
                    <a:pt x="182699" y="373930"/>
                  </a:lnTo>
                  <a:lnTo>
                    <a:pt x="183709" y="365595"/>
                  </a:lnTo>
                  <a:lnTo>
                    <a:pt x="184718" y="357254"/>
                  </a:lnTo>
                  <a:lnTo>
                    <a:pt x="185728" y="348921"/>
                  </a:lnTo>
                  <a:lnTo>
                    <a:pt x="186737" y="340610"/>
                  </a:lnTo>
                  <a:lnTo>
                    <a:pt x="187746" y="332332"/>
                  </a:lnTo>
                  <a:lnTo>
                    <a:pt x="188756" y="324100"/>
                  </a:lnTo>
                  <a:lnTo>
                    <a:pt x="189765" y="315930"/>
                  </a:lnTo>
                  <a:lnTo>
                    <a:pt x="190774" y="307834"/>
                  </a:lnTo>
                  <a:lnTo>
                    <a:pt x="191784" y="299825"/>
                  </a:lnTo>
                  <a:lnTo>
                    <a:pt x="192793" y="291918"/>
                  </a:lnTo>
                  <a:lnTo>
                    <a:pt x="193803" y="284126"/>
                  </a:lnTo>
                  <a:lnTo>
                    <a:pt x="194812" y="276465"/>
                  </a:lnTo>
                  <a:lnTo>
                    <a:pt x="195821" y="268946"/>
                  </a:lnTo>
                  <a:lnTo>
                    <a:pt x="196831" y="261584"/>
                  </a:lnTo>
                  <a:lnTo>
                    <a:pt x="197840" y="254394"/>
                  </a:lnTo>
                  <a:lnTo>
                    <a:pt x="198849" y="247388"/>
                  </a:lnTo>
                  <a:lnTo>
                    <a:pt x="199859" y="240580"/>
                  </a:lnTo>
                  <a:lnTo>
                    <a:pt x="200868" y="233982"/>
                  </a:lnTo>
                  <a:lnTo>
                    <a:pt x="201878" y="227607"/>
                  </a:lnTo>
                  <a:lnTo>
                    <a:pt x="202887" y="221469"/>
                  </a:lnTo>
                  <a:lnTo>
                    <a:pt x="203897" y="215578"/>
                  </a:lnTo>
                  <a:lnTo>
                    <a:pt x="204906" y="209946"/>
                  </a:lnTo>
                  <a:lnTo>
                    <a:pt x="205915" y="204585"/>
                  </a:lnTo>
                  <a:lnTo>
                    <a:pt x="206925" y="199505"/>
                  </a:lnTo>
                  <a:lnTo>
                    <a:pt x="207934" y="194715"/>
                  </a:lnTo>
                  <a:lnTo>
                    <a:pt x="208944" y="190226"/>
                  </a:lnTo>
                  <a:lnTo>
                    <a:pt x="209953" y="186046"/>
                  </a:lnTo>
                  <a:lnTo>
                    <a:pt x="210962" y="182183"/>
                  </a:lnTo>
                  <a:lnTo>
                    <a:pt x="211972" y="178643"/>
                  </a:lnTo>
                  <a:lnTo>
                    <a:pt x="212981" y="175435"/>
                  </a:lnTo>
                  <a:lnTo>
                    <a:pt x="213990" y="172564"/>
                  </a:lnTo>
                  <a:lnTo>
                    <a:pt x="215000" y="170035"/>
                  </a:lnTo>
                  <a:lnTo>
                    <a:pt x="216009" y="167851"/>
                  </a:lnTo>
                  <a:lnTo>
                    <a:pt x="217018" y="166018"/>
                  </a:lnTo>
                  <a:lnTo>
                    <a:pt x="218028" y="164536"/>
                  </a:lnTo>
                  <a:lnTo>
                    <a:pt x="219037" y="163409"/>
                  </a:lnTo>
                  <a:lnTo>
                    <a:pt x="220047" y="162636"/>
                  </a:lnTo>
                  <a:lnTo>
                    <a:pt x="221056" y="162219"/>
                  </a:lnTo>
                  <a:lnTo>
                    <a:pt x="222065" y="162155"/>
                  </a:lnTo>
                  <a:lnTo>
                    <a:pt x="223075" y="162443"/>
                  </a:lnTo>
                  <a:lnTo>
                    <a:pt x="224084" y="163081"/>
                  </a:lnTo>
                  <a:lnTo>
                    <a:pt x="225094" y="164065"/>
                  </a:lnTo>
                  <a:lnTo>
                    <a:pt x="226103" y="165391"/>
                  </a:lnTo>
                  <a:lnTo>
                    <a:pt x="227113" y="167053"/>
                  </a:lnTo>
                  <a:lnTo>
                    <a:pt x="228122" y="169046"/>
                  </a:lnTo>
                  <a:lnTo>
                    <a:pt x="229131" y="171362"/>
                  </a:lnTo>
                  <a:lnTo>
                    <a:pt x="230141" y="173995"/>
                  </a:lnTo>
                  <a:lnTo>
                    <a:pt x="231150" y="176935"/>
                  </a:lnTo>
                  <a:lnTo>
                    <a:pt x="232160" y="180174"/>
                  </a:lnTo>
                  <a:lnTo>
                    <a:pt x="233169" y="183701"/>
                  </a:lnTo>
                  <a:lnTo>
                    <a:pt x="234178" y="187506"/>
                  </a:lnTo>
                  <a:lnTo>
                    <a:pt x="235188" y="191579"/>
                  </a:lnTo>
                  <a:lnTo>
                    <a:pt x="236197" y="195906"/>
                  </a:lnTo>
                  <a:lnTo>
                    <a:pt x="237206" y="200476"/>
                  </a:lnTo>
                  <a:lnTo>
                    <a:pt x="238216" y="205276"/>
                  </a:lnTo>
                  <a:lnTo>
                    <a:pt x="239225" y="210292"/>
                  </a:lnTo>
                  <a:lnTo>
                    <a:pt x="240234" y="215511"/>
                  </a:lnTo>
                  <a:lnTo>
                    <a:pt x="241244" y="220919"/>
                  </a:lnTo>
                  <a:lnTo>
                    <a:pt x="242253" y="226500"/>
                  </a:lnTo>
                  <a:lnTo>
                    <a:pt x="243263" y="232240"/>
                  </a:lnTo>
                  <a:lnTo>
                    <a:pt x="244272" y="238123"/>
                  </a:lnTo>
                  <a:lnTo>
                    <a:pt x="245281" y="244136"/>
                  </a:lnTo>
                  <a:lnTo>
                    <a:pt x="246291" y="250260"/>
                  </a:lnTo>
                  <a:lnTo>
                    <a:pt x="247300" y="256482"/>
                  </a:lnTo>
                  <a:lnTo>
                    <a:pt x="248310" y="262785"/>
                  </a:lnTo>
                  <a:lnTo>
                    <a:pt x="249319" y="269153"/>
                  </a:lnTo>
                  <a:lnTo>
                    <a:pt x="250329" y="275570"/>
                  </a:lnTo>
                  <a:lnTo>
                    <a:pt x="251338" y="282021"/>
                  </a:lnTo>
                  <a:lnTo>
                    <a:pt x="252347" y="288490"/>
                  </a:lnTo>
                  <a:lnTo>
                    <a:pt x="253357" y="294962"/>
                  </a:lnTo>
                  <a:lnTo>
                    <a:pt x="254366" y="301420"/>
                  </a:lnTo>
                  <a:lnTo>
                    <a:pt x="255376" y="307850"/>
                  </a:lnTo>
                  <a:lnTo>
                    <a:pt x="256385" y="314237"/>
                  </a:lnTo>
                  <a:lnTo>
                    <a:pt x="257394" y="320565"/>
                  </a:lnTo>
                  <a:lnTo>
                    <a:pt x="258404" y="326822"/>
                  </a:lnTo>
                  <a:lnTo>
                    <a:pt x="259413" y="332993"/>
                  </a:lnTo>
                  <a:lnTo>
                    <a:pt x="260422" y="339063"/>
                  </a:lnTo>
                  <a:lnTo>
                    <a:pt x="261432" y="345021"/>
                  </a:lnTo>
                  <a:lnTo>
                    <a:pt x="262441" y="350852"/>
                  </a:lnTo>
                  <a:lnTo>
                    <a:pt x="263450" y="356545"/>
                  </a:lnTo>
                  <a:lnTo>
                    <a:pt x="264460" y="362088"/>
                  </a:lnTo>
                  <a:lnTo>
                    <a:pt x="265469" y="367470"/>
                  </a:lnTo>
                  <a:lnTo>
                    <a:pt x="266479" y="372679"/>
                  </a:lnTo>
                  <a:lnTo>
                    <a:pt x="267488" y="377706"/>
                  </a:lnTo>
                  <a:lnTo>
                    <a:pt x="268497" y="382540"/>
                  </a:lnTo>
                  <a:lnTo>
                    <a:pt x="269507" y="387172"/>
                  </a:lnTo>
                  <a:lnTo>
                    <a:pt x="270516" y="391594"/>
                  </a:lnTo>
                  <a:lnTo>
                    <a:pt x="271526" y="395798"/>
                  </a:lnTo>
                  <a:lnTo>
                    <a:pt x="272535" y="399776"/>
                  </a:lnTo>
                  <a:lnTo>
                    <a:pt x="273545" y="403520"/>
                  </a:lnTo>
                  <a:lnTo>
                    <a:pt x="274554" y="407025"/>
                  </a:lnTo>
                  <a:lnTo>
                    <a:pt x="275563" y="410285"/>
                  </a:lnTo>
                  <a:lnTo>
                    <a:pt x="276573" y="413295"/>
                  </a:lnTo>
                  <a:lnTo>
                    <a:pt x="277582" y="416049"/>
                  </a:lnTo>
                  <a:lnTo>
                    <a:pt x="278591" y="418544"/>
                  </a:lnTo>
                  <a:lnTo>
                    <a:pt x="279601" y="420776"/>
                  </a:lnTo>
                  <a:lnTo>
                    <a:pt x="280610" y="422743"/>
                  </a:lnTo>
                  <a:lnTo>
                    <a:pt x="281619" y="424441"/>
                  </a:lnTo>
                  <a:lnTo>
                    <a:pt x="282629" y="425869"/>
                  </a:lnTo>
                  <a:lnTo>
                    <a:pt x="283638" y="427024"/>
                  </a:lnTo>
                  <a:lnTo>
                    <a:pt x="284647" y="427908"/>
                  </a:lnTo>
                  <a:lnTo>
                    <a:pt x="285657" y="428518"/>
                  </a:lnTo>
                  <a:lnTo>
                    <a:pt x="286666" y="428855"/>
                  </a:lnTo>
                  <a:lnTo>
                    <a:pt x="287676" y="428920"/>
                  </a:lnTo>
                  <a:lnTo>
                    <a:pt x="288685" y="428713"/>
                  </a:lnTo>
                  <a:lnTo>
                    <a:pt x="289695" y="428235"/>
                  </a:lnTo>
                  <a:lnTo>
                    <a:pt x="290704" y="427489"/>
                  </a:lnTo>
                  <a:lnTo>
                    <a:pt x="291714" y="426476"/>
                  </a:lnTo>
                  <a:lnTo>
                    <a:pt x="292723" y="425200"/>
                  </a:lnTo>
                  <a:lnTo>
                    <a:pt x="293732" y="423662"/>
                  </a:lnTo>
                  <a:lnTo>
                    <a:pt x="294742" y="421867"/>
                  </a:lnTo>
                  <a:lnTo>
                    <a:pt x="295751" y="419818"/>
                  </a:lnTo>
                  <a:lnTo>
                    <a:pt x="296761" y="417519"/>
                  </a:lnTo>
                  <a:lnTo>
                    <a:pt x="297770" y="414974"/>
                  </a:lnTo>
                  <a:lnTo>
                    <a:pt x="298779" y="412186"/>
                  </a:lnTo>
                  <a:lnTo>
                    <a:pt x="299789" y="409163"/>
                  </a:lnTo>
                  <a:lnTo>
                    <a:pt x="300798" y="405908"/>
                  </a:lnTo>
                  <a:lnTo>
                    <a:pt x="301807" y="402426"/>
                  </a:lnTo>
                  <a:lnTo>
                    <a:pt x="302817" y="398724"/>
                  </a:lnTo>
                  <a:lnTo>
                    <a:pt x="303826" y="394806"/>
                  </a:lnTo>
                  <a:lnTo>
                    <a:pt x="304835" y="390679"/>
                  </a:lnTo>
                  <a:lnTo>
                    <a:pt x="305845" y="386349"/>
                  </a:lnTo>
                  <a:lnTo>
                    <a:pt x="306854" y="381821"/>
                  </a:lnTo>
                  <a:lnTo>
                    <a:pt x="307863" y="377104"/>
                  </a:lnTo>
                  <a:lnTo>
                    <a:pt x="308873" y="372202"/>
                  </a:lnTo>
                  <a:lnTo>
                    <a:pt x="309882" y="367123"/>
                  </a:lnTo>
                  <a:lnTo>
                    <a:pt x="310892" y="361874"/>
                  </a:lnTo>
                  <a:lnTo>
                    <a:pt x="311901" y="356462"/>
                  </a:lnTo>
                  <a:lnTo>
                    <a:pt x="312911" y="350893"/>
                  </a:lnTo>
                  <a:lnTo>
                    <a:pt x="313920" y="345175"/>
                  </a:lnTo>
                  <a:lnTo>
                    <a:pt x="314930" y="339316"/>
                  </a:lnTo>
                  <a:lnTo>
                    <a:pt x="315939" y="333321"/>
                  </a:lnTo>
                  <a:lnTo>
                    <a:pt x="316948" y="327200"/>
                  </a:lnTo>
                  <a:lnTo>
                    <a:pt x="317958" y="320960"/>
                  </a:lnTo>
                  <a:lnTo>
                    <a:pt x="318968" y="314607"/>
                  </a:lnTo>
                  <a:lnTo>
                    <a:pt x="319975" y="308150"/>
                  </a:lnTo>
                  <a:lnTo>
                    <a:pt x="320987" y="301597"/>
                  </a:lnTo>
                  <a:lnTo>
                    <a:pt x="321993" y="294954"/>
                  </a:lnTo>
                  <a:lnTo>
                    <a:pt x="323005" y="288230"/>
                  </a:lnTo>
                  <a:lnTo>
                    <a:pt x="324012" y="281433"/>
                  </a:lnTo>
                  <a:lnTo>
                    <a:pt x="325023" y="274569"/>
                  </a:lnTo>
                  <a:lnTo>
                    <a:pt x="326035" y="267648"/>
                  </a:lnTo>
                  <a:lnTo>
                    <a:pt x="327042" y="260676"/>
                  </a:lnTo>
                  <a:lnTo>
                    <a:pt x="328054" y="253662"/>
                  </a:lnTo>
                  <a:lnTo>
                    <a:pt x="329060" y="246614"/>
                  </a:lnTo>
                  <a:lnTo>
                    <a:pt x="330072" y="239538"/>
                  </a:lnTo>
                  <a:lnTo>
                    <a:pt x="331078" y="232443"/>
                  </a:lnTo>
                  <a:lnTo>
                    <a:pt x="332090" y="225337"/>
                  </a:lnTo>
                  <a:lnTo>
                    <a:pt x="333097" y="218228"/>
                  </a:lnTo>
                  <a:lnTo>
                    <a:pt x="334108" y="211122"/>
                  </a:lnTo>
                  <a:lnTo>
                    <a:pt x="335115" y="204028"/>
                  </a:lnTo>
                  <a:lnTo>
                    <a:pt x="336127" y="196953"/>
                  </a:lnTo>
                  <a:lnTo>
                    <a:pt x="337139" y="189904"/>
                  </a:lnTo>
                  <a:lnTo>
                    <a:pt x="338145" y="182890"/>
                  </a:lnTo>
                  <a:lnTo>
                    <a:pt x="339157" y="175918"/>
                  </a:lnTo>
                  <a:lnTo>
                    <a:pt x="340163" y="168994"/>
                  </a:lnTo>
                  <a:lnTo>
                    <a:pt x="341175" y="162126"/>
                  </a:lnTo>
                  <a:lnTo>
                    <a:pt x="342182" y="155322"/>
                  </a:lnTo>
                  <a:lnTo>
                    <a:pt x="343194" y="148588"/>
                  </a:lnTo>
                  <a:lnTo>
                    <a:pt x="344200" y="141931"/>
                  </a:lnTo>
                  <a:lnTo>
                    <a:pt x="345212" y="135359"/>
                  </a:lnTo>
                  <a:lnTo>
                    <a:pt x="346218" y="128878"/>
                  </a:lnTo>
                  <a:lnTo>
                    <a:pt x="347230" y="122494"/>
                  </a:lnTo>
                  <a:lnTo>
                    <a:pt x="348237" y="116215"/>
                  </a:lnTo>
                  <a:lnTo>
                    <a:pt x="349248" y="110046"/>
                  </a:lnTo>
                  <a:lnTo>
                    <a:pt x="350260" y="103994"/>
                  </a:lnTo>
                  <a:lnTo>
                    <a:pt x="351267" y="98065"/>
                  </a:lnTo>
                  <a:lnTo>
                    <a:pt x="352279" y="92265"/>
                  </a:lnTo>
                  <a:lnTo>
                    <a:pt x="353285" y="86600"/>
                  </a:lnTo>
                  <a:lnTo>
                    <a:pt x="354297" y="81075"/>
                  </a:lnTo>
                  <a:lnTo>
                    <a:pt x="355303" y="75696"/>
                  </a:lnTo>
                  <a:lnTo>
                    <a:pt x="356315" y="70469"/>
                  </a:lnTo>
                  <a:lnTo>
                    <a:pt x="357322" y="65397"/>
                  </a:lnTo>
                  <a:lnTo>
                    <a:pt x="358334" y="60487"/>
                  </a:lnTo>
                  <a:lnTo>
                    <a:pt x="359340" y="55742"/>
                  </a:lnTo>
                  <a:lnTo>
                    <a:pt x="360352" y="51168"/>
                  </a:lnTo>
                  <a:lnTo>
                    <a:pt x="361364" y="46770"/>
                  </a:lnTo>
                  <a:lnTo>
                    <a:pt x="362370" y="42550"/>
                  </a:lnTo>
                  <a:lnTo>
                    <a:pt x="363382" y="38513"/>
                  </a:lnTo>
                  <a:lnTo>
                    <a:pt x="364389" y="34662"/>
                  </a:lnTo>
                  <a:lnTo>
                    <a:pt x="365400" y="31001"/>
                  </a:lnTo>
                  <a:lnTo>
                    <a:pt x="366407" y="27534"/>
                  </a:lnTo>
                  <a:lnTo>
                    <a:pt x="367419" y="24262"/>
                  </a:lnTo>
                  <a:lnTo>
                    <a:pt x="368425" y="21190"/>
                  </a:lnTo>
                  <a:lnTo>
                    <a:pt x="369437" y="18319"/>
                  </a:lnTo>
                  <a:lnTo>
                    <a:pt x="370443" y="15652"/>
                  </a:lnTo>
                  <a:lnTo>
                    <a:pt x="371455" y="13190"/>
                  </a:lnTo>
                  <a:lnTo>
                    <a:pt x="372467" y="10936"/>
                  </a:lnTo>
                  <a:lnTo>
                    <a:pt x="373474" y="8890"/>
                  </a:lnTo>
                  <a:lnTo>
                    <a:pt x="374485" y="7055"/>
                  </a:lnTo>
                  <a:lnTo>
                    <a:pt x="375492" y="5431"/>
                  </a:lnTo>
                  <a:lnTo>
                    <a:pt x="376504" y="4018"/>
                  </a:lnTo>
                  <a:lnTo>
                    <a:pt x="377510" y="2818"/>
                  </a:lnTo>
                  <a:lnTo>
                    <a:pt x="378522" y="1831"/>
                  </a:lnTo>
                  <a:lnTo>
                    <a:pt x="379529" y="1055"/>
                  </a:lnTo>
                  <a:lnTo>
                    <a:pt x="380540" y="492"/>
                  </a:lnTo>
                  <a:lnTo>
                    <a:pt x="381547" y="141"/>
                  </a:lnTo>
                  <a:lnTo>
                    <a:pt x="382559" y="0"/>
                  </a:lnTo>
                  <a:lnTo>
                    <a:pt x="383571" y="69"/>
                  </a:lnTo>
                  <a:lnTo>
                    <a:pt x="384577" y="346"/>
                  </a:lnTo>
                  <a:lnTo>
                    <a:pt x="385589" y="830"/>
                  </a:lnTo>
                  <a:lnTo>
                    <a:pt x="386595" y="1518"/>
                  </a:lnTo>
                  <a:lnTo>
                    <a:pt x="387607" y="2410"/>
                  </a:lnTo>
                  <a:lnTo>
                    <a:pt x="388614" y="3502"/>
                  </a:lnTo>
                  <a:lnTo>
                    <a:pt x="389625" y="4792"/>
                  </a:lnTo>
                  <a:lnTo>
                    <a:pt x="390632" y="6278"/>
                  </a:lnTo>
                  <a:lnTo>
                    <a:pt x="391644" y="7955"/>
                  </a:lnTo>
                  <a:lnTo>
                    <a:pt x="392650" y="9822"/>
                  </a:lnTo>
                  <a:lnTo>
                    <a:pt x="393662" y="11875"/>
                  </a:lnTo>
                  <a:lnTo>
                    <a:pt x="394669" y="14109"/>
                  </a:lnTo>
                  <a:lnTo>
                    <a:pt x="395680" y="16522"/>
                  </a:lnTo>
                  <a:lnTo>
                    <a:pt x="396692" y="19109"/>
                  </a:lnTo>
                  <a:lnTo>
                    <a:pt x="397699" y="21866"/>
                  </a:lnTo>
                  <a:lnTo>
                    <a:pt x="398711" y="24789"/>
                  </a:lnTo>
                  <a:lnTo>
                    <a:pt x="399717" y="27873"/>
                  </a:lnTo>
                  <a:lnTo>
                    <a:pt x="400729" y="31113"/>
                  </a:lnTo>
                  <a:lnTo>
                    <a:pt x="401735" y="34505"/>
                  </a:lnTo>
                  <a:lnTo>
                    <a:pt x="402747" y="38045"/>
                  </a:lnTo>
                  <a:lnTo>
                    <a:pt x="403754" y="41725"/>
                  </a:lnTo>
                  <a:lnTo>
                    <a:pt x="404765" y="45543"/>
                  </a:lnTo>
                  <a:lnTo>
                    <a:pt x="405772" y="49491"/>
                  </a:lnTo>
                  <a:lnTo>
                    <a:pt x="406784" y="53565"/>
                  </a:lnTo>
                  <a:lnTo>
                    <a:pt x="407796" y="57759"/>
                  </a:lnTo>
                  <a:lnTo>
                    <a:pt x="408802" y="62068"/>
                  </a:lnTo>
                  <a:lnTo>
                    <a:pt x="409814" y="66486"/>
                  </a:lnTo>
                  <a:lnTo>
                    <a:pt x="410820" y="71006"/>
                  </a:lnTo>
                  <a:lnTo>
                    <a:pt x="411832" y="75624"/>
                  </a:lnTo>
                  <a:lnTo>
                    <a:pt x="412839" y="80334"/>
                  </a:lnTo>
                  <a:lnTo>
                    <a:pt x="413851" y="85129"/>
                  </a:lnTo>
                  <a:lnTo>
                    <a:pt x="414857" y="90004"/>
                  </a:lnTo>
                  <a:lnTo>
                    <a:pt x="415869" y="94952"/>
                  </a:lnTo>
                  <a:lnTo>
                    <a:pt x="416875" y="99968"/>
                  </a:lnTo>
                  <a:lnTo>
                    <a:pt x="417887" y="105046"/>
                  </a:lnTo>
                  <a:lnTo>
                    <a:pt x="418899" y="110180"/>
                  </a:lnTo>
                  <a:lnTo>
                    <a:pt x="419906" y="115364"/>
                  </a:lnTo>
                  <a:lnTo>
                    <a:pt x="420917" y="120591"/>
                  </a:lnTo>
                  <a:lnTo>
                    <a:pt x="421924" y="125857"/>
                  </a:lnTo>
                  <a:lnTo>
                    <a:pt x="422936" y="131155"/>
                  </a:lnTo>
                  <a:lnTo>
                    <a:pt x="423942" y="136481"/>
                  </a:lnTo>
                  <a:lnTo>
                    <a:pt x="424954" y="141827"/>
                  </a:lnTo>
                  <a:lnTo>
                    <a:pt x="425960" y="147189"/>
                  </a:lnTo>
                  <a:lnTo>
                    <a:pt x="426972" y="152560"/>
                  </a:lnTo>
                  <a:lnTo>
                    <a:pt x="427979" y="157936"/>
                  </a:lnTo>
                  <a:lnTo>
                    <a:pt x="428991" y="163311"/>
                  </a:lnTo>
                  <a:lnTo>
                    <a:pt x="430002" y="168680"/>
                  </a:lnTo>
                  <a:lnTo>
                    <a:pt x="431009" y="174037"/>
                  </a:lnTo>
                  <a:lnTo>
                    <a:pt x="432021" y="179378"/>
                  </a:lnTo>
                  <a:lnTo>
                    <a:pt x="433027" y="184698"/>
                  </a:lnTo>
                  <a:lnTo>
                    <a:pt x="434039" y="189991"/>
                  </a:lnTo>
                  <a:lnTo>
                    <a:pt x="435046" y="195255"/>
                  </a:lnTo>
                  <a:lnTo>
                    <a:pt x="436057" y="200482"/>
                  </a:lnTo>
                  <a:lnTo>
                    <a:pt x="437064" y="205671"/>
                  </a:lnTo>
                  <a:lnTo>
                    <a:pt x="438076" y="210815"/>
                  </a:lnTo>
                  <a:lnTo>
                    <a:pt x="439082" y="215912"/>
                  </a:lnTo>
                  <a:lnTo>
                    <a:pt x="440094" y="220957"/>
                  </a:lnTo>
                  <a:lnTo>
                    <a:pt x="441100" y="225946"/>
                  </a:lnTo>
                  <a:lnTo>
                    <a:pt x="442112" y="230876"/>
                  </a:lnTo>
                  <a:lnTo>
                    <a:pt x="443124" y="235743"/>
                  </a:lnTo>
                  <a:lnTo>
                    <a:pt x="444131" y="240544"/>
                  </a:lnTo>
                  <a:lnTo>
                    <a:pt x="445142" y="245277"/>
                  </a:lnTo>
                  <a:lnTo>
                    <a:pt x="446149" y="249937"/>
                  </a:lnTo>
                  <a:lnTo>
                    <a:pt x="447161" y="254523"/>
                  </a:lnTo>
                  <a:lnTo>
                    <a:pt x="448167" y="259031"/>
                  </a:lnTo>
                  <a:lnTo>
                    <a:pt x="449179" y="263459"/>
                  </a:lnTo>
                  <a:lnTo>
                    <a:pt x="450186" y="267805"/>
                  </a:lnTo>
                  <a:lnTo>
                    <a:pt x="451197" y="272067"/>
                  </a:lnTo>
                  <a:lnTo>
                    <a:pt x="452204" y="276242"/>
                  </a:lnTo>
                  <a:lnTo>
                    <a:pt x="453216" y="280330"/>
                  </a:lnTo>
                  <a:lnTo>
                    <a:pt x="454228" y="284328"/>
                  </a:lnTo>
                  <a:lnTo>
                    <a:pt x="455234" y="288235"/>
                  </a:lnTo>
                  <a:lnTo>
                    <a:pt x="456246" y="292049"/>
                  </a:lnTo>
                  <a:lnTo>
                    <a:pt x="457252" y="295771"/>
                  </a:lnTo>
                  <a:lnTo>
                    <a:pt x="458264" y="299398"/>
                  </a:lnTo>
                  <a:lnTo>
                    <a:pt x="459271" y="302929"/>
                  </a:lnTo>
                  <a:lnTo>
                    <a:pt x="460282" y="306365"/>
                  </a:lnTo>
                  <a:lnTo>
                    <a:pt x="461289" y="309705"/>
                  </a:lnTo>
                  <a:lnTo>
                    <a:pt x="462301" y="312949"/>
                  </a:lnTo>
                  <a:lnTo>
                    <a:pt x="463307" y="316095"/>
                  </a:lnTo>
                  <a:lnTo>
                    <a:pt x="464319" y="319145"/>
                  </a:lnTo>
                  <a:lnTo>
                    <a:pt x="465331" y="322099"/>
                  </a:lnTo>
                  <a:lnTo>
                    <a:pt x="466337" y="324956"/>
                  </a:lnTo>
                  <a:lnTo>
                    <a:pt x="467349" y="327716"/>
                  </a:lnTo>
                  <a:lnTo>
                    <a:pt x="468356" y="330382"/>
                  </a:lnTo>
                  <a:lnTo>
                    <a:pt x="469368" y="332953"/>
                  </a:lnTo>
                  <a:lnTo>
                    <a:pt x="470374" y="335429"/>
                  </a:lnTo>
                  <a:lnTo>
                    <a:pt x="471386" y="337813"/>
                  </a:lnTo>
                  <a:lnTo>
                    <a:pt x="472392" y="340104"/>
                  </a:lnTo>
                  <a:lnTo>
                    <a:pt x="473404" y="342304"/>
                  </a:lnTo>
                  <a:lnTo>
                    <a:pt x="474411" y="344414"/>
                  </a:lnTo>
                  <a:lnTo>
                    <a:pt x="475423" y="346436"/>
                  </a:lnTo>
                  <a:lnTo>
                    <a:pt x="476434" y="348370"/>
                  </a:lnTo>
                  <a:lnTo>
                    <a:pt x="477441" y="350219"/>
                  </a:lnTo>
                  <a:lnTo>
                    <a:pt x="478453" y="351984"/>
                  </a:lnTo>
                  <a:lnTo>
                    <a:pt x="479459" y="353666"/>
                  </a:lnTo>
                  <a:lnTo>
                    <a:pt x="480471" y="355268"/>
                  </a:lnTo>
                  <a:lnTo>
                    <a:pt x="481477" y="356790"/>
                  </a:lnTo>
                  <a:lnTo>
                    <a:pt x="482489" y="358236"/>
                  </a:lnTo>
                  <a:lnTo>
                    <a:pt x="483496" y="359607"/>
                  </a:lnTo>
                  <a:lnTo>
                    <a:pt x="484508" y="360904"/>
                  </a:lnTo>
                  <a:lnTo>
                    <a:pt x="485514" y="362131"/>
                  </a:lnTo>
                  <a:lnTo>
                    <a:pt x="486526" y="363288"/>
                  </a:lnTo>
                  <a:lnTo>
                    <a:pt x="487532" y="364378"/>
                  </a:lnTo>
                  <a:lnTo>
                    <a:pt x="488544" y="365405"/>
                  </a:lnTo>
                  <a:lnTo>
                    <a:pt x="489556" y="366368"/>
                  </a:lnTo>
                  <a:lnTo>
                    <a:pt x="490563" y="367272"/>
                  </a:lnTo>
                  <a:lnTo>
                    <a:pt x="491574" y="368117"/>
                  </a:lnTo>
                  <a:lnTo>
                    <a:pt x="492581" y="368907"/>
                  </a:lnTo>
                  <a:lnTo>
                    <a:pt x="493593" y="369644"/>
                  </a:lnTo>
                  <a:lnTo>
                    <a:pt x="494599" y="370329"/>
                  </a:lnTo>
                  <a:lnTo>
                    <a:pt x="495611" y="370966"/>
                  </a:lnTo>
                  <a:lnTo>
                    <a:pt x="496617" y="371557"/>
                  </a:lnTo>
                  <a:lnTo>
                    <a:pt x="497629" y="372104"/>
                  </a:lnTo>
                  <a:lnTo>
                    <a:pt x="498636" y="372610"/>
                  </a:lnTo>
                  <a:lnTo>
                    <a:pt x="499648" y="373076"/>
                  </a:lnTo>
                  <a:lnTo>
                    <a:pt x="500659" y="373506"/>
                  </a:lnTo>
                  <a:lnTo>
                    <a:pt x="501666" y="373901"/>
                  </a:lnTo>
                  <a:lnTo>
                    <a:pt x="502678" y="374263"/>
                  </a:lnTo>
                  <a:lnTo>
                    <a:pt x="503684" y="374597"/>
                  </a:lnTo>
                  <a:lnTo>
                    <a:pt x="504696" y="374902"/>
                  </a:lnTo>
                  <a:lnTo>
                    <a:pt x="505703" y="375182"/>
                  </a:lnTo>
                  <a:lnTo>
                    <a:pt x="506714" y="375439"/>
                  </a:lnTo>
                  <a:lnTo>
                    <a:pt x="507721" y="375675"/>
                  </a:lnTo>
                  <a:lnTo>
                    <a:pt x="508733" y="375893"/>
                  </a:lnTo>
                  <a:lnTo>
                    <a:pt x="509739" y="376094"/>
                  </a:lnTo>
                  <a:lnTo>
                    <a:pt x="510751" y="376281"/>
                  </a:lnTo>
                  <a:lnTo>
                    <a:pt x="511763" y="376455"/>
                  </a:lnTo>
                  <a:lnTo>
                    <a:pt x="512769" y="376619"/>
                  </a:lnTo>
                  <a:lnTo>
                    <a:pt x="513781" y="376776"/>
                  </a:lnTo>
                  <a:lnTo>
                    <a:pt x="514788" y="376925"/>
                  </a:lnTo>
                  <a:lnTo>
                    <a:pt x="515799" y="377071"/>
                  </a:lnTo>
                  <a:lnTo>
                    <a:pt x="516806" y="377215"/>
                  </a:lnTo>
                  <a:lnTo>
                    <a:pt x="517818" y="377358"/>
                  </a:lnTo>
                  <a:lnTo>
                    <a:pt x="518824" y="377502"/>
                  </a:lnTo>
                  <a:lnTo>
                    <a:pt x="519836" y="377650"/>
                  </a:lnTo>
                  <a:lnTo>
                    <a:pt x="520843" y="377801"/>
                  </a:lnTo>
                  <a:lnTo>
                    <a:pt x="521854" y="377960"/>
                  </a:lnTo>
                  <a:lnTo>
                    <a:pt x="522866" y="378127"/>
                  </a:lnTo>
                  <a:lnTo>
                    <a:pt x="523873" y="378304"/>
                  </a:lnTo>
                  <a:lnTo>
                    <a:pt x="524885" y="378491"/>
                  </a:lnTo>
                  <a:lnTo>
                    <a:pt x="525891" y="378691"/>
                  </a:lnTo>
                  <a:lnTo>
                    <a:pt x="526903" y="378906"/>
                  </a:lnTo>
                  <a:lnTo>
                    <a:pt x="527909" y="379136"/>
                  </a:lnTo>
                  <a:lnTo>
                    <a:pt x="528921" y="379382"/>
                  </a:lnTo>
                  <a:lnTo>
                    <a:pt x="529928" y="379647"/>
                  </a:lnTo>
                  <a:lnTo>
                    <a:pt x="530940" y="379931"/>
                  </a:lnTo>
                  <a:lnTo>
                    <a:pt x="531946" y="380235"/>
                  </a:lnTo>
                  <a:lnTo>
                    <a:pt x="532958" y="380561"/>
                  </a:lnTo>
                  <a:lnTo>
                    <a:pt x="533970" y="380909"/>
                  </a:lnTo>
                  <a:lnTo>
                    <a:pt x="534976" y="381281"/>
                  </a:lnTo>
                  <a:lnTo>
                    <a:pt x="535988" y="381677"/>
                  </a:lnTo>
                  <a:lnTo>
                    <a:pt x="536994" y="382099"/>
                  </a:lnTo>
                  <a:lnTo>
                    <a:pt x="538006" y="382547"/>
                  </a:lnTo>
                  <a:lnTo>
                    <a:pt x="539013" y="383022"/>
                  </a:lnTo>
                  <a:lnTo>
                    <a:pt x="540025" y="383526"/>
                  </a:lnTo>
                  <a:lnTo>
                    <a:pt x="541031" y="384057"/>
                  </a:lnTo>
                  <a:lnTo>
                    <a:pt x="542043" y="384618"/>
                  </a:lnTo>
                  <a:lnTo>
                    <a:pt x="543049" y="385209"/>
                  </a:lnTo>
                  <a:lnTo>
                    <a:pt x="544061" y="385829"/>
                  </a:lnTo>
                  <a:lnTo>
                    <a:pt x="545068" y="386481"/>
                  </a:lnTo>
                  <a:lnTo>
                    <a:pt x="546080" y="387164"/>
                  </a:lnTo>
                  <a:lnTo>
                    <a:pt x="547091" y="387879"/>
                  </a:lnTo>
                  <a:lnTo>
                    <a:pt x="548098" y="388625"/>
                  </a:lnTo>
                  <a:lnTo>
                    <a:pt x="549110" y="389405"/>
                  </a:lnTo>
                  <a:lnTo>
                    <a:pt x="550116" y="390217"/>
                  </a:lnTo>
                  <a:lnTo>
                    <a:pt x="551128" y="391062"/>
                  </a:lnTo>
                  <a:lnTo>
                    <a:pt x="552134" y="391939"/>
                  </a:lnTo>
                  <a:lnTo>
                    <a:pt x="553146" y="392850"/>
                  </a:lnTo>
                  <a:lnTo>
                    <a:pt x="554153" y="393795"/>
                  </a:lnTo>
                  <a:lnTo>
                    <a:pt x="555165" y="394773"/>
                  </a:lnTo>
                  <a:lnTo>
                    <a:pt x="556171" y="395785"/>
                  </a:lnTo>
                  <a:lnTo>
                    <a:pt x="557183" y="396830"/>
                  </a:lnTo>
                  <a:lnTo>
                    <a:pt x="558195" y="397908"/>
                  </a:lnTo>
                  <a:lnTo>
                    <a:pt x="559201" y="399020"/>
                  </a:lnTo>
                  <a:lnTo>
                    <a:pt x="560213" y="400166"/>
                  </a:lnTo>
                  <a:lnTo>
                    <a:pt x="561220" y="401344"/>
                  </a:lnTo>
                  <a:lnTo>
                    <a:pt x="562231" y="402555"/>
                  </a:lnTo>
                  <a:lnTo>
                    <a:pt x="563238" y="403799"/>
                  </a:lnTo>
                  <a:lnTo>
                    <a:pt x="564250" y="405075"/>
                  </a:lnTo>
                  <a:lnTo>
                    <a:pt x="565256" y="406384"/>
                  </a:lnTo>
                  <a:lnTo>
                    <a:pt x="566268" y="407725"/>
                  </a:lnTo>
                  <a:lnTo>
                    <a:pt x="567275" y="409097"/>
                  </a:lnTo>
                  <a:lnTo>
                    <a:pt x="568286" y="410500"/>
                  </a:lnTo>
                  <a:lnTo>
                    <a:pt x="569298" y="411934"/>
                  </a:lnTo>
                  <a:lnTo>
                    <a:pt x="570305" y="413399"/>
                  </a:lnTo>
                  <a:lnTo>
                    <a:pt x="571316" y="414894"/>
                  </a:lnTo>
                  <a:lnTo>
                    <a:pt x="572323" y="416418"/>
                  </a:lnTo>
                  <a:lnTo>
                    <a:pt x="573335" y="417971"/>
                  </a:lnTo>
                  <a:lnTo>
                    <a:pt x="574341" y="419553"/>
                  </a:lnTo>
                  <a:lnTo>
                    <a:pt x="575353" y="421163"/>
                  </a:lnTo>
                  <a:lnTo>
                    <a:pt x="576360" y="422800"/>
                  </a:lnTo>
                  <a:lnTo>
                    <a:pt x="577371" y="424464"/>
                  </a:lnTo>
                  <a:lnTo>
                    <a:pt x="578378" y="426155"/>
                  </a:lnTo>
                  <a:lnTo>
                    <a:pt x="579390" y="427871"/>
                  </a:lnTo>
                  <a:lnTo>
                    <a:pt x="580402" y="429612"/>
                  </a:lnTo>
                  <a:lnTo>
                    <a:pt x="581408" y="431378"/>
                  </a:lnTo>
                  <a:lnTo>
                    <a:pt x="582420" y="433168"/>
                  </a:lnTo>
                  <a:lnTo>
                    <a:pt x="583426" y="434980"/>
                  </a:lnTo>
                  <a:lnTo>
                    <a:pt x="584438" y="436816"/>
                  </a:lnTo>
                  <a:lnTo>
                    <a:pt x="585445" y="438674"/>
                  </a:lnTo>
                  <a:lnTo>
                    <a:pt x="586457" y="440552"/>
                  </a:lnTo>
                  <a:lnTo>
                    <a:pt x="587463" y="442451"/>
                  </a:lnTo>
                  <a:lnTo>
                    <a:pt x="588475" y="444370"/>
                  </a:lnTo>
                  <a:lnTo>
                    <a:pt x="589481" y="446307"/>
                  </a:lnTo>
                  <a:lnTo>
                    <a:pt x="590493" y="448263"/>
                  </a:lnTo>
                  <a:lnTo>
                    <a:pt x="591500" y="450237"/>
                  </a:lnTo>
                  <a:lnTo>
                    <a:pt x="592511" y="452227"/>
                  </a:lnTo>
                  <a:lnTo>
                    <a:pt x="593523" y="454233"/>
                  </a:lnTo>
                  <a:lnTo>
                    <a:pt x="594530" y="456255"/>
                  </a:lnTo>
                  <a:lnTo>
                    <a:pt x="595542" y="458291"/>
                  </a:lnTo>
                  <a:lnTo>
                    <a:pt x="596548" y="460341"/>
                  </a:lnTo>
                  <a:lnTo>
                    <a:pt x="597560" y="462405"/>
                  </a:lnTo>
                  <a:lnTo>
                    <a:pt x="598566" y="464480"/>
                  </a:lnTo>
                  <a:lnTo>
                    <a:pt x="599578" y="466566"/>
                  </a:lnTo>
                  <a:lnTo>
                    <a:pt x="600585" y="468664"/>
                  </a:lnTo>
                  <a:lnTo>
                    <a:pt x="601597" y="470772"/>
                  </a:lnTo>
                  <a:lnTo>
                    <a:pt x="602603" y="472889"/>
                  </a:lnTo>
                  <a:lnTo>
                    <a:pt x="603615" y="475014"/>
                  </a:lnTo>
                  <a:lnTo>
                    <a:pt x="604627" y="477147"/>
                  </a:lnTo>
                  <a:lnTo>
                    <a:pt x="605633" y="479287"/>
                  </a:lnTo>
                  <a:lnTo>
                    <a:pt x="606645" y="481433"/>
                  </a:lnTo>
                  <a:lnTo>
                    <a:pt x="607651" y="483585"/>
                  </a:lnTo>
                  <a:lnTo>
                    <a:pt x="608663" y="485741"/>
                  </a:lnTo>
                  <a:lnTo>
                    <a:pt x="609670" y="487899"/>
                  </a:lnTo>
                  <a:lnTo>
                    <a:pt x="610682" y="490067"/>
                  </a:lnTo>
                  <a:lnTo>
                    <a:pt x="611688" y="492229"/>
                  </a:lnTo>
                  <a:lnTo>
                    <a:pt x="612700" y="494401"/>
                  </a:lnTo>
                  <a:lnTo>
                    <a:pt x="613706" y="496569"/>
                  </a:lnTo>
                  <a:lnTo>
                    <a:pt x="614718" y="498736"/>
                  </a:lnTo>
                  <a:lnTo>
                    <a:pt x="615730" y="500904"/>
                  </a:lnTo>
                  <a:lnTo>
                    <a:pt x="616737" y="503071"/>
                  </a:lnTo>
                  <a:lnTo>
                    <a:pt x="617748" y="505239"/>
                  </a:lnTo>
                  <a:lnTo>
                    <a:pt x="618755" y="507406"/>
                  </a:lnTo>
                  <a:lnTo>
                    <a:pt x="619767" y="509563"/>
                  </a:lnTo>
                  <a:lnTo>
                    <a:pt x="620773" y="511720"/>
                  </a:lnTo>
                  <a:lnTo>
                    <a:pt x="621785" y="513876"/>
                  </a:lnTo>
                  <a:lnTo>
                    <a:pt x="622792" y="516022"/>
                  </a:lnTo>
                  <a:lnTo>
                    <a:pt x="623803" y="518163"/>
                  </a:lnTo>
                  <a:lnTo>
                    <a:pt x="624810" y="520299"/>
                  </a:lnTo>
                  <a:lnTo>
                    <a:pt x="625822" y="522429"/>
                  </a:lnTo>
                  <a:lnTo>
                    <a:pt x="626833" y="524548"/>
                  </a:lnTo>
                  <a:lnTo>
                    <a:pt x="627840" y="526663"/>
                  </a:lnTo>
                  <a:lnTo>
                    <a:pt x="628852" y="528766"/>
                  </a:lnTo>
                  <a:lnTo>
                    <a:pt x="629858" y="530864"/>
                  </a:lnTo>
                  <a:lnTo>
                    <a:pt x="630870" y="532952"/>
                  </a:lnTo>
                  <a:lnTo>
                    <a:pt x="631877" y="535029"/>
                  </a:lnTo>
                  <a:lnTo>
                    <a:pt x="632888" y="537095"/>
                  </a:lnTo>
                  <a:lnTo>
                    <a:pt x="633895" y="539145"/>
                  </a:lnTo>
                  <a:lnTo>
                    <a:pt x="634907" y="541190"/>
                  </a:lnTo>
                  <a:lnTo>
                    <a:pt x="635913" y="543219"/>
                  </a:lnTo>
                  <a:lnTo>
                    <a:pt x="636925" y="545237"/>
                  </a:lnTo>
                  <a:lnTo>
                    <a:pt x="637931" y="547240"/>
                  </a:lnTo>
                  <a:lnTo>
                    <a:pt x="638943" y="549231"/>
                  </a:lnTo>
                  <a:lnTo>
                    <a:pt x="639955" y="551213"/>
                  </a:lnTo>
                  <a:lnTo>
                    <a:pt x="640962" y="553172"/>
                  </a:lnTo>
                  <a:lnTo>
                    <a:pt x="641974" y="555121"/>
                  </a:lnTo>
                  <a:lnTo>
                    <a:pt x="642980" y="557054"/>
                  </a:lnTo>
                  <a:lnTo>
                    <a:pt x="643992" y="558972"/>
                  </a:lnTo>
                  <a:lnTo>
                    <a:pt x="644998" y="560873"/>
                  </a:lnTo>
                  <a:lnTo>
                    <a:pt x="646010" y="562758"/>
                  </a:lnTo>
                  <a:lnTo>
                    <a:pt x="647017" y="564627"/>
                  </a:lnTo>
                  <a:lnTo>
                    <a:pt x="648028" y="566480"/>
                  </a:lnTo>
                  <a:lnTo>
                    <a:pt x="649035" y="568312"/>
                  </a:lnTo>
                  <a:lnTo>
                    <a:pt x="650047" y="570134"/>
                  </a:lnTo>
                  <a:lnTo>
                    <a:pt x="651059" y="571934"/>
                  </a:lnTo>
                  <a:lnTo>
                    <a:pt x="652065" y="573712"/>
                  </a:lnTo>
                  <a:lnTo>
                    <a:pt x="653077" y="575475"/>
                  </a:lnTo>
                  <a:lnTo>
                    <a:pt x="654083" y="577222"/>
                  </a:lnTo>
                  <a:lnTo>
                    <a:pt x="655095" y="578947"/>
                  </a:lnTo>
                  <a:lnTo>
                    <a:pt x="656102" y="580656"/>
                  </a:lnTo>
                  <a:lnTo>
                    <a:pt x="657113" y="582345"/>
                  </a:lnTo>
                  <a:lnTo>
                    <a:pt x="658120" y="584017"/>
                  </a:lnTo>
                  <a:lnTo>
                    <a:pt x="659132" y="585668"/>
                  </a:lnTo>
                  <a:lnTo>
                    <a:pt x="660138" y="587297"/>
                  </a:lnTo>
                  <a:lnTo>
                    <a:pt x="661150" y="588905"/>
                  </a:lnTo>
                  <a:lnTo>
                    <a:pt x="662162" y="590498"/>
                  </a:lnTo>
                  <a:lnTo>
                    <a:pt x="663168" y="592069"/>
                  </a:lnTo>
                  <a:lnTo>
                    <a:pt x="664180" y="593624"/>
                  </a:lnTo>
                  <a:lnTo>
                    <a:pt x="665187" y="595152"/>
                  </a:lnTo>
                  <a:lnTo>
                    <a:pt x="666199" y="596665"/>
                  </a:lnTo>
                  <a:lnTo>
                    <a:pt x="667205" y="598156"/>
                  </a:lnTo>
                  <a:lnTo>
                    <a:pt x="668217" y="599625"/>
                  </a:lnTo>
                  <a:lnTo>
                    <a:pt x="669223" y="601074"/>
                  </a:lnTo>
                  <a:lnTo>
                    <a:pt x="670235" y="602506"/>
                  </a:lnTo>
                  <a:lnTo>
                    <a:pt x="671242" y="603918"/>
                  </a:lnTo>
                  <a:lnTo>
                    <a:pt x="672254" y="605302"/>
                  </a:lnTo>
                  <a:lnTo>
                    <a:pt x="673265" y="606671"/>
                  </a:lnTo>
                  <a:lnTo>
                    <a:pt x="674272" y="608024"/>
                  </a:lnTo>
                  <a:lnTo>
                    <a:pt x="675284" y="609350"/>
                  </a:lnTo>
                  <a:lnTo>
                    <a:pt x="676290" y="610654"/>
                  </a:lnTo>
                  <a:lnTo>
                    <a:pt x="677302" y="611943"/>
                  </a:lnTo>
                  <a:lnTo>
                    <a:pt x="678308" y="613210"/>
                  </a:lnTo>
                  <a:lnTo>
                    <a:pt x="679320" y="614457"/>
                  </a:lnTo>
                  <a:lnTo>
                    <a:pt x="680327" y="615681"/>
                  </a:lnTo>
                  <a:lnTo>
                    <a:pt x="681339" y="616890"/>
                  </a:lnTo>
                  <a:lnTo>
                    <a:pt x="682345" y="618073"/>
                  </a:lnTo>
                  <a:lnTo>
                    <a:pt x="683357" y="619239"/>
                  </a:lnTo>
                  <a:lnTo>
                    <a:pt x="684363" y="620389"/>
                  </a:lnTo>
                  <a:lnTo>
                    <a:pt x="685375" y="621513"/>
                  </a:lnTo>
                  <a:lnTo>
                    <a:pt x="686387" y="622620"/>
                  </a:lnTo>
                  <a:lnTo>
                    <a:pt x="687394" y="623707"/>
                  </a:lnTo>
                  <a:lnTo>
                    <a:pt x="688405" y="624777"/>
                  </a:lnTo>
                  <a:lnTo>
                    <a:pt x="689412" y="625826"/>
                  </a:lnTo>
                  <a:lnTo>
                    <a:pt x="690424" y="626854"/>
                  </a:lnTo>
                  <a:lnTo>
                    <a:pt x="691430" y="627866"/>
                  </a:lnTo>
                  <a:lnTo>
                    <a:pt x="692442" y="628856"/>
                  </a:lnTo>
                  <a:lnTo>
                    <a:pt x="693448" y="629831"/>
                  </a:lnTo>
                  <a:lnTo>
                    <a:pt x="694460" y="630784"/>
                  </a:lnTo>
                  <a:lnTo>
                    <a:pt x="695467" y="631721"/>
                  </a:lnTo>
                  <a:lnTo>
                    <a:pt x="696479" y="632637"/>
                  </a:lnTo>
                  <a:lnTo>
                    <a:pt x="697490" y="633537"/>
                  </a:lnTo>
                  <a:lnTo>
                    <a:pt x="698497" y="634421"/>
                  </a:lnTo>
                  <a:lnTo>
                    <a:pt x="699509" y="635284"/>
                  </a:lnTo>
                  <a:lnTo>
                    <a:pt x="700515" y="636131"/>
                  </a:lnTo>
                  <a:lnTo>
                    <a:pt x="701527" y="636956"/>
                  </a:lnTo>
                  <a:lnTo>
                    <a:pt x="702534" y="637771"/>
                  </a:lnTo>
                  <a:lnTo>
                    <a:pt x="703545" y="638565"/>
                  </a:lnTo>
                  <a:lnTo>
                    <a:pt x="704552" y="639342"/>
                  </a:lnTo>
                  <a:lnTo>
                    <a:pt x="705564" y="640109"/>
                  </a:lnTo>
                  <a:lnTo>
                    <a:pt x="706570" y="640854"/>
                  </a:lnTo>
                  <a:lnTo>
                    <a:pt x="707582" y="641579"/>
                  </a:lnTo>
                  <a:lnTo>
                    <a:pt x="708594" y="642292"/>
                  </a:lnTo>
                  <a:lnTo>
                    <a:pt x="709600" y="642990"/>
                  </a:lnTo>
                  <a:lnTo>
                    <a:pt x="710612" y="643677"/>
                  </a:lnTo>
                  <a:lnTo>
                    <a:pt x="711619" y="644343"/>
                  </a:lnTo>
                  <a:lnTo>
                    <a:pt x="712630" y="644992"/>
                  </a:lnTo>
                  <a:lnTo>
                    <a:pt x="713637" y="645631"/>
                  </a:lnTo>
                  <a:lnTo>
                    <a:pt x="714649" y="646254"/>
                  </a:lnTo>
                  <a:lnTo>
                    <a:pt x="715655" y="646862"/>
                  </a:lnTo>
                  <a:lnTo>
                    <a:pt x="716667" y="647453"/>
                  </a:lnTo>
                  <a:lnTo>
                    <a:pt x="717674" y="648033"/>
                  </a:lnTo>
                  <a:lnTo>
                    <a:pt x="718685" y="648598"/>
                  </a:lnTo>
                  <a:lnTo>
                    <a:pt x="719697" y="649151"/>
                  </a:lnTo>
                  <a:lnTo>
                    <a:pt x="720704" y="649689"/>
                  </a:lnTo>
                  <a:lnTo>
                    <a:pt x="721716" y="650216"/>
                  </a:lnTo>
                  <a:lnTo>
                    <a:pt x="722722" y="650733"/>
                  </a:lnTo>
                  <a:lnTo>
                    <a:pt x="723734" y="651228"/>
                  </a:lnTo>
                  <a:lnTo>
                    <a:pt x="724740" y="651718"/>
                  </a:lnTo>
                  <a:lnTo>
                    <a:pt x="725752" y="652192"/>
                  </a:lnTo>
                  <a:lnTo>
                    <a:pt x="726759" y="652656"/>
                  </a:lnTo>
                  <a:lnTo>
                    <a:pt x="727771" y="653108"/>
                  </a:lnTo>
                  <a:lnTo>
                    <a:pt x="728777" y="653550"/>
                  </a:lnTo>
                  <a:lnTo>
                    <a:pt x="729789" y="653982"/>
                  </a:lnTo>
                  <a:lnTo>
                    <a:pt x="730795" y="654397"/>
                  </a:lnTo>
                  <a:lnTo>
                    <a:pt x="731807" y="654802"/>
                  </a:lnTo>
                  <a:lnTo>
                    <a:pt x="732819" y="655201"/>
                  </a:lnTo>
                  <a:lnTo>
                    <a:pt x="733825" y="655584"/>
                  </a:lnTo>
                  <a:lnTo>
                    <a:pt x="734837" y="655963"/>
                  </a:lnTo>
                  <a:lnTo>
                    <a:pt x="735844" y="656325"/>
                  </a:lnTo>
                  <a:lnTo>
                    <a:pt x="736856" y="656681"/>
                  </a:lnTo>
                  <a:lnTo>
                    <a:pt x="737862" y="657028"/>
                  </a:lnTo>
                  <a:lnTo>
                    <a:pt x="738874" y="657363"/>
                  </a:lnTo>
                  <a:lnTo>
                    <a:pt x="739880" y="657688"/>
                  </a:lnTo>
                  <a:lnTo>
                    <a:pt x="740892" y="658007"/>
                  </a:lnTo>
                  <a:lnTo>
                    <a:pt x="741899" y="658316"/>
                  </a:lnTo>
                  <a:lnTo>
                    <a:pt x="742911" y="658615"/>
                  </a:lnTo>
                  <a:lnTo>
                    <a:pt x="743922" y="658907"/>
                  </a:lnTo>
                  <a:lnTo>
                    <a:pt x="744929" y="659190"/>
                  </a:lnTo>
                  <a:lnTo>
                    <a:pt x="745941" y="659467"/>
                  </a:lnTo>
                  <a:lnTo>
                    <a:pt x="746947" y="659733"/>
                  </a:lnTo>
                  <a:lnTo>
                    <a:pt x="747959" y="659989"/>
                  </a:lnTo>
                  <a:lnTo>
                    <a:pt x="748965" y="660244"/>
                  </a:lnTo>
                  <a:lnTo>
                    <a:pt x="749977" y="660484"/>
                  </a:lnTo>
                  <a:lnTo>
                    <a:pt x="750984" y="660723"/>
                  </a:lnTo>
                  <a:lnTo>
                    <a:pt x="751996" y="660952"/>
                  </a:lnTo>
                  <a:lnTo>
                    <a:pt x="753002" y="661176"/>
                  </a:lnTo>
                  <a:lnTo>
                    <a:pt x="754014" y="661389"/>
                  </a:lnTo>
                  <a:lnTo>
                    <a:pt x="755026" y="661602"/>
                  </a:lnTo>
                  <a:lnTo>
                    <a:pt x="756032" y="661804"/>
                  </a:lnTo>
                  <a:lnTo>
                    <a:pt x="757044" y="662001"/>
                  </a:lnTo>
                  <a:lnTo>
                    <a:pt x="758051" y="662193"/>
                  </a:lnTo>
                  <a:lnTo>
                    <a:pt x="759062" y="662380"/>
                  </a:lnTo>
                  <a:lnTo>
                    <a:pt x="760069" y="662555"/>
                  </a:lnTo>
                  <a:lnTo>
                    <a:pt x="761081" y="662731"/>
                  </a:lnTo>
                  <a:lnTo>
                    <a:pt x="762087" y="662896"/>
                  </a:lnTo>
                  <a:lnTo>
                    <a:pt x="763099" y="663061"/>
                  </a:lnTo>
                  <a:lnTo>
                    <a:pt x="764106" y="663216"/>
                  </a:lnTo>
                  <a:lnTo>
                    <a:pt x="765117" y="663370"/>
                  </a:lnTo>
                  <a:lnTo>
                    <a:pt x="766129" y="663519"/>
                  </a:lnTo>
                  <a:lnTo>
                    <a:pt x="767136" y="663663"/>
                  </a:lnTo>
                  <a:lnTo>
                    <a:pt x="768147" y="663796"/>
                  </a:lnTo>
                  <a:lnTo>
                    <a:pt x="769154" y="663929"/>
                  </a:lnTo>
                  <a:lnTo>
                    <a:pt x="770166" y="664062"/>
                  </a:lnTo>
                  <a:lnTo>
                    <a:pt x="771172" y="664185"/>
                  </a:lnTo>
                  <a:lnTo>
                    <a:pt x="772184" y="664307"/>
                  </a:lnTo>
                  <a:lnTo>
                    <a:pt x="773191" y="664425"/>
                  </a:lnTo>
                  <a:lnTo>
                    <a:pt x="774202" y="664536"/>
                  </a:lnTo>
                  <a:lnTo>
                    <a:pt x="775209" y="664643"/>
                  </a:lnTo>
                  <a:lnTo>
                    <a:pt x="776221" y="664749"/>
                  </a:lnTo>
                  <a:lnTo>
                    <a:pt x="777227" y="664851"/>
                  </a:lnTo>
                  <a:lnTo>
                    <a:pt x="778239" y="664946"/>
                  </a:lnTo>
                  <a:lnTo>
                    <a:pt x="779251" y="665042"/>
                  </a:lnTo>
                  <a:lnTo>
                    <a:pt x="780257" y="665133"/>
                  </a:lnTo>
                  <a:lnTo>
                    <a:pt x="781269" y="665223"/>
                  </a:lnTo>
                  <a:lnTo>
                    <a:pt x="782276" y="665309"/>
                  </a:lnTo>
                  <a:lnTo>
                    <a:pt x="783288" y="665388"/>
                  </a:lnTo>
                  <a:lnTo>
                    <a:pt x="784294" y="665468"/>
                  </a:lnTo>
                  <a:lnTo>
                    <a:pt x="785306" y="665543"/>
                  </a:lnTo>
                  <a:lnTo>
                    <a:pt x="786312" y="665617"/>
                  </a:lnTo>
                  <a:lnTo>
                    <a:pt x="787324" y="665687"/>
                  </a:lnTo>
                  <a:lnTo>
                    <a:pt x="788331" y="665756"/>
                  </a:lnTo>
                  <a:lnTo>
                    <a:pt x="789342" y="665820"/>
                  </a:lnTo>
                  <a:lnTo>
                    <a:pt x="790354" y="665884"/>
                  </a:lnTo>
                  <a:lnTo>
                    <a:pt x="791361" y="665948"/>
                  </a:lnTo>
                  <a:lnTo>
                    <a:pt x="792373" y="666006"/>
                  </a:lnTo>
                  <a:lnTo>
                    <a:pt x="793379" y="666065"/>
                  </a:lnTo>
                  <a:lnTo>
                    <a:pt x="794391" y="666118"/>
                  </a:lnTo>
                  <a:lnTo>
                    <a:pt x="795397" y="666171"/>
                  </a:lnTo>
                  <a:lnTo>
                    <a:pt x="796409" y="666219"/>
                  </a:lnTo>
                  <a:lnTo>
                    <a:pt x="797416" y="666267"/>
                  </a:lnTo>
                  <a:lnTo>
                    <a:pt x="798428" y="666315"/>
                  </a:lnTo>
                  <a:lnTo>
                    <a:pt x="799434" y="666358"/>
                  </a:lnTo>
                  <a:lnTo>
                    <a:pt x="800446" y="666406"/>
                  </a:lnTo>
                  <a:lnTo>
                    <a:pt x="801458" y="666443"/>
                  </a:lnTo>
                  <a:lnTo>
                    <a:pt x="802464" y="666485"/>
                  </a:lnTo>
                  <a:lnTo>
                    <a:pt x="803476" y="666523"/>
                  </a:lnTo>
                  <a:lnTo>
                    <a:pt x="804482" y="666560"/>
                  </a:lnTo>
                  <a:lnTo>
                    <a:pt x="805494" y="666597"/>
                  </a:lnTo>
                  <a:lnTo>
                    <a:pt x="806501" y="666629"/>
                  </a:lnTo>
                  <a:lnTo>
                    <a:pt x="807513" y="666661"/>
                  </a:lnTo>
                  <a:lnTo>
                    <a:pt x="808519" y="666693"/>
                  </a:lnTo>
                  <a:lnTo>
                    <a:pt x="809531" y="666725"/>
                  </a:lnTo>
                  <a:lnTo>
                    <a:pt x="810537" y="666752"/>
                  </a:lnTo>
                  <a:lnTo>
                    <a:pt x="811549" y="666778"/>
                  </a:lnTo>
                  <a:lnTo>
                    <a:pt x="812561" y="666805"/>
                  </a:lnTo>
                  <a:lnTo>
                    <a:pt x="813568" y="666832"/>
                  </a:lnTo>
                  <a:lnTo>
                    <a:pt x="814579" y="666858"/>
                  </a:lnTo>
                  <a:lnTo>
                    <a:pt x="815586" y="666880"/>
                  </a:lnTo>
                  <a:lnTo>
                    <a:pt x="816598" y="666901"/>
                  </a:lnTo>
                  <a:lnTo>
                    <a:pt x="817604" y="666927"/>
                  </a:lnTo>
                  <a:lnTo>
                    <a:pt x="818616" y="666943"/>
                  </a:lnTo>
                  <a:lnTo>
                    <a:pt x="819623" y="666965"/>
                  </a:lnTo>
                  <a:lnTo>
                    <a:pt x="820634" y="666986"/>
                  </a:lnTo>
                  <a:lnTo>
                    <a:pt x="821641" y="667002"/>
                  </a:lnTo>
                  <a:lnTo>
                    <a:pt x="822653" y="667018"/>
                  </a:lnTo>
                  <a:lnTo>
                    <a:pt x="823664" y="667039"/>
                  </a:lnTo>
                  <a:lnTo>
                    <a:pt x="824671" y="667055"/>
                  </a:lnTo>
                  <a:lnTo>
                    <a:pt x="825683" y="667066"/>
                  </a:lnTo>
                  <a:lnTo>
                    <a:pt x="826689" y="667082"/>
                  </a:lnTo>
                  <a:lnTo>
                    <a:pt x="827701" y="667098"/>
                  </a:lnTo>
                  <a:lnTo>
                    <a:pt x="828708" y="667109"/>
                  </a:lnTo>
                  <a:lnTo>
                    <a:pt x="829719" y="667124"/>
                  </a:lnTo>
                  <a:lnTo>
                    <a:pt x="830726" y="667135"/>
                  </a:lnTo>
                  <a:lnTo>
                    <a:pt x="831738" y="667146"/>
                  </a:lnTo>
                  <a:lnTo>
                    <a:pt x="832744" y="667156"/>
                  </a:lnTo>
                  <a:lnTo>
                    <a:pt x="833756" y="667172"/>
                  </a:lnTo>
                  <a:lnTo>
                    <a:pt x="834763" y="667178"/>
                  </a:lnTo>
                  <a:lnTo>
                    <a:pt x="835774" y="667188"/>
                  </a:lnTo>
                  <a:lnTo>
                    <a:pt x="836786" y="667199"/>
                  </a:lnTo>
                  <a:lnTo>
                    <a:pt x="837793" y="667210"/>
                  </a:lnTo>
                  <a:lnTo>
                    <a:pt x="838805" y="667215"/>
                  </a:lnTo>
                  <a:lnTo>
                    <a:pt x="839811" y="667226"/>
                  </a:lnTo>
                  <a:lnTo>
                    <a:pt x="840823" y="667231"/>
                  </a:lnTo>
                  <a:lnTo>
                    <a:pt x="841829" y="667242"/>
                  </a:lnTo>
                  <a:lnTo>
                    <a:pt x="842841" y="667247"/>
                  </a:lnTo>
                  <a:lnTo>
                    <a:pt x="843848" y="667252"/>
                  </a:lnTo>
                  <a:lnTo>
                    <a:pt x="844859" y="667263"/>
                  </a:lnTo>
                  <a:lnTo>
                    <a:pt x="845866" y="667268"/>
                  </a:lnTo>
                  <a:lnTo>
                    <a:pt x="846878" y="667274"/>
                  </a:lnTo>
                  <a:lnTo>
                    <a:pt x="847890" y="667279"/>
                  </a:lnTo>
                  <a:lnTo>
                    <a:pt x="848896" y="667284"/>
                  </a:lnTo>
                  <a:lnTo>
                    <a:pt x="849908" y="667290"/>
                  </a:lnTo>
                  <a:lnTo>
                    <a:pt x="850914" y="667295"/>
                  </a:lnTo>
                  <a:lnTo>
                    <a:pt x="851926" y="667300"/>
                  </a:lnTo>
                  <a:lnTo>
                    <a:pt x="852933" y="667306"/>
                  </a:lnTo>
                  <a:lnTo>
                    <a:pt x="853945" y="667306"/>
                  </a:lnTo>
                  <a:lnTo>
                    <a:pt x="854951" y="667311"/>
                  </a:lnTo>
                  <a:lnTo>
                    <a:pt x="855963" y="667316"/>
                  </a:lnTo>
                  <a:lnTo>
                    <a:pt x="856969" y="667322"/>
                  </a:lnTo>
                  <a:lnTo>
                    <a:pt x="857981" y="667322"/>
                  </a:lnTo>
                  <a:lnTo>
                    <a:pt x="858993" y="667327"/>
                  </a:lnTo>
                  <a:lnTo>
                    <a:pt x="859999" y="667327"/>
                  </a:lnTo>
                  <a:lnTo>
                    <a:pt x="861011" y="667332"/>
                  </a:lnTo>
                  <a:lnTo>
                    <a:pt x="862018" y="667332"/>
                  </a:lnTo>
                  <a:lnTo>
                    <a:pt x="863030" y="667338"/>
                  </a:lnTo>
                  <a:lnTo>
                    <a:pt x="864036" y="667338"/>
                  </a:lnTo>
                  <a:lnTo>
                    <a:pt x="865048" y="667343"/>
                  </a:lnTo>
                  <a:lnTo>
                    <a:pt x="866054" y="667343"/>
                  </a:lnTo>
                  <a:lnTo>
                    <a:pt x="867066" y="667348"/>
                  </a:lnTo>
                  <a:lnTo>
                    <a:pt x="868073" y="667348"/>
                  </a:lnTo>
                  <a:lnTo>
                    <a:pt x="869085" y="667354"/>
                  </a:lnTo>
                  <a:lnTo>
                    <a:pt x="870096" y="667354"/>
                  </a:lnTo>
                  <a:lnTo>
                    <a:pt x="871103" y="667354"/>
                  </a:lnTo>
                  <a:lnTo>
                    <a:pt x="872115" y="667359"/>
                  </a:lnTo>
                  <a:lnTo>
                    <a:pt x="873121" y="667359"/>
                  </a:lnTo>
                  <a:lnTo>
                    <a:pt x="874133" y="667359"/>
                  </a:lnTo>
                  <a:lnTo>
                    <a:pt x="875140" y="667359"/>
                  </a:lnTo>
                  <a:lnTo>
                    <a:pt x="876151" y="667364"/>
                  </a:lnTo>
                  <a:lnTo>
                    <a:pt x="877158" y="667364"/>
                  </a:lnTo>
                  <a:lnTo>
                    <a:pt x="878170" y="667364"/>
                  </a:lnTo>
                  <a:lnTo>
                    <a:pt x="879176" y="667364"/>
                  </a:lnTo>
                  <a:lnTo>
                    <a:pt x="880188" y="667370"/>
                  </a:lnTo>
                  <a:lnTo>
                    <a:pt x="881195" y="667370"/>
                  </a:lnTo>
                  <a:lnTo>
                    <a:pt x="882206" y="667370"/>
                  </a:lnTo>
                  <a:lnTo>
                    <a:pt x="883218" y="667370"/>
                  </a:lnTo>
                  <a:lnTo>
                    <a:pt x="884225" y="667370"/>
                  </a:lnTo>
                  <a:lnTo>
                    <a:pt x="885236" y="667375"/>
                  </a:lnTo>
                  <a:lnTo>
                    <a:pt x="886243" y="667375"/>
                  </a:lnTo>
                  <a:lnTo>
                    <a:pt x="887255" y="667375"/>
                  </a:lnTo>
                  <a:lnTo>
                    <a:pt x="888261" y="667375"/>
                  </a:lnTo>
                  <a:lnTo>
                    <a:pt x="889273" y="667375"/>
                  </a:lnTo>
                  <a:lnTo>
                    <a:pt x="890280" y="667375"/>
                  </a:lnTo>
                  <a:lnTo>
                    <a:pt x="891291" y="667375"/>
                  </a:lnTo>
                  <a:lnTo>
                    <a:pt x="892298" y="667375"/>
                  </a:lnTo>
                  <a:lnTo>
                    <a:pt x="893310" y="667380"/>
                  </a:lnTo>
                  <a:lnTo>
                    <a:pt x="894322" y="667380"/>
                  </a:lnTo>
                  <a:lnTo>
                    <a:pt x="895328" y="667380"/>
                  </a:lnTo>
                  <a:lnTo>
                    <a:pt x="896340" y="667380"/>
                  </a:lnTo>
                  <a:lnTo>
                    <a:pt x="897346" y="667380"/>
                  </a:lnTo>
                  <a:lnTo>
                    <a:pt x="898358" y="667380"/>
                  </a:lnTo>
                  <a:lnTo>
                    <a:pt x="899365" y="667380"/>
                  </a:lnTo>
                  <a:lnTo>
                    <a:pt x="900376" y="667380"/>
                  </a:lnTo>
                  <a:lnTo>
                    <a:pt x="901383" y="667380"/>
                  </a:lnTo>
                  <a:lnTo>
                    <a:pt x="902395" y="667380"/>
                  </a:lnTo>
                  <a:lnTo>
                    <a:pt x="903401" y="667380"/>
                  </a:lnTo>
                  <a:lnTo>
                    <a:pt x="904413" y="667380"/>
                  </a:lnTo>
                  <a:lnTo>
                    <a:pt x="905425" y="667380"/>
                  </a:lnTo>
                  <a:lnTo>
                    <a:pt x="906431" y="667386"/>
                  </a:lnTo>
                  <a:lnTo>
                    <a:pt x="907443" y="667386"/>
                  </a:lnTo>
                  <a:lnTo>
                    <a:pt x="908450" y="667386"/>
                  </a:lnTo>
                  <a:lnTo>
                    <a:pt x="909462" y="667386"/>
                  </a:lnTo>
                  <a:lnTo>
                    <a:pt x="910468" y="667386"/>
                  </a:lnTo>
                  <a:lnTo>
                    <a:pt x="911480" y="667386"/>
                  </a:lnTo>
                  <a:lnTo>
                    <a:pt x="912486" y="667386"/>
                  </a:lnTo>
                  <a:lnTo>
                    <a:pt x="913498" y="667386"/>
                  </a:lnTo>
                  <a:lnTo>
                    <a:pt x="914505" y="667386"/>
                  </a:lnTo>
                  <a:lnTo>
                    <a:pt x="915517" y="667386"/>
                  </a:lnTo>
                  <a:lnTo>
                    <a:pt x="916528" y="667386"/>
                  </a:lnTo>
                  <a:lnTo>
                    <a:pt x="917535" y="667386"/>
                  </a:lnTo>
                  <a:lnTo>
                    <a:pt x="918547" y="667386"/>
                  </a:lnTo>
                  <a:lnTo>
                    <a:pt x="919553" y="667386"/>
                  </a:lnTo>
                  <a:lnTo>
                    <a:pt x="920565" y="667386"/>
                  </a:lnTo>
                  <a:lnTo>
                    <a:pt x="921571" y="667386"/>
                  </a:lnTo>
                  <a:lnTo>
                    <a:pt x="922583" y="667386"/>
                  </a:lnTo>
                  <a:lnTo>
                    <a:pt x="923590" y="667386"/>
                  </a:lnTo>
                  <a:lnTo>
                    <a:pt x="924602" y="667386"/>
                  </a:lnTo>
                  <a:lnTo>
                    <a:pt x="925608" y="667386"/>
                  </a:lnTo>
                  <a:lnTo>
                    <a:pt x="926620" y="667386"/>
                  </a:lnTo>
                  <a:lnTo>
                    <a:pt x="927626" y="667386"/>
                  </a:lnTo>
                  <a:lnTo>
                    <a:pt x="928638" y="667386"/>
                  </a:lnTo>
                  <a:lnTo>
                    <a:pt x="929650" y="667386"/>
                  </a:lnTo>
                  <a:lnTo>
                    <a:pt x="930657" y="667386"/>
                  </a:lnTo>
                  <a:lnTo>
                    <a:pt x="931668" y="667386"/>
                  </a:lnTo>
                  <a:lnTo>
                    <a:pt x="932675" y="667386"/>
                  </a:lnTo>
                  <a:lnTo>
                    <a:pt x="933687" y="667386"/>
                  </a:lnTo>
                  <a:lnTo>
                    <a:pt x="934693" y="667386"/>
                  </a:lnTo>
                  <a:lnTo>
                    <a:pt x="935705" y="667386"/>
                  </a:lnTo>
                  <a:lnTo>
                    <a:pt x="936712" y="667386"/>
                  </a:lnTo>
                  <a:lnTo>
                    <a:pt x="937723" y="667386"/>
                  </a:lnTo>
                  <a:lnTo>
                    <a:pt x="938730" y="667386"/>
                  </a:lnTo>
                  <a:lnTo>
                    <a:pt x="939742" y="667386"/>
                  </a:lnTo>
                  <a:lnTo>
                    <a:pt x="940753" y="667386"/>
                  </a:lnTo>
                  <a:lnTo>
                    <a:pt x="941760" y="667386"/>
                  </a:lnTo>
                  <a:lnTo>
                    <a:pt x="942772" y="667386"/>
                  </a:lnTo>
                  <a:lnTo>
                    <a:pt x="943778" y="667386"/>
                  </a:lnTo>
                  <a:lnTo>
                    <a:pt x="944790" y="667386"/>
                  </a:lnTo>
                  <a:lnTo>
                    <a:pt x="945797" y="667386"/>
                  </a:lnTo>
                  <a:lnTo>
                    <a:pt x="946808" y="667386"/>
                  </a:lnTo>
                  <a:lnTo>
                    <a:pt x="947815" y="667386"/>
                  </a:lnTo>
                  <a:lnTo>
                    <a:pt x="948827" y="667386"/>
                  </a:lnTo>
                  <a:lnTo>
                    <a:pt x="949833" y="667386"/>
                  </a:lnTo>
                  <a:lnTo>
                    <a:pt x="950845" y="667386"/>
                  </a:lnTo>
                  <a:lnTo>
                    <a:pt x="951857" y="667386"/>
                  </a:lnTo>
                  <a:lnTo>
                    <a:pt x="952863" y="667386"/>
                  </a:lnTo>
                  <a:lnTo>
                    <a:pt x="953875" y="667386"/>
                  </a:lnTo>
                  <a:lnTo>
                    <a:pt x="954882" y="667386"/>
                  </a:lnTo>
                  <a:lnTo>
                    <a:pt x="955893" y="667386"/>
                  </a:lnTo>
                  <a:lnTo>
                    <a:pt x="956900" y="667386"/>
                  </a:lnTo>
                  <a:lnTo>
                    <a:pt x="957912" y="667386"/>
                  </a:lnTo>
                  <a:lnTo>
                    <a:pt x="958918" y="667386"/>
                  </a:lnTo>
                  <a:lnTo>
                    <a:pt x="959930" y="667386"/>
                  </a:lnTo>
                  <a:lnTo>
                    <a:pt x="960937" y="667386"/>
                  </a:lnTo>
                  <a:lnTo>
                    <a:pt x="961948" y="667386"/>
                  </a:lnTo>
                  <a:lnTo>
                    <a:pt x="962960" y="667386"/>
                  </a:lnTo>
                  <a:lnTo>
                    <a:pt x="963967" y="667386"/>
                  </a:lnTo>
                  <a:lnTo>
                    <a:pt x="964978" y="667386"/>
                  </a:lnTo>
                  <a:lnTo>
                    <a:pt x="965985" y="667386"/>
                  </a:lnTo>
                  <a:lnTo>
                    <a:pt x="966997" y="667386"/>
                  </a:lnTo>
                  <a:lnTo>
                    <a:pt x="968003" y="667386"/>
                  </a:lnTo>
                  <a:lnTo>
                    <a:pt x="969015" y="667386"/>
                  </a:lnTo>
                  <a:lnTo>
                    <a:pt x="970022" y="667386"/>
                  </a:lnTo>
                  <a:lnTo>
                    <a:pt x="971034" y="667386"/>
                  </a:lnTo>
                  <a:lnTo>
                    <a:pt x="972040" y="667386"/>
                  </a:lnTo>
                  <a:lnTo>
                    <a:pt x="973052" y="667386"/>
                  </a:lnTo>
                  <a:lnTo>
                    <a:pt x="974058" y="667386"/>
                  </a:lnTo>
                  <a:lnTo>
                    <a:pt x="975070" y="667386"/>
                  </a:lnTo>
                  <a:lnTo>
                    <a:pt x="976082" y="667386"/>
                  </a:lnTo>
                  <a:lnTo>
                    <a:pt x="977088" y="667386"/>
                  </a:lnTo>
                  <a:lnTo>
                    <a:pt x="978100" y="667386"/>
                  </a:lnTo>
                  <a:lnTo>
                    <a:pt x="979107" y="667386"/>
                  </a:lnTo>
                  <a:lnTo>
                    <a:pt x="980118" y="667386"/>
                  </a:lnTo>
                  <a:lnTo>
                    <a:pt x="981125" y="667386"/>
                  </a:lnTo>
                  <a:lnTo>
                    <a:pt x="982137" y="667386"/>
                  </a:lnTo>
                  <a:lnTo>
                    <a:pt x="983143" y="667386"/>
                  </a:lnTo>
                  <a:lnTo>
                    <a:pt x="984155" y="667386"/>
                  </a:lnTo>
                  <a:lnTo>
                    <a:pt x="985162" y="667386"/>
                  </a:lnTo>
                  <a:lnTo>
                    <a:pt x="986174" y="667386"/>
                  </a:lnTo>
                  <a:lnTo>
                    <a:pt x="987185" y="667386"/>
                  </a:lnTo>
                  <a:lnTo>
                    <a:pt x="988192" y="667386"/>
                  </a:lnTo>
                  <a:lnTo>
                    <a:pt x="989204" y="667386"/>
                  </a:lnTo>
                  <a:lnTo>
                    <a:pt x="990210" y="667386"/>
                  </a:lnTo>
                  <a:lnTo>
                    <a:pt x="991222" y="667386"/>
                  </a:lnTo>
                  <a:lnTo>
                    <a:pt x="992229" y="667386"/>
                  </a:lnTo>
                  <a:lnTo>
                    <a:pt x="993240" y="667386"/>
                  </a:lnTo>
                  <a:lnTo>
                    <a:pt x="994247" y="667386"/>
                  </a:lnTo>
                  <a:lnTo>
                    <a:pt x="995259" y="667386"/>
                  </a:lnTo>
                  <a:lnTo>
                    <a:pt x="996265" y="667386"/>
                  </a:lnTo>
                  <a:lnTo>
                    <a:pt x="997277" y="667386"/>
                  </a:lnTo>
                  <a:lnTo>
                    <a:pt x="998289" y="667386"/>
                  </a:lnTo>
                  <a:lnTo>
                    <a:pt x="999295" y="667386"/>
                  </a:lnTo>
                  <a:lnTo>
                    <a:pt x="1000307" y="667386"/>
                  </a:lnTo>
                  <a:lnTo>
                    <a:pt x="1001313" y="667386"/>
                  </a:lnTo>
                  <a:lnTo>
                    <a:pt x="1002325" y="667386"/>
                  </a:lnTo>
                  <a:lnTo>
                    <a:pt x="1003332" y="667386"/>
                  </a:lnTo>
                  <a:lnTo>
                    <a:pt x="1004344" y="667386"/>
                  </a:lnTo>
                  <a:lnTo>
                    <a:pt x="1005350" y="667386"/>
                  </a:lnTo>
                  <a:lnTo>
                    <a:pt x="1006362" y="667386"/>
                  </a:lnTo>
                  <a:lnTo>
                    <a:pt x="1007369" y="667386"/>
                  </a:lnTo>
                  <a:lnTo>
                    <a:pt x="1008380" y="667386"/>
                  </a:lnTo>
                </a:path>
              </a:pathLst>
            </a:custGeom>
            <a:noFill/>
            <a:ln w="17018" cap="rnd">
              <a:solidFill>
                <a:srgbClr val="009AF9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569" name="Freeform 568">
            <a:extLst>
              <a:ext uri="{FF2B5EF4-FFF2-40B4-BE49-F238E27FC236}">
                <a16:creationId xmlns:a16="http://schemas.microsoft.com/office/drawing/2014/main" id="{BC27ECE9-FF44-AF5E-C447-8BB9D6A7F934}"/>
              </a:ext>
            </a:extLst>
          </p:cNvPr>
          <p:cNvSpPr/>
          <p:nvPr/>
        </p:nvSpPr>
        <p:spPr>
          <a:xfrm>
            <a:off x="1989852" y="4026621"/>
            <a:ext cx="1008380" cy="637883"/>
          </a:xfrm>
          <a:custGeom>
            <a:avLst/>
            <a:gdLst>
              <a:gd name="csX0" fmla="*/ 0 w 1008380"/>
              <a:gd name="csY0" fmla="*/ 637884 h 637883"/>
              <a:gd name="csX1" fmla="*/ 1009 w 1008380"/>
              <a:gd name="csY1" fmla="*/ 637884 h 637883"/>
              <a:gd name="csX2" fmla="*/ 2019 w 1008380"/>
              <a:gd name="csY2" fmla="*/ 637884 h 637883"/>
              <a:gd name="csX3" fmla="*/ 3028 w 1008380"/>
              <a:gd name="csY3" fmla="*/ 637884 h 637883"/>
              <a:gd name="csX4" fmla="*/ 4037 w 1008380"/>
              <a:gd name="csY4" fmla="*/ 637884 h 637883"/>
              <a:gd name="csX5" fmla="*/ 5047 w 1008380"/>
              <a:gd name="csY5" fmla="*/ 637879 h 637883"/>
              <a:gd name="csX6" fmla="*/ 6056 w 1008380"/>
              <a:gd name="csY6" fmla="*/ 637879 h 637883"/>
              <a:gd name="csX7" fmla="*/ 7066 w 1008380"/>
              <a:gd name="csY7" fmla="*/ 637879 h 637883"/>
              <a:gd name="csX8" fmla="*/ 8075 w 1008380"/>
              <a:gd name="csY8" fmla="*/ 637879 h 637883"/>
              <a:gd name="csX9" fmla="*/ 9085 w 1008380"/>
              <a:gd name="csY9" fmla="*/ 637879 h 637883"/>
              <a:gd name="csX10" fmla="*/ 10094 w 1008380"/>
              <a:gd name="csY10" fmla="*/ 637879 h 637883"/>
              <a:gd name="csX11" fmla="*/ 11103 w 1008380"/>
              <a:gd name="csY11" fmla="*/ 637879 h 637883"/>
              <a:gd name="csX12" fmla="*/ 12113 w 1008380"/>
              <a:gd name="csY12" fmla="*/ 637879 h 637883"/>
              <a:gd name="csX13" fmla="*/ 13122 w 1008380"/>
              <a:gd name="csY13" fmla="*/ 637879 h 637883"/>
              <a:gd name="csX14" fmla="*/ 14131 w 1008380"/>
              <a:gd name="csY14" fmla="*/ 637879 h 637883"/>
              <a:gd name="csX15" fmla="*/ 15141 w 1008380"/>
              <a:gd name="csY15" fmla="*/ 637879 h 637883"/>
              <a:gd name="csX16" fmla="*/ 16150 w 1008380"/>
              <a:gd name="csY16" fmla="*/ 637879 h 637883"/>
              <a:gd name="csX17" fmla="*/ 17159 w 1008380"/>
              <a:gd name="csY17" fmla="*/ 637879 h 637883"/>
              <a:gd name="csX18" fmla="*/ 18169 w 1008380"/>
              <a:gd name="csY18" fmla="*/ 637873 h 637883"/>
              <a:gd name="csX19" fmla="*/ 19178 w 1008380"/>
              <a:gd name="csY19" fmla="*/ 637873 h 637883"/>
              <a:gd name="csX20" fmla="*/ 20187 w 1008380"/>
              <a:gd name="csY20" fmla="*/ 637873 h 637883"/>
              <a:gd name="csX21" fmla="*/ 21197 w 1008380"/>
              <a:gd name="csY21" fmla="*/ 637873 h 637883"/>
              <a:gd name="csX22" fmla="*/ 22206 w 1008380"/>
              <a:gd name="csY22" fmla="*/ 637873 h 637883"/>
              <a:gd name="csX23" fmla="*/ 23216 w 1008380"/>
              <a:gd name="csY23" fmla="*/ 637873 h 637883"/>
              <a:gd name="csX24" fmla="*/ 24225 w 1008380"/>
              <a:gd name="csY24" fmla="*/ 637873 h 637883"/>
              <a:gd name="csX25" fmla="*/ 25235 w 1008380"/>
              <a:gd name="csY25" fmla="*/ 637873 h 637883"/>
              <a:gd name="csX26" fmla="*/ 26244 w 1008380"/>
              <a:gd name="csY26" fmla="*/ 637868 h 637883"/>
              <a:gd name="csX27" fmla="*/ 27253 w 1008380"/>
              <a:gd name="csY27" fmla="*/ 637868 h 637883"/>
              <a:gd name="csX28" fmla="*/ 28263 w 1008380"/>
              <a:gd name="csY28" fmla="*/ 637868 h 637883"/>
              <a:gd name="csX29" fmla="*/ 29272 w 1008380"/>
              <a:gd name="csY29" fmla="*/ 637868 h 637883"/>
              <a:gd name="csX30" fmla="*/ 30282 w 1008380"/>
              <a:gd name="csY30" fmla="*/ 637868 h 637883"/>
              <a:gd name="csX31" fmla="*/ 31291 w 1008380"/>
              <a:gd name="csY31" fmla="*/ 637863 h 637883"/>
              <a:gd name="csX32" fmla="*/ 32301 w 1008380"/>
              <a:gd name="csY32" fmla="*/ 637863 h 637883"/>
              <a:gd name="csX33" fmla="*/ 33310 w 1008380"/>
              <a:gd name="csY33" fmla="*/ 637863 h 637883"/>
              <a:gd name="csX34" fmla="*/ 34319 w 1008380"/>
              <a:gd name="csY34" fmla="*/ 637863 h 637883"/>
              <a:gd name="csX35" fmla="*/ 35329 w 1008380"/>
              <a:gd name="csY35" fmla="*/ 637863 h 637883"/>
              <a:gd name="csX36" fmla="*/ 36338 w 1008380"/>
              <a:gd name="csY36" fmla="*/ 637857 h 637883"/>
              <a:gd name="csX37" fmla="*/ 37347 w 1008380"/>
              <a:gd name="csY37" fmla="*/ 637857 h 637883"/>
              <a:gd name="csX38" fmla="*/ 38357 w 1008380"/>
              <a:gd name="csY38" fmla="*/ 637857 h 637883"/>
              <a:gd name="csX39" fmla="*/ 39366 w 1008380"/>
              <a:gd name="csY39" fmla="*/ 637852 h 637883"/>
              <a:gd name="csX40" fmla="*/ 40375 w 1008380"/>
              <a:gd name="csY40" fmla="*/ 637852 h 637883"/>
              <a:gd name="csX41" fmla="*/ 41385 w 1008380"/>
              <a:gd name="csY41" fmla="*/ 637852 h 637883"/>
              <a:gd name="csX42" fmla="*/ 42394 w 1008380"/>
              <a:gd name="csY42" fmla="*/ 637847 h 637883"/>
              <a:gd name="csX43" fmla="*/ 43403 w 1008380"/>
              <a:gd name="csY43" fmla="*/ 637847 h 637883"/>
              <a:gd name="csX44" fmla="*/ 44413 w 1008380"/>
              <a:gd name="csY44" fmla="*/ 637841 h 637883"/>
              <a:gd name="csX45" fmla="*/ 45422 w 1008380"/>
              <a:gd name="csY45" fmla="*/ 637841 h 637883"/>
              <a:gd name="csX46" fmla="*/ 46432 w 1008380"/>
              <a:gd name="csY46" fmla="*/ 637841 h 637883"/>
              <a:gd name="csX47" fmla="*/ 47441 w 1008380"/>
              <a:gd name="csY47" fmla="*/ 637836 h 637883"/>
              <a:gd name="csX48" fmla="*/ 48451 w 1008380"/>
              <a:gd name="csY48" fmla="*/ 637836 h 637883"/>
              <a:gd name="csX49" fmla="*/ 49460 w 1008380"/>
              <a:gd name="csY49" fmla="*/ 637831 h 637883"/>
              <a:gd name="csX50" fmla="*/ 50469 w 1008380"/>
              <a:gd name="csY50" fmla="*/ 637825 h 637883"/>
              <a:gd name="csX51" fmla="*/ 51479 w 1008380"/>
              <a:gd name="csY51" fmla="*/ 637825 h 637883"/>
              <a:gd name="csX52" fmla="*/ 52488 w 1008380"/>
              <a:gd name="csY52" fmla="*/ 637820 h 637883"/>
              <a:gd name="csX53" fmla="*/ 53498 w 1008380"/>
              <a:gd name="csY53" fmla="*/ 637820 h 637883"/>
              <a:gd name="csX54" fmla="*/ 54507 w 1008380"/>
              <a:gd name="csY54" fmla="*/ 637815 h 637883"/>
              <a:gd name="csX55" fmla="*/ 55516 w 1008380"/>
              <a:gd name="csY55" fmla="*/ 637809 h 637883"/>
              <a:gd name="csX56" fmla="*/ 56526 w 1008380"/>
              <a:gd name="csY56" fmla="*/ 637804 h 637883"/>
              <a:gd name="csX57" fmla="*/ 57535 w 1008380"/>
              <a:gd name="csY57" fmla="*/ 637804 h 637883"/>
              <a:gd name="csX58" fmla="*/ 58544 w 1008380"/>
              <a:gd name="csY58" fmla="*/ 637799 h 637883"/>
              <a:gd name="csX59" fmla="*/ 59554 w 1008380"/>
              <a:gd name="csY59" fmla="*/ 637793 h 637883"/>
              <a:gd name="csX60" fmla="*/ 60563 w 1008380"/>
              <a:gd name="csY60" fmla="*/ 637788 h 637883"/>
              <a:gd name="csX61" fmla="*/ 61572 w 1008380"/>
              <a:gd name="csY61" fmla="*/ 637783 h 637883"/>
              <a:gd name="csX62" fmla="*/ 62582 w 1008380"/>
              <a:gd name="csY62" fmla="*/ 637777 h 637883"/>
              <a:gd name="csX63" fmla="*/ 63591 w 1008380"/>
              <a:gd name="csY63" fmla="*/ 637772 h 637883"/>
              <a:gd name="csX64" fmla="*/ 64601 w 1008380"/>
              <a:gd name="csY64" fmla="*/ 637767 h 637883"/>
              <a:gd name="csX65" fmla="*/ 65610 w 1008380"/>
              <a:gd name="csY65" fmla="*/ 637756 h 637883"/>
              <a:gd name="csX66" fmla="*/ 66619 w 1008380"/>
              <a:gd name="csY66" fmla="*/ 637751 h 637883"/>
              <a:gd name="csX67" fmla="*/ 67629 w 1008380"/>
              <a:gd name="csY67" fmla="*/ 637745 h 637883"/>
              <a:gd name="csX68" fmla="*/ 68638 w 1008380"/>
              <a:gd name="csY68" fmla="*/ 637740 h 637883"/>
              <a:gd name="csX69" fmla="*/ 69648 w 1008380"/>
              <a:gd name="csY69" fmla="*/ 637729 h 637883"/>
              <a:gd name="csX70" fmla="*/ 70657 w 1008380"/>
              <a:gd name="csY70" fmla="*/ 637724 h 637883"/>
              <a:gd name="csX71" fmla="*/ 71667 w 1008380"/>
              <a:gd name="csY71" fmla="*/ 637713 h 637883"/>
              <a:gd name="csX72" fmla="*/ 72676 w 1008380"/>
              <a:gd name="csY72" fmla="*/ 637703 h 637883"/>
              <a:gd name="csX73" fmla="*/ 73685 w 1008380"/>
              <a:gd name="csY73" fmla="*/ 637697 h 637883"/>
              <a:gd name="csX74" fmla="*/ 74695 w 1008380"/>
              <a:gd name="csY74" fmla="*/ 637687 h 637883"/>
              <a:gd name="csX75" fmla="*/ 75704 w 1008380"/>
              <a:gd name="csY75" fmla="*/ 637676 h 637883"/>
              <a:gd name="csX76" fmla="*/ 76714 w 1008380"/>
              <a:gd name="csY76" fmla="*/ 637666 h 637883"/>
              <a:gd name="csX77" fmla="*/ 77723 w 1008380"/>
              <a:gd name="csY77" fmla="*/ 637655 h 637883"/>
              <a:gd name="csX78" fmla="*/ 78732 w 1008380"/>
              <a:gd name="csY78" fmla="*/ 637644 h 637883"/>
              <a:gd name="csX79" fmla="*/ 79742 w 1008380"/>
              <a:gd name="csY79" fmla="*/ 637628 h 637883"/>
              <a:gd name="csX80" fmla="*/ 80751 w 1008380"/>
              <a:gd name="csY80" fmla="*/ 637618 h 637883"/>
              <a:gd name="csX81" fmla="*/ 81760 w 1008380"/>
              <a:gd name="csY81" fmla="*/ 637602 h 637883"/>
              <a:gd name="csX82" fmla="*/ 82770 w 1008380"/>
              <a:gd name="csY82" fmla="*/ 637591 h 637883"/>
              <a:gd name="csX83" fmla="*/ 83779 w 1008380"/>
              <a:gd name="csY83" fmla="*/ 637575 h 637883"/>
              <a:gd name="csX84" fmla="*/ 84788 w 1008380"/>
              <a:gd name="csY84" fmla="*/ 637559 h 637883"/>
              <a:gd name="csX85" fmla="*/ 85798 w 1008380"/>
              <a:gd name="csY85" fmla="*/ 637543 h 637883"/>
              <a:gd name="csX86" fmla="*/ 86807 w 1008380"/>
              <a:gd name="csY86" fmla="*/ 637527 h 637883"/>
              <a:gd name="csX87" fmla="*/ 87817 w 1008380"/>
              <a:gd name="csY87" fmla="*/ 637511 h 637883"/>
              <a:gd name="csX88" fmla="*/ 88826 w 1008380"/>
              <a:gd name="csY88" fmla="*/ 637490 h 637883"/>
              <a:gd name="csX89" fmla="*/ 89835 w 1008380"/>
              <a:gd name="csY89" fmla="*/ 637474 h 637883"/>
              <a:gd name="csX90" fmla="*/ 90845 w 1008380"/>
              <a:gd name="csY90" fmla="*/ 637453 h 637883"/>
              <a:gd name="csX91" fmla="*/ 91854 w 1008380"/>
              <a:gd name="csY91" fmla="*/ 637431 h 637883"/>
              <a:gd name="csX92" fmla="*/ 92864 w 1008380"/>
              <a:gd name="csY92" fmla="*/ 637410 h 637883"/>
              <a:gd name="csX93" fmla="*/ 93873 w 1008380"/>
              <a:gd name="csY93" fmla="*/ 637389 h 637883"/>
              <a:gd name="csX94" fmla="*/ 94883 w 1008380"/>
              <a:gd name="csY94" fmla="*/ 637362 h 637883"/>
              <a:gd name="csX95" fmla="*/ 95892 w 1008380"/>
              <a:gd name="csY95" fmla="*/ 637335 h 637883"/>
              <a:gd name="csX96" fmla="*/ 96901 w 1008380"/>
              <a:gd name="csY96" fmla="*/ 637309 h 637883"/>
              <a:gd name="csX97" fmla="*/ 97911 w 1008380"/>
              <a:gd name="csY97" fmla="*/ 637282 h 637883"/>
              <a:gd name="csX98" fmla="*/ 98920 w 1008380"/>
              <a:gd name="csY98" fmla="*/ 637255 h 637883"/>
              <a:gd name="csX99" fmla="*/ 99930 w 1008380"/>
              <a:gd name="csY99" fmla="*/ 637224 h 637883"/>
              <a:gd name="csX100" fmla="*/ 100939 w 1008380"/>
              <a:gd name="csY100" fmla="*/ 637197 h 637883"/>
              <a:gd name="csX101" fmla="*/ 101948 w 1008380"/>
              <a:gd name="csY101" fmla="*/ 637165 h 637883"/>
              <a:gd name="csX102" fmla="*/ 102958 w 1008380"/>
              <a:gd name="csY102" fmla="*/ 637128 h 637883"/>
              <a:gd name="csX103" fmla="*/ 103967 w 1008380"/>
              <a:gd name="csY103" fmla="*/ 637096 h 637883"/>
              <a:gd name="csX104" fmla="*/ 104976 w 1008380"/>
              <a:gd name="csY104" fmla="*/ 637058 h 637883"/>
              <a:gd name="csX105" fmla="*/ 105986 w 1008380"/>
              <a:gd name="csY105" fmla="*/ 637021 h 637883"/>
              <a:gd name="csX106" fmla="*/ 106995 w 1008380"/>
              <a:gd name="csY106" fmla="*/ 636979 h 637883"/>
              <a:gd name="csX107" fmla="*/ 108004 w 1008380"/>
              <a:gd name="csY107" fmla="*/ 636936 h 637883"/>
              <a:gd name="csX108" fmla="*/ 109014 w 1008380"/>
              <a:gd name="csY108" fmla="*/ 636893 h 637883"/>
              <a:gd name="csX109" fmla="*/ 110023 w 1008380"/>
              <a:gd name="csY109" fmla="*/ 636851 h 637883"/>
              <a:gd name="csX110" fmla="*/ 111033 w 1008380"/>
              <a:gd name="csY110" fmla="*/ 636803 h 637883"/>
              <a:gd name="csX111" fmla="*/ 112042 w 1008380"/>
              <a:gd name="csY111" fmla="*/ 636755 h 637883"/>
              <a:gd name="csX112" fmla="*/ 113051 w 1008380"/>
              <a:gd name="csY112" fmla="*/ 636702 h 637883"/>
              <a:gd name="csX113" fmla="*/ 114061 w 1008380"/>
              <a:gd name="csY113" fmla="*/ 636648 h 637883"/>
              <a:gd name="csX114" fmla="*/ 115070 w 1008380"/>
              <a:gd name="csY114" fmla="*/ 636595 h 637883"/>
              <a:gd name="csX115" fmla="*/ 116080 w 1008380"/>
              <a:gd name="csY115" fmla="*/ 636537 h 637883"/>
              <a:gd name="csX116" fmla="*/ 117089 w 1008380"/>
              <a:gd name="csY116" fmla="*/ 636478 h 637883"/>
              <a:gd name="csX117" fmla="*/ 118099 w 1008380"/>
              <a:gd name="csY117" fmla="*/ 636414 h 637883"/>
              <a:gd name="csX118" fmla="*/ 119108 w 1008380"/>
              <a:gd name="csY118" fmla="*/ 636350 h 637883"/>
              <a:gd name="csX119" fmla="*/ 120117 w 1008380"/>
              <a:gd name="csY119" fmla="*/ 636286 h 637883"/>
              <a:gd name="csX120" fmla="*/ 121127 w 1008380"/>
              <a:gd name="csY120" fmla="*/ 636217 h 637883"/>
              <a:gd name="csX121" fmla="*/ 122136 w 1008380"/>
              <a:gd name="csY121" fmla="*/ 636143 h 637883"/>
              <a:gd name="csX122" fmla="*/ 123145 w 1008380"/>
              <a:gd name="csY122" fmla="*/ 636068 h 637883"/>
              <a:gd name="csX123" fmla="*/ 124155 w 1008380"/>
              <a:gd name="csY123" fmla="*/ 635988 h 637883"/>
              <a:gd name="csX124" fmla="*/ 125164 w 1008380"/>
              <a:gd name="csY124" fmla="*/ 635908 h 637883"/>
              <a:gd name="csX125" fmla="*/ 126173 w 1008380"/>
              <a:gd name="csY125" fmla="*/ 635823 h 637883"/>
              <a:gd name="csX126" fmla="*/ 127183 w 1008380"/>
              <a:gd name="csY126" fmla="*/ 635732 h 637883"/>
              <a:gd name="csX127" fmla="*/ 128192 w 1008380"/>
              <a:gd name="csY127" fmla="*/ 635642 h 637883"/>
              <a:gd name="csX128" fmla="*/ 129201 w 1008380"/>
              <a:gd name="csY128" fmla="*/ 635546 h 637883"/>
              <a:gd name="csX129" fmla="*/ 130211 w 1008380"/>
              <a:gd name="csY129" fmla="*/ 635450 h 637883"/>
              <a:gd name="csX130" fmla="*/ 131220 w 1008380"/>
              <a:gd name="csY130" fmla="*/ 635344 h 637883"/>
              <a:gd name="csX131" fmla="*/ 132230 w 1008380"/>
              <a:gd name="csY131" fmla="*/ 635237 h 637883"/>
              <a:gd name="csX132" fmla="*/ 133239 w 1008380"/>
              <a:gd name="csY132" fmla="*/ 635131 h 637883"/>
              <a:gd name="csX133" fmla="*/ 134249 w 1008380"/>
              <a:gd name="csY133" fmla="*/ 635014 h 637883"/>
              <a:gd name="csX134" fmla="*/ 135258 w 1008380"/>
              <a:gd name="csY134" fmla="*/ 634896 h 637883"/>
              <a:gd name="csX135" fmla="*/ 136267 w 1008380"/>
              <a:gd name="csY135" fmla="*/ 634774 h 637883"/>
              <a:gd name="csX136" fmla="*/ 137277 w 1008380"/>
              <a:gd name="csY136" fmla="*/ 634646 h 637883"/>
              <a:gd name="csX137" fmla="*/ 138286 w 1008380"/>
              <a:gd name="csY137" fmla="*/ 634513 h 637883"/>
              <a:gd name="csX138" fmla="*/ 139296 w 1008380"/>
              <a:gd name="csY138" fmla="*/ 634374 h 637883"/>
              <a:gd name="csX139" fmla="*/ 140305 w 1008380"/>
              <a:gd name="csY139" fmla="*/ 634231 h 637883"/>
              <a:gd name="csX140" fmla="*/ 141315 w 1008380"/>
              <a:gd name="csY140" fmla="*/ 634082 h 637883"/>
              <a:gd name="csX141" fmla="*/ 142324 w 1008380"/>
              <a:gd name="csY141" fmla="*/ 633932 h 637883"/>
              <a:gd name="csX142" fmla="*/ 143333 w 1008380"/>
              <a:gd name="csY142" fmla="*/ 633773 h 637883"/>
              <a:gd name="csX143" fmla="*/ 144343 w 1008380"/>
              <a:gd name="csY143" fmla="*/ 633608 h 637883"/>
              <a:gd name="csX144" fmla="*/ 145352 w 1008380"/>
              <a:gd name="csY144" fmla="*/ 633437 h 637883"/>
              <a:gd name="csX145" fmla="*/ 146361 w 1008380"/>
              <a:gd name="csY145" fmla="*/ 633261 h 637883"/>
              <a:gd name="csX146" fmla="*/ 147371 w 1008380"/>
              <a:gd name="csY146" fmla="*/ 633075 h 637883"/>
              <a:gd name="csX147" fmla="*/ 148380 w 1008380"/>
              <a:gd name="csY147" fmla="*/ 632889 h 637883"/>
              <a:gd name="csX148" fmla="*/ 149389 w 1008380"/>
              <a:gd name="csY148" fmla="*/ 632692 h 637883"/>
              <a:gd name="csX149" fmla="*/ 150399 w 1008380"/>
              <a:gd name="csY149" fmla="*/ 632489 h 637883"/>
              <a:gd name="csX150" fmla="*/ 151408 w 1008380"/>
              <a:gd name="csY150" fmla="*/ 632282 h 637883"/>
              <a:gd name="csX151" fmla="*/ 152417 w 1008380"/>
              <a:gd name="csY151" fmla="*/ 632063 h 637883"/>
              <a:gd name="csX152" fmla="*/ 153427 w 1008380"/>
              <a:gd name="csY152" fmla="*/ 631840 h 637883"/>
              <a:gd name="csX153" fmla="*/ 154436 w 1008380"/>
              <a:gd name="csY153" fmla="*/ 631605 h 637883"/>
              <a:gd name="csX154" fmla="*/ 155446 w 1008380"/>
              <a:gd name="csY154" fmla="*/ 631366 h 637883"/>
              <a:gd name="csX155" fmla="*/ 156455 w 1008380"/>
              <a:gd name="csY155" fmla="*/ 631115 h 637883"/>
              <a:gd name="csX156" fmla="*/ 157465 w 1008380"/>
              <a:gd name="csY156" fmla="*/ 630860 h 637883"/>
              <a:gd name="csX157" fmla="*/ 158474 w 1008380"/>
              <a:gd name="csY157" fmla="*/ 630593 h 637883"/>
              <a:gd name="csX158" fmla="*/ 159483 w 1008380"/>
              <a:gd name="csY158" fmla="*/ 630322 h 637883"/>
              <a:gd name="csX159" fmla="*/ 160493 w 1008380"/>
              <a:gd name="csY159" fmla="*/ 630040 h 637883"/>
              <a:gd name="csX160" fmla="*/ 161502 w 1008380"/>
              <a:gd name="csY160" fmla="*/ 629747 h 637883"/>
              <a:gd name="csX161" fmla="*/ 162512 w 1008380"/>
              <a:gd name="csY161" fmla="*/ 629443 h 637883"/>
              <a:gd name="csX162" fmla="*/ 163521 w 1008380"/>
              <a:gd name="csY162" fmla="*/ 629129 h 637883"/>
              <a:gd name="csX163" fmla="*/ 164531 w 1008380"/>
              <a:gd name="csY163" fmla="*/ 628809 h 637883"/>
              <a:gd name="csX164" fmla="*/ 165540 w 1008380"/>
              <a:gd name="csY164" fmla="*/ 628474 h 637883"/>
              <a:gd name="csX165" fmla="*/ 166549 w 1008380"/>
              <a:gd name="csY165" fmla="*/ 628133 h 637883"/>
              <a:gd name="csX166" fmla="*/ 167559 w 1008380"/>
              <a:gd name="csY166" fmla="*/ 627776 h 637883"/>
              <a:gd name="csX167" fmla="*/ 168568 w 1008380"/>
              <a:gd name="csY167" fmla="*/ 627414 h 637883"/>
              <a:gd name="csX168" fmla="*/ 169577 w 1008380"/>
              <a:gd name="csY168" fmla="*/ 627036 h 637883"/>
              <a:gd name="csX169" fmla="*/ 170587 w 1008380"/>
              <a:gd name="csY169" fmla="*/ 626647 h 637883"/>
              <a:gd name="csX170" fmla="*/ 171596 w 1008380"/>
              <a:gd name="csY170" fmla="*/ 626243 h 637883"/>
              <a:gd name="csX171" fmla="*/ 172605 w 1008380"/>
              <a:gd name="csY171" fmla="*/ 625833 h 637883"/>
              <a:gd name="csX172" fmla="*/ 173615 w 1008380"/>
              <a:gd name="csY172" fmla="*/ 625407 h 637883"/>
              <a:gd name="csX173" fmla="*/ 174624 w 1008380"/>
              <a:gd name="csY173" fmla="*/ 624965 h 637883"/>
              <a:gd name="csX174" fmla="*/ 175633 w 1008380"/>
              <a:gd name="csY174" fmla="*/ 624512 h 637883"/>
              <a:gd name="csX175" fmla="*/ 176643 w 1008380"/>
              <a:gd name="csY175" fmla="*/ 624043 h 637883"/>
              <a:gd name="csX176" fmla="*/ 177652 w 1008380"/>
              <a:gd name="csY176" fmla="*/ 623564 h 637883"/>
              <a:gd name="csX177" fmla="*/ 178662 w 1008380"/>
              <a:gd name="csY177" fmla="*/ 623069 h 637883"/>
              <a:gd name="csX178" fmla="*/ 179671 w 1008380"/>
              <a:gd name="csY178" fmla="*/ 622557 h 637883"/>
              <a:gd name="csX179" fmla="*/ 180681 w 1008380"/>
              <a:gd name="csY179" fmla="*/ 622036 h 637883"/>
              <a:gd name="csX180" fmla="*/ 181690 w 1008380"/>
              <a:gd name="csY180" fmla="*/ 621492 h 637883"/>
              <a:gd name="csX181" fmla="*/ 182699 w 1008380"/>
              <a:gd name="csY181" fmla="*/ 620933 h 637883"/>
              <a:gd name="csX182" fmla="*/ 183709 w 1008380"/>
              <a:gd name="csY182" fmla="*/ 620363 h 637883"/>
              <a:gd name="csX183" fmla="*/ 184718 w 1008380"/>
              <a:gd name="csY183" fmla="*/ 619772 h 637883"/>
              <a:gd name="csX184" fmla="*/ 185728 w 1008380"/>
              <a:gd name="csY184" fmla="*/ 619165 h 637883"/>
              <a:gd name="csX185" fmla="*/ 186737 w 1008380"/>
              <a:gd name="csY185" fmla="*/ 618542 h 637883"/>
              <a:gd name="csX186" fmla="*/ 187746 w 1008380"/>
              <a:gd name="csY186" fmla="*/ 617903 h 637883"/>
              <a:gd name="csX187" fmla="*/ 188756 w 1008380"/>
              <a:gd name="csY187" fmla="*/ 617243 h 637883"/>
              <a:gd name="csX188" fmla="*/ 189765 w 1008380"/>
              <a:gd name="csY188" fmla="*/ 616561 h 637883"/>
              <a:gd name="csX189" fmla="*/ 190774 w 1008380"/>
              <a:gd name="csY189" fmla="*/ 615869 h 637883"/>
              <a:gd name="csX190" fmla="*/ 191784 w 1008380"/>
              <a:gd name="csY190" fmla="*/ 615150 h 637883"/>
              <a:gd name="csX191" fmla="*/ 192793 w 1008380"/>
              <a:gd name="csY191" fmla="*/ 614415 h 637883"/>
              <a:gd name="csX192" fmla="*/ 193803 w 1008380"/>
              <a:gd name="csY192" fmla="*/ 613659 h 637883"/>
              <a:gd name="csX193" fmla="*/ 194812 w 1008380"/>
              <a:gd name="csY193" fmla="*/ 612881 h 637883"/>
              <a:gd name="csX194" fmla="*/ 195821 w 1008380"/>
              <a:gd name="csY194" fmla="*/ 612082 h 637883"/>
              <a:gd name="csX195" fmla="*/ 196831 w 1008380"/>
              <a:gd name="csY195" fmla="*/ 611262 h 637883"/>
              <a:gd name="csX196" fmla="*/ 197840 w 1008380"/>
              <a:gd name="csY196" fmla="*/ 610421 h 637883"/>
              <a:gd name="csX197" fmla="*/ 198849 w 1008380"/>
              <a:gd name="csY197" fmla="*/ 609558 h 637883"/>
              <a:gd name="csX198" fmla="*/ 199859 w 1008380"/>
              <a:gd name="csY198" fmla="*/ 608674 h 637883"/>
              <a:gd name="csX199" fmla="*/ 200868 w 1008380"/>
              <a:gd name="csY199" fmla="*/ 607764 h 637883"/>
              <a:gd name="csX200" fmla="*/ 201878 w 1008380"/>
              <a:gd name="csY200" fmla="*/ 606832 h 637883"/>
              <a:gd name="csX201" fmla="*/ 202887 w 1008380"/>
              <a:gd name="csY201" fmla="*/ 605878 h 637883"/>
              <a:gd name="csX202" fmla="*/ 203897 w 1008380"/>
              <a:gd name="csY202" fmla="*/ 604893 h 637883"/>
              <a:gd name="csX203" fmla="*/ 204906 w 1008380"/>
              <a:gd name="csY203" fmla="*/ 603892 h 637883"/>
              <a:gd name="csX204" fmla="*/ 205915 w 1008380"/>
              <a:gd name="csY204" fmla="*/ 602859 h 637883"/>
              <a:gd name="csX205" fmla="*/ 206925 w 1008380"/>
              <a:gd name="csY205" fmla="*/ 601805 h 637883"/>
              <a:gd name="csX206" fmla="*/ 207934 w 1008380"/>
              <a:gd name="csY206" fmla="*/ 600718 h 637883"/>
              <a:gd name="csX207" fmla="*/ 208944 w 1008380"/>
              <a:gd name="csY207" fmla="*/ 599610 h 637883"/>
              <a:gd name="csX208" fmla="*/ 209953 w 1008380"/>
              <a:gd name="csY208" fmla="*/ 598471 h 637883"/>
              <a:gd name="csX209" fmla="*/ 210962 w 1008380"/>
              <a:gd name="csY209" fmla="*/ 597310 h 637883"/>
              <a:gd name="csX210" fmla="*/ 211972 w 1008380"/>
              <a:gd name="csY210" fmla="*/ 596117 h 637883"/>
              <a:gd name="csX211" fmla="*/ 212981 w 1008380"/>
              <a:gd name="csY211" fmla="*/ 594897 h 637883"/>
              <a:gd name="csX212" fmla="*/ 213990 w 1008380"/>
              <a:gd name="csY212" fmla="*/ 593646 h 637883"/>
              <a:gd name="csX213" fmla="*/ 215000 w 1008380"/>
              <a:gd name="csY213" fmla="*/ 592368 h 637883"/>
              <a:gd name="csX214" fmla="*/ 216009 w 1008380"/>
              <a:gd name="csY214" fmla="*/ 591058 h 637883"/>
              <a:gd name="csX215" fmla="*/ 217018 w 1008380"/>
              <a:gd name="csY215" fmla="*/ 589721 h 637883"/>
              <a:gd name="csX216" fmla="*/ 218028 w 1008380"/>
              <a:gd name="csY216" fmla="*/ 588347 h 637883"/>
              <a:gd name="csX217" fmla="*/ 219037 w 1008380"/>
              <a:gd name="csY217" fmla="*/ 586947 h 637883"/>
              <a:gd name="csX218" fmla="*/ 220047 w 1008380"/>
              <a:gd name="csY218" fmla="*/ 585514 h 637883"/>
              <a:gd name="csX219" fmla="*/ 221056 w 1008380"/>
              <a:gd name="csY219" fmla="*/ 584050 h 637883"/>
              <a:gd name="csX220" fmla="*/ 222065 w 1008380"/>
              <a:gd name="csY220" fmla="*/ 582553 h 637883"/>
              <a:gd name="csX221" fmla="*/ 223075 w 1008380"/>
              <a:gd name="csY221" fmla="*/ 581025 h 637883"/>
              <a:gd name="csX222" fmla="*/ 224084 w 1008380"/>
              <a:gd name="csY222" fmla="*/ 579459 h 637883"/>
              <a:gd name="csX223" fmla="*/ 225094 w 1008380"/>
              <a:gd name="csY223" fmla="*/ 577867 h 637883"/>
              <a:gd name="csX224" fmla="*/ 226103 w 1008380"/>
              <a:gd name="csY224" fmla="*/ 576232 h 637883"/>
              <a:gd name="csX225" fmla="*/ 227113 w 1008380"/>
              <a:gd name="csY225" fmla="*/ 574565 h 637883"/>
              <a:gd name="csX226" fmla="*/ 228122 w 1008380"/>
              <a:gd name="csY226" fmla="*/ 572866 h 637883"/>
              <a:gd name="csX227" fmla="*/ 229131 w 1008380"/>
              <a:gd name="csY227" fmla="*/ 571130 h 637883"/>
              <a:gd name="csX228" fmla="*/ 230141 w 1008380"/>
              <a:gd name="csY228" fmla="*/ 569357 h 637883"/>
              <a:gd name="csX229" fmla="*/ 231150 w 1008380"/>
              <a:gd name="csY229" fmla="*/ 567546 h 637883"/>
              <a:gd name="csX230" fmla="*/ 232160 w 1008380"/>
              <a:gd name="csY230" fmla="*/ 565704 h 637883"/>
              <a:gd name="csX231" fmla="*/ 233169 w 1008380"/>
              <a:gd name="csY231" fmla="*/ 563819 h 637883"/>
              <a:gd name="csX232" fmla="*/ 234178 w 1008380"/>
              <a:gd name="csY232" fmla="*/ 561902 h 637883"/>
              <a:gd name="csX233" fmla="*/ 235188 w 1008380"/>
              <a:gd name="csY233" fmla="*/ 559942 h 637883"/>
              <a:gd name="csX234" fmla="*/ 236197 w 1008380"/>
              <a:gd name="csY234" fmla="*/ 557945 h 637883"/>
              <a:gd name="csX235" fmla="*/ 237206 w 1008380"/>
              <a:gd name="csY235" fmla="*/ 555910 h 637883"/>
              <a:gd name="csX236" fmla="*/ 238216 w 1008380"/>
              <a:gd name="csY236" fmla="*/ 553839 h 637883"/>
              <a:gd name="csX237" fmla="*/ 239225 w 1008380"/>
              <a:gd name="csY237" fmla="*/ 551725 h 637883"/>
              <a:gd name="csX238" fmla="*/ 240234 w 1008380"/>
              <a:gd name="csY238" fmla="*/ 549573 h 637883"/>
              <a:gd name="csX239" fmla="*/ 241244 w 1008380"/>
              <a:gd name="csY239" fmla="*/ 547379 h 637883"/>
              <a:gd name="csX240" fmla="*/ 242253 w 1008380"/>
              <a:gd name="csY240" fmla="*/ 545148 h 637883"/>
              <a:gd name="csX241" fmla="*/ 243263 w 1008380"/>
              <a:gd name="csY241" fmla="*/ 542874 h 637883"/>
              <a:gd name="csX242" fmla="*/ 244272 w 1008380"/>
              <a:gd name="csY242" fmla="*/ 540563 h 637883"/>
              <a:gd name="csX243" fmla="*/ 245281 w 1008380"/>
              <a:gd name="csY243" fmla="*/ 538209 h 637883"/>
              <a:gd name="csX244" fmla="*/ 246291 w 1008380"/>
              <a:gd name="csY244" fmla="*/ 535813 h 637883"/>
              <a:gd name="csX245" fmla="*/ 247300 w 1008380"/>
              <a:gd name="csY245" fmla="*/ 533374 h 637883"/>
              <a:gd name="csX246" fmla="*/ 248310 w 1008380"/>
              <a:gd name="csY246" fmla="*/ 530892 h 637883"/>
              <a:gd name="csX247" fmla="*/ 249319 w 1008380"/>
              <a:gd name="csY247" fmla="*/ 528373 h 637883"/>
              <a:gd name="csX248" fmla="*/ 250329 w 1008380"/>
              <a:gd name="csY248" fmla="*/ 525806 h 637883"/>
              <a:gd name="csX249" fmla="*/ 251338 w 1008380"/>
              <a:gd name="csY249" fmla="*/ 523202 h 637883"/>
              <a:gd name="csX250" fmla="*/ 252347 w 1008380"/>
              <a:gd name="csY250" fmla="*/ 520550 h 637883"/>
              <a:gd name="csX251" fmla="*/ 253357 w 1008380"/>
              <a:gd name="csY251" fmla="*/ 517861 h 637883"/>
              <a:gd name="csX252" fmla="*/ 254366 w 1008380"/>
              <a:gd name="csY252" fmla="*/ 515123 h 637883"/>
              <a:gd name="csX253" fmla="*/ 255376 w 1008380"/>
              <a:gd name="csY253" fmla="*/ 512344 h 637883"/>
              <a:gd name="csX254" fmla="*/ 256385 w 1008380"/>
              <a:gd name="csY254" fmla="*/ 509527 h 637883"/>
              <a:gd name="csX255" fmla="*/ 257394 w 1008380"/>
              <a:gd name="csY255" fmla="*/ 506661 h 637883"/>
              <a:gd name="csX256" fmla="*/ 258404 w 1008380"/>
              <a:gd name="csY256" fmla="*/ 503754 h 637883"/>
              <a:gd name="csX257" fmla="*/ 259413 w 1008380"/>
              <a:gd name="csY257" fmla="*/ 500798 h 637883"/>
              <a:gd name="csX258" fmla="*/ 260422 w 1008380"/>
              <a:gd name="csY258" fmla="*/ 497805 h 637883"/>
              <a:gd name="csX259" fmla="*/ 261432 w 1008380"/>
              <a:gd name="csY259" fmla="*/ 494765 h 637883"/>
              <a:gd name="csX260" fmla="*/ 262441 w 1008380"/>
              <a:gd name="csY260" fmla="*/ 491681 h 637883"/>
              <a:gd name="csX261" fmla="*/ 263450 w 1008380"/>
              <a:gd name="csY261" fmla="*/ 488555 h 637883"/>
              <a:gd name="csX262" fmla="*/ 264460 w 1008380"/>
              <a:gd name="csY262" fmla="*/ 485387 h 637883"/>
              <a:gd name="csX263" fmla="*/ 265469 w 1008380"/>
              <a:gd name="csY263" fmla="*/ 482175 h 637883"/>
              <a:gd name="csX264" fmla="*/ 266479 w 1008380"/>
              <a:gd name="csY264" fmla="*/ 478916 h 637883"/>
              <a:gd name="csX265" fmla="*/ 267488 w 1008380"/>
              <a:gd name="csY265" fmla="*/ 475620 h 637883"/>
              <a:gd name="csX266" fmla="*/ 268497 w 1008380"/>
              <a:gd name="csY266" fmla="*/ 472276 h 637883"/>
              <a:gd name="csX267" fmla="*/ 269507 w 1008380"/>
              <a:gd name="csY267" fmla="*/ 468889 h 637883"/>
              <a:gd name="csX268" fmla="*/ 270516 w 1008380"/>
              <a:gd name="csY268" fmla="*/ 465464 h 637883"/>
              <a:gd name="csX269" fmla="*/ 271526 w 1008380"/>
              <a:gd name="csY269" fmla="*/ 461992 h 637883"/>
              <a:gd name="csX270" fmla="*/ 272535 w 1008380"/>
              <a:gd name="csY270" fmla="*/ 458478 h 637883"/>
              <a:gd name="csX271" fmla="*/ 273545 w 1008380"/>
              <a:gd name="csY271" fmla="*/ 454922 h 637883"/>
              <a:gd name="csX272" fmla="*/ 274554 w 1008380"/>
              <a:gd name="csY272" fmla="*/ 451324 h 637883"/>
              <a:gd name="csX273" fmla="*/ 275563 w 1008380"/>
              <a:gd name="csY273" fmla="*/ 447686 h 637883"/>
              <a:gd name="csX274" fmla="*/ 276573 w 1008380"/>
              <a:gd name="csY274" fmla="*/ 444005 h 637883"/>
              <a:gd name="csX275" fmla="*/ 277582 w 1008380"/>
              <a:gd name="csY275" fmla="*/ 440283 h 637883"/>
              <a:gd name="csX276" fmla="*/ 278591 w 1008380"/>
              <a:gd name="csY276" fmla="*/ 436521 h 637883"/>
              <a:gd name="csX277" fmla="*/ 279601 w 1008380"/>
              <a:gd name="csY277" fmla="*/ 432719 h 637883"/>
              <a:gd name="csX278" fmla="*/ 280610 w 1008380"/>
              <a:gd name="csY278" fmla="*/ 428876 h 637883"/>
              <a:gd name="csX279" fmla="*/ 281619 w 1008380"/>
              <a:gd name="csY279" fmla="*/ 424995 h 637883"/>
              <a:gd name="csX280" fmla="*/ 282629 w 1008380"/>
              <a:gd name="csY280" fmla="*/ 421074 h 637883"/>
              <a:gd name="csX281" fmla="*/ 283638 w 1008380"/>
              <a:gd name="csY281" fmla="*/ 417115 h 637883"/>
              <a:gd name="csX282" fmla="*/ 284647 w 1008380"/>
              <a:gd name="csY282" fmla="*/ 413119 h 637883"/>
              <a:gd name="csX283" fmla="*/ 285657 w 1008380"/>
              <a:gd name="csY283" fmla="*/ 409084 h 637883"/>
              <a:gd name="csX284" fmla="*/ 286666 w 1008380"/>
              <a:gd name="csY284" fmla="*/ 405013 h 637883"/>
              <a:gd name="csX285" fmla="*/ 287676 w 1008380"/>
              <a:gd name="csY285" fmla="*/ 400906 h 637883"/>
              <a:gd name="csX286" fmla="*/ 288685 w 1008380"/>
              <a:gd name="csY286" fmla="*/ 396763 h 637883"/>
              <a:gd name="csX287" fmla="*/ 289695 w 1008380"/>
              <a:gd name="csY287" fmla="*/ 392586 h 637883"/>
              <a:gd name="csX288" fmla="*/ 290704 w 1008380"/>
              <a:gd name="csY288" fmla="*/ 388374 h 637883"/>
              <a:gd name="csX289" fmla="*/ 291714 w 1008380"/>
              <a:gd name="csY289" fmla="*/ 384129 h 637883"/>
              <a:gd name="csX290" fmla="*/ 292723 w 1008380"/>
              <a:gd name="csY290" fmla="*/ 379851 h 637883"/>
              <a:gd name="csX291" fmla="*/ 293732 w 1008380"/>
              <a:gd name="csY291" fmla="*/ 375541 h 637883"/>
              <a:gd name="csX292" fmla="*/ 294742 w 1008380"/>
              <a:gd name="csY292" fmla="*/ 371200 h 637883"/>
              <a:gd name="csX293" fmla="*/ 295751 w 1008380"/>
              <a:gd name="csY293" fmla="*/ 366828 h 637883"/>
              <a:gd name="csX294" fmla="*/ 296761 w 1008380"/>
              <a:gd name="csY294" fmla="*/ 362427 h 637883"/>
              <a:gd name="csX295" fmla="*/ 297770 w 1008380"/>
              <a:gd name="csY295" fmla="*/ 357997 h 637883"/>
              <a:gd name="csX296" fmla="*/ 298779 w 1008380"/>
              <a:gd name="csY296" fmla="*/ 353540 h 637883"/>
              <a:gd name="csX297" fmla="*/ 299789 w 1008380"/>
              <a:gd name="csY297" fmla="*/ 349056 h 637883"/>
              <a:gd name="csX298" fmla="*/ 300798 w 1008380"/>
              <a:gd name="csY298" fmla="*/ 344546 h 637883"/>
              <a:gd name="csX299" fmla="*/ 301807 w 1008380"/>
              <a:gd name="csY299" fmla="*/ 340011 h 637883"/>
              <a:gd name="csX300" fmla="*/ 302817 w 1008380"/>
              <a:gd name="csY300" fmla="*/ 335452 h 637883"/>
              <a:gd name="csX301" fmla="*/ 303826 w 1008380"/>
              <a:gd name="csY301" fmla="*/ 330871 h 637883"/>
              <a:gd name="csX302" fmla="*/ 304835 w 1008380"/>
              <a:gd name="csY302" fmla="*/ 326267 h 637883"/>
              <a:gd name="csX303" fmla="*/ 305845 w 1008380"/>
              <a:gd name="csY303" fmla="*/ 321643 h 637883"/>
              <a:gd name="csX304" fmla="*/ 306854 w 1008380"/>
              <a:gd name="csY304" fmla="*/ 317000 h 637883"/>
              <a:gd name="csX305" fmla="*/ 307863 w 1008380"/>
              <a:gd name="csY305" fmla="*/ 312338 h 637883"/>
              <a:gd name="csX306" fmla="*/ 308873 w 1008380"/>
              <a:gd name="csY306" fmla="*/ 307659 h 637883"/>
              <a:gd name="csX307" fmla="*/ 309882 w 1008380"/>
              <a:gd name="csY307" fmla="*/ 302964 h 637883"/>
              <a:gd name="csX308" fmla="*/ 310892 w 1008380"/>
              <a:gd name="csY308" fmla="*/ 298255 h 637883"/>
              <a:gd name="csX309" fmla="*/ 311901 w 1008380"/>
              <a:gd name="csY309" fmla="*/ 293531 h 637883"/>
              <a:gd name="csX310" fmla="*/ 312911 w 1008380"/>
              <a:gd name="csY310" fmla="*/ 288796 h 637883"/>
              <a:gd name="csX311" fmla="*/ 313920 w 1008380"/>
              <a:gd name="csY311" fmla="*/ 284049 h 637883"/>
              <a:gd name="csX312" fmla="*/ 314930 w 1008380"/>
              <a:gd name="csY312" fmla="*/ 279293 h 637883"/>
              <a:gd name="csX313" fmla="*/ 315939 w 1008380"/>
              <a:gd name="csY313" fmla="*/ 274529 h 637883"/>
              <a:gd name="csX314" fmla="*/ 316948 w 1008380"/>
              <a:gd name="csY314" fmla="*/ 269757 h 637883"/>
              <a:gd name="csX315" fmla="*/ 317958 w 1008380"/>
              <a:gd name="csY315" fmla="*/ 264980 h 637883"/>
              <a:gd name="csX316" fmla="*/ 318968 w 1008380"/>
              <a:gd name="csY316" fmla="*/ 260199 h 637883"/>
              <a:gd name="csX317" fmla="*/ 319975 w 1008380"/>
              <a:gd name="csY317" fmla="*/ 255414 h 637883"/>
              <a:gd name="csX318" fmla="*/ 320987 w 1008380"/>
              <a:gd name="csY318" fmla="*/ 250629 h 637883"/>
              <a:gd name="csX319" fmla="*/ 321993 w 1008380"/>
              <a:gd name="csY319" fmla="*/ 245844 h 637883"/>
              <a:gd name="csX320" fmla="*/ 323005 w 1008380"/>
              <a:gd name="csY320" fmla="*/ 241060 h 637883"/>
              <a:gd name="csX321" fmla="*/ 324012 w 1008380"/>
              <a:gd name="csY321" fmla="*/ 236279 h 637883"/>
              <a:gd name="csX322" fmla="*/ 325023 w 1008380"/>
              <a:gd name="csY322" fmla="*/ 231503 h 637883"/>
              <a:gd name="csX323" fmla="*/ 326035 w 1008380"/>
              <a:gd name="csY323" fmla="*/ 226733 h 637883"/>
              <a:gd name="csX324" fmla="*/ 327042 w 1008380"/>
              <a:gd name="csY324" fmla="*/ 221971 h 637883"/>
              <a:gd name="csX325" fmla="*/ 328054 w 1008380"/>
              <a:gd name="csY325" fmla="*/ 217218 h 637883"/>
              <a:gd name="csX326" fmla="*/ 329060 w 1008380"/>
              <a:gd name="csY326" fmla="*/ 212475 h 637883"/>
              <a:gd name="csX327" fmla="*/ 330072 w 1008380"/>
              <a:gd name="csY327" fmla="*/ 207745 h 637883"/>
              <a:gd name="csX328" fmla="*/ 331078 w 1008380"/>
              <a:gd name="csY328" fmla="*/ 203029 h 637883"/>
              <a:gd name="csX329" fmla="*/ 332090 w 1008380"/>
              <a:gd name="csY329" fmla="*/ 198329 h 637883"/>
              <a:gd name="csX330" fmla="*/ 333097 w 1008380"/>
              <a:gd name="csY330" fmla="*/ 193645 h 637883"/>
              <a:gd name="csX331" fmla="*/ 334108 w 1008380"/>
              <a:gd name="csY331" fmla="*/ 188981 h 637883"/>
              <a:gd name="csX332" fmla="*/ 335115 w 1008380"/>
              <a:gd name="csY332" fmla="*/ 184337 h 637883"/>
              <a:gd name="csX333" fmla="*/ 336127 w 1008380"/>
              <a:gd name="csY333" fmla="*/ 179715 h 637883"/>
              <a:gd name="csX334" fmla="*/ 337139 w 1008380"/>
              <a:gd name="csY334" fmla="*/ 175116 h 637883"/>
              <a:gd name="csX335" fmla="*/ 338145 w 1008380"/>
              <a:gd name="csY335" fmla="*/ 170543 h 637883"/>
              <a:gd name="csX336" fmla="*/ 339157 w 1008380"/>
              <a:gd name="csY336" fmla="*/ 165997 h 637883"/>
              <a:gd name="csX337" fmla="*/ 340163 w 1008380"/>
              <a:gd name="csY337" fmla="*/ 161480 h 637883"/>
              <a:gd name="csX338" fmla="*/ 341175 w 1008380"/>
              <a:gd name="csY338" fmla="*/ 156993 h 637883"/>
              <a:gd name="csX339" fmla="*/ 342182 w 1008380"/>
              <a:gd name="csY339" fmla="*/ 152538 h 637883"/>
              <a:gd name="csX340" fmla="*/ 343194 w 1008380"/>
              <a:gd name="csY340" fmla="*/ 148117 h 637883"/>
              <a:gd name="csX341" fmla="*/ 344200 w 1008380"/>
              <a:gd name="csY341" fmla="*/ 143731 h 637883"/>
              <a:gd name="csX342" fmla="*/ 345212 w 1008380"/>
              <a:gd name="csY342" fmla="*/ 139382 h 637883"/>
              <a:gd name="csX343" fmla="*/ 346218 w 1008380"/>
              <a:gd name="csY343" fmla="*/ 135072 h 637883"/>
              <a:gd name="csX344" fmla="*/ 347230 w 1008380"/>
              <a:gd name="csY344" fmla="*/ 130801 h 637883"/>
              <a:gd name="csX345" fmla="*/ 348237 w 1008380"/>
              <a:gd name="csY345" fmla="*/ 126573 h 637883"/>
              <a:gd name="csX346" fmla="*/ 349248 w 1008380"/>
              <a:gd name="csY346" fmla="*/ 122389 h 637883"/>
              <a:gd name="csX347" fmla="*/ 350260 w 1008380"/>
              <a:gd name="csY347" fmla="*/ 118250 h 637883"/>
              <a:gd name="csX348" fmla="*/ 351267 w 1008380"/>
              <a:gd name="csY348" fmla="*/ 114158 h 637883"/>
              <a:gd name="csX349" fmla="*/ 352279 w 1008380"/>
              <a:gd name="csY349" fmla="*/ 110114 h 637883"/>
              <a:gd name="csX350" fmla="*/ 353285 w 1008380"/>
              <a:gd name="csY350" fmla="*/ 106120 h 637883"/>
              <a:gd name="csX351" fmla="*/ 354297 w 1008380"/>
              <a:gd name="csY351" fmla="*/ 102178 h 637883"/>
              <a:gd name="csX352" fmla="*/ 355303 w 1008380"/>
              <a:gd name="csY352" fmla="*/ 98290 h 637883"/>
              <a:gd name="csX353" fmla="*/ 356315 w 1008380"/>
              <a:gd name="csY353" fmla="*/ 94457 h 637883"/>
              <a:gd name="csX354" fmla="*/ 357322 w 1008380"/>
              <a:gd name="csY354" fmla="*/ 90679 h 637883"/>
              <a:gd name="csX355" fmla="*/ 358334 w 1008380"/>
              <a:gd name="csY355" fmla="*/ 86961 h 637883"/>
              <a:gd name="csX356" fmla="*/ 359340 w 1008380"/>
              <a:gd name="csY356" fmla="*/ 83301 h 637883"/>
              <a:gd name="csX357" fmla="*/ 360352 w 1008380"/>
              <a:gd name="csY357" fmla="*/ 79703 h 637883"/>
              <a:gd name="csX358" fmla="*/ 361364 w 1008380"/>
              <a:gd name="csY358" fmla="*/ 76167 h 637883"/>
              <a:gd name="csX359" fmla="*/ 362370 w 1008380"/>
              <a:gd name="csY359" fmla="*/ 72696 h 637883"/>
              <a:gd name="csX360" fmla="*/ 363382 w 1008380"/>
              <a:gd name="csY360" fmla="*/ 69289 h 637883"/>
              <a:gd name="csX361" fmla="*/ 364389 w 1008380"/>
              <a:gd name="csY361" fmla="*/ 65950 h 637883"/>
              <a:gd name="csX362" fmla="*/ 365400 w 1008380"/>
              <a:gd name="csY362" fmla="*/ 62680 h 637883"/>
              <a:gd name="csX363" fmla="*/ 366407 w 1008380"/>
              <a:gd name="csY363" fmla="*/ 59479 h 637883"/>
              <a:gd name="csX364" fmla="*/ 367419 w 1008380"/>
              <a:gd name="csY364" fmla="*/ 56349 h 637883"/>
              <a:gd name="csX365" fmla="*/ 368425 w 1008380"/>
              <a:gd name="csY365" fmla="*/ 53291 h 637883"/>
              <a:gd name="csX366" fmla="*/ 369437 w 1008380"/>
              <a:gd name="csY366" fmla="*/ 50308 h 637883"/>
              <a:gd name="csX367" fmla="*/ 370443 w 1008380"/>
              <a:gd name="csY367" fmla="*/ 47400 h 637883"/>
              <a:gd name="csX368" fmla="*/ 371455 w 1008380"/>
              <a:gd name="csY368" fmla="*/ 44568 h 637883"/>
              <a:gd name="csX369" fmla="*/ 372467 w 1008380"/>
              <a:gd name="csY369" fmla="*/ 41814 h 637883"/>
              <a:gd name="csX370" fmla="*/ 373474 w 1008380"/>
              <a:gd name="csY370" fmla="*/ 39138 h 637883"/>
              <a:gd name="csX371" fmla="*/ 374485 w 1008380"/>
              <a:gd name="csY371" fmla="*/ 36543 h 637883"/>
              <a:gd name="csX372" fmla="*/ 375492 w 1008380"/>
              <a:gd name="csY372" fmla="*/ 34029 h 637883"/>
              <a:gd name="csX373" fmla="*/ 376504 w 1008380"/>
              <a:gd name="csY373" fmla="*/ 31596 h 637883"/>
              <a:gd name="csX374" fmla="*/ 377510 w 1008380"/>
              <a:gd name="csY374" fmla="*/ 29248 h 637883"/>
              <a:gd name="csX375" fmla="*/ 378522 w 1008380"/>
              <a:gd name="csY375" fmla="*/ 26984 h 637883"/>
              <a:gd name="csX376" fmla="*/ 379529 w 1008380"/>
              <a:gd name="csY376" fmla="*/ 24805 h 637883"/>
              <a:gd name="csX377" fmla="*/ 380540 w 1008380"/>
              <a:gd name="csY377" fmla="*/ 22712 h 637883"/>
              <a:gd name="csX378" fmla="*/ 381547 w 1008380"/>
              <a:gd name="csY378" fmla="*/ 20707 h 637883"/>
              <a:gd name="csX379" fmla="*/ 382559 w 1008380"/>
              <a:gd name="csY379" fmla="*/ 18790 h 637883"/>
              <a:gd name="csX380" fmla="*/ 383571 w 1008380"/>
              <a:gd name="csY380" fmla="*/ 16961 h 637883"/>
              <a:gd name="csX381" fmla="*/ 384577 w 1008380"/>
              <a:gd name="csY381" fmla="*/ 15223 h 637883"/>
              <a:gd name="csX382" fmla="*/ 385589 w 1008380"/>
              <a:gd name="csY382" fmla="*/ 13576 h 637883"/>
              <a:gd name="csX383" fmla="*/ 386595 w 1008380"/>
              <a:gd name="csY383" fmla="*/ 12020 h 637883"/>
              <a:gd name="csX384" fmla="*/ 387607 w 1008380"/>
              <a:gd name="csY384" fmla="*/ 10556 h 637883"/>
              <a:gd name="csX385" fmla="*/ 388614 w 1008380"/>
              <a:gd name="csY385" fmla="*/ 9185 h 637883"/>
              <a:gd name="csX386" fmla="*/ 389625 w 1008380"/>
              <a:gd name="csY386" fmla="*/ 7907 h 637883"/>
              <a:gd name="csX387" fmla="*/ 390632 w 1008380"/>
              <a:gd name="csY387" fmla="*/ 6723 h 637883"/>
              <a:gd name="csX388" fmla="*/ 391644 w 1008380"/>
              <a:gd name="csY388" fmla="*/ 5634 h 637883"/>
              <a:gd name="csX389" fmla="*/ 392650 w 1008380"/>
              <a:gd name="csY389" fmla="*/ 4639 h 637883"/>
              <a:gd name="csX390" fmla="*/ 393662 w 1008380"/>
              <a:gd name="csY390" fmla="*/ 3741 h 637883"/>
              <a:gd name="csX391" fmla="*/ 394669 w 1008380"/>
              <a:gd name="csY391" fmla="*/ 2937 h 637883"/>
              <a:gd name="csX392" fmla="*/ 395680 w 1008380"/>
              <a:gd name="csY392" fmla="*/ 2231 h 637883"/>
              <a:gd name="csX393" fmla="*/ 396692 w 1008380"/>
              <a:gd name="csY393" fmla="*/ 1621 h 637883"/>
              <a:gd name="csX394" fmla="*/ 397699 w 1008380"/>
              <a:gd name="csY394" fmla="*/ 1107 h 637883"/>
              <a:gd name="csX395" fmla="*/ 398711 w 1008380"/>
              <a:gd name="csY395" fmla="*/ 691 h 637883"/>
              <a:gd name="csX396" fmla="*/ 399717 w 1008380"/>
              <a:gd name="csY396" fmla="*/ 372 h 637883"/>
              <a:gd name="csX397" fmla="*/ 400729 w 1008380"/>
              <a:gd name="csY397" fmla="*/ 150 h 637883"/>
              <a:gd name="csX398" fmla="*/ 401735 w 1008380"/>
              <a:gd name="csY398" fmla="*/ 26 h 637883"/>
              <a:gd name="csX399" fmla="*/ 402747 w 1008380"/>
              <a:gd name="csY399" fmla="*/ 0 h 637883"/>
              <a:gd name="csX400" fmla="*/ 403754 w 1008380"/>
              <a:gd name="csY400" fmla="*/ 71 h 637883"/>
              <a:gd name="csX401" fmla="*/ 404765 w 1008380"/>
              <a:gd name="csY401" fmla="*/ 240 h 637883"/>
              <a:gd name="csX402" fmla="*/ 405772 w 1008380"/>
              <a:gd name="csY402" fmla="*/ 506 h 637883"/>
              <a:gd name="csX403" fmla="*/ 406784 w 1008380"/>
              <a:gd name="csY403" fmla="*/ 870 h 637883"/>
              <a:gd name="csX404" fmla="*/ 407796 w 1008380"/>
              <a:gd name="csY404" fmla="*/ 1330 h 637883"/>
              <a:gd name="csX405" fmla="*/ 408802 w 1008380"/>
              <a:gd name="csY405" fmla="*/ 1888 h 637883"/>
              <a:gd name="csX406" fmla="*/ 409814 w 1008380"/>
              <a:gd name="csY406" fmla="*/ 2542 h 637883"/>
              <a:gd name="csX407" fmla="*/ 410820 w 1008380"/>
              <a:gd name="csY407" fmla="*/ 3293 h 637883"/>
              <a:gd name="csX408" fmla="*/ 411832 w 1008380"/>
              <a:gd name="csY408" fmla="*/ 4140 h 637883"/>
              <a:gd name="csX409" fmla="*/ 412839 w 1008380"/>
              <a:gd name="csY409" fmla="*/ 5083 h 637883"/>
              <a:gd name="csX410" fmla="*/ 413851 w 1008380"/>
              <a:gd name="csY410" fmla="*/ 6120 h 637883"/>
              <a:gd name="csX411" fmla="*/ 414857 w 1008380"/>
              <a:gd name="csY411" fmla="*/ 7253 h 637883"/>
              <a:gd name="csX412" fmla="*/ 415869 w 1008380"/>
              <a:gd name="csY412" fmla="*/ 8480 h 637883"/>
              <a:gd name="csX413" fmla="*/ 416875 w 1008380"/>
              <a:gd name="csY413" fmla="*/ 9801 h 637883"/>
              <a:gd name="csX414" fmla="*/ 417887 w 1008380"/>
              <a:gd name="csY414" fmla="*/ 11215 h 637883"/>
              <a:gd name="csX415" fmla="*/ 418899 w 1008380"/>
              <a:gd name="csY415" fmla="*/ 12721 h 637883"/>
              <a:gd name="csX416" fmla="*/ 419906 w 1008380"/>
              <a:gd name="csY416" fmla="*/ 14319 h 637883"/>
              <a:gd name="csX417" fmla="*/ 420917 w 1008380"/>
              <a:gd name="csY417" fmla="*/ 16008 h 637883"/>
              <a:gd name="csX418" fmla="*/ 421924 w 1008380"/>
              <a:gd name="csY418" fmla="*/ 17788 h 637883"/>
              <a:gd name="csX419" fmla="*/ 422936 w 1008380"/>
              <a:gd name="csY419" fmla="*/ 19656 h 637883"/>
              <a:gd name="csX420" fmla="*/ 423942 w 1008380"/>
              <a:gd name="csY420" fmla="*/ 21614 h 637883"/>
              <a:gd name="csX421" fmla="*/ 424954 w 1008380"/>
              <a:gd name="csY421" fmla="*/ 23660 h 637883"/>
              <a:gd name="csX422" fmla="*/ 425960 w 1008380"/>
              <a:gd name="csY422" fmla="*/ 25792 h 637883"/>
              <a:gd name="csX423" fmla="*/ 426972 w 1008380"/>
              <a:gd name="csY423" fmla="*/ 28010 h 637883"/>
              <a:gd name="csX424" fmla="*/ 427979 w 1008380"/>
              <a:gd name="csY424" fmla="*/ 30313 h 637883"/>
              <a:gd name="csX425" fmla="*/ 428991 w 1008380"/>
              <a:gd name="csY425" fmla="*/ 32700 h 637883"/>
              <a:gd name="csX426" fmla="*/ 430002 w 1008380"/>
              <a:gd name="csY426" fmla="*/ 35170 h 637883"/>
              <a:gd name="csX427" fmla="*/ 431009 w 1008380"/>
              <a:gd name="csY427" fmla="*/ 37722 h 637883"/>
              <a:gd name="csX428" fmla="*/ 432021 w 1008380"/>
              <a:gd name="csY428" fmla="*/ 40354 h 637883"/>
              <a:gd name="csX429" fmla="*/ 433027 w 1008380"/>
              <a:gd name="csY429" fmla="*/ 43066 h 637883"/>
              <a:gd name="csX430" fmla="*/ 434039 w 1008380"/>
              <a:gd name="csY430" fmla="*/ 45856 h 637883"/>
              <a:gd name="csX431" fmla="*/ 435046 w 1008380"/>
              <a:gd name="csY431" fmla="*/ 48722 h 637883"/>
              <a:gd name="csX432" fmla="*/ 436057 w 1008380"/>
              <a:gd name="csY432" fmla="*/ 51666 h 637883"/>
              <a:gd name="csX433" fmla="*/ 437064 w 1008380"/>
              <a:gd name="csY433" fmla="*/ 54683 h 637883"/>
              <a:gd name="csX434" fmla="*/ 438076 w 1008380"/>
              <a:gd name="csY434" fmla="*/ 57773 h 637883"/>
              <a:gd name="csX435" fmla="*/ 439082 w 1008380"/>
              <a:gd name="csY435" fmla="*/ 60936 h 637883"/>
              <a:gd name="csX436" fmla="*/ 440094 w 1008380"/>
              <a:gd name="csY436" fmla="*/ 64169 h 637883"/>
              <a:gd name="csX437" fmla="*/ 441100 w 1008380"/>
              <a:gd name="csY437" fmla="*/ 67471 h 637883"/>
              <a:gd name="csX438" fmla="*/ 442112 w 1008380"/>
              <a:gd name="csY438" fmla="*/ 70841 h 637883"/>
              <a:gd name="csX439" fmla="*/ 443124 w 1008380"/>
              <a:gd name="csY439" fmla="*/ 74278 h 637883"/>
              <a:gd name="csX440" fmla="*/ 444131 w 1008380"/>
              <a:gd name="csY440" fmla="*/ 77779 h 637883"/>
              <a:gd name="csX441" fmla="*/ 445142 w 1008380"/>
              <a:gd name="csY441" fmla="*/ 81343 h 637883"/>
              <a:gd name="csX442" fmla="*/ 446149 w 1008380"/>
              <a:gd name="csY442" fmla="*/ 84970 h 637883"/>
              <a:gd name="csX443" fmla="*/ 447161 w 1008380"/>
              <a:gd name="csY443" fmla="*/ 88657 h 637883"/>
              <a:gd name="csX444" fmla="*/ 448167 w 1008380"/>
              <a:gd name="csY444" fmla="*/ 92403 h 637883"/>
              <a:gd name="csX445" fmla="*/ 449179 w 1008380"/>
              <a:gd name="csY445" fmla="*/ 96205 h 637883"/>
              <a:gd name="csX446" fmla="*/ 450186 w 1008380"/>
              <a:gd name="csY446" fmla="*/ 100065 h 637883"/>
              <a:gd name="csX447" fmla="*/ 451197 w 1008380"/>
              <a:gd name="csY447" fmla="*/ 103978 h 637883"/>
              <a:gd name="csX448" fmla="*/ 452204 w 1008380"/>
              <a:gd name="csY448" fmla="*/ 107943 h 637883"/>
              <a:gd name="csX449" fmla="*/ 453216 w 1008380"/>
              <a:gd name="csY449" fmla="*/ 111960 h 637883"/>
              <a:gd name="csX450" fmla="*/ 454228 w 1008380"/>
              <a:gd name="csY450" fmla="*/ 116026 h 637883"/>
              <a:gd name="csX451" fmla="*/ 455234 w 1008380"/>
              <a:gd name="csY451" fmla="*/ 120140 h 637883"/>
              <a:gd name="csX452" fmla="*/ 456246 w 1008380"/>
              <a:gd name="csY452" fmla="*/ 124300 h 637883"/>
              <a:gd name="csX453" fmla="*/ 457252 w 1008380"/>
              <a:gd name="csY453" fmla="*/ 128505 h 637883"/>
              <a:gd name="csX454" fmla="*/ 458264 w 1008380"/>
              <a:gd name="csY454" fmla="*/ 132752 h 637883"/>
              <a:gd name="csX455" fmla="*/ 459271 w 1008380"/>
              <a:gd name="csY455" fmla="*/ 137041 h 637883"/>
              <a:gd name="csX456" fmla="*/ 460282 w 1008380"/>
              <a:gd name="csY456" fmla="*/ 141369 h 637883"/>
              <a:gd name="csX457" fmla="*/ 461289 w 1008380"/>
              <a:gd name="csY457" fmla="*/ 145735 h 637883"/>
              <a:gd name="csX458" fmla="*/ 462301 w 1008380"/>
              <a:gd name="csY458" fmla="*/ 150138 h 637883"/>
              <a:gd name="csX459" fmla="*/ 463307 w 1008380"/>
              <a:gd name="csY459" fmla="*/ 154575 h 637883"/>
              <a:gd name="csX460" fmla="*/ 464319 w 1008380"/>
              <a:gd name="csY460" fmla="*/ 159044 h 637883"/>
              <a:gd name="csX461" fmla="*/ 465331 w 1008380"/>
              <a:gd name="csY461" fmla="*/ 163545 h 637883"/>
              <a:gd name="csX462" fmla="*/ 466337 w 1008380"/>
              <a:gd name="csY462" fmla="*/ 168076 h 637883"/>
              <a:gd name="csX463" fmla="*/ 467349 w 1008380"/>
              <a:gd name="csY463" fmla="*/ 172635 h 637883"/>
              <a:gd name="csX464" fmla="*/ 468356 w 1008380"/>
              <a:gd name="csY464" fmla="*/ 177220 h 637883"/>
              <a:gd name="csX465" fmla="*/ 469368 w 1008380"/>
              <a:gd name="csY465" fmla="*/ 181829 h 637883"/>
              <a:gd name="csX466" fmla="*/ 470374 w 1008380"/>
              <a:gd name="csY466" fmla="*/ 186461 h 637883"/>
              <a:gd name="csX467" fmla="*/ 471386 w 1008380"/>
              <a:gd name="csY467" fmla="*/ 191115 h 637883"/>
              <a:gd name="csX468" fmla="*/ 472392 w 1008380"/>
              <a:gd name="csY468" fmla="*/ 195788 h 637883"/>
              <a:gd name="csX469" fmla="*/ 473404 w 1008380"/>
              <a:gd name="csY469" fmla="*/ 200480 h 637883"/>
              <a:gd name="csX470" fmla="*/ 474411 w 1008380"/>
              <a:gd name="csY470" fmla="*/ 205188 h 637883"/>
              <a:gd name="csX471" fmla="*/ 475423 w 1008380"/>
              <a:gd name="csY471" fmla="*/ 209910 h 637883"/>
              <a:gd name="csX472" fmla="*/ 476434 w 1008380"/>
              <a:gd name="csY472" fmla="*/ 214646 h 637883"/>
              <a:gd name="csX473" fmla="*/ 477441 w 1008380"/>
              <a:gd name="csY473" fmla="*/ 219393 h 637883"/>
              <a:gd name="csX474" fmla="*/ 478453 w 1008380"/>
              <a:gd name="csY474" fmla="*/ 224151 h 637883"/>
              <a:gd name="csX475" fmla="*/ 479459 w 1008380"/>
              <a:gd name="csY475" fmla="*/ 228917 h 637883"/>
              <a:gd name="csX476" fmla="*/ 480471 w 1008380"/>
              <a:gd name="csY476" fmla="*/ 233690 h 637883"/>
              <a:gd name="csX477" fmla="*/ 481477 w 1008380"/>
              <a:gd name="csY477" fmla="*/ 238468 h 637883"/>
              <a:gd name="csX478" fmla="*/ 482489 w 1008380"/>
              <a:gd name="csY478" fmla="*/ 243251 h 637883"/>
              <a:gd name="csX479" fmla="*/ 483496 w 1008380"/>
              <a:gd name="csY479" fmla="*/ 248035 h 637883"/>
              <a:gd name="csX480" fmla="*/ 484508 w 1008380"/>
              <a:gd name="csY480" fmla="*/ 252821 h 637883"/>
              <a:gd name="csX481" fmla="*/ 485514 w 1008380"/>
              <a:gd name="csY481" fmla="*/ 257606 h 637883"/>
              <a:gd name="csX482" fmla="*/ 486526 w 1008380"/>
              <a:gd name="csY482" fmla="*/ 262389 h 637883"/>
              <a:gd name="csX483" fmla="*/ 487532 w 1008380"/>
              <a:gd name="csY483" fmla="*/ 267168 h 637883"/>
              <a:gd name="csX484" fmla="*/ 488544 w 1008380"/>
              <a:gd name="csY484" fmla="*/ 271943 h 637883"/>
              <a:gd name="csX485" fmla="*/ 489556 w 1008380"/>
              <a:gd name="csY485" fmla="*/ 276712 h 637883"/>
              <a:gd name="csX486" fmla="*/ 490563 w 1008380"/>
              <a:gd name="csY486" fmla="*/ 281473 h 637883"/>
              <a:gd name="csX487" fmla="*/ 491574 w 1008380"/>
              <a:gd name="csY487" fmla="*/ 286225 h 637883"/>
              <a:gd name="csX488" fmla="*/ 492581 w 1008380"/>
              <a:gd name="csY488" fmla="*/ 290966 h 637883"/>
              <a:gd name="csX489" fmla="*/ 493593 w 1008380"/>
              <a:gd name="csY489" fmla="*/ 295696 h 637883"/>
              <a:gd name="csX490" fmla="*/ 494599 w 1008380"/>
              <a:gd name="csY490" fmla="*/ 300414 h 637883"/>
              <a:gd name="csX491" fmla="*/ 495611 w 1008380"/>
              <a:gd name="csY491" fmla="*/ 305117 h 637883"/>
              <a:gd name="csX492" fmla="*/ 496617 w 1008380"/>
              <a:gd name="csY492" fmla="*/ 309804 h 637883"/>
              <a:gd name="csX493" fmla="*/ 497629 w 1008380"/>
              <a:gd name="csY493" fmla="*/ 314476 h 637883"/>
              <a:gd name="csX494" fmla="*/ 498636 w 1008380"/>
              <a:gd name="csY494" fmla="*/ 319129 h 637883"/>
              <a:gd name="csX495" fmla="*/ 499648 w 1008380"/>
              <a:gd name="csY495" fmla="*/ 323764 h 637883"/>
              <a:gd name="csX496" fmla="*/ 500659 w 1008380"/>
              <a:gd name="csY496" fmla="*/ 328378 h 637883"/>
              <a:gd name="csX497" fmla="*/ 501666 w 1008380"/>
              <a:gd name="csY497" fmla="*/ 332972 h 637883"/>
              <a:gd name="csX498" fmla="*/ 502678 w 1008380"/>
              <a:gd name="csY498" fmla="*/ 337543 h 637883"/>
              <a:gd name="csX499" fmla="*/ 503684 w 1008380"/>
              <a:gd name="csY499" fmla="*/ 342091 h 637883"/>
              <a:gd name="csX500" fmla="*/ 504696 w 1008380"/>
              <a:gd name="csY500" fmla="*/ 346614 h 637883"/>
              <a:gd name="csX501" fmla="*/ 505703 w 1008380"/>
              <a:gd name="csY501" fmla="*/ 351113 h 637883"/>
              <a:gd name="csX502" fmla="*/ 506714 w 1008380"/>
              <a:gd name="csY502" fmla="*/ 355585 h 637883"/>
              <a:gd name="csX503" fmla="*/ 507721 w 1008380"/>
              <a:gd name="csY503" fmla="*/ 360030 h 637883"/>
              <a:gd name="csX504" fmla="*/ 508733 w 1008380"/>
              <a:gd name="csY504" fmla="*/ 364446 h 637883"/>
              <a:gd name="csX505" fmla="*/ 509739 w 1008380"/>
              <a:gd name="csY505" fmla="*/ 368834 h 637883"/>
              <a:gd name="csX506" fmla="*/ 510751 w 1008380"/>
              <a:gd name="csY506" fmla="*/ 373192 h 637883"/>
              <a:gd name="csX507" fmla="*/ 511763 w 1008380"/>
              <a:gd name="csY507" fmla="*/ 377519 h 637883"/>
              <a:gd name="csX508" fmla="*/ 512769 w 1008380"/>
              <a:gd name="csY508" fmla="*/ 381815 h 637883"/>
              <a:gd name="csX509" fmla="*/ 513781 w 1008380"/>
              <a:gd name="csY509" fmla="*/ 386078 h 637883"/>
              <a:gd name="csX510" fmla="*/ 514788 w 1008380"/>
              <a:gd name="csY510" fmla="*/ 390307 h 637883"/>
              <a:gd name="csX511" fmla="*/ 515799 w 1008380"/>
              <a:gd name="csY511" fmla="*/ 394504 h 637883"/>
              <a:gd name="csX512" fmla="*/ 516806 w 1008380"/>
              <a:gd name="csY512" fmla="*/ 398666 h 637883"/>
              <a:gd name="csX513" fmla="*/ 517818 w 1008380"/>
              <a:gd name="csY513" fmla="*/ 402792 h 637883"/>
              <a:gd name="csX514" fmla="*/ 518824 w 1008380"/>
              <a:gd name="csY514" fmla="*/ 406883 h 637883"/>
              <a:gd name="csX515" fmla="*/ 519836 w 1008380"/>
              <a:gd name="csY515" fmla="*/ 410937 h 637883"/>
              <a:gd name="csX516" fmla="*/ 520843 w 1008380"/>
              <a:gd name="csY516" fmla="*/ 414954 h 637883"/>
              <a:gd name="csX517" fmla="*/ 521854 w 1008380"/>
              <a:gd name="csY517" fmla="*/ 418933 h 637883"/>
              <a:gd name="csX518" fmla="*/ 522866 w 1008380"/>
              <a:gd name="csY518" fmla="*/ 422875 h 637883"/>
              <a:gd name="csX519" fmla="*/ 523873 w 1008380"/>
              <a:gd name="csY519" fmla="*/ 426778 h 637883"/>
              <a:gd name="csX520" fmla="*/ 524885 w 1008380"/>
              <a:gd name="csY520" fmla="*/ 430641 h 637883"/>
              <a:gd name="csX521" fmla="*/ 525891 w 1008380"/>
              <a:gd name="csY521" fmla="*/ 434465 h 637883"/>
              <a:gd name="csX522" fmla="*/ 526903 w 1008380"/>
              <a:gd name="csY522" fmla="*/ 438250 h 637883"/>
              <a:gd name="csX523" fmla="*/ 527909 w 1008380"/>
              <a:gd name="csY523" fmla="*/ 441993 h 637883"/>
              <a:gd name="csX524" fmla="*/ 528921 w 1008380"/>
              <a:gd name="csY524" fmla="*/ 445696 h 637883"/>
              <a:gd name="csX525" fmla="*/ 529928 w 1008380"/>
              <a:gd name="csY525" fmla="*/ 449358 h 637883"/>
              <a:gd name="csX526" fmla="*/ 530940 w 1008380"/>
              <a:gd name="csY526" fmla="*/ 452978 h 637883"/>
              <a:gd name="csX527" fmla="*/ 531946 w 1008380"/>
              <a:gd name="csY527" fmla="*/ 456556 h 637883"/>
              <a:gd name="csX528" fmla="*/ 532958 w 1008380"/>
              <a:gd name="csY528" fmla="*/ 460091 h 637883"/>
              <a:gd name="csX529" fmla="*/ 533970 w 1008380"/>
              <a:gd name="csY529" fmla="*/ 463585 h 637883"/>
              <a:gd name="csX530" fmla="*/ 534976 w 1008380"/>
              <a:gd name="csY530" fmla="*/ 467041 h 637883"/>
              <a:gd name="csX531" fmla="*/ 535988 w 1008380"/>
              <a:gd name="csY531" fmla="*/ 470449 h 637883"/>
              <a:gd name="csX532" fmla="*/ 536994 w 1008380"/>
              <a:gd name="csY532" fmla="*/ 473815 h 637883"/>
              <a:gd name="csX533" fmla="*/ 538006 w 1008380"/>
              <a:gd name="csY533" fmla="*/ 477138 h 637883"/>
              <a:gd name="csX534" fmla="*/ 539013 w 1008380"/>
              <a:gd name="csY534" fmla="*/ 480418 h 637883"/>
              <a:gd name="csX535" fmla="*/ 540025 w 1008380"/>
              <a:gd name="csY535" fmla="*/ 483651 h 637883"/>
              <a:gd name="csX536" fmla="*/ 541031 w 1008380"/>
              <a:gd name="csY536" fmla="*/ 486846 h 637883"/>
              <a:gd name="csX537" fmla="*/ 542043 w 1008380"/>
              <a:gd name="csY537" fmla="*/ 489993 h 637883"/>
              <a:gd name="csX538" fmla="*/ 543049 w 1008380"/>
              <a:gd name="csY538" fmla="*/ 493098 h 637883"/>
              <a:gd name="csX539" fmla="*/ 544061 w 1008380"/>
              <a:gd name="csY539" fmla="*/ 496165 h 637883"/>
              <a:gd name="csX540" fmla="*/ 545068 w 1008380"/>
              <a:gd name="csY540" fmla="*/ 499179 h 637883"/>
              <a:gd name="csX541" fmla="*/ 546080 w 1008380"/>
              <a:gd name="csY541" fmla="*/ 502156 h 637883"/>
              <a:gd name="csX542" fmla="*/ 547091 w 1008380"/>
              <a:gd name="csY542" fmla="*/ 505090 h 637883"/>
              <a:gd name="csX543" fmla="*/ 548098 w 1008380"/>
              <a:gd name="csY543" fmla="*/ 507977 h 637883"/>
              <a:gd name="csX544" fmla="*/ 549110 w 1008380"/>
              <a:gd name="csY544" fmla="*/ 510821 h 637883"/>
              <a:gd name="csX545" fmla="*/ 550116 w 1008380"/>
              <a:gd name="csY545" fmla="*/ 513622 h 637883"/>
              <a:gd name="csX546" fmla="*/ 551128 w 1008380"/>
              <a:gd name="csY546" fmla="*/ 516380 h 637883"/>
              <a:gd name="csX547" fmla="*/ 552134 w 1008380"/>
              <a:gd name="csY547" fmla="*/ 519096 h 637883"/>
              <a:gd name="csX548" fmla="*/ 553146 w 1008380"/>
              <a:gd name="csY548" fmla="*/ 521770 h 637883"/>
              <a:gd name="csX549" fmla="*/ 554153 w 1008380"/>
              <a:gd name="csY549" fmla="*/ 524400 h 637883"/>
              <a:gd name="csX550" fmla="*/ 555165 w 1008380"/>
              <a:gd name="csY550" fmla="*/ 526988 h 637883"/>
              <a:gd name="csX551" fmla="*/ 556171 w 1008380"/>
              <a:gd name="csY551" fmla="*/ 529534 h 637883"/>
              <a:gd name="csX552" fmla="*/ 557183 w 1008380"/>
              <a:gd name="csY552" fmla="*/ 532037 h 637883"/>
              <a:gd name="csX553" fmla="*/ 558195 w 1008380"/>
              <a:gd name="csY553" fmla="*/ 534497 h 637883"/>
              <a:gd name="csX554" fmla="*/ 559201 w 1008380"/>
              <a:gd name="csY554" fmla="*/ 536915 h 637883"/>
              <a:gd name="csX555" fmla="*/ 560213 w 1008380"/>
              <a:gd name="csY555" fmla="*/ 539290 h 637883"/>
              <a:gd name="csX556" fmla="*/ 561220 w 1008380"/>
              <a:gd name="csY556" fmla="*/ 541628 h 637883"/>
              <a:gd name="csX557" fmla="*/ 562231 w 1008380"/>
              <a:gd name="csY557" fmla="*/ 543923 h 637883"/>
              <a:gd name="csX558" fmla="*/ 563238 w 1008380"/>
              <a:gd name="csY558" fmla="*/ 546176 h 637883"/>
              <a:gd name="csX559" fmla="*/ 564250 w 1008380"/>
              <a:gd name="csY559" fmla="*/ 548391 h 637883"/>
              <a:gd name="csX560" fmla="*/ 565256 w 1008380"/>
              <a:gd name="csY560" fmla="*/ 550564 h 637883"/>
              <a:gd name="csX561" fmla="*/ 566268 w 1008380"/>
              <a:gd name="csY561" fmla="*/ 552699 h 637883"/>
              <a:gd name="csX562" fmla="*/ 567275 w 1008380"/>
              <a:gd name="csY562" fmla="*/ 554792 h 637883"/>
              <a:gd name="csX563" fmla="*/ 568286 w 1008380"/>
              <a:gd name="csY563" fmla="*/ 556848 h 637883"/>
              <a:gd name="csX564" fmla="*/ 569298 w 1008380"/>
              <a:gd name="csY564" fmla="*/ 558866 h 637883"/>
              <a:gd name="csX565" fmla="*/ 570305 w 1008380"/>
              <a:gd name="csY565" fmla="*/ 560847 h 637883"/>
              <a:gd name="csX566" fmla="*/ 571316 w 1008380"/>
              <a:gd name="csY566" fmla="*/ 562786 h 637883"/>
              <a:gd name="csX567" fmla="*/ 572323 w 1008380"/>
              <a:gd name="csY567" fmla="*/ 564687 h 637883"/>
              <a:gd name="csX568" fmla="*/ 573335 w 1008380"/>
              <a:gd name="csY568" fmla="*/ 566556 h 637883"/>
              <a:gd name="csX569" fmla="*/ 574341 w 1008380"/>
              <a:gd name="csY569" fmla="*/ 568383 h 637883"/>
              <a:gd name="csX570" fmla="*/ 575353 w 1008380"/>
              <a:gd name="csY570" fmla="*/ 570172 h 637883"/>
              <a:gd name="csX571" fmla="*/ 576360 w 1008380"/>
              <a:gd name="csY571" fmla="*/ 571929 h 637883"/>
              <a:gd name="csX572" fmla="*/ 577371 w 1008380"/>
              <a:gd name="csY572" fmla="*/ 573649 h 637883"/>
              <a:gd name="csX573" fmla="*/ 578378 w 1008380"/>
              <a:gd name="csY573" fmla="*/ 575337 h 637883"/>
              <a:gd name="csX574" fmla="*/ 579390 w 1008380"/>
              <a:gd name="csY574" fmla="*/ 576983 h 637883"/>
              <a:gd name="csX575" fmla="*/ 580402 w 1008380"/>
              <a:gd name="csY575" fmla="*/ 578602 h 637883"/>
              <a:gd name="csX576" fmla="*/ 581408 w 1008380"/>
              <a:gd name="csY576" fmla="*/ 580183 h 637883"/>
              <a:gd name="csX577" fmla="*/ 582420 w 1008380"/>
              <a:gd name="csY577" fmla="*/ 581728 h 637883"/>
              <a:gd name="csX578" fmla="*/ 583426 w 1008380"/>
              <a:gd name="csY578" fmla="*/ 583246 h 637883"/>
              <a:gd name="csX579" fmla="*/ 584438 w 1008380"/>
              <a:gd name="csY579" fmla="*/ 584726 h 637883"/>
              <a:gd name="csX580" fmla="*/ 585445 w 1008380"/>
              <a:gd name="csY580" fmla="*/ 586175 h 637883"/>
              <a:gd name="csX581" fmla="*/ 586457 w 1008380"/>
              <a:gd name="csY581" fmla="*/ 587596 h 637883"/>
              <a:gd name="csX582" fmla="*/ 587463 w 1008380"/>
              <a:gd name="csY582" fmla="*/ 588981 h 637883"/>
              <a:gd name="csX583" fmla="*/ 588475 w 1008380"/>
              <a:gd name="csY583" fmla="*/ 590339 h 637883"/>
              <a:gd name="csX584" fmla="*/ 589481 w 1008380"/>
              <a:gd name="csY584" fmla="*/ 591660 h 637883"/>
              <a:gd name="csX585" fmla="*/ 590493 w 1008380"/>
              <a:gd name="csY585" fmla="*/ 592959 h 637883"/>
              <a:gd name="csX586" fmla="*/ 591500 w 1008380"/>
              <a:gd name="csY586" fmla="*/ 594221 h 637883"/>
              <a:gd name="csX587" fmla="*/ 592511 w 1008380"/>
              <a:gd name="csY587" fmla="*/ 595457 h 637883"/>
              <a:gd name="csX588" fmla="*/ 593523 w 1008380"/>
              <a:gd name="csY588" fmla="*/ 596666 h 637883"/>
              <a:gd name="csX589" fmla="*/ 594530 w 1008380"/>
              <a:gd name="csY589" fmla="*/ 597848 h 637883"/>
              <a:gd name="csX590" fmla="*/ 595542 w 1008380"/>
              <a:gd name="csY590" fmla="*/ 598998 h 637883"/>
              <a:gd name="csX591" fmla="*/ 596548 w 1008380"/>
              <a:gd name="csY591" fmla="*/ 600122 h 637883"/>
              <a:gd name="csX592" fmla="*/ 597560 w 1008380"/>
              <a:gd name="csY592" fmla="*/ 601219 h 637883"/>
              <a:gd name="csX593" fmla="*/ 598566 w 1008380"/>
              <a:gd name="csY593" fmla="*/ 602289 h 637883"/>
              <a:gd name="csX594" fmla="*/ 599578 w 1008380"/>
              <a:gd name="csY594" fmla="*/ 603333 h 637883"/>
              <a:gd name="csX595" fmla="*/ 600585 w 1008380"/>
              <a:gd name="csY595" fmla="*/ 604355 h 637883"/>
              <a:gd name="csX596" fmla="*/ 601597 w 1008380"/>
              <a:gd name="csY596" fmla="*/ 605346 h 637883"/>
              <a:gd name="csX597" fmla="*/ 602603 w 1008380"/>
              <a:gd name="csY597" fmla="*/ 606315 h 637883"/>
              <a:gd name="csX598" fmla="*/ 603615 w 1008380"/>
              <a:gd name="csY598" fmla="*/ 607263 h 637883"/>
              <a:gd name="csX599" fmla="*/ 604627 w 1008380"/>
              <a:gd name="csY599" fmla="*/ 608184 h 637883"/>
              <a:gd name="csX600" fmla="*/ 605633 w 1008380"/>
              <a:gd name="csY600" fmla="*/ 609084 h 637883"/>
              <a:gd name="csX601" fmla="*/ 606645 w 1008380"/>
              <a:gd name="csY601" fmla="*/ 609958 h 637883"/>
              <a:gd name="csX602" fmla="*/ 607651 w 1008380"/>
              <a:gd name="csY602" fmla="*/ 610810 h 637883"/>
              <a:gd name="csX603" fmla="*/ 608663 w 1008380"/>
              <a:gd name="csY603" fmla="*/ 611640 h 637883"/>
              <a:gd name="csX604" fmla="*/ 609670 w 1008380"/>
              <a:gd name="csY604" fmla="*/ 612450 h 637883"/>
              <a:gd name="csX605" fmla="*/ 610682 w 1008380"/>
              <a:gd name="csY605" fmla="*/ 613238 h 637883"/>
              <a:gd name="csX606" fmla="*/ 611688 w 1008380"/>
              <a:gd name="csY606" fmla="*/ 614005 h 637883"/>
              <a:gd name="csX607" fmla="*/ 612700 w 1008380"/>
              <a:gd name="csY607" fmla="*/ 614756 h 637883"/>
              <a:gd name="csX608" fmla="*/ 613706 w 1008380"/>
              <a:gd name="csY608" fmla="*/ 615480 h 637883"/>
              <a:gd name="csX609" fmla="*/ 614718 w 1008380"/>
              <a:gd name="csY609" fmla="*/ 616188 h 637883"/>
              <a:gd name="csX610" fmla="*/ 615730 w 1008380"/>
              <a:gd name="csY610" fmla="*/ 616875 h 637883"/>
              <a:gd name="csX611" fmla="*/ 616737 w 1008380"/>
              <a:gd name="csY611" fmla="*/ 617546 h 637883"/>
              <a:gd name="csX612" fmla="*/ 617748 w 1008380"/>
              <a:gd name="csY612" fmla="*/ 618196 h 637883"/>
              <a:gd name="csX613" fmla="*/ 618755 w 1008380"/>
              <a:gd name="csY613" fmla="*/ 618830 h 637883"/>
              <a:gd name="csX614" fmla="*/ 619767 w 1008380"/>
              <a:gd name="csY614" fmla="*/ 619447 h 637883"/>
              <a:gd name="csX615" fmla="*/ 620773 w 1008380"/>
              <a:gd name="csY615" fmla="*/ 620044 h 637883"/>
              <a:gd name="csX616" fmla="*/ 621785 w 1008380"/>
              <a:gd name="csY616" fmla="*/ 620630 h 637883"/>
              <a:gd name="csX617" fmla="*/ 622792 w 1008380"/>
              <a:gd name="csY617" fmla="*/ 621194 h 637883"/>
              <a:gd name="csX618" fmla="*/ 623803 w 1008380"/>
              <a:gd name="csY618" fmla="*/ 621743 h 637883"/>
              <a:gd name="csX619" fmla="*/ 624810 w 1008380"/>
              <a:gd name="csY619" fmla="*/ 622275 h 637883"/>
              <a:gd name="csX620" fmla="*/ 625822 w 1008380"/>
              <a:gd name="csY620" fmla="*/ 622792 h 637883"/>
              <a:gd name="csX621" fmla="*/ 626833 w 1008380"/>
              <a:gd name="csY621" fmla="*/ 623298 h 637883"/>
              <a:gd name="csX622" fmla="*/ 627840 w 1008380"/>
              <a:gd name="csY622" fmla="*/ 623788 h 637883"/>
              <a:gd name="csX623" fmla="*/ 628852 w 1008380"/>
              <a:gd name="csY623" fmla="*/ 624262 h 637883"/>
              <a:gd name="csX624" fmla="*/ 629858 w 1008380"/>
              <a:gd name="csY624" fmla="*/ 624720 h 637883"/>
              <a:gd name="csX625" fmla="*/ 630870 w 1008380"/>
              <a:gd name="csY625" fmla="*/ 625167 h 637883"/>
              <a:gd name="csX626" fmla="*/ 631877 w 1008380"/>
              <a:gd name="csY626" fmla="*/ 625604 h 637883"/>
              <a:gd name="csX627" fmla="*/ 632888 w 1008380"/>
              <a:gd name="csY627" fmla="*/ 626024 h 637883"/>
              <a:gd name="csX628" fmla="*/ 633895 w 1008380"/>
              <a:gd name="csY628" fmla="*/ 626429 h 637883"/>
              <a:gd name="csX629" fmla="*/ 634907 w 1008380"/>
              <a:gd name="csY629" fmla="*/ 626828 h 637883"/>
              <a:gd name="csX630" fmla="*/ 635913 w 1008380"/>
              <a:gd name="csY630" fmla="*/ 627212 h 637883"/>
              <a:gd name="csX631" fmla="*/ 636925 w 1008380"/>
              <a:gd name="csY631" fmla="*/ 627579 h 637883"/>
              <a:gd name="csX632" fmla="*/ 637931 w 1008380"/>
              <a:gd name="csY632" fmla="*/ 627941 h 637883"/>
              <a:gd name="csX633" fmla="*/ 638943 w 1008380"/>
              <a:gd name="csY633" fmla="*/ 628293 h 637883"/>
              <a:gd name="csX634" fmla="*/ 639955 w 1008380"/>
              <a:gd name="csY634" fmla="*/ 628628 h 637883"/>
              <a:gd name="csX635" fmla="*/ 640962 w 1008380"/>
              <a:gd name="csY635" fmla="*/ 628959 h 637883"/>
              <a:gd name="csX636" fmla="*/ 641974 w 1008380"/>
              <a:gd name="csY636" fmla="*/ 629273 h 637883"/>
              <a:gd name="csX637" fmla="*/ 642980 w 1008380"/>
              <a:gd name="csY637" fmla="*/ 629582 h 637883"/>
              <a:gd name="csX638" fmla="*/ 643992 w 1008380"/>
              <a:gd name="csY638" fmla="*/ 629880 h 637883"/>
              <a:gd name="csX639" fmla="*/ 644998 w 1008380"/>
              <a:gd name="csY639" fmla="*/ 630167 h 637883"/>
              <a:gd name="csX640" fmla="*/ 646010 w 1008380"/>
              <a:gd name="csY640" fmla="*/ 630450 h 637883"/>
              <a:gd name="csX641" fmla="*/ 647017 w 1008380"/>
              <a:gd name="csY641" fmla="*/ 630716 h 637883"/>
              <a:gd name="csX642" fmla="*/ 648028 w 1008380"/>
              <a:gd name="csY642" fmla="*/ 630977 h 637883"/>
              <a:gd name="csX643" fmla="*/ 649035 w 1008380"/>
              <a:gd name="csY643" fmla="*/ 631232 h 637883"/>
              <a:gd name="csX644" fmla="*/ 650047 w 1008380"/>
              <a:gd name="csY644" fmla="*/ 631477 h 637883"/>
              <a:gd name="csX645" fmla="*/ 651059 w 1008380"/>
              <a:gd name="csY645" fmla="*/ 631712 h 637883"/>
              <a:gd name="csX646" fmla="*/ 652065 w 1008380"/>
              <a:gd name="csY646" fmla="*/ 631941 h 637883"/>
              <a:gd name="csX647" fmla="*/ 653077 w 1008380"/>
              <a:gd name="csY647" fmla="*/ 632164 h 637883"/>
              <a:gd name="csX648" fmla="*/ 654083 w 1008380"/>
              <a:gd name="csY648" fmla="*/ 632377 h 637883"/>
              <a:gd name="csX649" fmla="*/ 655095 w 1008380"/>
              <a:gd name="csY649" fmla="*/ 632585 h 637883"/>
              <a:gd name="csX650" fmla="*/ 656102 w 1008380"/>
              <a:gd name="csY650" fmla="*/ 632782 h 637883"/>
              <a:gd name="csX651" fmla="*/ 657113 w 1008380"/>
              <a:gd name="csY651" fmla="*/ 632974 h 637883"/>
              <a:gd name="csX652" fmla="*/ 658120 w 1008380"/>
              <a:gd name="csY652" fmla="*/ 633160 h 637883"/>
              <a:gd name="csX653" fmla="*/ 659132 w 1008380"/>
              <a:gd name="csY653" fmla="*/ 633341 h 637883"/>
              <a:gd name="csX654" fmla="*/ 660138 w 1008380"/>
              <a:gd name="csY654" fmla="*/ 633517 h 637883"/>
              <a:gd name="csX655" fmla="*/ 661150 w 1008380"/>
              <a:gd name="csY655" fmla="*/ 633682 h 637883"/>
              <a:gd name="csX656" fmla="*/ 662162 w 1008380"/>
              <a:gd name="csY656" fmla="*/ 633847 h 637883"/>
              <a:gd name="csX657" fmla="*/ 663168 w 1008380"/>
              <a:gd name="csY657" fmla="*/ 634002 h 637883"/>
              <a:gd name="csX658" fmla="*/ 664180 w 1008380"/>
              <a:gd name="csY658" fmla="*/ 634151 h 637883"/>
              <a:gd name="csX659" fmla="*/ 665187 w 1008380"/>
              <a:gd name="csY659" fmla="*/ 634295 h 637883"/>
              <a:gd name="csX660" fmla="*/ 666199 w 1008380"/>
              <a:gd name="csY660" fmla="*/ 634438 h 637883"/>
              <a:gd name="csX661" fmla="*/ 667205 w 1008380"/>
              <a:gd name="csY661" fmla="*/ 634571 h 637883"/>
              <a:gd name="csX662" fmla="*/ 668217 w 1008380"/>
              <a:gd name="csY662" fmla="*/ 634705 h 637883"/>
              <a:gd name="csX663" fmla="*/ 669223 w 1008380"/>
              <a:gd name="csY663" fmla="*/ 634827 h 637883"/>
              <a:gd name="csX664" fmla="*/ 670235 w 1008380"/>
              <a:gd name="csY664" fmla="*/ 634950 h 637883"/>
              <a:gd name="csX665" fmla="*/ 671242 w 1008380"/>
              <a:gd name="csY665" fmla="*/ 635067 h 637883"/>
              <a:gd name="csX666" fmla="*/ 672254 w 1008380"/>
              <a:gd name="csY666" fmla="*/ 635179 h 637883"/>
              <a:gd name="csX667" fmla="*/ 673265 w 1008380"/>
              <a:gd name="csY667" fmla="*/ 635290 h 637883"/>
              <a:gd name="csX668" fmla="*/ 674272 w 1008380"/>
              <a:gd name="csY668" fmla="*/ 635392 h 637883"/>
              <a:gd name="csX669" fmla="*/ 675284 w 1008380"/>
              <a:gd name="csY669" fmla="*/ 635493 h 637883"/>
              <a:gd name="csX670" fmla="*/ 676290 w 1008380"/>
              <a:gd name="csY670" fmla="*/ 635589 h 637883"/>
              <a:gd name="csX671" fmla="*/ 677302 w 1008380"/>
              <a:gd name="csY671" fmla="*/ 635685 h 637883"/>
              <a:gd name="csX672" fmla="*/ 678308 w 1008380"/>
              <a:gd name="csY672" fmla="*/ 635775 h 637883"/>
              <a:gd name="csX673" fmla="*/ 679320 w 1008380"/>
              <a:gd name="csY673" fmla="*/ 635860 h 637883"/>
              <a:gd name="csX674" fmla="*/ 680327 w 1008380"/>
              <a:gd name="csY674" fmla="*/ 635945 h 637883"/>
              <a:gd name="csX675" fmla="*/ 681339 w 1008380"/>
              <a:gd name="csY675" fmla="*/ 636025 h 637883"/>
              <a:gd name="csX676" fmla="*/ 682345 w 1008380"/>
              <a:gd name="csY676" fmla="*/ 636100 h 637883"/>
              <a:gd name="csX677" fmla="*/ 683357 w 1008380"/>
              <a:gd name="csY677" fmla="*/ 636174 h 637883"/>
              <a:gd name="csX678" fmla="*/ 684363 w 1008380"/>
              <a:gd name="csY678" fmla="*/ 636249 h 637883"/>
              <a:gd name="csX679" fmla="*/ 685375 w 1008380"/>
              <a:gd name="csY679" fmla="*/ 636318 h 637883"/>
              <a:gd name="csX680" fmla="*/ 686387 w 1008380"/>
              <a:gd name="csY680" fmla="*/ 636382 h 637883"/>
              <a:gd name="csX681" fmla="*/ 687394 w 1008380"/>
              <a:gd name="csY681" fmla="*/ 636446 h 637883"/>
              <a:gd name="csX682" fmla="*/ 688405 w 1008380"/>
              <a:gd name="csY682" fmla="*/ 636505 h 637883"/>
              <a:gd name="csX683" fmla="*/ 689412 w 1008380"/>
              <a:gd name="csY683" fmla="*/ 636563 h 637883"/>
              <a:gd name="csX684" fmla="*/ 690424 w 1008380"/>
              <a:gd name="csY684" fmla="*/ 636622 h 637883"/>
              <a:gd name="csX685" fmla="*/ 691430 w 1008380"/>
              <a:gd name="csY685" fmla="*/ 636675 h 637883"/>
              <a:gd name="csX686" fmla="*/ 692442 w 1008380"/>
              <a:gd name="csY686" fmla="*/ 636728 h 637883"/>
              <a:gd name="csX687" fmla="*/ 693448 w 1008380"/>
              <a:gd name="csY687" fmla="*/ 636776 h 637883"/>
              <a:gd name="csX688" fmla="*/ 694460 w 1008380"/>
              <a:gd name="csY688" fmla="*/ 636824 h 637883"/>
              <a:gd name="csX689" fmla="*/ 695467 w 1008380"/>
              <a:gd name="csY689" fmla="*/ 636872 h 637883"/>
              <a:gd name="csX690" fmla="*/ 696479 w 1008380"/>
              <a:gd name="csY690" fmla="*/ 636915 h 637883"/>
              <a:gd name="csX691" fmla="*/ 697490 w 1008380"/>
              <a:gd name="csY691" fmla="*/ 636957 h 637883"/>
              <a:gd name="csX692" fmla="*/ 698497 w 1008380"/>
              <a:gd name="csY692" fmla="*/ 637000 h 637883"/>
              <a:gd name="csX693" fmla="*/ 699509 w 1008380"/>
              <a:gd name="csY693" fmla="*/ 637037 h 637883"/>
              <a:gd name="csX694" fmla="*/ 700515 w 1008380"/>
              <a:gd name="csY694" fmla="*/ 637074 h 637883"/>
              <a:gd name="csX695" fmla="*/ 701527 w 1008380"/>
              <a:gd name="csY695" fmla="*/ 637112 h 637883"/>
              <a:gd name="csX696" fmla="*/ 702534 w 1008380"/>
              <a:gd name="csY696" fmla="*/ 637144 h 637883"/>
              <a:gd name="csX697" fmla="*/ 703545 w 1008380"/>
              <a:gd name="csY697" fmla="*/ 637176 h 637883"/>
              <a:gd name="csX698" fmla="*/ 704552 w 1008380"/>
              <a:gd name="csY698" fmla="*/ 637208 h 637883"/>
              <a:gd name="csX699" fmla="*/ 705564 w 1008380"/>
              <a:gd name="csY699" fmla="*/ 637240 h 637883"/>
              <a:gd name="csX700" fmla="*/ 706570 w 1008380"/>
              <a:gd name="csY700" fmla="*/ 637271 h 637883"/>
              <a:gd name="csX701" fmla="*/ 707582 w 1008380"/>
              <a:gd name="csY701" fmla="*/ 637298 h 637883"/>
              <a:gd name="csX702" fmla="*/ 708594 w 1008380"/>
              <a:gd name="csY702" fmla="*/ 637325 h 637883"/>
              <a:gd name="csX703" fmla="*/ 709600 w 1008380"/>
              <a:gd name="csY703" fmla="*/ 637351 h 637883"/>
              <a:gd name="csX704" fmla="*/ 710612 w 1008380"/>
              <a:gd name="csY704" fmla="*/ 637373 h 637883"/>
              <a:gd name="csX705" fmla="*/ 711619 w 1008380"/>
              <a:gd name="csY705" fmla="*/ 637399 h 637883"/>
              <a:gd name="csX706" fmla="*/ 712630 w 1008380"/>
              <a:gd name="csY706" fmla="*/ 637421 h 637883"/>
              <a:gd name="csX707" fmla="*/ 713637 w 1008380"/>
              <a:gd name="csY707" fmla="*/ 637442 h 637883"/>
              <a:gd name="csX708" fmla="*/ 714649 w 1008380"/>
              <a:gd name="csY708" fmla="*/ 637463 h 637883"/>
              <a:gd name="csX709" fmla="*/ 715655 w 1008380"/>
              <a:gd name="csY709" fmla="*/ 637479 h 637883"/>
              <a:gd name="csX710" fmla="*/ 716667 w 1008380"/>
              <a:gd name="csY710" fmla="*/ 637500 h 637883"/>
              <a:gd name="csX711" fmla="*/ 717674 w 1008380"/>
              <a:gd name="csY711" fmla="*/ 637516 h 637883"/>
              <a:gd name="csX712" fmla="*/ 718685 w 1008380"/>
              <a:gd name="csY712" fmla="*/ 637532 h 637883"/>
              <a:gd name="csX713" fmla="*/ 719697 w 1008380"/>
              <a:gd name="csY713" fmla="*/ 637554 h 637883"/>
              <a:gd name="csX714" fmla="*/ 720704 w 1008380"/>
              <a:gd name="csY714" fmla="*/ 637564 h 637883"/>
              <a:gd name="csX715" fmla="*/ 721716 w 1008380"/>
              <a:gd name="csY715" fmla="*/ 637580 h 637883"/>
              <a:gd name="csX716" fmla="*/ 722722 w 1008380"/>
              <a:gd name="csY716" fmla="*/ 637596 h 637883"/>
              <a:gd name="csX717" fmla="*/ 723734 w 1008380"/>
              <a:gd name="csY717" fmla="*/ 637612 h 637883"/>
              <a:gd name="csX718" fmla="*/ 724740 w 1008380"/>
              <a:gd name="csY718" fmla="*/ 637623 h 637883"/>
              <a:gd name="csX719" fmla="*/ 725752 w 1008380"/>
              <a:gd name="csY719" fmla="*/ 637634 h 637883"/>
              <a:gd name="csX720" fmla="*/ 726759 w 1008380"/>
              <a:gd name="csY720" fmla="*/ 637650 h 637883"/>
              <a:gd name="csX721" fmla="*/ 727771 w 1008380"/>
              <a:gd name="csY721" fmla="*/ 637660 h 637883"/>
              <a:gd name="csX722" fmla="*/ 728777 w 1008380"/>
              <a:gd name="csY722" fmla="*/ 637671 h 637883"/>
              <a:gd name="csX723" fmla="*/ 729789 w 1008380"/>
              <a:gd name="csY723" fmla="*/ 637682 h 637883"/>
              <a:gd name="csX724" fmla="*/ 730795 w 1008380"/>
              <a:gd name="csY724" fmla="*/ 637692 h 637883"/>
              <a:gd name="csX725" fmla="*/ 731807 w 1008380"/>
              <a:gd name="csY725" fmla="*/ 637697 h 637883"/>
              <a:gd name="csX726" fmla="*/ 732819 w 1008380"/>
              <a:gd name="csY726" fmla="*/ 637708 h 637883"/>
              <a:gd name="csX727" fmla="*/ 733825 w 1008380"/>
              <a:gd name="csY727" fmla="*/ 637719 h 637883"/>
              <a:gd name="csX728" fmla="*/ 734837 w 1008380"/>
              <a:gd name="csY728" fmla="*/ 637724 h 637883"/>
              <a:gd name="csX729" fmla="*/ 735844 w 1008380"/>
              <a:gd name="csY729" fmla="*/ 637735 h 637883"/>
              <a:gd name="csX730" fmla="*/ 736856 w 1008380"/>
              <a:gd name="csY730" fmla="*/ 637740 h 637883"/>
              <a:gd name="csX731" fmla="*/ 737862 w 1008380"/>
              <a:gd name="csY731" fmla="*/ 637751 h 637883"/>
              <a:gd name="csX732" fmla="*/ 738874 w 1008380"/>
              <a:gd name="csY732" fmla="*/ 637756 h 637883"/>
              <a:gd name="csX733" fmla="*/ 739880 w 1008380"/>
              <a:gd name="csY733" fmla="*/ 637761 h 637883"/>
              <a:gd name="csX734" fmla="*/ 740892 w 1008380"/>
              <a:gd name="csY734" fmla="*/ 637767 h 637883"/>
              <a:gd name="csX735" fmla="*/ 741899 w 1008380"/>
              <a:gd name="csY735" fmla="*/ 637772 h 637883"/>
              <a:gd name="csX736" fmla="*/ 742911 w 1008380"/>
              <a:gd name="csY736" fmla="*/ 637777 h 637883"/>
              <a:gd name="csX737" fmla="*/ 743922 w 1008380"/>
              <a:gd name="csY737" fmla="*/ 637783 h 637883"/>
              <a:gd name="csX738" fmla="*/ 744929 w 1008380"/>
              <a:gd name="csY738" fmla="*/ 637788 h 637883"/>
              <a:gd name="csX739" fmla="*/ 745941 w 1008380"/>
              <a:gd name="csY739" fmla="*/ 637793 h 637883"/>
              <a:gd name="csX740" fmla="*/ 746947 w 1008380"/>
              <a:gd name="csY740" fmla="*/ 637799 h 637883"/>
              <a:gd name="csX741" fmla="*/ 747959 w 1008380"/>
              <a:gd name="csY741" fmla="*/ 637804 h 637883"/>
              <a:gd name="csX742" fmla="*/ 748965 w 1008380"/>
              <a:gd name="csY742" fmla="*/ 637809 h 637883"/>
              <a:gd name="csX743" fmla="*/ 749977 w 1008380"/>
              <a:gd name="csY743" fmla="*/ 637809 h 637883"/>
              <a:gd name="csX744" fmla="*/ 750984 w 1008380"/>
              <a:gd name="csY744" fmla="*/ 637815 h 637883"/>
              <a:gd name="csX745" fmla="*/ 751996 w 1008380"/>
              <a:gd name="csY745" fmla="*/ 637820 h 637883"/>
              <a:gd name="csX746" fmla="*/ 753002 w 1008380"/>
              <a:gd name="csY746" fmla="*/ 637820 h 637883"/>
              <a:gd name="csX747" fmla="*/ 754014 w 1008380"/>
              <a:gd name="csY747" fmla="*/ 637825 h 637883"/>
              <a:gd name="csX748" fmla="*/ 755026 w 1008380"/>
              <a:gd name="csY748" fmla="*/ 637831 h 637883"/>
              <a:gd name="csX749" fmla="*/ 756032 w 1008380"/>
              <a:gd name="csY749" fmla="*/ 637831 h 637883"/>
              <a:gd name="csX750" fmla="*/ 757044 w 1008380"/>
              <a:gd name="csY750" fmla="*/ 637836 h 637883"/>
              <a:gd name="csX751" fmla="*/ 758051 w 1008380"/>
              <a:gd name="csY751" fmla="*/ 637836 h 637883"/>
              <a:gd name="csX752" fmla="*/ 759062 w 1008380"/>
              <a:gd name="csY752" fmla="*/ 637841 h 637883"/>
              <a:gd name="csX753" fmla="*/ 760069 w 1008380"/>
              <a:gd name="csY753" fmla="*/ 637841 h 637883"/>
              <a:gd name="csX754" fmla="*/ 761081 w 1008380"/>
              <a:gd name="csY754" fmla="*/ 637847 h 637883"/>
              <a:gd name="csX755" fmla="*/ 762087 w 1008380"/>
              <a:gd name="csY755" fmla="*/ 637847 h 637883"/>
              <a:gd name="csX756" fmla="*/ 763099 w 1008380"/>
              <a:gd name="csY756" fmla="*/ 637847 h 637883"/>
              <a:gd name="csX757" fmla="*/ 764106 w 1008380"/>
              <a:gd name="csY757" fmla="*/ 637852 h 637883"/>
              <a:gd name="csX758" fmla="*/ 765117 w 1008380"/>
              <a:gd name="csY758" fmla="*/ 637852 h 637883"/>
              <a:gd name="csX759" fmla="*/ 766129 w 1008380"/>
              <a:gd name="csY759" fmla="*/ 637852 h 637883"/>
              <a:gd name="csX760" fmla="*/ 767136 w 1008380"/>
              <a:gd name="csY760" fmla="*/ 637857 h 637883"/>
              <a:gd name="csX761" fmla="*/ 768147 w 1008380"/>
              <a:gd name="csY761" fmla="*/ 637857 h 637883"/>
              <a:gd name="csX762" fmla="*/ 769154 w 1008380"/>
              <a:gd name="csY762" fmla="*/ 637857 h 637883"/>
              <a:gd name="csX763" fmla="*/ 770166 w 1008380"/>
              <a:gd name="csY763" fmla="*/ 637863 h 637883"/>
              <a:gd name="csX764" fmla="*/ 771172 w 1008380"/>
              <a:gd name="csY764" fmla="*/ 637863 h 637883"/>
              <a:gd name="csX765" fmla="*/ 772184 w 1008380"/>
              <a:gd name="csY765" fmla="*/ 637863 h 637883"/>
              <a:gd name="csX766" fmla="*/ 773191 w 1008380"/>
              <a:gd name="csY766" fmla="*/ 637863 h 637883"/>
              <a:gd name="csX767" fmla="*/ 774202 w 1008380"/>
              <a:gd name="csY767" fmla="*/ 637868 h 637883"/>
              <a:gd name="csX768" fmla="*/ 775209 w 1008380"/>
              <a:gd name="csY768" fmla="*/ 637868 h 637883"/>
              <a:gd name="csX769" fmla="*/ 776221 w 1008380"/>
              <a:gd name="csY769" fmla="*/ 637868 h 637883"/>
              <a:gd name="csX770" fmla="*/ 777227 w 1008380"/>
              <a:gd name="csY770" fmla="*/ 637868 h 637883"/>
              <a:gd name="csX771" fmla="*/ 778239 w 1008380"/>
              <a:gd name="csY771" fmla="*/ 637868 h 637883"/>
              <a:gd name="csX772" fmla="*/ 779251 w 1008380"/>
              <a:gd name="csY772" fmla="*/ 637868 h 637883"/>
              <a:gd name="csX773" fmla="*/ 780257 w 1008380"/>
              <a:gd name="csY773" fmla="*/ 637873 h 637883"/>
              <a:gd name="csX774" fmla="*/ 781269 w 1008380"/>
              <a:gd name="csY774" fmla="*/ 637873 h 637883"/>
              <a:gd name="csX775" fmla="*/ 782276 w 1008380"/>
              <a:gd name="csY775" fmla="*/ 637873 h 637883"/>
              <a:gd name="csX776" fmla="*/ 783288 w 1008380"/>
              <a:gd name="csY776" fmla="*/ 637873 h 637883"/>
              <a:gd name="csX777" fmla="*/ 784294 w 1008380"/>
              <a:gd name="csY777" fmla="*/ 637873 h 637883"/>
              <a:gd name="csX778" fmla="*/ 785306 w 1008380"/>
              <a:gd name="csY778" fmla="*/ 637873 h 637883"/>
              <a:gd name="csX779" fmla="*/ 786312 w 1008380"/>
              <a:gd name="csY779" fmla="*/ 637873 h 637883"/>
              <a:gd name="csX780" fmla="*/ 787324 w 1008380"/>
              <a:gd name="csY780" fmla="*/ 637879 h 637883"/>
              <a:gd name="csX781" fmla="*/ 788331 w 1008380"/>
              <a:gd name="csY781" fmla="*/ 637879 h 637883"/>
              <a:gd name="csX782" fmla="*/ 789342 w 1008380"/>
              <a:gd name="csY782" fmla="*/ 637879 h 637883"/>
              <a:gd name="csX783" fmla="*/ 790354 w 1008380"/>
              <a:gd name="csY783" fmla="*/ 637879 h 637883"/>
              <a:gd name="csX784" fmla="*/ 791361 w 1008380"/>
              <a:gd name="csY784" fmla="*/ 637879 h 637883"/>
              <a:gd name="csX785" fmla="*/ 792373 w 1008380"/>
              <a:gd name="csY785" fmla="*/ 637879 h 637883"/>
              <a:gd name="csX786" fmla="*/ 793379 w 1008380"/>
              <a:gd name="csY786" fmla="*/ 637879 h 637883"/>
              <a:gd name="csX787" fmla="*/ 794391 w 1008380"/>
              <a:gd name="csY787" fmla="*/ 637879 h 637883"/>
              <a:gd name="csX788" fmla="*/ 795397 w 1008380"/>
              <a:gd name="csY788" fmla="*/ 637879 h 637883"/>
              <a:gd name="csX789" fmla="*/ 796409 w 1008380"/>
              <a:gd name="csY789" fmla="*/ 637879 h 637883"/>
              <a:gd name="csX790" fmla="*/ 797416 w 1008380"/>
              <a:gd name="csY790" fmla="*/ 637879 h 637883"/>
              <a:gd name="csX791" fmla="*/ 798428 w 1008380"/>
              <a:gd name="csY791" fmla="*/ 637879 h 637883"/>
              <a:gd name="csX792" fmla="*/ 799434 w 1008380"/>
              <a:gd name="csY792" fmla="*/ 637879 h 637883"/>
              <a:gd name="csX793" fmla="*/ 800446 w 1008380"/>
              <a:gd name="csY793" fmla="*/ 637879 h 637883"/>
              <a:gd name="csX794" fmla="*/ 801458 w 1008380"/>
              <a:gd name="csY794" fmla="*/ 637884 h 637883"/>
              <a:gd name="csX795" fmla="*/ 802464 w 1008380"/>
              <a:gd name="csY795" fmla="*/ 637884 h 637883"/>
              <a:gd name="csX796" fmla="*/ 803476 w 1008380"/>
              <a:gd name="csY796" fmla="*/ 637884 h 637883"/>
              <a:gd name="csX797" fmla="*/ 804482 w 1008380"/>
              <a:gd name="csY797" fmla="*/ 637884 h 637883"/>
              <a:gd name="csX798" fmla="*/ 805494 w 1008380"/>
              <a:gd name="csY798" fmla="*/ 637884 h 637883"/>
              <a:gd name="csX799" fmla="*/ 806501 w 1008380"/>
              <a:gd name="csY799" fmla="*/ 637884 h 637883"/>
              <a:gd name="csX800" fmla="*/ 807513 w 1008380"/>
              <a:gd name="csY800" fmla="*/ 637884 h 637883"/>
              <a:gd name="csX801" fmla="*/ 808519 w 1008380"/>
              <a:gd name="csY801" fmla="*/ 637884 h 637883"/>
              <a:gd name="csX802" fmla="*/ 809531 w 1008380"/>
              <a:gd name="csY802" fmla="*/ 637884 h 637883"/>
              <a:gd name="csX803" fmla="*/ 810537 w 1008380"/>
              <a:gd name="csY803" fmla="*/ 637884 h 637883"/>
              <a:gd name="csX804" fmla="*/ 811549 w 1008380"/>
              <a:gd name="csY804" fmla="*/ 637884 h 637883"/>
              <a:gd name="csX805" fmla="*/ 812561 w 1008380"/>
              <a:gd name="csY805" fmla="*/ 637884 h 637883"/>
              <a:gd name="csX806" fmla="*/ 813568 w 1008380"/>
              <a:gd name="csY806" fmla="*/ 637884 h 637883"/>
              <a:gd name="csX807" fmla="*/ 814579 w 1008380"/>
              <a:gd name="csY807" fmla="*/ 637884 h 637883"/>
              <a:gd name="csX808" fmla="*/ 815586 w 1008380"/>
              <a:gd name="csY808" fmla="*/ 637884 h 637883"/>
              <a:gd name="csX809" fmla="*/ 816598 w 1008380"/>
              <a:gd name="csY809" fmla="*/ 637884 h 637883"/>
              <a:gd name="csX810" fmla="*/ 817604 w 1008380"/>
              <a:gd name="csY810" fmla="*/ 637884 h 637883"/>
              <a:gd name="csX811" fmla="*/ 818616 w 1008380"/>
              <a:gd name="csY811" fmla="*/ 637884 h 637883"/>
              <a:gd name="csX812" fmla="*/ 819623 w 1008380"/>
              <a:gd name="csY812" fmla="*/ 637884 h 637883"/>
              <a:gd name="csX813" fmla="*/ 820634 w 1008380"/>
              <a:gd name="csY813" fmla="*/ 637884 h 637883"/>
              <a:gd name="csX814" fmla="*/ 821641 w 1008380"/>
              <a:gd name="csY814" fmla="*/ 637884 h 637883"/>
              <a:gd name="csX815" fmla="*/ 822653 w 1008380"/>
              <a:gd name="csY815" fmla="*/ 637884 h 637883"/>
              <a:gd name="csX816" fmla="*/ 823664 w 1008380"/>
              <a:gd name="csY816" fmla="*/ 637884 h 637883"/>
              <a:gd name="csX817" fmla="*/ 824671 w 1008380"/>
              <a:gd name="csY817" fmla="*/ 637884 h 637883"/>
              <a:gd name="csX818" fmla="*/ 825683 w 1008380"/>
              <a:gd name="csY818" fmla="*/ 637884 h 637883"/>
              <a:gd name="csX819" fmla="*/ 826689 w 1008380"/>
              <a:gd name="csY819" fmla="*/ 637884 h 637883"/>
              <a:gd name="csX820" fmla="*/ 827701 w 1008380"/>
              <a:gd name="csY820" fmla="*/ 637884 h 637883"/>
              <a:gd name="csX821" fmla="*/ 828708 w 1008380"/>
              <a:gd name="csY821" fmla="*/ 637884 h 637883"/>
              <a:gd name="csX822" fmla="*/ 829719 w 1008380"/>
              <a:gd name="csY822" fmla="*/ 637884 h 637883"/>
              <a:gd name="csX823" fmla="*/ 830726 w 1008380"/>
              <a:gd name="csY823" fmla="*/ 637884 h 637883"/>
              <a:gd name="csX824" fmla="*/ 831738 w 1008380"/>
              <a:gd name="csY824" fmla="*/ 637884 h 637883"/>
              <a:gd name="csX825" fmla="*/ 832744 w 1008380"/>
              <a:gd name="csY825" fmla="*/ 637884 h 637883"/>
              <a:gd name="csX826" fmla="*/ 833756 w 1008380"/>
              <a:gd name="csY826" fmla="*/ 637884 h 637883"/>
              <a:gd name="csX827" fmla="*/ 834763 w 1008380"/>
              <a:gd name="csY827" fmla="*/ 637884 h 637883"/>
              <a:gd name="csX828" fmla="*/ 835774 w 1008380"/>
              <a:gd name="csY828" fmla="*/ 637884 h 637883"/>
              <a:gd name="csX829" fmla="*/ 836786 w 1008380"/>
              <a:gd name="csY829" fmla="*/ 637884 h 637883"/>
              <a:gd name="csX830" fmla="*/ 837793 w 1008380"/>
              <a:gd name="csY830" fmla="*/ 637884 h 637883"/>
              <a:gd name="csX831" fmla="*/ 838805 w 1008380"/>
              <a:gd name="csY831" fmla="*/ 637884 h 637883"/>
              <a:gd name="csX832" fmla="*/ 839811 w 1008380"/>
              <a:gd name="csY832" fmla="*/ 637884 h 637883"/>
              <a:gd name="csX833" fmla="*/ 840823 w 1008380"/>
              <a:gd name="csY833" fmla="*/ 637884 h 637883"/>
              <a:gd name="csX834" fmla="*/ 841829 w 1008380"/>
              <a:gd name="csY834" fmla="*/ 637884 h 637883"/>
              <a:gd name="csX835" fmla="*/ 842841 w 1008380"/>
              <a:gd name="csY835" fmla="*/ 637884 h 637883"/>
              <a:gd name="csX836" fmla="*/ 843848 w 1008380"/>
              <a:gd name="csY836" fmla="*/ 637884 h 637883"/>
              <a:gd name="csX837" fmla="*/ 844859 w 1008380"/>
              <a:gd name="csY837" fmla="*/ 637884 h 637883"/>
              <a:gd name="csX838" fmla="*/ 845866 w 1008380"/>
              <a:gd name="csY838" fmla="*/ 637884 h 637883"/>
              <a:gd name="csX839" fmla="*/ 846878 w 1008380"/>
              <a:gd name="csY839" fmla="*/ 637884 h 637883"/>
              <a:gd name="csX840" fmla="*/ 847890 w 1008380"/>
              <a:gd name="csY840" fmla="*/ 637884 h 637883"/>
              <a:gd name="csX841" fmla="*/ 848896 w 1008380"/>
              <a:gd name="csY841" fmla="*/ 637884 h 637883"/>
              <a:gd name="csX842" fmla="*/ 849908 w 1008380"/>
              <a:gd name="csY842" fmla="*/ 637884 h 637883"/>
              <a:gd name="csX843" fmla="*/ 850914 w 1008380"/>
              <a:gd name="csY843" fmla="*/ 637884 h 637883"/>
              <a:gd name="csX844" fmla="*/ 851926 w 1008380"/>
              <a:gd name="csY844" fmla="*/ 637884 h 637883"/>
              <a:gd name="csX845" fmla="*/ 852933 w 1008380"/>
              <a:gd name="csY845" fmla="*/ 637884 h 637883"/>
              <a:gd name="csX846" fmla="*/ 853945 w 1008380"/>
              <a:gd name="csY846" fmla="*/ 637884 h 637883"/>
              <a:gd name="csX847" fmla="*/ 854951 w 1008380"/>
              <a:gd name="csY847" fmla="*/ 637884 h 637883"/>
              <a:gd name="csX848" fmla="*/ 855963 w 1008380"/>
              <a:gd name="csY848" fmla="*/ 637884 h 637883"/>
              <a:gd name="csX849" fmla="*/ 856969 w 1008380"/>
              <a:gd name="csY849" fmla="*/ 637884 h 637883"/>
              <a:gd name="csX850" fmla="*/ 857981 w 1008380"/>
              <a:gd name="csY850" fmla="*/ 637884 h 637883"/>
              <a:gd name="csX851" fmla="*/ 858993 w 1008380"/>
              <a:gd name="csY851" fmla="*/ 637884 h 637883"/>
              <a:gd name="csX852" fmla="*/ 859999 w 1008380"/>
              <a:gd name="csY852" fmla="*/ 637884 h 637883"/>
              <a:gd name="csX853" fmla="*/ 861011 w 1008380"/>
              <a:gd name="csY853" fmla="*/ 637884 h 637883"/>
              <a:gd name="csX854" fmla="*/ 862018 w 1008380"/>
              <a:gd name="csY854" fmla="*/ 637884 h 637883"/>
              <a:gd name="csX855" fmla="*/ 863030 w 1008380"/>
              <a:gd name="csY855" fmla="*/ 637884 h 637883"/>
              <a:gd name="csX856" fmla="*/ 864036 w 1008380"/>
              <a:gd name="csY856" fmla="*/ 637884 h 637883"/>
              <a:gd name="csX857" fmla="*/ 865048 w 1008380"/>
              <a:gd name="csY857" fmla="*/ 637884 h 637883"/>
              <a:gd name="csX858" fmla="*/ 866054 w 1008380"/>
              <a:gd name="csY858" fmla="*/ 637884 h 637883"/>
              <a:gd name="csX859" fmla="*/ 867066 w 1008380"/>
              <a:gd name="csY859" fmla="*/ 637884 h 637883"/>
              <a:gd name="csX860" fmla="*/ 868073 w 1008380"/>
              <a:gd name="csY860" fmla="*/ 637884 h 637883"/>
              <a:gd name="csX861" fmla="*/ 869085 w 1008380"/>
              <a:gd name="csY861" fmla="*/ 637884 h 637883"/>
              <a:gd name="csX862" fmla="*/ 870096 w 1008380"/>
              <a:gd name="csY862" fmla="*/ 637884 h 637883"/>
              <a:gd name="csX863" fmla="*/ 871103 w 1008380"/>
              <a:gd name="csY863" fmla="*/ 637884 h 637883"/>
              <a:gd name="csX864" fmla="*/ 872115 w 1008380"/>
              <a:gd name="csY864" fmla="*/ 637884 h 637883"/>
              <a:gd name="csX865" fmla="*/ 873121 w 1008380"/>
              <a:gd name="csY865" fmla="*/ 637884 h 637883"/>
              <a:gd name="csX866" fmla="*/ 874133 w 1008380"/>
              <a:gd name="csY866" fmla="*/ 637884 h 637883"/>
              <a:gd name="csX867" fmla="*/ 875140 w 1008380"/>
              <a:gd name="csY867" fmla="*/ 637884 h 637883"/>
              <a:gd name="csX868" fmla="*/ 876151 w 1008380"/>
              <a:gd name="csY868" fmla="*/ 637884 h 637883"/>
              <a:gd name="csX869" fmla="*/ 877158 w 1008380"/>
              <a:gd name="csY869" fmla="*/ 637884 h 637883"/>
              <a:gd name="csX870" fmla="*/ 878170 w 1008380"/>
              <a:gd name="csY870" fmla="*/ 637884 h 637883"/>
              <a:gd name="csX871" fmla="*/ 879176 w 1008380"/>
              <a:gd name="csY871" fmla="*/ 637884 h 637883"/>
              <a:gd name="csX872" fmla="*/ 880188 w 1008380"/>
              <a:gd name="csY872" fmla="*/ 637884 h 637883"/>
              <a:gd name="csX873" fmla="*/ 881195 w 1008380"/>
              <a:gd name="csY873" fmla="*/ 637884 h 637883"/>
              <a:gd name="csX874" fmla="*/ 882206 w 1008380"/>
              <a:gd name="csY874" fmla="*/ 637884 h 637883"/>
              <a:gd name="csX875" fmla="*/ 883218 w 1008380"/>
              <a:gd name="csY875" fmla="*/ 637884 h 637883"/>
              <a:gd name="csX876" fmla="*/ 884225 w 1008380"/>
              <a:gd name="csY876" fmla="*/ 637884 h 637883"/>
              <a:gd name="csX877" fmla="*/ 885236 w 1008380"/>
              <a:gd name="csY877" fmla="*/ 637884 h 637883"/>
              <a:gd name="csX878" fmla="*/ 886243 w 1008380"/>
              <a:gd name="csY878" fmla="*/ 637884 h 637883"/>
              <a:gd name="csX879" fmla="*/ 887255 w 1008380"/>
              <a:gd name="csY879" fmla="*/ 637884 h 637883"/>
              <a:gd name="csX880" fmla="*/ 888261 w 1008380"/>
              <a:gd name="csY880" fmla="*/ 637884 h 637883"/>
              <a:gd name="csX881" fmla="*/ 889273 w 1008380"/>
              <a:gd name="csY881" fmla="*/ 637884 h 637883"/>
              <a:gd name="csX882" fmla="*/ 890280 w 1008380"/>
              <a:gd name="csY882" fmla="*/ 637884 h 637883"/>
              <a:gd name="csX883" fmla="*/ 891291 w 1008380"/>
              <a:gd name="csY883" fmla="*/ 637884 h 637883"/>
              <a:gd name="csX884" fmla="*/ 892298 w 1008380"/>
              <a:gd name="csY884" fmla="*/ 637884 h 637883"/>
              <a:gd name="csX885" fmla="*/ 893310 w 1008380"/>
              <a:gd name="csY885" fmla="*/ 637884 h 637883"/>
              <a:gd name="csX886" fmla="*/ 894322 w 1008380"/>
              <a:gd name="csY886" fmla="*/ 637884 h 637883"/>
              <a:gd name="csX887" fmla="*/ 895328 w 1008380"/>
              <a:gd name="csY887" fmla="*/ 637884 h 637883"/>
              <a:gd name="csX888" fmla="*/ 896340 w 1008380"/>
              <a:gd name="csY888" fmla="*/ 637884 h 637883"/>
              <a:gd name="csX889" fmla="*/ 897346 w 1008380"/>
              <a:gd name="csY889" fmla="*/ 637884 h 637883"/>
              <a:gd name="csX890" fmla="*/ 898358 w 1008380"/>
              <a:gd name="csY890" fmla="*/ 637884 h 637883"/>
              <a:gd name="csX891" fmla="*/ 899365 w 1008380"/>
              <a:gd name="csY891" fmla="*/ 637884 h 637883"/>
              <a:gd name="csX892" fmla="*/ 900376 w 1008380"/>
              <a:gd name="csY892" fmla="*/ 637884 h 637883"/>
              <a:gd name="csX893" fmla="*/ 901383 w 1008380"/>
              <a:gd name="csY893" fmla="*/ 637884 h 637883"/>
              <a:gd name="csX894" fmla="*/ 902395 w 1008380"/>
              <a:gd name="csY894" fmla="*/ 637884 h 637883"/>
              <a:gd name="csX895" fmla="*/ 903401 w 1008380"/>
              <a:gd name="csY895" fmla="*/ 637884 h 637883"/>
              <a:gd name="csX896" fmla="*/ 904413 w 1008380"/>
              <a:gd name="csY896" fmla="*/ 637884 h 637883"/>
              <a:gd name="csX897" fmla="*/ 905425 w 1008380"/>
              <a:gd name="csY897" fmla="*/ 637884 h 637883"/>
              <a:gd name="csX898" fmla="*/ 906431 w 1008380"/>
              <a:gd name="csY898" fmla="*/ 637884 h 637883"/>
              <a:gd name="csX899" fmla="*/ 907443 w 1008380"/>
              <a:gd name="csY899" fmla="*/ 637884 h 637883"/>
              <a:gd name="csX900" fmla="*/ 908450 w 1008380"/>
              <a:gd name="csY900" fmla="*/ 637884 h 637883"/>
              <a:gd name="csX901" fmla="*/ 909462 w 1008380"/>
              <a:gd name="csY901" fmla="*/ 637884 h 637883"/>
              <a:gd name="csX902" fmla="*/ 910468 w 1008380"/>
              <a:gd name="csY902" fmla="*/ 637884 h 637883"/>
              <a:gd name="csX903" fmla="*/ 911480 w 1008380"/>
              <a:gd name="csY903" fmla="*/ 637884 h 637883"/>
              <a:gd name="csX904" fmla="*/ 912486 w 1008380"/>
              <a:gd name="csY904" fmla="*/ 637884 h 637883"/>
              <a:gd name="csX905" fmla="*/ 913498 w 1008380"/>
              <a:gd name="csY905" fmla="*/ 637884 h 637883"/>
              <a:gd name="csX906" fmla="*/ 914505 w 1008380"/>
              <a:gd name="csY906" fmla="*/ 637884 h 637883"/>
              <a:gd name="csX907" fmla="*/ 915517 w 1008380"/>
              <a:gd name="csY907" fmla="*/ 637884 h 637883"/>
              <a:gd name="csX908" fmla="*/ 916528 w 1008380"/>
              <a:gd name="csY908" fmla="*/ 637884 h 637883"/>
              <a:gd name="csX909" fmla="*/ 917535 w 1008380"/>
              <a:gd name="csY909" fmla="*/ 637884 h 637883"/>
              <a:gd name="csX910" fmla="*/ 918547 w 1008380"/>
              <a:gd name="csY910" fmla="*/ 637884 h 637883"/>
              <a:gd name="csX911" fmla="*/ 919553 w 1008380"/>
              <a:gd name="csY911" fmla="*/ 637884 h 637883"/>
              <a:gd name="csX912" fmla="*/ 920565 w 1008380"/>
              <a:gd name="csY912" fmla="*/ 637884 h 637883"/>
              <a:gd name="csX913" fmla="*/ 921571 w 1008380"/>
              <a:gd name="csY913" fmla="*/ 637884 h 637883"/>
              <a:gd name="csX914" fmla="*/ 922583 w 1008380"/>
              <a:gd name="csY914" fmla="*/ 637884 h 637883"/>
              <a:gd name="csX915" fmla="*/ 923590 w 1008380"/>
              <a:gd name="csY915" fmla="*/ 637884 h 637883"/>
              <a:gd name="csX916" fmla="*/ 924602 w 1008380"/>
              <a:gd name="csY916" fmla="*/ 637884 h 637883"/>
              <a:gd name="csX917" fmla="*/ 925608 w 1008380"/>
              <a:gd name="csY917" fmla="*/ 637884 h 637883"/>
              <a:gd name="csX918" fmla="*/ 926620 w 1008380"/>
              <a:gd name="csY918" fmla="*/ 637884 h 637883"/>
              <a:gd name="csX919" fmla="*/ 927626 w 1008380"/>
              <a:gd name="csY919" fmla="*/ 637884 h 637883"/>
              <a:gd name="csX920" fmla="*/ 928638 w 1008380"/>
              <a:gd name="csY920" fmla="*/ 637884 h 637883"/>
              <a:gd name="csX921" fmla="*/ 929650 w 1008380"/>
              <a:gd name="csY921" fmla="*/ 637884 h 637883"/>
              <a:gd name="csX922" fmla="*/ 930657 w 1008380"/>
              <a:gd name="csY922" fmla="*/ 637884 h 637883"/>
              <a:gd name="csX923" fmla="*/ 931668 w 1008380"/>
              <a:gd name="csY923" fmla="*/ 637884 h 637883"/>
              <a:gd name="csX924" fmla="*/ 932675 w 1008380"/>
              <a:gd name="csY924" fmla="*/ 637884 h 637883"/>
              <a:gd name="csX925" fmla="*/ 933687 w 1008380"/>
              <a:gd name="csY925" fmla="*/ 637884 h 637883"/>
              <a:gd name="csX926" fmla="*/ 934693 w 1008380"/>
              <a:gd name="csY926" fmla="*/ 637884 h 637883"/>
              <a:gd name="csX927" fmla="*/ 935705 w 1008380"/>
              <a:gd name="csY927" fmla="*/ 637884 h 637883"/>
              <a:gd name="csX928" fmla="*/ 936712 w 1008380"/>
              <a:gd name="csY928" fmla="*/ 637884 h 637883"/>
              <a:gd name="csX929" fmla="*/ 937723 w 1008380"/>
              <a:gd name="csY929" fmla="*/ 637884 h 637883"/>
              <a:gd name="csX930" fmla="*/ 938730 w 1008380"/>
              <a:gd name="csY930" fmla="*/ 637884 h 637883"/>
              <a:gd name="csX931" fmla="*/ 939742 w 1008380"/>
              <a:gd name="csY931" fmla="*/ 637884 h 637883"/>
              <a:gd name="csX932" fmla="*/ 940753 w 1008380"/>
              <a:gd name="csY932" fmla="*/ 637884 h 637883"/>
              <a:gd name="csX933" fmla="*/ 941760 w 1008380"/>
              <a:gd name="csY933" fmla="*/ 637884 h 637883"/>
              <a:gd name="csX934" fmla="*/ 942772 w 1008380"/>
              <a:gd name="csY934" fmla="*/ 637884 h 637883"/>
              <a:gd name="csX935" fmla="*/ 943778 w 1008380"/>
              <a:gd name="csY935" fmla="*/ 637884 h 637883"/>
              <a:gd name="csX936" fmla="*/ 944790 w 1008380"/>
              <a:gd name="csY936" fmla="*/ 637884 h 637883"/>
              <a:gd name="csX937" fmla="*/ 945797 w 1008380"/>
              <a:gd name="csY937" fmla="*/ 637884 h 637883"/>
              <a:gd name="csX938" fmla="*/ 946808 w 1008380"/>
              <a:gd name="csY938" fmla="*/ 637884 h 637883"/>
              <a:gd name="csX939" fmla="*/ 947815 w 1008380"/>
              <a:gd name="csY939" fmla="*/ 637884 h 637883"/>
              <a:gd name="csX940" fmla="*/ 948827 w 1008380"/>
              <a:gd name="csY940" fmla="*/ 637884 h 637883"/>
              <a:gd name="csX941" fmla="*/ 949833 w 1008380"/>
              <a:gd name="csY941" fmla="*/ 637884 h 637883"/>
              <a:gd name="csX942" fmla="*/ 950845 w 1008380"/>
              <a:gd name="csY942" fmla="*/ 637884 h 637883"/>
              <a:gd name="csX943" fmla="*/ 951857 w 1008380"/>
              <a:gd name="csY943" fmla="*/ 637884 h 637883"/>
              <a:gd name="csX944" fmla="*/ 952863 w 1008380"/>
              <a:gd name="csY944" fmla="*/ 637884 h 637883"/>
              <a:gd name="csX945" fmla="*/ 953875 w 1008380"/>
              <a:gd name="csY945" fmla="*/ 637884 h 637883"/>
              <a:gd name="csX946" fmla="*/ 954882 w 1008380"/>
              <a:gd name="csY946" fmla="*/ 637884 h 637883"/>
              <a:gd name="csX947" fmla="*/ 955893 w 1008380"/>
              <a:gd name="csY947" fmla="*/ 637884 h 637883"/>
              <a:gd name="csX948" fmla="*/ 956900 w 1008380"/>
              <a:gd name="csY948" fmla="*/ 637884 h 637883"/>
              <a:gd name="csX949" fmla="*/ 957912 w 1008380"/>
              <a:gd name="csY949" fmla="*/ 637884 h 637883"/>
              <a:gd name="csX950" fmla="*/ 958918 w 1008380"/>
              <a:gd name="csY950" fmla="*/ 637884 h 637883"/>
              <a:gd name="csX951" fmla="*/ 959930 w 1008380"/>
              <a:gd name="csY951" fmla="*/ 637884 h 637883"/>
              <a:gd name="csX952" fmla="*/ 960937 w 1008380"/>
              <a:gd name="csY952" fmla="*/ 637884 h 637883"/>
              <a:gd name="csX953" fmla="*/ 961948 w 1008380"/>
              <a:gd name="csY953" fmla="*/ 637884 h 637883"/>
              <a:gd name="csX954" fmla="*/ 962960 w 1008380"/>
              <a:gd name="csY954" fmla="*/ 637884 h 637883"/>
              <a:gd name="csX955" fmla="*/ 963967 w 1008380"/>
              <a:gd name="csY955" fmla="*/ 637884 h 637883"/>
              <a:gd name="csX956" fmla="*/ 964978 w 1008380"/>
              <a:gd name="csY956" fmla="*/ 637884 h 637883"/>
              <a:gd name="csX957" fmla="*/ 965985 w 1008380"/>
              <a:gd name="csY957" fmla="*/ 637884 h 637883"/>
              <a:gd name="csX958" fmla="*/ 966997 w 1008380"/>
              <a:gd name="csY958" fmla="*/ 637884 h 637883"/>
              <a:gd name="csX959" fmla="*/ 968003 w 1008380"/>
              <a:gd name="csY959" fmla="*/ 637884 h 637883"/>
              <a:gd name="csX960" fmla="*/ 969015 w 1008380"/>
              <a:gd name="csY960" fmla="*/ 637884 h 637883"/>
              <a:gd name="csX961" fmla="*/ 970022 w 1008380"/>
              <a:gd name="csY961" fmla="*/ 637884 h 637883"/>
              <a:gd name="csX962" fmla="*/ 971034 w 1008380"/>
              <a:gd name="csY962" fmla="*/ 637884 h 637883"/>
              <a:gd name="csX963" fmla="*/ 972040 w 1008380"/>
              <a:gd name="csY963" fmla="*/ 637884 h 637883"/>
              <a:gd name="csX964" fmla="*/ 973052 w 1008380"/>
              <a:gd name="csY964" fmla="*/ 637884 h 637883"/>
              <a:gd name="csX965" fmla="*/ 974058 w 1008380"/>
              <a:gd name="csY965" fmla="*/ 637884 h 637883"/>
              <a:gd name="csX966" fmla="*/ 975070 w 1008380"/>
              <a:gd name="csY966" fmla="*/ 637884 h 637883"/>
              <a:gd name="csX967" fmla="*/ 976082 w 1008380"/>
              <a:gd name="csY967" fmla="*/ 637884 h 637883"/>
              <a:gd name="csX968" fmla="*/ 977088 w 1008380"/>
              <a:gd name="csY968" fmla="*/ 637884 h 637883"/>
              <a:gd name="csX969" fmla="*/ 978100 w 1008380"/>
              <a:gd name="csY969" fmla="*/ 637884 h 637883"/>
              <a:gd name="csX970" fmla="*/ 979107 w 1008380"/>
              <a:gd name="csY970" fmla="*/ 637884 h 637883"/>
              <a:gd name="csX971" fmla="*/ 980118 w 1008380"/>
              <a:gd name="csY971" fmla="*/ 637884 h 637883"/>
              <a:gd name="csX972" fmla="*/ 981125 w 1008380"/>
              <a:gd name="csY972" fmla="*/ 637884 h 637883"/>
              <a:gd name="csX973" fmla="*/ 982137 w 1008380"/>
              <a:gd name="csY973" fmla="*/ 637884 h 637883"/>
              <a:gd name="csX974" fmla="*/ 983143 w 1008380"/>
              <a:gd name="csY974" fmla="*/ 637884 h 637883"/>
              <a:gd name="csX975" fmla="*/ 984155 w 1008380"/>
              <a:gd name="csY975" fmla="*/ 637884 h 637883"/>
              <a:gd name="csX976" fmla="*/ 985162 w 1008380"/>
              <a:gd name="csY976" fmla="*/ 637884 h 637883"/>
              <a:gd name="csX977" fmla="*/ 986174 w 1008380"/>
              <a:gd name="csY977" fmla="*/ 637884 h 637883"/>
              <a:gd name="csX978" fmla="*/ 987185 w 1008380"/>
              <a:gd name="csY978" fmla="*/ 637884 h 637883"/>
              <a:gd name="csX979" fmla="*/ 988192 w 1008380"/>
              <a:gd name="csY979" fmla="*/ 637884 h 637883"/>
              <a:gd name="csX980" fmla="*/ 989204 w 1008380"/>
              <a:gd name="csY980" fmla="*/ 637884 h 637883"/>
              <a:gd name="csX981" fmla="*/ 990210 w 1008380"/>
              <a:gd name="csY981" fmla="*/ 637884 h 637883"/>
              <a:gd name="csX982" fmla="*/ 991222 w 1008380"/>
              <a:gd name="csY982" fmla="*/ 637884 h 637883"/>
              <a:gd name="csX983" fmla="*/ 992229 w 1008380"/>
              <a:gd name="csY983" fmla="*/ 637884 h 637883"/>
              <a:gd name="csX984" fmla="*/ 993240 w 1008380"/>
              <a:gd name="csY984" fmla="*/ 637884 h 637883"/>
              <a:gd name="csX985" fmla="*/ 994247 w 1008380"/>
              <a:gd name="csY985" fmla="*/ 637884 h 637883"/>
              <a:gd name="csX986" fmla="*/ 995259 w 1008380"/>
              <a:gd name="csY986" fmla="*/ 637884 h 637883"/>
              <a:gd name="csX987" fmla="*/ 996265 w 1008380"/>
              <a:gd name="csY987" fmla="*/ 637884 h 637883"/>
              <a:gd name="csX988" fmla="*/ 997277 w 1008380"/>
              <a:gd name="csY988" fmla="*/ 637884 h 637883"/>
              <a:gd name="csX989" fmla="*/ 998289 w 1008380"/>
              <a:gd name="csY989" fmla="*/ 637884 h 637883"/>
              <a:gd name="csX990" fmla="*/ 999295 w 1008380"/>
              <a:gd name="csY990" fmla="*/ 637884 h 637883"/>
              <a:gd name="csX991" fmla="*/ 1000307 w 1008380"/>
              <a:gd name="csY991" fmla="*/ 637884 h 637883"/>
              <a:gd name="csX992" fmla="*/ 1001313 w 1008380"/>
              <a:gd name="csY992" fmla="*/ 637884 h 637883"/>
              <a:gd name="csX993" fmla="*/ 1002325 w 1008380"/>
              <a:gd name="csY993" fmla="*/ 637884 h 637883"/>
              <a:gd name="csX994" fmla="*/ 1003332 w 1008380"/>
              <a:gd name="csY994" fmla="*/ 637884 h 637883"/>
              <a:gd name="csX995" fmla="*/ 1004344 w 1008380"/>
              <a:gd name="csY995" fmla="*/ 637884 h 637883"/>
              <a:gd name="csX996" fmla="*/ 1005350 w 1008380"/>
              <a:gd name="csY996" fmla="*/ 637884 h 637883"/>
              <a:gd name="csX997" fmla="*/ 1006362 w 1008380"/>
              <a:gd name="csY997" fmla="*/ 637884 h 637883"/>
              <a:gd name="csX998" fmla="*/ 1007369 w 1008380"/>
              <a:gd name="csY998" fmla="*/ 637884 h 637883"/>
              <a:gd name="csX999" fmla="*/ 1008380 w 1008380"/>
              <a:gd name="csY999" fmla="*/ 637884 h 637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</a:cxnLst>
            <a:rect l="l" t="t" r="r" b="b"/>
            <a:pathLst>
              <a:path w="1008380" h="637883">
                <a:moveTo>
                  <a:pt x="0" y="637884"/>
                </a:moveTo>
                <a:lnTo>
                  <a:pt x="1009" y="637884"/>
                </a:lnTo>
                <a:lnTo>
                  <a:pt x="2019" y="637884"/>
                </a:lnTo>
                <a:lnTo>
                  <a:pt x="3028" y="637884"/>
                </a:lnTo>
                <a:lnTo>
                  <a:pt x="4037" y="637884"/>
                </a:lnTo>
                <a:lnTo>
                  <a:pt x="5047" y="637879"/>
                </a:lnTo>
                <a:lnTo>
                  <a:pt x="6056" y="637879"/>
                </a:lnTo>
                <a:lnTo>
                  <a:pt x="7066" y="637879"/>
                </a:lnTo>
                <a:lnTo>
                  <a:pt x="8075" y="637879"/>
                </a:lnTo>
                <a:lnTo>
                  <a:pt x="9085" y="637879"/>
                </a:lnTo>
                <a:lnTo>
                  <a:pt x="10094" y="637879"/>
                </a:lnTo>
                <a:lnTo>
                  <a:pt x="11103" y="637879"/>
                </a:lnTo>
                <a:lnTo>
                  <a:pt x="12113" y="637879"/>
                </a:lnTo>
                <a:lnTo>
                  <a:pt x="13122" y="637879"/>
                </a:lnTo>
                <a:lnTo>
                  <a:pt x="14131" y="637879"/>
                </a:lnTo>
                <a:lnTo>
                  <a:pt x="15141" y="637879"/>
                </a:lnTo>
                <a:lnTo>
                  <a:pt x="16150" y="637879"/>
                </a:lnTo>
                <a:lnTo>
                  <a:pt x="17159" y="637879"/>
                </a:lnTo>
                <a:lnTo>
                  <a:pt x="18169" y="637873"/>
                </a:lnTo>
                <a:lnTo>
                  <a:pt x="19178" y="637873"/>
                </a:lnTo>
                <a:lnTo>
                  <a:pt x="20187" y="637873"/>
                </a:lnTo>
                <a:lnTo>
                  <a:pt x="21197" y="637873"/>
                </a:lnTo>
                <a:lnTo>
                  <a:pt x="22206" y="637873"/>
                </a:lnTo>
                <a:lnTo>
                  <a:pt x="23216" y="637873"/>
                </a:lnTo>
                <a:lnTo>
                  <a:pt x="24225" y="637873"/>
                </a:lnTo>
                <a:lnTo>
                  <a:pt x="25235" y="637873"/>
                </a:lnTo>
                <a:lnTo>
                  <a:pt x="26244" y="637868"/>
                </a:lnTo>
                <a:lnTo>
                  <a:pt x="27253" y="637868"/>
                </a:lnTo>
                <a:lnTo>
                  <a:pt x="28263" y="637868"/>
                </a:lnTo>
                <a:lnTo>
                  <a:pt x="29272" y="637868"/>
                </a:lnTo>
                <a:lnTo>
                  <a:pt x="30282" y="637868"/>
                </a:lnTo>
                <a:lnTo>
                  <a:pt x="31291" y="637863"/>
                </a:lnTo>
                <a:lnTo>
                  <a:pt x="32301" y="637863"/>
                </a:lnTo>
                <a:lnTo>
                  <a:pt x="33310" y="637863"/>
                </a:lnTo>
                <a:lnTo>
                  <a:pt x="34319" y="637863"/>
                </a:lnTo>
                <a:lnTo>
                  <a:pt x="35329" y="637863"/>
                </a:lnTo>
                <a:lnTo>
                  <a:pt x="36338" y="637857"/>
                </a:lnTo>
                <a:lnTo>
                  <a:pt x="37347" y="637857"/>
                </a:lnTo>
                <a:lnTo>
                  <a:pt x="38357" y="637857"/>
                </a:lnTo>
                <a:lnTo>
                  <a:pt x="39366" y="637852"/>
                </a:lnTo>
                <a:lnTo>
                  <a:pt x="40375" y="637852"/>
                </a:lnTo>
                <a:lnTo>
                  <a:pt x="41385" y="637852"/>
                </a:lnTo>
                <a:lnTo>
                  <a:pt x="42394" y="637847"/>
                </a:lnTo>
                <a:lnTo>
                  <a:pt x="43403" y="637847"/>
                </a:lnTo>
                <a:lnTo>
                  <a:pt x="44413" y="637841"/>
                </a:lnTo>
                <a:lnTo>
                  <a:pt x="45422" y="637841"/>
                </a:lnTo>
                <a:lnTo>
                  <a:pt x="46432" y="637841"/>
                </a:lnTo>
                <a:lnTo>
                  <a:pt x="47441" y="637836"/>
                </a:lnTo>
                <a:lnTo>
                  <a:pt x="48451" y="637836"/>
                </a:lnTo>
                <a:lnTo>
                  <a:pt x="49460" y="637831"/>
                </a:lnTo>
                <a:lnTo>
                  <a:pt x="50469" y="637825"/>
                </a:lnTo>
                <a:lnTo>
                  <a:pt x="51479" y="637825"/>
                </a:lnTo>
                <a:lnTo>
                  <a:pt x="52488" y="637820"/>
                </a:lnTo>
                <a:lnTo>
                  <a:pt x="53498" y="637820"/>
                </a:lnTo>
                <a:lnTo>
                  <a:pt x="54507" y="637815"/>
                </a:lnTo>
                <a:lnTo>
                  <a:pt x="55516" y="637809"/>
                </a:lnTo>
                <a:lnTo>
                  <a:pt x="56526" y="637804"/>
                </a:lnTo>
                <a:lnTo>
                  <a:pt x="57535" y="637804"/>
                </a:lnTo>
                <a:lnTo>
                  <a:pt x="58544" y="637799"/>
                </a:lnTo>
                <a:lnTo>
                  <a:pt x="59554" y="637793"/>
                </a:lnTo>
                <a:lnTo>
                  <a:pt x="60563" y="637788"/>
                </a:lnTo>
                <a:lnTo>
                  <a:pt x="61572" y="637783"/>
                </a:lnTo>
                <a:lnTo>
                  <a:pt x="62582" y="637777"/>
                </a:lnTo>
                <a:lnTo>
                  <a:pt x="63591" y="637772"/>
                </a:lnTo>
                <a:lnTo>
                  <a:pt x="64601" y="637767"/>
                </a:lnTo>
                <a:lnTo>
                  <a:pt x="65610" y="637756"/>
                </a:lnTo>
                <a:lnTo>
                  <a:pt x="66619" y="637751"/>
                </a:lnTo>
                <a:lnTo>
                  <a:pt x="67629" y="637745"/>
                </a:lnTo>
                <a:lnTo>
                  <a:pt x="68638" y="637740"/>
                </a:lnTo>
                <a:lnTo>
                  <a:pt x="69648" y="637729"/>
                </a:lnTo>
                <a:lnTo>
                  <a:pt x="70657" y="637724"/>
                </a:lnTo>
                <a:lnTo>
                  <a:pt x="71667" y="637713"/>
                </a:lnTo>
                <a:lnTo>
                  <a:pt x="72676" y="637703"/>
                </a:lnTo>
                <a:lnTo>
                  <a:pt x="73685" y="637697"/>
                </a:lnTo>
                <a:lnTo>
                  <a:pt x="74695" y="637687"/>
                </a:lnTo>
                <a:lnTo>
                  <a:pt x="75704" y="637676"/>
                </a:lnTo>
                <a:lnTo>
                  <a:pt x="76714" y="637666"/>
                </a:lnTo>
                <a:lnTo>
                  <a:pt x="77723" y="637655"/>
                </a:lnTo>
                <a:lnTo>
                  <a:pt x="78732" y="637644"/>
                </a:lnTo>
                <a:lnTo>
                  <a:pt x="79742" y="637628"/>
                </a:lnTo>
                <a:lnTo>
                  <a:pt x="80751" y="637618"/>
                </a:lnTo>
                <a:lnTo>
                  <a:pt x="81760" y="637602"/>
                </a:lnTo>
                <a:lnTo>
                  <a:pt x="82770" y="637591"/>
                </a:lnTo>
                <a:lnTo>
                  <a:pt x="83779" y="637575"/>
                </a:lnTo>
                <a:lnTo>
                  <a:pt x="84788" y="637559"/>
                </a:lnTo>
                <a:lnTo>
                  <a:pt x="85798" y="637543"/>
                </a:lnTo>
                <a:lnTo>
                  <a:pt x="86807" y="637527"/>
                </a:lnTo>
                <a:lnTo>
                  <a:pt x="87817" y="637511"/>
                </a:lnTo>
                <a:lnTo>
                  <a:pt x="88826" y="637490"/>
                </a:lnTo>
                <a:lnTo>
                  <a:pt x="89835" y="637474"/>
                </a:lnTo>
                <a:lnTo>
                  <a:pt x="90845" y="637453"/>
                </a:lnTo>
                <a:lnTo>
                  <a:pt x="91854" y="637431"/>
                </a:lnTo>
                <a:lnTo>
                  <a:pt x="92864" y="637410"/>
                </a:lnTo>
                <a:lnTo>
                  <a:pt x="93873" y="637389"/>
                </a:lnTo>
                <a:lnTo>
                  <a:pt x="94883" y="637362"/>
                </a:lnTo>
                <a:lnTo>
                  <a:pt x="95892" y="637335"/>
                </a:lnTo>
                <a:lnTo>
                  <a:pt x="96901" y="637309"/>
                </a:lnTo>
                <a:lnTo>
                  <a:pt x="97911" y="637282"/>
                </a:lnTo>
                <a:lnTo>
                  <a:pt x="98920" y="637255"/>
                </a:lnTo>
                <a:lnTo>
                  <a:pt x="99930" y="637224"/>
                </a:lnTo>
                <a:lnTo>
                  <a:pt x="100939" y="637197"/>
                </a:lnTo>
                <a:lnTo>
                  <a:pt x="101948" y="637165"/>
                </a:lnTo>
                <a:lnTo>
                  <a:pt x="102958" y="637128"/>
                </a:lnTo>
                <a:lnTo>
                  <a:pt x="103967" y="637096"/>
                </a:lnTo>
                <a:lnTo>
                  <a:pt x="104976" y="637058"/>
                </a:lnTo>
                <a:lnTo>
                  <a:pt x="105986" y="637021"/>
                </a:lnTo>
                <a:lnTo>
                  <a:pt x="106995" y="636979"/>
                </a:lnTo>
                <a:lnTo>
                  <a:pt x="108004" y="636936"/>
                </a:lnTo>
                <a:lnTo>
                  <a:pt x="109014" y="636893"/>
                </a:lnTo>
                <a:lnTo>
                  <a:pt x="110023" y="636851"/>
                </a:lnTo>
                <a:lnTo>
                  <a:pt x="111033" y="636803"/>
                </a:lnTo>
                <a:lnTo>
                  <a:pt x="112042" y="636755"/>
                </a:lnTo>
                <a:lnTo>
                  <a:pt x="113051" y="636702"/>
                </a:lnTo>
                <a:lnTo>
                  <a:pt x="114061" y="636648"/>
                </a:lnTo>
                <a:lnTo>
                  <a:pt x="115070" y="636595"/>
                </a:lnTo>
                <a:lnTo>
                  <a:pt x="116080" y="636537"/>
                </a:lnTo>
                <a:lnTo>
                  <a:pt x="117089" y="636478"/>
                </a:lnTo>
                <a:lnTo>
                  <a:pt x="118099" y="636414"/>
                </a:lnTo>
                <a:lnTo>
                  <a:pt x="119108" y="636350"/>
                </a:lnTo>
                <a:lnTo>
                  <a:pt x="120117" y="636286"/>
                </a:lnTo>
                <a:lnTo>
                  <a:pt x="121127" y="636217"/>
                </a:lnTo>
                <a:lnTo>
                  <a:pt x="122136" y="636143"/>
                </a:lnTo>
                <a:lnTo>
                  <a:pt x="123145" y="636068"/>
                </a:lnTo>
                <a:lnTo>
                  <a:pt x="124155" y="635988"/>
                </a:lnTo>
                <a:lnTo>
                  <a:pt x="125164" y="635908"/>
                </a:lnTo>
                <a:lnTo>
                  <a:pt x="126173" y="635823"/>
                </a:lnTo>
                <a:lnTo>
                  <a:pt x="127183" y="635732"/>
                </a:lnTo>
                <a:lnTo>
                  <a:pt x="128192" y="635642"/>
                </a:lnTo>
                <a:lnTo>
                  <a:pt x="129201" y="635546"/>
                </a:lnTo>
                <a:lnTo>
                  <a:pt x="130211" y="635450"/>
                </a:lnTo>
                <a:lnTo>
                  <a:pt x="131220" y="635344"/>
                </a:lnTo>
                <a:lnTo>
                  <a:pt x="132230" y="635237"/>
                </a:lnTo>
                <a:lnTo>
                  <a:pt x="133239" y="635131"/>
                </a:lnTo>
                <a:lnTo>
                  <a:pt x="134249" y="635014"/>
                </a:lnTo>
                <a:lnTo>
                  <a:pt x="135258" y="634896"/>
                </a:lnTo>
                <a:lnTo>
                  <a:pt x="136267" y="634774"/>
                </a:lnTo>
                <a:lnTo>
                  <a:pt x="137277" y="634646"/>
                </a:lnTo>
                <a:lnTo>
                  <a:pt x="138286" y="634513"/>
                </a:lnTo>
                <a:lnTo>
                  <a:pt x="139296" y="634374"/>
                </a:lnTo>
                <a:lnTo>
                  <a:pt x="140305" y="634231"/>
                </a:lnTo>
                <a:lnTo>
                  <a:pt x="141315" y="634082"/>
                </a:lnTo>
                <a:lnTo>
                  <a:pt x="142324" y="633932"/>
                </a:lnTo>
                <a:lnTo>
                  <a:pt x="143333" y="633773"/>
                </a:lnTo>
                <a:lnTo>
                  <a:pt x="144343" y="633608"/>
                </a:lnTo>
                <a:lnTo>
                  <a:pt x="145352" y="633437"/>
                </a:lnTo>
                <a:lnTo>
                  <a:pt x="146361" y="633261"/>
                </a:lnTo>
                <a:lnTo>
                  <a:pt x="147371" y="633075"/>
                </a:lnTo>
                <a:lnTo>
                  <a:pt x="148380" y="632889"/>
                </a:lnTo>
                <a:lnTo>
                  <a:pt x="149389" y="632692"/>
                </a:lnTo>
                <a:lnTo>
                  <a:pt x="150399" y="632489"/>
                </a:lnTo>
                <a:lnTo>
                  <a:pt x="151408" y="632282"/>
                </a:lnTo>
                <a:lnTo>
                  <a:pt x="152417" y="632063"/>
                </a:lnTo>
                <a:lnTo>
                  <a:pt x="153427" y="631840"/>
                </a:lnTo>
                <a:lnTo>
                  <a:pt x="154436" y="631605"/>
                </a:lnTo>
                <a:lnTo>
                  <a:pt x="155446" y="631366"/>
                </a:lnTo>
                <a:lnTo>
                  <a:pt x="156455" y="631115"/>
                </a:lnTo>
                <a:lnTo>
                  <a:pt x="157465" y="630860"/>
                </a:lnTo>
                <a:lnTo>
                  <a:pt x="158474" y="630593"/>
                </a:lnTo>
                <a:lnTo>
                  <a:pt x="159483" y="630322"/>
                </a:lnTo>
                <a:lnTo>
                  <a:pt x="160493" y="630040"/>
                </a:lnTo>
                <a:lnTo>
                  <a:pt x="161502" y="629747"/>
                </a:lnTo>
                <a:lnTo>
                  <a:pt x="162512" y="629443"/>
                </a:lnTo>
                <a:lnTo>
                  <a:pt x="163521" y="629129"/>
                </a:lnTo>
                <a:lnTo>
                  <a:pt x="164531" y="628809"/>
                </a:lnTo>
                <a:lnTo>
                  <a:pt x="165540" y="628474"/>
                </a:lnTo>
                <a:lnTo>
                  <a:pt x="166549" y="628133"/>
                </a:lnTo>
                <a:lnTo>
                  <a:pt x="167559" y="627776"/>
                </a:lnTo>
                <a:lnTo>
                  <a:pt x="168568" y="627414"/>
                </a:lnTo>
                <a:lnTo>
                  <a:pt x="169577" y="627036"/>
                </a:lnTo>
                <a:lnTo>
                  <a:pt x="170587" y="626647"/>
                </a:lnTo>
                <a:lnTo>
                  <a:pt x="171596" y="626243"/>
                </a:lnTo>
                <a:lnTo>
                  <a:pt x="172605" y="625833"/>
                </a:lnTo>
                <a:lnTo>
                  <a:pt x="173615" y="625407"/>
                </a:lnTo>
                <a:lnTo>
                  <a:pt x="174624" y="624965"/>
                </a:lnTo>
                <a:lnTo>
                  <a:pt x="175633" y="624512"/>
                </a:lnTo>
                <a:lnTo>
                  <a:pt x="176643" y="624043"/>
                </a:lnTo>
                <a:lnTo>
                  <a:pt x="177652" y="623564"/>
                </a:lnTo>
                <a:lnTo>
                  <a:pt x="178662" y="623069"/>
                </a:lnTo>
                <a:lnTo>
                  <a:pt x="179671" y="622557"/>
                </a:lnTo>
                <a:lnTo>
                  <a:pt x="180681" y="622036"/>
                </a:lnTo>
                <a:lnTo>
                  <a:pt x="181690" y="621492"/>
                </a:lnTo>
                <a:lnTo>
                  <a:pt x="182699" y="620933"/>
                </a:lnTo>
                <a:lnTo>
                  <a:pt x="183709" y="620363"/>
                </a:lnTo>
                <a:lnTo>
                  <a:pt x="184718" y="619772"/>
                </a:lnTo>
                <a:lnTo>
                  <a:pt x="185728" y="619165"/>
                </a:lnTo>
                <a:lnTo>
                  <a:pt x="186737" y="618542"/>
                </a:lnTo>
                <a:lnTo>
                  <a:pt x="187746" y="617903"/>
                </a:lnTo>
                <a:lnTo>
                  <a:pt x="188756" y="617243"/>
                </a:lnTo>
                <a:lnTo>
                  <a:pt x="189765" y="616561"/>
                </a:lnTo>
                <a:lnTo>
                  <a:pt x="190774" y="615869"/>
                </a:lnTo>
                <a:lnTo>
                  <a:pt x="191784" y="615150"/>
                </a:lnTo>
                <a:lnTo>
                  <a:pt x="192793" y="614415"/>
                </a:lnTo>
                <a:lnTo>
                  <a:pt x="193803" y="613659"/>
                </a:lnTo>
                <a:lnTo>
                  <a:pt x="194812" y="612881"/>
                </a:lnTo>
                <a:lnTo>
                  <a:pt x="195821" y="612082"/>
                </a:lnTo>
                <a:lnTo>
                  <a:pt x="196831" y="611262"/>
                </a:lnTo>
                <a:lnTo>
                  <a:pt x="197840" y="610421"/>
                </a:lnTo>
                <a:lnTo>
                  <a:pt x="198849" y="609558"/>
                </a:lnTo>
                <a:lnTo>
                  <a:pt x="199859" y="608674"/>
                </a:lnTo>
                <a:lnTo>
                  <a:pt x="200868" y="607764"/>
                </a:lnTo>
                <a:lnTo>
                  <a:pt x="201878" y="606832"/>
                </a:lnTo>
                <a:lnTo>
                  <a:pt x="202887" y="605878"/>
                </a:lnTo>
                <a:lnTo>
                  <a:pt x="203897" y="604893"/>
                </a:lnTo>
                <a:lnTo>
                  <a:pt x="204906" y="603892"/>
                </a:lnTo>
                <a:lnTo>
                  <a:pt x="205915" y="602859"/>
                </a:lnTo>
                <a:lnTo>
                  <a:pt x="206925" y="601805"/>
                </a:lnTo>
                <a:lnTo>
                  <a:pt x="207934" y="600718"/>
                </a:lnTo>
                <a:lnTo>
                  <a:pt x="208944" y="599610"/>
                </a:lnTo>
                <a:lnTo>
                  <a:pt x="209953" y="598471"/>
                </a:lnTo>
                <a:lnTo>
                  <a:pt x="210962" y="597310"/>
                </a:lnTo>
                <a:lnTo>
                  <a:pt x="211972" y="596117"/>
                </a:lnTo>
                <a:lnTo>
                  <a:pt x="212981" y="594897"/>
                </a:lnTo>
                <a:lnTo>
                  <a:pt x="213990" y="593646"/>
                </a:lnTo>
                <a:lnTo>
                  <a:pt x="215000" y="592368"/>
                </a:lnTo>
                <a:lnTo>
                  <a:pt x="216009" y="591058"/>
                </a:lnTo>
                <a:lnTo>
                  <a:pt x="217018" y="589721"/>
                </a:lnTo>
                <a:lnTo>
                  <a:pt x="218028" y="588347"/>
                </a:lnTo>
                <a:lnTo>
                  <a:pt x="219037" y="586947"/>
                </a:lnTo>
                <a:lnTo>
                  <a:pt x="220047" y="585514"/>
                </a:lnTo>
                <a:lnTo>
                  <a:pt x="221056" y="584050"/>
                </a:lnTo>
                <a:lnTo>
                  <a:pt x="222065" y="582553"/>
                </a:lnTo>
                <a:lnTo>
                  <a:pt x="223075" y="581025"/>
                </a:lnTo>
                <a:lnTo>
                  <a:pt x="224084" y="579459"/>
                </a:lnTo>
                <a:lnTo>
                  <a:pt x="225094" y="577867"/>
                </a:lnTo>
                <a:lnTo>
                  <a:pt x="226103" y="576232"/>
                </a:lnTo>
                <a:lnTo>
                  <a:pt x="227113" y="574565"/>
                </a:lnTo>
                <a:lnTo>
                  <a:pt x="228122" y="572866"/>
                </a:lnTo>
                <a:lnTo>
                  <a:pt x="229131" y="571130"/>
                </a:lnTo>
                <a:lnTo>
                  <a:pt x="230141" y="569357"/>
                </a:lnTo>
                <a:lnTo>
                  <a:pt x="231150" y="567546"/>
                </a:lnTo>
                <a:lnTo>
                  <a:pt x="232160" y="565704"/>
                </a:lnTo>
                <a:lnTo>
                  <a:pt x="233169" y="563819"/>
                </a:lnTo>
                <a:lnTo>
                  <a:pt x="234178" y="561902"/>
                </a:lnTo>
                <a:lnTo>
                  <a:pt x="235188" y="559942"/>
                </a:lnTo>
                <a:lnTo>
                  <a:pt x="236197" y="557945"/>
                </a:lnTo>
                <a:lnTo>
                  <a:pt x="237206" y="555910"/>
                </a:lnTo>
                <a:lnTo>
                  <a:pt x="238216" y="553839"/>
                </a:lnTo>
                <a:lnTo>
                  <a:pt x="239225" y="551725"/>
                </a:lnTo>
                <a:lnTo>
                  <a:pt x="240234" y="549573"/>
                </a:lnTo>
                <a:lnTo>
                  <a:pt x="241244" y="547379"/>
                </a:lnTo>
                <a:lnTo>
                  <a:pt x="242253" y="545148"/>
                </a:lnTo>
                <a:lnTo>
                  <a:pt x="243263" y="542874"/>
                </a:lnTo>
                <a:lnTo>
                  <a:pt x="244272" y="540563"/>
                </a:lnTo>
                <a:lnTo>
                  <a:pt x="245281" y="538209"/>
                </a:lnTo>
                <a:lnTo>
                  <a:pt x="246291" y="535813"/>
                </a:lnTo>
                <a:lnTo>
                  <a:pt x="247300" y="533374"/>
                </a:lnTo>
                <a:lnTo>
                  <a:pt x="248310" y="530892"/>
                </a:lnTo>
                <a:lnTo>
                  <a:pt x="249319" y="528373"/>
                </a:lnTo>
                <a:lnTo>
                  <a:pt x="250329" y="525806"/>
                </a:lnTo>
                <a:lnTo>
                  <a:pt x="251338" y="523202"/>
                </a:lnTo>
                <a:lnTo>
                  <a:pt x="252347" y="520550"/>
                </a:lnTo>
                <a:lnTo>
                  <a:pt x="253357" y="517861"/>
                </a:lnTo>
                <a:lnTo>
                  <a:pt x="254366" y="515123"/>
                </a:lnTo>
                <a:lnTo>
                  <a:pt x="255376" y="512344"/>
                </a:lnTo>
                <a:lnTo>
                  <a:pt x="256385" y="509527"/>
                </a:lnTo>
                <a:lnTo>
                  <a:pt x="257394" y="506661"/>
                </a:lnTo>
                <a:lnTo>
                  <a:pt x="258404" y="503754"/>
                </a:lnTo>
                <a:lnTo>
                  <a:pt x="259413" y="500798"/>
                </a:lnTo>
                <a:lnTo>
                  <a:pt x="260422" y="497805"/>
                </a:lnTo>
                <a:lnTo>
                  <a:pt x="261432" y="494765"/>
                </a:lnTo>
                <a:lnTo>
                  <a:pt x="262441" y="491681"/>
                </a:lnTo>
                <a:lnTo>
                  <a:pt x="263450" y="488555"/>
                </a:lnTo>
                <a:lnTo>
                  <a:pt x="264460" y="485387"/>
                </a:lnTo>
                <a:lnTo>
                  <a:pt x="265469" y="482175"/>
                </a:lnTo>
                <a:lnTo>
                  <a:pt x="266479" y="478916"/>
                </a:lnTo>
                <a:lnTo>
                  <a:pt x="267488" y="475620"/>
                </a:lnTo>
                <a:lnTo>
                  <a:pt x="268497" y="472276"/>
                </a:lnTo>
                <a:lnTo>
                  <a:pt x="269507" y="468889"/>
                </a:lnTo>
                <a:lnTo>
                  <a:pt x="270516" y="465464"/>
                </a:lnTo>
                <a:lnTo>
                  <a:pt x="271526" y="461992"/>
                </a:lnTo>
                <a:lnTo>
                  <a:pt x="272535" y="458478"/>
                </a:lnTo>
                <a:lnTo>
                  <a:pt x="273545" y="454922"/>
                </a:lnTo>
                <a:lnTo>
                  <a:pt x="274554" y="451324"/>
                </a:lnTo>
                <a:lnTo>
                  <a:pt x="275563" y="447686"/>
                </a:lnTo>
                <a:lnTo>
                  <a:pt x="276573" y="444005"/>
                </a:lnTo>
                <a:lnTo>
                  <a:pt x="277582" y="440283"/>
                </a:lnTo>
                <a:lnTo>
                  <a:pt x="278591" y="436521"/>
                </a:lnTo>
                <a:lnTo>
                  <a:pt x="279601" y="432719"/>
                </a:lnTo>
                <a:lnTo>
                  <a:pt x="280610" y="428876"/>
                </a:lnTo>
                <a:lnTo>
                  <a:pt x="281619" y="424995"/>
                </a:lnTo>
                <a:lnTo>
                  <a:pt x="282629" y="421074"/>
                </a:lnTo>
                <a:lnTo>
                  <a:pt x="283638" y="417115"/>
                </a:lnTo>
                <a:lnTo>
                  <a:pt x="284647" y="413119"/>
                </a:lnTo>
                <a:lnTo>
                  <a:pt x="285657" y="409084"/>
                </a:lnTo>
                <a:lnTo>
                  <a:pt x="286666" y="405013"/>
                </a:lnTo>
                <a:lnTo>
                  <a:pt x="287676" y="400906"/>
                </a:lnTo>
                <a:lnTo>
                  <a:pt x="288685" y="396763"/>
                </a:lnTo>
                <a:lnTo>
                  <a:pt x="289695" y="392586"/>
                </a:lnTo>
                <a:lnTo>
                  <a:pt x="290704" y="388374"/>
                </a:lnTo>
                <a:lnTo>
                  <a:pt x="291714" y="384129"/>
                </a:lnTo>
                <a:lnTo>
                  <a:pt x="292723" y="379851"/>
                </a:lnTo>
                <a:lnTo>
                  <a:pt x="293732" y="375541"/>
                </a:lnTo>
                <a:lnTo>
                  <a:pt x="294742" y="371200"/>
                </a:lnTo>
                <a:lnTo>
                  <a:pt x="295751" y="366828"/>
                </a:lnTo>
                <a:lnTo>
                  <a:pt x="296761" y="362427"/>
                </a:lnTo>
                <a:lnTo>
                  <a:pt x="297770" y="357997"/>
                </a:lnTo>
                <a:lnTo>
                  <a:pt x="298779" y="353540"/>
                </a:lnTo>
                <a:lnTo>
                  <a:pt x="299789" y="349056"/>
                </a:lnTo>
                <a:lnTo>
                  <a:pt x="300798" y="344546"/>
                </a:lnTo>
                <a:lnTo>
                  <a:pt x="301807" y="340011"/>
                </a:lnTo>
                <a:lnTo>
                  <a:pt x="302817" y="335452"/>
                </a:lnTo>
                <a:lnTo>
                  <a:pt x="303826" y="330871"/>
                </a:lnTo>
                <a:lnTo>
                  <a:pt x="304835" y="326267"/>
                </a:lnTo>
                <a:lnTo>
                  <a:pt x="305845" y="321643"/>
                </a:lnTo>
                <a:lnTo>
                  <a:pt x="306854" y="317000"/>
                </a:lnTo>
                <a:lnTo>
                  <a:pt x="307863" y="312338"/>
                </a:lnTo>
                <a:lnTo>
                  <a:pt x="308873" y="307659"/>
                </a:lnTo>
                <a:lnTo>
                  <a:pt x="309882" y="302964"/>
                </a:lnTo>
                <a:lnTo>
                  <a:pt x="310892" y="298255"/>
                </a:lnTo>
                <a:lnTo>
                  <a:pt x="311901" y="293531"/>
                </a:lnTo>
                <a:lnTo>
                  <a:pt x="312911" y="288796"/>
                </a:lnTo>
                <a:lnTo>
                  <a:pt x="313920" y="284049"/>
                </a:lnTo>
                <a:lnTo>
                  <a:pt x="314930" y="279293"/>
                </a:lnTo>
                <a:lnTo>
                  <a:pt x="315939" y="274529"/>
                </a:lnTo>
                <a:lnTo>
                  <a:pt x="316948" y="269757"/>
                </a:lnTo>
                <a:lnTo>
                  <a:pt x="317958" y="264980"/>
                </a:lnTo>
                <a:lnTo>
                  <a:pt x="318968" y="260199"/>
                </a:lnTo>
                <a:lnTo>
                  <a:pt x="319975" y="255414"/>
                </a:lnTo>
                <a:lnTo>
                  <a:pt x="320987" y="250629"/>
                </a:lnTo>
                <a:lnTo>
                  <a:pt x="321993" y="245844"/>
                </a:lnTo>
                <a:lnTo>
                  <a:pt x="323005" y="241060"/>
                </a:lnTo>
                <a:lnTo>
                  <a:pt x="324012" y="236279"/>
                </a:lnTo>
                <a:lnTo>
                  <a:pt x="325023" y="231503"/>
                </a:lnTo>
                <a:lnTo>
                  <a:pt x="326035" y="226733"/>
                </a:lnTo>
                <a:lnTo>
                  <a:pt x="327042" y="221971"/>
                </a:lnTo>
                <a:lnTo>
                  <a:pt x="328054" y="217218"/>
                </a:lnTo>
                <a:lnTo>
                  <a:pt x="329060" y="212475"/>
                </a:lnTo>
                <a:lnTo>
                  <a:pt x="330072" y="207745"/>
                </a:lnTo>
                <a:lnTo>
                  <a:pt x="331078" y="203029"/>
                </a:lnTo>
                <a:lnTo>
                  <a:pt x="332090" y="198329"/>
                </a:lnTo>
                <a:lnTo>
                  <a:pt x="333097" y="193645"/>
                </a:lnTo>
                <a:lnTo>
                  <a:pt x="334108" y="188981"/>
                </a:lnTo>
                <a:lnTo>
                  <a:pt x="335115" y="184337"/>
                </a:lnTo>
                <a:lnTo>
                  <a:pt x="336127" y="179715"/>
                </a:lnTo>
                <a:lnTo>
                  <a:pt x="337139" y="175116"/>
                </a:lnTo>
                <a:lnTo>
                  <a:pt x="338145" y="170543"/>
                </a:lnTo>
                <a:lnTo>
                  <a:pt x="339157" y="165997"/>
                </a:lnTo>
                <a:lnTo>
                  <a:pt x="340163" y="161480"/>
                </a:lnTo>
                <a:lnTo>
                  <a:pt x="341175" y="156993"/>
                </a:lnTo>
                <a:lnTo>
                  <a:pt x="342182" y="152538"/>
                </a:lnTo>
                <a:lnTo>
                  <a:pt x="343194" y="148117"/>
                </a:lnTo>
                <a:lnTo>
                  <a:pt x="344200" y="143731"/>
                </a:lnTo>
                <a:lnTo>
                  <a:pt x="345212" y="139382"/>
                </a:lnTo>
                <a:lnTo>
                  <a:pt x="346218" y="135072"/>
                </a:lnTo>
                <a:lnTo>
                  <a:pt x="347230" y="130801"/>
                </a:lnTo>
                <a:lnTo>
                  <a:pt x="348237" y="126573"/>
                </a:lnTo>
                <a:lnTo>
                  <a:pt x="349248" y="122389"/>
                </a:lnTo>
                <a:lnTo>
                  <a:pt x="350260" y="118250"/>
                </a:lnTo>
                <a:lnTo>
                  <a:pt x="351267" y="114158"/>
                </a:lnTo>
                <a:lnTo>
                  <a:pt x="352279" y="110114"/>
                </a:lnTo>
                <a:lnTo>
                  <a:pt x="353285" y="106120"/>
                </a:lnTo>
                <a:lnTo>
                  <a:pt x="354297" y="102178"/>
                </a:lnTo>
                <a:lnTo>
                  <a:pt x="355303" y="98290"/>
                </a:lnTo>
                <a:lnTo>
                  <a:pt x="356315" y="94457"/>
                </a:lnTo>
                <a:lnTo>
                  <a:pt x="357322" y="90679"/>
                </a:lnTo>
                <a:lnTo>
                  <a:pt x="358334" y="86961"/>
                </a:lnTo>
                <a:lnTo>
                  <a:pt x="359340" y="83301"/>
                </a:lnTo>
                <a:lnTo>
                  <a:pt x="360352" y="79703"/>
                </a:lnTo>
                <a:lnTo>
                  <a:pt x="361364" y="76167"/>
                </a:lnTo>
                <a:lnTo>
                  <a:pt x="362370" y="72696"/>
                </a:lnTo>
                <a:lnTo>
                  <a:pt x="363382" y="69289"/>
                </a:lnTo>
                <a:lnTo>
                  <a:pt x="364389" y="65950"/>
                </a:lnTo>
                <a:lnTo>
                  <a:pt x="365400" y="62680"/>
                </a:lnTo>
                <a:lnTo>
                  <a:pt x="366407" y="59479"/>
                </a:lnTo>
                <a:lnTo>
                  <a:pt x="367419" y="56349"/>
                </a:lnTo>
                <a:lnTo>
                  <a:pt x="368425" y="53291"/>
                </a:lnTo>
                <a:lnTo>
                  <a:pt x="369437" y="50308"/>
                </a:lnTo>
                <a:lnTo>
                  <a:pt x="370443" y="47400"/>
                </a:lnTo>
                <a:lnTo>
                  <a:pt x="371455" y="44568"/>
                </a:lnTo>
                <a:lnTo>
                  <a:pt x="372467" y="41814"/>
                </a:lnTo>
                <a:lnTo>
                  <a:pt x="373474" y="39138"/>
                </a:lnTo>
                <a:lnTo>
                  <a:pt x="374485" y="36543"/>
                </a:lnTo>
                <a:lnTo>
                  <a:pt x="375492" y="34029"/>
                </a:lnTo>
                <a:lnTo>
                  <a:pt x="376504" y="31596"/>
                </a:lnTo>
                <a:lnTo>
                  <a:pt x="377510" y="29248"/>
                </a:lnTo>
                <a:lnTo>
                  <a:pt x="378522" y="26984"/>
                </a:lnTo>
                <a:lnTo>
                  <a:pt x="379529" y="24805"/>
                </a:lnTo>
                <a:lnTo>
                  <a:pt x="380540" y="22712"/>
                </a:lnTo>
                <a:lnTo>
                  <a:pt x="381547" y="20707"/>
                </a:lnTo>
                <a:lnTo>
                  <a:pt x="382559" y="18790"/>
                </a:lnTo>
                <a:lnTo>
                  <a:pt x="383571" y="16961"/>
                </a:lnTo>
                <a:lnTo>
                  <a:pt x="384577" y="15223"/>
                </a:lnTo>
                <a:lnTo>
                  <a:pt x="385589" y="13576"/>
                </a:lnTo>
                <a:lnTo>
                  <a:pt x="386595" y="12020"/>
                </a:lnTo>
                <a:lnTo>
                  <a:pt x="387607" y="10556"/>
                </a:lnTo>
                <a:lnTo>
                  <a:pt x="388614" y="9185"/>
                </a:lnTo>
                <a:lnTo>
                  <a:pt x="389625" y="7907"/>
                </a:lnTo>
                <a:lnTo>
                  <a:pt x="390632" y="6723"/>
                </a:lnTo>
                <a:lnTo>
                  <a:pt x="391644" y="5634"/>
                </a:lnTo>
                <a:lnTo>
                  <a:pt x="392650" y="4639"/>
                </a:lnTo>
                <a:lnTo>
                  <a:pt x="393662" y="3741"/>
                </a:lnTo>
                <a:lnTo>
                  <a:pt x="394669" y="2937"/>
                </a:lnTo>
                <a:lnTo>
                  <a:pt x="395680" y="2231"/>
                </a:lnTo>
                <a:lnTo>
                  <a:pt x="396692" y="1621"/>
                </a:lnTo>
                <a:lnTo>
                  <a:pt x="397699" y="1107"/>
                </a:lnTo>
                <a:lnTo>
                  <a:pt x="398711" y="691"/>
                </a:lnTo>
                <a:lnTo>
                  <a:pt x="399717" y="372"/>
                </a:lnTo>
                <a:lnTo>
                  <a:pt x="400729" y="150"/>
                </a:lnTo>
                <a:lnTo>
                  <a:pt x="401735" y="26"/>
                </a:lnTo>
                <a:lnTo>
                  <a:pt x="402747" y="0"/>
                </a:lnTo>
                <a:lnTo>
                  <a:pt x="403754" y="71"/>
                </a:lnTo>
                <a:lnTo>
                  <a:pt x="404765" y="240"/>
                </a:lnTo>
                <a:lnTo>
                  <a:pt x="405772" y="506"/>
                </a:lnTo>
                <a:lnTo>
                  <a:pt x="406784" y="870"/>
                </a:lnTo>
                <a:lnTo>
                  <a:pt x="407796" y="1330"/>
                </a:lnTo>
                <a:lnTo>
                  <a:pt x="408802" y="1888"/>
                </a:lnTo>
                <a:lnTo>
                  <a:pt x="409814" y="2542"/>
                </a:lnTo>
                <a:lnTo>
                  <a:pt x="410820" y="3293"/>
                </a:lnTo>
                <a:lnTo>
                  <a:pt x="411832" y="4140"/>
                </a:lnTo>
                <a:lnTo>
                  <a:pt x="412839" y="5083"/>
                </a:lnTo>
                <a:lnTo>
                  <a:pt x="413851" y="6120"/>
                </a:lnTo>
                <a:lnTo>
                  <a:pt x="414857" y="7253"/>
                </a:lnTo>
                <a:lnTo>
                  <a:pt x="415869" y="8480"/>
                </a:lnTo>
                <a:lnTo>
                  <a:pt x="416875" y="9801"/>
                </a:lnTo>
                <a:lnTo>
                  <a:pt x="417887" y="11215"/>
                </a:lnTo>
                <a:lnTo>
                  <a:pt x="418899" y="12721"/>
                </a:lnTo>
                <a:lnTo>
                  <a:pt x="419906" y="14319"/>
                </a:lnTo>
                <a:lnTo>
                  <a:pt x="420917" y="16008"/>
                </a:lnTo>
                <a:lnTo>
                  <a:pt x="421924" y="17788"/>
                </a:lnTo>
                <a:lnTo>
                  <a:pt x="422936" y="19656"/>
                </a:lnTo>
                <a:lnTo>
                  <a:pt x="423942" y="21614"/>
                </a:lnTo>
                <a:lnTo>
                  <a:pt x="424954" y="23660"/>
                </a:lnTo>
                <a:lnTo>
                  <a:pt x="425960" y="25792"/>
                </a:lnTo>
                <a:lnTo>
                  <a:pt x="426972" y="28010"/>
                </a:lnTo>
                <a:lnTo>
                  <a:pt x="427979" y="30313"/>
                </a:lnTo>
                <a:lnTo>
                  <a:pt x="428991" y="32700"/>
                </a:lnTo>
                <a:lnTo>
                  <a:pt x="430002" y="35170"/>
                </a:lnTo>
                <a:lnTo>
                  <a:pt x="431009" y="37722"/>
                </a:lnTo>
                <a:lnTo>
                  <a:pt x="432021" y="40354"/>
                </a:lnTo>
                <a:lnTo>
                  <a:pt x="433027" y="43066"/>
                </a:lnTo>
                <a:lnTo>
                  <a:pt x="434039" y="45856"/>
                </a:lnTo>
                <a:lnTo>
                  <a:pt x="435046" y="48722"/>
                </a:lnTo>
                <a:lnTo>
                  <a:pt x="436057" y="51666"/>
                </a:lnTo>
                <a:lnTo>
                  <a:pt x="437064" y="54683"/>
                </a:lnTo>
                <a:lnTo>
                  <a:pt x="438076" y="57773"/>
                </a:lnTo>
                <a:lnTo>
                  <a:pt x="439082" y="60936"/>
                </a:lnTo>
                <a:lnTo>
                  <a:pt x="440094" y="64169"/>
                </a:lnTo>
                <a:lnTo>
                  <a:pt x="441100" y="67471"/>
                </a:lnTo>
                <a:lnTo>
                  <a:pt x="442112" y="70841"/>
                </a:lnTo>
                <a:lnTo>
                  <a:pt x="443124" y="74278"/>
                </a:lnTo>
                <a:lnTo>
                  <a:pt x="444131" y="77779"/>
                </a:lnTo>
                <a:lnTo>
                  <a:pt x="445142" y="81343"/>
                </a:lnTo>
                <a:lnTo>
                  <a:pt x="446149" y="84970"/>
                </a:lnTo>
                <a:lnTo>
                  <a:pt x="447161" y="88657"/>
                </a:lnTo>
                <a:lnTo>
                  <a:pt x="448167" y="92403"/>
                </a:lnTo>
                <a:lnTo>
                  <a:pt x="449179" y="96205"/>
                </a:lnTo>
                <a:lnTo>
                  <a:pt x="450186" y="100065"/>
                </a:lnTo>
                <a:lnTo>
                  <a:pt x="451197" y="103978"/>
                </a:lnTo>
                <a:lnTo>
                  <a:pt x="452204" y="107943"/>
                </a:lnTo>
                <a:lnTo>
                  <a:pt x="453216" y="111960"/>
                </a:lnTo>
                <a:lnTo>
                  <a:pt x="454228" y="116026"/>
                </a:lnTo>
                <a:lnTo>
                  <a:pt x="455234" y="120140"/>
                </a:lnTo>
                <a:lnTo>
                  <a:pt x="456246" y="124300"/>
                </a:lnTo>
                <a:lnTo>
                  <a:pt x="457252" y="128505"/>
                </a:lnTo>
                <a:lnTo>
                  <a:pt x="458264" y="132752"/>
                </a:lnTo>
                <a:lnTo>
                  <a:pt x="459271" y="137041"/>
                </a:lnTo>
                <a:lnTo>
                  <a:pt x="460282" y="141369"/>
                </a:lnTo>
                <a:lnTo>
                  <a:pt x="461289" y="145735"/>
                </a:lnTo>
                <a:lnTo>
                  <a:pt x="462301" y="150138"/>
                </a:lnTo>
                <a:lnTo>
                  <a:pt x="463307" y="154575"/>
                </a:lnTo>
                <a:lnTo>
                  <a:pt x="464319" y="159044"/>
                </a:lnTo>
                <a:lnTo>
                  <a:pt x="465331" y="163545"/>
                </a:lnTo>
                <a:lnTo>
                  <a:pt x="466337" y="168076"/>
                </a:lnTo>
                <a:lnTo>
                  <a:pt x="467349" y="172635"/>
                </a:lnTo>
                <a:lnTo>
                  <a:pt x="468356" y="177220"/>
                </a:lnTo>
                <a:lnTo>
                  <a:pt x="469368" y="181829"/>
                </a:lnTo>
                <a:lnTo>
                  <a:pt x="470374" y="186461"/>
                </a:lnTo>
                <a:lnTo>
                  <a:pt x="471386" y="191115"/>
                </a:lnTo>
                <a:lnTo>
                  <a:pt x="472392" y="195788"/>
                </a:lnTo>
                <a:lnTo>
                  <a:pt x="473404" y="200480"/>
                </a:lnTo>
                <a:lnTo>
                  <a:pt x="474411" y="205188"/>
                </a:lnTo>
                <a:lnTo>
                  <a:pt x="475423" y="209910"/>
                </a:lnTo>
                <a:lnTo>
                  <a:pt x="476434" y="214646"/>
                </a:lnTo>
                <a:lnTo>
                  <a:pt x="477441" y="219393"/>
                </a:lnTo>
                <a:lnTo>
                  <a:pt x="478453" y="224151"/>
                </a:lnTo>
                <a:lnTo>
                  <a:pt x="479459" y="228917"/>
                </a:lnTo>
                <a:lnTo>
                  <a:pt x="480471" y="233690"/>
                </a:lnTo>
                <a:lnTo>
                  <a:pt x="481477" y="238468"/>
                </a:lnTo>
                <a:lnTo>
                  <a:pt x="482489" y="243251"/>
                </a:lnTo>
                <a:lnTo>
                  <a:pt x="483496" y="248035"/>
                </a:lnTo>
                <a:lnTo>
                  <a:pt x="484508" y="252821"/>
                </a:lnTo>
                <a:lnTo>
                  <a:pt x="485514" y="257606"/>
                </a:lnTo>
                <a:lnTo>
                  <a:pt x="486526" y="262389"/>
                </a:lnTo>
                <a:lnTo>
                  <a:pt x="487532" y="267168"/>
                </a:lnTo>
                <a:lnTo>
                  <a:pt x="488544" y="271943"/>
                </a:lnTo>
                <a:lnTo>
                  <a:pt x="489556" y="276712"/>
                </a:lnTo>
                <a:lnTo>
                  <a:pt x="490563" y="281473"/>
                </a:lnTo>
                <a:lnTo>
                  <a:pt x="491574" y="286225"/>
                </a:lnTo>
                <a:lnTo>
                  <a:pt x="492581" y="290966"/>
                </a:lnTo>
                <a:lnTo>
                  <a:pt x="493593" y="295696"/>
                </a:lnTo>
                <a:lnTo>
                  <a:pt x="494599" y="300414"/>
                </a:lnTo>
                <a:lnTo>
                  <a:pt x="495611" y="305117"/>
                </a:lnTo>
                <a:lnTo>
                  <a:pt x="496617" y="309804"/>
                </a:lnTo>
                <a:lnTo>
                  <a:pt x="497629" y="314476"/>
                </a:lnTo>
                <a:lnTo>
                  <a:pt x="498636" y="319129"/>
                </a:lnTo>
                <a:lnTo>
                  <a:pt x="499648" y="323764"/>
                </a:lnTo>
                <a:lnTo>
                  <a:pt x="500659" y="328378"/>
                </a:lnTo>
                <a:lnTo>
                  <a:pt x="501666" y="332972"/>
                </a:lnTo>
                <a:lnTo>
                  <a:pt x="502678" y="337543"/>
                </a:lnTo>
                <a:lnTo>
                  <a:pt x="503684" y="342091"/>
                </a:lnTo>
                <a:lnTo>
                  <a:pt x="504696" y="346614"/>
                </a:lnTo>
                <a:lnTo>
                  <a:pt x="505703" y="351113"/>
                </a:lnTo>
                <a:lnTo>
                  <a:pt x="506714" y="355585"/>
                </a:lnTo>
                <a:lnTo>
                  <a:pt x="507721" y="360030"/>
                </a:lnTo>
                <a:lnTo>
                  <a:pt x="508733" y="364446"/>
                </a:lnTo>
                <a:lnTo>
                  <a:pt x="509739" y="368834"/>
                </a:lnTo>
                <a:lnTo>
                  <a:pt x="510751" y="373192"/>
                </a:lnTo>
                <a:lnTo>
                  <a:pt x="511763" y="377519"/>
                </a:lnTo>
                <a:lnTo>
                  <a:pt x="512769" y="381815"/>
                </a:lnTo>
                <a:lnTo>
                  <a:pt x="513781" y="386078"/>
                </a:lnTo>
                <a:lnTo>
                  <a:pt x="514788" y="390307"/>
                </a:lnTo>
                <a:lnTo>
                  <a:pt x="515799" y="394504"/>
                </a:lnTo>
                <a:lnTo>
                  <a:pt x="516806" y="398666"/>
                </a:lnTo>
                <a:lnTo>
                  <a:pt x="517818" y="402792"/>
                </a:lnTo>
                <a:lnTo>
                  <a:pt x="518824" y="406883"/>
                </a:lnTo>
                <a:lnTo>
                  <a:pt x="519836" y="410937"/>
                </a:lnTo>
                <a:lnTo>
                  <a:pt x="520843" y="414954"/>
                </a:lnTo>
                <a:lnTo>
                  <a:pt x="521854" y="418933"/>
                </a:lnTo>
                <a:lnTo>
                  <a:pt x="522866" y="422875"/>
                </a:lnTo>
                <a:lnTo>
                  <a:pt x="523873" y="426778"/>
                </a:lnTo>
                <a:lnTo>
                  <a:pt x="524885" y="430641"/>
                </a:lnTo>
                <a:lnTo>
                  <a:pt x="525891" y="434465"/>
                </a:lnTo>
                <a:lnTo>
                  <a:pt x="526903" y="438250"/>
                </a:lnTo>
                <a:lnTo>
                  <a:pt x="527909" y="441993"/>
                </a:lnTo>
                <a:lnTo>
                  <a:pt x="528921" y="445696"/>
                </a:lnTo>
                <a:lnTo>
                  <a:pt x="529928" y="449358"/>
                </a:lnTo>
                <a:lnTo>
                  <a:pt x="530940" y="452978"/>
                </a:lnTo>
                <a:lnTo>
                  <a:pt x="531946" y="456556"/>
                </a:lnTo>
                <a:lnTo>
                  <a:pt x="532958" y="460091"/>
                </a:lnTo>
                <a:lnTo>
                  <a:pt x="533970" y="463585"/>
                </a:lnTo>
                <a:lnTo>
                  <a:pt x="534976" y="467041"/>
                </a:lnTo>
                <a:lnTo>
                  <a:pt x="535988" y="470449"/>
                </a:lnTo>
                <a:lnTo>
                  <a:pt x="536994" y="473815"/>
                </a:lnTo>
                <a:lnTo>
                  <a:pt x="538006" y="477138"/>
                </a:lnTo>
                <a:lnTo>
                  <a:pt x="539013" y="480418"/>
                </a:lnTo>
                <a:lnTo>
                  <a:pt x="540025" y="483651"/>
                </a:lnTo>
                <a:lnTo>
                  <a:pt x="541031" y="486846"/>
                </a:lnTo>
                <a:lnTo>
                  <a:pt x="542043" y="489993"/>
                </a:lnTo>
                <a:lnTo>
                  <a:pt x="543049" y="493098"/>
                </a:lnTo>
                <a:lnTo>
                  <a:pt x="544061" y="496165"/>
                </a:lnTo>
                <a:lnTo>
                  <a:pt x="545068" y="499179"/>
                </a:lnTo>
                <a:lnTo>
                  <a:pt x="546080" y="502156"/>
                </a:lnTo>
                <a:lnTo>
                  <a:pt x="547091" y="505090"/>
                </a:lnTo>
                <a:lnTo>
                  <a:pt x="548098" y="507977"/>
                </a:lnTo>
                <a:lnTo>
                  <a:pt x="549110" y="510821"/>
                </a:lnTo>
                <a:lnTo>
                  <a:pt x="550116" y="513622"/>
                </a:lnTo>
                <a:lnTo>
                  <a:pt x="551128" y="516380"/>
                </a:lnTo>
                <a:lnTo>
                  <a:pt x="552134" y="519096"/>
                </a:lnTo>
                <a:lnTo>
                  <a:pt x="553146" y="521770"/>
                </a:lnTo>
                <a:lnTo>
                  <a:pt x="554153" y="524400"/>
                </a:lnTo>
                <a:lnTo>
                  <a:pt x="555165" y="526988"/>
                </a:lnTo>
                <a:lnTo>
                  <a:pt x="556171" y="529534"/>
                </a:lnTo>
                <a:lnTo>
                  <a:pt x="557183" y="532037"/>
                </a:lnTo>
                <a:lnTo>
                  <a:pt x="558195" y="534497"/>
                </a:lnTo>
                <a:lnTo>
                  <a:pt x="559201" y="536915"/>
                </a:lnTo>
                <a:lnTo>
                  <a:pt x="560213" y="539290"/>
                </a:lnTo>
                <a:lnTo>
                  <a:pt x="561220" y="541628"/>
                </a:lnTo>
                <a:lnTo>
                  <a:pt x="562231" y="543923"/>
                </a:lnTo>
                <a:lnTo>
                  <a:pt x="563238" y="546176"/>
                </a:lnTo>
                <a:lnTo>
                  <a:pt x="564250" y="548391"/>
                </a:lnTo>
                <a:lnTo>
                  <a:pt x="565256" y="550564"/>
                </a:lnTo>
                <a:lnTo>
                  <a:pt x="566268" y="552699"/>
                </a:lnTo>
                <a:lnTo>
                  <a:pt x="567275" y="554792"/>
                </a:lnTo>
                <a:lnTo>
                  <a:pt x="568286" y="556848"/>
                </a:lnTo>
                <a:lnTo>
                  <a:pt x="569298" y="558866"/>
                </a:lnTo>
                <a:lnTo>
                  <a:pt x="570305" y="560847"/>
                </a:lnTo>
                <a:lnTo>
                  <a:pt x="571316" y="562786"/>
                </a:lnTo>
                <a:lnTo>
                  <a:pt x="572323" y="564687"/>
                </a:lnTo>
                <a:lnTo>
                  <a:pt x="573335" y="566556"/>
                </a:lnTo>
                <a:lnTo>
                  <a:pt x="574341" y="568383"/>
                </a:lnTo>
                <a:lnTo>
                  <a:pt x="575353" y="570172"/>
                </a:lnTo>
                <a:lnTo>
                  <a:pt x="576360" y="571929"/>
                </a:lnTo>
                <a:lnTo>
                  <a:pt x="577371" y="573649"/>
                </a:lnTo>
                <a:lnTo>
                  <a:pt x="578378" y="575337"/>
                </a:lnTo>
                <a:lnTo>
                  <a:pt x="579390" y="576983"/>
                </a:lnTo>
                <a:lnTo>
                  <a:pt x="580402" y="578602"/>
                </a:lnTo>
                <a:lnTo>
                  <a:pt x="581408" y="580183"/>
                </a:lnTo>
                <a:lnTo>
                  <a:pt x="582420" y="581728"/>
                </a:lnTo>
                <a:lnTo>
                  <a:pt x="583426" y="583246"/>
                </a:lnTo>
                <a:lnTo>
                  <a:pt x="584438" y="584726"/>
                </a:lnTo>
                <a:lnTo>
                  <a:pt x="585445" y="586175"/>
                </a:lnTo>
                <a:lnTo>
                  <a:pt x="586457" y="587596"/>
                </a:lnTo>
                <a:lnTo>
                  <a:pt x="587463" y="588981"/>
                </a:lnTo>
                <a:lnTo>
                  <a:pt x="588475" y="590339"/>
                </a:lnTo>
                <a:lnTo>
                  <a:pt x="589481" y="591660"/>
                </a:lnTo>
                <a:lnTo>
                  <a:pt x="590493" y="592959"/>
                </a:lnTo>
                <a:lnTo>
                  <a:pt x="591500" y="594221"/>
                </a:lnTo>
                <a:lnTo>
                  <a:pt x="592511" y="595457"/>
                </a:lnTo>
                <a:lnTo>
                  <a:pt x="593523" y="596666"/>
                </a:lnTo>
                <a:lnTo>
                  <a:pt x="594530" y="597848"/>
                </a:lnTo>
                <a:lnTo>
                  <a:pt x="595542" y="598998"/>
                </a:lnTo>
                <a:lnTo>
                  <a:pt x="596548" y="600122"/>
                </a:lnTo>
                <a:lnTo>
                  <a:pt x="597560" y="601219"/>
                </a:lnTo>
                <a:lnTo>
                  <a:pt x="598566" y="602289"/>
                </a:lnTo>
                <a:lnTo>
                  <a:pt x="599578" y="603333"/>
                </a:lnTo>
                <a:lnTo>
                  <a:pt x="600585" y="604355"/>
                </a:lnTo>
                <a:lnTo>
                  <a:pt x="601597" y="605346"/>
                </a:lnTo>
                <a:lnTo>
                  <a:pt x="602603" y="606315"/>
                </a:lnTo>
                <a:lnTo>
                  <a:pt x="603615" y="607263"/>
                </a:lnTo>
                <a:lnTo>
                  <a:pt x="604627" y="608184"/>
                </a:lnTo>
                <a:lnTo>
                  <a:pt x="605633" y="609084"/>
                </a:lnTo>
                <a:lnTo>
                  <a:pt x="606645" y="609958"/>
                </a:lnTo>
                <a:lnTo>
                  <a:pt x="607651" y="610810"/>
                </a:lnTo>
                <a:lnTo>
                  <a:pt x="608663" y="611640"/>
                </a:lnTo>
                <a:lnTo>
                  <a:pt x="609670" y="612450"/>
                </a:lnTo>
                <a:lnTo>
                  <a:pt x="610682" y="613238"/>
                </a:lnTo>
                <a:lnTo>
                  <a:pt x="611688" y="614005"/>
                </a:lnTo>
                <a:lnTo>
                  <a:pt x="612700" y="614756"/>
                </a:lnTo>
                <a:lnTo>
                  <a:pt x="613706" y="615480"/>
                </a:lnTo>
                <a:lnTo>
                  <a:pt x="614718" y="616188"/>
                </a:lnTo>
                <a:lnTo>
                  <a:pt x="615730" y="616875"/>
                </a:lnTo>
                <a:lnTo>
                  <a:pt x="616737" y="617546"/>
                </a:lnTo>
                <a:lnTo>
                  <a:pt x="617748" y="618196"/>
                </a:lnTo>
                <a:lnTo>
                  <a:pt x="618755" y="618830"/>
                </a:lnTo>
                <a:lnTo>
                  <a:pt x="619767" y="619447"/>
                </a:lnTo>
                <a:lnTo>
                  <a:pt x="620773" y="620044"/>
                </a:lnTo>
                <a:lnTo>
                  <a:pt x="621785" y="620630"/>
                </a:lnTo>
                <a:lnTo>
                  <a:pt x="622792" y="621194"/>
                </a:lnTo>
                <a:lnTo>
                  <a:pt x="623803" y="621743"/>
                </a:lnTo>
                <a:lnTo>
                  <a:pt x="624810" y="622275"/>
                </a:lnTo>
                <a:lnTo>
                  <a:pt x="625822" y="622792"/>
                </a:lnTo>
                <a:lnTo>
                  <a:pt x="626833" y="623298"/>
                </a:lnTo>
                <a:lnTo>
                  <a:pt x="627840" y="623788"/>
                </a:lnTo>
                <a:lnTo>
                  <a:pt x="628852" y="624262"/>
                </a:lnTo>
                <a:lnTo>
                  <a:pt x="629858" y="624720"/>
                </a:lnTo>
                <a:lnTo>
                  <a:pt x="630870" y="625167"/>
                </a:lnTo>
                <a:lnTo>
                  <a:pt x="631877" y="625604"/>
                </a:lnTo>
                <a:lnTo>
                  <a:pt x="632888" y="626024"/>
                </a:lnTo>
                <a:lnTo>
                  <a:pt x="633895" y="626429"/>
                </a:lnTo>
                <a:lnTo>
                  <a:pt x="634907" y="626828"/>
                </a:lnTo>
                <a:lnTo>
                  <a:pt x="635913" y="627212"/>
                </a:lnTo>
                <a:lnTo>
                  <a:pt x="636925" y="627579"/>
                </a:lnTo>
                <a:lnTo>
                  <a:pt x="637931" y="627941"/>
                </a:lnTo>
                <a:lnTo>
                  <a:pt x="638943" y="628293"/>
                </a:lnTo>
                <a:lnTo>
                  <a:pt x="639955" y="628628"/>
                </a:lnTo>
                <a:lnTo>
                  <a:pt x="640962" y="628959"/>
                </a:lnTo>
                <a:lnTo>
                  <a:pt x="641974" y="629273"/>
                </a:lnTo>
                <a:lnTo>
                  <a:pt x="642980" y="629582"/>
                </a:lnTo>
                <a:lnTo>
                  <a:pt x="643992" y="629880"/>
                </a:lnTo>
                <a:lnTo>
                  <a:pt x="644998" y="630167"/>
                </a:lnTo>
                <a:lnTo>
                  <a:pt x="646010" y="630450"/>
                </a:lnTo>
                <a:lnTo>
                  <a:pt x="647017" y="630716"/>
                </a:lnTo>
                <a:lnTo>
                  <a:pt x="648028" y="630977"/>
                </a:lnTo>
                <a:lnTo>
                  <a:pt x="649035" y="631232"/>
                </a:lnTo>
                <a:lnTo>
                  <a:pt x="650047" y="631477"/>
                </a:lnTo>
                <a:lnTo>
                  <a:pt x="651059" y="631712"/>
                </a:lnTo>
                <a:lnTo>
                  <a:pt x="652065" y="631941"/>
                </a:lnTo>
                <a:lnTo>
                  <a:pt x="653077" y="632164"/>
                </a:lnTo>
                <a:lnTo>
                  <a:pt x="654083" y="632377"/>
                </a:lnTo>
                <a:lnTo>
                  <a:pt x="655095" y="632585"/>
                </a:lnTo>
                <a:lnTo>
                  <a:pt x="656102" y="632782"/>
                </a:lnTo>
                <a:lnTo>
                  <a:pt x="657113" y="632974"/>
                </a:lnTo>
                <a:lnTo>
                  <a:pt x="658120" y="633160"/>
                </a:lnTo>
                <a:lnTo>
                  <a:pt x="659132" y="633341"/>
                </a:lnTo>
                <a:lnTo>
                  <a:pt x="660138" y="633517"/>
                </a:lnTo>
                <a:lnTo>
                  <a:pt x="661150" y="633682"/>
                </a:lnTo>
                <a:lnTo>
                  <a:pt x="662162" y="633847"/>
                </a:lnTo>
                <a:lnTo>
                  <a:pt x="663168" y="634002"/>
                </a:lnTo>
                <a:lnTo>
                  <a:pt x="664180" y="634151"/>
                </a:lnTo>
                <a:lnTo>
                  <a:pt x="665187" y="634295"/>
                </a:lnTo>
                <a:lnTo>
                  <a:pt x="666199" y="634438"/>
                </a:lnTo>
                <a:lnTo>
                  <a:pt x="667205" y="634571"/>
                </a:lnTo>
                <a:lnTo>
                  <a:pt x="668217" y="634705"/>
                </a:lnTo>
                <a:lnTo>
                  <a:pt x="669223" y="634827"/>
                </a:lnTo>
                <a:lnTo>
                  <a:pt x="670235" y="634950"/>
                </a:lnTo>
                <a:lnTo>
                  <a:pt x="671242" y="635067"/>
                </a:lnTo>
                <a:lnTo>
                  <a:pt x="672254" y="635179"/>
                </a:lnTo>
                <a:lnTo>
                  <a:pt x="673265" y="635290"/>
                </a:lnTo>
                <a:lnTo>
                  <a:pt x="674272" y="635392"/>
                </a:lnTo>
                <a:lnTo>
                  <a:pt x="675284" y="635493"/>
                </a:lnTo>
                <a:lnTo>
                  <a:pt x="676290" y="635589"/>
                </a:lnTo>
                <a:lnTo>
                  <a:pt x="677302" y="635685"/>
                </a:lnTo>
                <a:lnTo>
                  <a:pt x="678308" y="635775"/>
                </a:lnTo>
                <a:lnTo>
                  <a:pt x="679320" y="635860"/>
                </a:lnTo>
                <a:lnTo>
                  <a:pt x="680327" y="635945"/>
                </a:lnTo>
                <a:lnTo>
                  <a:pt x="681339" y="636025"/>
                </a:lnTo>
                <a:lnTo>
                  <a:pt x="682345" y="636100"/>
                </a:lnTo>
                <a:lnTo>
                  <a:pt x="683357" y="636174"/>
                </a:lnTo>
                <a:lnTo>
                  <a:pt x="684363" y="636249"/>
                </a:lnTo>
                <a:lnTo>
                  <a:pt x="685375" y="636318"/>
                </a:lnTo>
                <a:lnTo>
                  <a:pt x="686387" y="636382"/>
                </a:lnTo>
                <a:lnTo>
                  <a:pt x="687394" y="636446"/>
                </a:lnTo>
                <a:lnTo>
                  <a:pt x="688405" y="636505"/>
                </a:lnTo>
                <a:lnTo>
                  <a:pt x="689412" y="636563"/>
                </a:lnTo>
                <a:lnTo>
                  <a:pt x="690424" y="636622"/>
                </a:lnTo>
                <a:lnTo>
                  <a:pt x="691430" y="636675"/>
                </a:lnTo>
                <a:lnTo>
                  <a:pt x="692442" y="636728"/>
                </a:lnTo>
                <a:lnTo>
                  <a:pt x="693448" y="636776"/>
                </a:lnTo>
                <a:lnTo>
                  <a:pt x="694460" y="636824"/>
                </a:lnTo>
                <a:lnTo>
                  <a:pt x="695467" y="636872"/>
                </a:lnTo>
                <a:lnTo>
                  <a:pt x="696479" y="636915"/>
                </a:lnTo>
                <a:lnTo>
                  <a:pt x="697490" y="636957"/>
                </a:lnTo>
                <a:lnTo>
                  <a:pt x="698497" y="637000"/>
                </a:lnTo>
                <a:lnTo>
                  <a:pt x="699509" y="637037"/>
                </a:lnTo>
                <a:lnTo>
                  <a:pt x="700515" y="637074"/>
                </a:lnTo>
                <a:lnTo>
                  <a:pt x="701527" y="637112"/>
                </a:lnTo>
                <a:lnTo>
                  <a:pt x="702534" y="637144"/>
                </a:lnTo>
                <a:lnTo>
                  <a:pt x="703545" y="637176"/>
                </a:lnTo>
                <a:lnTo>
                  <a:pt x="704552" y="637208"/>
                </a:lnTo>
                <a:lnTo>
                  <a:pt x="705564" y="637240"/>
                </a:lnTo>
                <a:lnTo>
                  <a:pt x="706570" y="637271"/>
                </a:lnTo>
                <a:lnTo>
                  <a:pt x="707582" y="637298"/>
                </a:lnTo>
                <a:lnTo>
                  <a:pt x="708594" y="637325"/>
                </a:lnTo>
                <a:lnTo>
                  <a:pt x="709600" y="637351"/>
                </a:lnTo>
                <a:lnTo>
                  <a:pt x="710612" y="637373"/>
                </a:lnTo>
                <a:lnTo>
                  <a:pt x="711619" y="637399"/>
                </a:lnTo>
                <a:lnTo>
                  <a:pt x="712630" y="637421"/>
                </a:lnTo>
                <a:lnTo>
                  <a:pt x="713637" y="637442"/>
                </a:lnTo>
                <a:lnTo>
                  <a:pt x="714649" y="637463"/>
                </a:lnTo>
                <a:lnTo>
                  <a:pt x="715655" y="637479"/>
                </a:lnTo>
                <a:lnTo>
                  <a:pt x="716667" y="637500"/>
                </a:lnTo>
                <a:lnTo>
                  <a:pt x="717674" y="637516"/>
                </a:lnTo>
                <a:lnTo>
                  <a:pt x="718685" y="637532"/>
                </a:lnTo>
                <a:lnTo>
                  <a:pt x="719697" y="637554"/>
                </a:lnTo>
                <a:lnTo>
                  <a:pt x="720704" y="637564"/>
                </a:lnTo>
                <a:lnTo>
                  <a:pt x="721716" y="637580"/>
                </a:lnTo>
                <a:lnTo>
                  <a:pt x="722722" y="637596"/>
                </a:lnTo>
                <a:lnTo>
                  <a:pt x="723734" y="637612"/>
                </a:lnTo>
                <a:lnTo>
                  <a:pt x="724740" y="637623"/>
                </a:lnTo>
                <a:lnTo>
                  <a:pt x="725752" y="637634"/>
                </a:lnTo>
                <a:lnTo>
                  <a:pt x="726759" y="637650"/>
                </a:lnTo>
                <a:lnTo>
                  <a:pt x="727771" y="637660"/>
                </a:lnTo>
                <a:lnTo>
                  <a:pt x="728777" y="637671"/>
                </a:lnTo>
                <a:lnTo>
                  <a:pt x="729789" y="637682"/>
                </a:lnTo>
                <a:lnTo>
                  <a:pt x="730795" y="637692"/>
                </a:lnTo>
                <a:lnTo>
                  <a:pt x="731807" y="637697"/>
                </a:lnTo>
                <a:lnTo>
                  <a:pt x="732819" y="637708"/>
                </a:lnTo>
                <a:lnTo>
                  <a:pt x="733825" y="637719"/>
                </a:lnTo>
                <a:lnTo>
                  <a:pt x="734837" y="637724"/>
                </a:lnTo>
                <a:lnTo>
                  <a:pt x="735844" y="637735"/>
                </a:lnTo>
                <a:lnTo>
                  <a:pt x="736856" y="637740"/>
                </a:lnTo>
                <a:lnTo>
                  <a:pt x="737862" y="637751"/>
                </a:lnTo>
                <a:lnTo>
                  <a:pt x="738874" y="637756"/>
                </a:lnTo>
                <a:lnTo>
                  <a:pt x="739880" y="637761"/>
                </a:lnTo>
                <a:lnTo>
                  <a:pt x="740892" y="637767"/>
                </a:lnTo>
                <a:lnTo>
                  <a:pt x="741899" y="637772"/>
                </a:lnTo>
                <a:lnTo>
                  <a:pt x="742911" y="637777"/>
                </a:lnTo>
                <a:lnTo>
                  <a:pt x="743922" y="637783"/>
                </a:lnTo>
                <a:lnTo>
                  <a:pt x="744929" y="637788"/>
                </a:lnTo>
                <a:lnTo>
                  <a:pt x="745941" y="637793"/>
                </a:lnTo>
                <a:lnTo>
                  <a:pt x="746947" y="637799"/>
                </a:lnTo>
                <a:lnTo>
                  <a:pt x="747959" y="637804"/>
                </a:lnTo>
                <a:lnTo>
                  <a:pt x="748965" y="637809"/>
                </a:lnTo>
                <a:lnTo>
                  <a:pt x="749977" y="637809"/>
                </a:lnTo>
                <a:lnTo>
                  <a:pt x="750984" y="637815"/>
                </a:lnTo>
                <a:lnTo>
                  <a:pt x="751996" y="637820"/>
                </a:lnTo>
                <a:lnTo>
                  <a:pt x="753002" y="637820"/>
                </a:lnTo>
                <a:lnTo>
                  <a:pt x="754014" y="637825"/>
                </a:lnTo>
                <a:lnTo>
                  <a:pt x="755026" y="637831"/>
                </a:lnTo>
                <a:lnTo>
                  <a:pt x="756032" y="637831"/>
                </a:lnTo>
                <a:lnTo>
                  <a:pt x="757044" y="637836"/>
                </a:lnTo>
                <a:lnTo>
                  <a:pt x="758051" y="637836"/>
                </a:lnTo>
                <a:lnTo>
                  <a:pt x="759062" y="637841"/>
                </a:lnTo>
                <a:lnTo>
                  <a:pt x="760069" y="637841"/>
                </a:lnTo>
                <a:lnTo>
                  <a:pt x="761081" y="637847"/>
                </a:lnTo>
                <a:lnTo>
                  <a:pt x="762087" y="637847"/>
                </a:lnTo>
                <a:lnTo>
                  <a:pt x="763099" y="637847"/>
                </a:lnTo>
                <a:lnTo>
                  <a:pt x="764106" y="637852"/>
                </a:lnTo>
                <a:lnTo>
                  <a:pt x="765117" y="637852"/>
                </a:lnTo>
                <a:lnTo>
                  <a:pt x="766129" y="637852"/>
                </a:lnTo>
                <a:lnTo>
                  <a:pt x="767136" y="637857"/>
                </a:lnTo>
                <a:lnTo>
                  <a:pt x="768147" y="637857"/>
                </a:lnTo>
                <a:lnTo>
                  <a:pt x="769154" y="637857"/>
                </a:lnTo>
                <a:lnTo>
                  <a:pt x="770166" y="637863"/>
                </a:lnTo>
                <a:lnTo>
                  <a:pt x="771172" y="637863"/>
                </a:lnTo>
                <a:lnTo>
                  <a:pt x="772184" y="637863"/>
                </a:lnTo>
                <a:lnTo>
                  <a:pt x="773191" y="637863"/>
                </a:lnTo>
                <a:lnTo>
                  <a:pt x="774202" y="637868"/>
                </a:lnTo>
                <a:lnTo>
                  <a:pt x="775209" y="637868"/>
                </a:lnTo>
                <a:lnTo>
                  <a:pt x="776221" y="637868"/>
                </a:lnTo>
                <a:lnTo>
                  <a:pt x="777227" y="637868"/>
                </a:lnTo>
                <a:lnTo>
                  <a:pt x="778239" y="637868"/>
                </a:lnTo>
                <a:lnTo>
                  <a:pt x="779251" y="637868"/>
                </a:lnTo>
                <a:lnTo>
                  <a:pt x="780257" y="637873"/>
                </a:lnTo>
                <a:lnTo>
                  <a:pt x="781269" y="637873"/>
                </a:lnTo>
                <a:lnTo>
                  <a:pt x="782276" y="637873"/>
                </a:lnTo>
                <a:lnTo>
                  <a:pt x="783288" y="637873"/>
                </a:lnTo>
                <a:lnTo>
                  <a:pt x="784294" y="637873"/>
                </a:lnTo>
                <a:lnTo>
                  <a:pt x="785306" y="637873"/>
                </a:lnTo>
                <a:lnTo>
                  <a:pt x="786312" y="637873"/>
                </a:lnTo>
                <a:lnTo>
                  <a:pt x="787324" y="637879"/>
                </a:lnTo>
                <a:lnTo>
                  <a:pt x="788331" y="637879"/>
                </a:lnTo>
                <a:lnTo>
                  <a:pt x="789342" y="637879"/>
                </a:lnTo>
                <a:lnTo>
                  <a:pt x="790354" y="637879"/>
                </a:lnTo>
                <a:lnTo>
                  <a:pt x="791361" y="637879"/>
                </a:lnTo>
                <a:lnTo>
                  <a:pt x="792373" y="637879"/>
                </a:lnTo>
                <a:lnTo>
                  <a:pt x="793379" y="637879"/>
                </a:lnTo>
                <a:lnTo>
                  <a:pt x="794391" y="637879"/>
                </a:lnTo>
                <a:lnTo>
                  <a:pt x="795397" y="637879"/>
                </a:lnTo>
                <a:lnTo>
                  <a:pt x="796409" y="637879"/>
                </a:lnTo>
                <a:lnTo>
                  <a:pt x="797416" y="637879"/>
                </a:lnTo>
                <a:lnTo>
                  <a:pt x="798428" y="637879"/>
                </a:lnTo>
                <a:lnTo>
                  <a:pt x="799434" y="637879"/>
                </a:lnTo>
                <a:lnTo>
                  <a:pt x="800446" y="637879"/>
                </a:lnTo>
                <a:lnTo>
                  <a:pt x="801458" y="637884"/>
                </a:lnTo>
                <a:lnTo>
                  <a:pt x="802464" y="637884"/>
                </a:lnTo>
                <a:lnTo>
                  <a:pt x="803476" y="637884"/>
                </a:lnTo>
                <a:lnTo>
                  <a:pt x="804482" y="637884"/>
                </a:lnTo>
                <a:lnTo>
                  <a:pt x="805494" y="637884"/>
                </a:lnTo>
                <a:lnTo>
                  <a:pt x="806501" y="637884"/>
                </a:lnTo>
                <a:lnTo>
                  <a:pt x="807513" y="637884"/>
                </a:lnTo>
                <a:lnTo>
                  <a:pt x="808519" y="637884"/>
                </a:lnTo>
                <a:lnTo>
                  <a:pt x="809531" y="637884"/>
                </a:lnTo>
                <a:lnTo>
                  <a:pt x="810537" y="637884"/>
                </a:lnTo>
                <a:lnTo>
                  <a:pt x="811549" y="637884"/>
                </a:lnTo>
                <a:lnTo>
                  <a:pt x="812561" y="637884"/>
                </a:lnTo>
                <a:lnTo>
                  <a:pt x="813568" y="637884"/>
                </a:lnTo>
                <a:lnTo>
                  <a:pt x="814579" y="637884"/>
                </a:lnTo>
                <a:lnTo>
                  <a:pt x="815586" y="637884"/>
                </a:lnTo>
                <a:lnTo>
                  <a:pt x="816598" y="637884"/>
                </a:lnTo>
                <a:lnTo>
                  <a:pt x="817604" y="637884"/>
                </a:lnTo>
                <a:lnTo>
                  <a:pt x="818616" y="637884"/>
                </a:lnTo>
                <a:lnTo>
                  <a:pt x="819623" y="637884"/>
                </a:lnTo>
                <a:lnTo>
                  <a:pt x="820634" y="637884"/>
                </a:lnTo>
                <a:lnTo>
                  <a:pt x="821641" y="637884"/>
                </a:lnTo>
                <a:lnTo>
                  <a:pt x="822653" y="637884"/>
                </a:lnTo>
                <a:lnTo>
                  <a:pt x="823664" y="637884"/>
                </a:lnTo>
                <a:lnTo>
                  <a:pt x="824671" y="637884"/>
                </a:lnTo>
                <a:lnTo>
                  <a:pt x="825683" y="637884"/>
                </a:lnTo>
                <a:lnTo>
                  <a:pt x="826689" y="637884"/>
                </a:lnTo>
                <a:lnTo>
                  <a:pt x="827701" y="637884"/>
                </a:lnTo>
                <a:lnTo>
                  <a:pt x="828708" y="637884"/>
                </a:lnTo>
                <a:lnTo>
                  <a:pt x="829719" y="637884"/>
                </a:lnTo>
                <a:lnTo>
                  <a:pt x="830726" y="637884"/>
                </a:lnTo>
                <a:lnTo>
                  <a:pt x="831738" y="637884"/>
                </a:lnTo>
                <a:lnTo>
                  <a:pt x="832744" y="637884"/>
                </a:lnTo>
                <a:lnTo>
                  <a:pt x="833756" y="637884"/>
                </a:lnTo>
                <a:lnTo>
                  <a:pt x="834763" y="637884"/>
                </a:lnTo>
                <a:lnTo>
                  <a:pt x="835774" y="637884"/>
                </a:lnTo>
                <a:lnTo>
                  <a:pt x="836786" y="637884"/>
                </a:lnTo>
                <a:lnTo>
                  <a:pt x="837793" y="637884"/>
                </a:lnTo>
                <a:lnTo>
                  <a:pt x="838805" y="637884"/>
                </a:lnTo>
                <a:lnTo>
                  <a:pt x="839811" y="637884"/>
                </a:lnTo>
                <a:lnTo>
                  <a:pt x="840823" y="637884"/>
                </a:lnTo>
                <a:lnTo>
                  <a:pt x="841829" y="637884"/>
                </a:lnTo>
                <a:lnTo>
                  <a:pt x="842841" y="637884"/>
                </a:lnTo>
                <a:lnTo>
                  <a:pt x="843848" y="637884"/>
                </a:lnTo>
                <a:lnTo>
                  <a:pt x="844859" y="637884"/>
                </a:lnTo>
                <a:lnTo>
                  <a:pt x="845866" y="637884"/>
                </a:lnTo>
                <a:lnTo>
                  <a:pt x="846878" y="637884"/>
                </a:lnTo>
                <a:lnTo>
                  <a:pt x="847890" y="637884"/>
                </a:lnTo>
                <a:lnTo>
                  <a:pt x="848896" y="637884"/>
                </a:lnTo>
                <a:lnTo>
                  <a:pt x="849908" y="637884"/>
                </a:lnTo>
                <a:lnTo>
                  <a:pt x="850914" y="637884"/>
                </a:lnTo>
                <a:lnTo>
                  <a:pt x="851926" y="637884"/>
                </a:lnTo>
                <a:lnTo>
                  <a:pt x="852933" y="637884"/>
                </a:lnTo>
                <a:lnTo>
                  <a:pt x="853945" y="637884"/>
                </a:lnTo>
                <a:lnTo>
                  <a:pt x="854951" y="637884"/>
                </a:lnTo>
                <a:lnTo>
                  <a:pt x="855963" y="637884"/>
                </a:lnTo>
                <a:lnTo>
                  <a:pt x="856969" y="637884"/>
                </a:lnTo>
                <a:lnTo>
                  <a:pt x="857981" y="637884"/>
                </a:lnTo>
                <a:lnTo>
                  <a:pt x="858993" y="637884"/>
                </a:lnTo>
                <a:lnTo>
                  <a:pt x="859999" y="637884"/>
                </a:lnTo>
                <a:lnTo>
                  <a:pt x="861011" y="637884"/>
                </a:lnTo>
                <a:lnTo>
                  <a:pt x="862018" y="637884"/>
                </a:lnTo>
                <a:lnTo>
                  <a:pt x="863030" y="637884"/>
                </a:lnTo>
                <a:lnTo>
                  <a:pt x="864036" y="637884"/>
                </a:lnTo>
                <a:lnTo>
                  <a:pt x="865048" y="637884"/>
                </a:lnTo>
                <a:lnTo>
                  <a:pt x="866054" y="637884"/>
                </a:lnTo>
                <a:lnTo>
                  <a:pt x="867066" y="637884"/>
                </a:lnTo>
                <a:lnTo>
                  <a:pt x="868073" y="637884"/>
                </a:lnTo>
                <a:lnTo>
                  <a:pt x="869085" y="637884"/>
                </a:lnTo>
                <a:lnTo>
                  <a:pt x="870096" y="637884"/>
                </a:lnTo>
                <a:lnTo>
                  <a:pt x="871103" y="637884"/>
                </a:lnTo>
                <a:lnTo>
                  <a:pt x="872115" y="637884"/>
                </a:lnTo>
                <a:lnTo>
                  <a:pt x="873121" y="637884"/>
                </a:lnTo>
                <a:lnTo>
                  <a:pt x="874133" y="637884"/>
                </a:lnTo>
                <a:lnTo>
                  <a:pt x="875140" y="637884"/>
                </a:lnTo>
                <a:lnTo>
                  <a:pt x="876151" y="637884"/>
                </a:lnTo>
                <a:lnTo>
                  <a:pt x="877158" y="637884"/>
                </a:lnTo>
                <a:lnTo>
                  <a:pt x="878170" y="637884"/>
                </a:lnTo>
                <a:lnTo>
                  <a:pt x="879176" y="637884"/>
                </a:lnTo>
                <a:lnTo>
                  <a:pt x="880188" y="637884"/>
                </a:lnTo>
                <a:lnTo>
                  <a:pt x="881195" y="637884"/>
                </a:lnTo>
                <a:lnTo>
                  <a:pt x="882206" y="637884"/>
                </a:lnTo>
                <a:lnTo>
                  <a:pt x="883218" y="637884"/>
                </a:lnTo>
                <a:lnTo>
                  <a:pt x="884225" y="637884"/>
                </a:lnTo>
                <a:lnTo>
                  <a:pt x="885236" y="637884"/>
                </a:lnTo>
                <a:lnTo>
                  <a:pt x="886243" y="637884"/>
                </a:lnTo>
                <a:lnTo>
                  <a:pt x="887255" y="637884"/>
                </a:lnTo>
                <a:lnTo>
                  <a:pt x="888261" y="637884"/>
                </a:lnTo>
                <a:lnTo>
                  <a:pt x="889273" y="637884"/>
                </a:lnTo>
                <a:lnTo>
                  <a:pt x="890280" y="637884"/>
                </a:lnTo>
                <a:lnTo>
                  <a:pt x="891291" y="637884"/>
                </a:lnTo>
                <a:lnTo>
                  <a:pt x="892298" y="637884"/>
                </a:lnTo>
                <a:lnTo>
                  <a:pt x="893310" y="637884"/>
                </a:lnTo>
                <a:lnTo>
                  <a:pt x="894322" y="637884"/>
                </a:lnTo>
                <a:lnTo>
                  <a:pt x="895328" y="637884"/>
                </a:lnTo>
                <a:lnTo>
                  <a:pt x="896340" y="637884"/>
                </a:lnTo>
                <a:lnTo>
                  <a:pt x="897346" y="637884"/>
                </a:lnTo>
                <a:lnTo>
                  <a:pt x="898358" y="637884"/>
                </a:lnTo>
                <a:lnTo>
                  <a:pt x="899365" y="637884"/>
                </a:lnTo>
                <a:lnTo>
                  <a:pt x="900376" y="637884"/>
                </a:lnTo>
                <a:lnTo>
                  <a:pt x="901383" y="637884"/>
                </a:lnTo>
                <a:lnTo>
                  <a:pt x="902395" y="637884"/>
                </a:lnTo>
                <a:lnTo>
                  <a:pt x="903401" y="637884"/>
                </a:lnTo>
                <a:lnTo>
                  <a:pt x="904413" y="637884"/>
                </a:lnTo>
                <a:lnTo>
                  <a:pt x="905425" y="637884"/>
                </a:lnTo>
                <a:lnTo>
                  <a:pt x="906431" y="637884"/>
                </a:lnTo>
                <a:lnTo>
                  <a:pt x="907443" y="637884"/>
                </a:lnTo>
                <a:lnTo>
                  <a:pt x="908450" y="637884"/>
                </a:lnTo>
                <a:lnTo>
                  <a:pt x="909462" y="637884"/>
                </a:lnTo>
                <a:lnTo>
                  <a:pt x="910468" y="637884"/>
                </a:lnTo>
                <a:lnTo>
                  <a:pt x="911480" y="637884"/>
                </a:lnTo>
                <a:lnTo>
                  <a:pt x="912486" y="637884"/>
                </a:lnTo>
                <a:lnTo>
                  <a:pt x="913498" y="637884"/>
                </a:lnTo>
                <a:lnTo>
                  <a:pt x="914505" y="637884"/>
                </a:lnTo>
                <a:lnTo>
                  <a:pt x="915517" y="637884"/>
                </a:lnTo>
                <a:lnTo>
                  <a:pt x="916528" y="637884"/>
                </a:lnTo>
                <a:lnTo>
                  <a:pt x="917535" y="637884"/>
                </a:lnTo>
                <a:lnTo>
                  <a:pt x="918547" y="637884"/>
                </a:lnTo>
                <a:lnTo>
                  <a:pt x="919553" y="637884"/>
                </a:lnTo>
                <a:lnTo>
                  <a:pt x="920565" y="637884"/>
                </a:lnTo>
                <a:lnTo>
                  <a:pt x="921571" y="637884"/>
                </a:lnTo>
                <a:lnTo>
                  <a:pt x="922583" y="637884"/>
                </a:lnTo>
                <a:lnTo>
                  <a:pt x="923590" y="637884"/>
                </a:lnTo>
                <a:lnTo>
                  <a:pt x="924602" y="637884"/>
                </a:lnTo>
                <a:lnTo>
                  <a:pt x="925608" y="637884"/>
                </a:lnTo>
                <a:lnTo>
                  <a:pt x="926620" y="637884"/>
                </a:lnTo>
                <a:lnTo>
                  <a:pt x="927626" y="637884"/>
                </a:lnTo>
                <a:lnTo>
                  <a:pt x="928638" y="637884"/>
                </a:lnTo>
                <a:lnTo>
                  <a:pt x="929650" y="637884"/>
                </a:lnTo>
                <a:lnTo>
                  <a:pt x="930657" y="637884"/>
                </a:lnTo>
                <a:lnTo>
                  <a:pt x="931668" y="637884"/>
                </a:lnTo>
                <a:lnTo>
                  <a:pt x="932675" y="637884"/>
                </a:lnTo>
                <a:lnTo>
                  <a:pt x="933687" y="637884"/>
                </a:lnTo>
                <a:lnTo>
                  <a:pt x="934693" y="637884"/>
                </a:lnTo>
                <a:lnTo>
                  <a:pt x="935705" y="637884"/>
                </a:lnTo>
                <a:lnTo>
                  <a:pt x="936712" y="637884"/>
                </a:lnTo>
                <a:lnTo>
                  <a:pt x="937723" y="637884"/>
                </a:lnTo>
                <a:lnTo>
                  <a:pt x="938730" y="637884"/>
                </a:lnTo>
                <a:lnTo>
                  <a:pt x="939742" y="637884"/>
                </a:lnTo>
                <a:lnTo>
                  <a:pt x="940753" y="637884"/>
                </a:lnTo>
                <a:lnTo>
                  <a:pt x="941760" y="637884"/>
                </a:lnTo>
                <a:lnTo>
                  <a:pt x="942772" y="637884"/>
                </a:lnTo>
                <a:lnTo>
                  <a:pt x="943778" y="637884"/>
                </a:lnTo>
                <a:lnTo>
                  <a:pt x="944790" y="637884"/>
                </a:lnTo>
                <a:lnTo>
                  <a:pt x="945797" y="637884"/>
                </a:lnTo>
                <a:lnTo>
                  <a:pt x="946808" y="637884"/>
                </a:lnTo>
                <a:lnTo>
                  <a:pt x="947815" y="637884"/>
                </a:lnTo>
                <a:lnTo>
                  <a:pt x="948827" y="637884"/>
                </a:lnTo>
                <a:lnTo>
                  <a:pt x="949833" y="637884"/>
                </a:lnTo>
                <a:lnTo>
                  <a:pt x="950845" y="637884"/>
                </a:lnTo>
                <a:lnTo>
                  <a:pt x="951857" y="637884"/>
                </a:lnTo>
                <a:lnTo>
                  <a:pt x="952863" y="637884"/>
                </a:lnTo>
                <a:lnTo>
                  <a:pt x="953875" y="637884"/>
                </a:lnTo>
                <a:lnTo>
                  <a:pt x="954882" y="637884"/>
                </a:lnTo>
                <a:lnTo>
                  <a:pt x="955893" y="637884"/>
                </a:lnTo>
                <a:lnTo>
                  <a:pt x="956900" y="637884"/>
                </a:lnTo>
                <a:lnTo>
                  <a:pt x="957912" y="637884"/>
                </a:lnTo>
                <a:lnTo>
                  <a:pt x="958918" y="637884"/>
                </a:lnTo>
                <a:lnTo>
                  <a:pt x="959930" y="637884"/>
                </a:lnTo>
                <a:lnTo>
                  <a:pt x="960937" y="637884"/>
                </a:lnTo>
                <a:lnTo>
                  <a:pt x="961948" y="637884"/>
                </a:lnTo>
                <a:lnTo>
                  <a:pt x="962960" y="637884"/>
                </a:lnTo>
                <a:lnTo>
                  <a:pt x="963967" y="637884"/>
                </a:lnTo>
                <a:lnTo>
                  <a:pt x="964978" y="637884"/>
                </a:lnTo>
                <a:lnTo>
                  <a:pt x="965985" y="637884"/>
                </a:lnTo>
                <a:lnTo>
                  <a:pt x="966997" y="637884"/>
                </a:lnTo>
                <a:lnTo>
                  <a:pt x="968003" y="637884"/>
                </a:lnTo>
                <a:lnTo>
                  <a:pt x="969015" y="637884"/>
                </a:lnTo>
                <a:lnTo>
                  <a:pt x="970022" y="637884"/>
                </a:lnTo>
                <a:lnTo>
                  <a:pt x="971034" y="637884"/>
                </a:lnTo>
                <a:lnTo>
                  <a:pt x="972040" y="637884"/>
                </a:lnTo>
                <a:lnTo>
                  <a:pt x="973052" y="637884"/>
                </a:lnTo>
                <a:lnTo>
                  <a:pt x="974058" y="637884"/>
                </a:lnTo>
                <a:lnTo>
                  <a:pt x="975070" y="637884"/>
                </a:lnTo>
                <a:lnTo>
                  <a:pt x="976082" y="637884"/>
                </a:lnTo>
                <a:lnTo>
                  <a:pt x="977088" y="637884"/>
                </a:lnTo>
                <a:lnTo>
                  <a:pt x="978100" y="637884"/>
                </a:lnTo>
                <a:lnTo>
                  <a:pt x="979107" y="637884"/>
                </a:lnTo>
                <a:lnTo>
                  <a:pt x="980118" y="637884"/>
                </a:lnTo>
                <a:lnTo>
                  <a:pt x="981125" y="637884"/>
                </a:lnTo>
                <a:lnTo>
                  <a:pt x="982137" y="637884"/>
                </a:lnTo>
                <a:lnTo>
                  <a:pt x="983143" y="637884"/>
                </a:lnTo>
                <a:lnTo>
                  <a:pt x="984155" y="637884"/>
                </a:lnTo>
                <a:lnTo>
                  <a:pt x="985162" y="637884"/>
                </a:lnTo>
                <a:lnTo>
                  <a:pt x="986174" y="637884"/>
                </a:lnTo>
                <a:lnTo>
                  <a:pt x="987185" y="637884"/>
                </a:lnTo>
                <a:lnTo>
                  <a:pt x="988192" y="637884"/>
                </a:lnTo>
                <a:lnTo>
                  <a:pt x="989204" y="637884"/>
                </a:lnTo>
                <a:lnTo>
                  <a:pt x="990210" y="637884"/>
                </a:lnTo>
                <a:lnTo>
                  <a:pt x="991222" y="637884"/>
                </a:lnTo>
                <a:lnTo>
                  <a:pt x="992229" y="637884"/>
                </a:lnTo>
                <a:lnTo>
                  <a:pt x="993240" y="637884"/>
                </a:lnTo>
                <a:lnTo>
                  <a:pt x="994247" y="637884"/>
                </a:lnTo>
                <a:lnTo>
                  <a:pt x="995259" y="637884"/>
                </a:lnTo>
                <a:lnTo>
                  <a:pt x="996265" y="637884"/>
                </a:lnTo>
                <a:lnTo>
                  <a:pt x="997277" y="637884"/>
                </a:lnTo>
                <a:lnTo>
                  <a:pt x="998289" y="637884"/>
                </a:lnTo>
                <a:lnTo>
                  <a:pt x="999295" y="637884"/>
                </a:lnTo>
                <a:lnTo>
                  <a:pt x="1000307" y="637884"/>
                </a:lnTo>
                <a:lnTo>
                  <a:pt x="1001313" y="637884"/>
                </a:lnTo>
                <a:lnTo>
                  <a:pt x="1002325" y="637884"/>
                </a:lnTo>
                <a:lnTo>
                  <a:pt x="1003332" y="637884"/>
                </a:lnTo>
                <a:lnTo>
                  <a:pt x="1004344" y="637884"/>
                </a:lnTo>
                <a:lnTo>
                  <a:pt x="1005350" y="637884"/>
                </a:lnTo>
                <a:lnTo>
                  <a:pt x="1006362" y="637884"/>
                </a:lnTo>
                <a:lnTo>
                  <a:pt x="1007369" y="637884"/>
                </a:lnTo>
                <a:lnTo>
                  <a:pt x="1008380" y="637884"/>
                </a:lnTo>
              </a:path>
            </a:pathLst>
          </a:custGeom>
          <a:noFill/>
          <a:ln w="17018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675" name="Group 674">
            <a:extLst>
              <a:ext uri="{FF2B5EF4-FFF2-40B4-BE49-F238E27FC236}">
                <a16:creationId xmlns:a16="http://schemas.microsoft.com/office/drawing/2014/main" id="{4BB96F44-A688-151C-E3C7-1C36B731B0C7}"/>
              </a:ext>
            </a:extLst>
          </p:cNvPr>
          <p:cNvGrpSpPr/>
          <p:nvPr/>
        </p:nvGrpSpPr>
        <p:grpSpPr>
          <a:xfrm>
            <a:off x="407582" y="3951939"/>
            <a:ext cx="1278089" cy="852059"/>
            <a:chOff x="407582" y="3951939"/>
            <a:chExt cx="1278089" cy="852059"/>
          </a:xfrm>
        </p:grpSpPr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022346B0-3D9F-D65B-3096-A71A40AE4E9D}"/>
                </a:ext>
              </a:extLst>
            </p:cNvPr>
            <p:cNvSpPr/>
            <p:nvPr/>
          </p:nvSpPr>
          <p:spPr>
            <a:xfrm>
              <a:off x="407582" y="3951939"/>
              <a:ext cx="1278089" cy="852059"/>
            </a:xfrm>
            <a:custGeom>
              <a:avLst/>
              <a:gdLst>
                <a:gd name="csX0" fmla="*/ 0 w 1278089"/>
                <a:gd name="csY0" fmla="*/ 852059 h 852059"/>
                <a:gd name="csX1" fmla="*/ 1278089 w 1278089"/>
                <a:gd name="csY1" fmla="*/ 852059 h 852059"/>
                <a:gd name="csX2" fmla="*/ 1278089 w 1278089"/>
                <a:gd name="csY2" fmla="*/ 0 h 852059"/>
                <a:gd name="csX3" fmla="*/ 0 w 1278089"/>
                <a:gd name="csY3" fmla="*/ 0 h 852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8089" h="852059">
                  <a:moveTo>
                    <a:pt x="0" y="852059"/>
                  </a:moveTo>
                  <a:lnTo>
                    <a:pt x="1278089" y="852059"/>
                  </a:lnTo>
                  <a:lnTo>
                    <a:pt x="1278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CD773C9E-625D-05F5-55C6-0150D1C01810}"/>
                </a:ext>
              </a:extLst>
            </p:cNvPr>
            <p:cNvSpPr/>
            <p:nvPr/>
          </p:nvSpPr>
          <p:spPr>
            <a:xfrm>
              <a:off x="737423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B8378492-B397-706C-44DC-43B15E511DE8}"/>
                </a:ext>
              </a:extLst>
            </p:cNvPr>
            <p:cNvSpPr/>
            <p:nvPr/>
          </p:nvSpPr>
          <p:spPr>
            <a:xfrm>
              <a:off x="1000024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8B54032D-9F5D-844B-8289-B63023B64D9C}"/>
                </a:ext>
              </a:extLst>
            </p:cNvPr>
            <p:cNvSpPr/>
            <p:nvPr/>
          </p:nvSpPr>
          <p:spPr>
            <a:xfrm>
              <a:off x="1262623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C06CCE81-DB4C-70D7-D1DB-603B47DFD966}"/>
                </a:ext>
              </a:extLst>
            </p:cNvPr>
            <p:cNvSpPr/>
            <p:nvPr/>
          </p:nvSpPr>
          <p:spPr>
            <a:xfrm>
              <a:off x="1525222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D7D2E454-E2D1-BB0F-C5E3-5B22A7BD543A}"/>
                </a:ext>
              </a:extLst>
            </p:cNvPr>
            <p:cNvSpPr/>
            <p:nvPr/>
          </p:nvSpPr>
          <p:spPr>
            <a:xfrm>
              <a:off x="591628" y="466450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B505F7E-3251-1396-60F2-C91AA155FA53}"/>
                </a:ext>
              </a:extLst>
            </p:cNvPr>
            <p:cNvSpPr/>
            <p:nvPr/>
          </p:nvSpPr>
          <p:spPr>
            <a:xfrm>
              <a:off x="591628" y="448975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C7E54C3C-F0F1-DE3C-E549-C7D764886D57}"/>
                </a:ext>
              </a:extLst>
            </p:cNvPr>
            <p:cNvSpPr/>
            <p:nvPr/>
          </p:nvSpPr>
          <p:spPr>
            <a:xfrm>
              <a:off x="591628" y="4315015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52EE9A06-0300-74AD-D8CD-D8EF23839514}"/>
                </a:ext>
              </a:extLst>
            </p:cNvPr>
            <p:cNvSpPr/>
            <p:nvPr/>
          </p:nvSpPr>
          <p:spPr>
            <a:xfrm>
              <a:off x="591628" y="4140269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106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7422221C-C9B7-35D7-B016-E4F62B2E5048}"/>
                </a:ext>
              </a:extLst>
            </p:cNvPr>
            <p:cNvSpPr/>
            <p:nvPr/>
          </p:nvSpPr>
          <p:spPr>
            <a:xfrm>
              <a:off x="591628" y="4684528"/>
              <a:ext cx="1068885" cy="532"/>
            </a:xfrm>
            <a:custGeom>
              <a:avLst/>
              <a:gdLst>
                <a:gd name="csX0" fmla="*/ 0 w 1068885"/>
                <a:gd name="csY0" fmla="*/ 0 h 532"/>
                <a:gd name="csX1" fmla="*/ 1068886 w 1068885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68885" h="532">
                  <a:moveTo>
                    <a:pt x="0" y="0"/>
                  </a:moveTo>
                  <a:lnTo>
                    <a:pt x="1068886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2D054780-B524-6F47-2B37-E1F206F3BCA0}"/>
                </a:ext>
              </a:extLst>
            </p:cNvPr>
            <p:cNvSpPr/>
            <p:nvPr/>
          </p:nvSpPr>
          <p:spPr>
            <a:xfrm>
              <a:off x="737423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3BBBA7F8-D387-CDCE-EFBE-34FCE29ECBBB}"/>
                </a:ext>
              </a:extLst>
            </p:cNvPr>
            <p:cNvSpPr/>
            <p:nvPr/>
          </p:nvSpPr>
          <p:spPr>
            <a:xfrm>
              <a:off x="1000024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5D2D3D94-5FCB-789B-AB00-078A90088C95}"/>
                </a:ext>
              </a:extLst>
            </p:cNvPr>
            <p:cNvSpPr/>
            <p:nvPr/>
          </p:nvSpPr>
          <p:spPr>
            <a:xfrm>
              <a:off x="1262623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7CD3CA71-9887-1D65-DB2C-1607D3EE6736}"/>
                </a:ext>
              </a:extLst>
            </p:cNvPr>
            <p:cNvSpPr/>
            <p:nvPr/>
          </p:nvSpPr>
          <p:spPr>
            <a:xfrm>
              <a:off x="1525222" y="4674463"/>
              <a:ext cx="532" cy="10064"/>
            </a:xfrm>
            <a:custGeom>
              <a:avLst/>
              <a:gdLst>
                <a:gd name="csX0" fmla="*/ 0 w 532"/>
                <a:gd name="csY0" fmla="*/ 10065 h 10064"/>
                <a:gd name="csX1" fmla="*/ 0 w 532"/>
                <a:gd name="csY1" fmla="*/ 0 h 10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10064">
                  <a:moveTo>
                    <a:pt x="0" y="10065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54ECB152-FF46-0556-F542-464D15680F7A}"/>
                </a:ext>
              </a:extLst>
            </p:cNvPr>
            <p:cNvSpPr/>
            <p:nvPr/>
          </p:nvSpPr>
          <p:spPr>
            <a:xfrm>
              <a:off x="709131" y="4719329"/>
              <a:ext cx="27656" cy="3669"/>
            </a:xfrm>
            <a:custGeom>
              <a:avLst/>
              <a:gdLst>
                <a:gd name="csX0" fmla="*/ 0 w 27656"/>
                <a:gd name="csY0" fmla="*/ 0 h 3669"/>
                <a:gd name="csX1" fmla="*/ 27656 w 27656"/>
                <a:gd name="csY1" fmla="*/ 0 h 3669"/>
                <a:gd name="csX2" fmla="*/ 27656 w 27656"/>
                <a:gd name="csY2" fmla="*/ 3669 h 3669"/>
                <a:gd name="csX3" fmla="*/ 0 w 27656"/>
                <a:gd name="csY3" fmla="*/ 3669 h 3669"/>
                <a:gd name="csX4" fmla="*/ 0 w 27656"/>
                <a:gd name="csY4" fmla="*/ 0 h 3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656" h="3669">
                  <a:moveTo>
                    <a:pt x="0" y="0"/>
                  </a:moveTo>
                  <a:lnTo>
                    <a:pt x="27656" y="0"/>
                  </a:lnTo>
                  <a:lnTo>
                    <a:pt x="27656" y="3669"/>
                  </a:lnTo>
                  <a:lnTo>
                    <a:pt x="0" y="3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2C04B17B-38A3-C533-5D76-D48D26B4DC4B}"/>
                </a:ext>
              </a:extLst>
            </p:cNvPr>
            <p:cNvSpPr/>
            <p:nvPr/>
          </p:nvSpPr>
          <p:spPr>
            <a:xfrm>
              <a:off x="744877" y="4702805"/>
              <a:ext cx="20838" cy="32830"/>
            </a:xfrm>
            <a:custGeom>
              <a:avLst/>
              <a:gdLst>
                <a:gd name="csX0" fmla="*/ 1359 w 20838"/>
                <a:gd name="csY0" fmla="*/ 0 h 32830"/>
                <a:gd name="csX1" fmla="*/ 18466 w 20838"/>
                <a:gd name="csY1" fmla="*/ 0 h 32830"/>
                <a:gd name="csX2" fmla="*/ 18466 w 20838"/>
                <a:gd name="csY2" fmla="*/ 3669 h 32830"/>
                <a:gd name="csX3" fmla="*/ 5350 w 20838"/>
                <a:gd name="csY3" fmla="*/ 3669 h 32830"/>
                <a:gd name="csX4" fmla="*/ 5350 w 20838"/>
                <a:gd name="csY4" fmla="*/ 11561 h 32830"/>
                <a:gd name="csX5" fmla="*/ 7248 w 20838"/>
                <a:gd name="csY5" fmla="*/ 11087 h 32830"/>
                <a:gd name="csX6" fmla="*/ 9146 w 20838"/>
                <a:gd name="csY6" fmla="*/ 10917 h 32830"/>
                <a:gd name="csX7" fmla="*/ 17689 w 20838"/>
                <a:gd name="csY7" fmla="*/ 13873 h 32830"/>
                <a:gd name="csX8" fmla="*/ 20839 w 20838"/>
                <a:gd name="csY8" fmla="*/ 21877 h 32830"/>
                <a:gd name="csX9" fmla="*/ 17603 w 20838"/>
                <a:gd name="csY9" fmla="*/ 29966 h 32830"/>
                <a:gd name="csX10" fmla="*/ 8478 w 20838"/>
                <a:gd name="csY10" fmla="*/ 32831 h 32830"/>
                <a:gd name="csX11" fmla="*/ 4336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2 w 20838"/>
                <a:gd name="csY14" fmla="*/ 28651 h 32830"/>
                <a:gd name="csX15" fmla="*/ 8392 w 20838"/>
                <a:gd name="csY15" fmla="*/ 29167 h 32830"/>
                <a:gd name="csX16" fmla="*/ 14302 w 20838"/>
                <a:gd name="csY16" fmla="*/ 27202 h 32830"/>
                <a:gd name="csX17" fmla="*/ 16481 w 20838"/>
                <a:gd name="csY17" fmla="*/ 21877 h 32830"/>
                <a:gd name="csX18" fmla="*/ 14302 w 20838"/>
                <a:gd name="csY18" fmla="*/ 16546 h 32830"/>
                <a:gd name="csX19" fmla="*/ 8392 w 20838"/>
                <a:gd name="csY19" fmla="*/ 14581 h 32830"/>
                <a:gd name="csX20" fmla="*/ 4897 w 20838"/>
                <a:gd name="csY20" fmla="*/ 14970 h 32830"/>
                <a:gd name="csX21" fmla="*/ 1359 w 20838"/>
                <a:gd name="csY21" fmla="*/ 16178 h 32830"/>
                <a:gd name="csX22" fmla="*/ 1359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9" y="0"/>
                  </a:moveTo>
                  <a:lnTo>
                    <a:pt x="18466" y="0"/>
                  </a:lnTo>
                  <a:lnTo>
                    <a:pt x="18466" y="3669"/>
                  </a:lnTo>
                  <a:lnTo>
                    <a:pt x="5350" y="3669"/>
                  </a:lnTo>
                  <a:lnTo>
                    <a:pt x="5350" y="11561"/>
                  </a:lnTo>
                  <a:cubicBezTo>
                    <a:pt x="5982" y="11348"/>
                    <a:pt x="6615" y="11190"/>
                    <a:pt x="7248" y="11087"/>
                  </a:cubicBezTo>
                  <a:cubicBezTo>
                    <a:pt x="7881" y="10974"/>
                    <a:pt x="8514" y="10917"/>
                    <a:pt x="9146" y="10917"/>
                  </a:cubicBezTo>
                  <a:cubicBezTo>
                    <a:pt x="12742" y="10917"/>
                    <a:pt x="15590" y="11902"/>
                    <a:pt x="17689" y="13873"/>
                  </a:cubicBezTo>
                  <a:cubicBezTo>
                    <a:pt x="19789" y="15843"/>
                    <a:pt x="20839" y="18511"/>
                    <a:pt x="20839" y="21877"/>
                  </a:cubicBezTo>
                  <a:cubicBezTo>
                    <a:pt x="20839" y="25342"/>
                    <a:pt x="19760" y="28038"/>
                    <a:pt x="17603" y="29966"/>
                  </a:cubicBezTo>
                  <a:cubicBezTo>
                    <a:pt x="15446" y="31876"/>
                    <a:pt x="12404" y="32831"/>
                    <a:pt x="8478" y="32831"/>
                  </a:cubicBezTo>
                  <a:cubicBezTo>
                    <a:pt x="7126" y="32831"/>
                    <a:pt x="5745" y="32717"/>
                    <a:pt x="4336" y="32490"/>
                  </a:cubicBezTo>
                  <a:cubicBezTo>
                    <a:pt x="2941" y="32259"/>
                    <a:pt x="1496" y="31913"/>
                    <a:pt x="0" y="31452"/>
                  </a:cubicBezTo>
                  <a:lnTo>
                    <a:pt x="0" y="27074"/>
                  </a:lnTo>
                  <a:cubicBezTo>
                    <a:pt x="1294" y="27777"/>
                    <a:pt x="2631" y="28303"/>
                    <a:pt x="4012" y="28651"/>
                  </a:cubicBezTo>
                  <a:cubicBezTo>
                    <a:pt x="5393" y="28995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2"/>
                  </a:cubicBezTo>
                  <a:cubicBezTo>
                    <a:pt x="15755" y="25896"/>
                    <a:pt x="16481" y="24120"/>
                    <a:pt x="16481" y="21877"/>
                  </a:cubicBezTo>
                  <a:cubicBezTo>
                    <a:pt x="16481" y="19633"/>
                    <a:pt x="15755" y="17856"/>
                    <a:pt x="14302" y="16546"/>
                  </a:cubicBezTo>
                  <a:cubicBezTo>
                    <a:pt x="12850" y="15236"/>
                    <a:pt x="10880" y="14581"/>
                    <a:pt x="8392" y="14581"/>
                  </a:cubicBezTo>
                  <a:cubicBezTo>
                    <a:pt x="7227" y="14581"/>
                    <a:pt x="6062" y="14710"/>
                    <a:pt x="4897" y="14970"/>
                  </a:cubicBezTo>
                  <a:cubicBezTo>
                    <a:pt x="3746" y="15229"/>
                    <a:pt x="2567" y="15632"/>
                    <a:pt x="1359" y="16178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CF1FE65F-BC69-E388-A86C-0F74E3F519EB}"/>
                </a:ext>
              </a:extLst>
            </p:cNvPr>
            <p:cNvSpPr/>
            <p:nvPr/>
          </p:nvSpPr>
          <p:spPr>
            <a:xfrm>
              <a:off x="988888" y="4702224"/>
              <a:ext cx="22265" cy="33411"/>
            </a:xfrm>
            <a:custGeom>
              <a:avLst/>
              <a:gdLst>
                <a:gd name="csX0" fmla="*/ 11135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5 w 22265"/>
                <a:gd name="csY4" fmla="*/ 29961 h 33411"/>
                <a:gd name="csX5" fmla="*/ 16205 w 22265"/>
                <a:gd name="csY5" fmla="*/ 26664 h 33411"/>
                <a:gd name="csX6" fmla="*/ 17909 w 22265"/>
                <a:gd name="csY6" fmla="*/ 16716 h 33411"/>
                <a:gd name="csX7" fmla="*/ 16205 w 22265"/>
                <a:gd name="csY7" fmla="*/ 6774 h 33411"/>
                <a:gd name="csX8" fmla="*/ 11135 w 22265"/>
                <a:gd name="csY8" fmla="*/ 3451 h 33411"/>
                <a:gd name="csX9" fmla="*/ 11135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5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5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5" y="3451"/>
                  </a:moveTo>
                  <a:cubicBezTo>
                    <a:pt x="8892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2" y="29961"/>
                    <a:pt x="11135" y="29961"/>
                  </a:cubicBezTo>
                  <a:cubicBezTo>
                    <a:pt x="13393" y="29961"/>
                    <a:pt x="15083" y="28862"/>
                    <a:pt x="16205" y="26664"/>
                  </a:cubicBezTo>
                  <a:cubicBezTo>
                    <a:pt x="17341" y="24449"/>
                    <a:pt x="17909" y="21133"/>
                    <a:pt x="17909" y="16716"/>
                  </a:cubicBezTo>
                  <a:cubicBezTo>
                    <a:pt x="17909" y="12286"/>
                    <a:pt x="17341" y="8971"/>
                    <a:pt x="16205" y="6774"/>
                  </a:cubicBezTo>
                  <a:cubicBezTo>
                    <a:pt x="15083" y="4558"/>
                    <a:pt x="13393" y="3451"/>
                    <a:pt x="11135" y="3451"/>
                  </a:cubicBezTo>
                  <a:moveTo>
                    <a:pt x="11135" y="0"/>
                  </a:moveTo>
                  <a:cubicBezTo>
                    <a:pt x="14742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2" y="33411"/>
                    <a:pt x="11135" y="33411"/>
                  </a:cubicBezTo>
                  <a:cubicBezTo>
                    <a:pt x="7525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5" y="0"/>
                    <a:pt x="11135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FDAB01FE-37BB-6CB0-738A-618D928B2A50}"/>
                </a:ext>
              </a:extLst>
            </p:cNvPr>
            <p:cNvSpPr/>
            <p:nvPr/>
          </p:nvSpPr>
          <p:spPr>
            <a:xfrm>
              <a:off x="1252201" y="4702805"/>
              <a:ext cx="20838" cy="32830"/>
            </a:xfrm>
            <a:custGeom>
              <a:avLst/>
              <a:gdLst>
                <a:gd name="csX0" fmla="*/ 1358 w 20838"/>
                <a:gd name="csY0" fmla="*/ 0 h 32830"/>
                <a:gd name="csX1" fmla="*/ 18468 w 20838"/>
                <a:gd name="csY1" fmla="*/ 0 h 32830"/>
                <a:gd name="csX2" fmla="*/ 18468 w 20838"/>
                <a:gd name="csY2" fmla="*/ 3669 h 32830"/>
                <a:gd name="csX3" fmla="*/ 5352 w 20838"/>
                <a:gd name="csY3" fmla="*/ 3669 h 32830"/>
                <a:gd name="csX4" fmla="*/ 5352 w 20838"/>
                <a:gd name="csY4" fmla="*/ 11561 h 32830"/>
                <a:gd name="csX5" fmla="*/ 7248 w 20838"/>
                <a:gd name="csY5" fmla="*/ 11087 h 32830"/>
                <a:gd name="csX6" fmla="*/ 9149 w 20838"/>
                <a:gd name="csY6" fmla="*/ 10917 h 32830"/>
                <a:gd name="csX7" fmla="*/ 17691 w 20838"/>
                <a:gd name="csY7" fmla="*/ 13873 h 32830"/>
                <a:gd name="csX8" fmla="*/ 20838 w 20838"/>
                <a:gd name="csY8" fmla="*/ 21877 h 32830"/>
                <a:gd name="csX9" fmla="*/ 17606 w 20838"/>
                <a:gd name="csY9" fmla="*/ 29966 h 32830"/>
                <a:gd name="csX10" fmla="*/ 8478 w 20838"/>
                <a:gd name="csY10" fmla="*/ 32831 h 32830"/>
                <a:gd name="csX11" fmla="*/ 4335 w 20838"/>
                <a:gd name="csY11" fmla="*/ 32490 h 32830"/>
                <a:gd name="csX12" fmla="*/ 0 w 20838"/>
                <a:gd name="csY12" fmla="*/ 31452 h 32830"/>
                <a:gd name="csX13" fmla="*/ 0 w 20838"/>
                <a:gd name="csY13" fmla="*/ 27074 h 32830"/>
                <a:gd name="csX14" fmla="*/ 4015 w 20838"/>
                <a:gd name="csY14" fmla="*/ 28651 h 32830"/>
                <a:gd name="csX15" fmla="*/ 8393 w 20838"/>
                <a:gd name="csY15" fmla="*/ 29167 h 32830"/>
                <a:gd name="csX16" fmla="*/ 14304 w 20838"/>
                <a:gd name="csY16" fmla="*/ 27202 h 32830"/>
                <a:gd name="csX17" fmla="*/ 16482 w 20838"/>
                <a:gd name="csY17" fmla="*/ 21877 h 32830"/>
                <a:gd name="csX18" fmla="*/ 14304 w 20838"/>
                <a:gd name="csY18" fmla="*/ 16546 h 32830"/>
                <a:gd name="csX19" fmla="*/ 8393 w 20838"/>
                <a:gd name="csY19" fmla="*/ 14581 h 32830"/>
                <a:gd name="csX20" fmla="*/ 4899 w 20838"/>
                <a:gd name="csY20" fmla="*/ 14970 h 32830"/>
                <a:gd name="csX21" fmla="*/ 1358 w 20838"/>
                <a:gd name="csY21" fmla="*/ 16178 h 32830"/>
                <a:gd name="csX22" fmla="*/ 1358 w 20838"/>
                <a:gd name="csY22" fmla="*/ 0 h 3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0">
                  <a:moveTo>
                    <a:pt x="1358" y="0"/>
                  </a:moveTo>
                  <a:lnTo>
                    <a:pt x="18468" y="0"/>
                  </a:lnTo>
                  <a:lnTo>
                    <a:pt x="18468" y="3669"/>
                  </a:lnTo>
                  <a:lnTo>
                    <a:pt x="5352" y="3669"/>
                  </a:lnTo>
                  <a:lnTo>
                    <a:pt x="5352" y="11561"/>
                  </a:lnTo>
                  <a:cubicBezTo>
                    <a:pt x="5984" y="11348"/>
                    <a:pt x="6616" y="11190"/>
                    <a:pt x="7248" y="11087"/>
                  </a:cubicBezTo>
                  <a:cubicBezTo>
                    <a:pt x="7880" y="10974"/>
                    <a:pt x="8514" y="10917"/>
                    <a:pt x="9149" y="10917"/>
                  </a:cubicBezTo>
                  <a:cubicBezTo>
                    <a:pt x="12742" y="10917"/>
                    <a:pt x="15589" y="11902"/>
                    <a:pt x="17691" y="13873"/>
                  </a:cubicBezTo>
                  <a:cubicBezTo>
                    <a:pt x="19789" y="15843"/>
                    <a:pt x="20838" y="18511"/>
                    <a:pt x="20838" y="21877"/>
                  </a:cubicBezTo>
                  <a:cubicBezTo>
                    <a:pt x="20838" y="25342"/>
                    <a:pt x="19761" y="28038"/>
                    <a:pt x="17606" y="29966"/>
                  </a:cubicBezTo>
                  <a:cubicBezTo>
                    <a:pt x="15447" y="31876"/>
                    <a:pt x="12405" y="32831"/>
                    <a:pt x="8478" y="32831"/>
                  </a:cubicBezTo>
                  <a:cubicBezTo>
                    <a:pt x="7125" y="32831"/>
                    <a:pt x="5744" y="32717"/>
                    <a:pt x="4335" y="32490"/>
                  </a:cubicBezTo>
                  <a:cubicBezTo>
                    <a:pt x="2940" y="32259"/>
                    <a:pt x="1495" y="31913"/>
                    <a:pt x="0" y="31452"/>
                  </a:cubicBezTo>
                  <a:lnTo>
                    <a:pt x="0" y="27074"/>
                  </a:lnTo>
                  <a:cubicBezTo>
                    <a:pt x="1296" y="27777"/>
                    <a:pt x="2634" y="28303"/>
                    <a:pt x="4015" y="28651"/>
                  </a:cubicBezTo>
                  <a:cubicBezTo>
                    <a:pt x="5393" y="28995"/>
                    <a:pt x="6852" y="29167"/>
                    <a:pt x="8393" y="29167"/>
                  </a:cubicBezTo>
                  <a:cubicBezTo>
                    <a:pt x="10882" y="29167"/>
                    <a:pt x="12852" y="28512"/>
                    <a:pt x="14304" y="27202"/>
                  </a:cubicBezTo>
                  <a:cubicBezTo>
                    <a:pt x="15756" y="25896"/>
                    <a:pt x="16482" y="24120"/>
                    <a:pt x="16482" y="21877"/>
                  </a:cubicBezTo>
                  <a:cubicBezTo>
                    <a:pt x="16482" y="19633"/>
                    <a:pt x="15756" y="17856"/>
                    <a:pt x="14304" y="16546"/>
                  </a:cubicBezTo>
                  <a:cubicBezTo>
                    <a:pt x="12852" y="15236"/>
                    <a:pt x="10882" y="14581"/>
                    <a:pt x="8393" y="14581"/>
                  </a:cubicBezTo>
                  <a:cubicBezTo>
                    <a:pt x="7228" y="14581"/>
                    <a:pt x="6064" y="14710"/>
                    <a:pt x="4899" y="14970"/>
                  </a:cubicBezTo>
                  <a:cubicBezTo>
                    <a:pt x="3749" y="15229"/>
                    <a:pt x="2569" y="15632"/>
                    <a:pt x="1358" y="16178"/>
                  </a:cubicBezTo>
                  <a:lnTo>
                    <a:pt x="1358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CB00149D-EF2C-6F0C-3892-AF07C09EFD88}"/>
                </a:ext>
              </a:extLst>
            </p:cNvPr>
            <p:cNvSpPr/>
            <p:nvPr/>
          </p:nvSpPr>
          <p:spPr>
            <a:xfrm>
              <a:off x="1501003" y="4702805"/>
              <a:ext cx="19181" cy="32207"/>
            </a:xfrm>
            <a:custGeom>
              <a:avLst/>
              <a:gdLst>
                <a:gd name="csX0" fmla="*/ 628 w 19181"/>
                <a:gd name="csY0" fmla="*/ 28539 h 32207"/>
                <a:gd name="csX1" fmla="*/ 7748 w 19181"/>
                <a:gd name="csY1" fmla="*/ 28539 h 32207"/>
                <a:gd name="csX2" fmla="*/ 7748 w 19181"/>
                <a:gd name="csY2" fmla="*/ 3967 h 32207"/>
                <a:gd name="csX3" fmla="*/ 0 w 19181"/>
                <a:gd name="csY3" fmla="*/ 5522 h 32207"/>
                <a:gd name="csX4" fmla="*/ 0 w 19181"/>
                <a:gd name="csY4" fmla="*/ 1555 h 32207"/>
                <a:gd name="csX5" fmla="*/ 7706 w 19181"/>
                <a:gd name="csY5" fmla="*/ 0 h 32207"/>
                <a:gd name="csX6" fmla="*/ 12062 w 19181"/>
                <a:gd name="csY6" fmla="*/ 0 h 32207"/>
                <a:gd name="csX7" fmla="*/ 12062 w 19181"/>
                <a:gd name="csY7" fmla="*/ 28539 h 32207"/>
                <a:gd name="csX8" fmla="*/ 19182 w 19181"/>
                <a:gd name="csY8" fmla="*/ 28539 h 32207"/>
                <a:gd name="csX9" fmla="*/ 19182 w 19181"/>
                <a:gd name="csY9" fmla="*/ 32208 h 32207"/>
                <a:gd name="csX10" fmla="*/ 628 w 19181"/>
                <a:gd name="csY10" fmla="*/ 32208 h 32207"/>
                <a:gd name="csX11" fmla="*/ 628 w 19181"/>
                <a:gd name="csY11" fmla="*/ 28539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81" h="32207">
                  <a:moveTo>
                    <a:pt x="628" y="28539"/>
                  </a:moveTo>
                  <a:lnTo>
                    <a:pt x="7748" y="28539"/>
                  </a:lnTo>
                  <a:lnTo>
                    <a:pt x="7748" y="3967"/>
                  </a:lnTo>
                  <a:lnTo>
                    <a:pt x="0" y="5522"/>
                  </a:lnTo>
                  <a:lnTo>
                    <a:pt x="0" y="1555"/>
                  </a:lnTo>
                  <a:lnTo>
                    <a:pt x="7706" y="0"/>
                  </a:lnTo>
                  <a:lnTo>
                    <a:pt x="12062" y="0"/>
                  </a:lnTo>
                  <a:lnTo>
                    <a:pt x="12062" y="28539"/>
                  </a:lnTo>
                  <a:lnTo>
                    <a:pt x="19182" y="28539"/>
                  </a:lnTo>
                  <a:lnTo>
                    <a:pt x="19182" y="32208"/>
                  </a:lnTo>
                  <a:lnTo>
                    <a:pt x="628" y="32208"/>
                  </a:lnTo>
                  <a:lnTo>
                    <a:pt x="628" y="28539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B0530E06-1431-3811-8413-0F4F7D8428B0}"/>
                </a:ext>
              </a:extLst>
            </p:cNvPr>
            <p:cNvSpPr/>
            <p:nvPr/>
          </p:nvSpPr>
          <p:spPr>
            <a:xfrm>
              <a:off x="1527172" y="4702224"/>
              <a:ext cx="22265" cy="33411"/>
            </a:xfrm>
            <a:custGeom>
              <a:avLst/>
              <a:gdLst>
                <a:gd name="csX0" fmla="*/ 11130 w 22265"/>
                <a:gd name="csY0" fmla="*/ 3451 h 33411"/>
                <a:gd name="csX1" fmla="*/ 6066 w 22265"/>
                <a:gd name="csY1" fmla="*/ 6774 h 33411"/>
                <a:gd name="csX2" fmla="*/ 4383 w 22265"/>
                <a:gd name="csY2" fmla="*/ 16716 h 33411"/>
                <a:gd name="csX3" fmla="*/ 6066 w 22265"/>
                <a:gd name="csY3" fmla="*/ 26664 h 33411"/>
                <a:gd name="csX4" fmla="*/ 11130 w 22265"/>
                <a:gd name="csY4" fmla="*/ 29961 h 33411"/>
                <a:gd name="csX5" fmla="*/ 16200 w 22265"/>
                <a:gd name="csY5" fmla="*/ 26664 h 33411"/>
                <a:gd name="csX6" fmla="*/ 17904 w 22265"/>
                <a:gd name="csY6" fmla="*/ 16716 h 33411"/>
                <a:gd name="csX7" fmla="*/ 16200 w 22265"/>
                <a:gd name="csY7" fmla="*/ 6774 h 33411"/>
                <a:gd name="csX8" fmla="*/ 11130 w 22265"/>
                <a:gd name="csY8" fmla="*/ 3451 h 33411"/>
                <a:gd name="csX9" fmla="*/ 11130 w 22265"/>
                <a:gd name="csY9" fmla="*/ 0 h 33411"/>
                <a:gd name="csX10" fmla="*/ 19395 w 22265"/>
                <a:gd name="csY10" fmla="*/ 4292 h 33411"/>
                <a:gd name="csX11" fmla="*/ 22265 w 22265"/>
                <a:gd name="csY11" fmla="*/ 16716 h 33411"/>
                <a:gd name="csX12" fmla="*/ 19395 w 22265"/>
                <a:gd name="csY12" fmla="*/ 29140 h 33411"/>
                <a:gd name="csX13" fmla="*/ 11130 w 22265"/>
                <a:gd name="csY13" fmla="*/ 33411 h 33411"/>
                <a:gd name="csX14" fmla="*/ 2849 w 22265"/>
                <a:gd name="csY14" fmla="*/ 29140 h 33411"/>
                <a:gd name="csX15" fmla="*/ 0 w 22265"/>
                <a:gd name="csY15" fmla="*/ 16716 h 33411"/>
                <a:gd name="csX16" fmla="*/ 2849 w 22265"/>
                <a:gd name="csY16" fmla="*/ 4292 h 33411"/>
                <a:gd name="csX17" fmla="*/ 11130 w 22265"/>
                <a:gd name="csY17" fmla="*/ 0 h 33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5" h="33411">
                  <a:moveTo>
                    <a:pt x="11130" y="3451"/>
                  </a:moveTo>
                  <a:cubicBezTo>
                    <a:pt x="8890" y="3451"/>
                    <a:pt x="7202" y="4558"/>
                    <a:pt x="6066" y="6774"/>
                  </a:cubicBezTo>
                  <a:cubicBezTo>
                    <a:pt x="4944" y="8971"/>
                    <a:pt x="4383" y="12286"/>
                    <a:pt x="4383" y="16716"/>
                  </a:cubicBezTo>
                  <a:cubicBezTo>
                    <a:pt x="4383" y="21133"/>
                    <a:pt x="4944" y="24449"/>
                    <a:pt x="6066" y="26664"/>
                  </a:cubicBezTo>
                  <a:cubicBezTo>
                    <a:pt x="7202" y="28862"/>
                    <a:pt x="8890" y="29961"/>
                    <a:pt x="11130" y="29961"/>
                  </a:cubicBezTo>
                  <a:cubicBezTo>
                    <a:pt x="13388" y="29961"/>
                    <a:pt x="15078" y="28862"/>
                    <a:pt x="16200" y="26664"/>
                  </a:cubicBezTo>
                  <a:cubicBezTo>
                    <a:pt x="17336" y="24449"/>
                    <a:pt x="17904" y="21133"/>
                    <a:pt x="17904" y="16716"/>
                  </a:cubicBezTo>
                  <a:cubicBezTo>
                    <a:pt x="17904" y="12286"/>
                    <a:pt x="17336" y="8971"/>
                    <a:pt x="16200" y="6774"/>
                  </a:cubicBezTo>
                  <a:cubicBezTo>
                    <a:pt x="15078" y="4558"/>
                    <a:pt x="13388" y="3451"/>
                    <a:pt x="11130" y="3451"/>
                  </a:cubicBezTo>
                  <a:moveTo>
                    <a:pt x="11130" y="0"/>
                  </a:moveTo>
                  <a:cubicBezTo>
                    <a:pt x="14741" y="0"/>
                    <a:pt x="17496" y="1431"/>
                    <a:pt x="19395" y="4292"/>
                  </a:cubicBezTo>
                  <a:cubicBezTo>
                    <a:pt x="21309" y="7140"/>
                    <a:pt x="22265" y="11281"/>
                    <a:pt x="22265" y="16716"/>
                  </a:cubicBezTo>
                  <a:cubicBezTo>
                    <a:pt x="22265" y="22138"/>
                    <a:pt x="21309" y="26279"/>
                    <a:pt x="19395" y="29140"/>
                  </a:cubicBezTo>
                  <a:cubicBezTo>
                    <a:pt x="17496" y="31988"/>
                    <a:pt x="14741" y="33411"/>
                    <a:pt x="11130" y="33411"/>
                  </a:cubicBezTo>
                  <a:cubicBezTo>
                    <a:pt x="7523" y="33411"/>
                    <a:pt x="4763" y="31988"/>
                    <a:pt x="2849" y="29140"/>
                  </a:cubicBezTo>
                  <a:cubicBezTo>
                    <a:pt x="950" y="26279"/>
                    <a:pt x="0" y="22138"/>
                    <a:pt x="0" y="16716"/>
                  </a:cubicBezTo>
                  <a:cubicBezTo>
                    <a:pt x="0" y="11281"/>
                    <a:pt x="950" y="7140"/>
                    <a:pt x="2849" y="4292"/>
                  </a:cubicBezTo>
                  <a:cubicBezTo>
                    <a:pt x="4763" y="1431"/>
                    <a:pt x="7523" y="0"/>
                    <a:pt x="11130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101C60F7-632B-CF2C-19BE-CC0920FC906A}"/>
                </a:ext>
              </a:extLst>
            </p:cNvPr>
            <p:cNvSpPr/>
            <p:nvPr/>
          </p:nvSpPr>
          <p:spPr>
            <a:xfrm>
              <a:off x="1111606" y="4762417"/>
              <a:ext cx="25444" cy="23149"/>
            </a:xfrm>
            <a:custGeom>
              <a:avLst/>
              <a:gdLst>
                <a:gd name="csX0" fmla="*/ 25445 w 25444"/>
                <a:gd name="csY0" fmla="*/ 3366 h 23149"/>
                <a:gd name="csX1" fmla="*/ 24571 w 25444"/>
                <a:gd name="csY1" fmla="*/ 5560 h 23149"/>
                <a:gd name="csX2" fmla="*/ 22697 w 25444"/>
                <a:gd name="csY2" fmla="*/ 6337 h 23149"/>
                <a:gd name="csX3" fmla="*/ 21254 w 25444"/>
                <a:gd name="csY3" fmla="*/ 5789 h 23149"/>
                <a:gd name="csX4" fmla="*/ 20753 w 25444"/>
                <a:gd name="csY4" fmla="*/ 4537 h 23149"/>
                <a:gd name="csX5" fmla="*/ 21451 w 25444"/>
                <a:gd name="csY5" fmla="*/ 2769 h 23149"/>
                <a:gd name="csX6" fmla="*/ 23197 w 25444"/>
                <a:gd name="csY6" fmla="*/ 1768 h 23149"/>
                <a:gd name="csX7" fmla="*/ 20652 w 25444"/>
                <a:gd name="csY7" fmla="*/ 1124 h 23149"/>
                <a:gd name="csX8" fmla="*/ 18783 w 25444"/>
                <a:gd name="csY8" fmla="*/ 1646 h 23149"/>
                <a:gd name="csX9" fmla="*/ 17409 w 25444"/>
                <a:gd name="csY9" fmla="*/ 2844 h 23149"/>
                <a:gd name="csX10" fmla="*/ 16461 w 25444"/>
                <a:gd name="csY10" fmla="*/ 4489 h 23149"/>
                <a:gd name="csX11" fmla="*/ 15864 w 25444"/>
                <a:gd name="csY11" fmla="*/ 6012 h 23149"/>
                <a:gd name="csX12" fmla="*/ 15587 w 25444"/>
                <a:gd name="csY12" fmla="*/ 7157 h 23149"/>
                <a:gd name="csX13" fmla="*/ 13841 w 25444"/>
                <a:gd name="csY13" fmla="*/ 14144 h 23149"/>
                <a:gd name="csX14" fmla="*/ 12994 w 25444"/>
                <a:gd name="csY14" fmla="*/ 18633 h 23149"/>
                <a:gd name="csX15" fmla="*/ 13692 w 25444"/>
                <a:gd name="csY15" fmla="*/ 21056 h 23149"/>
                <a:gd name="csX16" fmla="*/ 15790 w 25444"/>
                <a:gd name="csY16" fmla="*/ 22004 h 23149"/>
                <a:gd name="csX17" fmla="*/ 16961 w 25444"/>
                <a:gd name="csY17" fmla="*/ 21850 h 23149"/>
                <a:gd name="csX18" fmla="*/ 18383 w 25444"/>
                <a:gd name="csY18" fmla="*/ 21227 h 23149"/>
                <a:gd name="csX19" fmla="*/ 19927 w 25444"/>
                <a:gd name="csY19" fmla="*/ 20055 h 23149"/>
                <a:gd name="csX20" fmla="*/ 21403 w 25444"/>
                <a:gd name="csY20" fmla="*/ 18112 h 23149"/>
                <a:gd name="csX21" fmla="*/ 22601 w 25444"/>
                <a:gd name="csY21" fmla="*/ 15316 h 23149"/>
                <a:gd name="csX22" fmla="*/ 23251 w 25444"/>
                <a:gd name="csY22" fmla="*/ 14767 h 23149"/>
                <a:gd name="csX23" fmla="*/ 23874 w 25444"/>
                <a:gd name="csY23" fmla="*/ 15268 h 23149"/>
                <a:gd name="csX24" fmla="*/ 23522 w 25444"/>
                <a:gd name="csY24" fmla="*/ 16588 h 23149"/>
                <a:gd name="csX25" fmla="*/ 22473 w 25444"/>
                <a:gd name="csY25" fmla="*/ 18607 h 23149"/>
                <a:gd name="csX26" fmla="*/ 20854 w 25444"/>
                <a:gd name="csY26" fmla="*/ 20753 h 23149"/>
                <a:gd name="csX27" fmla="*/ 18559 w 25444"/>
                <a:gd name="csY27" fmla="*/ 22452 h 23149"/>
                <a:gd name="csX28" fmla="*/ 15689 w 25444"/>
                <a:gd name="csY28" fmla="*/ 23149 h 23149"/>
                <a:gd name="csX29" fmla="*/ 12121 w 25444"/>
                <a:gd name="csY29" fmla="*/ 22004 h 23149"/>
                <a:gd name="csX30" fmla="*/ 10177 w 25444"/>
                <a:gd name="csY30" fmla="*/ 19256 h 23149"/>
                <a:gd name="csX31" fmla="*/ 9879 w 25444"/>
                <a:gd name="csY31" fmla="*/ 19784 h 23149"/>
                <a:gd name="csX32" fmla="*/ 9176 w 25444"/>
                <a:gd name="csY32" fmla="*/ 20753 h 23149"/>
                <a:gd name="csX33" fmla="*/ 8105 w 25444"/>
                <a:gd name="csY33" fmla="*/ 21903 h 23149"/>
                <a:gd name="csX34" fmla="*/ 6635 w 25444"/>
                <a:gd name="csY34" fmla="*/ 22750 h 23149"/>
                <a:gd name="csX35" fmla="*/ 4814 w 25444"/>
                <a:gd name="csY35" fmla="*/ 23149 h 23149"/>
                <a:gd name="csX36" fmla="*/ 2540 w 25444"/>
                <a:gd name="csY36" fmla="*/ 22798 h 23149"/>
                <a:gd name="csX37" fmla="*/ 746 w 25444"/>
                <a:gd name="csY37" fmla="*/ 21653 h 23149"/>
                <a:gd name="csX38" fmla="*/ 0 w 25444"/>
                <a:gd name="csY38" fmla="*/ 19757 h 23149"/>
                <a:gd name="csX39" fmla="*/ 820 w 25444"/>
                <a:gd name="csY39" fmla="*/ 17686 h 23149"/>
                <a:gd name="csX40" fmla="*/ 2817 w 25444"/>
                <a:gd name="csY40" fmla="*/ 16812 h 23149"/>
                <a:gd name="csX41" fmla="*/ 4117 w 25444"/>
                <a:gd name="csY41" fmla="*/ 17238 h 23149"/>
                <a:gd name="csX42" fmla="*/ 4713 w 25444"/>
                <a:gd name="csY42" fmla="*/ 18585 h 23149"/>
                <a:gd name="csX43" fmla="*/ 4015 w 25444"/>
                <a:gd name="csY43" fmla="*/ 20380 h 23149"/>
                <a:gd name="csX44" fmla="*/ 2317 w 25444"/>
                <a:gd name="csY44" fmla="*/ 21355 h 23149"/>
                <a:gd name="csX45" fmla="*/ 4862 w 25444"/>
                <a:gd name="csY45" fmla="*/ 22004 h 23149"/>
                <a:gd name="csX46" fmla="*/ 7807 w 25444"/>
                <a:gd name="csY46" fmla="*/ 20556 h 23149"/>
                <a:gd name="csX47" fmla="*/ 9729 w 25444"/>
                <a:gd name="csY47" fmla="*/ 16690 h 23149"/>
                <a:gd name="csX48" fmla="*/ 11870 w 25444"/>
                <a:gd name="csY48" fmla="*/ 8281 h 23149"/>
                <a:gd name="csX49" fmla="*/ 12472 w 25444"/>
                <a:gd name="csY49" fmla="*/ 4537 h 23149"/>
                <a:gd name="csX50" fmla="*/ 12195 w 25444"/>
                <a:gd name="csY50" fmla="*/ 2769 h 23149"/>
                <a:gd name="csX51" fmla="*/ 11450 w 25444"/>
                <a:gd name="csY51" fmla="*/ 1720 h 23149"/>
                <a:gd name="csX52" fmla="*/ 10576 w 25444"/>
                <a:gd name="csY52" fmla="*/ 1246 h 23149"/>
                <a:gd name="csX53" fmla="*/ 9729 w 25444"/>
                <a:gd name="csY53" fmla="*/ 1124 h 23149"/>
                <a:gd name="csX54" fmla="*/ 8132 w 25444"/>
                <a:gd name="csY54" fmla="*/ 1422 h 23149"/>
                <a:gd name="csX55" fmla="*/ 6311 w 25444"/>
                <a:gd name="csY55" fmla="*/ 2418 h 23149"/>
                <a:gd name="csX56" fmla="*/ 4415 w 25444"/>
                <a:gd name="csY56" fmla="*/ 4489 h 23149"/>
                <a:gd name="csX57" fmla="*/ 2865 w 25444"/>
                <a:gd name="csY57" fmla="*/ 7807 h 23149"/>
                <a:gd name="csX58" fmla="*/ 2194 w 25444"/>
                <a:gd name="csY58" fmla="*/ 8382 h 23149"/>
                <a:gd name="csX59" fmla="*/ 1592 w 25444"/>
                <a:gd name="csY59" fmla="*/ 7855 h 23149"/>
                <a:gd name="csX60" fmla="*/ 1917 w 25444"/>
                <a:gd name="csY60" fmla="*/ 6561 h 23149"/>
                <a:gd name="csX61" fmla="*/ 2966 w 25444"/>
                <a:gd name="csY61" fmla="*/ 4537 h 23149"/>
                <a:gd name="csX62" fmla="*/ 4612 w 25444"/>
                <a:gd name="csY62" fmla="*/ 2418 h 23149"/>
                <a:gd name="csX63" fmla="*/ 6934 w 25444"/>
                <a:gd name="csY63" fmla="*/ 698 h 23149"/>
                <a:gd name="csX64" fmla="*/ 9825 w 25444"/>
                <a:gd name="csY64" fmla="*/ 0 h 23149"/>
                <a:gd name="csX65" fmla="*/ 11151 w 25444"/>
                <a:gd name="csY65" fmla="*/ 149 h 23149"/>
                <a:gd name="csX66" fmla="*/ 12621 w 25444"/>
                <a:gd name="csY66" fmla="*/ 650 h 23149"/>
                <a:gd name="csX67" fmla="*/ 14165 w 25444"/>
                <a:gd name="csY67" fmla="*/ 1843 h 23149"/>
                <a:gd name="csX68" fmla="*/ 15342 w 25444"/>
                <a:gd name="csY68" fmla="*/ 3866 h 23149"/>
                <a:gd name="csX69" fmla="*/ 16040 w 25444"/>
                <a:gd name="csY69" fmla="*/ 2743 h 23149"/>
                <a:gd name="csX70" fmla="*/ 17110 w 25444"/>
                <a:gd name="csY70" fmla="*/ 1523 h 23149"/>
                <a:gd name="csX71" fmla="*/ 18708 w 25444"/>
                <a:gd name="csY71" fmla="*/ 421 h 23149"/>
                <a:gd name="csX72" fmla="*/ 20705 w 25444"/>
                <a:gd name="csY72" fmla="*/ 0 h 23149"/>
                <a:gd name="csX73" fmla="*/ 22723 w 25444"/>
                <a:gd name="csY73" fmla="*/ 272 h 23149"/>
                <a:gd name="csX74" fmla="*/ 24571 w 25444"/>
                <a:gd name="csY74" fmla="*/ 1347 h 23149"/>
                <a:gd name="csX75" fmla="*/ 25445 w 25444"/>
                <a:gd name="csY75" fmla="*/ 3366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5444" h="23149">
                  <a:moveTo>
                    <a:pt x="25445" y="3366"/>
                  </a:moveTo>
                  <a:cubicBezTo>
                    <a:pt x="25445" y="4299"/>
                    <a:pt x="25153" y="5031"/>
                    <a:pt x="24571" y="5560"/>
                  </a:cubicBezTo>
                  <a:cubicBezTo>
                    <a:pt x="23989" y="6078"/>
                    <a:pt x="23364" y="6337"/>
                    <a:pt x="22697" y="6337"/>
                  </a:cubicBezTo>
                  <a:cubicBezTo>
                    <a:pt x="22065" y="6337"/>
                    <a:pt x="21584" y="6154"/>
                    <a:pt x="21254" y="5789"/>
                  </a:cubicBezTo>
                  <a:cubicBezTo>
                    <a:pt x="20920" y="5423"/>
                    <a:pt x="20753" y="5006"/>
                    <a:pt x="20753" y="4537"/>
                  </a:cubicBezTo>
                  <a:cubicBezTo>
                    <a:pt x="20753" y="3905"/>
                    <a:pt x="20985" y="3316"/>
                    <a:pt x="21451" y="2769"/>
                  </a:cubicBezTo>
                  <a:cubicBezTo>
                    <a:pt x="21916" y="2219"/>
                    <a:pt x="22498" y="1885"/>
                    <a:pt x="23197" y="1768"/>
                  </a:cubicBezTo>
                  <a:cubicBezTo>
                    <a:pt x="22516" y="1338"/>
                    <a:pt x="21667" y="1124"/>
                    <a:pt x="20652" y="1124"/>
                  </a:cubicBezTo>
                  <a:cubicBezTo>
                    <a:pt x="19988" y="1124"/>
                    <a:pt x="19365" y="1298"/>
                    <a:pt x="18783" y="1646"/>
                  </a:cubicBezTo>
                  <a:cubicBezTo>
                    <a:pt x="18218" y="1993"/>
                    <a:pt x="17760" y="2393"/>
                    <a:pt x="17409" y="2844"/>
                  </a:cubicBezTo>
                  <a:cubicBezTo>
                    <a:pt x="17078" y="3291"/>
                    <a:pt x="16763" y="3840"/>
                    <a:pt x="16461" y="4489"/>
                  </a:cubicBezTo>
                  <a:cubicBezTo>
                    <a:pt x="16180" y="5121"/>
                    <a:pt x="15981" y="5629"/>
                    <a:pt x="15864" y="6012"/>
                  </a:cubicBezTo>
                  <a:cubicBezTo>
                    <a:pt x="15765" y="6378"/>
                    <a:pt x="15673" y="6760"/>
                    <a:pt x="15587" y="7157"/>
                  </a:cubicBezTo>
                  <a:lnTo>
                    <a:pt x="13841" y="14144"/>
                  </a:lnTo>
                  <a:cubicBezTo>
                    <a:pt x="13276" y="16356"/>
                    <a:pt x="12994" y="17852"/>
                    <a:pt x="12994" y="18633"/>
                  </a:cubicBezTo>
                  <a:cubicBezTo>
                    <a:pt x="12994" y="19599"/>
                    <a:pt x="13226" y="20407"/>
                    <a:pt x="13692" y="21056"/>
                  </a:cubicBezTo>
                  <a:cubicBezTo>
                    <a:pt x="14160" y="21688"/>
                    <a:pt x="14860" y="22004"/>
                    <a:pt x="15790" y="22004"/>
                  </a:cubicBezTo>
                  <a:cubicBezTo>
                    <a:pt x="16155" y="22004"/>
                    <a:pt x="16546" y="21953"/>
                    <a:pt x="16961" y="21850"/>
                  </a:cubicBezTo>
                  <a:cubicBezTo>
                    <a:pt x="17377" y="21736"/>
                    <a:pt x="17851" y="21529"/>
                    <a:pt x="18383" y="21227"/>
                  </a:cubicBezTo>
                  <a:cubicBezTo>
                    <a:pt x="18933" y="20911"/>
                    <a:pt x="19448" y="20520"/>
                    <a:pt x="19927" y="20055"/>
                  </a:cubicBezTo>
                  <a:cubicBezTo>
                    <a:pt x="20428" y="19572"/>
                    <a:pt x="20920" y="18925"/>
                    <a:pt x="21403" y="18112"/>
                  </a:cubicBezTo>
                  <a:cubicBezTo>
                    <a:pt x="21886" y="17295"/>
                    <a:pt x="22285" y="16363"/>
                    <a:pt x="22601" y="15316"/>
                  </a:cubicBezTo>
                  <a:cubicBezTo>
                    <a:pt x="22700" y="14950"/>
                    <a:pt x="22917" y="14767"/>
                    <a:pt x="23251" y="14767"/>
                  </a:cubicBezTo>
                  <a:cubicBezTo>
                    <a:pt x="23666" y="14767"/>
                    <a:pt x="23874" y="14934"/>
                    <a:pt x="23874" y="15268"/>
                  </a:cubicBezTo>
                  <a:cubicBezTo>
                    <a:pt x="23874" y="15548"/>
                    <a:pt x="23756" y="15989"/>
                    <a:pt x="23522" y="16588"/>
                  </a:cubicBezTo>
                  <a:cubicBezTo>
                    <a:pt x="23306" y="17171"/>
                    <a:pt x="22956" y="17843"/>
                    <a:pt x="22473" y="18607"/>
                  </a:cubicBezTo>
                  <a:cubicBezTo>
                    <a:pt x="22008" y="19356"/>
                    <a:pt x="21468" y="20071"/>
                    <a:pt x="20854" y="20753"/>
                  </a:cubicBezTo>
                  <a:cubicBezTo>
                    <a:pt x="20236" y="21420"/>
                    <a:pt x="19471" y="21987"/>
                    <a:pt x="18559" y="22452"/>
                  </a:cubicBezTo>
                  <a:cubicBezTo>
                    <a:pt x="17643" y="22917"/>
                    <a:pt x="16686" y="23149"/>
                    <a:pt x="15689" y="23149"/>
                  </a:cubicBezTo>
                  <a:cubicBezTo>
                    <a:pt x="14258" y="23149"/>
                    <a:pt x="13068" y="22768"/>
                    <a:pt x="12121" y="22004"/>
                  </a:cubicBezTo>
                  <a:cubicBezTo>
                    <a:pt x="11173" y="21238"/>
                    <a:pt x="10525" y="20322"/>
                    <a:pt x="10177" y="19256"/>
                  </a:cubicBezTo>
                  <a:cubicBezTo>
                    <a:pt x="10092" y="19406"/>
                    <a:pt x="9992" y="19581"/>
                    <a:pt x="9879" y="19784"/>
                  </a:cubicBezTo>
                  <a:cubicBezTo>
                    <a:pt x="9761" y="19983"/>
                    <a:pt x="9527" y="20306"/>
                    <a:pt x="9176" y="20753"/>
                  </a:cubicBezTo>
                  <a:cubicBezTo>
                    <a:pt x="8845" y="21186"/>
                    <a:pt x="8489" y="21569"/>
                    <a:pt x="8105" y="21903"/>
                  </a:cubicBezTo>
                  <a:cubicBezTo>
                    <a:pt x="7722" y="22219"/>
                    <a:pt x="7232" y="22501"/>
                    <a:pt x="6635" y="22750"/>
                  </a:cubicBezTo>
                  <a:cubicBezTo>
                    <a:pt x="6053" y="23016"/>
                    <a:pt x="5446" y="23149"/>
                    <a:pt x="4814" y="23149"/>
                  </a:cubicBezTo>
                  <a:cubicBezTo>
                    <a:pt x="4015" y="23149"/>
                    <a:pt x="3257" y="23032"/>
                    <a:pt x="2540" y="22798"/>
                  </a:cubicBezTo>
                  <a:cubicBezTo>
                    <a:pt x="1844" y="22567"/>
                    <a:pt x="1246" y="22185"/>
                    <a:pt x="746" y="21653"/>
                  </a:cubicBezTo>
                  <a:cubicBezTo>
                    <a:pt x="249" y="21120"/>
                    <a:pt x="0" y="20488"/>
                    <a:pt x="0" y="19757"/>
                  </a:cubicBezTo>
                  <a:cubicBezTo>
                    <a:pt x="0" y="18941"/>
                    <a:pt x="273" y="18250"/>
                    <a:pt x="820" y="17686"/>
                  </a:cubicBezTo>
                  <a:cubicBezTo>
                    <a:pt x="1385" y="17103"/>
                    <a:pt x="2050" y="16812"/>
                    <a:pt x="2817" y="16812"/>
                  </a:cubicBezTo>
                  <a:cubicBezTo>
                    <a:pt x="3300" y="16812"/>
                    <a:pt x="3733" y="16954"/>
                    <a:pt x="4117" y="17238"/>
                  </a:cubicBezTo>
                  <a:cubicBezTo>
                    <a:pt x="4514" y="17519"/>
                    <a:pt x="4713" y="17968"/>
                    <a:pt x="4713" y="18585"/>
                  </a:cubicBezTo>
                  <a:cubicBezTo>
                    <a:pt x="4713" y="19267"/>
                    <a:pt x="4480" y="19865"/>
                    <a:pt x="4015" y="20380"/>
                  </a:cubicBezTo>
                  <a:cubicBezTo>
                    <a:pt x="3550" y="20895"/>
                    <a:pt x="2984" y="21220"/>
                    <a:pt x="2317" y="21355"/>
                  </a:cubicBezTo>
                  <a:cubicBezTo>
                    <a:pt x="2998" y="21788"/>
                    <a:pt x="3847" y="22004"/>
                    <a:pt x="4862" y="22004"/>
                  </a:cubicBezTo>
                  <a:cubicBezTo>
                    <a:pt x="5959" y="22004"/>
                    <a:pt x="6941" y="21522"/>
                    <a:pt x="7807" y="20556"/>
                  </a:cubicBezTo>
                  <a:cubicBezTo>
                    <a:pt x="8670" y="19590"/>
                    <a:pt x="9310" y="18301"/>
                    <a:pt x="9729" y="16690"/>
                  </a:cubicBezTo>
                  <a:cubicBezTo>
                    <a:pt x="10759" y="12813"/>
                    <a:pt x="11473" y="10010"/>
                    <a:pt x="11870" y="8281"/>
                  </a:cubicBezTo>
                  <a:cubicBezTo>
                    <a:pt x="12271" y="6534"/>
                    <a:pt x="12472" y="5286"/>
                    <a:pt x="12472" y="4537"/>
                  </a:cubicBezTo>
                  <a:cubicBezTo>
                    <a:pt x="12472" y="3841"/>
                    <a:pt x="12380" y="3252"/>
                    <a:pt x="12195" y="2769"/>
                  </a:cubicBezTo>
                  <a:cubicBezTo>
                    <a:pt x="12014" y="2286"/>
                    <a:pt x="11765" y="1937"/>
                    <a:pt x="11450" y="1720"/>
                  </a:cubicBezTo>
                  <a:cubicBezTo>
                    <a:pt x="11148" y="1486"/>
                    <a:pt x="10857" y="1328"/>
                    <a:pt x="10576" y="1246"/>
                  </a:cubicBezTo>
                  <a:cubicBezTo>
                    <a:pt x="10310" y="1164"/>
                    <a:pt x="10028" y="1124"/>
                    <a:pt x="9729" y="1124"/>
                  </a:cubicBezTo>
                  <a:cubicBezTo>
                    <a:pt x="9229" y="1124"/>
                    <a:pt x="8696" y="1223"/>
                    <a:pt x="8132" y="1422"/>
                  </a:cubicBezTo>
                  <a:cubicBezTo>
                    <a:pt x="7582" y="1621"/>
                    <a:pt x="6974" y="1953"/>
                    <a:pt x="6311" y="2418"/>
                  </a:cubicBezTo>
                  <a:cubicBezTo>
                    <a:pt x="5661" y="2869"/>
                    <a:pt x="5029" y="3559"/>
                    <a:pt x="4415" y="4489"/>
                  </a:cubicBezTo>
                  <a:cubicBezTo>
                    <a:pt x="3797" y="5419"/>
                    <a:pt x="3280" y="6525"/>
                    <a:pt x="2865" y="7807"/>
                  </a:cubicBezTo>
                  <a:cubicBezTo>
                    <a:pt x="2783" y="8190"/>
                    <a:pt x="2560" y="8382"/>
                    <a:pt x="2194" y="8382"/>
                  </a:cubicBezTo>
                  <a:cubicBezTo>
                    <a:pt x="1793" y="8364"/>
                    <a:pt x="1592" y="8189"/>
                    <a:pt x="1592" y="7855"/>
                  </a:cubicBezTo>
                  <a:cubicBezTo>
                    <a:pt x="1592" y="7574"/>
                    <a:pt x="1701" y="7143"/>
                    <a:pt x="1917" y="6561"/>
                  </a:cubicBezTo>
                  <a:cubicBezTo>
                    <a:pt x="2151" y="5961"/>
                    <a:pt x="2501" y="5286"/>
                    <a:pt x="2966" y="4537"/>
                  </a:cubicBezTo>
                  <a:cubicBezTo>
                    <a:pt x="3449" y="3792"/>
                    <a:pt x="3998" y="3085"/>
                    <a:pt x="4612" y="2418"/>
                  </a:cubicBezTo>
                  <a:cubicBezTo>
                    <a:pt x="5244" y="1736"/>
                    <a:pt x="6018" y="1163"/>
                    <a:pt x="6934" y="698"/>
                  </a:cubicBezTo>
                  <a:cubicBezTo>
                    <a:pt x="7864" y="233"/>
                    <a:pt x="8828" y="0"/>
                    <a:pt x="9825" y="0"/>
                  </a:cubicBezTo>
                  <a:cubicBezTo>
                    <a:pt x="10276" y="0"/>
                    <a:pt x="10718" y="50"/>
                    <a:pt x="11151" y="149"/>
                  </a:cubicBezTo>
                  <a:cubicBezTo>
                    <a:pt x="11599" y="231"/>
                    <a:pt x="12089" y="398"/>
                    <a:pt x="12621" y="650"/>
                  </a:cubicBezTo>
                  <a:cubicBezTo>
                    <a:pt x="13171" y="898"/>
                    <a:pt x="13686" y="1296"/>
                    <a:pt x="14165" y="1843"/>
                  </a:cubicBezTo>
                  <a:cubicBezTo>
                    <a:pt x="14648" y="2393"/>
                    <a:pt x="15041" y="3067"/>
                    <a:pt x="15342" y="3866"/>
                  </a:cubicBezTo>
                  <a:cubicBezTo>
                    <a:pt x="15541" y="3483"/>
                    <a:pt x="15774" y="3108"/>
                    <a:pt x="16040" y="2743"/>
                  </a:cubicBezTo>
                  <a:cubicBezTo>
                    <a:pt x="16320" y="2377"/>
                    <a:pt x="16677" y="1970"/>
                    <a:pt x="17110" y="1523"/>
                  </a:cubicBezTo>
                  <a:cubicBezTo>
                    <a:pt x="17561" y="1054"/>
                    <a:pt x="18094" y="687"/>
                    <a:pt x="18708" y="421"/>
                  </a:cubicBezTo>
                  <a:cubicBezTo>
                    <a:pt x="19340" y="140"/>
                    <a:pt x="20006" y="0"/>
                    <a:pt x="20705" y="0"/>
                  </a:cubicBezTo>
                  <a:cubicBezTo>
                    <a:pt x="21387" y="0"/>
                    <a:pt x="22059" y="90"/>
                    <a:pt x="22723" y="272"/>
                  </a:cubicBezTo>
                  <a:cubicBezTo>
                    <a:pt x="23391" y="438"/>
                    <a:pt x="24007" y="797"/>
                    <a:pt x="24571" y="1347"/>
                  </a:cubicBezTo>
                  <a:cubicBezTo>
                    <a:pt x="25153" y="1880"/>
                    <a:pt x="25445" y="2553"/>
                    <a:pt x="25445" y="3366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940C70FB-B557-5970-E118-ED7AC4E9B644}"/>
                </a:ext>
              </a:extLst>
            </p:cNvPr>
            <p:cNvSpPr/>
            <p:nvPr/>
          </p:nvSpPr>
          <p:spPr>
            <a:xfrm>
              <a:off x="591628" y="3977098"/>
              <a:ext cx="532" cy="707430"/>
            </a:xfrm>
            <a:custGeom>
              <a:avLst/>
              <a:gdLst>
                <a:gd name="csX0" fmla="*/ 0 w 532"/>
                <a:gd name="csY0" fmla="*/ 707431 h 707430"/>
                <a:gd name="csX1" fmla="*/ 0 w 532"/>
                <a:gd name="csY1" fmla="*/ 0 h 707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2" h="707430">
                  <a:moveTo>
                    <a:pt x="0" y="707431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5716D112-BD6C-9BDD-A6AE-D8D486C571A0}"/>
                </a:ext>
              </a:extLst>
            </p:cNvPr>
            <p:cNvSpPr/>
            <p:nvPr/>
          </p:nvSpPr>
          <p:spPr>
            <a:xfrm>
              <a:off x="591628" y="466450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5" name="Freeform 594">
              <a:extLst>
                <a:ext uri="{FF2B5EF4-FFF2-40B4-BE49-F238E27FC236}">
                  <a16:creationId xmlns:a16="http://schemas.microsoft.com/office/drawing/2014/main" id="{0BFF5596-BAAB-22E8-37E3-7F844B6C712C}"/>
                </a:ext>
              </a:extLst>
            </p:cNvPr>
            <p:cNvSpPr/>
            <p:nvPr/>
          </p:nvSpPr>
          <p:spPr>
            <a:xfrm>
              <a:off x="591628" y="4489758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6" name="Freeform 595">
              <a:extLst>
                <a:ext uri="{FF2B5EF4-FFF2-40B4-BE49-F238E27FC236}">
                  <a16:creationId xmlns:a16="http://schemas.microsoft.com/office/drawing/2014/main" id="{34A4F84B-31CE-0762-BA2A-9DA1B62F669E}"/>
                </a:ext>
              </a:extLst>
            </p:cNvPr>
            <p:cNvSpPr/>
            <p:nvPr/>
          </p:nvSpPr>
          <p:spPr>
            <a:xfrm>
              <a:off x="591628" y="4315015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7" name="Freeform 596">
              <a:extLst>
                <a:ext uri="{FF2B5EF4-FFF2-40B4-BE49-F238E27FC236}">
                  <a16:creationId xmlns:a16="http://schemas.microsoft.com/office/drawing/2014/main" id="{DF4E20AE-E96B-2627-7FFB-B2844C9B2C4A}"/>
                </a:ext>
              </a:extLst>
            </p:cNvPr>
            <p:cNvSpPr/>
            <p:nvPr/>
          </p:nvSpPr>
          <p:spPr>
            <a:xfrm>
              <a:off x="591628" y="4140269"/>
              <a:ext cx="10063" cy="532"/>
            </a:xfrm>
            <a:custGeom>
              <a:avLst/>
              <a:gdLst>
                <a:gd name="csX0" fmla="*/ 0 w 10063"/>
                <a:gd name="csY0" fmla="*/ 0 h 532"/>
                <a:gd name="csX1" fmla="*/ 10064 w 10063"/>
                <a:gd name="csY1" fmla="*/ 0 h 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3" h="532">
                  <a:moveTo>
                    <a:pt x="0" y="0"/>
                  </a:moveTo>
                  <a:lnTo>
                    <a:pt x="10064" y="0"/>
                  </a:lnTo>
                </a:path>
              </a:pathLst>
            </a:custGeom>
            <a:noFill/>
            <a:ln w="2127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01725D56-D894-A643-A7C2-41421424995F}"/>
                </a:ext>
              </a:extLst>
            </p:cNvPr>
            <p:cNvSpPr/>
            <p:nvPr/>
          </p:nvSpPr>
          <p:spPr>
            <a:xfrm>
              <a:off x="479932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3CE14D00-1296-4B8A-6D69-49C9442FF01D}"/>
                </a:ext>
              </a:extLst>
            </p:cNvPr>
            <p:cNvSpPr/>
            <p:nvPr/>
          </p:nvSpPr>
          <p:spPr>
            <a:xfrm>
              <a:off x="509853" y="467512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0" name="Freeform 599">
              <a:extLst>
                <a:ext uri="{FF2B5EF4-FFF2-40B4-BE49-F238E27FC236}">
                  <a16:creationId xmlns:a16="http://schemas.microsoft.com/office/drawing/2014/main" id="{0E83D928-E2BF-A94A-C235-7AA15878C694}"/>
                </a:ext>
              </a:extLst>
            </p:cNvPr>
            <p:cNvSpPr/>
            <p:nvPr/>
          </p:nvSpPr>
          <p:spPr>
            <a:xfrm>
              <a:off x="522085" y="4647820"/>
              <a:ext cx="22262" cy="33416"/>
            </a:xfrm>
            <a:custGeom>
              <a:avLst/>
              <a:gdLst>
                <a:gd name="csX0" fmla="*/ 11131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1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1 w 22262"/>
                <a:gd name="csY8" fmla="*/ 3451 h 33416"/>
                <a:gd name="csX9" fmla="*/ 11131 w 22262"/>
                <a:gd name="csY9" fmla="*/ 0 h 33416"/>
                <a:gd name="csX10" fmla="*/ 19393 w 22262"/>
                <a:gd name="csY10" fmla="*/ 4292 h 33416"/>
                <a:gd name="csX11" fmla="*/ 22263 w 22262"/>
                <a:gd name="csY11" fmla="*/ 16716 h 33416"/>
                <a:gd name="csX12" fmla="*/ 19393 w 22262"/>
                <a:gd name="csY12" fmla="*/ 29146 h 33416"/>
                <a:gd name="csX13" fmla="*/ 11131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1" y="29966"/>
                  </a:cubicBezTo>
                  <a:cubicBezTo>
                    <a:pt x="13389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89" y="3451"/>
                    <a:pt x="11131" y="3451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3" y="29146"/>
                  </a:cubicBezTo>
                  <a:cubicBezTo>
                    <a:pt x="17495" y="31993"/>
                    <a:pt x="14741" y="33417"/>
                    <a:pt x="11131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1" name="Freeform 600">
              <a:extLst>
                <a:ext uri="{FF2B5EF4-FFF2-40B4-BE49-F238E27FC236}">
                  <a16:creationId xmlns:a16="http://schemas.microsoft.com/office/drawing/2014/main" id="{4138023C-14DA-BFF8-1474-0631BA52F90A}"/>
                </a:ext>
              </a:extLst>
            </p:cNvPr>
            <p:cNvSpPr/>
            <p:nvPr/>
          </p:nvSpPr>
          <p:spPr>
            <a:xfrm>
              <a:off x="550194" y="4647820"/>
              <a:ext cx="22262" cy="33416"/>
            </a:xfrm>
            <a:custGeom>
              <a:avLst/>
              <a:gdLst>
                <a:gd name="csX0" fmla="*/ 11132 w 22262"/>
                <a:gd name="csY0" fmla="*/ 3451 h 33416"/>
                <a:gd name="csX1" fmla="*/ 6062 w 22262"/>
                <a:gd name="csY1" fmla="*/ 6774 h 33416"/>
                <a:gd name="csX2" fmla="*/ 4379 w 22262"/>
                <a:gd name="csY2" fmla="*/ 16716 h 33416"/>
                <a:gd name="csX3" fmla="*/ 6062 w 22262"/>
                <a:gd name="csY3" fmla="*/ 26664 h 33416"/>
                <a:gd name="csX4" fmla="*/ 11132 w 22262"/>
                <a:gd name="csY4" fmla="*/ 29966 h 33416"/>
                <a:gd name="csX5" fmla="*/ 16201 w 22262"/>
                <a:gd name="csY5" fmla="*/ 26664 h 33416"/>
                <a:gd name="csX6" fmla="*/ 17905 w 22262"/>
                <a:gd name="csY6" fmla="*/ 16716 h 33416"/>
                <a:gd name="csX7" fmla="*/ 16201 w 22262"/>
                <a:gd name="csY7" fmla="*/ 6774 h 33416"/>
                <a:gd name="csX8" fmla="*/ 11132 w 22262"/>
                <a:gd name="csY8" fmla="*/ 3451 h 33416"/>
                <a:gd name="csX9" fmla="*/ 11132 w 22262"/>
                <a:gd name="csY9" fmla="*/ 0 h 33416"/>
                <a:gd name="csX10" fmla="*/ 19394 w 22262"/>
                <a:gd name="csY10" fmla="*/ 4292 h 33416"/>
                <a:gd name="csX11" fmla="*/ 22263 w 22262"/>
                <a:gd name="csY11" fmla="*/ 16716 h 33416"/>
                <a:gd name="csX12" fmla="*/ 19394 w 22262"/>
                <a:gd name="csY12" fmla="*/ 29146 h 33416"/>
                <a:gd name="csX13" fmla="*/ 11132 w 22262"/>
                <a:gd name="csY13" fmla="*/ 33417 h 33416"/>
                <a:gd name="csX14" fmla="*/ 2847 w 22262"/>
                <a:gd name="csY14" fmla="*/ 29146 h 33416"/>
                <a:gd name="csX15" fmla="*/ 0 w 22262"/>
                <a:gd name="csY15" fmla="*/ 16716 h 33416"/>
                <a:gd name="csX16" fmla="*/ 2847 w 22262"/>
                <a:gd name="csY16" fmla="*/ 4292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5"/>
                    <a:pt x="4379" y="12289"/>
                    <a:pt x="4379" y="16716"/>
                  </a:cubicBezTo>
                  <a:cubicBezTo>
                    <a:pt x="4379" y="21133"/>
                    <a:pt x="4940" y="24449"/>
                    <a:pt x="6062" y="26664"/>
                  </a:cubicBezTo>
                  <a:cubicBezTo>
                    <a:pt x="7198" y="28865"/>
                    <a:pt x="8888" y="29966"/>
                    <a:pt x="11132" y="29966"/>
                  </a:cubicBezTo>
                  <a:cubicBezTo>
                    <a:pt x="13390" y="29966"/>
                    <a:pt x="15079" y="28865"/>
                    <a:pt x="16201" y="26664"/>
                  </a:cubicBezTo>
                  <a:cubicBezTo>
                    <a:pt x="17337" y="24449"/>
                    <a:pt x="17905" y="21133"/>
                    <a:pt x="17905" y="16716"/>
                  </a:cubicBezTo>
                  <a:cubicBezTo>
                    <a:pt x="17905" y="12289"/>
                    <a:pt x="17337" y="8975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2"/>
                  </a:cubicBezTo>
                  <a:cubicBezTo>
                    <a:pt x="21306" y="7140"/>
                    <a:pt x="22263" y="11281"/>
                    <a:pt x="22263" y="16716"/>
                  </a:cubicBezTo>
                  <a:cubicBezTo>
                    <a:pt x="22263" y="22141"/>
                    <a:pt x="21306" y="26284"/>
                    <a:pt x="19394" y="29146"/>
                  </a:cubicBezTo>
                  <a:cubicBezTo>
                    <a:pt x="17496" y="31993"/>
                    <a:pt x="14742" y="33417"/>
                    <a:pt x="11132" y="33417"/>
                  </a:cubicBezTo>
                  <a:cubicBezTo>
                    <a:pt x="7522" y="33417"/>
                    <a:pt x="4760" y="31993"/>
                    <a:pt x="2847" y="29146"/>
                  </a:cubicBezTo>
                  <a:cubicBezTo>
                    <a:pt x="949" y="26284"/>
                    <a:pt x="0" y="22141"/>
                    <a:pt x="0" y="16716"/>
                  </a:cubicBezTo>
                  <a:cubicBezTo>
                    <a:pt x="0" y="11281"/>
                    <a:pt x="949" y="7140"/>
                    <a:pt x="2847" y="4292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FC40238B-EDD9-E390-25CB-D8098CD98BBE}"/>
                </a:ext>
              </a:extLst>
            </p:cNvPr>
            <p:cNvSpPr/>
            <p:nvPr/>
          </p:nvSpPr>
          <p:spPr>
            <a:xfrm>
              <a:off x="480860" y="4473074"/>
              <a:ext cx="22262" cy="33416"/>
            </a:xfrm>
            <a:custGeom>
              <a:avLst/>
              <a:gdLst>
                <a:gd name="csX0" fmla="*/ 11132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2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2 w 22262"/>
                <a:gd name="csY8" fmla="*/ 3452 h 33416"/>
                <a:gd name="csX9" fmla="*/ 11132 w 22262"/>
                <a:gd name="csY9" fmla="*/ 0 h 33416"/>
                <a:gd name="csX10" fmla="*/ 19394 w 22262"/>
                <a:gd name="csY10" fmla="*/ 4293 h 33416"/>
                <a:gd name="csX11" fmla="*/ 22263 w 22262"/>
                <a:gd name="csY11" fmla="*/ 16721 h 33416"/>
                <a:gd name="csX12" fmla="*/ 19394 w 22262"/>
                <a:gd name="csY12" fmla="*/ 29145 h 33416"/>
                <a:gd name="csX13" fmla="*/ 11132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2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2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2" y="29965"/>
                  </a:cubicBezTo>
                  <a:cubicBezTo>
                    <a:pt x="13390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90" y="3452"/>
                    <a:pt x="11132" y="3452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4" y="29145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3" name="Freeform 602">
              <a:extLst>
                <a:ext uri="{FF2B5EF4-FFF2-40B4-BE49-F238E27FC236}">
                  <a16:creationId xmlns:a16="http://schemas.microsoft.com/office/drawing/2014/main" id="{93C1EFC7-99A2-A30B-7A93-8EDE24B2E4DB}"/>
                </a:ext>
              </a:extLst>
            </p:cNvPr>
            <p:cNvSpPr/>
            <p:nvPr/>
          </p:nvSpPr>
          <p:spPr>
            <a:xfrm>
              <a:off x="510781" y="4500388"/>
              <a:ext cx="4551" cy="5474"/>
            </a:xfrm>
            <a:custGeom>
              <a:avLst/>
              <a:gdLst>
                <a:gd name="csX0" fmla="*/ 0 w 4551"/>
                <a:gd name="csY0" fmla="*/ 0 h 5474"/>
                <a:gd name="csX1" fmla="*/ 4552 w 4551"/>
                <a:gd name="csY1" fmla="*/ 0 h 5474"/>
                <a:gd name="csX2" fmla="*/ 4552 w 4551"/>
                <a:gd name="csY2" fmla="*/ 5474 h 5474"/>
                <a:gd name="csX3" fmla="*/ 0 w 4551"/>
                <a:gd name="csY3" fmla="*/ 5474 h 5474"/>
                <a:gd name="csX4" fmla="*/ 0 w 4551"/>
                <a:gd name="csY4" fmla="*/ 0 h 5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4">
                  <a:moveTo>
                    <a:pt x="0" y="0"/>
                  </a:moveTo>
                  <a:lnTo>
                    <a:pt x="4552" y="0"/>
                  </a:lnTo>
                  <a:lnTo>
                    <a:pt x="4552" y="5474"/>
                  </a:lnTo>
                  <a:lnTo>
                    <a:pt x="0" y="5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4" name="Freeform 603">
              <a:extLst>
                <a:ext uri="{FF2B5EF4-FFF2-40B4-BE49-F238E27FC236}">
                  <a16:creationId xmlns:a16="http://schemas.microsoft.com/office/drawing/2014/main" id="{685B287E-1B65-B36A-1902-C50444FE8D20}"/>
                </a:ext>
              </a:extLst>
            </p:cNvPr>
            <p:cNvSpPr/>
            <p:nvPr/>
          </p:nvSpPr>
          <p:spPr>
            <a:xfrm>
              <a:off x="523013" y="4473074"/>
              <a:ext cx="22262" cy="33416"/>
            </a:xfrm>
            <a:custGeom>
              <a:avLst/>
              <a:gdLst>
                <a:gd name="csX0" fmla="*/ 11131 w 22262"/>
                <a:gd name="csY0" fmla="*/ 3452 h 33416"/>
                <a:gd name="csX1" fmla="*/ 6062 w 22262"/>
                <a:gd name="csY1" fmla="*/ 6774 h 33416"/>
                <a:gd name="csX2" fmla="*/ 4379 w 22262"/>
                <a:gd name="csY2" fmla="*/ 16721 h 33416"/>
                <a:gd name="csX3" fmla="*/ 6062 w 22262"/>
                <a:gd name="csY3" fmla="*/ 26664 h 33416"/>
                <a:gd name="csX4" fmla="*/ 11131 w 22262"/>
                <a:gd name="csY4" fmla="*/ 29965 h 33416"/>
                <a:gd name="csX5" fmla="*/ 16201 w 22262"/>
                <a:gd name="csY5" fmla="*/ 26664 h 33416"/>
                <a:gd name="csX6" fmla="*/ 17905 w 22262"/>
                <a:gd name="csY6" fmla="*/ 16721 h 33416"/>
                <a:gd name="csX7" fmla="*/ 16201 w 22262"/>
                <a:gd name="csY7" fmla="*/ 6774 h 33416"/>
                <a:gd name="csX8" fmla="*/ 11131 w 22262"/>
                <a:gd name="csY8" fmla="*/ 3452 h 33416"/>
                <a:gd name="csX9" fmla="*/ 11131 w 22262"/>
                <a:gd name="csY9" fmla="*/ 0 h 33416"/>
                <a:gd name="csX10" fmla="*/ 19393 w 22262"/>
                <a:gd name="csY10" fmla="*/ 4293 h 33416"/>
                <a:gd name="csX11" fmla="*/ 22263 w 22262"/>
                <a:gd name="csY11" fmla="*/ 16721 h 33416"/>
                <a:gd name="csX12" fmla="*/ 19393 w 22262"/>
                <a:gd name="csY12" fmla="*/ 29145 h 33416"/>
                <a:gd name="csX13" fmla="*/ 11131 w 22262"/>
                <a:gd name="csY13" fmla="*/ 33416 h 33416"/>
                <a:gd name="csX14" fmla="*/ 2847 w 22262"/>
                <a:gd name="csY14" fmla="*/ 29145 h 33416"/>
                <a:gd name="csX15" fmla="*/ 0 w 22262"/>
                <a:gd name="csY15" fmla="*/ 16721 h 33416"/>
                <a:gd name="csX16" fmla="*/ 2847 w 22262"/>
                <a:gd name="csY16" fmla="*/ 4293 h 33416"/>
                <a:gd name="csX17" fmla="*/ 11131 w 22262"/>
                <a:gd name="csY17" fmla="*/ 0 h 33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6">
                  <a:moveTo>
                    <a:pt x="11131" y="3452"/>
                  </a:moveTo>
                  <a:cubicBezTo>
                    <a:pt x="8888" y="3452"/>
                    <a:pt x="7198" y="4559"/>
                    <a:pt x="6062" y="6774"/>
                  </a:cubicBezTo>
                  <a:cubicBezTo>
                    <a:pt x="4940" y="8974"/>
                    <a:pt x="4379" y="12290"/>
                    <a:pt x="4379" y="16721"/>
                  </a:cubicBezTo>
                  <a:cubicBezTo>
                    <a:pt x="4379" y="21134"/>
                    <a:pt x="4940" y="24448"/>
                    <a:pt x="6062" y="26664"/>
                  </a:cubicBezTo>
                  <a:cubicBezTo>
                    <a:pt x="7198" y="28865"/>
                    <a:pt x="8888" y="29965"/>
                    <a:pt x="11131" y="29965"/>
                  </a:cubicBezTo>
                  <a:cubicBezTo>
                    <a:pt x="13389" y="29965"/>
                    <a:pt x="15079" y="28865"/>
                    <a:pt x="16201" y="26664"/>
                  </a:cubicBezTo>
                  <a:cubicBezTo>
                    <a:pt x="17337" y="24448"/>
                    <a:pt x="17905" y="21134"/>
                    <a:pt x="17905" y="16721"/>
                  </a:cubicBezTo>
                  <a:cubicBezTo>
                    <a:pt x="17905" y="12290"/>
                    <a:pt x="17337" y="8974"/>
                    <a:pt x="16201" y="6774"/>
                  </a:cubicBezTo>
                  <a:cubicBezTo>
                    <a:pt x="15079" y="4559"/>
                    <a:pt x="13389" y="3452"/>
                    <a:pt x="11131" y="3452"/>
                  </a:cubicBezTo>
                  <a:moveTo>
                    <a:pt x="11131" y="0"/>
                  </a:moveTo>
                  <a:cubicBezTo>
                    <a:pt x="14741" y="0"/>
                    <a:pt x="17495" y="1431"/>
                    <a:pt x="19393" y="4293"/>
                  </a:cubicBezTo>
                  <a:cubicBezTo>
                    <a:pt x="21306" y="7140"/>
                    <a:pt x="22263" y="11283"/>
                    <a:pt x="22263" y="16721"/>
                  </a:cubicBezTo>
                  <a:cubicBezTo>
                    <a:pt x="22263" y="22142"/>
                    <a:pt x="21306" y="26284"/>
                    <a:pt x="19393" y="29145"/>
                  </a:cubicBezTo>
                  <a:cubicBezTo>
                    <a:pt x="17495" y="31992"/>
                    <a:pt x="14741" y="33416"/>
                    <a:pt x="11131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4"/>
                    <a:pt x="0" y="22142"/>
                    <a:pt x="0" y="16721"/>
                  </a:cubicBezTo>
                  <a:cubicBezTo>
                    <a:pt x="0" y="11283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1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5" name="Freeform 604">
              <a:extLst>
                <a:ext uri="{FF2B5EF4-FFF2-40B4-BE49-F238E27FC236}">
                  <a16:creationId xmlns:a16="http://schemas.microsoft.com/office/drawing/2014/main" id="{6FB86451-1DD4-3AAE-B210-1852813A11C8}"/>
                </a:ext>
              </a:extLst>
            </p:cNvPr>
            <p:cNvSpPr/>
            <p:nvPr/>
          </p:nvSpPr>
          <p:spPr>
            <a:xfrm>
              <a:off x="551618" y="4473657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7 h 32833"/>
                <a:gd name="csX3" fmla="*/ 5350 w 20838"/>
                <a:gd name="csY3" fmla="*/ 3667 h 32833"/>
                <a:gd name="csX4" fmla="*/ 5350 w 20838"/>
                <a:gd name="csY4" fmla="*/ 11564 h 32833"/>
                <a:gd name="csX5" fmla="*/ 7248 w 20838"/>
                <a:gd name="csY5" fmla="*/ 11090 h 32833"/>
                <a:gd name="csX6" fmla="*/ 9147 w 20838"/>
                <a:gd name="csY6" fmla="*/ 10914 h 32833"/>
                <a:gd name="csX7" fmla="*/ 17689 w 20838"/>
                <a:gd name="csY7" fmla="*/ 13870 h 32833"/>
                <a:gd name="csX8" fmla="*/ 20839 w 20838"/>
                <a:gd name="csY8" fmla="*/ 21874 h 32833"/>
                <a:gd name="csX9" fmla="*/ 17603 w 20838"/>
                <a:gd name="csY9" fmla="*/ 29963 h 32833"/>
                <a:gd name="csX10" fmla="*/ 8478 w 20838"/>
                <a:gd name="csY10" fmla="*/ 32834 h 32833"/>
                <a:gd name="csX11" fmla="*/ 4336 w 20838"/>
                <a:gd name="csY11" fmla="*/ 32487 h 32833"/>
                <a:gd name="csX12" fmla="*/ 0 w 20838"/>
                <a:gd name="csY12" fmla="*/ 31454 h 32833"/>
                <a:gd name="csX13" fmla="*/ 0 w 20838"/>
                <a:gd name="csY13" fmla="*/ 27072 h 32833"/>
                <a:gd name="csX14" fmla="*/ 4012 w 20838"/>
                <a:gd name="csY14" fmla="*/ 28648 h 32833"/>
                <a:gd name="csX15" fmla="*/ 8392 w 20838"/>
                <a:gd name="csY15" fmla="*/ 29164 h 32833"/>
                <a:gd name="csX16" fmla="*/ 14302 w 20838"/>
                <a:gd name="csY16" fmla="*/ 27205 h 32833"/>
                <a:gd name="csX17" fmla="*/ 16481 w 20838"/>
                <a:gd name="csY17" fmla="*/ 21874 h 32833"/>
                <a:gd name="csX18" fmla="*/ 14302 w 20838"/>
                <a:gd name="csY18" fmla="*/ 16549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1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7"/>
                  </a:lnTo>
                  <a:lnTo>
                    <a:pt x="5350" y="3667"/>
                  </a:lnTo>
                  <a:lnTo>
                    <a:pt x="5350" y="11564"/>
                  </a:lnTo>
                  <a:cubicBezTo>
                    <a:pt x="5983" y="11347"/>
                    <a:pt x="6615" y="11189"/>
                    <a:pt x="7248" y="11090"/>
                  </a:cubicBezTo>
                  <a:cubicBezTo>
                    <a:pt x="7881" y="10973"/>
                    <a:pt x="8514" y="10914"/>
                    <a:pt x="9147" y="10914"/>
                  </a:cubicBezTo>
                  <a:cubicBezTo>
                    <a:pt x="12742" y="10914"/>
                    <a:pt x="15590" y="11900"/>
                    <a:pt x="17689" y="13870"/>
                  </a:cubicBezTo>
                  <a:cubicBezTo>
                    <a:pt x="19789" y="15840"/>
                    <a:pt x="20839" y="18508"/>
                    <a:pt x="20839" y="21874"/>
                  </a:cubicBezTo>
                  <a:cubicBezTo>
                    <a:pt x="20839" y="25339"/>
                    <a:pt x="19760" y="28035"/>
                    <a:pt x="17603" y="29963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8"/>
                    <a:pt x="4336" y="32487"/>
                  </a:cubicBezTo>
                  <a:cubicBezTo>
                    <a:pt x="2941" y="32257"/>
                    <a:pt x="1496" y="31912"/>
                    <a:pt x="0" y="31454"/>
                  </a:cubicBezTo>
                  <a:lnTo>
                    <a:pt x="0" y="27072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2"/>
                    <a:pt x="6853" y="29164"/>
                    <a:pt x="8392" y="29164"/>
                  </a:cubicBezTo>
                  <a:cubicBezTo>
                    <a:pt x="10880" y="29164"/>
                    <a:pt x="12850" y="28511"/>
                    <a:pt x="14302" y="27205"/>
                  </a:cubicBezTo>
                  <a:cubicBezTo>
                    <a:pt x="15755" y="25895"/>
                    <a:pt x="16481" y="24118"/>
                    <a:pt x="16481" y="21874"/>
                  </a:cubicBezTo>
                  <a:cubicBezTo>
                    <a:pt x="16481" y="19630"/>
                    <a:pt x="15755" y="17855"/>
                    <a:pt x="14302" y="16549"/>
                  </a:cubicBezTo>
                  <a:cubicBezTo>
                    <a:pt x="12850" y="15239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4"/>
                    <a:pt x="1359" y="16181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6" name="Freeform 605">
              <a:extLst>
                <a:ext uri="{FF2B5EF4-FFF2-40B4-BE49-F238E27FC236}">
                  <a16:creationId xmlns:a16="http://schemas.microsoft.com/office/drawing/2014/main" id="{29174143-EA83-782F-4D88-2B080E31809F}"/>
                </a:ext>
              </a:extLst>
            </p:cNvPr>
            <p:cNvSpPr/>
            <p:nvPr/>
          </p:nvSpPr>
          <p:spPr>
            <a:xfrm>
              <a:off x="479932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7" name="Freeform 606">
              <a:extLst>
                <a:ext uri="{FF2B5EF4-FFF2-40B4-BE49-F238E27FC236}">
                  <a16:creationId xmlns:a16="http://schemas.microsoft.com/office/drawing/2014/main" id="{C8D86981-729E-A0E6-C0BD-A388066ACF24}"/>
                </a:ext>
              </a:extLst>
            </p:cNvPr>
            <p:cNvSpPr/>
            <p:nvPr/>
          </p:nvSpPr>
          <p:spPr>
            <a:xfrm>
              <a:off x="509853" y="4325639"/>
              <a:ext cx="4552" cy="5479"/>
            </a:xfrm>
            <a:custGeom>
              <a:avLst/>
              <a:gdLst>
                <a:gd name="csX0" fmla="*/ 0 w 4552"/>
                <a:gd name="csY0" fmla="*/ 0 h 5479"/>
                <a:gd name="csX1" fmla="*/ 4552 w 4552"/>
                <a:gd name="csY1" fmla="*/ 0 h 5479"/>
                <a:gd name="csX2" fmla="*/ 4552 w 4552"/>
                <a:gd name="csY2" fmla="*/ 5480 h 5479"/>
                <a:gd name="csX3" fmla="*/ 0 w 4552"/>
                <a:gd name="csY3" fmla="*/ 5480 h 5479"/>
                <a:gd name="csX4" fmla="*/ 0 w 4552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2" h="5479">
                  <a:moveTo>
                    <a:pt x="0" y="0"/>
                  </a:moveTo>
                  <a:lnTo>
                    <a:pt x="4552" y="0"/>
                  </a:lnTo>
                  <a:lnTo>
                    <a:pt x="4552" y="5480"/>
                  </a:lnTo>
                  <a:lnTo>
                    <a:pt x="0" y="5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8" name="Freeform 607">
              <a:extLst>
                <a:ext uri="{FF2B5EF4-FFF2-40B4-BE49-F238E27FC236}">
                  <a16:creationId xmlns:a16="http://schemas.microsoft.com/office/drawing/2014/main" id="{F1CFBD23-4B8E-C0FF-E475-ED5CDB450DE3}"/>
                </a:ext>
              </a:extLst>
            </p:cNvPr>
            <p:cNvSpPr/>
            <p:nvPr/>
          </p:nvSpPr>
          <p:spPr>
            <a:xfrm>
              <a:off x="524027" y="4298911"/>
              <a:ext cx="19177" cy="32207"/>
            </a:xfrm>
            <a:custGeom>
              <a:avLst/>
              <a:gdLst>
                <a:gd name="csX0" fmla="*/ 625 w 19177"/>
                <a:gd name="csY0" fmla="*/ 28540 h 32207"/>
                <a:gd name="csX1" fmla="*/ 7744 w 19177"/>
                <a:gd name="csY1" fmla="*/ 28540 h 32207"/>
                <a:gd name="csX2" fmla="*/ 7744 w 19177"/>
                <a:gd name="csY2" fmla="*/ 3969 h 32207"/>
                <a:gd name="csX3" fmla="*/ 0 w 19177"/>
                <a:gd name="csY3" fmla="*/ 5522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0 h 32207"/>
                <a:gd name="csX8" fmla="*/ 19178 w 19177"/>
                <a:gd name="csY8" fmla="*/ 28540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0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0"/>
                  </a:moveTo>
                  <a:lnTo>
                    <a:pt x="7744" y="28540"/>
                  </a:lnTo>
                  <a:lnTo>
                    <a:pt x="7744" y="3969"/>
                  </a:lnTo>
                  <a:lnTo>
                    <a:pt x="0" y="5522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0"/>
                  </a:lnTo>
                  <a:lnTo>
                    <a:pt x="19178" y="28540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09" name="Freeform 608">
              <a:extLst>
                <a:ext uri="{FF2B5EF4-FFF2-40B4-BE49-F238E27FC236}">
                  <a16:creationId xmlns:a16="http://schemas.microsoft.com/office/drawing/2014/main" id="{8267A3D8-508B-4335-F2D4-707353DA2B44}"/>
                </a:ext>
              </a:extLst>
            </p:cNvPr>
            <p:cNvSpPr/>
            <p:nvPr/>
          </p:nvSpPr>
          <p:spPr>
            <a:xfrm>
              <a:off x="550194" y="4298329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4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4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5 h 33415"/>
                <a:gd name="csX13" fmla="*/ 11132 w 22262"/>
                <a:gd name="csY13" fmla="*/ 33416 h 33415"/>
                <a:gd name="csX14" fmla="*/ 2847 w 22262"/>
                <a:gd name="csY14" fmla="*/ 29145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4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4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2" y="0"/>
                    <a:pt x="17496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5"/>
                  </a:cubicBezTo>
                  <a:cubicBezTo>
                    <a:pt x="17496" y="31992"/>
                    <a:pt x="14742" y="33416"/>
                    <a:pt x="11132" y="33416"/>
                  </a:cubicBezTo>
                  <a:cubicBezTo>
                    <a:pt x="7522" y="33416"/>
                    <a:pt x="4760" y="31992"/>
                    <a:pt x="2847" y="29145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0" name="Freeform 609">
              <a:extLst>
                <a:ext uri="{FF2B5EF4-FFF2-40B4-BE49-F238E27FC236}">
                  <a16:creationId xmlns:a16="http://schemas.microsoft.com/office/drawing/2014/main" id="{61069310-6C44-3B0C-13B9-055D7A032F11}"/>
                </a:ext>
              </a:extLst>
            </p:cNvPr>
            <p:cNvSpPr/>
            <p:nvPr/>
          </p:nvSpPr>
          <p:spPr>
            <a:xfrm>
              <a:off x="480860" y="4123583"/>
              <a:ext cx="22262" cy="33415"/>
            </a:xfrm>
            <a:custGeom>
              <a:avLst/>
              <a:gdLst>
                <a:gd name="csX0" fmla="*/ 11132 w 22262"/>
                <a:gd name="csY0" fmla="*/ 3451 h 33415"/>
                <a:gd name="csX1" fmla="*/ 6062 w 22262"/>
                <a:gd name="csY1" fmla="*/ 6773 h 33415"/>
                <a:gd name="csX2" fmla="*/ 4379 w 22262"/>
                <a:gd name="csY2" fmla="*/ 16718 h 33415"/>
                <a:gd name="csX3" fmla="*/ 6062 w 22262"/>
                <a:gd name="csY3" fmla="*/ 26664 h 33415"/>
                <a:gd name="csX4" fmla="*/ 11132 w 22262"/>
                <a:gd name="csY4" fmla="*/ 29964 h 33415"/>
                <a:gd name="csX5" fmla="*/ 16201 w 22262"/>
                <a:gd name="csY5" fmla="*/ 26664 h 33415"/>
                <a:gd name="csX6" fmla="*/ 17905 w 22262"/>
                <a:gd name="csY6" fmla="*/ 16718 h 33415"/>
                <a:gd name="csX7" fmla="*/ 16201 w 22262"/>
                <a:gd name="csY7" fmla="*/ 6773 h 33415"/>
                <a:gd name="csX8" fmla="*/ 11132 w 22262"/>
                <a:gd name="csY8" fmla="*/ 3451 h 33415"/>
                <a:gd name="csX9" fmla="*/ 11132 w 22262"/>
                <a:gd name="csY9" fmla="*/ 0 h 33415"/>
                <a:gd name="csX10" fmla="*/ 19394 w 22262"/>
                <a:gd name="csY10" fmla="*/ 4293 h 33415"/>
                <a:gd name="csX11" fmla="*/ 22263 w 22262"/>
                <a:gd name="csY11" fmla="*/ 16718 h 33415"/>
                <a:gd name="csX12" fmla="*/ 19394 w 22262"/>
                <a:gd name="csY12" fmla="*/ 29144 h 33415"/>
                <a:gd name="csX13" fmla="*/ 11132 w 22262"/>
                <a:gd name="csY13" fmla="*/ 33416 h 33415"/>
                <a:gd name="csX14" fmla="*/ 2847 w 22262"/>
                <a:gd name="csY14" fmla="*/ 29144 h 33415"/>
                <a:gd name="csX15" fmla="*/ 0 w 22262"/>
                <a:gd name="csY15" fmla="*/ 16718 h 33415"/>
                <a:gd name="csX16" fmla="*/ 2847 w 22262"/>
                <a:gd name="csY16" fmla="*/ 4293 h 33415"/>
                <a:gd name="csX17" fmla="*/ 11132 w 22262"/>
                <a:gd name="csY17" fmla="*/ 0 h 33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2262" h="33415">
                  <a:moveTo>
                    <a:pt x="11132" y="3451"/>
                  </a:moveTo>
                  <a:cubicBezTo>
                    <a:pt x="8888" y="3451"/>
                    <a:pt x="7198" y="4559"/>
                    <a:pt x="6062" y="6773"/>
                  </a:cubicBezTo>
                  <a:cubicBezTo>
                    <a:pt x="4940" y="8974"/>
                    <a:pt x="4379" y="12289"/>
                    <a:pt x="4379" y="16718"/>
                  </a:cubicBezTo>
                  <a:cubicBezTo>
                    <a:pt x="4379" y="21134"/>
                    <a:pt x="4940" y="24449"/>
                    <a:pt x="6062" y="26664"/>
                  </a:cubicBezTo>
                  <a:cubicBezTo>
                    <a:pt x="7198" y="28864"/>
                    <a:pt x="8888" y="29964"/>
                    <a:pt x="11132" y="29964"/>
                  </a:cubicBezTo>
                  <a:cubicBezTo>
                    <a:pt x="13390" y="29964"/>
                    <a:pt x="15079" y="28864"/>
                    <a:pt x="16201" y="26664"/>
                  </a:cubicBezTo>
                  <a:cubicBezTo>
                    <a:pt x="17337" y="24449"/>
                    <a:pt x="17905" y="21134"/>
                    <a:pt x="17905" y="16718"/>
                  </a:cubicBezTo>
                  <a:cubicBezTo>
                    <a:pt x="17905" y="12289"/>
                    <a:pt x="17337" y="8974"/>
                    <a:pt x="16201" y="6773"/>
                  </a:cubicBezTo>
                  <a:cubicBezTo>
                    <a:pt x="15079" y="4559"/>
                    <a:pt x="13390" y="3451"/>
                    <a:pt x="11132" y="3451"/>
                  </a:cubicBezTo>
                  <a:moveTo>
                    <a:pt x="11132" y="0"/>
                  </a:moveTo>
                  <a:cubicBezTo>
                    <a:pt x="14741" y="0"/>
                    <a:pt x="17495" y="1431"/>
                    <a:pt x="19394" y="4293"/>
                  </a:cubicBezTo>
                  <a:cubicBezTo>
                    <a:pt x="21306" y="7140"/>
                    <a:pt x="22263" y="11282"/>
                    <a:pt x="22263" y="16718"/>
                  </a:cubicBezTo>
                  <a:cubicBezTo>
                    <a:pt x="22263" y="22140"/>
                    <a:pt x="21306" y="26282"/>
                    <a:pt x="19394" y="29144"/>
                  </a:cubicBezTo>
                  <a:cubicBezTo>
                    <a:pt x="17495" y="31992"/>
                    <a:pt x="14741" y="33416"/>
                    <a:pt x="11132" y="33416"/>
                  </a:cubicBezTo>
                  <a:cubicBezTo>
                    <a:pt x="7522" y="33416"/>
                    <a:pt x="4760" y="31992"/>
                    <a:pt x="2847" y="29144"/>
                  </a:cubicBezTo>
                  <a:cubicBezTo>
                    <a:pt x="949" y="26282"/>
                    <a:pt x="0" y="22140"/>
                    <a:pt x="0" y="16718"/>
                  </a:cubicBezTo>
                  <a:cubicBezTo>
                    <a:pt x="0" y="11282"/>
                    <a:pt x="949" y="7140"/>
                    <a:pt x="2847" y="4293"/>
                  </a:cubicBezTo>
                  <a:cubicBezTo>
                    <a:pt x="4760" y="1431"/>
                    <a:pt x="7522" y="0"/>
                    <a:pt x="11132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1" name="Freeform 610">
              <a:extLst>
                <a:ext uri="{FF2B5EF4-FFF2-40B4-BE49-F238E27FC236}">
                  <a16:creationId xmlns:a16="http://schemas.microsoft.com/office/drawing/2014/main" id="{FFCDF305-0A22-242D-CE43-EDC52FBFE460}"/>
                </a:ext>
              </a:extLst>
            </p:cNvPr>
            <p:cNvSpPr/>
            <p:nvPr/>
          </p:nvSpPr>
          <p:spPr>
            <a:xfrm>
              <a:off x="510781" y="4150894"/>
              <a:ext cx="4551" cy="5479"/>
            </a:xfrm>
            <a:custGeom>
              <a:avLst/>
              <a:gdLst>
                <a:gd name="csX0" fmla="*/ 0 w 4551"/>
                <a:gd name="csY0" fmla="*/ 0 h 5479"/>
                <a:gd name="csX1" fmla="*/ 4552 w 4551"/>
                <a:gd name="csY1" fmla="*/ 0 h 5479"/>
                <a:gd name="csX2" fmla="*/ 4552 w 4551"/>
                <a:gd name="csY2" fmla="*/ 5479 h 5479"/>
                <a:gd name="csX3" fmla="*/ 0 w 4551"/>
                <a:gd name="csY3" fmla="*/ 5479 h 5479"/>
                <a:gd name="csX4" fmla="*/ 0 w 4551"/>
                <a:gd name="csY4" fmla="*/ 0 h 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" h="5479">
                  <a:moveTo>
                    <a:pt x="0" y="0"/>
                  </a:moveTo>
                  <a:lnTo>
                    <a:pt x="4552" y="0"/>
                  </a:lnTo>
                  <a:lnTo>
                    <a:pt x="4552" y="5479"/>
                  </a:lnTo>
                  <a:lnTo>
                    <a:pt x="0" y="5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2" name="Freeform 611">
              <a:extLst>
                <a:ext uri="{FF2B5EF4-FFF2-40B4-BE49-F238E27FC236}">
                  <a16:creationId xmlns:a16="http://schemas.microsoft.com/office/drawing/2014/main" id="{A0635E20-C4AD-9025-28A6-821DF22DA82A}"/>
                </a:ext>
              </a:extLst>
            </p:cNvPr>
            <p:cNvSpPr/>
            <p:nvPr/>
          </p:nvSpPr>
          <p:spPr>
            <a:xfrm>
              <a:off x="524954" y="4124165"/>
              <a:ext cx="19177" cy="32207"/>
            </a:xfrm>
            <a:custGeom>
              <a:avLst/>
              <a:gdLst>
                <a:gd name="csX0" fmla="*/ 625 w 19177"/>
                <a:gd name="csY0" fmla="*/ 28541 h 32207"/>
                <a:gd name="csX1" fmla="*/ 7744 w 19177"/>
                <a:gd name="csY1" fmla="*/ 28541 h 32207"/>
                <a:gd name="csX2" fmla="*/ 7744 w 19177"/>
                <a:gd name="csY2" fmla="*/ 3970 h 32207"/>
                <a:gd name="csX3" fmla="*/ 0 w 19177"/>
                <a:gd name="csY3" fmla="*/ 5523 h 32207"/>
                <a:gd name="csX4" fmla="*/ 0 w 19177"/>
                <a:gd name="csY4" fmla="*/ 1553 h 32207"/>
                <a:gd name="csX5" fmla="*/ 7701 w 19177"/>
                <a:gd name="csY5" fmla="*/ 0 h 32207"/>
                <a:gd name="csX6" fmla="*/ 12059 w 19177"/>
                <a:gd name="csY6" fmla="*/ 0 h 32207"/>
                <a:gd name="csX7" fmla="*/ 12059 w 19177"/>
                <a:gd name="csY7" fmla="*/ 28541 h 32207"/>
                <a:gd name="csX8" fmla="*/ 19178 w 19177"/>
                <a:gd name="csY8" fmla="*/ 28541 h 32207"/>
                <a:gd name="csX9" fmla="*/ 19178 w 19177"/>
                <a:gd name="csY9" fmla="*/ 32208 h 32207"/>
                <a:gd name="csX10" fmla="*/ 625 w 19177"/>
                <a:gd name="csY10" fmla="*/ 32208 h 32207"/>
                <a:gd name="csX11" fmla="*/ 625 w 19177"/>
                <a:gd name="csY11" fmla="*/ 28541 h 32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177" h="32207">
                  <a:moveTo>
                    <a:pt x="625" y="28541"/>
                  </a:moveTo>
                  <a:lnTo>
                    <a:pt x="7744" y="28541"/>
                  </a:lnTo>
                  <a:lnTo>
                    <a:pt x="7744" y="3970"/>
                  </a:lnTo>
                  <a:lnTo>
                    <a:pt x="0" y="5523"/>
                  </a:lnTo>
                  <a:lnTo>
                    <a:pt x="0" y="1553"/>
                  </a:lnTo>
                  <a:lnTo>
                    <a:pt x="7701" y="0"/>
                  </a:lnTo>
                  <a:lnTo>
                    <a:pt x="12059" y="0"/>
                  </a:lnTo>
                  <a:lnTo>
                    <a:pt x="12059" y="28541"/>
                  </a:lnTo>
                  <a:lnTo>
                    <a:pt x="19178" y="28541"/>
                  </a:lnTo>
                  <a:lnTo>
                    <a:pt x="19178" y="32208"/>
                  </a:lnTo>
                  <a:lnTo>
                    <a:pt x="625" y="32208"/>
                  </a:lnTo>
                  <a:lnTo>
                    <a:pt x="625" y="28541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3" name="Freeform 612">
              <a:extLst>
                <a:ext uri="{FF2B5EF4-FFF2-40B4-BE49-F238E27FC236}">
                  <a16:creationId xmlns:a16="http://schemas.microsoft.com/office/drawing/2014/main" id="{4E960D3E-0DFF-4663-DEE1-2618EC119ED3}"/>
                </a:ext>
              </a:extLst>
            </p:cNvPr>
            <p:cNvSpPr/>
            <p:nvPr/>
          </p:nvSpPr>
          <p:spPr>
            <a:xfrm>
              <a:off x="551618" y="4124165"/>
              <a:ext cx="20838" cy="32833"/>
            </a:xfrm>
            <a:custGeom>
              <a:avLst/>
              <a:gdLst>
                <a:gd name="csX0" fmla="*/ 1359 w 20838"/>
                <a:gd name="csY0" fmla="*/ 0 h 32833"/>
                <a:gd name="csX1" fmla="*/ 18466 w 20838"/>
                <a:gd name="csY1" fmla="*/ 0 h 32833"/>
                <a:gd name="csX2" fmla="*/ 18466 w 20838"/>
                <a:gd name="csY2" fmla="*/ 3668 h 32833"/>
                <a:gd name="csX3" fmla="*/ 5350 w 20838"/>
                <a:gd name="csY3" fmla="*/ 3668 h 32833"/>
                <a:gd name="csX4" fmla="*/ 5350 w 20838"/>
                <a:gd name="csY4" fmla="*/ 11563 h 32833"/>
                <a:gd name="csX5" fmla="*/ 7248 w 20838"/>
                <a:gd name="csY5" fmla="*/ 11088 h 32833"/>
                <a:gd name="csX6" fmla="*/ 9147 w 20838"/>
                <a:gd name="csY6" fmla="*/ 10916 h 32833"/>
                <a:gd name="csX7" fmla="*/ 17689 w 20838"/>
                <a:gd name="csY7" fmla="*/ 13872 h 32833"/>
                <a:gd name="csX8" fmla="*/ 20839 w 20838"/>
                <a:gd name="csY8" fmla="*/ 21875 h 32833"/>
                <a:gd name="csX9" fmla="*/ 17603 w 20838"/>
                <a:gd name="csY9" fmla="*/ 29964 h 32833"/>
                <a:gd name="csX10" fmla="*/ 8478 w 20838"/>
                <a:gd name="csY10" fmla="*/ 32834 h 32833"/>
                <a:gd name="csX11" fmla="*/ 4336 w 20838"/>
                <a:gd name="csY11" fmla="*/ 32488 h 32833"/>
                <a:gd name="csX12" fmla="*/ 0 w 20838"/>
                <a:gd name="csY12" fmla="*/ 31453 h 32833"/>
                <a:gd name="csX13" fmla="*/ 0 w 20838"/>
                <a:gd name="csY13" fmla="*/ 27074 h 32833"/>
                <a:gd name="csX14" fmla="*/ 4012 w 20838"/>
                <a:gd name="csY14" fmla="*/ 28648 h 32833"/>
                <a:gd name="csX15" fmla="*/ 8392 w 20838"/>
                <a:gd name="csY15" fmla="*/ 29167 h 32833"/>
                <a:gd name="csX16" fmla="*/ 14302 w 20838"/>
                <a:gd name="csY16" fmla="*/ 27203 h 32833"/>
                <a:gd name="csX17" fmla="*/ 16481 w 20838"/>
                <a:gd name="csY17" fmla="*/ 21875 h 32833"/>
                <a:gd name="csX18" fmla="*/ 14302 w 20838"/>
                <a:gd name="csY18" fmla="*/ 16546 h 32833"/>
                <a:gd name="csX19" fmla="*/ 8392 w 20838"/>
                <a:gd name="csY19" fmla="*/ 14584 h 32833"/>
                <a:gd name="csX20" fmla="*/ 4897 w 20838"/>
                <a:gd name="csY20" fmla="*/ 14972 h 32833"/>
                <a:gd name="csX21" fmla="*/ 1359 w 20838"/>
                <a:gd name="csY21" fmla="*/ 16180 h 32833"/>
                <a:gd name="csX22" fmla="*/ 1359 w 20838"/>
                <a:gd name="csY22" fmla="*/ 0 h 32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0838" h="32833">
                  <a:moveTo>
                    <a:pt x="1359" y="0"/>
                  </a:moveTo>
                  <a:lnTo>
                    <a:pt x="18466" y="0"/>
                  </a:lnTo>
                  <a:lnTo>
                    <a:pt x="18466" y="3668"/>
                  </a:lnTo>
                  <a:lnTo>
                    <a:pt x="5350" y="3668"/>
                  </a:lnTo>
                  <a:lnTo>
                    <a:pt x="5350" y="11563"/>
                  </a:lnTo>
                  <a:cubicBezTo>
                    <a:pt x="5983" y="11347"/>
                    <a:pt x="6615" y="11189"/>
                    <a:pt x="7248" y="11088"/>
                  </a:cubicBezTo>
                  <a:cubicBezTo>
                    <a:pt x="7881" y="10973"/>
                    <a:pt x="8514" y="10916"/>
                    <a:pt x="9147" y="10916"/>
                  </a:cubicBezTo>
                  <a:cubicBezTo>
                    <a:pt x="12742" y="10916"/>
                    <a:pt x="15590" y="11901"/>
                    <a:pt x="17689" y="13872"/>
                  </a:cubicBezTo>
                  <a:cubicBezTo>
                    <a:pt x="19789" y="15842"/>
                    <a:pt x="20839" y="18509"/>
                    <a:pt x="20839" y="21875"/>
                  </a:cubicBezTo>
                  <a:cubicBezTo>
                    <a:pt x="20839" y="25341"/>
                    <a:pt x="19760" y="28037"/>
                    <a:pt x="17603" y="29964"/>
                  </a:cubicBezTo>
                  <a:cubicBezTo>
                    <a:pt x="15446" y="31877"/>
                    <a:pt x="12404" y="32834"/>
                    <a:pt x="8478" y="32834"/>
                  </a:cubicBezTo>
                  <a:cubicBezTo>
                    <a:pt x="7126" y="32834"/>
                    <a:pt x="5745" y="32719"/>
                    <a:pt x="4336" y="32488"/>
                  </a:cubicBezTo>
                  <a:cubicBezTo>
                    <a:pt x="2941" y="32258"/>
                    <a:pt x="1496" y="31913"/>
                    <a:pt x="0" y="31453"/>
                  </a:cubicBezTo>
                  <a:lnTo>
                    <a:pt x="0" y="27074"/>
                  </a:lnTo>
                  <a:cubicBezTo>
                    <a:pt x="1294" y="27778"/>
                    <a:pt x="2632" y="28303"/>
                    <a:pt x="4012" y="28648"/>
                  </a:cubicBezTo>
                  <a:cubicBezTo>
                    <a:pt x="5393" y="28994"/>
                    <a:pt x="6853" y="29167"/>
                    <a:pt x="8392" y="29167"/>
                  </a:cubicBezTo>
                  <a:cubicBezTo>
                    <a:pt x="10880" y="29167"/>
                    <a:pt x="12850" y="28512"/>
                    <a:pt x="14302" y="27203"/>
                  </a:cubicBezTo>
                  <a:cubicBezTo>
                    <a:pt x="15755" y="25894"/>
                    <a:pt x="16481" y="24118"/>
                    <a:pt x="16481" y="21875"/>
                  </a:cubicBezTo>
                  <a:cubicBezTo>
                    <a:pt x="16481" y="19631"/>
                    <a:pt x="15755" y="17855"/>
                    <a:pt x="14302" y="16546"/>
                  </a:cubicBezTo>
                  <a:cubicBezTo>
                    <a:pt x="12850" y="15238"/>
                    <a:pt x="10880" y="14584"/>
                    <a:pt x="8392" y="14584"/>
                  </a:cubicBezTo>
                  <a:cubicBezTo>
                    <a:pt x="7227" y="14584"/>
                    <a:pt x="6062" y="14713"/>
                    <a:pt x="4897" y="14972"/>
                  </a:cubicBezTo>
                  <a:cubicBezTo>
                    <a:pt x="3746" y="15231"/>
                    <a:pt x="2567" y="15633"/>
                    <a:pt x="1359" y="16180"/>
                  </a:cubicBezTo>
                  <a:lnTo>
                    <a:pt x="1359" y="0"/>
                  </a:ln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E9C8FBBB-3311-6EA7-3521-DE592CA34ABD}"/>
                </a:ext>
              </a:extLst>
            </p:cNvPr>
            <p:cNvSpPr/>
            <p:nvPr/>
          </p:nvSpPr>
          <p:spPr>
            <a:xfrm>
              <a:off x="428751" y="4353176"/>
              <a:ext cx="32480" cy="26692"/>
            </a:xfrm>
            <a:custGeom>
              <a:avLst/>
              <a:gdLst>
                <a:gd name="csX0" fmla="*/ 8158 w 32480"/>
                <a:gd name="csY0" fmla="*/ 0 h 26692"/>
                <a:gd name="csX1" fmla="*/ 15317 w 32480"/>
                <a:gd name="csY1" fmla="*/ 1846 h 26692"/>
                <a:gd name="csX2" fmla="*/ 21005 w 32480"/>
                <a:gd name="csY2" fmla="*/ 6536 h 26692"/>
                <a:gd name="csX3" fmla="*/ 23151 w 32480"/>
                <a:gd name="csY3" fmla="*/ 12323 h 26692"/>
                <a:gd name="csX4" fmla="*/ 22203 w 32480"/>
                <a:gd name="csY4" fmla="*/ 15242 h 26692"/>
                <a:gd name="csX5" fmla="*/ 19858 w 32480"/>
                <a:gd name="csY5" fmla="*/ 17013 h 26692"/>
                <a:gd name="csX6" fmla="*/ 25620 w 32480"/>
                <a:gd name="csY6" fmla="*/ 18510 h 26692"/>
                <a:gd name="csX7" fmla="*/ 30086 w 32480"/>
                <a:gd name="csY7" fmla="*/ 19533 h 26692"/>
                <a:gd name="csX8" fmla="*/ 30410 w 32480"/>
                <a:gd name="csY8" fmla="*/ 19483 h 26692"/>
                <a:gd name="csX9" fmla="*/ 30635 w 32480"/>
                <a:gd name="csY9" fmla="*/ 19209 h 26692"/>
                <a:gd name="csX10" fmla="*/ 30834 w 32480"/>
                <a:gd name="csY10" fmla="*/ 18435 h 26692"/>
                <a:gd name="csX11" fmla="*/ 30909 w 32480"/>
                <a:gd name="csY11" fmla="*/ 16964 h 26692"/>
                <a:gd name="csX12" fmla="*/ 30909 w 32480"/>
                <a:gd name="csY12" fmla="*/ 16315 h 26692"/>
                <a:gd name="csX13" fmla="*/ 31059 w 32480"/>
                <a:gd name="csY13" fmla="*/ 15941 h 26692"/>
                <a:gd name="csX14" fmla="*/ 31458 w 32480"/>
                <a:gd name="csY14" fmla="*/ 15741 h 26692"/>
                <a:gd name="csX15" fmla="*/ 32480 w 32480"/>
                <a:gd name="csY15" fmla="*/ 16664 h 26692"/>
                <a:gd name="csX16" fmla="*/ 32406 w 32480"/>
                <a:gd name="csY16" fmla="*/ 19184 h 26692"/>
                <a:gd name="csX17" fmla="*/ 32331 w 32480"/>
                <a:gd name="csY17" fmla="*/ 21729 h 26692"/>
                <a:gd name="csX18" fmla="*/ 32406 w 32480"/>
                <a:gd name="csY18" fmla="*/ 23899 h 26692"/>
                <a:gd name="csX19" fmla="*/ 32480 w 32480"/>
                <a:gd name="csY19" fmla="*/ 26019 h 26692"/>
                <a:gd name="csX20" fmla="*/ 31882 w 32480"/>
                <a:gd name="csY20" fmla="*/ 26693 h 26692"/>
                <a:gd name="csX21" fmla="*/ 31308 w 32480"/>
                <a:gd name="csY21" fmla="*/ 26593 h 26692"/>
                <a:gd name="csX22" fmla="*/ 31009 w 32480"/>
                <a:gd name="csY22" fmla="*/ 26319 h 26692"/>
                <a:gd name="csX23" fmla="*/ 30909 w 32480"/>
                <a:gd name="csY23" fmla="*/ 25945 h 26692"/>
                <a:gd name="csX24" fmla="*/ 30909 w 32480"/>
                <a:gd name="csY24" fmla="*/ 25496 h 26692"/>
                <a:gd name="csX25" fmla="*/ 30709 w 32480"/>
                <a:gd name="csY25" fmla="*/ 23849 h 26692"/>
                <a:gd name="csX26" fmla="*/ 30161 w 32480"/>
                <a:gd name="csY26" fmla="*/ 23175 h 26692"/>
                <a:gd name="csX27" fmla="*/ 28813 w 32480"/>
                <a:gd name="csY27" fmla="*/ 22752 h 26692"/>
                <a:gd name="csX28" fmla="*/ 6062 w 32480"/>
                <a:gd name="csY28" fmla="*/ 17013 h 26692"/>
                <a:gd name="csX29" fmla="*/ 3468 w 32480"/>
                <a:gd name="csY29" fmla="*/ 16664 h 26692"/>
                <a:gd name="csX30" fmla="*/ 1622 w 32480"/>
                <a:gd name="csY30" fmla="*/ 17089 h 26692"/>
                <a:gd name="csX31" fmla="*/ 1123 w 32480"/>
                <a:gd name="csY31" fmla="*/ 18261 h 26692"/>
                <a:gd name="csX32" fmla="*/ 2669 w 32480"/>
                <a:gd name="csY32" fmla="*/ 20406 h 26692"/>
                <a:gd name="csX33" fmla="*/ 7210 w 32480"/>
                <a:gd name="csY33" fmla="*/ 21978 h 26692"/>
                <a:gd name="csX34" fmla="*/ 8207 w 32480"/>
                <a:gd name="csY34" fmla="*/ 22352 h 26692"/>
                <a:gd name="csX35" fmla="*/ 8382 w 32480"/>
                <a:gd name="csY35" fmla="*/ 22851 h 26692"/>
                <a:gd name="csX36" fmla="*/ 7858 w 32480"/>
                <a:gd name="csY36" fmla="*/ 23475 h 26692"/>
                <a:gd name="csX37" fmla="*/ 6935 w 32480"/>
                <a:gd name="csY37" fmla="*/ 23275 h 26692"/>
                <a:gd name="csX38" fmla="*/ 4915 w 32480"/>
                <a:gd name="csY38" fmla="*/ 22702 h 26692"/>
                <a:gd name="csX39" fmla="*/ 2919 w 32480"/>
                <a:gd name="csY39" fmla="*/ 21878 h 26692"/>
                <a:gd name="csX40" fmla="*/ 2046 w 32480"/>
                <a:gd name="csY40" fmla="*/ 21404 h 26692"/>
                <a:gd name="csX41" fmla="*/ 1148 w 32480"/>
                <a:gd name="csY41" fmla="*/ 20731 h 26692"/>
                <a:gd name="csX42" fmla="*/ 299 w 32480"/>
                <a:gd name="csY42" fmla="*/ 19583 h 26692"/>
                <a:gd name="csX43" fmla="*/ 0 w 32480"/>
                <a:gd name="csY43" fmla="*/ 18087 h 26692"/>
                <a:gd name="csX44" fmla="*/ 948 w 32480"/>
                <a:gd name="csY44" fmla="*/ 15168 h 26692"/>
                <a:gd name="csX45" fmla="*/ 3817 w 32480"/>
                <a:gd name="csY45" fmla="*/ 13496 h 26692"/>
                <a:gd name="csX46" fmla="*/ 1073 w 32480"/>
                <a:gd name="csY46" fmla="*/ 10328 h 26692"/>
                <a:gd name="csX47" fmla="*/ 0 w 32480"/>
                <a:gd name="csY47" fmla="*/ 6811 h 26692"/>
                <a:gd name="csX48" fmla="*/ 2295 w 32480"/>
                <a:gd name="csY48" fmla="*/ 1946 h 26692"/>
                <a:gd name="csX49" fmla="*/ 8158 w 32480"/>
                <a:gd name="csY49" fmla="*/ 0 h 26692"/>
                <a:gd name="csX50" fmla="*/ 5912 w 32480"/>
                <a:gd name="csY50" fmla="*/ 3692 h 26692"/>
                <a:gd name="csX51" fmla="*/ 2395 w 32480"/>
                <a:gd name="csY51" fmla="*/ 4565 h 26692"/>
                <a:gd name="csX52" fmla="*/ 1123 w 32480"/>
                <a:gd name="csY52" fmla="*/ 6960 h 26692"/>
                <a:gd name="csX53" fmla="*/ 3068 w 32480"/>
                <a:gd name="csY53" fmla="*/ 11101 h 26692"/>
                <a:gd name="csX54" fmla="*/ 6636 w 32480"/>
                <a:gd name="csY54" fmla="*/ 13746 h 26692"/>
                <a:gd name="csX55" fmla="*/ 16639 w 32480"/>
                <a:gd name="csY55" fmla="*/ 16265 h 26692"/>
                <a:gd name="csX56" fmla="*/ 17463 w 32480"/>
                <a:gd name="csY56" fmla="*/ 16415 h 26692"/>
                <a:gd name="csX57" fmla="*/ 18061 w 32480"/>
                <a:gd name="csY57" fmla="*/ 16340 h 26692"/>
                <a:gd name="csX58" fmla="*/ 19184 w 32480"/>
                <a:gd name="csY58" fmla="*/ 15966 h 26692"/>
                <a:gd name="csX59" fmla="*/ 20506 w 32480"/>
                <a:gd name="csY59" fmla="*/ 15267 h 26692"/>
                <a:gd name="csX60" fmla="*/ 21554 w 32480"/>
                <a:gd name="csY60" fmla="*/ 14095 h 26692"/>
                <a:gd name="csX61" fmla="*/ 22003 w 32480"/>
                <a:gd name="csY61" fmla="*/ 12374 h 26692"/>
                <a:gd name="csX62" fmla="*/ 20656 w 32480"/>
                <a:gd name="csY62" fmla="*/ 9205 h 26692"/>
                <a:gd name="csX63" fmla="*/ 16764 w 32480"/>
                <a:gd name="csY63" fmla="*/ 6287 h 26692"/>
                <a:gd name="csX64" fmla="*/ 11575 w 32480"/>
                <a:gd name="csY64" fmla="*/ 4615 h 26692"/>
                <a:gd name="csX65" fmla="*/ 5912 w 32480"/>
                <a:gd name="csY65" fmla="*/ 3692 h 2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32480" h="26692">
                  <a:moveTo>
                    <a:pt x="8158" y="0"/>
                  </a:moveTo>
                  <a:cubicBezTo>
                    <a:pt x="10586" y="0"/>
                    <a:pt x="12972" y="615"/>
                    <a:pt x="15317" y="1846"/>
                  </a:cubicBezTo>
                  <a:cubicBezTo>
                    <a:pt x="17662" y="3060"/>
                    <a:pt x="19558" y="4623"/>
                    <a:pt x="21005" y="6536"/>
                  </a:cubicBezTo>
                  <a:cubicBezTo>
                    <a:pt x="22435" y="8449"/>
                    <a:pt x="23151" y="10378"/>
                    <a:pt x="23151" y="12323"/>
                  </a:cubicBezTo>
                  <a:cubicBezTo>
                    <a:pt x="23151" y="13488"/>
                    <a:pt x="22835" y="14461"/>
                    <a:pt x="22203" y="15242"/>
                  </a:cubicBezTo>
                  <a:cubicBezTo>
                    <a:pt x="21554" y="16007"/>
                    <a:pt x="20772" y="16598"/>
                    <a:pt x="19858" y="17013"/>
                  </a:cubicBezTo>
                  <a:cubicBezTo>
                    <a:pt x="20988" y="17329"/>
                    <a:pt x="22909" y="17828"/>
                    <a:pt x="25620" y="18510"/>
                  </a:cubicBezTo>
                  <a:cubicBezTo>
                    <a:pt x="28331" y="19192"/>
                    <a:pt x="29820" y="19533"/>
                    <a:pt x="30086" y="19533"/>
                  </a:cubicBezTo>
                  <a:cubicBezTo>
                    <a:pt x="30235" y="19533"/>
                    <a:pt x="30343" y="19517"/>
                    <a:pt x="30410" y="19483"/>
                  </a:cubicBezTo>
                  <a:cubicBezTo>
                    <a:pt x="30476" y="19450"/>
                    <a:pt x="30551" y="19359"/>
                    <a:pt x="30635" y="19209"/>
                  </a:cubicBezTo>
                  <a:cubicBezTo>
                    <a:pt x="30734" y="19059"/>
                    <a:pt x="30801" y="18801"/>
                    <a:pt x="30834" y="18435"/>
                  </a:cubicBezTo>
                  <a:cubicBezTo>
                    <a:pt x="30884" y="18070"/>
                    <a:pt x="30909" y="17579"/>
                    <a:pt x="30909" y="16964"/>
                  </a:cubicBezTo>
                  <a:cubicBezTo>
                    <a:pt x="30909" y="16648"/>
                    <a:pt x="30909" y="16431"/>
                    <a:pt x="30909" y="16315"/>
                  </a:cubicBezTo>
                  <a:cubicBezTo>
                    <a:pt x="30926" y="16182"/>
                    <a:pt x="30975" y="16057"/>
                    <a:pt x="31059" y="15941"/>
                  </a:cubicBezTo>
                  <a:cubicBezTo>
                    <a:pt x="31142" y="15808"/>
                    <a:pt x="31275" y="15741"/>
                    <a:pt x="31458" y="15741"/>
                  </a:cubicBezTo>
                  <a:cubicBezTo>
                    <a:pt x="32139" y="15741"/>
                    <a:pt x="32480" y="16049"/>
                    <a:pt x="32480" y="16664"/>
                  </a:cubicBezTo>
                  <a:cubicBezTo>
                    <a:pt x="32480" y="17213"/>
                    <a:pt x="32455" y="18053"/>
                    <a:pt x="32406" y="19184"/>
                  </a:cubicBezTo>
                  <a:cubicBezTo>
                    <a:pt x="32356" y="20315"/>
                    <a:pt x="32331" y="21163"/>
                    <a:pt x="32331" y="21729"/>
                  </a:cubicBezTo>
                  <a:cubicBezTo>
                    <a:pt x="32331" y="22211"/>
                    <a:pt x="32356" y="22934"/>
                    <a:pt x="32406" y="23899"/>
                  </a:cubicBezTo>
                  <a:cubicBezTo>
                    <a:pt x="32455" y="24863"/>
                    <a:pt x="32480" y="25570"/>
                    <a:pt x="32480" y="26019"/>
                  </a:cubicBezTo>
                  <a:cubicBezTo>
                    <a:pt x="32480" y="26468"/>
                    <a:pt x="32281" y="26693"/>
                    <a:pt x="31882" y="26693"/>
                  </a:cubicBezTo>
                  <a:cubicBezTo>
                    <a:pt x="31649" y="26693"/>
                    <a:pt x="31458" y="26660"/>
                    <a:pt x="31308" y="26593"/>
                  </a:cubicBezTo>
                  <a:cubicBezTo>
                    <a:pt x="31175" y="26543"/>
                    <a:pt x="31075" y="26452"/>
                    <a:pt x="31009" y="26319"/>
                  </a:cubicBezTo>
                  <a:cubicBezTo>
                    <a:pt x="30959" y="26186"/>
                    <a:pt x="30926" y="26061"/>
                    <a:pt x="30909" y="25945"/>
                  </a:cubicBezTo>
                  <a:cubicBezTo>
                    <a:pt x="30909" y="25845"/>
                    <a:pt x="30909" y="25695"/>
                    <a:pt x="30909" y="25496"/>
                  </a:cubicBezTo>
                  <a:cubicBezTo>
                    <a:pt x="30909" y="24731"/>
                    <a:pt x="30842" y="24182"/>
                    <a:pt x="30709" y="23849"/>
                  </a:cubicBezTo>
                  <a:cubicBezTo>
                    <a:pt x="30593" y="23516"/>
                    <a:pt x="30410" y="23292"/>
                    <a:pt x="30161" y="23175"/>
                  </a:cubicBezTo>
                  <a:cubicBezTo>
                    <a:pt x="29928" y="23042"/>
                    <a:pt x="29479" y="22901"/>
                    <a:pt x="28813" y="22752"/>
                  </a:cubicBezTo>
                  <a:lnTo>
                    <a:pt x="6062" y="17013"/>
                  </a:lnTo>
                  <a:cubicBezTo>
                    <a:pt x="5048" y="16781"/>
                    <a:pt x="4183" y="16664"/>
                    <a:pt x="3468" y="16664"/>
                  </a:cubicBezTo>
                  <a:cubicBezTo>
                    <a:pt x="2570" y="16664"/>
                    <a:pt x="1954" y="16806"/>
                    <a:pt x="1622" y="17089"/>
                  </a:cubicBezTo>
                  <a:cubicBezTo>
                    <a:pt x="1289" y="17371"/>
                    <a:pt x="1123" y="17762"/>
                    <a:pt x="1123" y="18261"/>
                  </a:cubicBezTo>
                  <a:cubicBezTo>
                    <a:pt x="1123" y="19126"/>
                    <a:pt x="1638" y="19841"/>
                    <a:pt x="2669" y="20406"/>
                  </a:cubicBezTo>
                  <a:cubicBezTo>
                    <a:pt x="3700" y="20972"/>
                    <a:pt x="5214" y="21496"/>
                    <a:pt x="7210" y="21978"/>
                  </a:cubicBezTo>
                  <a:cubicBezTo>
                    <a:pt x="7758" y="22128"/>
                    <a:pt x="8091" y="22252"/>
                    <a:pt x="8207" y="22352"/>
                  </a:cubicBezTo>
                  <a:cubicBezTo>
                    <a:pt x="8324" y="22435"/>
                    <a:pt x="8382" y="22602"/>
                    <a:pt x="8382" y="22851"/>
                  </a:cubicBezTo>
                  <a:cubicBezTo>
                    <a:pt x="8365" y="23267"/>
                    <a:pt x="8191" y="23475"/>
                    <a:pt x="7858" y="23475"/>
                  </a:cubicBezTo>
                  <a:cubicBezTo>
                    <a:pt x="7775" y="23475"/>
                    <a:pt x="7467" y="23408"/>
                    <a:pt x="6935" y="23275"/>
                  </a:cubicBezTo>
                  <a:cubicBezTo>
                    <a:pt x="6386" y="23142"/>
                    <a:pt x="5713" y="22951"/>
                    <a:pt x="4915" y="22702"/>
                  </a:cubicBezTo>
                  <a:cubicBezTo>
                    <a:pt x="4100" y="22435"/>
                    <a:pt x="3434" y="22161"/>
                    <a:pt x="2919" y="21878"/>
                  </a:cubicBezTo>
                  <a:cubicBezTo>
                    <a:pt x="2570" y="21712"/>
                    <a:pt x="2278" y="21554"/>
                    <a:pt x="2046" y="21404"/>
                  </a:cubicBezTo>
                  <a:cubicBezTo>
                    <a:pt x="1813" y="21254"/>
                    <a:pt x="1513" y="21030"/>
                    <a:pt x="1148" y="20731"/>
                  </a:cubicBezTo>
                  <a:cubicBezTo>
                    <a:pt x="782" y="20415"/>
                    <a:pt x="499" y="20032"/>
                    <a:pt x="299" y="19583"/>
                  </a:cubicBezTo>
                  <a:cubicBezTo>
                    <a:pt x="100" y="19134"/>
                    <a:pt x="0" y="18635"/>
                    <a:pt x="0" y="18087"/>
                  </a:cubicBezTo>
                  <a:cubicBezTo>
                    <a:pt x="0" y="17022"/>
                    <a:pt x="316" y="16049"/>
                    <a:pt x="948" y="15168"/>
                  </a:cubicBezTo>
                  <a:cubicBezTo>
                    <a:pt x="1580" y="14286"/>
                    <a:pt x="2536" y="13729"/>
                    <a:pt x="3817" y="13496"/>
                  </a:cubicBezTo>
                  <a:cubicBezTo>
                    <a:pt x="2703" y="12548"/>
                    <a:pt x="1788" y="11492"/>
                    <a:pt x="1073" y="10328"/>
                  </a:cubicBezTo>
                  <a:cubicBezTo>
                    <a:pt x="358" y="9164"/>
                    <a:pt x="0" y="7991"/>
                    <a:pt x="0" y="6811"/>
                  </a:cubicBezTo>
                  <a:cubicBezTo>
                    <a:pt x="0" y="4848"/>
                    <a:pt x="765" y="3226"/>
                    <a:pt x="2295" y="1946"/>
                  </a:cubicBezTo>
                  <a:cubicBezTo>
                    <a:pt x="3809" y="649"/>
                    <a:pt x="5763" y="0"/>
                    <a:pt x="8158" y="0"/>
                  </a:cubicBezTo>
                  <a:moveTo>
                    <a:pt x="5912" y="3692"/>
                  </a:moveTo>
                  <a:cubicBezTo>
                    <a:pt x="4399" y="3692"/>
                    <a:pt x="3226" y="3983"/>
                    <a:pt x="2395" y="4565"/>
                  </a:cubicBezTo>
                  <a:cubicBezTo>
                    <a:pt x="1547" y="5131"/>
                    <a:pt x="1123" y="5929"/>
                    <a:pt x="1123" y="6960"/>
                  </a:cubicBezTo>
                  <a:cubicBezTo>
                    <a:pt x="1123" y="8241"/>
                    <a:pt x="1771" y="9621"/>
                    <a:pt x="3068" y="11101"/>
                  </a:cubicBezTo>
                  <a:cubicBezTo>
                    <a:pt x="4299" y="12565"/>
                    <a:pt x="5488" y="13446"/>
                    <a:pt x="6636" y="13746"/>
                  </a:cubicBezTo>
                  <a:lnTo>
                    <a:pt x="16639" y="16265"/>
                  </a:lnTo>
                  <a:lnTo>
                    <a:pt x="17463" y="16415"/>
                  </a:lnTo>
                  <a:cubicBezTo>
                    <a:pt x="17562" y="16415"/>
                    <a:pt x="17762" y="16390"/>
                    <a:pt x="18061" y="16340"/>
                  </a:cubicBezTo>
                  <a:cubicBezTo>
                    <a:pt x="18344" y="16273"/>
                    <a:pt x="18718" y="16149"/>
                    <a:pt x="19184" y="15966"/>
                  </a:cubicBezTo>
                  <a:cubicBezTo>
                    <a:pt x="19650" y="15766"/>
                    <a:pt x="20090" y="15534"/>
                    <a:pt x="20506" y="15267"/>
                  </a:cubicBezTo>
                  <a:cubicBezTo>
                    <a:pt x="20905" y="14985"/>
                    <a:pt x="21255" y="14594"/>
                    <a:pt x="21554" y="14095"/>
                  </a:cubicBezTo>
                  <a:cubicBezTo>
                    <a:pt x="21853" y="13579"/>
                    <a:pt x="22003" y="13005"/>
                    <a:pt x="22003" y="12374"/>
                  </a:cubicBezTo>
                  <a:cubicBezTo>
                    <a:pt x="22003" y="11359"/>
                    <a:pt x="21554" y="10303"/>
                    <a:pt x="20656" y="9205"/>
                  </a:cubicBezTo>
                  <a:cubicBezTo>
                    <a:pt x="19758" y="8091"/>
                    <a:pt x="18461" y="7118"/>
                    <a:pt x="16764" y="6287"/>
                  </a:cubicBezTo>
                  <a:cubicBezTo>
                    <a:pt x="15666" y="5771"/>
                    <a:pt x="13937" y="5214"/>
                    <a:pt x="11575" y="4615"/>
                  </a:cubicBezTo>
                  <a:cubicBezTo>
                    <a:pt x="9197" y="4000"/>
                    <a:pt x="7309" y="3692"/>
                    <a:pt x="5912" y="3692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5" name="Freeform 614">
              <a:extLst>
                <a:ext uri="{FF2B5EF4-FFF2-40B4-BE49-F238E27FC236}">
                  <a16:creationId xmlns:a16="http://schemas.microsoft.com/office/drawing/2014/main" id="{CF083AA4-91B6-BF4F-EC5A-EADB30F91490}"/>
                </a:ext>
              </a:extLst>
            </p:cNvPr>
            <p:cNvSpPr/>
            <p:nvPr/>
          </p:nvSpPr>
          <p:spPr>
            <a:xfrm>
              <a:off x="413009" y="4335619"/>
              <a:ext cx="51090" cy="11849"/>
            </a:xfrm>
            <a:custGeom>
              <a:avLst/>
              <a:gdLst>
                <a:gd name="csX0" fmla="*/ 25545 w 51090"/>
                <a:gd name="csY0" fmla="*/ 11849 h 11849"/>
                <a:gd name="csX1" fmla="*/ 9954 w 51090"/>
                <a:gd name="csY1" fmla="*/ 8631 h 11849"/>
                <a:gd name="csX2" fmla="*/ 4590 w 51090"/>
                <a:gd name="csY2" fmla="*/ 5338 h 11849"/>
                <a:gd name="csX3" fmla="*/ 1073 w 51090"/>
                <a:gd name="csY3" fmla="*/ 2145 h 11849"/>
                <a:gd name="csX4" fmla="*/ 0 w 51090"/>
                <a:gd name="csY4" fmla="*/ 524 h 11849"/>
                <a:gd name="csX5" fmla="*/ 499 w 51090"/>
                <a:gd name="csY5" fmla="*/ 0 h 11849"/>
                <a:gd name="csX6" fmla="*/ 1372 w 51090"/>
                <a:gd name="csY6" fmla="*/ 673 h 11849"/>
                <a:gd name="csX7" fmla="*/ 25545 w 51090"/>
                <a:gd name="csY7" fmla="*/ 8881 h 11849"/>
                <a:gd name="csX8" fmla="*/ 49444 w 51090"/>
                <a:gd name="csY8" fmla="*/ 873 h 11849"/>
                <a:gd name="csX9" fmla="*/ 50592 w 51090"/>
                <a:gd name="csY9" fmla="*/ 0 h 11849"/>
                <a:gd name="csX10" fmla="*/ 51091 w 51090"/>
                <a:gd name="csY10" fmla="*/ 524 h 11849"/>
                <a:gd name="csX11" fmla="*/ 50068 w 51090"/>
                <a:gd name="csY11" fmla="*/ 2096 h 11849"/>
                <a:gd name="csX12" fmla="*/ 46700 w 51090"/>
                <a:gd name="csY12" fmla="*/ 5214 h 11849"/>
                <a:gd name="csX13" fmla="*/ 41486 w 51090"/>
                <a:gd name="csY13" fmla="*/ 8482 h 11849"/>
                <a:gd name="csX14" fmla="*/ 25545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25545" y="11849"/>
                  </a:moveTo>
                  <a:cubicBezTo>
                    <a:pt x="19791" y="11849"/>
                    <a:pt x="14594" y="10777"/>
                    <a:pt x="9954" y="8631"/>
                  </a:cubicBezTo>
                  <a:cubicBezTo>
                    <a:pt x="8008" y="7716"/>
                    <a:pt x="6220" y="6619"/>
                    <a:pt x="4590" y="5338"/>
                  </a:cubicBezTo>
                  <a:cubicBezTo>
                    <a:pt x="2960" y="4058"/>
                    <a:pt x="1788" y="2993"/>
                    <a:pt x="1073" y="2145"/>
                  </a:cubicBezTo>
                  <a:cubicBezTo>
                    <a:pt x="358" y="1297"/>
                    <a:pt x="0" y="756"/>
                    <a:pt x="0" y="524"/>
                  </a:cubicBezTo>
                  <a:cubicBezTo>
                    <a:pt x="0" y="191"/>
                    <a:pt x="166" y="16"/>
                    <a:pt x="499" y="0"/>
                  </a:cubicBezTo>
                  <a:cubicBezTo>
                    <a:pt x="665" y="0"/>
                    <a:pt x="956" y="224"/>
                    <a:pt x="1372" y="673"/>
                  </a:cubicBezTo>
                  <a:cubicBezTo>
                    <a:pt x="6960" y="6161"/>
                    <a:pt x="15018" y="8897"/>
                    <a:pt x="25545" y="8881"/>
                  </a:cubicBezTo>
                  <a:cubicBezTo>
                    <a:pt x="36106" y="8881"/>
                    <a:pt x="44072" y="6211"/>
                    <a:pt x="49444" y="873"/>
                  </a:cubicBezTo>
                  <a:cubicBezTo>
                    <a:pt x="50026" y="291"/>
                    <a:pt x="50409" y="0"/>
                    <a:pt x="50592" y="0"/>
                  </a:cubicBezTo>
                  <a:cubicBezTo>
                    <a:pt x="50925" y="0"/>
                    <a:pt x="51091" y="175"/>
                    <a:pt x="51091" y="524"/>
                  </a:cubicBezTo>
                  <a:cubicBezTo>
                    <a:pt x="51091" y="756"/>
                    <a:pt x="50750" y="1280"/>
                    <a:pt x="50068" y="2096"/>
                  </a:cubicBezTo>
                  <a:cubicBezTo>
                    <a:pt x="49386" y="2910"/>
                    <a:pt x="48263" y="3950"/>
                    <a:pt x="46700" y="5214"/>
                  </a:cubicBezTo>
                  <a:cubicBezTo>
                    <a:pt x="45137" y="6477"/>
                    <a:pt x="43399" y="7567"/>
                    <a:pt x="41486" y="8482"/>
                  </a:cubicBezTo>
                  <a:cubicBezTo>
                    <a:pt x="36846" y="10727"/>
                    <a:pt x="31533" y="11849"/>
                    <a:pt x="25545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B2C92386-83C0-6F0D-02B1-90ACE8953A28}"/>
                </a:ext>
              </a:extLst>
            </p:cNvPr>
            <p:cNvSpPr/>
            <p:nvPr/>
          </p:nvSpPr>
          <p:spPr>
            <a:xfrm>
              <a:off x="428751" y="4306291"/>
              <a:ext cx="23150" cy="25445"/>
            </a:xfrm>
            <a:custGeom>
              <a:avLst/>
              <a:gdLst>
                <a:gd name="csX0" fmla="*/ 3368 w 23150"/>
                <a:gd name="csY0" fmla="*/ 0 h 25445"/>
                <a:gd name="csX1" fmla="*/ 5563 w 23150"/>
                <a:gd name="csY1" fmla="*/ 873 h 25445"/>
                <a:gd name="csX2" fmla="*/ 6336 w 23150"/>
                <a:gd name="csY2" fmla="*/ 2744 h 25445"/>
                <a:gd name="csX3" fmla="*/ 5788 w 23150"/>
                <a:gd name="csY3" fmla="*/ 4191 h 25445"/>
                <a:gd name="csX4" fmla="*/ 4540 w 23150"/>
                <a:gd name="csY4" fmla="*/ 4690 h 25445"/>
                <a:gd name="csX5" fmla="*/ 2769 w 23150"/>
                <a:gd name="csY5" fmla="*/ 3991 h 25445"/>
                <a:gd name="csX6" fmla="*/ 1771 w 23150"/>
                <a:gd name="csY6" fmla="*/ 2245 h 25445"/>
                <a:gd name="csX7" fmla="*/ 1123 w 23150"/>
                <a:gd name="csY7" fmla="*/ 4790 h 25445"/>
                <a:gd name="csX8" fmla="*/ 1646 w 23150"/>
                <a:gd name="csY8" fmla="*/ 6661 h 25445"/>
                <a:gd name="csX9" fmla="*/ 2844 w 23150"/>
                <a:gd name="csY9" fmla="*/ 8033 h 25445"/>
                <a:gd name="csX10" fmla="*/ 4490 w 23150"/>
                <a:gd name="csY10" fmla="*/ 8981 h 25445"/>
                <a:gd name="csX11" fmla="*/ 6012 w 23150"/>
                <a:gd name="csY11" fmla="*/ 9579 h 25445"/>
                <a:gd name="csX12" fmla="*/ 7160 w 23150"/>
                <a:gd name="csY12" fmla="*/ 9854 h 25445"/>
                <a:gd name="csX13" fmla="*/ 14145 w 23150"/>
                <a:gd name="csY13" fmla="*/ 11600 h 25445"/>
                <a:gd name="csX14" fmla="*/ 18635 w 23150"/>
                <a:gd name="csY14" fmla="*/ 12449 h 25445"/>
                <a:gd name="csX15" fmla="*/ 21055 w 23150"/>
                <a:gd name="csY15" fmla="*/ 11750 h 25445"/>
                <a:gd name="csX16" fmla="*/ 22003 w 23150"/>
                <a:gd name="csY16" fmla="*/ 9654 h 25445"/>
                <a:gd name="csX17" fmla="*/ 21853 w 23150"/>
                <a:gd name="csY17" fmla="*/ 8482 h 25445"/>
                <a:gd name="csX18" fmla="*/ 21230 w 23150"/>
                <a:gd name="csY18" fmla="*/ 7060 h 25445"/>
                <a:gd name="csX19" fmla="*/ 20057 w 23150"/>
                <a:gd name="csY19" fmla="*/ 5513 h 25445"/>
                <a:gd name="csX20" fmla="*/ 18111 w 23150"/>
                <a:gd name="csY20" fmla="*/ 4041 h 25445"/>
                <a:gd name="csX21" fmla="*/ 15317 w 23150"/>
                <a:gd name="csY21" fmla="*/ 2844 h 25445"/>
                <a:gd name="csX22" fmla="*/ 14768 w 23150"/>
                <a:gd name="csY22" fmla="*/ 2195 h 25445"/>
                <a:gd name="csX23" fmla="*/ 15267 w 23150"/>
                <a:gd name="csY23" fmla="*/ 1572 h 25445"/>
                <a:gd name="csX24" fmla="*/ 16590 w 23150"/>
                <a:gd name="csY24" fmla="*/ 1921 h 25445"/>
                <a:gd name="csX25" fmla="*/ 18610 w 23150"/>
                <a:gd name="csY25" fmla="*/ 2969 h 25445"/>
                <a:gd name="csX26" fmla="*/ 20756 w 23150"/>
                <a:gd name="csY26" fmla="*/ 4590 h 25445"/>
                <a:gd name="csX27" fmla="*/ 22452 w 23150"/>
                <a:gd name="csY27" fmla="*/ 6885 h 25445"/>
                <a:gd name="csX28" fmla="*/ 23151 w 23150"/>
                <a:gd name="csY28" fmla="*/ 9754 h 25445"/>
                <a:gd name="csX29" fmla="*/ 22003 w 23150"/>
                <a:gd name="csY29" fmla="*/ 13321 h 25445"/>
                <a:gd name="csX30" fmla="*/ 19259 w 23150"/>
                <a:gd name="csY30" fmla="*/ 15267 h 25445"/>
                <a:gd name="csX31" fmla="*/ 19783 w 23150"/>
                <a:gd name="csY31" fmla="*/ 15567 h 25445"/>
                <a:gd name="csX32" fmla="*/ 20756 w 23150"/>
                <a:gd name="csY32" fmla="*/ 16265 h 25445"/>
                <a:gd name="csX33" fmla="*/ 21903 w 23150"/>
                <a:gd name="csY33" fmla="*/ 17338 h 25445"/>
                <a:gd name="csX34" fmla="*/ 22751 w 23150"/>
                <a:gd name="csY34" fmla="*/ 18810 h 25445"/>
                <a:gd name="csX35" fmla="*/ 23151 w 23150"/>
                <a:gd name="csY35" fmla="*/ 20631 h 25445"/>
                <a:gd name="csX36" fmla="*/ 22801 w 23150"/>
                <a:gd name="csY36" fmla="*/ 22901 h 25445"/>
                <a:gd name="csX37" fmla="*/ 21654 w 23150"/>
                <a:gd name="csY37" fmla="*/ 24697 h 25445"/>
                <a:gd name="csX38" fmla="*/ 19758 w 23150"/>
                <a:gd name="csY38" fmla="*/ 25446 h 25445"/>
                <a:gd name="csX39" fmla="*/ 17687 w 23150"/>
                <a:gd name="csY39" fmla="*/ 24622 h 25445"/>
                <a:gd name="csX40" fmla="*/ 16814 w 23150"/>
                <a:gd name="csY40" fmla="*/ 22626 h 25445"/>
                <a:gd name="csX41" fmla="*/ 17238 w 23150"/>
                <a:gd name="csY41" fmla="*/ 21329 h 25445"/>
                <a:gd name="csX42" fmla="*/ 18585 w 23150"/>
                <a:gd name="csY42" fmla="*/ 20731 h 25445"/>
                <a:gd name="csX43" fmla="*/ 20381 w 23150"/>
                <a:gd name="csY43" fmla="*/ 21429 h 25445"/>
                <a:gd name="csX44" fmla="*/ 21354 w 23150"/>
                <a:gd name="csY44" fmla="*/ 23125 h 25445"/>
                <a:gd name="csX45" fmla="*/ 22003 w 23150"/>
                <a:gd name="csY45" fmla="*/ 20581 h 25445"/>
                <a:gd name="csX46" fmla="*/ 20556 w 23150"/>
                <a:gd name="csY46" fmla="*/ 17637 h 25445"/>
                <a:gd name="csX47" fmla="*/ 16689 w 23150"/>
                <a:gd name="csY47" fmla="*/ 15716 h 25445"/>
                <a:gd name="csX48" fmla="*/ 8282 w 23150"/>
                <a:gd name="csY48" fmla="*/ 13571 h 25445"/>
                <a:gd name="csX49" fmla="*/ 4540 w 23150"/>
                <a:gd name="csY49" fmla="*/ 12972 h 25445"/>
                <a:gd name="csX50" fmla="*/ 2769 w 23150"/>
                <a:gd name="csY50" fmla="*/ 13247 h 25445"/>
                <a:gd name="csX51" fmla="*/ 1721 w 23150"/>
                <a:gd name="csY51" fmla="*/ 13995 h 25445"/>
                <a:gd name="csX52" fmla="*/ 1247 w 23150"/>
                <a:gd name="csY52" fmla="*/ 14868 h 25445"/>
                <a:gd name="csX53" fmla="*/ 1123 w 23150"/>
                <a:gd name="csY53" fmla="*/ 15716 h 25445"/>
                <a:gd name="csX54" fmla="*/ 1422 w 23150"/>
                <a:gd name="csY54" fmla="*/ 17313 h 25445"/>
                <a:gd name="csX55" fmla="*/ 2420 w 23150"/>
                <a:gd name="csY55" fmla="*/ 19134 h 25445"/>
                <a:gd name="csX56" fmla="*/ 4490 w 23150"/>
                <a:gd name="csY56" fmla="*/ 21030 h 25445"/>
                <a:gd name="csX57" fmla="*/ 7808 w 23150"/>
                <a:gd name="csY57" fmla="*/ 22577 h 25445"/>
                <a:gd name="csX58" fmla="*/ 8382 w 23150"/>
                <a:gd name="csY58" fmla="*/ 23250 h 25445"/>
                <a:gd name="csX59" fmla="*/ 7858 w 23150"/>
                <a:gd name="csY59" fmla="*/ 23849 h 25445"/>
                <a:gd name="csX60" fmla="*/ 6561 w 23150"/>
                <a:gd name="csY60" fmla="*/ 23525 h 25445"/>
                <a:gd name="csX61" fmla="*/ 4540 w 23150"/>
                <a:gd name="csY61" fmla="*/ 22477 h 25445"/>
                <a:gd name="csX62" fmla="*/ 2420 w 23150"/>
                <a:gd name="csY62" fmla="*/ 20830 h 25445"/>
                <a:gd name="csX63" fmla="*/ 699 w 23150"/>
                <a:gd name="csY63" fmla="*/ 18510 h 25445"/>
                <a:gd name="csX64" fmla="*/ 0 w 23150"/>
                <a:gd name="csY64" fmla="*/ 15617 h 25445"/>
                <a:gd name="csX65" fmla="*/ 150 w 23150"/>
                <a:gd name="csY65" fmla="*/ 14294 h 25445"/>
                <a:gd name="csX66" fmla="*/ 649 w 23150"/>
                <a:gd name="csY66" fmla="*/ 12822 h 25445"/>
                <a:gd name="csX67" fmla="*/ 1846 w 23150"/>
                <a:gd name="csY67" fmla="*/ 11276 h 25445"/>
                <a:gd name="csX68" fmla="*/ 3867 w 23150"/>
                <a:gd name="csY68" fmla="*/ 10103 h 25445"/>
                <a:gd name="csX69" fmla="*/ 2744 w 23150"/>
                <a:gd name="csY69" fmla="*/ 9405 h 25445"/>
                <a:gd name="csX70" fmla="*/ 1522 w 23150"/>
                <a:gd name="csY70" fmla="*/ 8332 h 25445"/>
                <a:gd name="csX71" fmla="*/ 424 w 23150"/>
                <a:gd name="csY71" fmla="*/ 6735 h 25445"/>
                <a:gd name="csX72" fmla="*/ 0 w 23150"/>
                <a:gd name="csY72" fmla="*/ 4740 h 25445"/>
                <a:gd name="csX73" fmla="*/ 274 w 23150"/>
                <a:gd name="csY73" fmla="*/ 2719 h 25445"/>
                <a:gd name="csX74" fmla="*/ 1347 w 23150"/>
                <a:gd name="csY74" fmla="*/ 873 h 25445"/>
                <a:gd name="csX75" fmla="*/ 3368 w 23150"/>
                <a:gd name="csY75" fmla="*/ 0 h 25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23150" h="25445">
                  <a:moveTo>
                    <a:pt x="3368" y="0"/>
                  </a:moveTo>
                  <a:cubicBezTo>
                    <a:pt x="4299" y="0"/>
                    <a:pt x="5031" y="291"/>
                    <a:pt x="5563" y="873"/>
                  </a:cubicBezTo>
                  <a:cubicBezTo>
                    <a:pt x="6079" y="1455"/>
                    <a:pt x="6336" y="2079"/>
                    <a:pt x="6336" y="2744"/>
                  </a:cubicBezTo>
                  <a:cubicBezTo>
                    <a:pt x="6336" y="3376"/>
                    <a:pt x="6154" y="3858"/>
                    <a:pt x="5788" y="4191"/>
                  </a:cubicBezTo>
                  <a:cubicBezTo>
                    <a:pt x="5422" y="4524"/>
                    <a:pt x="5006" y="4690"/>
                    <a:pt x="4540" y="4690"/>
                  </a:cubicBezTo>
                  <a:cubicBezTo>
                    <a:pt x="3908" y="4690"/>
                    <a:pt x="3318" y="4457"/>
                    <a:pt x="2769" y="3991"/>
                  </a:cubicBezTo>
                  <a:cubicBezTo>
                    <a:pt x="2220" y="3526"/>
                    <a:pt x="1888" y="2944"/>
                    <a:pt x="1771" y="2245"/>
                  </a:cubicBezTo>
                  <a:cubicBezTo>
                    <a:pt x="1339" y="2927"/>
                    <a:pt x="1123" y="3775"/>
                    <a:pt x="1123" y="4790"/>
                  </a:cubicBezTo>
                  <a:cubicBezTo>
                    <a:pt x="1123" y="5455"/>
                    <a:pt x="1297" y="6079"/>
                    <a:pt x="1646" y="6661"/>
                  </a:cubicBezTo>
                  <a:cubicBezTo>
                    <a:pt x="1996" y="7226"/>
                    <a:pt x="2395" y="7683"/>
                    <a:pt x="2844" y="8033"/>
                  </a:cubicBezTo>
                  <a:cubicBezTo>
                    <a:pt x="3293" y="8365"/>
                    <a:pt x="3842" y="8681"/>
                    <a:pt x="4490" y="8981"/>
                  </a:cubicBezTo>
                  <a:cubicBezTo>
                    <a:pt x="5122" y="9264"/>
                    <a:pt x="5630" y="9463"/>
                    <a:pt x="6012" y="9579"/>
                  </a:cubicBezTo>
                  <a:cubicBezTo>
                    <a:pt x="6378" y="9679"/>
                    <a:pt x="6761" y="9771"/>
                    <a:pt x="7160" y="9854"/>
                  </a:cubicBezTo>
                  <a:lnTo>
                    <a:pt x="14145" y="11600"/>
                  </a:lnTo>
                  <a:cubicBezTo>
                    <a:pt x="16357" y="12166"/>
                    <a:pt x="17854" y="12449"/>
                    <a:pt x="18635" y="12449"/>
                  </a:cubicBezTo>
                  <a:cubicBezTo>
                    <a:pt x="19600" y="12449"/>
                    <a:pt x="20406" y="12216"/>
                    <a:pt x="21055" y="11750"/>
                  </a:cubicBezTo>
                  <a:cubicBezTo>
                    <a:pt x="21687" y="11284"/>
                    <a:pt x="22003" y="10586"/>
                    <a:pt x="22003" y="9654"/>
                  </a:cubicBezTo>
                  <a:cubicBezTo>
                    <a:pt x="22003" y="9288"/>
                    <a:pt x="21953" y="8897"/>
                    <a:pt x="21853" y="8482"/>
                  </a:cubicBezTo>
                  <a:cubicBezTo>
                    <a:pt x="21737" y="8066"/>
                    <a:pt x="21529" y="7592"/>
                    <a:pt x="21230" y="7060"/>
                  </a:cubicBezTo>
                  <a:cubicBezTo>
                    <a:pt x="20914" y="6511"/>
                    <a:pt x="20523" y="5995"/>
                    <a:pt x="20057" y="5513"/>
                  </a:cubicBezTo>
                  <a:cubicBezTo>
                    <a:pt x="19575" y="5014"/>
                    <a:pt x="18926" y="4524"/>
                    <a:pt x="18111" y="4041"/>
                  </a:cubicBezTo>
                  <a:cubicBezTo>
                    <a:pt x="17296" y="3559"/>
                    <a:pt x="16365" y="3160"/>
                    <a:pt x="15317" y="2844"/>
                  </a:cubicBezTo>
                  <a:cubicBezTo>
                    <a:pt x="14951" y="2744"/>
                    <a:pt x="14768" y="2528"/>
                    <a:pt x="14768" y="2195"/>
                  </a:cubicBezTo>
                  <a:cubicBezTo>
                    <a:pt x="14768" y="1779"/>
                    <a:pt x="14935" y="1572"/>
                    <a:pt x="15267" y="1572"/>
                  </a:cubicBezTo>
                  <a:cubicBezTo>
                    <a:pt x="15550" y="1572"/>
                    <a:pt x="15991" y="1688"/>
                    <a:pt x="16590" y="1921"/>
                  </a:cubicBezTo>
                  <a:cubicBezTo>
                    <a:pt x="17172" y="2137"/>
                    <a:pt x="17845" y="2486"/>
                    <a:pt x="18610" y="2969"/>
                  </a:cubicBezTo>
                  <a:cubicBezTo>
                    <a:pt x="19359" y="3434"/>
                    <a:pt x="20074" y="3975"/>
                    <a:pt x="20756" y="4590"/>
                  </a:cubicBezTo>
                  <a:cubicBezTo>
                    <a:pt x="21421" y="5206"/>
                    <a:pt x="21986" y="5971"/>
                    <a:pt x="22452" y="6885"/>
                  </a:cubicBezTo>
                  <a:cubicBezTo>
                    <a:pt x="22918" y="7800"/>
                    <a:pt x="23151" y="8756"/>
                    <a:pt x="23151" y="9754"/>
                  </a:cubicBezTo>
                  <a:cubicBezTo>
                    <a:pt x="23151" y="11184"/>
                    <a:pt x="22768" y="12373"/>
                    <a:pt x="22003" y="13321"/>
                  </a:cubicBezTo>
                  <a:cubicBezTo>
                    <a:pt x="21238" y="14269"/>
                    <a:pt x="20323" y="14918"/>
                    <a:pt x="19259" y="15267"/>
                  </a:cubicBezTo>
                  <a:cubicBezTo>
                    <a:pt x="19409" y="15350"/>
                    <a:pt x="19583" y="15450"/>
                    <a:pt x="19783" y="15567"/>
                  </a:cubicBezTo>
                  <a:cubicBezTo>
                    <a:pt x="19982" y="15683"/>
                    <a:pt x="20307" y="15916"/>
                    <a:pt x="20756" y="16265"/>
                  </a:cubicBezTo>
                  <a:cubicBezTo>
                    <a:pt x="21188" y="16598"/>
                    <a:pt x="21571" y="16955"/>
                    <a:pt x="21903" y="17338"/>
                  </a:cubicBezTo>
                  <a:cubicBezTo>
                    <a:pt x="22219" y="17721"/>
                    <a:pt x="22502" y="18211"/>
                    <a:pt x="22751" y="18810"/>
                  </a:cubicBezTo>
                  <a:cubicBezTo>
                    <a:pt x="23017" y="19392"/>
                    <a:pt x="23151" y="19999"/>
                    <a:pt x="23151" y="20631"/>
                  </a:cubicBezTo>
                  <a:cubicBezTo>
                    <a:pt x="23151" y="21429"/>
                    <a:pt x="23034" y="22186"/>
                    <a:pt x="22801" y="22901"/>
                  </a:cubicBezTo>
                  <a:cubicBezTo>
                    <a:pt x="22568" y="23600"/>
                    <a:pt x="22186" y="24198"/>
                    <a:pt x="21654" y="24697"/>
                  </a:cubicBezTo>
                  <a:cubicBezTo>
                    <a:pt x="21122" y="25196"/>
                    <a:pt x="20490" y="25446"/>
                    <a:pt x="19758" y="25446"/>
                  </a:cubicBezTo>
                  <a:cubicBezTo>
                    <a:pt x="18943" y="25446"/>
                    <a:pt x="18253" y="25171"/>
                    <a:pt x="17687" y="24622"/>
                  </a:cubicBezTo>
                  <a:cubicBezTo>
                    <a:pt x="17105" y="24057"/>
                    <a:pt x="16814" y="23391"/>
                    <a:pt x="16814" y="22626"/>
                  </a:cubicBezTo>
                  <a:cubicBezTo>
                    <a:pt x="16814" y="22144"/>
                    <a:pt x="16955" y="21712"/>
                    <a:pt x="17238" y="21329"/>
                  </a:cubicBezTo>
                  <a:cubicBezTo>
                    <a:pt x="17521" y="20930"/>
                    <a:pt x="17970" y="20731"/>
                    <a:pt x="18585" y="20731"/>
                  </a:cubicBezTo>
                  <a:cubicBezTo>
                    <a:pt x="19267" y="20731"/>
                    <a:pt x="19866" y="20963"/>
                    <a:pt x="20381" y="21429"/>
                  </a:cubicBezTo>
                  <a:cubicBezTo>
                    <a:pt x="20897" y="21895"/>
                    <a:pt x="21221" y="22460"/>
                    <a:pt x="21354" y="23125"/>
                  </a:cubicBezTo>
                  <a:cubicBezTo>
                    <a:pt x="21787" y="22444"/>
                    <a:pt x="22003" y="21596"/>
                    <a:pt x="22003" y="20581"/>
                  </a:cubicBezTo>
                  <a:cubicBezTo>
                    <a:pt x="22003" y="19483"/>
                    <a:pt x="21521" y="18502"/>
                    <a:pt x="20556" y="17637"/>
                  </a:cubicBezTo>
                  <a:cubicBezTo>
                    <a:pt x="19591" y="16772"/>
                    <a:pt x="18303" y="16132"/>
                    <a:pt x="16689" y="15716"/>
                  </a:cubicBezTo>
                  <a:cubicBezTo>
                    <a:pt x="12814" y="14685"/>
                    <a:pt x="10012" y="13970"/>
                    <a:pt x="8282" y="13571"/>
                  </a:cubicBezTo>
                  <a:cubicBezTo>
                    <a:pt x="6536" y="13172"/>
                    <a:pt x="5289" y="12972"/>
                    <a:pt x="4540" y="12972"/>
                  </a:cubicBezTo>
                  <a:cubicBezTo>
                    <a:pt x="3842" y="12972"/>
                    <a:pt x="3251" y="13064"/>
                    <a:pt x="2769" y="13247"/>
                  </a:cubicBezTo>
                  <a:cubicBezTo>
                    <a:pt x="2287" y="13430"/>
                    <a:pt x="1938" y="13679"/>
                    <a:pt x="1721" y="13995"/>
                  </a:cubicBezTo>
                  <a:cubicBezTo>
                    <a:pt x="1488" y="14294"/>
                    <a:pt x="1331" y="14585"/>
                    <a:pt x="1247" y="14868"/>
                  </a:cubicBezTo>
                  <a:cubicBezTo>
                    <a:pt x="1164" y="15134"/>
                    <a:pt x="1123" y="15417"/>
                    <a:pt x="1123" y="15716"/>
                  </a:cubicBezTo>
                  <a:cubicBezTo>
                    <a:pt x="1123" y="16215"/>
                    <a:pt x="1222" y="16748"/>
                    <a:pt x="1422" y="17313"/>
                  </a:cubicBezTo>
                  <a:cubicBezTo>
                    <a:pt x="1622" y="17862"/>
                    <a:pt x="1954" y="18469"/>
                    <a:pt x="2420" y="19134"/>
                  </a:cubicBezTo>
                  <a:cubicBezTo>
                    <a:pt x="2869" y="19783"/>
                    <a:pt x="3559" y="20415"/>
                    <a:pt x="4490" y="21030"/>
                  </a:cubicBezTo>
                  <a:cubicBezTo>
                    <a:pt x="5422" y="21645"/>
                    <a:pt x="6528" y="22161"/>
                    <a:pt x="7808" y="22577"/>
                  </a:cubicBezTo>
                  <a:cubicBezTo>
                    <a:pt x="8191" y="22660"/>
                    <a:pt x="8382" y="22884"/>
                    <a:pt x="8382" y="23250"/>
                  </a:cubicBezTo>
                  <a:cubicBezTo>
                    <a:pt x="8365" y="23649"/>
                    <a:pt x="8191" y="23849"/>
                    <a:pt x="7858" y="23849"/>
                  </a:cubicBezTo>
                  <a:cubicBezTo>
                    <a:pt x="7575" y="23849"/>
                    <a:pt x="7143" y="23741"/>
                    <a:pt x="6561" y="23525"/>
                  </a:cubicBezTo>
                  <a:cubicBezTo>
                    <a:pt x="5962" y="23292"/>
                    <a:pt x="5289" y="22943"/>
                    <a:pt x="4540" y="22477"/>
                  </a:cubicBezTo>
                  <a:cubicBezTo>
                    <a:pt x="3792" y="21995"/>
                    <a:pt x="3085" y="21446"/>
                    <a:pt x="2420" y="20830"/>
                  </a:cubicBezTo>
                  <a:cubicBezTo>
                    <a:pt x="1738" y="20198"/>
                    <a:pt x="1164" y="19425"/>
                    <a:pt x="699" y="18510"/>
                  </a:cubicBezTo>
                  <a:cubicBezTo>
                    <a:pt x="233" y="17579"/>
                    <a:pt x="0" y="16615"/>
                    <a:pt x="0" y="15617"/>
                  </a:cubicBezTo>
                  <a:cubicBezTo>
                    <a:pt x="0" y="15168"/>
                    <a:pt x="50" y="14727"/>
                    <a:pt x="150" y="14294"/>
                  </a:cubicBezTo>
                  <a:cubicBezTo>
                    <a:pt x="233" y="13845"/>
                    <a:pt x="399" y="13355"/>
                    <a:pt x="649" y="12822"/>
                  </a:cubicBezTo>
                  <a:cubicBezTo>
                    <a:pt x="898" y="12274"/>
                    <a:pt x="1297" y="11758"/>
                    <a:pt x="1846" y="11276"/>
                  </a:cubicBezTo>
                  <a:cubicBezTo>
                    <a:pt x="2395" y="10793"/>
                    <a:pt x="3068" y="10403"/>
                    <a:pt x="3867" y="10103"/>
                  </a:cubicBezTo>
                  <a:cubicBezTo>
                    <a:pt x="3484" y="9904"/>
                    <a:pt x="3110" y="9671"/>
                    <a:pt x="2744" y="9405"/>
                  </a:cubicBezTo>
                  <a:cubicBezTo>
                    <a:pt x="2378" y="9122"/>
                    <a:pt x="1971" y="8764"/>
                    <a:pt x="1522" y="8332"/>
                  </a:cubicBezTo>
                  <a:cubicBezTo>
                    <a:pt x="1056" y="7883"/>
                    <a:pt x="690" y="7351"/>
                    <a:pt x="424" y="6735"/>
                  </a:cubicBezTo>
                  <a:cubicBezTo>
                    <a:pt x="141" y="6104"/>
                    <a:pt x="0" y="5438"/>
                    <a:pt x="0" y="4740"/>
                  </a:cubicBezTo>
                  <a:cubicBezTo>
                    <a:pt x="0" y="4058"/>
                    <a:pt x="91" y="3384"/>
                    <a:pt x="274" y="2719"/>
                  </a:cubicBezTo>
                  <a:cubicBezTo>
                    <a:pt x="441" y="2054"/>
                    <a:pt x="798" y="1439"/>
                    <a:pt x="1347" y="873"/>
                  </a:cubicBezTo>
                  <a:cubicBezTo>
                    <a:pt x="1879" y="291"/>
                    <a:pt x="2553" y="0"/>
                    <a:pt x="3368" y="0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7" name="Freeform 616">
              <a:extLst>
                <a:ext uri="{FF2B5EF4-FFF2-40B4-BE49-F238E27FC236}">
                  <a16:creationId xmlns:a16="http://schemas.microsoft.com/office/drawing/2014/main" id="{874B17EB-79A0-0BAF-7D09-C7BB48CCE5C3}"/>
                </a:ext>
              </a:extLst>
            </p:cNvPr>
            <p:cNvSpPr/>
            <p:nvPr/>
          </p:nvSpPr>
          <p:spPr>
            <a:xfrm>
              <a:off x="413009" y="4289524"/>
              <a:ext cx="51090" cy="11849"/>
            </a:xfrm>
            <a:custGeom>
              <a:avLst/>
              <a:gdLst>
                <a:gd name="csX0" fmla="*/ 50592 w 51090"/>
                <a:gd name="csY0" fmla="*/ 11849 h 11849"/>
                <a:gd name="csX1" fmla="*/ 49719 w 51090"/>
                <a:gd name="csY1" fmla="*/ 11201 h 11849"/>
                <a:gd name="csX2" fmla="*/ 25545 w 51090"/>
                <a:gd name="csY2" fmla="*/ 2968 h 11849"/>
                <a:gd name="csX3" fmla="*/ 1696 w 51090"/>
                <a:gd name="csY3" fmla="*/ 10877 h 11849"/>
                <a:gd name="csX4" fmla="*/ 499 w 51090"/>
                <a:gd name="csY4" fmla="*/ 11849 h 11849"/>
                <a:gd name="csX5" fmla="*/ 0 w 51090"/>
                <a:gd name="csY5" fmla="*/ 11351 h 11849"/>
                <a:gd name="csX6" fmla="*/ 1023 w 51090"/>
                <a:gd name="csY6" fmla="*/ 9779 h 11849"/>
                <a:gd name="csX7" fmla="*/ 4391 w 51090"/>
                <a:gd name="csY7" fmla="*/ 6660 h 11849"/>
                <a:gd name="csX8" fmla="*/ 9604 w 51090"/>
                <a:gd name="csY8" fmla="*/ 3368 h 11849"/>
                <a:gd name="csX9" fmla="*/ 25545 w 51090"/>
                <a:gd name="csY9" fmla="*/ 0 h 11849"/>
                <a:gd name="csX10" fmla="*/ 41137 w 51090"/>
                <a:gd name="csY10" fmla="*/ 3218 h 11849"/>
                <a:gd name="csX11" fmla="*/ 46501 w 51090"/>
                <a:gd name="csY11" fmla="*/ 6511 h 11849"/>
                <a:gd name="csX12" fmla="*/ 50018 w 51090"/>
                <a:gd name="csY12" fmla="*/ 9704 h 11849"/>
                <a:gd name="csX13" fmla="*/ 51091 w 51090"/>
                <a:gd name="csY13" fmla="*/ 11351 h 11849"/>
                <a:gd name="csX14" fmla="*/ 50592 w 51090"/>
                <a:gd name="csY14" fmla="*/ 11849 h 11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1090" h="11849">
                  <a:moveTo>
                    <a:pt x="50592" y="11849"/>
                  </a:moveTo>
                  <a:cubicBezTo>
                    <a:pt x="50425" y="11849"/>
                    <a:pt x="50134" y="11633"/>
                    <a:pt x="49719" y="11201"/>
                  </a:cubicBezTo>
                  <a:cubicBezTo>
                    <a:pt x="44131" y="5713"/>
                    <a:pt x="36073" y="2968"/>
                    <a:pt x="25545" y="2968"/>
                  </a:cubicBezTo>
                  <a:cubicBezTo>
                    <a:pt x="14985" y="2968"/>
                    <a:pt x="7035" y="5604"/>
                    <a:pt x="1696" y="10877"/>
                  </a:cubicBezTo>
                  <a:cubicBezTo>
                    <a:pt x="1081" y="11525"/>
                    <a:pt x="682" y="11849"/>
                    <a:pt x="499" y="11849"/>
                  </a:cubicBezTo>
                  <a:cubicBezTo>
                    <a:pt x="166" y="11849"/>
                    <a:pt x="0" y="11683"/>
                    <a:pt x="0" y="11351"/>
                  </a:cubicBezTo>
                  <a:cubicBezTo>
                    <a:pt x="0" y="11118"/>
                    <a:pt x="341" y="10594"/>
                    <a:pt x="1023" y="9779"/>
                  </a:cubicBezTo>
                  <a:cubicBezTo>
                    <a:pt x="1705" y="8948"/>
                    <a:pt x="2827" y="7908"/>
                    <a:pt x="4391" y="6660"/>
                  </a:cubicBezTo>
                  <a:cubicBezTo>
                    <a:pt x="5954" y="5397"/>
                    <a:pt x="7692" y="4299"/>
                    <a:pt x="9604" y="3368"/>
                  </a:cubicBezTo>
                  <a:cubicBezTo>
                    <a:pt x="14245" y="1123"/>
                    <a:pt x="19558" y="0"/>
                    <a:pt x="25545" y="0"/>
                  </a:cubicBezTo>
                  <a:cubicBezTo>
                    <a:pt x="31300" y="0"/>
                    <a:pt x="36497" y="1073"/>
                    <a:pt x="41137" y="3218"/>
                  </a:cubicBezTo>
                  <a:cubicBezTo>
                    <a:pt x="43083" y="4133"/>
                    <a:pt x="44871" y="5230"/>
                    <a:pt x="46501" y="6511"/>
                  </a:cubicBezTo>
                  <a:cubicBezTo>
                    <a:pt x="48130" y="7791"/>
                    <a:pt x="49303" y="8856"/>
                    <a:pt x="50018" y="9704"/>
                  </a:cubicBezTo>
                  <a:cubicBezTo>
                    <a:pt x="50733" y="10552"/>
                    <a:pt x="51091" y="11101"/>
                    <a:pt x="51091" y="11351"/>
                  </a:cubicBezTo>
                  <a:cubicBezTo>
                    <a:pt x="51091" y="11683"/>
                    <a:pt x="50925" y="11849"/>
                    <a:pt x="50592" y="11849"/>
                  </a:cubicBezTo>
                  <a:close/>
                </a:path>
              </a:pathLst>
            </a:custGeom>
            <a:solidFill>
              <a:srgbClr val="000000"/>
            </a:solidFill>
            <a:ln w="532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18" name="Freeform 617">
              <a:extLst>
                <a:ext uri="{FF2B5EF4-FFF2-40B4-BE49-F238E27FC236}">
                  <a16:creationId xmlns:a16="http://schemas.microsoft.com/office/drawing/2014/main" id="{5BA669E7-5DC3-5A1F-D574-2A6FC27460F2}"/>
                </a:ext>
              </a:extLst>
            </p:cNvPr>
            <p:cNvSpPr/>
            <p:nvPr/>
          </p:nvSpPr>
          <p:spPr>
            <a:xfrm>
              <a:off x="621880" y="3997119"/>
              <a:ext cx="1008380" cy="667385"/>
            </a:xfrm>
            <a:custGeom>
              <a:avLst/>
              <a:gdLst>
                <a:gd name="csX0" fmla="*/ 0 w 1008380"/>
                <a:gd name="csY0" fmla="*/ 667386 h 667385"/>
                <a:gd name="csX1" fmla="*/ 1009 w 1008380"/>
                <a:gd name="csY1" fmla="*/ 667386 h 667385"/>
                <a:gd name="csX2" fmla="*/ 2019 w 1008380"/>
                <a:gd name="csY2" fmla="*/ 667386 h 667385"/>
                <a:gd name="csX3" fmla="*/ 3028 w 1008380"/>
                <a:gd name="csY3" fmla="*/ 667386 h 667385"/>
                <a:gd name="csX4" fmla="*/ 4037 w 1008380"/>
                <a:gd name="csY4" fmla="*/ 667386 h 667385"/>
                <a:gd name="csX5" fmla="*/ 5047 w 1008380"/>
                <a:gd name="csY5" fmla="*/ 667386 h 667385"/>
                <a:gd name="csX6" fmla="*/ 6056 w 1008380"/>
                <a:gd name="csY6" fmla="*/ 667386 h 667385"/>
                <a:gd name="csX7" fmla="*/ 7066 w 1008380"/>
                <a:gd name="csY7" fmla="*/ 667386 h 667385"/>
                <a:gd name="csX8" fmla="*/ 8075 w 1008380"/>
                <a:gd name="csY8" fmla="*/ 667386 h 667385"/>
                <a:gd name="csX9" fmla="*/ 9085 w 1008380"/>
                <a:gd name="csY9" fmla="*/ 667386 h 667385"/>
                <a:gd name="csX10" fmla="*/ 10094 w 1008380"/>
                <a:gd name="csY10" fmla="*/ 667386 h 667385"/>
                <a:gd name="csX11" fmla="*/ 11103 w 1008380"/>
                <a:gd name="csY11" fmla="*/ 667386 h 667385"/>
                <a:gd name="csX12" fmla="*/ 12113 w 1008380"/>
                <a:gd name="csY12" fmla="*/ 667386 h 667385"/>
                <a:gd name="csX13" fmla="*/ 13122 w 1008380"/>
                <a:gd name="csY13" fmla="*/ 667386 h 667385"/>
                <a:gd name="csX14" fmla="*/ 14131 w 1008380"/>
                <a:gd name="csY14" fmla="*/ 667386 h 667385"/>
                <a:gd name="csX15" fmla="*/ 15141 w 1008380"/>
                <a:gd name="csY15" fmla="*/ 667386 h 667385"/>
                <a:gd name="csX16" fmla="*/ 16150 w 1008380"/>
                <a:gd name="csY16" fmla="*/ 667386 h 667385"/>
                <a:gd name="csX17" fmla="*/ 17159 w 1008380"/>
                <a:gd name="csY17" fmla="*/ 667386 h 667385"/>
                <a:gd name="csX18" fmla="*/ 18169 w 1008380"/>
                <a:gd name="csY18" fmla="*/ 667386 h 667385"/>
                <a:gd name="csX19" fmla="*/ 19178 w 1008380"/>
                <a:gd name="csY19" fmla="*/ 667386 h 667385"/>
                <a:gd name="csX20" fmla="*/ 20187 w 1008380"/>
                <a:gd name="csY20" fmla="*/ 667386 h 667385"/>
                <a:gd name="csX21" fmla="*/ 21197 w 1008380"/>
                <a:gd name="csY21" fmla="*/ 667386 h 667385"/>
                <a:gd name="csX22" fmla="*/ 22206 w 1008380"/>
                <a:gd name="csY22" fmla="*/ 667386 h 667385"/>
                <a:gd name="csX23" fmla="*/ 23216 w 1008380"/>
                <a:gd name="csY23" fmla="*/ 667386 h 667385"/>
                <a:gd name="csX24" fmla="*/ 24225 w 1008380"/>
                <a:gd name="csY24" fmla="*/ 667386 h 667385"/>
                <a:gd name="csX25" fmla="*/ 25235 w 1008380"/>
                <a:gd name="csY25" fmla="*/ 667386 h 667385"/>
                <a:gd name="csX26" fmla="*/ 26244 w 1008380"/>
                <a:gd name="csY26" fmla="*/ 667386 h 667385"/>
                <a:gd name="csX27" fmla="*/ 27253 w 1008380"/>
                <a:gd name="csY27" fmla="*/ 667386 h 667385"/>
                <a:gd name="csX28" fmla="*/ 28263 w 1008380"/>
                <a:gd name="csY28" fmla="*/ 667386 h 667385"/>
                <a:gd name="csX29" fmla="*/ 29272 w 1008380"/>
                <a:gd name="csY29" fmla="*/ 667386 h 667385"/>
                <a:gd name="csX30" fmla="*/ 30282 w 1008380"/>
                <a:gd name="csY30" fmla="*/ 667386 h 667385"/>
                <a:gd name="csX31" fmla="*/ 31291 w 1008380"/>
                <a:gd name="csY31" fmla="*/ 667386 h 667385"/>
                <a:gd name="csX32" fmla="*/ 32301 w 1008380"/>
                <a:gd name="csY32" fmla="*/ 667386 h 667385"/>
                <a:gd name="csX33" fmla="*/ 33310 w 1008380"/>
                <a:gd name="csY33" fmla="*/ 667386 h 667385"/>
                <a:gd name="csX34" fmla="*/ 34319 w 1008380"/>
                <a:gd name="csY34" fmla="*/ 667386 h 667385"/>
                <a:gd name="csX35" fmla="*/ 35329 w 1008380"/>
                <a:gd name="csY35" fmla="*/ 667386 h 667385"/>
                <a:gd name="csX36" fmla="*/ 36338 w 1008380"/>
                <a:gd name="csY36" fmla="*/ 667386 h 667385"/>
                <a:gd name="csX37" fmla="*/ 37347 w 1008380"/>
                <a:gd name="csY37" fmla="*/ 667386 h 667385"/>
                <a:gd name="csX38" fmla="*/ 38357 w 1008380"/>
                <a:gd name="csY38" fmla="*/ 667386 h 667385"/>
                <a:gd name="csX39" fmla="*/ 39366 w 1008380"/>
                <a:gd name="csY39" fmla="*/ 667386 h 667385"/>
                <a:gd name="csX40" fmla="*/ 40375 w 1008380"/>
                <a:gd name="csY40" fmla="*/ 667386 h 667385"/>
                <a:gd name="csX41" fmla="*/ 41385 w 1008380"/>
                <a:gd name="csY41" fmla="*/ 667386 h 667385"/>
                <a:gd name="csX42" fmla="*/ 42394 w 1008380"/>
                <a:gd name="csY42" fmla="*/ 667386 h 667385"/>
                <a:gd name="csX43" fmla="*/ 43403 w 1008380"/>
                <a:gd name="csY43" fmla="*/ 667380 h 667385"/>
                <a:gd name="csX44" fmla="*/ 44413 w 1008380"/>
                <a:gd name="csY44" fmla="*/ 667380 h 667385"/>
                <a:gd name="csX45" fmla="*/ 45422 w 1008380"/>
                <a:gd name="csY45" fmla="*/ 667380 h 667385"/>
                <a:gd name="csX46" fmla="*/ 46432 w 1008380"/>
                <a:gd name="csY46" fmla="*/ 667380 h 667385"/>
                <a:gd name="csX47" fmla="*/ 47441 w 1008380"/>
                <a:gd name="csY47" fmla="*/ 667380 h 667385"/>
                <a:gd name="csX48" fmla="*/ 48451 w 1008380"/>
                <a:gd name="csY48" fmla="*/ 667380 h 667385"/>
                <a:gd name="csX49" fmla="*/ 49460 w 1008380"/>
                <a:gd name="csY49" fmla="*/ 667375 h 667385"/>
                <a:gd name="csX50" fmla="*/ 50469 w 1008380"/>
                <a:gd name="csY50" fmla="*/ 667375 h 667385"/>
                <a:gd name="csX51" fmla="*/ 51479 w 1008380"/>
                <a:gd name="csY51" fmla="*/ 667375 h 667385"/>
                <a:gd name="csX52" fmla="*/ 52488 w 1008380"/>
                <a:gd name="csY52" fmla="*/ 667375 h 667385"/>
                <a:gd name="csX53" fmla="*/ 53498 w 1008380"/>
                <a:gd name="csY53" fmla="*/ 667370 h 667385"/>
                <a:gd name="csX54" fmla="*/ 54507 w 1008380"/>
                <a:gd name="csY54" fmla="*/ 667370 h 667385"/>
                <a:gd name="csX55" fmla="*/ 55516 w 1008380"/>
                <a:gd name="csY55" fmla="*/ 667364 h 667385"/>
                <a:gd name="csX56" fmla="*/ 56526 w 1008380"/>
                <a:gd name="csY56" fmla="*/ 667364 h 667385"/>
                <a:gd name="csX57" fmla="*/ 57535 w 1008380"/>
                <a:gd name="csY57" fmla="*/ 667359 h 667385"/>
                <a:gd name="csX58" fmla="*/ 58544 w 1008380"/>
                <a:gd name="csY58" fmla="*/ 667359 h 667385"/>
                <a:gd name="csX59" fmla="*/ 59554 w 1008380"/>
                <a:gd name="csY59" fmla="*/ 667354 h 667385"/>
                <a:gd name="csX60" fmla="*/ 60563 w 1008380"/>
                <a:gd name="csY60" fmla="*/ 667348 h 667385"/>
                <a:gd name="csX61" fmla="*/ 61572 w 1008380"/>
                <a:gd name="csY61" fmla="*/ 667343 h 667385"/>
                <a:gd name="csX62" fmla="*/ 62582 w 1008380"/>
                <a:gd name="csY62" fmla="*/ 667338 h 667385"/>
                <a:gd name="csX63" fmla="*/ 63591 w 1008380"/>
                <a:gd name="csY63" fmla="*/ 667332 h 667385"/>
                <a:gd name="csX64" fmla="*/ 64601 w 1008380"/>
                <a:gd name="csY64" fmla="*/ 667327 h 667385"/>
                <a:gd name="csX65" fmla="*/ 65610 w 1008380"/>
                <a:gd name="csY65" fmla="*/ 667316 h 667385"/>
                <a:gd name="csX66" fmla="*/ 66619 w 1008380"/>
                <a:gd name="csY66" fmla="*/ 667311 h 667385"/>
                <a:gd name="csX67" fmla="*/ 67629 w 1008380"/>
                <a:gd name="csY67" fmla="*/ 667300 h 667385"/>
                <a:gd name="csX68" fmla="*/ 68638 w 1008380"/>
                <a:gd name="csY68" fmla="*/ 667290 h 667385"/>
                <a:gd name="csX69" fmla="*/ 69648 w 1008380"/>
                <a:gd name="csY69" fmla="*/ 667279 h 667385"/>
                <a:gd name="csX70" fmla="*/ 70657 w 1008380"/>
                <a:gd name="csY70" fmla="*/ 667263 h 667385"/>
                <a:gd name="csX71" fmla="*/ 71667 w 1008380"/>
                <a:gd name="csY71" fmla="*/ 667252 h 667385"/>
                <a:gd name="csX72" fmla="*/ 72676 w 1008380"/>
                <a:gd name="csY72" fmla="*/ 667236 h 667385"/>
                <a:gd name="csX73" fmla="*/ 73685 w 1008380"/>
                <a:gd name="csY73" fmla="*/ 667215 h 667385"/>
                <a:gd name="csX74" fmla="*/ 74695 w 1008380"/>
                <a:gd name="csY74" fmla="*/ 667199 h 667385"/>
                <a:gd name="csX75" fmla="*/ 75704 w 1008380"/>
                <a:gd name="csY75" fmla="*/ 667178 h 667385"/>
                <a:gd name="csX76" fmla="*/ 76714 w 1008380"/>
                <a:gd name="csY76" fmla="*/ 667151 h 667385"/>
                <a:gd name="csX77" fmla="*/ 77723 w 1008380"/>
                <a:gd name="csY77" fmla="*/ 667124 h 667385"/>
                <a:gd name="csX78" fmla="*/ 78732 w 1008380"/>
                <a:gd name="csY78" fmla="*/ 667098 h 667385"/>
                <a:gd name="csX79" fmla="*/ 79742 w 1008380"/>
                <a:gd name="csY79" fmla="*/ 667066 h 667385"/>
                <a:gd name="csX80" fmla="*/ 80751 w 1008380"/>
                <a:gd name="csY80" fmla="*/ 667029 h 667385"/>
                <a:gd name="csX81" fmla="*/ 81760 w 1008380"/>
                <a:gd name="csY81" fmla="*/ 666986 h 667385"/>
                <a:gd name="csX82" fmla="*/ 82770 w 1008380"/>
                <a:gd name="csY82" fmla="*/ 666943 h 667385"/>
                <a:gd name="csX83" fmla="*/ 83779 w 1008380"/>
                <a:gd name="csY83" fmla="*/ 666896 h 667385"/>
                <a:gd name="csX84" fmla="*/ 84788 w 1008380"/>
                <a:gd name="csY84" fmla="*/ 666842 h 667385"/>
                <a:gd name="csX85" fmla="*/ 85798 w 1008380"/>
                <a:gd name="csY85" fmla="*/ 666789 h 667385"/>
                <a:gd name="csX86" fmla="*/ 86807 w 1008380"/>
                <a:gd name="csY86" fmla="*/ 666725 h 667385"/>
                <a:gd name="csX87" fmla="*/ 87817 w 1008380"/>
                <a:gd name="csY87" fmla="*/ 666656 h 667385"/>
                <a:gd name="csX88" fmla="*/ 88826 w 1008380"/>
                <a:gd name="csY88" fmla="*/ 666576 h 667385"/>
                <a:gd name="csX89" fmla="*/ 89835 w 1008380"/>
                <a:gd name="csY89" fmla="*/ 666496 h 667385"/>
                <a:gd name="csX90" fmla="*/ 90845 w 1008380"/>
                <a:gd name="csY90" fmla="*/ 666406 h 667385"/>
                <a:gd name="csX91" fmla="*/ 91854 w 1008380"/>
                <a:gd name="csY91" fmla="*/ 666304 h 667385"/>
                <a:gd name="csX92" fmla="*/ 92864 w 1008380"/>
                <a:gd name="csY92" fmla="*/ 666193 h 667385"/>
                <a:gd name="csX93" fmla="*/ 93873 w 1008380"/>
                <a:gd name="csY93" fmla="*/ 666075 h 667385"/>
                <a:gd name="csX94" fmla="*/ 94883 w 1008380"/>
                <a:gd name="csY94" fmla="*/ 665948 h 667385"/>
                <a:gd name="csX95" fmla="*/ 95892 w 1008380"/>
                <a:gd name="csY95" fmla="*/ 665804 h 667385"/>
                <a:gd name="csX96" fmla="*/ 96901 w 1008380"/>
                <a:gd name="csY96" fmla="*/ 665649 h 667385"/>
                <a:gd name="csX97" fmla="*/ 97911 w 1008380"/>
                <a:gd name="csY97" fmla="*/ 665484 h 667385"/>
                <a:gd name="csX98" fmla="*/ 98920 w 1008380"/>
                <a:gd name="csY98" fmla="*/ 665303 h 667385"/>
                <a:gd name="csX99" fmla="*/ 99930 w 1008380"/>
                <a:gd name="csY99" fmla="*/ 665106 h 667385"/>
                <a:gd name="csX100" fmla="*/ 100939 w 1008380"/>
                <a:gd name="csY100" fmla="*/ 664888 h 667385"/>
                <a:gd name="csX101" fmla="*/ 101948 w 1008380"/>
                <a:gd name="csY101" fmla="*/ 664659 h 667385"/>
                <a:gd name="csX102" fmla="*/ 102958 w 1008380"/>
                <a:gd name="csY102" fmla="*/ 664403 h 667385"/>
                <a:gd name="csX103" fmla="*/ 103967 w 1008380"/>
                <a:gd name="csY103" fmla="*/ 664132 h 667385"/>
                <a:gd name="csX104" fmla="*/ 104976 w 1008380"/>
                <a:gd name="csY104" fmla="*/ 663839 h 667385"/>
                <a:gd name="csX105" fmla="*/ 105986 w 1008380"/>
                <a:gd name="csY105" fmla="*/ 663519 h 667385"/>
                <a:gd name="csX106" fmla="*/ 106995 w 1008380"/>
                <a:gd name="csY106" fmla="*/ 663178 h 667385"/>
                <a:gd name="csX107" fmla="*/ 108004 w 1008380"/>
                <a:gd name="csY107" fmla="*/ 662806 h 667385"/>
                <a:gd name="csX108" fmla="*/ 109014 w 1008380"/>
                <a:gd name="csY108" fmla="*/ 662406 h 667385"/>
                <a:gd name="csX109" fmla="*/ 110023 w 1008380"/>
                <a:gd name="csY109" fmla="*/ 661975 h 667385"/>
                <a:gd name="csX110" fmla="*/ 111033 w 1008380"/>
                <a:gd name="csY110" fmla="*/ 661512 h 667385"/>
                <a:gd name="csX111" fmla="*/ 112042 w 1008380"/>
                <a:gd name="csY111" fmla="*/ 661011 h 667385"/>
                <a:gd name="csX112" fmla="*/ 113051 w 1008380"/>
                <a:gd name="csY112" fmla="*/ 660473 h 667385"/>
                <a:gd name="csX113" fmla="*/ 114061 w 1008380"/>
                <a:gd name="csY113" fmla="*/ 659898 h 667385"/>
                <a:gd name="csX114" fmla="*/ 115070 w 1008380"/>
                <a:gd name="csY114" fmla="*/ 659286 h 667385"/>
                <a:gd name="csX115" fmla="*/ 116080 w 1008380"/>
                <a:gd name="csY115" fmla="*/ 658620 h 667385"/>
                <a:gd name="csX116" fmla="*/ 117089 w 1008380"/>
                <a:gd name="csY116" fmla="*/ 657917 h 667385"/>
                <a:gd name="csX117" fmla="*/ 118099 w 1008380"/>
                <a:gd name="csY117" fmla="*/ 657155 h 667385"/>
                <a:gd name="csX118" fmla="*/ 119108 w 1008380"/>
                <a:gd name="csY118" fmla="*/ 656346 h 667385"/>
                <a:gd name="csX119" fmla="*/ 120117 w 1008380"/>
                <a:gd name="csY119" fmla="*/ 655483 h 667385"/>
                <a:gd name="csX120" fmla="*/ 121127 w 1008380"/>
                <a:gd name="csY120" fmla="*/ 654562 h 667385"/>
                <a:gd name="csX121" fmla="*/ 122136 w 1008380"/>
                <a:gd name="csY121" fmla="*/ 653577 h 667385"/>
                <a:gd name="csX122" fmla="*/ 123145 w 1008380"/>
                <a:gd name="csY122" fmla="*/ 652528 h 667385"/>
                <a:gd name="csX123" fmla="*/ 124155 w 1008380"/>
                <a:gd name="csY123" fmla="*/ 651415 h 667385"/>
                <a:gd name="csX124" fmla="*/ 125164 w 1008380"/>
                <a:gd name="csY124" fmla="*/ 650227 h 667385"/>
                <a:gd name="csX125" fmla="*/ 126173 w 1008380"/>
                <a:gd name="csY125" fmla="*/ 648965 h 667385"/>
                <a:gd name="csX126" fmla="*/ 127183 w 1008380"/>
                <a:gd name="csY126" fmla="*/ 647628 h 667385"/>
                <a:gd name="csX127" fmla="*/ 128192 w 1008380"/>
                <a:gd name="csY127" fmla="*/ 646206 h 667385"/>
                <a:gd name="csX128" fmla="*/ 129201 w 1008380"/>
                <a:gd name="csY128" fmla="*/ 644699 h 667385"/>
                <a:gd name="csX129" fmla="*/ 130211 w 1008380"/>
                <a:gd name="csY129" fmla="*/ 643107 h 667385"/>
                <a:gd name="csX130" fmla="*/ 131220 w 1008380"/>
                <a:gd name="csY130" fmla="*/ 641424 h 667385"/>
                <a:gd name="csX131" fmla="*/ 132230 w 1008380"/>
                <a:gd name="csY131" fmla="*/ 639640 h 667385"/>
                <a:gd name="csX132" fmla="*/ 133239 w 1008380"/>
                <a:gd name="csY132" fmla="*/ 637760 h 667385"/>
                <a:gd name="csX133" fmla="*/ 134249 w 1008380"/>
                <a:gd name="csY133" fmla="*/ 635774 h 667385"/>
                <a:gd name="csX134" fmla="*/ 135258 w 1008380"/>
                <a:gd name="csY134" fmla="*/ 633681 h 667385"/>
                <a:gd name="csX135" fmla="*/ 136267 w 1008380"/>
                <a:gd name="csY135" fmla="*/ 631477 h 667385"/>
                <a:gd name="csX136" fmla="*/ 137277 w 1008380"/>
                <a:gd name="csY136" fmla="*/ 629155 h 667385"/>
                <a:gd name="csX137" fmla="*/ 138286 w 1008380"/>
                <a:gd name="csY137" fmla="*/ 626716 h 667385"/>
                <a:gd name="csX138" fmla="*/ 139296 w 1008380"/>
                <a:gd name="csY138" fmla="*/ 624154 h 667385"/>
                <a:gd name="csX139" fmla="*/ 140305 w 1008380"/>
                <a:gd name="csY139" fmla="*/ 621465 h 667385"/>
                <a:gd name="csX140" fmla="*/ 141315 w 1008380"/>
                <a:gd name="csY140" fmla="*/ 618648 h 667385"/>
                <a:gd name="csX141" fmla="*/ 142324 w 1008380"/>
                <a:gd name="csY141" fmla="*/ 615692 h 667385"/>
                <a:gd name="csX142" fmla="*/ 143333 w 1008380"/>
                <a:gd name="csY142" fmla="*/ 612603 h 667385"/>
                <a:gd name="csX143" fmla="*/ 144343 w 1008380"/>
                <a:gd name="csY143" fmla="*/ 609371 h 667385"/>
                <a:gd name="csX144" fmla="*/ 145352 w 1008380"/>
                <a:gd name="csY144" fmla="*/ 605989 h 667385"/>
                <a:gd name="csX145" fmla="*/ 146361 w 1008380"/>
                <a:gd name="csY145" fmla="*/ 602464 h 667385"/>
                <a:gd name="csX146" fmla="*/ 147371 w 1008380"/>
                <a:gd name="csY146" fmla="*/ 598789 h 667385"/>
                <a:gd name="csX147" fmla="*/ 148380 w 1008380"/>
                <a:gd name="csY147" fmla="*/ 594960 h 667385"/>
                <a:gd name="csX148" fmla="*/ 149389 w 1008380"/>
                <a:gd name="csY148" fmla="*/ 590977 h 667385"/>
                <a:gd name="csX149" fmla="*/ 150399 w 1008380"/>
                <a:gd name="csY149" fmla="*/ 586834 h 667385"/>
                <a:gd name="csX150" fmla="*/ 151408 w 1008380"/>
                <a:gd name="csY150" fmla="*/ 582526 h 667385"/>
                <a:gd name="csX151" fmla="*/ 152417 w 1008380"/>
                <a:gd name="csY151" fmla="*/ 578063 h 667385"/>
                <a:gd name="csX152" fmla="*/ 153427 w 1008380"/>
                <a:gd name="csY152" fmla="*/ 573430 h 667385"/>
                <a:gd name="csX153" fmla="*/ 154436 w 1008380"/>
                <a:gd name="csY153" fmla="*/ 568632 h 667385"/>
                <a:gd name="csX154" fmla="*/ 155446 w 1008380"/>
                <a:gd name="csY154" fmla="*/ 563669 h 667385"/>
                <a:gd name="csX155" fmla="*/ 156455 w 1008380"/>
                <a:gd name="csY155" fmla="*/ 558535 h 667385"/>
                <a:gd name="csX156" fmla="*/ 157465 w 1008380"/>
                <a:gd name="csY156" fmla="*/ 553236 h 667385"/>
                <a:gd name="csX157" fmla="*/ 158474 w 1008380"/>
                <a:gd name="csY157" fmla="*/ 547767 h 667385"/>
                <a:gd name="csX158" fmla="*/ 159483 w 1008380"/>
                <a:gd name="csY158" fmla="*/ 542133 h 667385"/>
                <a:gd name="csX159" fmla="*/ 160493 w 1008380"/>
                <a:gd name="csY159" fmla="*/ 536328 h 667385"/>
                <a:gd name="csX160" fmla="*/ 161502 w 1008380"/>
                <a:gd name="csY160" fmla="*/ 530358 h 667385"/>
                <a:gd name="csX161" fmla="*/ 162512 w 1008380"/>
                <a:gd name="csY161" fmla="*/ 524229 h 667385"/>
                <a:gd name="csX162" fmla="*/ 163521 w 1008380"/>
                <a:gd name="csY162" fmla="*/ 517934 h 667385"/>
                <a:gd name="csX163" fmla="*/ 164531 w 1008380"/>
                <a:gd name="csY163" fmla="*/ 511480 h 667385"/>
                <a:gd name="csX164" fmla="*/ 165540 w 1008380"/>
                <a:gd name="csY164" fmla="*/ 504871 h 667385"/>
                <a:gd name="csX165" fmla="*/ 166549 w 1008380"/>
                <a:gd name="csY165" fmla="*/ 498108 h 667385"/>
                <a:gd name="csX166" fmla="*/ 167559 w 1008380"/>
                <a:gd name="csY166" fmla="*/ 491196 h 667385"/>
                <a:gd name="csX167" fmla="*/ 168568 w 1008380"/>
                <a:gd name="csY167" fmla="*/ 484140 h 667385"/>
                <a:gd name="csX168" fmla="*/ 169577 w 1008380"/>
                <a:gd name="csY168" fmla="*/ 476944 h 667385"/>
                <a:gd name="csX169" fmla="*/ 170587 w 1008380"/>
                <a:gd name="csY169" fmla="*/ 469614 h 667385"/>
                <a:gd name="csX170" fmla="*/ 171596 w 1008380"/>
                <a:gd name="csY170" fmla="*/ 462157 h 667385"/>
                <a:gd name="csX171" fmla="*/ 172605 w 1008380"/>
                <a:gd name="csY171" fmla="*/ 454578 h 667385"/>
                <a:gd name="csX172" fmla="*/ 173615 w 1008380"/>
                <a:gd name="csY172" fmla="*/ 446885 h 667385"/>
                <a:gd name="csX173" fmla="*/ 174624 w 1008380"/>
                <a:gd name="csY173" fmla="*/ 439086 h 667385"/>
                <a:gd name="csX174" fmla="*/ 175633 w 1008380"/>
                <a:gd name="csY174" fmla="*/ 431188 h 667385"/>
                <a:gd name="csX175" fmla="*/ 176643 w 1008380"/>
                <a:gd name="csY175" fmla="*/ 423201 h 667385"/>
                <a:gd name="csX176" fmla="*/ 177652 w 1008380"/>
                <a:gd name="csY176" fmla="*/ 415132 h 667385"/>
                <a:gd name="csX177" fmla="*/ 178662 w 1008380"/>
                <a:gd name="csY177" fmla="*/ 406993 h 667385"/>
                <a:gd name="csX178" fmla="*/ 179671 w 1008380"/>
                <a:gd name="csY178" fmla="*/ 398792 h 667385"/>
                <a:gd name="csX179" fmla="*/ 180681 w 1008380"/>
                <a:gd name="csY179" fmla="*/ 390541 h 667385"/>
                <a:gd name="csX180" fmla="*/ 181690 w 1008380"/>
                <a:gd name="csY180" fmla="*/ 382250 h 667385"/>
                <a:gd name="csX181" fmla="*/ 182699 w 1008380"/>
                <a:gd name="csY181" fmla="*/ 373930 h 667385"/>
                <a:gd name="csX182" fmla="*/ 183709 w 1008380"/>
                <a:gd name="csY182" fmla="*/ 365595 h 667385"/>
                <a:gd name="csX183" fmla="*/ 184718 w 1008380"/>
                <a:gd name="csY183" fmla="*/ 357254 h 667385"/>
                <a:gd name="csX184" fmla="*/ 185728 w 1008380"/>
                <a:gd name="csY184" fmla="*/ 348921 h 667385"/>
                <a:gd name="csX185" fmla="*/ 186737 w 1008380"/>
                <a:gd name="csY185" fmla="*/ 340610 h 667385"/>
                <a:gd name="csX186" fmla="*/ 187746 w 1008380"/>
                <a:gd name="csY186" fmla="*/ 332332 h 667385"/>
                <a:gd name="csX187" fmla="*/ 188756 w 1008380"/>
                <a:gd name="csY187" fmla="*/ 324100 h 667385"/>
                <a:gd name="csX188" fmla="*/ 189765 w 1008380"/>
                <a:gd name="csY188" fmla="*/ 315930 h 667385"/>
                <a:gd name="csX189" fmla="*/ 190774 w 1008380"/>
                <a:gd name="csY189" fmla="*/ 307834 h 667385"/>
                <a:gd name="csX190" fmla="*/ 191784 w 1008380"/>
                <a:gd name="csY190" fmla="*/ 299825 h 667385"/>
                <a:gd name="csX191" fmla="*/ 192793 w 1008380"/>
                <a:gd name="csY191" fmla="*/ 291918 h 667385"/>
                <a:gd name="csX192" fmla="*/ 193803 w 1008380"/>
                <a:gd name="csY192" fmla="*/ 284126 h 667385"/>
                <a:gd name="csX193" fmla="*/ 194812 w 1008380"/>
                <a:gd name="csY193" fmla="*/ 276465 h 667385"/>
                <a:gd name="csX194" fmla="*/ 195821 w 1008380"/>
                <a:gd name="csY194" fmla="*/ 268946 h 667385"/>
                <a:gd name="csX195" fmla="*/ 196831 w 1008380"/>
                <a:gd name="csY195" fmla="*/ 261584 h 667385"/>
                <a:gd name="csX196" fmla="*/ 197840 w 1008380"/>
                <a:gd name="csY196" fmla="*/ 254394 h 667385"/>
                <a:gd name="csX197" fmla="*/ 198849 w 1008380"/>
                <a:gd name="csY197" fmla="*/ 247388 h 667385"/>
                <a:gd name="csX198" fmla="*/ 199859 w 1008380"/>
                <a:gd name="csY198" fmla="*/ 240580 h 667385"/>
                <a:gd name="csX199" fmla="*/ 200868 w 1008380"/>
                <a:gd name="csY199" fmla="*/ 233982 h 667385"/>
                <a:gd name="csX200" fmla="*/ 201878 w 1008380"/>
                <a:gd name="csY200" fmla="*/ 227607 h 667385"/>
                <a:gd name="csX201" fmla="*/ 202887 w 1008380"/>
                <a:gd name="csY201" fmla="*/ 221469 h 667385"/>
                <a:gd name="csX202" fmla="*/ 203897 w 1008380"/>
                <a:gd name="csY202" fmla="*/ 215578 h 667385"/>
                <a:gd name="csX203" fmla="*/ 204906 w 1008380"/>
                <a:gd name="csY203" fmla="*/ 209946 h 667385"/>
                <a:gd name="csX204" fmla="*/ 205915 w 1008380"/>
                <a:gd name="csY204" fmla="*/ 204585 h 667385"/>
                <a:gd name="csX205" fmla="*/ 206925 w 1008380"/>
                <a:gd name="csY205" fmla="*/ 199505 h 667385"/>
                <a:gd name="csX206" fmla="*/ 207934 w 1008380"/>
                <a:gd name="csY206" fmla="*/ 194715 h 667385"/>
                <a:gd name="csX207" fmla="*/ 208944 w 1008380"/>
                <a:gd name="csY207" fmla="*/ 190226 h 667385"/>
                <a:gd name="csX208" fmla="*/ 209953 w 1008380"/>
                <a:gd name="csY208" fmla="*/ 186046 h 667385"/>
                <a:gd name="csX209" fmla="*/ 210962 w 1008380"/>
                <a:gd name="csY209" fmla="*/ 182183 h 667385"/>
                <a:gd name="csX210" fmla="*/ 211972 w 1008380"/>
                <a:gd name="csY210" fmla="*/ 178643 h 667385"/>
                <a:gd name="csX211" fmla="*/ 212981 w 1008380"/>
                <a:gd name="csY211" fmla="*/ 175435 h 667385"/>
                <a:gd name="csX212" fmla="*/ 213990 w 1008380"/>
                <a:gd name="csY212" fmla="*/ 172564 h 667385"/>
                <a:gd name="csX213" fmla="*/ 215000 w 1008380"/>
                <a:gd name="csY213" fmla="*/ 170035 h 667385"/>
                <a:gd name="csX214" fmla="*/ 216009 w 1008380"/>
                <a:gd name="csY214" fmla="*/ 167851 h 667385"/>
                <a:gd name="csX215" fmla="*/ 217018 w 1008380"/>
                <a:gd name="csY215" fmla="*/ 166018 h 667385"/>
                <a:gd name="csX216" fmla="*/ 218028 w 1008380"/>
                <a:gd name="csY216" fmla="*/ 164536 h 667385"/>
                <a:gd name="csX217" fmla="*/ 219037 w 1008380"/>
                <a:gd name="csY217" fmla="*/ 163409 h 667385"/>
                <a:gd name="csX218" fmla="*/ 220047 w 1008380"/>
                <a:gd name="csY218" fmla="*/ 162636 h 667385"/>
                <a:gd name="csX219" fmla="*/ 221056 w 1008380"/>
                <a:gd name="csY219" fmla="*/ 162219 h 667385"/>
                <a:gd name="csX220" fmla="*/ 222065 w 1008380"/>
                <a:gd name="csY220" fmla="*/ 162155 h 667385"/>
                <a:gd name="csX221" fmla="*/ 223075 w 1008380"/>
                <a:gd name="csY221" fmla="*/ 162443 h 667385"/>
                <a:gd name="csX222" fmla="*/ 224084 w 1008380"/>
                <a:gd name="csY222" fmla="*/ 163081 h 667385"/>
                <a:gd name="csX223" fmla="*/ 225094 w 1008380"/>
                <a:gd name="csY223" fmla="*/ 164065 h 667385"/>
                <a:gd name="csX224" fmla="*/ 226103 w 1008380"/>
                <a:gd name="csY224" fmla="*/ 165391 h 667385"/>
                <a:gd name="csX225" fmla="*/ 227113 w 1008380"/>
                <a:gd name="csY225" fmla="*/ 167053 h 667385"/>
                <a:gd name="csX226" fmla="*/ 228122 w 1008380"/>
                <a:gd name="csY226" fmla="*/ 169046 h 667385"/>
                <a:gd name="csX227" fmla="*/ 229131 w 1008380"/>
                <a:gd name="csY227" fmla="*/ 171362 h 667385"/>
                <a:gd name="csX228" fmla="*/ 230141 w 1008380"/>
                <a:gd name="csY228" fmla="*/ 173995 h 667385"/>
                <a:gd name="csX229" fmla="*/ 231150 w 1008380"/>
                <a:gd name="csY229" fmla="*/ 176935 h 667385"/>
                <a:gd name="csX230" fmla="*/ 232160 w 1008380"/>
                <a:gd name="csY230" fmla="*/ 180174 h 667385"/>
                <a:gd name="csX231" fmla="*/ 233169 w 1008380"/>
                <a:gd name="csY231" fmla="*/ 183701 h 667385"/>
                <a:gd name="csX232" fmla="*/ 234178 w 1008380"/>
                <a:gd name="csY232" fmla="*/ 187506 h 667385"/>
                <a:gd name="csX233" fmla="*/ 235188 w 1008380"/>
                <a:gd name="csY233" fmla="*/ 191579 h 667385"/>
                <a:gd name="csX234" fmla="*/ 236197 w 1008380"/>
                <a:gd name="csY234" fmla="*/ 195906 h 667385"/>
                <a:gd name="csX235" fmla="*/ 237206 w 1008380"/>
                <a:gd name="csY235" fmla="*/ 200476 h 667385"/>
                <a:gd name="csX236" fmla="*/ 238216 w 1008380"/>
                <a:gd name="csY236" fmla="*/ 205276 h 667385"/>
                <a:gd name="csX237" fmla="*/ 239225 w 1008380"/>
                <a:gd name="csY237" fmla="*/ 210292 h 667385"/>
                <a:gd name="csX238" fmla="*/ 240234 w 1008380"/>
                <a:gd name="csY238" fmla="*/ 215511 h 667385"/>
                <a:gd name="csX239" fmla="*/ 241244 w 1008380"/>
                <a:gd name="csY239" fmla="*/ 220919 h 667385"/>
                <a:gd name="csX240" fmla="*/ 242253 w 1008380"/>
                <a:gd name="csY240" fmla="*/ 226500 h 667385"/>
                <a:gd name="csX241" fmla="*/ 243263 w 1008380"/>
                <a:gd name="csY241" fmla="*/ 232240 h 667385"/>
                <a:gd name="csX242" fmla="*/ 244272 w 1008380"/>
                <a:gd name="csY242" fmla="*/ 238123 h 667385"/>
                <a:gd name="csX243" fmla="*/ 245281 w 1008380"/>
                <a:gd name="csY243" fmla="*/ 244136 h 667385"/>
                <a:gd name="csX244" fmla="*/ 246291 w 1008380"/>
                <a:gd name="csY244" fmla="*/ 250260 h 667385"/>
                <a:gd name="csX245" fmla="*/ 247300 w 1008380"/>
                <a:gd name="csY245" fmla="*/ 256482 h 667385"/>
                <a:gd name="csX246" fmla="*/ 248310 w 1008380"/>
                <a:gd name="csY246" fmla="*/ 262785 h 667385"/>
                <a:gd name="csX247" fmla="*/ 249319 w 1008380"/>
                <a:gd name="csY247" fmla="*/ 269153 h 667385"/>
                <a:gd name="csX248" fmla="*/ 250329 w 1008380"/>
                <a:gd name="csY248" fmla="*/ 275570 h 667385"/>
                <a:gd name="csX249" fmla="*/ 251338 w 1008380"/>
                <a:gd name="csY249" fmla="*/ 282021 h 667385"/>
                <a:gd name="csX250" fmla="*/ 252347 w 1008380"/>
                <a:gd name="csY250" fmla="*/ 288490 h 667385"/>
                <a:gd name="csX251" fmla="*/ 253357 w 1008380"/>
                <a:gd name="csY251" fmla="*/ 294962 h 667385"/>
                <a:gd name="csX252" fmla="*/ 254366 w 1008380"/>
                <a:gd name="csY252" fmla="*/ 301420 h 667385"/>
                <a:gd name="csX253" fmla="*/ 255376 w 1008380"/>
                <a:gd name="csY253" fmla="*/ 307850 h 667385"/>
                <a:gd name="csX254" fmla="*/ 256385 w 1008380"/>
                <a:gd name="csY254" fmla="*/ 314237 h 667385"/>
                <a:gd name="csX255" fmla="*/ 257394 w 1008380"/>
                <a:gd name="csY255" fmla="*/ 320565 h 667385"/>
                <a:gd name="csX256" fmla="*/ 258404 w 1008380"/>
                <a:gd name="csY256" fmla="*/ 326822 h 667385"/>
                <a:gd name="csX257" fmla="*/ 259413 w 1008380"/>
                <a:gd name="csY257" fmla="*/ 332993 h 667385"/>
                <a:gd name="csX258" fmla="*/ 260422 w 1008380"/>
                <a:gd name="csY258" fmla="*/ 339063 h 667385"/>
                <a:gd name="csX259" fmla="*/ 261432 w 1008380"/>
                <a:gd name="csY259" fmla="*/ 345021 h 667385"/>
                <a:gd name="csX260" fmla="*/ 262441 w 1008380"/>
                <a:gd name="csY260" fmla="*/ 350852 h 667385"/>
                <a:gd name="csX261" fmla="*/ 263450 w 1008380"/>
                <a:gd name="csY261" fmla="*/ 356545 h 667385"/>
                <a:gd name="csX262" fmla="*/ 264460 w 1008380"/>
                <a:gd name="csY262" fmla="*/ 362088 h 667385"/>
                <a:gd name="csX263" fmla="*/ 265469 w 1008380"/>
                <a:gd name="csY263" fmla="*/ 367470 h 667385"/>
                <a:gd name="csX264" fmla="*/ 266479 w 1008380"/>
                <a:gd name="csY264" fmla="*/ 372679 h 667385"/>
                <a:gd name="csX265" fmla="*/ 267488 w 1008380"/>
                <a:gd name="csY265" fmla="*/ 377706 h 667385"/>
                <a:gd name="csX266" fmla="*/ 268497 w 1008380"/>
                <a:gd name="csY266" fmla="*/ 382540 h 667385"/>
                <a:gd name="csX267" fmla="*/ 269507 w 1008380"/>
                <a:gd name="csY267" fmla="*/ 387172 h 667385"/>
                <a:gd name="csX268" fmla="*/ 270516 w 1008380"/>
                <a:gd name="csY268" fmla="*/ 391594 h 667385"/>
                <a:gd name="csX269" fmla="*/ 271526 w 1008380"/>
                <a:gd name="csY269" fmla="*/ 395798 h 667385"/>
                <a:gd name="csX270" fmla="*/ 272535 w 1008380"/>
                <a:gd name="csY270" fmla="*/ 399776 h 667385"/>
                <a:gd name="csX271" fmla="*/ 273545 w 1008380"/>
                <a:gd name="csY271" fmla="*/ 403520 h 667385"/>
                <a:gd name="csX272" fmla="*/ 274554 w 1008380"/>
                <a:gd name="csY272" fmla="*/ 407025 h 667385"/>
                <a:gd name="csX273" fmla="*/ 275563 w 1008380"/>
                <a:gd name="csY273" fmla="*/ 410285 h 667385"/>
                <a:gd name="csX274" fmla="*/ 276573 w 1008380"/>
                <a:gd name="csY274" fmla="*/ 413295 h 667385"/>
                <a:gd name="csX275" fmla="*/ 277582 w 1008380"/>
                <a:gd name="csY275" fmla="*/ 416049 h 667385"/>
                <a:gd name="csX276" fmla="*/ 278591 w 1008380"/>
                <a:gd name="csY276" fmla="*/ 418544 h 667385"/>
                <a:gd name="csX277" fmla="*/ 279601 w 1008380"/>
                <a:gd name="csY277" fmla="*/ 420776 h 667385"/>
                <a:gd name="csX278" fmla="*/ 280610 w 1008380"/>
                <a:gd name="csY278" fmla="*/ 422743 h 667385"/>
                <a:gd name="csX279" fmla="*/ 281619 w 1008380"/>
                <a:gd name="csY279" fmla="*/ 424441 h 667385"/>
                <a:gd name="csX280" fmla="*/ 282629 w 1008380"/>
                <a:gd name="csY280" fmla="*/ 425869 h 667385"/>
                <a:gd name="csX281" fmla="*/ 283638 w 1008380"/>
                <a:gd name="csY281" fmla="*/ 427024 h 667385"/>
                <a:gd name="csX282" fmla="*/ 284647 w 1008380"/>
                <a:gd name="csY282" fmla="*/ 427908 h 667385"/>
                <a:gd name="csX283" fmla="*/ 285657 w 1008380"/>
                <a:gd name="csY283" fmla="*/ 428518 h 667385"/>
                <a:gd name="csX284" fmla="*/ 286666 w 1008380"/>
                <a:gd name="csY284" fmla="*/ 428855 h 667385"/>
                <a:gd name="csX285" fmla="*/ 287676 w 1008380"/>
                <a:gd name="csY285" fmla="*/ 428920 h 667385"/>
                <a:gd name="csX286" fmla="*/ 288685 w 1008380"/>
                <a:gd name="csY286" fmla="*/ 428713 h 667385"/>
                <a:gd name="csX287" fmla="*/ 289695 w 1008380"/>
                <a:gd name="csY287" fmla="*/ 428235 h 667385"/>
                <a:gd name="csX288" fmla="*/ 290704 w 1008380"/>
                <a:gd name="csY288" fmla="*/ 427489 h 667385"/>
                <a:gd name="csX289" fmla="*/ 291714 w 1008380"/>
                <a:gd name="csY289" fmla="*/ 426476 h 667385"/>
                <a:gd name="csX290" fmla="*/ 292723 w 1008380"/>
                <a:gd name="csY290" fmla="*/ 425200 h 667385"/>
                <a:gd name="csX291" fmla="*/ 293732 w 1008380"/>
                <a:gd name="csY291" fmla="*/ 423662 h 667385"/>
                <a:gd name="csX292" fmla="*/ 294742 w 1008380"/>
                <a:gd name="csY292" fmla="*/ 421867 h 667385"/>
                <a:gd name="csX293" fmla="*/ 295751 w 1008380"/>
                <a:gd name="csY293" fmla="*/ 419818 h 667385"/>
                <a:gd name="csX294" fmla="*/ 296761 w 1008380"/>
                <a:gd name="csY294" fmla="*/ 417519 h 667385"/>
                <a:gd name="csX295" fmla="*/ 297770 w 1008380"/>
                <a:gd name="csY295" fmla="*/ 414974 h 667385"/>
                <a:gd name="csX296" fmla="*/ 298779 w 1008380"/>
                <a:gd name="csY296" fmla="*/ 412186 h 667385"/>
                <a:gd name="csX297" fmla="*/ 299789 w 1008380"/>
                <a:gd name="csY297" fmla="*/ 409163 h 667385"/>
                <a:gd name="csX298" fmla="*/ 300798 w 1008380"/>
                <a:gd name="csY298" fmla="*/ 405908 h 667385"/>
                <a:gd name="csX299" fmla="*/ 301807 w 1008380"/>
                <a:gd name="csY299" fmla="*/ 402426 h 667385"/>
                <a:gd name="csX300" fmla="*/ 302817 w 1008380"/>
                <a:gd name="csY300" fmla="*/ 398724 h 667385"/>
                <a:gd name="csX301" fmla="*/ 303826 w 1008380"/>
                <a:gd name="csY301" fmla="*/ 394806 h 667385"/>
                <a:gd name="csX302" fmla="*/ 304835 w 1008380"/>
                <a:gd name="csY302" fmla="*/ 390679 h 667385"/>
                <a:gd name="csX303" fmla="*/ 305845 w 1008380"/>
                <a:gd name="csY303" fmla="*/ 386349 h 667385"/>
                <a:gd name="csX304" fmla="*/ 306854 w 1008380"/>
                <a:gd name="csY304" fmla="*/ 381821 h 667385"/>
                <a:gd name="csX305" fmla="*/ 307863 w 1008380"/>
                <a:gd name="csY305" fmla="*/ 377104 h 667385"/>
                <a:gd name="csX306" fmla="*/ 308873 w 1008380"/>
                <a:gd name="csY306" fmla="*/ 372202 h 667385"/>
                <a:gd name="csX307" fmla="*/ 309882 w 1008380"/>
                <a:gd name="csY307" fmla="*/ 367123 h 667385"/>
                <a:gd name="csX308" fmla="*/ 310892 w 1008380"/>
                <a:gd name="csY308" fmla="*/ 361874 h 667385"/>
                <a:gd name="csX309" fmla="*/ 311901 w 1008380"/>
                <a:gd name="csY309" fmla="*/ 356462 h 667385"/>
                <a:gd name="csX310" fmla="*/ 312911 w 1008380"/>
                <a:gd name="csY310" fmla="*/ 350893 h 667385"/>
                <a:gd name="csX311" fmla="*/ 313920 w 1008380"/>
                <a:gd name="csY311" fmla="*/ 345175 h 667385"/>
                <a:gd name="csX312" fmla="*/ 314930 w 1008380"/>
                <a:gd name="csY312" fmla="*/ 339316 h 667385"/>
                <a:gd name="csX313" fmla="*/ 315939 w 1008380"/>
                <a:gd name="csY313" fmla="*/ 333321 h 667385"/>
                <a:gd name="csX314" fmla="*/ 316948 w 1008380"/>
                <a:gd name="csY314" fmla="*/ 327200 h 667385"/>
                <a:gd name="csX315" fmla="*/ 317958 w 1008380"/>
                <a:gd name="csY315" fmla="*/ 320960 h 667385"/>
                <a:gd name="csX316" fmla="*/ 318968 w 1008380"/>
                <a:gd name="csY316" fmla="*/ 314607 h 667385"/>
                <a:gd name="csX317" fmla="*/ 319975 w 1008380"/>
                <a:gd name="csY317" fmla="*/ 308150 h 667385"/>
                <a:gd name="csX318" fmla="*/ 320987 w 1008380"/>
                <a:gd name="csY318" fmla="*/ 301597 h 667385"/>
                <a:gd name="csX319" fmla="*/ 321993 w 1008380"/>
                <a:gd name="csY319" fmla="*/ 294954 h 667385"/>
                <a:gd name="csX320" fmla="*/ 323005 w 1008380"/>
                <a:gd name="csY320" fmla="*/ 288230 h 667385"/>
                <a:gd name="csX321" fmla="*/ 324012 w 1008380"/>
                <a:gd name="csY321" fmla="*/ 281433 h 667385"/>
                <a:gd name="csX322" fmla="*/ 325023 w 1008380"/>
                <a:gd name="csY322" fmla="*/ 274569 h 667385"/>
                <a:gd name="csX323" fmla="*/ 326035 w 1008380"/>
                <a:gd name="csY323" fmla="*/ 267648 h 667385"/>
                <a:gd name="csX324" fmla="*/ 327042 w 1008380"/>
                <a:gd name="csY324" fmla="*/ 260676 h 667385"/>
                <a:gd name="csX325" fmla="*/ 328054 w 1008380"/>
                <a:gd name="csY325" fmla="*/ 253662 h 667385"/>
                <a:gd name="csX326" fmla="*/ 329060 w 1008380"/>
                <a:gd name="csY326" fmla="*/ 246614 h 667385"/>
                <a:gd name="csX327" fmla="*/ 330072 w 1008380"/>
                <a:gd name="csY327" fmla="*/ 239538 h 667385"/>
                <a:gd name="csX328" fmla="*/ 331078 w 1008380"/>
                <a:gd name="csY328" fmla="*/ 232443 h 667385"/>
                <a:gd name="csX329" fmla="*/ 332090 w 1008380"/>
                <a:gd name="csY329" fmla="*/ 225337 h 667385"/>
                <a:gd name="csX330" fmla="*/ 333097 w 1008380"/>
                <a:gd name="csY330" fmla="*/ 218228 h 667385"/>
                <a:gd name="csX331" fmla="*/ 334108 w 1008380"/>
                <a:gd name="csY331" fmla="*/ 211122 h 667385"/>
                <a:gd name="csX332" fmla="*/ 335115 w 1008380"/>
                <a:gd name="csY332" fmla="*/ 204028 h 667385"/>
                <a:gd name="csX333" fmla="*/ 336127 w 1008380"/>
                <a:gd name="csY333" fmla="*/ 196953 h 667385"/>
                <a:gd name="csX334" fmla="*/ 337139 w 1008380"/>
                <a:gd name="csY334" fmla="*/ 189904 h 667385"/>
                <a:gd name="csX335" fmla="*/ 338145 w 1008380"/>
                <a:gd name="csY335" fmla="*/ 182890 h 667385"/>
                <a:gd name="csX336" fmla="*/ 339157 w 1008380"/>
                <a:gd name="csY336" fmla="*/ 175918 h 667385"/>
                <a:gd name="csX337" fmla="*/ 340163 w 1008380"/>
                <a:gd name="csY337" fmla="*/ 168994 h 667385"/>
                <a:gd name="csX338" fmla="*/ 341175 w 1008380"/>
                <a:gd name="csY338" fmla="*/ 162126 h 667385"/>
                <a:gd name="csX339" fmla="*/ 342182 w 1008380"/>
                <a:gd name="csY339" fmla="*/ 155322 h 667385"/>
                <a:gd name="csX340" fmla="*/ 343194 w 1008380"/>
                <a:gd name="csY340" fmla="*/ 148588 h 667385"/>
                <a:gd name="csX341" fmla="*/ 344200 w 1008380"/>
                <a:gd name="csY341" fmla="*/ 141931 h 667385"/>
                <a:gd name="csX342" fmla="*/ 345212 w 1008380"/>
                <a:gd name="csY342" fmla="*/ 135359 h 667385"/>
                <a:gd name="csX343" fmla="*/ 346218 w 1008380"/>
                <a:gd name="csY343" fmla="*/ 128878 h 667385"/>
                <a:gd name="csX344" fmla="*/ 347230 w 1008380"/>
                <a:gd name="csY344" fmla="*/ 122494 h 667385"/>
                <a:gd name="csX345" fmla="*/ 348237 w 1008380"/>
                <a:gd name="csY345" fmla="*/ 116215 h 667385"/>
                <a:gd name="csX346" fmla="*/ 349248 w 1008380"/>
                <a:gd name="csY346" fmla="*/ 110046 h 667385"/>
                <a:gd name="csX347" fmla="*/ 350260 w 1008380"/>
                <a:gd name="csY347" fmla="*/ 103994 h 667385"/>
                <a:gd name="csX348" fmla="*/ 351267 w 1008380"/>
                <a:gd name="csY348" fmla="*/ 98065 h 667385"/>
                <a:gd name="csX349" fmla="*/ 352279 w 1008380"/>
                <a:gd name="csY349" fmla="*/ 92265 h 667385"/>
                <a:gd name="csX350" fmla="*/ 353285 w 1008380"/>
                <a:gd name="csY350" fmla="*/ 86600 h 667385"/>
                <a:gd name="csX351" fmla="*/ 354297 w 1008380"/>
                <a:gd name="csY351" fmla="*/ 81075 h 667385"/>
                <a:gd name="csX352" fmla="*/ 355303 w 1008380"/>
                <a:gd name="csY352" fmla="*/ 75696 h 667385"/>
                <a:gd name="csX353" fmla="*/ 356315 w 1008380"/>
                <a:gd name="csY353" fmla="*/ 70469 h 667385"/>
                <a:gd name="csX354" fmla="*/ 357322 w 1008380"/>
                <a:gd name="csY354" fmla="*/ 65397 h 667385"/>
                <a:gd name="csX355" fmla="*/ 358334 w 1008380"/>
                <a:gd name="csY355" fmla="*/ 60487 h 667385"/>
                <a:gd name="csX356" fmla="*/ 359340 w 1008380"/>
                <a:gd name="csY356" fmla="*/ 55742 h 667385"/>
                <a:gd name="csX357" fmla="*/ 360352 w 1008380"/>
                <a:gd name="csY357" fmla="*/ 51168 h 667385"/>
                <a:gd name="csX358" fmla="*/ 361364 w 1008380"/>
                <a:gd name="csY358" fmla="*/ 46770 h 667385"/>
                <a:gd name="csX359" fmla="*/ 362370 w 1008380"/>
                <a:gd name="csY359" fmla="*/ 42550 h 667385"/>
                <a:gd name="csX360" fmla="*/ 363382 w 1008380"/>
                <a:gd name="csY360" fmla="*/ 38513 h 667385"/>
                <a:gd name="csX361" fmla="*/ 364389 w 1008380"/>
                <a:gd name="csY361" fmla="*/ 34662 h 667385"/>
                <a:gd name="csX362" fmla="*/ 365400 w 1008380"/>
                <a:gd name="csY362" fmla="*/ 31001 h 667385"/>
                <a:gd name="csX363" fmla="*/ 366407 w 1008380"/>
                <a:gd name="csY363" fmla="*/ 27534 h 667385"/>
                <a:gd name="csX364" fmla="*/ 367419 w 1008380"/>
                <a:gd name="csY364" fmla="*/ 24262 h 667385"/>
                <a:gd name="csX365" fmla="*/ 368425 w 1008380"/>
                <a:gd name="csY365" fmla="*/ 21190 h 667385"/>
                <a:gd name="csX366" fmla="*/ 369437 w 1008380"/>
                <a:gd name="csY366" fmla="*/ 18319 h 667385"/>
                <a:gd name="csX367" fmla="*/ 370443 w 1008380"/>
                <a:gd name="csY367" fmla="*/ 15652 h 667385"/>
                <a:gd name="csX368" fmla="*/ 371455 w 1008380"/>
                <a:gd name="csY368" fmla="*/ 13190 h 667385"/>
                <a:gd name="csX369" fmla="*/ 372467 w 1008380"/>
                <a:gd name="csY369" fmla="*/ 10936 h 667385"/>
                <a:gd name="csX370" fmla="*/ 373474 w 1008380"/>
                <a:gd name="csY370" fmla="*/ 8890 h 667385"/>
                <a:gd name="csX371" fmla="*/ 374485 w 1008380"/>
                <a:gd name="csY371" fmla="*/ 7055 h 667385"/>
                <a:gd name="csX372" fmla="*/ 375492 w 1008380"/>
                <a:gd name="csY372" fmla="*/ 5431 h 667385"/>
                <a:gd name="csX373" fmla="*/ 376504 w 1008380"/>
                <a:gd name="csY373" fmla="*/ 4018 h 667385"/>
                <a:gd name="csX374" fmla="*/ 377510 w 1008380"/>
                <a:gd name="csY374" fmla="*/ 2818 h 667385"/>
                <a:gd name="csX375" fmla="*/ 378522 w 1008380"/>
                <a:gd name="csY375" fmla="*/ 1831 h 667385"/>
                <a:gd name="csX376" fmla="*/ 379529 w 1008380"/>
                <a:gd name="csY376" fmla="*/ 1055 h 667385"/>
                <a:gd name="csX377" fmla="*/ 380540 w 1008380"/>
                <a:gd name="csY377" fmla="*/ 492 h 667385"/>
                <a:gd name="csX378" fmla="*/ 381547 w 1008380"/>
                <a:gd name="csY378" fmla="*/ 141 h 667385"/>
                <a:gd name="csX379" fmla="*/ 382559 w 1008380"/>
                <a:gd name="csY379" fmla="*/ 0 h 667385"/>
                <a:gd name="csX380" fmla="*/ 383571 w 1008380"/>
                <a:gd name="csY380" fmla="*/ 69 h 667385"/>
                <a:gd name="csX381" fmla="*/ 384577 w 1008380"/>
                <a:gd name="csY381" fmla="*/ 346 h 667385"/>
                <a:gd name="csX382" fmla="*/ 385589 w 1008380"/>
                <a:gd name="csY382" fmla="*/ 830 h 667385"/>
                <a:gd name="csX383" fmla="*/ 386595 w 1008380"/>
                <a:gd name="csY383" fmla="*/ 1518 h 667385"/>
                <a:gd name="csX384" fmla="*/ 387607 w 1008380"/>
                <a:gd name="csY384" fmla="*/ 2410 h 667385"/>
                <a:gd name="csX385" fmla="*/ 388614 w 1008380"/>
                <a:gd name="csY385" fmla="*/ 3502 h 667385"/>
                <a:gd name="csX386" fmla="*/ 389625 w 1008380"/>
                <a:gd name="csY386" fmla="*/ 4792 h 667385"/>
                <a:gd name="csX387" fmla="*/ 390632 w 1008380"/>
                <a:gd name="csY387" fmla="*/ 6278 h 667385"/>
                <a:gd name="csX388" fmla="*/ 391644 w 1008380"/>
                <a:gd name="csY388" fmla="*/ 7955 h 667385"/>
                <a:gd name="csX389" fmla="*/ 392650 w 1008380"/>
                <a:gd name="csY389" fmla="*/ 9822 h 667385"/>
                <a:gd name="csX390" fmla="*/ 393662 w 1008380"/>
                <a:gd name="csY390" fmla="*/ 11875 h 667385"/>
                <a:gd name="csX391" fmla="*/ 394669 w 1008380"/>
                <a:gd name="csY391" fmla="*/ 14109 h 667385"/>
                <a:gd name="csX392" fmla="*/ 395680 w 1008380"/>
                <a:gd name="csY392" fmla="*/ 16522 h 667385"/>
                <a:gd name="csX393" fmla="*/ 396692 w 1008380"/>
                <a:gd name="csY393" fmla="*/ 19109 h 667385"/>
                <a:gd name="csX394" fmla="*/ 397699 w 1008380"/>
                <a:gd name="csY394" fmla="*/ 21866 h 667385"/>
                <a:gd name="csX395" fmla="*/ 398711 w 1008380"/>
                <a:gd name="csY395" fmla="*/ 24789 h 667385"/>
                <a:gd name="csX396" fmla="*/ 399717 w 1008380"/>
                <a:gd name="csY396" fmla="*/ 27873 h 667385"/>
                <a:gd name="csX397" fmla="*/ 400729 w 1008380"/>
                <a:gd name="csY397" fmla="*/ 31113 h 667385"/>
                <a:gd name="csX398" fmla="*/ 401735 w 1008380"/>
                <a:gd name="csY398" fmla="*/ 34505 h 667385"/>
                <a:gd name="csX399" fmla="*/ 402747 w 1008380"/>
                <a:gd name="csY399" fmla="*/ 38045 h 667385"/>
                <a:gd name="csX400" fmla="*/ 403754 w 1008380"/>
                <a:gd name="csY400" fmla="*/ 41725 h 667385"/>
                <a:gd name="csX401" fmla="*/ 404765 w 1008380"/>
                <a:gd name="csY401" fmla="*/ 45543 h 667385"/>
                <a:gd name="csX402" fmla="*/ 405772 w 1008380"/>
                <a:gd name="csY402" fmla="*/ 49491 h 667385"/>
                <a:gd name="csX403" fmla="*/ 406784 w 1008380"/>
                <a:gd name="csY403" fmla="*/ 53565 h 667385"/>
                <a:gd name="csX404" fmla="*/ 407796 w 1008380"/>
                <a:gd name="csY404" fmla="*/ 57759 h 667385"/>
                <a:gd name="csX405" fmla="*/ 408802 w 1008380"/>
                <a:gd name="csY405" fmla="*/ 62068 h 667385"/>
                <a:gd name="csX406" fmla="*/ 409814 w 1008380"/>
                <a:gd name="csY406" fmla="*/ 66486 h 667385"/>
                <a:gd name="csX407" fmla="*/ 410820 w 1008380"/>
                <a:gd name="csY407" fmla="*/ 71006 h 667385"/>
                <a:gd name="csX408" fmla="*/ 411832 w 1008380"/>
                <a:gd name="csY408" fmla="*/ 75624 h 667385"/>
                <a:gd name="csX409" fmla="*/ 412839 w 1008380"/>
                <a:gd name="csY409" fmla="*/ 80334 h 667385"/>
                <a:gd name="csX410" fmla="*/ 413851 w 1008380"/>
                <a:gd name="csY410" fmla="*/ 85129 h 667385"/>
                <a:gd name="csX411" fmla="*/ 414857 w 1008380"/>
                <a:gd name="csY411" fmla="*/ 90004 h 667385"/>
                <a:gd name="csX412" fmla="*/ 415869 w 1008380"/>
                <a:gd name="csY412" fmla="*/ 94952 h 667385"/>
                <a:gd name="csX413" fmla="*/ 416875 w 1008380"/>
                <a:gd name="csY413" fmla="*/ 99968 h 667385"/>
                <a:gd name="csX414" fmla="*/ 417887 w 1008380"/>
                <a:gd name="csY414" fmla="*/ 105046 h 667385"/>
                <a:gd name="csX415" fmla="*/ 418899 w 1008380"/>
                <a:gd name="csY415" fmla="*/ 110180 h 667385"/>
                <a:gd name="csX416" fmla="*/ 419906 w 1008380"/>
                <a:gd name="csY416" fmla="*/ 115364 h 667385"/>
                <a:gd name="csX417" fmla="*/ 420917 w 1008380"/>
                <a:gd name="csY417" fmla="*/ 120591 h 667385"/>
                <a:gd name="csX418" fmla="*/ 421924 w 1008380"/>
                <a:gd name="csY418" fmla="*/ 125857 h 667385"/>
                <a:gd name="csX419" fmla="*/ 422936 w 1008380"/>
                <a:gd name="csY419" fmla="*/ 131155 h 667385"/>
                <a:gd name="csX420" fmla="*/ 423942 w 1008380"/>
                <a:gd name="csY420" fmla="*/ 136481 h 667385"/>
                <a:gd name="csX421" fmla="*/ 424954 w 1008380"/>
                <a:gd name="csY421" fmla="*/ 141827 h 667385"/>
                <a:gd name="csX422" fmla="*/ 425960 w 1008380"/>
                <a:gd name="csY422" fmla="*/ 147189 h 667385"/>
                <a:gd name="csX423" fmla="*/ 426972 w 1008380"/>
                <a:gd name="csY423" fmla="*/ 152560 h 667385"/>
                <a:gd name="csX424" fmla="*/ 427979 w 1008380"/>
                <a:gd name="csY424" fmla="*/ 157936 h 667385"/>
                <a:gd name="csX425" fmla="*/ 428991 w 1008380"/>
                <a:gd name="csY425" fmla="*/ 163311 h 667385"/>
                <a:gd name="csX426" fmla="*/ 430002 w 1008380"/>
                <a:gd name="csY426" fmla="*/ 168680 h 667385"/>
                <a:gd name="csX427" fmla="*/ 431009 w 1008380"/>
                <a:gd name="csY427" fmla="*/ 174037 h 667385"/>
                <a:gd name="csX428" fmla="*/ 432021 w 1008380"/>
                <a:gd name="csY428" fmla="*/ 179378 h 667385"/>
                <a:gd name="csX429" fmla="*/ 433027 w 1008380"/>
                <a:gd name="csY429" fmla="*/ 184698 h 667385"/>
                <a:gd name="csX430" fmla="*/ 434039 w 1008380"/>
                <a:gd name="csY430" fmla="*/ 189991 h 667385"/>
                <a:gd name="csX431" fmla="*/ 435046 w 1008380"/>
                <a:gd name="csY431" fmla="*/ 195255 h 667385"/>
                <a:gd name="csX432" fmla="*/ 436057 w 1008380"/>
                <a:gd name="csY432" fmla="*/ 200482 h 667385"/>
                <a:gd name="csX433" fmla="*/ 437064 w 1008380"/>
                <a:gd name="csY433" fmla="*/ 205671 h 667385"/>
                <a:gd name="csX434" fmla="*/ 438076 w 1008380"/>
                <a:gd name="csY434" fmla="*/ 210815 h 667385"/>
                <a:gd name="csX435" fmla="*/ 439082 w 1008380"/>
                <a:gd name="csY435" fmla="*/ 215912 h 667385"/>
                <a:gd name="csX436" fmla="*/ 440094 w 1008380"/>
                <a:gd name="csY436" fmla="*/ 220957 h 667385"/>
                <a:gd name="csX437" fmla="*/ 441100 w 1008380"/>
                <a:gd name="csY437" fmla="*/ 225946 h 667385"/>
                <a:gd name="csX438" fmla="*/ 442112 w 1008380"/>
                <a:gd name="csY438" fmla="*/ 230876 h 667385"/>
                <a:gd name="csX439" fmla="*/ 443124 w 1008380"/>
                <a:gd name="csY439" fmla="*/ 235743 h 667385"/>
                <a:gd name="csX440" fmla="*/ 444131 w 1008380"/>
                <a:gd name="csY440" fmla="*/ 240544 h 667385"/>
                <a:gd name="csX441" fmla="*/ 445142 w 1008380"/>
                <a:gd name="csY441" fmla="*/ 245277 h 667385"/>
                <a:gd name="csX442" fmla="*/ 446149 w 1008380"/>
                <a:gd name="csY442" fmla="*/ 249937 h 667385"/>
                <a:gd name="csX443" fmla="*/ 447161 w 1008380"/>
                <a:gd name="csY443" fmla="*/ 254523 h 667385"/>
                <a:gd name="csX444" fmla="*/ 448167 w 1008380"/>
                <a:gd name="csY444" fmla="*/ 259031 h 667385"/>
                <a:gd name="csX445" fmla="*/ 449179 w 1008380"/>
                <a:gd name="csY445" fmla="*/ 263459 h 667385"/>
                <a:gd name="csX446" fmla="*/ 450186 w 1008380"/>
                <a:gd name="csY446" fmla="*/ 267805 h 667385"/>
                <a:gd name="csX447" fmla="*/ 451197 w 1008380"/>
                <a:gd name="csY447" fmla="*/ 272067 h 667385"/>
                <a:gd name="csX448" fmla="*/ 452204 w 1008380"/>
                <a:gd name="csY448" fmla="*/ 276242 h 667385"/>
                <a:gd name="csX449" fmla="*/ 453216 w 1008380"/>
                <a:gd name="csY449" fmla="*/ 280330 h 667385"/>
                <a:gd name="csX450" fmla="*/ 454228 w 1008380"/>
                <a:gd name="csY450" fmla="*/ 284328 h 667385"/>
                <a:gd name="csX451" fmla="*/ 455234 w 1008380"/>
                <a:gd name="csY451" fmla="*/ 288235 h 667385"/>
                <a:gd name="csX452" fmla="*/ 456246 w 1008380"/>
                <a:gd name="csY452" fmla="*/ 292049 h 667385"/>
                <a:gd name="csX453" fmla="*/ 457252 w 1008380"/>
                <a:gd name="csY453" fmla="*/ 295771 h 667385"/>
                <a:gd name="csX454" fmla="*/ 458264 w 1008380"/>
                <a:gd name="csY454" fmla="*/ 299398 h 667385"/>
                <a:gd name="csX455" fmla="*/ 459271 w 1008380"/>
                <a:gd name="csY455" fmla="*/ 302929 h 667385"/>
                <a:gd name="csX456" fmla="*/ 460282 w 1008380"/>
                <a:gd name="csY456" fmla="*/ 306365 h 667385"/>
                <a:gd name="csX457" fmla="*/ 461289 w 1008380"/>
                <a:gd name="csY457" fmla="*/ 309705 h 667385"/>
                <a:gd name="csX458" fmla="*/ 462301 w 1008380"/>
                <a:gd name="csY458" fmla="*/ 312949 h 667385"/>
                <a:gd name="csX459" fmla="*/ 463307 w 1008380"/>
                <a:gd name="csY459" fmla="*/ 316095 h 667385"/>
                <a:gd name="csX460" fmla="*/ 464319 w 1008380"/>
                <a:gd name="csY460" fmla="*/ 319145 h 667385"/>
                <a:gd name="csX461" fmla="*/ 465331 w 1008380"/>
                <a:gd name="csY461" fmla="*/ 322099 h 667385"/>
                <a:gd name="csX462" fmla="*/ 466337 w 1008380"/>
                <a:gd name="csY462" fmla="*/ 324956 h 667385"/>
                <a:gd name="csX463" fmla="*/ 467349 w 1008380"/>
                <a:gd name="csY463" fmla="*/ 327716 h 667385"/>
                <a:gd name="csX464" fmla="*/ 468356 w 1008380"/>
                <a:gd name="csY464" fmla="*/ 330382 h 667385"/>
                <a:gd name="csX465" fmla="*/ 469368 w 1008380"/>
                <a:gd name="csY465" fmla="*/ 332953 h 667385"/>
                <a:gd name="csX466" fmla="*/ 470374 w 1008380"/>
                <a:gd name="csY466" fmla="*/ 335429 h 667385"/>
                <a:gd name="csX467" fmla="*/ 471386 w 1008380"/>
                <a:gd name="csY467" fmla="*/ 337813 h 667385"/>
                <a:gd name="csX468" fmla="*/ 472392 w 1008380"/>
                <a:gd name="csY468" fmla="*/ 340104 h 667385"/>
                <a:gd name="csX469" fmla="*/ 473404 w 1008380"/>
                <a:gd name="csY469" fmla="*/ 342304 h 667385"/>
                <a:gd name="csX470" fmla="*/ 474411 w 1008380"/>
                <a:gd name="csY470" fmla="*/ 344414 h 667385"/>
                <a:gd name="csX471" fmla="*/ 475423 w 1008380"/>
                <a:gd name="csY471" fmla="*/ 346436 h 667385"/>
                <a:gd name="csX472" fmla="*/ 476434 w 1008380"/>
                <a:gd name="csY472" fmla="*/ 348370 h 667385"/>
                <a:gd name="csX473" fmla="*/ 477441 w 1008380"/>
                <a:gd name="csY473" fmla="*/ 350219 h 667385"/>
                <a:gd name="csX474" fmla="*/ 478453 w 1008380"/>
                <a:gd name="csY474" fmla="*/ 351984 h 667385"/>
                <a:gd name="csX475" fmla="*/ 479459 w 1008380"/>
                <a:gd name="csY475" fmla="*/ 353666 h 667385"/>
                <a:gd name="csX476" fmla="*/ 480471 w 1008380"/>
                <a:gd name="csY476" fmla="*/ 355268 h 667385"/>
                <a:gd name="csX477" fmla="*/ 481477 w 1008380"/>
                <a:gd name="csY477" fmla="*/ 356790 h 667385"/>
                <a:gd name="csX478" fmla="*/ 482489 w 1008380"/>
                <a:gd name="csY478" fmla="*/ 358236 h 667385"/>
                <a:gd name="csX479" fmla="*/ 483496 w 1008380"/>
                <a:gd name="csY479" fmla="*/ 359607 h 667385"/>
                <a:gd name="csX480" fmla="*/ 484508 w 1008380"/>
                <a:gd name="csY480" fmla="*/ 360904 h 667385"/>
                <a:gd name="csX481" fmla="*/ 485514 w 1008380"/>
                <a:gd name="csY481" fmla="*/ 362131 h 667385"/>
                <a:gd name="csX482" fmla="*/ 486526 w 1008380"/>
                <a:gd name="csY482" fmla="*/ 363288 h 667385"/>
                <a:gd name="csX483" fmla="*/ 487532 w 1008380"/>
                <a:gd name="csY483" fmla="*/ 364378 h 667385"/>
                <a:gd name="csX484" fmla="*/ 488544 w 1008380"/>
                <a:gd name="csY484" fmla="*/ 365405 h 667385"/>
                <a:gd name="csX485" fmla="*/ 489556 w 1008380"/>
                <a:gd name="csY485" fmla="*/ 366368 h 667385"/>
                <a:gd name="csX486" fmla="*/ 490563 w 1008380"/>
                <a:gd name="csY486" fmla="*/ 367272 h 667385"/>
                <a:gd name="csX487" fmla="*/ 491574 w 1008380"/>
                <a:gd name="csY487" fmla="*/ 368117 h 667385"/>
                <a:gd name="csX488" fmla="*/ 492581 w 1008380"/>
                <a:gd name="csY488" fmla="*/ 368907 h 667385"/>
                <a:gd name="csX489" fmla="*/ 493593 w 1008380"/>
                <a:gd name="csY489" fmla="*/ 369644 h 667385"/>
                <a:gd name="csX490" fmla="*/ 494599 w 1008380"/>
                <a:gd name="csY490" fmla="*/ 370329 h 667385"/>
                <a:gd name="csX491" fmla="*/ 495611 w 1008380"/>
                <a:gd name="csY491" fmla="*/ 370966 h 667385"/>
                <a:gd name="csX492" fmla="*/ 496617 w 1008380"/>
                <a:gd name="csY492" fmla="*/ 371557 h 667385"/>
                <a:gd name="csX493" fmla="*/ 497629 w 1008380"/>
                <a:gd name="csY493" fmla="*/ 372104 h 667385"/>
                <a:gd name="csX494" fmla="*/ 498636 w 1008380"/>
                <a:gd name="csY494" fmla="*/ 372610 h 667385"/>
                <a:gd name="csX495" fmla="*/ 499648 w 1008380"/>
                <a:gd name="csY495" fmla="*/ 373076 h 667385"/>
                <a:gd name="csX496" fmla="*/ 500659 w 1008380"/>
                <a:gd name="csY496" fmla="*/ 373506 h 667385"/>
                <a:gd name="csX497" fmla="*/ 501666 w 1008380"/>
                <a:gd name="csY497" fmla="*/ 373901 h 667385"/>
                <a:gd name="csX498" fmla="*/ 502678 w 1008380"/>
                <a:gd name="csY498" fmla="*/ 374263 h 667385"/>
                <a:gd name="csX499" fmla="*/ 503684 w 1008380"/>
                <a:gd name="csY499" fmla="*/ 374597 h 667385"/>
                <a:gd name="csX500" fmla="*/ 504696 w 1008380"/>
                <a:gd name="csY500" fmla="*/ 374902 h 667385"/>
                <a:gd name="csX501" fmla="*/ 505703 w 1008380"/>
                <a:gd name="csY501" fmla="*/ 375182 h 667385"/>
                <a:gd name="csX502" fmla="*/ 506714 w 1008380"/>
                <a:gd name="csY502" fmla="*/ 375439 h 667385"/>
                <a:gd name="csX503" fmla="*/ 507721 w 1008380"/>
                <a:gd name="csY503" fmla="*/ 375675 h 667385"/>
                <a:gd name="csX504" fmla="*/ 508733 w 1008380"/>
                <a:gd name="csY504" fmla="*/ 375893 h 667385"/>
                <a:gd name="csX505" fmla="*/ 509739 w 1008380"/>
                <a:gd name="csY505" fmla="*/ 376094 h 667385"/>
                <a:gd name="csX506" fmla="*/ 510751 w 1008380"/>
                <a:gd name="csY506" fmla="*/ 376281 h 667385"/>
                <a:gd name="csX507" fmla="*/ 511763 w 1008380"/>
                <a:gd name="csY507" fmla="*/ 376455 h 667385"/>
                <a:gd name="csX508" fmla="*/ 512769 w 1008380"/>
                <a:gd name="csY508" fmla="*/ 376619 h 667385"/>
                <a:gd name="csX509" fmla="*/ 513781 w 1008380"/>
                <a:gd name="csY509" fmla="*/ 376776 h 667385"/>
                <a:gd name="csX510" fmla="*/ 514788 w 1008380"/>
                <a:gd name="csY510" fmla="*/ 376925 h 667385"/>
                <a:gd name="csX511" fmla="*/ 515799 w 1008380"/>
                <a:gd name="csY511" fmla="*/ 377071 h 667385"/>
                <a:gd name="csX512" fmla="*/ 516806 w 1008380"/>
                <a:gd name="csY512" fmla="*/ 377215 h 667385"/>
                <a:gd name="csX513" fmla="*/ 517818 w 1008380"/>
                <a:gd name="csY513" fmla="*/ 377358 h 667385"/>
                <a:gd name="csX514" fmla="*/ 518824 w 1008380"/>
                <a:gd name="csY514" fmla="*/ 377502 h 667385"/>
                <a:gd name="csX515" fmla="*/ 519836 w 1008380"/>
                <a:gd name="csY515" fmla="*/ 377650 h 667385"/>
                <a:gd name="csX516" fmla="*/ 520843 w 1008380"/>
                <a:gd name="csY516" fmla="*/ 377801 h 667385"/>
                <a:gd name="csX517" fmla="*/ 521854 w 1008380"/>
                <a:gd name="csY517" fmla="*/ 377960 h 667385"/>
                <a:gd name="csX518" fmla="*/ 522866 w 1008380"/>
                <a:gd name="csY518" fmla="*/ 378127 h 667385"/>
                <a:gd name="csX519" fmla="*/ 523873 w 1008380"/>
                <a:gd name="csY519" fmla="*/ 378304 h 667385"/>
                <a:gd name="csX520" fmla="*/ 524885 w 1008380"/>
                <a:gd name="csY520" fmla="*/ 378491 h 667385"/>
                <a:gd name="csX521" fmla="*/ 525891 w 1008380"/>
                <a:gd name="csY521" fmla="*/ 378691 h 667385"/>
                <a:gd name="csX522" fmla="*/ 526903 w 1008380"/>
                <a:gd name="csY522" fmla="*/ 378906 h 667385"/>
                <a:gd name="csX523" fmla="*/ 527909 w 1008380"/>
                <a:gd name="csY523" fmla="*/ 379136 h 667385"/>
                <a:gd name="csX524" fmla="*/ 528921 w 1008380"/>
                <a:gd name="csY524" fmla="*/ 379382 h 667385"/>
                <a:gd name="csX525" fmla="*/ 529928 w 1008380"/>
                <a:gd name="csY525" fmla="*/ 379647 h 667385"/>
                <a:gd name="csX526" fmla="*/ 530940 w 1008380"/>
                <a:gd name="csY526" fmla="*/ 379931 h 667385"/>
                <a:gd name="csX527" fmla="*/ 531946 w 1008380"/>
                <a:gd name="csY527" fmla="*/ 380235 h 667385"/>
                <a:gd name="csX528" fmla="*/ 532958 w 1008380"/>
                <a:gd name="csY528" fmla="*/ 380561 h 667385"/>
                <a:gd name="csX529" fmla="*/ 533970 w 1008380"/>
                <a:gd name="csY529" fmla="*/ 380909 h 667385"/>
                <a:gd name="csX530" fmla="*/ 534976 w 1008380"/>
                <a:gd name="csY530" fmla="*/ 381281 h 667385"/>
                <a:gd name="csX531" fmla="*/ 535988 w 1008380"/>
                <a:gd name="csY531" fmla="*/ 381677 h 667385"/>
                <a:gd name="csX532" fmla="*/ 536994 w 1008380"/>
                <a:gd name="csY532" fmla="*/ 382099 h 667385"/>
                <a:gd name="csX533" fmla="*/ 538006 w 1008380"/>
                <a:gd name="csY533" fmla="*/ 382547 h 667385"/>
                <a:gd name="csX534" fmla="*/ 539013 w 1008380"/>
                <a:gd name="csY534" fmla="*/ 383022 h 667385"/>
                <a:gd name="csX535" fmla="*/ 540025 w 1008380"/>
                <a:gd name="csY535" fmla="*/ 383526 h 667385"/>
                <a:gd name="csX536" fmla="*/ 541031 w 1008380"/>
                <a:gd name="csY536" fmla="*/ 384057 h 667385"/>
                <a:gd name="csX537" fmla="*/ 542043 w 1008380"/>
                <a:gd name="csY537" fmla="*/ 384618 h 667385"/>
                <a:gd name="csX538" fmla="*/ 543049 w 1008380"/>
                <a:gd name="csY538" fmla="*/ 385209 h 667385"/>
                <a:gd name="csX539" fmla="*/ 544061 w 1008380"/>
                <a:gd name="csY539" fmla="*/ 385829 h 667385"/>
                <a:gd name="csX540" fmla="*/ 545068 w 1008380"/>
                <a:gd name="csY540" fmla="*/ 386481 h 667385"/>
                <a:gd name="csX541" fmla="*/ 546080 w 1008380"/>
                <a:gd name="csY541" fmla="*/ 387164 h 667385"/>
                <a:gd name="csX542" fmla="*/ 547091 w 1008380"/>
                <a:gd name="csY542" fmla="*/ 387879 h 667385"/>
                <a:gd name="csX543" fmla="*/ 548098 w 1008380"/>
                <a:gd name="csY543" fmla="*/ 388625 h 667385"/>
                <a:gd name="csX544" fmla="*/ 549110 w 1008380"/>
                <a:gd name="csY544" fmla="*/ 389405 h 667385"/>
                <a:gd name="csX545" fmla="*/ 550116 w 1008380"/>
                <a:gd name="csY545" fmla="*/ 390217 h 667385"/>
                <a:gd name="csX546" fmla="*/ 551128 w 1008380"/>
                <a:gd name="csY546" fmla="*/ 391062 h 667385"/>
                <a:gd name="csX547" fmla="*/ 552134 w 1008380"/>
                <a:gd name="csY547" fmla="*/ 391939 h 667385"/>
                <a:gd name="csX548" fmla="*/ 553146 w 1008380"/>
                <a:gd name="csY548" fmla="*/ 392850 h 667385"/>
                <a:gd name="csX549" fmla="*/ 554153 w 1008380"/>
                <a:gd name="csY549" fmla="*/ 393795 h 667385"/>
                <a:gd name="csX550" fmla="*/ 555165 w 1008380"/>
                <a:gd name="csY550" fmla="*/ 394773 h 667385"/>
                <a:gd name="csX551" fmla="*/ 556171 w 1008380"/>
                <a:gd name="csY551" fmla="*/ 395785 h 667385"/>
                <a:gd name="csX552" fmla="*/ 557183 w 1008380"/>
                <a:gd name="csY552" fmla="*/ 396830 h 667385"/>
                <a:gd name="csX553" fmla="*/ 558195 w 1008380"/>
                <a:gd name="csY553" fmla="*/ 397908 h 667385"/>
                <a:gd name="csX554" fmla="*/ 559201 w 1008380"/>
                <a:gd name="csY554" fmla="*/ 399020 h 667385"/>
                <a:gd name="csX555" fmla="*/ 560213 w 1008380"/>
                <a:gd name="csY555" fmla="*/ 400166 h 667385"/>
                <a:gd name="csX556" fmla="*/ 561220 w 1008380"/>
                <a:gd name="csY556" fmla="*/ 401344 h 667385"/>
                <a:gd name="csX557" fmla="*/ 562231 w 1008380"/>
                <a:gd name="csY557" fmla="*/ 402555 h 667385"/>
                <a:gd name="csX558" fmla="*/ 563238 w 1008380"/>
                <a:gd name="csY558" fmla="*/ 403799 h 667385"/>
                <a:gd name="csX559" fmla="*/ 564250 w 1008380"/>
                <a:gd name="csY559" fmla="*/ 405075 h 667385"/>
                <a:gd name="csX560" fmla="*/ 565256 w 1008380"/>
                <a:gd name="csY560" fmla="*/ 406384 h 667385"/>
                <a:gd name="csX561" fmla="*/ 566268 w 1008380"/>
                <a:gd name="csY561" fmla="*/ 407725 h 667385"/>
                <a:gd name="csX562" fmla="*/ 567275 w 1008380"/>
                <a:gd name="csY562" fmla="*/ 409097 h 667385"/>
                <a:gd name="csX563" fmla="*/ 568286 w 1008380"/>
                <a:gd name="csY563" fmla="*/ 410500 h 667385"/>
                <a:gd name="csX564" fmla="*/ 569298 w 1008380"/>
                <a:gd name="csY564" fmla="*/ 411934 h 667385"/>
                <a:gd name="csX565" fmla="*/ 570305 w 1008380"/>
                <a:gd name="csY565" fmla="*/ 413399 h 667385"/>
                <a:gd name="csX566" fmla="*/ 571316 w 1008380"/>
                <a:gd name="csY566" fmla="*/ 414894 h 667385"/>
                <a:gd name="csX567" fmla="*/ 572323 w 1008380"/>
                <a:gd name="csY567" fmla="*/ 416418 h 667385"/>
                <a:gd name="csX568" fmla="*/ 573335 w 1008380"/>
                <a:gd name="csY568" fmla="*/ 417971 h 667385"/>
                <a:gd name="csX569" fmla="*/ 574341 w 1008380"/>
                <a:gd name="csY569" fmla="*/ 419553 h 667385"/>
                <a:gd name="csX570" fmla="*/ 575353 w 1008380"/>
                <a:gd name="csY570" fmla="*/ 421163 h 667385"/>
                <a:gd name="csX571" fmla="*/ 576360 w 1008380"/>
                <a:gd name="csY571" fmla="*/ 422800 h 667385"/>
                <a:gd name="csX572" fmla="*/ 577371 w 1008380"/>
                <a:gd name="csY572" fmla="*/ 424464 h 667385"/>
                <a:gd name="csX573" fmla="*/ 578378 w 1008380"/>
                <a:gd name="csY573" fmla="*/ 426155 h 667385"/>
                <a:gd name="csX574" fmla="*/ 579390 w 1008380"/>
                <a:gd name="csY574" fmla="*/ 427871 h 667385"/>
                <a:gd name="csX575" fmla="*/ 580402 w 1008380"/>
                <a:gd name="csY575" fmla="*/ 429612 h 667385"/>
                <a:gd name="csX576" fmla="*/ 581408 w 1008380"/>
                <a:gd name="csY576" fmla="*/ 431378 h 667385"/>
                <a:gd name="csX577" fmla="*/ 582420 w 1008380"/>
                <a:gd name="csY577" fmla="*/ 433168 h 667385"/>
                <a:gd name="csX578" fmla="*/ 583426 w 1008380"/>
                <a:gd name="csY578" fmla="*/ 434980 h 667385"/>
                <a:gd name="csX579" fmla="*/ 584438 w 1008380"/>
                <a:gd name="csY579" fmla="*/ 436816 h 667385"/>
                <a:gd name="csX580" fmla="*/ 585445 w 1008380"/>
                <a:gd name="csY580" fmla="*/ 438674 h 667385"/>
                <a:gd name="csX581" fmla="*/ 586457 w 1008380"/>
                <a:gd name="csY581" fmla="*/ 440552 h 667385"/>
                <a:gd name="csX582" fmla="*/ 587463 w 1008380"/>
                <a:gd name="csY582" fmla="*/ 442451 h 667385"/>
                <a:gd name="csX583" fmla="*/ 588475 w 1008380"/>
                <a:gd name="csY583" fmla="*/ 444370 h 667385"/>
                <a:gd name="csX584" fmla="*/ 589481 w 1008380"/>
                <a:gd name="csY584" fmla="*/ 446307 h 667385"/>
                <a:gd name="csX585" fmla="*/ 590493 w 1008380"/>
                <a:gd name="csY585" fmla="*/ 448263 h 667385"/>
                <a:gd name="csX586" fmla="*/ 591500 w 1008380"/>
                <a:gd name="csY586" fmla="*/ 450237 h 667385"/>
                <a:gd name="csX587" fmla="*/ 592511 w 1008380"/>
                <a:gd name="csY587" fmla="*/ 452227 h 667385"/>
                <a:gd name="csX588" fmla="*/ 593523 w 1008380"/>
                <a:gd name="csY588" fmla="*/ 454233 h 667385"/>
                <a:gd name="csX589" fmla="*/ 594530 w 1008380"/>
                <a:gd name="csY589" fmla="*/ 456255 h 667385"/>
                <a:gd name="csX590" fmla="*/ 595542 w 1008380"/>
                <a:gd name="csY590" fmla="*/ 458291 h 667385"/>
                <a:gd name="csX591" fmla="*/ 596548 w 1008380"/>
                <a:gd name="csY591" fmla="*/ 460341 h 667385"/>
                <a:gd name="csX592" fmla="*/ 597560 w 1008380"/>
                <a:gd name="csY592" fmla="*/ 462405 h 667385"/>
                <a:gd name="csX593" fmla="*/ 598566 w 1008380"/>
                <a:gd name="csY593" fmla="*/ 464480 h 667385"/>
                <a:gd name="csX594" fmla="*/ 599578 w 1008380"/>
                <a:gd name="csY594" fmla="*/ 466566 h 667385"/>
                <a:gd name="csX595" fmla="*/ 600585 w 1008380"/>
                <a:gd name="csY595" fmla="*/ 468664 h 667385"/>
                <a:gd name="csX596" fmla="*/ 601597 w 1008380"/>
                <a:gd name="csY596" fmla="*/ 470772 h 667385"/>
                <a:gd name="csX597" fmla="*/ 602603 w 1008380"/>
                <a:gd name="csY597" fmla="*/ 472889 h 667385"/>
                <a:gd name="csX598" fmla="*/ 603615 w 1008380"/>
                <a:gd name="csY598" fmla="*/ 475014 h 667385"/>
                <a:gd name="csX599" fmla="*/ 604627 w 1008380"/>
                <a:gd name="csY599" fmla="*/ 477147 h 667385"/>
                <a:gd name="csX600" fmla="*/ 605633 w 1008380"/>
                <a:gd name="csY600" fmla="*/ 479287 h 667385"/>
                <a:gd name="csX601" fmla="*/ 606645 w 1008380"/>
                <a:gd name="csY601" fmla="*/ 481433 h 667385"/>
                <a:gd name="csX602" fmla="*/ 607651 w 1008380"/>
                <a:gd name="csY602" fmla="*/ 483585 h 667385"/>
                <a:gd name="csX603" fmla="*/ 608663 w 1008380"/>
                <a:gd name="csY603" fmla="*/ 485741 h 667385"/>
                <a:gd name="csX604" fmla="*/ 609670 w 1008380"/>
                <a:gd name="csY604" fmla="*/ 487899 h 667385"/>
                <a:gd name="csX605" fmla="*/ 610682 w 1008380"/>
                <a:gd name="csY605" fmla="*/ 490067 h 667385"/>
                <a:gd name="csX606" fmla="*/ 611688 w 1008380"/>
                <a:gd name="csY606" fmla="*/ 492229 h 667385"/>
                <a:gd name="csX607" fmla="*/ 612700 w 1008380"/>
                <a:gd name="csY607" fmla="*/ 494401 h 667385"/>
                <a:gd name="csX608" fmla="*/ 613706 w 1008380"/>
                <a:gd name="csY608" fmla="*/ 496569 h 667385"/>
                <a:gd name="csX609" fmla="*/ 614718 w 1008380"/>
                <a:gd name="csY609" fmla="*/ 498736 h 667385"/>
                <a:gd name="csX610" fmla="*/ 615730 w 1008380"/>
                <a:gd name="csY610" fmla="*/ 500904 h 667385"/>
                <a:gd name="csX611" fmla="*/ 616737 w 1008380"/>
                <a:gd name="csY611" fmla="*/ 503071 h 667385"/>
                <a:gd name="csX612" fmla="*/ 617748 w 1008380"/>
                <a:gd name="csY612" fmla="*/ 505239 h 667385"/>
                <a:gd name="csX613" fmla="*/ 618755 w 1008380"/>
                <a:gd name="csY613" fmla="*/ 507406 h 667385"/>
                <a:gd name="csX614" fmla="*/ 619767 w 1008380"/>
                <a:gd name="csY614" fmla="*/ 509563 h 667385"/>
                <a:gd name="csX615" fmla="*/ 620773 w 1008380"/>
                <a:gd name="csY615" fmla="*/ 511720 h 667385"/>
                <a:gd name="csX616" fmla="*/ 621785 w 1008380"/>
                <a:gd name="csY616" fmla="*/ 513876 h 667385"/>
                <a:gd name="csX617" fmla="*/ 622792 w 1008380"/>
                <a:gd name="csY617" fmla="*/ 516022 h 667385"/>
                <a:gd name="csX618" fmla="*/ 623803 w 1008380"/>
                <a:gd name="csY618" fmla="*/ 518163 h 667385"/>
                <a:gd name="csX619" fmla="*/ 624810 w 1008380"/>
                <a:gd name="csY619" fmla="*/ 520299 h 667385"/>
                <a:gd name="csX620" fmla="*/ 625822 w 1008380"/>
                <a:gd name="csY620" fmla="*/ 522429 h 667385"/>
                <a:gd name="csX621" fmla="*/ 626833 w 1008380"/>
                <a:gd name="csY621" fmla="*/ 524548 h 667385"/>
                <a:gd name="csX622" fmla="*/ 627840 w 1008380"/>
                <a:gd name="csY622" fmla="*/ 526663 h 667385"/>
                <a:gd name="csX623" fmla="*/ 628852 w 1008380"/>
                <a:gd name="csY623" fmla="*/ 528766 h 667385"/>
                <a:gd name="csX624" fmla="*/ 629858 w 1008380"/>
                <a:gd name="csY624" fmla="*/ 530864 h 667385"/>
                <a:gd name="csX625" fmla="*/ 630870 w 1008380"/>
                <a:gd name="csY625" fmla="*/ 532952 h 667385"/>
                <a:gd name="csX626" fmla="*/ 631877 w 1008380"/>
                <a:gd name="csY626" fmla="*/ 535029 h 667385"/>
                <a:gd name="csX627" fmla="*/ 632888 w 1008380"/>
                <a:gd name="csY627" fmla="*/ 537095 h 667385"/>
                <a:gd name="csX628" fmla="*/ 633895 w 1008380"/>
                <a:gd name="csY628" fmla="*/ 539145 h 667385"/>
                <a:gd name="csX629" fmla="*/ 634907 w 1008380"/>
                <a:gd name="csY629" fmla="*/ 541190 h 667385"/>
                <a:gd name="csX630" fmla="*/ 635913 w 1008380"/>
                <a:gd name="csY630" fmla="*/ 543219 h 667385"/>
                <a:gd name="csX631" fmla="*/ 636925 w 1008380"/>
                <a:gd name="csY631" fmla="*/ 545237 h 667385"/>
                <a:gd name="csX632" fmla="*/ 637931 w 1008380"/>
                <a:gd name="csY632" fmla="*/ 547240 h 667385"/>
                <a:gd name="csX633" fmla="*/ 638943 w 1008380"/>
                <a:gd name="csY633" fmla="*/ 549231 h 667385"/>
                <a:gd name="csX634" fmla="*/ 639955 w 1008380"/>
                <a:gd name="csY634" fmla="*/ 551213 h 667385"/>
                <a:gd name="csX635" fmla="*/ 640962 w 1008380"/>
                <a:gd name="csY635" fmla="*/ 553172 h 667385"/>
                <a:gd name="csX636" fmla="*/ 641974 w 1008380"/>
                <a:gd name="csY636" fmla="*/ 555121 h 667385"/>
                <a:gd name="csX637" fmla="*/ 642980 w 1008380"/>
                <a:gd name="csY637" fmla="*/ 557054 h 667385"/>
                <a:gd name="csX638" fmla="*/ 643992 w 1008380"/>
                <a:gd name="csY638" fmla="*/ 558972 h 667385"/>
                <a:gd name="csX639" fmla="*/ 644998 w 1008380"/>
                <a:gd name="csY639" fmla="*/ 560873 h 667385"/>
                <a:gd name="csX640" fmla="*/ 646010 w 1008380"/>
                <a:gd name="csY640" fmla="*/ 562758 h 667385"/>
                <a:gd name="csX641" fmla="*/ 647017 w 1008380"/>
                <a:gd name="csY641" fmla="*/ 564627 h 667385"/>
                <a:gd name="csX642" fmla="*/ 648028 w 1008380"/>
                <a:gd name="csY642" fmla="*/ 566480 h 667385"/>
                <a:gd name="csX643" fmla="*/ 649035 w 1008380"/>
                <a:gd name="csY643" fmla="*/ 568312 h 667385"/>
                <a:gd name="csX644" fmla="*/ 650047 w 1008380"/>
                <a:gd name="csY644" fmla="*/ 570134 h 667385"/>
                <a:gd name="csX645" fmla="*/ 651059 w 1008380"/>
                <a:gd name="csY645" fmla="*/ 571934 h 667385"/>
                <a:gd name="csX646" fmla="*/ 652065 w 1008380"/>
                <a:gd name="csY646" fmla="*/ 573712 h 667385"/>
                <a:gd name="csX647" fmla="*/ 653077 w 1008380"/>
                <a:gd name="csY647" fmla="*/ 575475 h 667385"/>
                <a:gd name="csX648" fmla="*/ 654083 w 1008380"/>
                <a:gd name="csY648" fmla="*/ 577222 h 667385"/>
                <a:gd name="csX649" fmla="*/ 655095 w 1008380"/>
                <a:gd name="csY649" fmla="*/ 578947 h 667385"/>
                <a:gd name="csX650" fmla="*/ 656102 w 1008380"/>
                <a:gd name="csY650" fmla="*/ 580656 h 667385"/>
                <a:gd name="csX651" fmla="*/ 657113 w 1008380"/>
                <a:gd name="csY651" fmla="*/ 582345 h 667385"/>
                <a:gd name="csX652" fmla="*/ 658120 w 1008380"/>
                <a:gd name="csY652" fmla="*/ 584017 h 667385"/>
                <a:gd name="csX653" fmla="*/ 659132 w 1008380"/>
                <a:gd name="csY653" fmla="*/ 585668 h 667385"/>
                <a:gd name="csX654" fmla="*/ 660138 w 1008380"/>
                <a:gd name="csY654" fmla="*/ 587297 h 667385"/>
                <a:gd name="csX655" fmla="*/ 661150 w 1008380"/>
                <a:gd name="csY655" fmla="*/ 588905 h 667385"/>
                <a:gd name="csX656" fmla="*/ 662162 w 1008380"/>
                <a:gd name="csY656" fmla="*/ 590498 h 667385"/>
                <a:gd name="csX657" fmla="*/ 663168 w 1008380"/>
                <a:gd name="csY657" fmla="*/ 592069 h 667385"/>
                <a:gd name="csX658" fmla="*/ 664180 w 1008380"/>
                <a:gd name="csY658" fmla="*/ 593624 h 667385"/>
                <a:gd name="csX659" fmla="*/ 665187 w 1008380"/>
                <a:gd name="csY659" fmla="*/ 595152 h 667385"/>
                <a:gd name="csX660" fmla="*/ 666199 w 1008380"/>
                <a:gd name="csY660" fmla="*/ 596665 h 667385"/>
                <a:gd name="csX661" fmla="*/ 667205 w 1008380"/>
                <a:gd name="csY661" fmla="*/ 598156 h 667385"/>
                <a:gd name="csX662" fmla="*/ 668217 w 1008380"/>
                <a:gd name="csY662" fmla="*/ 599625 h 667385"/>
                <a:gd name="csX663" fmla="*/ 669223 w 1008380"/>
                <a:gd name="csY663" fmla="*/ 601074 h 667385"/>
                <a:gd name="csX664" fmla="*/ 670235 w 1008380"/>
                <a:gd name="csY664" fmla="*/ 602506 h 667385"/>
                <a:gd name="csX665" fmla="*/ 671242 w 1008380"/>
                <a:gd name="csY665" fmla="*/ 603918 h 667385"/>
                <a:gd name="csX666" fmla="*/ 672254 w 1008380"/>
                <a:gd name="csY666" fmla="*/ 605302 h 667385"/>
                <a:gd name="csX667" fmla="*/ 673265 w 1008380"/>
                <a:gd name="csY667" fmla="*/ 606671 h 667385"/>
                <a:gd name="csX668" fmla="*/ 674272 w 1008380"/>
                <a:gd name="csY668" fmla="*/ 608024 h 667385"/>
                <a:gd name="csX669" fmla="*/ 675284 w 1008380"/>
                <a:gd name="csY669" fmla="*/ 609350 h 667385"/>
                <a:gd name="csX670" fmla="*/ 676290 w 1008380"/>
                <a:gd name="csY670" fmla="*/ 610654 h 667385"/>
                <a:gd name="csX671" fmla="*/ 677302 w 1008380"/>
                <a:gd name="csY671" fmla="*/ 611943 h 667385"/>
                <a:gd name="csX672" fmla="*/ 678308 w 1008380"/>
                <a:gd name="csY672" fmla="*/ 613210 h 667385"/>
                <a:gd name="csX673" fmla="*/ 679320 w 1008380"/>
                <a:gd name="csY673" fmla="*/ 614457 h 667385"/>
                <a:gd name="csX674" fmla="*/ 680327 w 1008380"/>
                <a:gd name="csY674" fmla="*/ 615681 h 667385"/>
                <a:gd name="csX675" fmla="*/ 681339 w 1008380"/>
                <a:gd name="csY675" fmla="*/ 616890 h 667385"/>
                <a:gd name="csX676" fmla="*/ 682345 w 1008380"/>
                <a:gd name="csY676" fmla="*/ 618073 h 667385"/>
                <a:gd name="csX677" fmla="*/ 683357 w 1008380"/>
                <a:gd name="csY677" fmla="*/ 619239 h 667385"/>
                <a:gd name="csX678" fmla="*/ 684363 w 1008380"/>
                <a:gd name="csY678" fmla="*/ 620389 h 667385"/>
                <a:gd name="csX679" fmla="*/ 685375 w 1008380"/>
                <a:gd name="csY679" fmla="*/ 621513 h 667385"/>
                <a:gd name="csX680" fmla="*/ 686387 w 1008380"/>
                <a:gd name="csY680" fmla="*/ 622620 h 667385"/>
                <a:gd name="csX681" fmla="*/ 687394 w 1008380"/>
                <a:gd name="csY681" fmla="*/ 623707 h 667385"/>
                <a:gd name="csX682" fmla="*/ 688405 w 1008380"/>
                <a:gd name="csY682" fmla="*/ 624777 h 667385"/>
                <a:gd name="csX683" fmla="*/ 689412 w 1008380"/>
                <a:gd name="csY683" fmla="*/ 625826 h 667385"/>
                <a:gd name="csX684" fmla="*/ 690424 w 1008380"/>
                <a:gd name="csY684" fmla="*/ 626854 h 667385"/>
                <a:gd name="csX685" fmla="*/ 691430 w 1008380"/>
                <a:gd name="csY685" fmla="*/ 627866 h 667385"/>
                <a:gd name="csX686" fmla="*/ 692442 w 1008380"/>
                <a:gd name="csY686" fmla="*/ 628856 h 667385"/>
                <a:gd name="csX687" fmla="*/ 693448 w 1008380"/>
                <a:gd name="csY687" fmla="*/ 629831 h 667385"/>
                <a:gd name="csX688" fmla="*/ 694460 w 1008380"/>
                <a:gd name="csY688" fmla="*/ 630784 h 667385"/>
                <a:gd name="csX689" fmla="*/ 695467 w 1008380"/>
                <a:gd name="csY689" fmla="*/ 631721 h 667385"/>
                <a:gd name="csX690" fmla="*/ 696479 w 1008380"/>
                <a:gd name="csY690" fmla="*/ 632637 h 667385"/>
                <a:gd name="csX691" fmla="*/ 697490 w 1008380"/>
                <a:gd name="csY691" fmla="*/ 633537 h 667385"/>
                <a:gd name="csX692" fmla="*/ 698497 w 1008380"/>
                <a:gd name="csY692" fmla="*/ 634421 h 667385"/>
                <a:gd name="csX693" fmla="*/ 699509 w 1008380"/>
                <a:gd name="csY693" fmla="*/ 635284 h 667385"/>
                <a:gd name="csX694" fmla="*/ 700515 w 1008380"/>
                <a:gd name="csY694" fmla="*/ 636131 h 667385"/>
                <a:gd name="csX695" fmla="*/ 701527 w 1008380"/>
                <a:gd name="csY695" fmla="*/ 636956 h 667385"/>
                <a:gd name="csX696" fmla="*/ 702534 w 1008380"/>
                <a:gd name="csY696" fmla="*/ 637771 h 667385"/>
                <a:gd name="csX697" fmla="*/ 703545 w 1008380"/>
                <a:gd name="csY697" fmla="*/ 638565 h 667385"/>
                <a:gd name="csX698" fmla="*/ 704552 w 1008380"/>
                <a:gd name="csY698" fmla="*/ 639342 h 667385"/>
                <a:gd name="csX699" fmla="*/ 705564 w 1008380"/>
                <a:gd name="csY699" fmla="*/ 640109 h 667385"/>
                <a:gd name="csX700" fmla="*/ 706570 w 1008380"/>
                <a:gd name="csY700" fmla="*/ 640854 h 667385"/>
                <a:gd name="csX701" fmla="*/ 707582 w 1008380"/>
                <a:gd name="csY701" fmla="*/ 641579 h 667385"/>
                <a:gd name="csX702" fmla="*/ 708594 w 1008380"/>
                <a:gd name="csY702" fmla="*/ 642292 h 667385"/>
                <a:gd name="csX703" fmla="*/ 709600 w 1008380"/>
                <a:gd name="csY703" fmla="*/ 642990 h 667385"/>
                <a:gd name="csX704" fmla="*/ 710612 w 1008380"/>
                <a:gd name="csY704" fmla="*/ 643677 h 667385"/>
                <a:gd name="csX705" fmla="*/ 711619 w 1008380"/>
                <a:gd name="csY705" fmla="*/ 644343 h 667385"/>
                <a:gd name="csX706" fmla="*/ 712630 w 1008380"/>
                <a:gd name="csY706" fmla="*/ 644992 h 667385"/>
                <a:gd name="csX707" fmla="*/ 713637 w 1008380"/>
                <a:gd name="csY707" fmla="*/ 645631 h 667385"/>
                <a:gd name="csX708" fmla="*/ 714649 w 1008380"/>
                <a:gd name="csY708" fmla="*/ 646254 h 667385"/>
                <a:gd name="csX709" fmla="*/ 715655 w 1008380"/>
                <a:gd name="csY709" fmla="*/ 646862 h 667385"/>
                <a:gd name="csX710" fmla="*/ 716667 w 1008380"/>
                <a:gd name="csY710" fmla="*/ 647453 h 667385"/>
                <a:gd name="csX711" fmla="*/ 717674 w 1008380"/>
                <a:gd name="csY711" fmla="*/ 648033 h 667385"/>
                <a:gd name="csX712" fmla="*/ 718685 w 1008380"/>
                <a:gd name="csY712" fmla="*/ 648598 h 667385"/>
                <a:gd name="csX713" fmla="*/ 719697 w 1008380"/>
                <a:gd name="csY713" fmla="*/ 649151 h 667385"/>
                <a:gd name="csX714" fmla="*/ 720704 w 1008380"/>
                <a:gd name="csY714" fmla="*/ 649689 h 667385"/>
                <a:gd name="csX715" fmla="*/ 721716 w 1008380"/>
                <a:gd name="csY715" fmla="*/ 650216 h 667385"/>
                <a:gd name="csX716" fmla="*/ 722722 w 1008380"/>
                <a:gd name="csY716" fmla="*/ 650733 h 667385"/>
                <a:gd name="csX717" fmla="*/ 723734 w 1008380"/>
                <a:gd name="csY717" fmla="*/ 651228 h 667385"/>
                <a:gd name="csX718" fmla="*/ 724740 w 1008380"/>
                <a:gd name="csY718" fmla="*/ 651718 h 667385"/>
                <a:gd name="csX719" fmla="*/ 725752 w 1008380"/>
                <a:gd name="csY719" fmla="*/ 652192 h 667385"/>
                <a:gd name="csX720" fmla="*/ 726759 w 1008380"/>
                <a:gd name="csY720" fmla="*/ 652656 h 667385"/>
                <a:gd name="csX721" fmla="*/ 727771 w 1008380"/>
                <a:gd name="csY721" fmla="*/ 653108 h 667385"/>
                <a:gd name="csX722" fmla="*/ 728777 w 1008380"/>
                <a:gd name="csY722" fmla="*/ 653550 h 667385"/>
                <a:gd name="csX723" fmla="*/ 729789 w 1008380"/>
                <a:gd name="csY723" fmla="*/ 653982 h 667385"/>
                <a:gd name="csX724" fmla="*/ 730795 w 1008380"/>
                <a:gd name="csY724" fmla="*/ 654397 h 667385"/>
                <a:gd name="csX725" fmla="*/ 731807 w 1008380"/>
                <a:gd name="csY725" fmla="*/ 654802 h 667385"/>
                <a:gd name="csX726" fmla="*/ 732819 w 1008380"/>
                <a:gd name="csY726" fmla="*/ 655201 h 667385"/>
                <a:gd name="csX727" fmla="*/ 733825 w 1008380"/>
                <a:gd name="csY727" fmla="*/ 655584 h 667385"/>
                <a:gd name="csX728" fmla="*/ 734837 w 1008380"/>
                <a:gd name="csY728" fmla="*/ 655963 h 667385"/>
                <a:gd name="csX729" fmla="*/ 735844 w 1008380"/>
                <a:gd name="csY729" fmla="*/ 656325 h 667385"/>
                <a:gd name="csX730" fmla="*/ 736856 w 1008380"/>
                <a:gd name="csY730" fmla="*/ 656681 h 667385"/>
                <a:gd name="csX731" fmla="*/ 737862 w 1008380"/>
                <a:gd name="csY731" fmla="*/ 657028 h 667385"/>
                <a:gd name="csX732" fmla="*/ 738874 w 1008380"/>
                <a:gd name="csY732" fmla="*/ 657363 h 667385"/>
                <a:gd name="csX733" fmla="*/ 739880 w 1008380"/>
                <a:gd name="csY733" fmla="*/ 657688 h 667385"/>
                <a:gd name="csX734" fmla="*/ 740892 w 1008380"/>
                <a:gd name="csY734" fmla="*/ 658007 h 667385"/>
                <a:gd name="csX735" fmla="*/ 741899 w 1008380"/>
                <a:gd name="csY735" fmla="*/ 658316 h 667385"/>
                <a:gd name="csX736" fmla="*/ 742911 w 1008380"/>
                <a:gd name="csY736" fmla="*/ 658615 h 667385"/>
                <a:gd name="csX737" fmla="*/ 743922 w 1008380"/>
                <a:gd name="csY737" fmla="*/ 658907 h 667385"/>
                <a:gd name="csX738" fmla="*/ 744929 w 1008380"/>
                <a:gd name="csY738" fmla="*/ 659190 h 667385"/>
                <a:gd name="csX739" fmla="*/ 745941 w 1008380"/>
                <a:gd name="csY739" fmla="*/ 659467 h 667385"/>
                <a:gd name="csX740" fmla="*/ 746947 w 1008380"/>
                <a:gd name="csY740" fmla="*/ 659733 h 667385"/>
                <a:gd name="csX741" fmla="*/ 747959 w 1008380"/>
                <a:gd name="csY741" fmla="*/ 659989 h 667385"/>
                <a:gd name="csX742" fmla="*/ 748965 w 1008380"/>
                <a:gd name="csY742" fmla="*/ 660244 h 667385"/>
                <a:gd name="csX743" fmla="*/ 749977 w 1008380"/>
                <a:gd name="csY743" fmla="*/ 660484 h 667385"/>
                <a:gd name="csX744" fmla="*/ 750984 w 1008380"/>
                <a:gd name="csY744" fmla="*/ 660723 h 667385"/>
                <a:gd name="csX745" fmla="*/ 751996 w 1008380"/>
                <a:gd name="csY745" fmla="*/ 660952 h 667385"/>
                <a:gd name="csX746" fmla="*/ 753002 w 1008380"/>
                <a:gd name="csY746" fmla="*/ 661176 h 667385"/>
                <a:gd name="csX747" fmla="*/ 754014 w 1008380"/>
                <a:gd name="csY747" fmla="*/ 661389 h 667385"/>
                <a:gd name="csX748" fmla="*/ 755026 w 1008380"/>
                <a:gd name="csY748" fmla="*/ 661602 h 667385"/>
                <a:gd name="csX749" fmla="*/ 756032 w 1008380"/>
                <a:gd name="csY749" fmla="*/ 661804 h 667385"/>
                <a:gd name="csX750" fmla="*/ 757044 w 1008380"/>
                <a:gd name="csY750" fmla="*/ 662001 h 667385"/>
                <a:gd name="csX751" fmla="*/ 758051 w 1008380"/>
                <a:gd name="csY751" fmla="*/ 662193 h 667385"/>
                <a:gd name="csX752" fmla="*/ 759062 w 1008380"/>
                <a:gd name="csY752" fmla="*/ 662380 h 667385"/>
                <a:gd name="csX753" fmla="*/ 760069 w 1008380"/>
                <a:gd name="csY753" fmla="*/ 662555 h 667385"/>
                <a:gd name="csX754" fmla="*/ 761081 w 1008380"/>
                <a:gd name="csY754" fmla="*/ 662731 h 667385"/>
                <a:gd name="csX755" fmla="*/ 762087 w 1008380"/>
                <a:gd name="csY755" fmla="*/ 662896 h 667385"/>
                <a:gd name="csX756" fmla="*/ 763099 w 1008380"/>
                <a:gd name="csY756" fmla="*/ 663061 h 667385"/>
                <a:gd name="csX757" fmla="*/ 764106 w 1008380"/>
                <a:gd name="csY757" fmla="*/ 663216 h 667385"/>
                <a:gd name="csX758" fmla="*/ 765117 w 1008380"/>
                <a:gd name="csY758" fmla="*/ 663370 h 667385"/>
                <a:gd name="csX759" fmla="*/ 766129 w 1008380"/>
                <a:gd name="csY759" fmla="*/ 663519 h 667385"/>
                <a:gd name="csX760" fmla="*/ 767136 w 1008380"/>
                <a:gd name="csY760" fmla="*/ 663663 h 667385"/>
                <a:gd name="csX761" fmla="*/ 768147 w 1008380"/>
                <a:gd name="csY761" fmla="*/ 663796 h 667385"/>
                <a:gd name="csX762" fmla="*/ 769154 w 1008380"/>
                <a:gd name="csY762" fmla="*/ 663929 h 667385"/>
                <a:gd name="csX763" fmla="*/ 770166 w 1008380"/>
                <a:gd name="csY763" fmla="*/ 664062 h 667385"/>
                <a:gd name="csX764" fmla="*/ 771172 w 1008380"/>
                <a:gd name="csY764" fmla="*/ 664185 h 667385"/>
                <a:gd name="csX765" fmla="*/ 772184 w 1008380"/>
                <a:gd name="csY765" fmla="*/ 664307 h 667385"/>
                <a:gd name="csX766" fmla="*/ 773191 w 1008380"/>
                <a:gd name="csY766" fmla="*/ 664425 h 667385"/>
                <a:gd name="csX767" fmla="*/ 774202 w 1008380"/>
                <a:gd name="csY767" fmla="*/ 664536 h 667385"/>
                <a:gd name="csX768" fmla="*/ 775209 w 1008380"/>
                <a:gd name="csY768" fmla="*/ 664643 h 667385"/>
                <a:gd name="csX769" fmla="*/ 776221 w 1008380"/>
                <a:gd name="csY769" fmla="*/ 664749 h 667385"/>
                <a:gd name="csX770" fmla="*/ 777227 w 1008380"/>
                <a:gd name="csY770" fmla="*/ 664851 h 667385"/>
                <a:gd name="csX771" fmla="*/ 778239 w 1008380"/>
                <a:gd name="csY771" fmla="*/ 664946 h 667385"/>
                <a:gd name="csX772" fmla="*/ 779251 w 1008380"/>
                <a:gd name="csY772" fmla="*/ 665042 h 667385"/>
                <a:gd name="csX773" fmla="*/ 780257 w 1008380"/>
                <a:gd name="csY773" fmla="*/ 665133 h 667385"/>
                <a:gd name="csX774" fmla="*/ 781269 w 1008380"/>
                <a:gd name="csY774" fmla="*/ 665223 h 667385"/>
                <a:gd name="csX775" fmla="*/ 782276 w 1008380"/>
                <a:gd name="csY775" fmla="*/ 665309 h 667385"/>
                <a:gd name="csX776" fmla="*/ 783288 w 1008380"/>
                <a:gd name="csY776" fmla="*/ 665388 h 667385"/>
                <a:gd name="csX777" fmla="*/ 784294 w 1008380"/>
                <a:gd name="csY777" fmla="*/ 665468 h 667385"/>
                <a:gd name="csX778" fmla="*/ 785306 w 1008380"/>
                <a:gd name="csY778" fmla="*/ 665543 h 667385"/>
                <a:gd name="csX779" fmla="*/ 786312 w 1008380"/>
                <a:gd name="csY779" fmla="*/ 665617 h 667385"/>
                <a:gd name="csX780" fmla="*/ 787324 w 1008380"/>
                <a:gd name="csY780" fmla="*/ 665687 h 667385"/>
                <a:gd name="csX781" fmla="*/ 788331 w 1008380"/>
                <a:gd name="csY781" fmla="*/ 665756 h 667385"/>
                <a:gd name="csX782" fmla="*/ 789342 w 1008380"/>
                <a:gd name="csY782" fmla="*/ 665820 h 667385"/>
                <a:gd name="csX783" fmla="*/ 790354 w 1008380"/>
                <a:gd name="csY783" fmla="*/ 665884 h 667385"/>
                <a:gd name="csX784" fmla="*/ 791361 w 1008380"/>
                <a:gd name="csY784" fmla="*/ 665948 h 667385"/>
                <a:gd name="csX785" fmla="*/ 792373 w 1008380"/>
                <a:gd name="csY785" fmla="*/ 666006 h 667385"/>
                <a:gd name="csX786" fmla="*/ 793379 w 1008380"/>
                <a:gd name="csY786" fmla="*/ 666065 h 667385"/>
                <a:gd name="csX787" fmla="*/ 794391 w 1008380"/>
                <a:gd name="csY787" fmla="*/ 666118 h 667385"/>
                <a:gd name="csX788" fmla="*/ 795397 w 1008380"/>
                <a:gd name="csY788" fmla="*/ 666171 h 667385"/>
                <a:gd name="csX789" fmla="*/ 796409 w 1008380"/>
                <a:gd name="csY789" fmla="*/ 666219 h 667385"/>
                <a:gd name="csX790" fmla="*/ 797416 w 1008380"/>
                <a:gd name="csY790" fmla="*/ 666267 h 667385"/>
                <a:gd name="csX791" fmla="*/ 798428 w 1008380"/>
                <a:gd name="csY791" fmla="*/ 666315 h 667385"/>
                <a:gd name="csX792" fmla="*/ 799434 w 1008380"/>
                <a:gd name="csY792" fmla="*/ 666358 h 667385"/>
                <a:gd name="csX793" fmla="*/ 800446 w 1008380"/>
                <a:gd name="csY793" fmla="*/ 666406 h 667385"/>
                <a:gd name="csX794" fmla="*/ 801458 w 1008380"/>
                <a:gd name="csY794" fmla="*/ 666443 h 667385"/>
                <a:gd name="csX795" fmla="*/ 802464 w 1008380"/>
                <a:gd name="csY795" fmla="*/ 666485 h 667385"/>
                <a:gd name="csX796" fmla="*/ 803476 w 1008380"/>
                <a:gd name="csY796" fmla="*/ 666523 h 667385"/>
                <a:gd name="csX797" fmla="*/ 804482 w 1008380"/>
                <a:gd name="csY797" fmla="*/ 666560 h 667385"/>
                <a:gd name="csX798" fmla="*/ 805494 w 1008380"/>
                <a:gd name="csY798" fmla="*/ 666597 h 667385"/>
                <a:gd name="csX799" fmla="*/ 806501 w 1008380"/>
                <a:gd name="csY799" fmla="*/ 666629 h 667385"/>
                <a:gd name="csX800" fmla="*/ 807513 w 1008380"/>
                <a:gd name="csY800" fmla="*/ 666661 h 667385"/>
                <a:gd name="csX801" fmla="*/ 808519 w 1008380"/>
                <a:gd name="csY801" fmla="*/ 666693 h 667385"/>
                <a:gd name="csX802" fmla="*/ 809531 w 1008380"/>
                <a:gd name="csY802" fmla="*/ 666725 h 667385"/>
                <a:gd name="csX803" fmla="*/ 810537 w 1008380"/>
                <a:gd name="csY803" fmla="*/ 666752 h 667385"/>
                <a:gd name="csX804" fmla="*/ 811549 w 1008380"/>
                <a:gd name="csY804" fmla="*/ 666778 h 667385"/>
                <a:gd name="csX805" fmla="*/ 812561 w 1008380"/>
                <a:gd name="csY805" fmla="*/ 666805 h 667385"/>
                <a:gd name="csX806" fmla="*/ 813568 w 1008380"/>
                <a:gd name="csY806" fmla="*/ 666832 h 667385"/>
                <a:gd name="csX807" fmla="*/ 814579 w 1008380"/>
                <a:gd name="csY807" fmla="*/ 666858 h 667385"/>
                <a:gd name="csX808" fmla="*/ 815586 w 1008380"/>
                <a:gd name="csY808" fmla="*/ 666880 h 667385"/>
                <a:gd name="csX809" fmla="*/ 816598 w 1008380"/>
                <a:gd name="csY809" fmla="*/ 666901 h 667385"/>
                <a:gd name="csX810" fmla="*/ 817604 w 1008380"/>
                <a:gd name="csY810" fmla="*/ 666927 h 667385"/>
                <a:gd name="csX811" fmla="*/ 818616 w 1008380"/>
                <a:gd name="csY811" fmla="*/ 666943 h 667385"/>
                <a:gd name="csX812" fmla="*/ 819623 w 1008380"/>
                <a:gd name="csY812" fmla="*/ 666965 h 667385"/>
                <a:gd name="csX813" fmla="*/ 820634 w 1008380"/>
                <a:gd name="csY813" fmla="*/ 666986 h 667385"/>
                <a:gd name="csX814" fmla="*/ 821641 w 1008380"/>
                <a:gd name="csY814" fmla="*/ 667002 h 667385"/>
                <a:gd name="csX815" fmla="*/ 822653 w 1008380"/>
                <a:gd name="csY815" fmla="*/ 667018 h 667385"/>
                <a:gd name="csX816" fmla="*/ 823664 w 1008380"/>
                <a:gd name="csY816" fmla="*/ 667039 h 667385"/>
                <a:gd name="csX817" fmla="*/ 824671 w 1008380"/>
                <a:gd name="csY817" fmla="*/ 667055 h 667385"/>
                <a:gd name="csX818" fmla="*/ 825683 w 1008380"/>
                <a:gd name="csY818" fmla="*/ 667066 h 667385"/>
                <a:gd name="csX819" fmla="*/ 826689 w 1008380"/>
                <a:gd name="csY819" fmla="*/ 667082 h 667385"/>
                <a:gd name="csX820" fmla="*/ 827701 w 1008380"/>
                <a:gd name="csY820" fmla="*/ 667098 h 667385"/>
                <a:gd name="csX821" fmla="*/ 828708 w 1008380"/>
                <a:gd name="csY821" fmla="*/ 667109 h 667385"/>
                <a:gd name="csX822" fmla="*/ 829719 w 1008380"/>
                <a:gd name="csY822" fmla="*/ 667124 h 667385"/>
                <a:gd name="csX823" fmla="*/ 830726 w 1008380"/>
                <a:gd name="csY823" fmla="*/ 667135 h 667385"/>
                <a:gd name="csX824" fmla="*/ 831738 w 1008380"/>
                <a:gd name="csY824" fmla="*/ 667146 h 667385"/>
                <a:gd name="csX825" fmla="*/ 832744 w 1008380"/>
                <a:gd name="csY825" fmla="*/ 667156 h 667385"/>
                <a:gd name="csX826" fmla="*/ 833756 w 1008380"/>
                <a:gd name="csY826" fmla="*/ 667172 h 667385"/>
                <a:gd name="csX827" fmla="*/ 834763 w 1008380"/>
                <a:gd name="csY827" fmla="*/ 667178 h 667385"/>
                <a:gd name="csX828" fmla="*/ 835774 w 1008380"/>
                <a:gd name="csY828" fmla="*/ 667188 h 667385"/>
                <a:gd name="csX829" fmla="*/ 836786 w 1008380"/>
                <a:gd name="csY829" fmla="*/ 667199 h 667385"/>
                <a:gd name="csX830" fmla="*/ 837793 w 1008380"/>
                <a:gd name="csY830" fmla="*/ 667210 h 667385"/>
                <a:gd name="csX831" fmla="*/ 838805 w 1008380"/>
                <a:gd name="csY831" fmla="*/ 667215 h 667385"/>
                <a:gd name="csX832" fmla="*/ 839811 w 1008380"/>
                <a:gd name="csY832" fmla="*/ 667226 h 667385"/>
                <a:gd name="csX833" fmla="*/ 840823 w 1008380"/>
                <a:gd name="csY833" fmla="*/ 667231 h 667385"/>
                <a:gd name="csX834" fmla="*/ 841829 w 1008380"/>
                <a:gd name="csY834" fmla="*/ 667242 h 667385"/>
                <a:gd name="csX835" fmla="*/ 842841 w 1008380"/>
                <a:gd name="csY835" fmla="*/ 667247 h 667385"/>
                <a:gd name="csX836" fmla="*/ 843848 w 1008380"/>
                <a:gd name="csY836" fmla="*/ 667252 h 667385"/>
                <a:gd name="csX837" fmla="*/ 844859 w 1008380"/>
                <a:gd name="csY837" fmla="*/ 667263 h 667385"/>
                <a:gd name="csX838" fmla="*/ 845866 w 1008380"/>
                <a:gd name="csY838" fmla="*/ 667268 h 667385"/>
                <a:gd name="csX839" fmla="*/ 846878 w 1008380"/>
                <a:gd name="csY839" fmla="*/ 667274 h 667385"/>
                <a:gd name="csX840" fmla="*/ 847890 w 1008380"/>
                <a:gd name="csY840" fmla="*/ 667279 h 667385"/>
                <a:gd name="csX841" fmla="*/ 848896 w 1008380"/>
                <a:gd name="csY841" fmla="*/ 667284 h 667385"/>
                <a:gd name="csX842" fmla="*/ 849908 w 1008380"/>
                <a:gd name="csY842" fmla="*/ 667290 h 667385"/>
                <a:gd name="csX843" fmla="*/ 850914 w 1008380"/>
                <a:gd name="csY843" fmla="*/ 667295 h 667385"/>
                <a:gd name="csX844" fmla="*/ 851926 w 1008380"/>
                <a:gd name="csY844" fmla="*/ 667300 h 667385"/>
                <a:gd name="csX845" fmla="*/ 852933 w 1008380"/>
                <a:gd name="csY845" fmla="*/ 667306 h 667385"/>
                <a:gd name="csX846" fmla="*/ 853945 w 1008380"/>
                <a:gd name="csY846" fmla="*/ 667306 h 667385"/>
                <a:gd name="csX847" fmla="*/ 854951 w 1008380"/>
                <a:gd name="csY847" fmla="*/ 667311 h 667385"/>
                <a:gd name="csX848" fmla="*/ 855963 w 1008380"/>
                <a:gd name="csY848" fmla="*/ 667316 h 667385"/>
                <a:gd name="csX849" fmla="*/ 856969 w 1008380"/>
                <a:gd name="csY849" fmla="*/ 667322 h 667385"/>
                <a:gd name="csX850" fmla="*/ 857981 w 1008380"/>
                <a:gd name="csY850" fmla="*/ 667322 h 667385"/>
                <a:gd name="csX851" fmla="*/ 858993 w 1008380"/>
                <a:gd name="csY851" fmla="*/ 667327 h 667385"/>
                <a:gd name="csX852" fmla="*/ 859999 w 1008380"/>
                <a:gd name="csY852" fmla="*/ 667327 h 667385"/>
                <a:gd name="csX853" fmla="*/ 861011 w 1008380"/>
                <a:gd name="csY853" fmla="*/ 667332 h 667385"/>
                <a:gd name="csX854" fmla="*/ 862018 w 1008380"/>
                <a:gd name="csY854" fmla="*/ 667332 h 667385"/>
                <a:gd name="csX855" fmla="*/ 863030 w 1008380"/>
                <a:gd name="csY855" fmla="*/ 667338 h 667385"/>
                <a:gd name="csX856" fmla="*/ 864036 w 1008380"/>
                <a:gd name="csY856" fmla="*/ 667338 h 667385"/>
                <a:gd name="csX857" fmla="*/ 865048 w 1008380"/>
                <a:gd name="csY857" fmla="*/ 667343 h 667385"/>
                <a:gd name="csX858" fmla="*/ 866054 w 1008380"/>
                <a:gd name="csY858" fmla="*/ 667343 h 667385"/>
                <a:gd name="csX859" fmla="*/ 867066 w 1008380"/>
                <a:gd name="csY859" fmla="*/ 667348 h 667385"/>
                <a:gd name="csX860" fmla="*/ 868073 w 1008380"/>
                <a:gd name="csY860" fmla="*/ 667348 h 667385"/>
                <a:gd name="csX861" fmla="*/ 869085 w 1008380"/>
                <a:gd name="csY861" fmla="*/ 667354 h 667385"/>
                <a:gd name="csX862" fmla="*/ 870096 w 1008380"/>
                <a:gd name="csY862" fmla="*/ 667354 h 667385"/>
                <a:gd name="csX863" fmla="*/ 871103 w 1008380"/>
                <a:gd name="csY863" fmla="*/ 667354 h 667385"/>
                <a:gd name="csX864" fmla="*/ 872115 w 1008380"/>
                <a:gd name="csY864" fmla="*/ 667359 h 667385"/>
                <a:gd name="csX865" fmla="*/ 873121 w 1008380"/>
                <a:gd name="csY865" fmla="*/ 667359 h 667385"/>
                <a:gd name="csX866" fmla="*/ 874133 w 1008380"/>
                <a:gd name="csY866" fmla="*/ 667359 h 667385"/>
                <a:gd name="csX867" fmla="*/ 875140 w 1008380"/>
                <a:gd name="csY867" fmla="*/ 667359 h 667385"/>
                <a:gd name="csX868" fmla="*/ 876151 w 1008380"/>
                <a:gd name="csY868" fmla="*/ 667364 h 667385"/>
                <a:gd name="csX869" fmla="*/ 877158 w 1008380"/>
                <a:gd name="csY869" fmla="*/ 667364 h 667385"/>
                <a:gd name="csX870" fmla="*/ 878170 w 1008380"/>
                <a:gd name="csY870" fmla="*/ 667364 h 667385"/>
                <a:gd name="csX871" fmla="*/ 879176 w 1008380"/>
                <a:gd name="csY871" fmla="*/ 667364 h 667385"/>
                <a:gd name="csX872" fmla="*/ 880188 w 1008380"/>
                <a:gd name="csY872" fmla="*/ 667370 h 667385"/>
                <a:gd name="csX873" fmla="*/ 881195 w 1008380"/>
                <a:gd name="csY873" fmla="*/ 667370 h 667385"/>
                <a:gd name="csX874" fmla="*/ 882206 w 1008380"/>
                <a:gd name="csY874" fmla="*/ 667370 h 667385"/>
                <a:gd name="csX875" fmla="*/ 883218 w 1008380"/>
                <a:gd name="csY875" fmla="*/ 667370 h 667385"/>
                <a:gd name="csX876" fmla="*/ 884225 w 1008380"/>
                <a:gd name="csY876" fmla="*/ 667370 h 667385"/>
                <a:gd name="csX877" fmla="*/ 885236 w 1008380"/>
                <a:gd name="csY877" fmla="*/ 667375 h 667385"/>
                <a:gd name="csX878" fmla="*/ 886243 w 1008380"/>
                <a:gd name="csY878" fmla="*/ 667375 h 667385"/>
                <a:gd name="csX879" fmla="*/ 887255 w 1008380"/>
                <a:gd name="csY879" fmla="*/ 667375 h 667385"/>
                <a:gd name="csX880" fmla="*/ 888261 w 1008380"/>
                <a:gd name="csY880" fmla="*/ 667375 h 667385"/>
                <a:gd name="csX881" fmla="*/ 889273 w 1008380"/>
                <a:gd name="csY881" fmla="*/ 667375 h 667385"/>
                <a:gd name="csX882" fmla="*/ 890280 w 1008380"/>
                <a:gd name="csY882" fmla="*/ 667375 h 667385"/>
                <a:gd name="csX883" fmla="*/ 891291 w 1008380"/>
                <a:gd name="csY883" fmla="*/ 667375 h 667385"/>
                <a:gd name="csX884" fmla="*/ 892298 w 1008380"/>
                <a:gd name="csY884" fmla="*/ 667375 h 667385"/>
                <a:gd name="csX885" fmla="*/ 893310 w 1008380"/>
                <a:gd name="csY885" fmla="*/ 667380 h 667385"/>
                <a:gd name="csX886" fmla="*/ 894322 w 1008380"/>
                <a:gd name="csY886" fmla="*/ 667380 h 667385"/>
                <a:gd name="csX887" fmla="*/ 895328 w 1008380"/>
                <a:gd name="csY887" fmla="*/ 667380 h 667385"/>
                <a:gd name="csX888" fmla="*/ 896340 w 1008380"/>
                <a:gd name="csY888" fmla="*/ 667380 h 667385"/>
                <a:gd name="csX889" fmla="*/ 897346 w 1008380"/>
                <a:gd name="csY889" fmla="*/ 667380 h 667385"/>
                <a:gd name="csX890" fmla="*/ 898358 w 1008380"/>
                <a:gd name="csY890" fmla="*/ 667380 h 667385"/>
                <a:gd name="csX891" fmla="*/ 899365 w 1008380"/>
                <a:gd name="csY891" fmla="*/ 667380 h 667385"/>
                <a:gd name="csX892" fmla="*/ 900376 w 1008380"/>
                <a:gd name="csY892" fmla="*/ 667380 h 667385"/>
                <a:gd name="csX893" fmla="*/ 901383 w 1008380"/>
                <a:gd name="csY893" fmla="*/ 667380 h 667385"/>
                <a:gd name="csX894" fmla="*/ 902395 w 1008380"/>
                <a:gd name="csY894" fmla="*/ 667380 h 667385"/>
                <a:gd name="csX895" fmla="*/ 903401 w 1008380"/>
                <a:gd name="csY895" fmla="*/ 667380 h 667385"/>
                <a:gd name="csX896" fmla="*/ 904413 w 1008380"/>
                <a:gd name="csY896" fmla="*/ 667380 h 667385"/>
                <a:gd name="csX897" fmla="*/ 905425 w 1008380"/>
                <a:gd name="csY897" fmla="*/ 667380 h 667385"/>
                <a:gd name="csX898" fmla="*/ 906431 w 1008380"/>
                <a:gd name="csY898" fmla="*/ 667386 h 667385"/>
                <a:gd name="csX899" fmla="*/ 907443 w 1008380"/>
                <a:gd name="csY899" fmla="*/ 667386 h 667385"/>
                <a:gd name="csX900" fmla="*/ 908450 w 1008380"/>
                <a:gd name="csY900" fmla="*/ 667386 h 667385"/>
                <a:gd name="csX901" fmla="*/ 909462 w 1008380"/>
                <a:gd name="csY901" fmla="*/ 667386 h 667385"/>
                <a:gd name="csX902" fmla="*/ 910468 w 1008380"/>
                <a:gd name="csY902" fmla="*/ 667386 h 667385"/>
                <a:gd name="csX903" fmla="*/ 911480 w 1008380"/>
                <a:gd name="csY903" fmla="*/ 667386 h 667385"/>
                <a:gd name="csX904" fmla="*/ 912486 w 1008380"/>
                <a:gd name="csY904" fmla="*/ 667386 h 667385"/>
                <a:gd name="csX905" fmla="*/ 913498 w 1008380"/>
                <a:gd name="csY905" fmla="*/ 667386 h 667385"/>
                <a:gd name="csX906" fmla="*/ 914505 w 1008380"/>
                <a:gd name="csY906" fmla="*/ 667386 h 667385"/>
                <a:gd name="csX907" fmla="*/ 915517 w 1008380"/>
                <a:gd name="csY907" fmla="*/ 667386 h 667385"/>
                <a:gd name="csX908" fmla="*/ 916528 w 1008380"/>
                <a:gd name="csY908" fmla="*/ 667386 h 667385"/>
                <a:gd name="csX909" fmla="*/ 917535 w 1008380"/>
                <a:gd name="csY909" fmla="*/ 667386 h 667385"/>
                <a:gd name="csX910" fmla="*/ 918547 w 1008380"/>
                <a:gd name="csY910" fmla="*/ 667386 h 667385"/>
                <a:gd name="csX911" fmla="*/ 919553 w 1008380"/>
                <a:gd name="csY911" fmla="*/ 667386 h 667385"/>
                <a:gd name="csX912" fmla="*/ 920565 w 1008380"/>
                <a:gd name="csY912" fmla="*/ 667386 h 667385"/>
                <a:gd name="csX913" fmla="*/ 921571 w 1008380"/>
                <a:gd name="csY913" fmla="*/ 667386 h 667385"/>
                <a:gd name="csX914" fmla="*/ 922583 w 1008380"/>
                <a:gd name="csY914" fmla="*/ 667386 h 667385"/>
                <a:gd name="csX915" fmla="*/ 923590 w 1008380"/>
                <a:gd name="csY915" fmla="*/ 667386 h 667385"/>
                <a:gd name="csX916" fmla="*/ 924602 w 1008380"/>
                <a:gd name="csY916" fmla="*/ 667386 h 667385"/>
                <a:gd name="csX917" fmla="*/ 925608 w 1008380"/>
                <a:gd name="csY917" fmla="*/ 667386 h 667385"/>
                <a:gd name="csX918" fmla="*/ 926620 w 1008380"/>
                <a:gd name="csY918" fmla="*/ 667386 h 667385"/>
                <a:gd name="csX919" fmla="*/ 927626 w 1008380"/>
                <a:gd name="csY919" fmla="*/ 667386 h 667385"/>
                <a:gd name="csX920" fmla="*/ 928638 w 1008380"/>
                <a:gd name="csY920" fmla="*/ 667386 h 667385"/>
                <a:gd name="csX921" fmla="*/ 929650 w 1008380"/>
                <a:gd name="csY921" fmla="*/ 667386 h 667385"/>
                <a:gd name="csX922" fmla="*/ 930657 w 1008380"/>
                <a:gd name="csY922" fmla="*/ 667386 h 667385"/>
                <a:gd name="csX923" fmla="*/ 931668 w 1008380"/>
                <a:gd name="csY923" fmla="*/ 667386 h 667385"/>
                <a:gd name="csX924" fmla="*/ 932675 w 1008380"/>
                <a:gd name="csY924" fmla="*/ 667386 h 667385"/>
                <a:gd name="csX925" fmla="*/ 933687 w 1008380"/>
                <a:gd name="csY925" fmla="*/ 667386 h 667385"/>
                <a:gd name="csX926" fmla="*/ 934693 w 1008380"/>
                <a:gd name="csY926" fmla="*/ 667386 h 667385"/>
                <a:gd name="csX927" fmla="*/ 935705 w 1008380"/>
                <a:gd name="csY927" fmla="*/ 667386 h 667385"/>
                <a:gd name="csX928" fmla="*/ 936712 w 1008380"/>
                <a:gd name="csY928" fmla="*/ 667386 h 667385"/>
                <a:gd name="csX929" fmla="*/ 937723 w 1008380"/>
                <a:gd name="csY929" fmla="*/ 667386 h 667385"/>
                <a:gd name="csX930" fmla="*/ 938730 w 1008380"/>
                <a:gd name="csY930" fmla="*/ 667386 h 667385"/>
                <a:gd name="csX931" fmla="*/ 939742 w 1008380"/>
                <a:gd name="csY931" fmla="*/ 667386 h 667385"/>
                <a:gd name="csX932" fmla="*/ 940753 w 1008380"/>
                <a:gd name="csY932" fmla="*/ 667386 h 667385"/>
                <a:gd name="csX933" fmla="*/ 941760 w 1008380"/>
                <a:gd name="csY933" fmla="*/ 667386 h 667385"/>
                <a:gd name="csX934" fmla="*/ 942772 w 1008380"/>
                <a:gd name="csY934" fmla="*/ 667386 h 667385"/>
                <a:gd name="csX935" fmla="*/ 943778 w 1008380"/>
                <a:gd name="csY935" fmla="*/ 667386 h 667385"/>
                <a:gd name="csX936" fmla="*/ 944790 w 1008380"/>
                <a:gd name="csY936" fmla="*/ 667386 h 667385"/>
                <a:gd name="csX937" fmla="*/ 945797 w 1008380"/>
                <a:gd name="csY937" fmla="*/ 667386 h 667385"/>
                <a:gd name="csX938" fmla="*/ 946808 w 1008380"/>
                <a:gd name="csY938" fmla="*/ 667386 h 667385"/>
                <a:gd name="csX939" fmla="*/ 947815 w 1008380"/>
                <a:gd name="csY939" fmla="*/ 667386 h 667385"/>
                <a:gd name="csX940" fmla="*/ 948827 w 1008380"/>
                <a:gd name="csY940" fmla="*/ 667386 h 667385"/>
                <a:gd name="csX941" fmla="*/ 949833 w 1008380"/>
                <a:gd name="csY941" fmla="*/ 667386 h 667385"/>
                <a:gd name="csX942" fmla="*/ 950845 w 1008380"/>
                <a:gd name="csY942" fmla="*/ 667386 h 667385"/>
                <a:gd name="csX943" fmla="*/ 951857 w 1008380"/>
                <a:gd name="csY943" fmla="*/ 667386 h 667385"/>
                <a:gd name="csX944" fmla="*/ 952863 w 1008380"/>
                <a:gd name="csY944" fmla="*/ 667386 h 667385"/>
                <a:gd name="csX945" fmla="*/ 953875 w 1008380"/>
                <a:gd name="csY945" fmla="*/ 667386 h 667385"/>
                <a:gd name="csX946" fmla="*/ 954882 w 1008380"/>
                <a:gd name="csY946" fmla="*/ 667386 h 667385"/>
                <a:gd name="csX947" fmla="*/ 955893 w 1008380"/>
                <a:gd name="csY947" fmla="*/ 667386 h 667385"/>
                <a:gd name="csX948" fmla="*/ 956900 w 1008380"/>
                <a:gd name="csY948" fmla="*/ 667386 h 667385"/>
                <a:gd name="csX949" fmla="*/ 957912 w 1008380"/>
                <a:gd name="csY949" fmla="*/ 667386 h 667385"/>
                <a:gd name="csX950" fmla="*/ 958918 w 1008380"/>
                <a:gd name="csY950" fmla="*/ 667386 h 667385"/>
                <a:gd name="csX951" fmla="*/ 959930 w 1008380"/>
                <a:gd name="csY951" fmla="*/ 667386 h 667385"/>
                <a:gd name="csX952" fmla="*/ 960937 w 1008380"/>
                <a:gd name="csY952" fmla="*/ 667386 h 667385"/>
                <a:gd name="csX953" fmla="*/ 961948 w 1008380"/>
                <a:gd name="csY953" fmla="*/ 667386 h 667385"/>
                <a:gd name="csX954" fmla="*/ 962960 w 1008380"/>
                <a:gd name="csY954" fmla="*/ 667386 h 667385"/>
                <a:gd name="csX955" fmla="*/ 963967 w 1008380"/>
                <a:gd name="csY955" fmla="*/ 667386 h 667385"/>
                <a:gd name="csX956" fmla="*/ 964978 w 1008380"/>
                <a:gd name="csY956" fmla="*/ 667386 h 667385"/>
                <a:gd name="csX957" fmla="*/ 965985 w 1008380"/>
                <a:gd name="csY957" fmla="*/ 667386 h 667385"/>
                <a:gd name="csX958" fmla="*/ 966997 w 1008380"/>
                <a:gd name="csY958" fmla="*/ 667386 h 667385"/>
                <a:gd name="csX959" fmla="*/ 968003 w 1008380"/>
                <a:gd name="csY959" fmla="*/ 667386 h 667385"/>
                <a:gd name="csX960" fmla="*/ 969015 w 1008380"/>
                <a:gd name="csY960" fmla="*/ 667386 h 667385"/>
                <a:gd name="csX961" fmla="*/ 970022 w 1008380"/>
                <a:gd name="csY961" fmla="*/ 667386 h 667385"/>
                <a:gd name="csX962" fmla="*/ 971034 w 1008380"/>
                <a:gd name="csY962" fmla="*/ 667386 h 667385"/>
                <a:gd name="csX963" fmla="*/ 972040 w 1008380"/>
                <a:gd name="csY963" fmla="*/ 667386 h 667385"/>
                <a:gd name="csX964" fmla="*/ 973052 w 1008380"/>
                <a:gd name="csY964" fmla="*/ 667386 h 667385"/>
                <a:gd name="csX965" fmla="*/ 974058 w 1008380"/>
                <a:gd name="csY965" fmla="*/ 667386 h 667385"/>
                <a:gd name="csX966" fmla="*/ 975070 w 1008380"/>
                <a:gd name="csY966" fmla="*/ 667386 h 667385"/>
                <a:gd name="csX967" fmla="*/ 976082 w 1008380"/>
                <a:gd name="csY967" fmla="*/ 667386 h 667385"/>
                <a:gd name="csX968" fmla="*/ 977088 w 1008380"/>
                <a:gd name="csY968" fmla="*/ 667386 h 667385"/>
                <a:gd name="csX969" fmla="*/ 978100 w 1008380"/>
                <a:gd name="csY969" fmla="*/ 667386 h 667385"/>
                <a:gd name="csX970" fmla="*/ 979107 w 1008380"/>
                <a:gd name="csY970" fmla="*/ 667386 h 667385"/>
                <a:gd name="csX971" fmla="*/ 980118 w 1008380"/>
                <a:gd name="csY971" fmla="*/ 667386 h 667385"/>
                <a:gd name="csX972" fmla="*/ 981125 w 1008380"/>
                <a:gd name="csY972" fmla="*/ 667386 h 667385"/>
                <a:gd name="csX973" fmla="*/ 982137 w 1008380"/>
                <a:gd name="csY973" fmla="*/ 667386 h 667385"/>
                <a:gd name="csX974" fmla="*/ 983143 w 1008380"/>
                <a:gd name="csY974" fmla="*/ 667386 h 667385"/>
                <a:gd name="csX975" fmla="*/ 984155 w 1008380"/>
                <a:gd name="csY975" fmla="*/ 667386 h 667385"/>
                <a:gd name="csX976" fmla="*/ 985162 w 1008380"/>
                <a:gd name="csY976" fmla="*/ 667386 h 667385"/>
                <a:gd name="csX977" fmla="*/ 986174 w 1008380"/>
                <a:gd name="csY977" fmla="*/ 667386 h 667385"/>
                <a:gd name="csX978" fmla="*/ 987185 w 1008380"/>
                <a:gd name="csY978" fmla="*/ 667386 h 667385"/>
                <a:gd name="csX979" fmla="*/ 988192 w 1008380"/>
                <a:gd name="csY979" fmla="*/ 667386 h 667385"/>
                <a:gd name="csX980" fmla="*/ 989204 w 1008380"/>
                <a:gd name="csY980" fmla="*/ 667386 h 667385"/>
                <a:gd name="csX981" fmla="*/ 990210 w 1008380"/>
                <a:gd name="csY981" fmla="*/ 667386 h 667385"/>
                <a:gd name="csX982" fmla="*/ 991222 w 1008380"/>
                <a:gd name="csY982" fmla="*/ 667386 h 667385"/>
                <a:gd name="csX983" fmla="*/ 992229 w 1008380"/>
                <a:gd name="csY983" fmla="*/ 667386 h 667385"/>
                <a:gd name="csX984" fmla="*/ 993240 w 1008380"/>
                <a:gd name="csY984" fmla="*/ 667386 h 667385"/>
                <a:gd name="csX985" fmla="*/ 994247 w 1008380"/>
                <a:gd name="csY985" fmla="*/ 667386 h 667385"/>
                <a:gd name="csX986" fmla="*/ 995259 w 1008380"/>
                <a:gd name="csY986" fmla="*/ 667386 h 667385"/>
                <a:gd name="csX987" fmla="*/ 996265 w 1008380"/>
                <a:gd name="csY987" fmla="*/ 667386 h 667385"/>
                <a:gd name="csX988" fmla="*/ 997277 w 1008380"/>
                <a:gd name="csY988" fmla="*/ 667386 h 667385"/>
                <a:gd name="csX989" fmla="*/ 998289 w 1008380"/>
                <a:gd name="csY989" fmla="*/ 667386 h 667385"/>
                <a:gd name="csX990" fmla="*/ 999295 w 1008380"/>
                <a:gd name="csY990" fmla="*/ 667386 h 667385"/>
                <a:gd name="csX991" fmla="*/ 1000307 w 1008380"/>
                <a:gd name="csY991" fmla="*/ 667386 h 667385"/>
                <a:gd name="csX992" fmla="*/ 1001313 w 1008380"/>
                <a:gd name="csY992" fmla="*/ 667386 h 667385"/>
                <a:gd name="csX993" fmla="*/ 1002325 w 1008380"/>
                <a:gd name="csY993" fmla="*/ 667386 h 667385"/>
                <a:gd name="csX994" fmla="*/ 1003332 w 1008380"/>
                <a:gd name="csY994" fmla="*/ 667386 h 667385"/>
                <a:gd name="csX995" fmla="*/ 1004344 w 1008380"/>
                <a:gd name="csY995" fmla="*/ 667386 h 667385"/>
                <a:gd name="csX996" fmla="*/ 1005350 w 1008380"/>
                <a:gd name="csY996" fmla="*/ 667386 h 667385"/>
                <a:gd name="csX997" fmla="*/ 1006362 w 1008380"/>
                <a:gd name="csY997" fmla="*/ 667386 h 667385"/>
                <a:gd name="csX998" fmla="*/ 1007369 w 1008380"/>
                <a:gd name="csY998" fmla="*/ 667386 h 667385"/>
                <a:gd name="csX999" fmla="*/ 1008380 w 1008380"/>
                <a:gd name="csY999" fmla="*/ 667386 h 667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</a:cxnLst>
              <a:rect l="l" t="t" r="r" b="b"/>
              <a:pathLst>
                <a:path w="1008380" h="667385">
                  <a:moveTo>
                    <a:pt x="0" y="667386"/>
                  </a:moveTo>
                  <a:lnTo>
                    <a:pt x="1009" y="667386"/>
                  </a:lnTo>
                  <a:lnTo>
                    <a:pt x="2019" y="667386"/>
                  </a:lnTo>
                  <a:lnTo>
                    <a:pt x="3028" y="667386"/>
                  </a:lnTo>
                  <a:lnTo>
                    <a:pt x="4037" y="667386"/>
                  </a:lnTo>
                  <a:lnTo>
                    <a:pt x="5047" y="667386"/>
                  </a:lnTo>
                  <a:lnTo>
                    <a:pt x="6056" y="667386"/>
                  </a:lnTo>
                  <a:lnTo>
                    <a:pt x="7066" y="667386"/>
                  </a:lnTo>
                  <a:lnTo>
                    <a:pt x="8075" y="667386"/>
                  </a:lnTo>
                  <a:lnTo>
                    <a:pt x="9085" y="667386"/>
                  </a:lnTo>
                  <a:lnTo>
                    <a:pt x="10094" y="667386"/>
                  </a:lnTo>
                  <a:lnTo>
                    <a:pt x="11103" y="667386"/>
                  </a:lnTo>
                  <a:lnTo>
                    <a:pt x="12113" y="667386"/>
                  </a:lnTo>
                  <a:lnTo>
                    <a:pt x="13122" y="667386"/>
                  </a:lnTo>
                  <a:lnTo>
                    <a:pt x="14131" y="667386"/>
                  </a:lnTo>
                  <a:lnTo>
                    <a:pt x="15141" y="667386"/>
                  </a:lnTo>
                  <a:lnTo>
                    <a:pt x="16150" y="667386"/>
                  </a:lnTo>
                  <a:lnTo>
                    <a:pt x="17159" y="667386"/>
                  </a:lnTo>
                  <a:lnTo>
                    <a:pt x="18169" y="667386"/>
                  </a:lnTo>
                  <a:lnTo>
                    <a:pt x="19178" y="667386"/>
                  </a:lnTo>
                  <a:lnTo>
                    <a:pt x="20187" y="667386"/>
                  </a:lnTo>
                  <a:lnTo>
                    <a:pt x="21197" y="667386"/>
                  </a:lnTo>
                  <a:lnTo>
                    <a:pt x="22206" y="667386"/>
                  </a:lnTo>
                  <a:lnTo>
                    <a:pt x="23216" y="667386"/>
                  </a:lnTo>
                  <a:lnTo>
                    <a:pt x="24225" y="667386"/>
                  </a:lnTo>
                  <a:lnTo>
                    <a:pt x="25235" y="667386"/>
                  </a:lnTo>
                  <a:lnTo>
                    <a:pt x="26244" y="667386"/>
                  </a:lnTo>
                  <a:lnTo>
                    <a:pt x="27253" y="667386"/>
                  </a:lnTo>
                  <a:lnTo>
                    <a:pt x="28263" y="667386"/>
                  </a:lnTo>
                  <a:lnTo>
                    <a:pt x="29272" y="667386"/>
                  </a:lnTo>
                  <a:lnTo>
                    <a:pt x="30282" y="667386"/>
                  </a:lnTo>
                  <a:lnTo>
                    <a:pt x="31291" y="667386"/>
                  </a:lnTo>
                  <a:lnTo>
                    <a:pt x="32301" y="667386"/>
                  </a:lnTo>
                  <a:lnTo>
                    <a:pt x="33310" y="667386"/>
                  </a:lnTo>
                  <a:lnTo>
                    <a:pt x="34319" y="667386"/>
                  </a:lnTo>
                  <a:lnTo>
                    <a:pt x="35329" y="667386"/>
                  </a:lnTo>
                  <a:lnTo>
                    <a:pt x="36338" y="667386"/>
                  </a:lnTo>
                  <a:lnTo>
                    <a:pt x="37347" y="667386"/>
                  </a:lnTo>
                  <a:lnTo>
                    <a:pt x="38357" y="667386"/>
                  </a:lnTo>
                  <a:lnTo>
                    <a:pt x="39366" y="667386"/>
                  </a:lnTo>
                  <a:lnTo>
                    <a:pt x="40375" y="667386"/>
                  </a:lnTo>
                  <a:lnTo>
                    <a:pt x="41385" y="667386"/>
                  </a:lnTo>
                  <a:lnTo>
                    <a:pt x="42394" y="667386"/>
                  </a:lnTo>
                  <a:lnTo>
                    <a:pt x="43403" y="667380"/>
                  </a:lnTo>
                  <a:lnTo>
                    <a:pt x="44413" y="667380"/>
                  </a:lnTo>
                  <a:lnTo>
                    <a:pt x="45422" y="667380"/>
                  </a:lnTo>
                  <a:lnTo>
                    <a:pt x="46432" y="667380"/>
                  </a:lnTo>
                  <a:lnTo>
                    <a:pt x="47441" y="667380"/>
                  </a:lnTo>
                  <a:lnTo>
                    <a:pt x="48451" y="667380"/>
                  </a:lnTo>
                  <a:lnTo>
                    <a:pt x="49460" y="667375"/>
                  </a:lnTo>
                  <a:lnTo>
                    <a:pt x="50469" y="667375"/>
                  </a:lnTo>
                  <a:lnTo>
                    <a:pt x="51479" y="667375"/>
                  </a:lnTo>
                  <a:lnTo>
                    <a:pt x="52488" y="667375"/>
                  </a:lnTo>
                  <a:lnTo>
                    <a:pt x="53498" y="667370"/>
                  </a:lnTo>
                  <a:lnTo>
                    <a:pt x="54507" y="667370"/>
                  </a:lnTo>
                  <a:lnTo>
                    <a:pt x="55516" y="667364"/>
                  </a:lnTo>
                  <a:lnTo>
                    <a:pt x="56526" y="667364"/>
                  </a:lnTo>
                  <a:lnTo>
                    <a:pt x="57535" y="667359"/>
                  </a:lnTo>
                  <a:lnTo>
                    <a:pt x="58544" y="667359"/>
                  </a:lnTo>
                  <a:lnTo>
                    <a:pt x="59554" y="667354"/>
                  </a:lnTo>
                  <a:lnTo>
                    <a:pt x="60563" y="667348"/>
                  </a:lnTo>
                  <a:lnTo>
                    <a:pt x="61572" y="667343"/>
                  </a:lnTo>
                  <a:lnTo>
                    <a:pt x="62582" y="667338"/>
                  </a:lnTo>
                  <a:lnTo>
                    <a:pt x="63591" y="667332"/>
                  </a:lnTo>
                  <a:lnTo>
                    <a:pt x="64601" y="667327"/>
                  </a:lnTo>
                  <a:lnTo>
                    <a:pt x="65610" y="667316"/>
                  </a:lnTo>
                  <a:lnTo>
                    <a:pt x="66619" y="667311"/>
                  </a:lnTo>
                  <a:lnTo>
                    <a:pt x="67629" y="667300"/>
                  </a:lnTo>
                  <a:lnTo>
                    <a:pt x="68638" y="667290"/>
                  </a:lnTo>
                  <a:lnTo>
                    <a:pt x="69648" y="667279"/>
                  </a:lnTo>
                  <a:lnTo>
                    <a:pt x="70657" y="667263"/>
                  </a:lnTo>
                  <a:lnTo>
                    <a:pt x="71667" y="667252"/>
                  </a:lnTo>
                  <a:lnTo>
                    <a:pt x="72676" y="667236"/>
                  </a:lnTo>
                  <a:lnTo>
                    <a:pt x="73685" y="667215"/>
                  </a:lnTo>
                  <a:lnTo>
                    <a:pt x="74695" y="667199"/>
                  </a:lnTo>
                  <a:lnTo>
                    <a:pt x="75704" y="667178"/>
                  </a:lnTo>
                  <a:lnTo>
                    <a:pt x="76714" y="667151"/>
                  </a:lnTo>
                  <a:lnTo>
                    <a:pt x="77723" y="667124"/>
                  </a:lnTo>
                  <a:lnTo>
                    <a:pt x="78732" y="667098"/>
                  </a:lnTo>
                  <a:lnTo>
                    <a:pt x="79742" y="667066"/>
                  </a:lnTo>
                  <a:lnTo>
                    <a:pt x="80751" y="667029"/>
                  </a:lnTo>
                  <a:lnTo>
                    <a:pt x="81760" y="666986"/>
                  </a:lnTo>
                  <a:lnTo>
                    <a:pt x="82770" y="666943"/>
                  </a:lnTo>
                  <a:lnTo>
                    <a:pt x="83779" y="666896"/>
                  </a:lnTo>
                  <a:lnTo>
                    <a:pt x="84788" y="666842"/>
                  </a:lnTo>
                  <a:lnTo>
                    <a:pt x="85798" y="666789"/>
                  </a:lnTo>
                  <a:lnTo>
                    <a:pt x="86807" y="666725"/>
                  </a:lnTo>
                  <a:lnTo>
                    <a:pt x="87817" y="666656"/>
                  </a:lnTo>
                  <a:lnTo>
                    <a:pt x="88826" y="666576"/>
                  </a:lnTo>
                  <a:lnTo>
                    <a:pt x="89835" y="666496"/>
                  </a:lnTo>
                  <a:lnTo>
                    <a:pt x="90845" y="666406"/>
                  </a:lnTo>
                  <a:lnTo>
                    <a:pt x="91854" y="666304"/>
                  </a:lnTo>
                  <a:lnTo>
                    <a:pt x="92864" y="666193"/>
                  </a:lnTo>
                  <a:lnTo>
                    <a:pt x="93873" y="666075"/>
                  </a:lnTo>
                  <a:lnTo>
                    <a:pt x="94883" y="665948"/>
                  </a:lnTo>
                  <a:lnTo>
                    <a:pt x="95892" y="665804"/>
                  </a:lnTo>
                  <a:lnTo>
                    <a:pt x="96901" y="665649"/>
                  </a:lnTo>
                  <a:lnTo>
                    <a:pt x="97911" y="665484"/>
                  </a:lnTo>
                  <a:lnTo>
                    <a:pt x="98920" y="665303"/>
                  </a:lnTo>
                  <a:lnTo>
                    <a:pt x="99930" y="665106"/>
                  </a:lnTo>
                  <a:lnTo>
                    <a:pt x="100939" y="664888"/>
                  </a:lnTo>
                  <a:lnTo>
                    <a:pt x="101948" y="664659"/>
                  </a:lnTo>
                  <a:lnTo>
                    <a:pt x="102958" y="664403"/>
                  </a:lnTo>
                  <a:lnTo>
                    <a:pt x="103967" y="664132"/>
                  </a:lnTo>
                  <a:lnTo>
                    <a:pt x="104976" y="663839"/>
                  </a:lnTo>
                  <a:lnTo>
                    <a:pt x="105986" y="663519"/>
                  </a:lnTo>
                  <a:lnTo>
                    <a:pt x="106995" y="663178"/>
                  </a:lnTo>
                  <a:lnTo>
                    <a:pt x="108004" y="662806"/>
                  </a:lnTo>
                  <a:lnTo>
                    <a:pt x="109014" y="662406"/>
                  </a:lnTo>
                  <a:lnTo>
                    <a:pt x="110023" y="661975"/>
                  </a:lnTo>
                  <a:lnTo>
                    <a:pt x="111033" y="661512"/>
                  </a:lnTo>
                  <a:lnTo>
                    <a:pt x="112042" y="661011"/>
                  </a:lnTo>
                  <a:lnTo>
                    <a:pt x="113051" y="660473"/>
                  </a:lnTo>
                  <a:lnTo>
                    <a:pt x="114061" y="659898"/>
                  </a:lnTo>
                  <a:lnTo>
                    <a:pt x="115070" y="659286"/>
                  </a:lnTo>
                  <a:lnTo>
                    <a:pt x="116080" y="658620"/>
                  </a:lnTo>
                  <a:lnTo>
                    <a:pt x="117089" y="657917"/>
                  </a:lnTo>
                  <a:lnTo>
                    <a:pt x="118099" y="657155"/>
                  </a:lnTo>
                  <a:lnTo>
                    <a:pt x="119108" y="656346"/>
                  </a:lnTo>
                  <a:lnTo>
                    <a:pt x="120117" y="655483"/>
                  </a:lnTo>
                  <a:lnTo>
                    <a:pt x="121127" y="654562"/>
                  </a:lnTo>
                  <a:lnTo>
                    <a:pt x="122136" y="653577"/>
                  </a:lnTo>
                  <a:lnTo>
                    <a:pt x="123145" y="652528"/>
                  </a:lnTo>
                  <a:lnTo>
                    <a:pt x="124155" y="651415"/>
                  </a:lnTo>
                  <a:lnTo>
                    <a:pt x="125164" y="650227"/>
                  </a:lnTo>
                  <a:lnTo>
                    <a:pt x="126173" y="648965"/>
                  </a:lnTo>
                  <a:lnTo>
                    <a:pt x="127183" y="647628"/>
                  </a:lnTo>
                  <a:lnTo>
                    <a:pt x="128192" y="646206"/>
                  </a:lnTo>
                  <a:lnTo>
                    <a:pt x="129201" y="644699"/>
                  </a:lnTo>
                  <a:lnTo>
                    <a:pt x="130211" y="643107"/>
                  </a:lnTo>
                  <a:lnTo>
                    <a:pt x="131220" y="641424"/>
                  </a:lnTo>
                  <a:lnTo>
                    <a:pt x="132230" y="639640"/>
                  </a:lnTo>
                  <a:lnTo>
                    <a:pt x="133239" y="637760"/>
                  </a:lnTo>
                  <a:lnTo>
                    <a:pt x="134249" y="635774"/>
                  </a:lnTo>
                  <a:lnTo>
                    <a:pt x="135258" y="633681"/>
                  </a:lnTo>
                  <a:lnTo>
                    <a:pt x="136267" y="631477"/>
                  </a:lnTo>
                  <a:lnTo>
                    <a:pt x="137277" y="629155"/>
                  </a:lnTo>
                  <a:lnTo>
                    <a:pt x="138286" y="626716"/>
                  </a:lnTo>
                  <a:lnTo>
                    <a:pt x="139296" y="624154"/>
                  </a:lnTo>
                  <a:lnTo>
                    <a:pt x="140305" y="621465"/>
                  </a:lnTo>
                  <a:lnTo>
                    <a:pt x="141315" y="618648"/>
                  </a:lnTo>
                  <a:lnTo>
                    <a:pt x="142324" y="615692"/>
                  </a:lnTo>
                  <a:lnTo>
                    <a:pt x="143333" y="612603"/>
                  </a:lnTo>
                  <a:lnTo>
                    <a:pt x="144343" y="609371"/>
                  </a:lnTo>
                  <a:lnTo>
                    <a:pt x="145352" y="605989"/>
                  </a:lnTo>
                  <a:lnTo>
                    <a:pt x="146361" y="602464"/>
                  </a:lnTo>
                  <a:lnTo>
                    <a:pt x="147371" y="598789"/>
                  </a:lnTo>
                  <a:lnTo>
                    <a:pt x="148380" y="594960"/>
                  </a:lnTo>
                  <a:lnTo>
                    <a:pt x="149389" y="590977"/>
                  </a:lnTo>
                  <a:lnTo>
                    <a:pt x="150399" y="586834"/>
                  </a:lnTo>
                  <a:lnTo>
                    <a:pt x="151408" y="582526"/>
                  </a:lnTo>
                  <a:lnTo>
                    <a:pt x="152417" y="578063"/>
                  </a:lnTo>
                  <a:lnTo>
                    <a:pt x="153427" y="573430"/>
                  </a:lnTo>
                  <a:lnTo>
                    <a:pt x="154436" y="568632"/>
                  </a:lnTo>
                  <a:lnTo>
                    <a:pt x="155446" y="563669"/>
                  </a:lnTo>
                  <a:lnTo>
                    <a:pt x="156455" y="558535"/>
                  </a:lnTo>
                  <a:lnTo>
                    <a:pt x="157465" y="553236"/>
                  </a:lnTo>
                  <a:lnTo>
                    <a:pt x="158474" y="547767"/>
                  </a:lnTo>
                  <a:lnTo>
                    <a:pt x="159483" y="542133"/>
                  </a:lnTo>
                  <a:lnTo>
                    <a:pt x="160493" y="536328"/>
                  </a:lnTo>
                  <a:lnTo>
                    <a:pt x="161502" y="530358"/>
                  </a:lnTo>
                  <a:lnTo>
                    <a:pt x="162512" y="524229"/>
                  </a:lnTo>
                  <a:lnTo>
                    <a:pt x="163521" y="517934"/>
                  </a:lnTo>
                  <a:lnTo>
                    <a:pt x="164531" y="511480"/>
                  </a:lnTo>
                  <a:lnTo>
                    <a:pt x="165540" y="504871"/>
                  </a:lnTo>
                  <a:lnTo>
                    <a:pt x="166549" y="498108"/>
                  </a:lnTo>
                  <a:lnTo>
                    <a:pt x="167559" y="491196"/>
                  </a:lnTo>
                  <a:lnTo>
                    <a:pt x="168568" y="484140"/>
                  </a:lnTo>
                  <a:lnTo>
                    <a:pt x="169577" y="476944"/>
                  </a:lnTo>
                  <a:lnTo>
                    <a:pt x="170587" y="469614"/>
                  </a:lnTo>
                  <a:lnTo>
                    <a:pt x="171596" y="462157"/>
                  </a:lnTo>
                  <a:lnTo>
                    <a:pt x="172605" y="454578"/>
                  </a:lnTo>
                  <a:lnTo>
                    <a:pt x="173615" y="446885"/>
                  </a:lnTo>
                  <a:lnTo>
                    <a:pt x="174624" y="439086"/>
                  </a:lnTo>
                  <a:lnTo>
                    <a:pt x="175633" y="431188"/>
                  </a:lnTo>
                  <a:lnTo>
                    <a:pt x="176643" y="423201"/>
                  </a:lnTo>
                  <a:lnTo>
                    <a:pt x="177652" y="415132"/>
                  </a:lnTo>
                  <a:lnTo>
                    <a:pt x="178662" y="406993"/>
                  </a:lnTo>
                  <a:lnTo>
                    <a:pt x="179671" y="398792"/>
                  </a:lnTo>
                  <a:lnTo>
                    <a:pt x="180681" y="390541"/>
                  </a:lnTo>
                  <a:lnTo>
                    <a:pt x="181690" y="382250"/>
                  </a:lnTo>
                  <a:lnTo>
                    <a:pt x="182699" y="373930"/>
                  </a:lnTo>
                  <a:lnTo>
                    <a:pt x="183709" y="365595"/>
                  </a:lnTo>
                  <a:lnTo>
                    <a:pt x="184718" y="357254"/>
                  </a:lnTo>
                  <a:lnTo>
                    <a:pt x="185728" y="348921"/>
                  </a:lnTo>
                  <a:lnTo>
                    <a:pt x="186737" y="340610"/>
                  </a:lnTo>
                  <a:lnTo>
                    <a:pt x="187746" y="332332"/>
                  </a:lnTo>
                  <a:lnTo>
                    <a:pt x="188756" y="324100"/>
                  </a:lnTo>
                  <a:lnTo>
                    <a:pt x="189765" y="315930"/>
                  </a:lnTo>
                  <a:lnTo>
                    <a:pt x="190774" y="307834"/>
                  </a:lnTo>
                  <a:lnTo>
                    <a:pt x="191784" y="299825"/>
                  </a:lnTo>
                  <a:lnTo>
                    <a:pt x="192793" y="291918"/>
                  </a:lnTo>
                  <a:lnTo>
                    <a:pt x="193803" y="284126"/>
                  </a:lnTo>
                  <a:lnTo>
                    <a:pt x="194812" y="276465"/>
                  </a:lnTo>
                  <a:lnTo>
                    <a:pt x="195821" y="268946"/>
                  </a:lnTo>
                  <a:lnTo>
                    <a:pt x="196831" y="261584"/>
                  </a:lnTo>
                  <a:lnTo>
                    <a:pt x="197840" y="254394"/>
                  </a:lnTo>
                  <a:lnTo>
                    <a:pt x="198849" y="247388"/>
                  </a:lnTo>
                  <a:lnTo>
                    <a:pt x="199859" y="240580"/>
                  </a:lnTo>
                  <a:lnTo>
                    <a:pt x="200868" y="233982"/>
                  </a:lnTo>
                  <a:lnTo>
                    <a:pt x="201878" y="227607"/>
                  </a:lnTo>
                  <a:lnTo>
                    <a:pt x="202887" y="221469"/>
                  </a:lnTo>
                  <a:lnTo>
                    <a:pt x="203897" y="215578"/>
                  </a:lnTo>
                  <a:lnTo>
                    <a:pt x="204906" y="209946"/>
                  </a:lnTo>
                  <a:lnTo>
                    <a:pt x="205915" y="204585"/>
                  </a:lnTo>
                  <a:lnTo>
                    <a:pt x="206925" y="199505"/>
                  </a:lnTo>
                  <a:lnTo>
                    <a:pt x="207934" y="194715"/>
                  </a:lnTo>
                  <a:lnTo>
                    <a:pt x="208944" y="190226"/>
                  </a:lnTo>
                  <a:lnTo>
                    <a:pt x="209953" y="186046"/>
                  </a:lnTo>
                  <a:lnTo>
                    <a:pt x="210962" y="182183"/>
                  </a:lnTo>
                  <a:lnTo>
                    <a:pt x="211972" y="178643"/>
                  </a:lnTo>
                  <a:lnTo>
                    <a:pt x="212981" y="175435"/>
                  </a:lnTo>
                  <a:lnTo>
                    <a:pt x="213990" y="172564"/>
                  </a:lnTo>
                  <a:lnTo>
                    <a:pt x="215000" y="170035"/>
                  </a:lnTo>
                  <a:lnTo>
                    <a:pt x="216009" y="167851"/>
                  </a:lnTo>
                  <a:lnTo>
                    <a:pt x="217018" y="166018"/>
                  </a:lnTo>
                  <a:lnTo>
                    <a:pt x="218028" y="164536"/>
                  </a:lnTo>
                  <a:lnTo>
                    <a:pt x="219037" y="163409"/>
                  </a:lnTo>
                  <a:lnTo>
                    <a:pt x="220047" y="162636"/>
                  </a:lnTo>
                  <a:lnTo>
                    <a:pt x="221056" y="162219"/>
                  </a:lnTo>
                  <a:lnTo>
                    <a:pt x="222065" y="162155"/>
                  </a:lnTo>
                  <a:lnTo>
                    <a:pt x="223075" y="162443"/>
                  </a:lnTo>
                  <a:lnTo>
                    <a:pt x="224084" y="163081"/>
                  </a:lnTo>
                  <a:lnTo>
                    <a:pt x="225094" y="164065"/>
                  </a:lnTo>
                  <a:lnTo>
                    <a:pt x="226103" y="165391"/>
                  </a:lnTo>
                  <a:lnTo>
                    <a:pt x="227113" y="167053"/>
                  </a:lnTo>
                  <a:lnTo>
                    <a:pt x="228122" y="169046"/>
                  </a:lnTo>
                  <a:lnTo>
                    <a:pt x="229131" y="171362"/>
                  </a:lnTo>
                  <a:lnTo>
                    <a:pt x="230141" y="173995"/>
                  </a:lnTo>
                  <a:lnTo>
                    <a:pt x="231150" y="176935"/>
                  </a:lnTo>
                  <a:lnTo>
                    <a:pt x="232160" y="180174"/>
                  </a:lnTo>
                  <a:lnTo>
                    <a:pt x="233169" y="183701"/>
                  </a:lnTo>
                  <a:lnTo>
                    <a:pt x="234178" y="187506"/>
                  </a:lnTo>
                  <a:lnTo>
                    <a:pt x="235188" y="191579"/>
                  </a:lnTo>
                  <a:lnTo>
                    <a:pt x="236197" y="195906"/>
                  </a:lnTo>
                  <a:lnTo>
                    <a:pt x="237206" y="200476"/>
                  </a:lnTo>
                  <a:lnTo>
                    <a:pt x="238216" y="205276"/>
                  </a:lnTo>
                  <a:lnTo>
                    <a:pt x="239225" y="210292"/>
                  </a:lnTo>
                  <a:lnTo>
                    <a:pt x="240234" y="215511"/>
                  </a:lnTo>
                  <a:lnTo>
                    <a:pt x="241244" y="220919"/>
                  </a:lnTo>
                  <a:lnTo>
                    <a:pt x="242253" y="226500"/>
                  </a:lnTo>
                  <a:lnTo>
                    <a:pt x="243263" y="232240"/>
                  </a:lnTo>
                  <a:lnTo>
                    <a:pt x="244272" y="238123"/>
                  </a:lnTo>
                  <a:lnTo>
                    <a:pt x="245281" y="244136"/>
                  </a:lnTo>
                  <a:lnTo>
                    <a:pt x="246291" y="250260"/>
                  </a:lnTo>
                  <a:lnTo>
                    <a:pt x="247300" y="256482"/>
                  </a:lnTo>
                  <a:lnTo>
                    <a:pt x="248310" y="262785"/>
                  </a:lnTo>
                  <a:lnTo>
                    <a:pt x="249319" y="269153"/>
                  </a:lnTo>
                  <a:lnTo>
                    <a:pt x="250329" y="275570"/>
                  </a:lnTo>
                  <a:lnTo>
                    <a:pt x="251338" y="282021"/>
                  </a:lnTo>
                  <a:lnTo>
                    <a:pt x="252347" y="288490"/>
                  </a:lnTo>
                  <a:lnTo>
                    <a:pt x="253357" y="294962"/>
                  </a:lnTo>
                  <a:lnTo>
                    <a:pt x="254366" y="301420"/>
                  </a:lnTo>
                  <a:lnTo>
                    <a:pt x="255376" y="307850"/>
                  </a:lnTo>
                  <a:lnTo>
                    <a:pt x="256385" y="314237"/>
                  </a:lnTo>
                  <a:lnTo>
                    <a:pt x="257394" y="320565"/>
                  </a:lnTo>
                  <a:lnTo>
                    <a:pt x="258404" y="326822"/>
                  </a:lnTo>
                  <a:lnTo>
                    <a:pt x="259413" y="332993"/>
                  </a:lnTo>
                  <a:lnTo>
                    <a:pt x="260422" y="339063"/>
                  </a:lnTo>
                  <a:lnTo>
                    <a:pt x="261432" y="345021"/>
                  </a:lnTo>
                  <a:lnTo>
                    <a:pt x="262441" y="350852"/>
                  </a:lnTo>
                  <a:lnTo>
                    <a:pt x="263450" y="356545"/>
                  </a:lnTo>
                  <a:lnTo>
                    <a:pt x="264460" y="362088"/>
                  </a:lnTo>
                  <a:lnTo>
                    <a:pt x="265469" y="367470"/>
                  </a:lnTo>
                  <a:lnTo>
                    <a:pt x="266479" y="372679"/>
                  </a:lnTo>
                  <a:lnTo>
                    <a:pt x="267488" y="377706"/>
                  </a:lnTo>
                  <a:lnTo>
                    <a:pt x="268497" y="382540"/>
                  </a:lnTo>
                  <a:lnTo>
                    <a:pt x="269507" y="387172"/>
                  </a:lnTo>
                  <a:lnTo>
                    <a:pt x="270516" y="391594"/>
                  </a:lnTo>
                  <a:lnTo>
                    <a:pt x="271526" y="395798"/>
                  </a:lnTo>
                  <a:lnTo>
                    <a:pt x="272535" y="399776"/>
                  </a:lnTo>
                  <a:lnTo>
                    <a:pt x="273545" y="403520"/>
                  </a:lnTo>
                  <a:lnTo>
                    <a:pt x="274554" y="407025"/>
                  </a:lnTo>
                  <a:lnTo>
                    <a:pt x="275563" y="410285"/>
                  </a:lnTo>
                  <a:lnTo>
                    <a:pt x="276573" y="413295"/>
                  </a:lnTo>
                  <a:lnTo>
                    <a:pt x="277582" y="416049"/>
                  </a:lnTo>
                  <a:lnTo>
                    <a:pt x="278591" y="418544"/>
                  </a:lnTo>
                  <a:lnTo>
                    <a:pt x="279601" y="420776"/>
                  </a:lnTo>
                  <a:lnTo>
                    <a:pt x="280610" y="422743"/>
                  </a:lnTo>
                  <a:lnTo>
                    <a:pt x="281619" y="424441"/>
                  </a:lnTo>
                  <a:lnTo>
                    <a:pt x="282629" y="425869"/>
                  </a:lnTo>
                  <a:lnTo>
                    <a:pt x="283638" y="427024"/>
                  </a:lnTo>
                  <a:lnTo>
                    <a:pt x="284647" y="427908"/>
                  </a:lnTo>
                  <a:lnTo>
                    <a:pt x="285657" y="428518"/>
                  </a:lnTo>
                  <a:lnTo>
                    <a:pt x="286666" y="428855"/>
                  </a:lnTo>
                  <a:lnTo>
                    <a:pt x="287676" y="428920"/>
                  </a:lnTo>
                  <a:lnTo>
                    <a:pt x="288685" y="428713"/>
                  </a:lnTo>
                  <a:lnTo>
                    <a:pt x="289695" y="428235"/>
                  </a:lnTo>
                  <a:lnTo>
                    <a:pt x="290704" y="427489"/>
                  </a:lnTo>
                  <a:lnTo>
                    <a:pt x="291714" y="426476"/>
                  </a:lnTo>
                  <a:lnTo>
                    <a:pt x="292723" y="425200"/>
                  </a:lnTo>
                  <a:lnTo>
                    <a:pt x="293732" y="423662"/>
                  </a:lnTo>
                  <a:lnTo>
                    <a:pt x="294742" y="421867"/>
                  </a:lnTo>
                  <a:lnTo>
                    <a:pt x="295751" y="419818"/>
                  </a:lnTo>
                  <a:lnTo>
                    <a:pt x="296761" y="417519"/>
                  </a:lnTo>
                  <a:lnTo>
                    <a:pt x="297770" y="414974"/>
                  </a:lnTo>
                  <a:lnTo>
                    <a:pt x="298779" y="412186"/>
                  </a:lnTo>
                  <a:lnTo>
                    <a:pt x="299789" y="409163"/>
                  </a:lnTo>
                  <a:lnTo>
                    <a:pt x="300798" y="405908"/>
                  </a:lnTo>
                  <a:lnTo>
                    <a:pt x="301807" y="402426"/>
                  </a:lnTo>
                  <a:lnTo>
                    <a:pt x="302817" y="398724"/>
                  </a:lnTo>
                  <a:lnTo>
                    <a:pt x="303826" y="394806"/>
                  </a:lnTo>
                  <a:lnTo>
                    <a:pt x="304835" y="390679"/>
                  </a:lnTo>
                  <a:lnTo>
                    <a:pt x="305845" y="386349"/>
                  </a:lnTo>
                  <a:lnTo>
                    <a:pt x="306854" y="381821"/>
                  </a:lnTo>
                  <a:lnTo>
                    <a:pt x="307863" y="377104"/>
                  </a:lnTo>
                  <a:lnTo>
                    <a:pt x="308873" y="372202"/>
                  </a:lnTo>
                  <a:lnTo>
                    <a:pt x="309882" y="367123"/>
                  </a:lnTo>
                  <a:lnTo>
                    <a:pt x="310892" y="361874"/>
                  </a:lnTo>
                  <a:lnTo>
                    <a:pt x="311901" y="356462"/>
                  </a:lnTo>
                  <a:lnTo>
                    <a:pt x="312911" y="350893"/>
                  </a:lnTo>
                  <a:lnTo>
                    <a:pt x="313920" y="345175"/>
                  </a:lnTo>
                  <a:lnTo>
                    <a:pt x="314930" y="339316"/>
                  </a:lnTo>
                  <a:lnTo>
                    <a:pt x="315939" y="333321"/>
                  </a:lnTo>
                  <a:lnTo>
                    <a:pt x="316948" y="327200"/>
                  </a:lnTo>
                  <a:lnTo>
                    <a:pt x="317958" y="320960"/>
                  </a:lnTo>
                  <a:lnTo>
                    <a:pt x="318968" y="314607"/>
                  </a:lnTo>
                  <a:lnTo>
                    <a:pt x="319975" y="308150"/>
                  </a:lnTo>
                  <a:lnTo>
                    <a:pt x="320987" y="301597"/>
                  </a:lnTo>
                  <a:lnTo>
                    <a:pt x="321993" y="294954"/>
                  </a:lnTo>
                  <a:lnTo>
                    <a:pt x="323005" y="288230"/>
                  </a:lnTo>
                  <a:lnTo>
                    <a:pt x="324012" y="281433"/>
                  </a:lnTo>
                  <a:lnTo>
                    <a:pt x="325023" y="274569"/>
                  </a:lnTo>
                  <a:lnTo>
                    <a:pt x="326035" y="267648"/>
                  </a:lnTo>
                  <a:lnTo>
                    <a:pt x="327042" y="260676"/>
                  </a:lnTo>
                  <a:lnTo>
                    <a:pt x="328054" y="253662"/>
                  </a:lnTo>
                  <a:lnTo>
                    <a:pt x="329060" y="246614"/>
                  </a:lnTo>
                  <a:lnTo>
                    <a:pt x="330072" y="239538"/>
                  </a:lnTo>
                  <a:lnTo>
                    <a:pt x="331078" y="232443"/>
                  </a:lnTo>
                  <a:lnTo>
                    <a:pt x="332090" y="225337"/>
                  </a:lnTo>
                  <a:lnTo>
                    <a:pt x="333097" y="218228"/>
                  </a:lnTo>
                  <a:lnTo>
                    <a:pt x="334108" y="211122"/>
                  </a:lnTo>
                  <a:lnTo>
                    <a:pt x="335115" y="204028"/>
                  </a:lnTo>
                  <a:lnTo>
                    <a:pt x="336127" y="196953"/>
                  </a:lnTo>
                  <a:lnTo>
                    <a:pt x="337139" y="189904"/>
                  </a:lnTo>
                  <a:lnTo>
                    <a:pt x="338145" y="182890"/>
                  </a:lnTo>
                  <a:lnTo>
                    <a:pt x="339157" y="175918"/>
                  </a:lnTo>
                  <a:lnTo>
                    <a:pt x="340163" y="168994"/>
                  </a:lnTo>
                  <a:lnTo>
                    <a:pt x="341175" y="162126"/>
                  </a:lnTo>
                  <a:lnTo>
                    <a:pt x="342182" y="155322"/>
                  </a:lnTo>
                  <a:lnTo>
                    <a:pt x="343194" y="148588"/>
                  </a:lnTo>
                  <a:lnTo>
                    <a:pt x="344200" y="141931"/>
                  </a:lnTo>
                  <a:lnTo>
                    <a:pt x="345212" y="135359"/>
                  </a:lnTo>
                  <a:lnTo>
                    <a:pt x="346218" y="128878"/>
                  </a:lnTo>
                  <a:lnTo>
                    <a:pt x="347230" y="122494"/>
                  </a:lnTo>
                  <a:lnTo>
                    <a:pt x="348237" y="116215"/>
                  </a:lnTo>
                  <a:lnTo>
                    <a:pt x="349248" y="110046"/>
                  </a:lnTo>
                  <a:lnTo>
                    <a:pt x="350260" y="103994"/>
                  </a:lnTo>
                  <a:lnTo>
                    <a:pt x="351267" y="98065"/>
                  </a:lnTo>
                  <a:lnTo>
                    <a:pt x="352279" y="92265"/>
                  </a:lnTo>
                  <a:lnTo>
                    <a:pt x="353285" y="86600"/>
                  </a:lnTo>
                  <a:lnTo>
                    <a:pt x="354297" y="81075"/>
                  </a:lnTo>
                  <a:lnTo>
                    <a:pt x="355303" y="75696"/>
                  </a:lnTo>
                  <a:lnTo>
                    <a:pt x="356315" y="70469"/>
                  </a:lnTo>
                  <a:lnTo>
                    <a:pt x="357322" y="65397"/>
                  </a:lnTo>
                  <a:lnTo>
                    <a:pt x="358334" y="60487"/>
                  </a:lnTo>
                  <a:lnTo>
                    <a:pt x="359340" y="55742"/>
                  </a:lnTo>
                  <a:lnTo>
                    <a:pt x="360352" y="51168"/>
                  </a:lnTo>
                  <a:lnTo>
                    <a:pt x="361364" y="46770"/>
                  </a:lnTo>
                  <a:lnTo>
                    <a:pt x="362370" y="42550"/>
                  </a:lnTo>
                  <a:lnTo>
                    <a:pt x="363382" y="38513"/>
                  </a:lnTo>
                  <a:lnTo>
                    <a:pt x="364389" y="34662"/>
                  </a:lnTo>
                  <a:lnTo>
                    <a:pt x="365400" y="31001"/>
                  </a:lnTo>
                  <a:lnTo>
                    <a:pt x="366407" y="27534"/>
                  </a:lnTo>
                  <a:lnTo>
                    <a:pt x="367419" y="24262"/>
                  </a:lnTo>
                  <a:lnTo>
                    <a:pt x="368425" y="21190"/>
                  </a:lnTo>
                  <a:lnTo>
                    <a:pt x="369437" y="18319"/>
                  </a:lnTo>
                  <a:lnTo>
                    <a:pt x="370443" y="15652"/>
                  </a:lnTo>
                  <a:lnTo>
                    <a:pt x="371455" y="13190"/>
                  </a:lnTo>
                  <a:lnTo>
                    <a:pt x="372467" y="10936"/>
                  </a:lnTo>
                  <a:lnTo>
                    <a:pt x="373474" y="8890"/>
                  </a:lnTo>
                  <a:lnTo>
                    <a:pt x="374485" y="7055"/>
                  </a:lnTo>
                  <a:lnTo>
                    <a:pt x="375492" y="5431"/>
                  </a:lnTo>
                  <a:lnTo>
                    <a:pt x="376504" y="4018"/>
                  </a:lnTo>
                  <a:lnTo>
                    <a:pt x="377510" y="2818"/>
                  </a:lnTo>
                  <a:lnTo>
                    <a:pt x="378522" y="1831"/>
                  </a:lnTo>
                  <a:lnTo>
                    <a:pt x="379529" y="1055"/>
                  </a:lnTo>
                  <a:lnTo>
                    <a:pt x="380540" y="492"/>
                  </a:lnTo>
                  <a:lnTo>
                    <a:pt x="381547" y="141"/>
                  </a:lnTo>
                  <a:lnTo>
                    <a:pt x="382559" y="0"/>
                  </a:lnTo>
                  <a:lnTo>
                    <a:pt x="383571" y="69"/>
                  </a:lnTo>
                  <a:lnTo>
                    <a:pt x="384577" y="346"/>
                  </a:lnTo>
                  <a:lnTo>
                    <a:pt x="385589" y="830"/>
                  </a:lnTo>
                  <a:lnTo>
                    <a:pt x="386595" y="1518"/>
                  </a:lnTo>
                  <a:lnTo>
                    <a:pt x="387607" y="2410"/>
                  </a:lnTo>
                  <a:lnTo>
                    <a:pt x="388614" y="3502"/>
                  </a:lnTo>
                  <a:lnTo>
                    <a:pt x="389625" y="4792"/>
                  </a:lnTo>
                  <a:lnTo>
                    <a:pt x="390632" y="6278"/>
                  </a:lnTo>
                  <a:lnTo>
                    <a:pt x="391644" y="7955"/>
                  </a:lnTo>
                  <a:lnTo>
                    <a:pt x="392650" y="9822"/>
                  </a:lnTo>
                  <a:lnTo>
                    <a:pt x="393662" y="11875"/>
                  </a:lnTo>
                  <a:lnTo>
                    <a:pt x="394669" y="14109"/>
                  </a:lnTo>
                  <a:lnTo>
                    <a:pt x="395680" y="16522"/>
                  </a:lnTo>
                  <a:lnTo>
                    <a:pt x="396692" y="19109"/>
                  </a:lnTo>
                  <a:lnTo>
                    <a:pt x="397699" y="21866"/>
                  </a:lnTo>
                  <a:lnTo>
                    <a:pt x="398711" y="24789"/>
                  </a:lnTo>
                  <a:lnTo>
                    <a:pt x="399717" y="27873"/>
                  </a:lnTo>
                  <a:lnTo>
                    <a:pt x="400729" y="31113"/>
                  </a:lnTo>
                  <a:lnTo>
                    <a:pt x="401735" y="34505"/>
                  </a:lnTo>
                  <a:lnTo>
                    <a:pt x="402747" y="38045"/>
                  </a:lnTo>
                  <a:lnTo>
                    <a:pt x="403754" y="41725"/>
                  </a:lnTo>
                  <a:lnTo>
                    <a:pt x="404765" y="45543"/>
                  </a:lnTo>
                  <a:lnTo>
                    <a:pt x="405772" y="49491"/>
                  </a:lnTo>
                  <a:lnTo>
                    <a:pt x="406784" y="53565"/>
                  </a:lnTo>
                  <a:lnTo>
                    <a:pt x="407796" y="57759"/>
                  </a:lnTo>
                  <a:lnTo>
                    <a:pt x="408802" y="62068"/>
                  </a:lnTo>
                  <a:lnTo>
                    <a:pt x="409814" y="66486"/>
                  </a:lnTo>
                  <a:lnTo>
                    <a:pt x="410820" y="71006"/>
                  </a:lnTo>
                  <a:lnTo>
                    <a:pt x="411832" y="75624"/>
                  </a:lnTo>
                  <a:lnTo>
                    <a:pt x="412839" y="80334"/>
                  </a:lnTo>
                  <a:lnTo>
                    <a:pt x="413851" y="85129"/>
                  </a:lnTo>
                  <a:lnTo>
                    <a:pt x="414857" y="90004"/>
                  </a:lnTo>
                  <a:lnTo>
                    <a:pt x="415869" y="94952"/>
                  </a:lnTo>
                  <a:lnTo>
                    <a:pt x="416875" y="99968"/>
                  </a:lnTo>
                  <a:lnTo>
                    <a:pt x="417887" y="105046"/>
                  </a:lnTo>
                  <a:lnTo>
                    <a:pt x="418899" y="110180"/>
                  </a:lnTo>
                  <a:lnTo>
                    <a:pt x="419906" y="115364"/>
                  </a:lnTo>
                  <a:lnTo>
                    <a:pt x="420917" y="120591"/>
                  </a:lnTo>
                  <a:lnTo>
                    <a:pt x="421924" y="125857"/>
                  </a:lnTo>
                  <a:lnTo>
                    <a:pt x="422936" y="131155"/>
                  </a:lnTo>
                  <a:lnTo>
                    <a:pt x="423942" y="136481"/>
                  </a:lnTo>
                  <a:lnTo>
                    <a:pt x="424954" y="141827"/>
                  </a:lnTo>
                  <a:lnTo>
                    <a:pt x="425960" y="147189"/>
                  </a:lnTo>
                  <a:lnTo>
                    <a:pt x="426972" y="152560"/>
                  </a:lnTo>
                  <a:lnTo>
                    <a:pt x="427979" y="157936"/>
                  </a:lnTo>
                  <a:lnTo>
                    <a:pt x="428991" y="163311"/>
                  </a:lnTo>
                  <a:lnTo>
                    <a:pt x="430002" y="168680"/>
                  </a:lnTo>
                  <a:lnTo>
                    <a:pt x="431009" y="174037"/>
                  </a:lnTo>
                  <a:lnTo>
                    <a:pt x="432021" y="179378"/>
                  </a:lnTo>
                  <a:lnTo>
                    <a:pt x="433027" y="184698"/>
                  </a:lnTo>
                  <a:lnTo>
                    <a:pt x="434039" y="189991"/>
                  </a:lnTo>
                  <a:lnTo>
                    <a:pt x="435046" y="195255"/>
                  </a:lnTo>
                  <a:lnTo>
                    <a:pt x="436057" y="200482"/>
                  </a:lnTo>
                  <a:lnTo>
                    <a:pt x="437064" y="205671"/>
                  </a:lnTo>
                  <a:lnTo>
                    <a:pt x="438076" y="210815"/>
                  </a:lnTo>
                  <a:lnTo>
                    <a:pt x="439082" y="215912"/>
                  </a:lnTo>
                  <a:lnTo>
                    <a:pt x="440094" y="220957"/>
                  </a:lnTo>
                  <a:lnTo>
                    <a:pt x="441100" y="225946"/>
                  </a:lnTo>
                  <a:lnTo>
                    <a:pt x="442112" y="230876"/>
                  </a:lnTo>
                  <a:lnTo>
                    <a:pt x="443124" y="235743"/>
                  </a:lnTo>
                  <a:lnTo>
                    <a:pt x="444131" y="240544"/>
                  </a:lnTo>
                  <a:lnTo>
                    <a:pt x="445142" y="245277"/>
                  </a:lnTo>
                  <a:lnTo>
                    <a:pt x="446149" y="249937"/>
                  </a:lnTo>
                  <a:lnTo>
                    <a:pt x="447161" y="254523"/>
                  </a:lnTo>
                  <a:lnTo>
                    <a:pt x="448167" y="259031"/>
                  </a:lnTo>
                  <a:lnTo>
                    <a:pt x="449179" y="263459"/>
                  </a:lnTo>
                  <a:lnTo>
                    <a:pt x="450186" y="267805"/>
                  </a:lnTo>
                  <a:lnTo>
                    <a:pt x="451197" y="272067"/>
                  </a:lnTo>
                  <a:lnTo>
                    <a:pt x="452204" y="276242"/>
                  </a:lnTo>
                  <a:lnTo>
                    <a:pt x="453216" y="280330"/>
                  </a:lnTo>
                  <a:lnTo>
                    <a:pt x="454228" y="284328"/>
                  </a:lnTo>
                  <a:lnTo>
                    <a:pt x="455234" y="288235"/>
                  </a:lnTo>
                  <a:lnTo>
                    <a:pt x="456246" y="292049"/>
                  </a:lnTo>
                  <a:lnTo>
                    <a:pt x="457252" y="295771"/>
                  </a:lnTo>
                  <a:lnTo>
                    <a:pt x="458264" y="299398"/>
                  </a:lnTo>
                  <a:lnTo>
                    <a:pt x="459271" y="302929"/>
                  </a:lnTo>
                  <a:lnTo>
                    <a:pt x="460282" y="306365"/>
                  </a:lnTo>
                  <a:lnTo>
                    <a:pt x="461289" y="309705"/>
                  </a:lnTo>
                  <a:lnTo>
                    <a:pt x="462301" y="312949"/>
                  </a:lnTo>
                  <a:lnTo>
                    <a:pt x="463307" y="316095"/>
                  </a:lnTo>
                  <a:lnTo>
                    <a:pt x="464319" y="319145"/>
                  </a:lnTo>
                  <a:lnTo>
                    <a:pt x="465331" y="322099"/>
                  </a:lnTo>
                  <a:lnTo>
                    <a:pt x="466337" y="324956"/>
                  </a:lnTo>
                  <a:lnTo>
                    <a:pt x="467349" y="327716"/>
                  </a:lnTo>
                  <a:lnTo>
                    <a:pt x="468356" y="330382"/>
                  </a:lnTo>
                  <a:lnTo>
                    <a:pt x="469368" y="332953"/>
                  </a:lnTo>
                  <a:lnTo>
                    <a:pt x="470374" y="335429"/>
                  </a:lnTo>
                  <a:lnTo>
                    <a:pt x="471386" y="337813"/>
                  </a:lnTo>
                  <a:lnTo>
                    <a:pt x="472392" y="340104"/>
                  </a:lnTo>
                  <a:lnTo>
                    <a:pt x="473404" y="342304"/>
                  </a:lnTo>
                  <a:lnTo>
                    <a:pt x="474411" y="344414"/>
                  </a:lnTo>
                  <a:lnTo>
                    <a:pt x="475423" y="346436"/>
                  </a:lnTo>
                  <a:lnTo>
                    <a:pt x="476434" y="348370"/>
                  </a:lnTo>
                  <a:lnTo>
                    <a:pt x="477441" y="350219"/>
                  </a:lnTo>
                  <a:lnTo>
                    <a:pt x="478453" y="351984"/>
                  </a:lnTo>
                  <a:lnTo>
                    <a:pt x="479459" y="353666"/>
                  </a:lnTo>
                  <a:lnTo>
                    <a:pt x="480471" y="355268"/>
                  </a:lnTo>
                  <a:lnTo>
                    <a:pt x="481477" y="356790"/>
                  </a:lnTo>
                  <a:lnTo>
                    <a:pt x="482489" y="358236"/>
                  </a:lnTo>
                  <a:lnTo>
                    <a:pt x="483496" y="359607"/>
                  </a:lnTo>
                  <a:lnTo>
                    <a:pt x="484508" y="360904"/>
                  </a:lnTo>
                  <a:lnTo>
                    <a:pt x="485514" y="362131"/>
                  </a:lnTo>
                  <a:lnTo>
                    <a:pt x="486526" y="363288"/>
                  </a:lnTo>
                  <a:lnTo>
                    <a:pt x="487532" y="364378"/>
                  </a:lnTo>
                  <a:lnTo>
                    <a:pt x="488544" y="365405"/>
                  </a:lnTo>
                  <a:lnTo>
                    <a:pt x="489556" y="366368"/>
                  </a:lnTo>
                  <a:lnTo>
                    <a:pt x="490563" y="367272"/>
                  </a:lnTo>
                  <a:lnTo>
                    <a:pt x="491574" y="368117"/>
                  </a:lnTo>
                  <a:lnTo>
                    <a:pt x="492581" y="368907"/>
                  </a:lnTo>
                  <a:lnTo>
                    <a:pt x="493593" y="369644"/>
                  </a:lnTo>
                  <a:lnTo>
                    <a:pt x="494599" y="370329"/>
                  </a:lnTo>
                  <a:lnTo>
                    <a:pt x="495611" y="370966"/>
                  </a:lnTo>
                  <a:lnTo>
                    <a:pt x="496617" y="371557"/>
                  </a:lnTo>
                  <a:lnTo>
                    <a:pt x="497629" y="372104"/>
                  </a:lnTo>
                  <a:lnTo>
                    <a:pt x="498636" y="372610"/>
                  </a:lnTo>
                  <a:lnTo>
                    <a:pt x="499648" y="373076"/>
                  </a:lnTo>
                  <a:lnTo>
                    <a:pt x="500659" y="373506"/>
                  </a:lnTo>
                  <a:lnTo>
                    <a:pt x="501666" y="373901"/>
                  </a:lnTo>
                  <a:lnTo>
                    <a:pt x="502678" y="374263"/>
                  </a:lnTo>
                  <a:lnTo>
                    <a:pt x="503684" y="374597"/>
                  </a:lnTo>
                  <a:lnTo>
                    <a:pt x="504696" y="374902"/>
                  </a:lnTo>
                  <a:lnTo>
                    <a:pt x="505703" y="375182"/>
                  </a:lnTo>
                  <a:lnTo>
                    <a:pt x="506714" y="375439"/>
                  </a:lnTo>
                  <a:lnTo>
                    <a:pt x="507721" y="375675"/>
                  </a:lnTo>
                  <a:lnTo>
                    <a:pt x="508733" y="375893"/>
                  </a:lnTo>
                  <a:lnTo>
                    <a:pt x="509739" y="376094"/>
                  </a:lnTo>
                  <a:lnTo>
                    <a:pt x="510751" y="376281"/>
                  </a:lnTo>
                  <a:lnTo>
                    <a:pt x="511763" y="376455"/>
                  </a:lnTo>
                  <a:lnTo>
                    <a:pt x="512769" y="376619"/>
                  </a:lnTo>
                  <a:lnTo>
                    <a:pt x="513781" y="376776"/>
                  </a:lnTo>
                  <a:lnTo>
                    <a:pt x="514788" y="376925"/>
                  </a:lnTo>
                  <a:lnTo>
                    <a:pt x="515799" y="377071"/>
                  </a:lnTo>
                  <a:lnTo>
                    <a:pt x="516806" y="377215"/>
                  </a:lnTo>
                  <a:lnTo>
                    <a:pt x="517818" y="377358"/>
                  </a:lnTo>
                  <a:lnTo>
                    <a:pt x="518824" y="377502"/>
                  </a:lnTo>
                  <a:lnTo>
                    <a:pt x="519836" y="377650"/>
                  </a:lnTo>
                  <a:lnTo>
                    <a:pt x="520843" y="377801"/>
                  </a:lnTo>
                  <a:lnTo>
                    <a:pt x="521854" y="377960"/>
                  </a:lnTo>
                  <a:lnTo>
                    <a:pt x="522866" y="378127"/>
                  </a:lnTo>
                  <a:lnTo>
                    <a:pt x="523873" y="378304"/>
                  </a:lnTo>
                  <a:lnTo>
                    <a:pt x="524885" y="378491"/>
                  </a:lnTo>
                  <a:lnTo>
                    <a:pt x="525891" y="378691"/>
                  </a:lnTo>
                  <a:lnTo>
                    <a:pt x="526903" y="378906"/>
                  </a:lnTo>
                  <a:lnTo>
                    <a:pt x="527909" y="379136"/>
                  </a:lnTo>
                  <a:lnTo>
                    <a:pt x="528921" y="379382"/>
                  </a:lnTo>
                  <a:lnTo>
                    <a:pt x="529928" y="379647"/>
                  </a:lnTo>
                  <a:lnTo>
                    <a:pt x="530940" y="379931"/>
                  </a:lnTo>
                  <a:lnTo>
                    <a:pt x="531946" y="380235"/>
                  </a:lnTo>
                  <a:lnTo>
                    <a:pt x="532958" y="380561"/>
                  </a:lnTo>
                  <a:lnTo>
                    <a:pt x="533970" y="380909"/>
                  </a:lnTo>
                  <a:lnTo>
                    <a:pt x="534976" y="381281"/>
                  </a:lnTo>
                  <a:lnTo>
                    <a:pt x="535988" y="381677"/>
                  </a:lnTo>
                  <a:lnTo>
                    <a:pt x="536994" y="382099"/>
                  </a:lnTo>
                  <a:lnTo>
                    <a:pt x="538006" y="382547"/>
                  </a:lnTo>
                  <a:lnTo>
                    <a:pt x="539013" y="383022"/>
                  </a:lnTo>
                  <a:lnTo>
                    <a:pt x="540025" y="383526"/>
                  </a:lnTo>
                  <a:lnTo>
                    <a:pt x="541031" y="384057"/>
                  </a:lnTo>
                  <a:lnTo>
                    <a:pt x="542043" y="384618"/>
                  </a:lnTo>
                  <a:lnTo>
                    <a:pt x="543049" y="385209"/>
                  </a:lnTo>
                  <a:lnTo>
                    <a:pt x="544061" y="385829"/>
                  </a:lnTo>
                  <a:lnTo>
                    <a:pt x="545068" y="386481"/>
                  </a:lnTo>
                  <a:lnTo>
                    <a:pt x="546080" y="387164"/>
                  </a:lnTo>
                  <a:lnTo>
                    <a:pt x="547091" y="387879"/>
                  </a:lnTo>
                  <a:lnTo>
                    <a:pt x="548098" y="388625"/>
                  </a:lnTo>
                  <a:lnTo>
                    <a:pt x="549110" y="389405"/>
                  </a:lnTo>
                  <a:lnTo>
                    <a:pt x="550116" y="390217"/>
                  </a:lnTo>
                  <a:lnTo>
                    <a:pt x="551128" y="391062"/>
                  </a:lnTo>
                  <a:lnTo>
                    <a:pt x="552134" y="391939"/>
                  </a:lnTo>
                  <a:lnTo>
                    <a:pt x="553146" y="392850"/>
                  </a:lnTo>
                  <a:lnTo>
                    <a:pt x="554153" y="393795"/>
                  </a:lnTo>
                  <a:lnTo>
                    <a:pt x="555165" y="394773"/>
                  </a:lnTo>
                  <a:lnTo>
                    <a:pt x="556171" y="395785"/>
                  </a:lnTo>
                  <a:lnTo>
                    <a:pt x="557183" y="396830"/>
                  </a:lnTo>
                  <a:lnTo>
                    <a:pt x="558195" y="397908"/>
                  </a:lnTo>
                  <a:lnTo>
                    <a:pt x="559201" y="399020"/>
                  </a:lnTo>
                  <a:lnTo>
                    <a:pt x="560213" y="400166"/>
                  </a:lnTo>
                  <a:lnTo>
                    <a:pt x="561220" y="401344"/>
                  </a:lnTo>
                  <a:lnTo>
                    <a:pt x="562231" y="402555"/>
                  </a:lnTo>
                  <a:lnTo>
                    <a:pt x="563238" y="403799"/>
                  </a:lnTo>
                  <a:lnTo>
                    <a:pt x="564250" y="405075"/>
                  </a:lnTo>
                  <a:lnTo>
                    <a:pt x="565256" y="406384"/>
                  </a:lnTo>
                  <a:lnTo>
                    <a:pt x="566268" y="407725"/>
                  </a:lnTo>
                  <a:lnTo>
                    <a:pt x="567275" y="409097"/>
                  </a:lnTo>
                  <a:lnTo>
                    <a:pt x="568286" y="410500"/>
                  </a:lnTo>
                  <a:lnTo>
                    <a:pt x="569298" y="411934"/>
                  </a:lnTo>
                  <a:lnTo>
                    <a:pt x="570305" y="413399"/>
                  </a:lnTo>
                  <a:lnTo>
                    <a:pt x="571316" y="414894"/>
                  </a:lnTo>
                  <a:lnTo>
                    <a:pt x="572323" y="416418"/>
                  </a:lnTo>
                  <a:lnTo>
                    <a:pt x="573335" y="417971"/>
                  </a:lnTo>
                  <a:lnTo>
                    <a:pt x="574341" y="419553"/>
                  </a:lnTo>
                  <a:lnTo>
                    <a:pt x="575353" y="421163"/>
                  </a:lnTo>
                  <a:lnTo>
                    <a:pt x="576360" y="422800"/>
                  </a:lnTo>
                  <a:lnTo>
                    <a:pt x="577371" y="424464"/>
                  </a:lnTo>
                  <a:lnTo>
                    <a:pt x="578378" y="426155"/>
                  </a:lnTo>
                  <a:lnTo>
                    <a:pt x="579390" y="427871"/>
                  </a:lnTo>
                  <a:lnTo>
                    <a:pt x="580402" y="429612"/>
                  </a:lnTo>
                  <a:lnTo>
                    <a:pt x="581408" y="431378"/>
                  </a:lnTo>
                  <a:lnTo>
                    <a:pt x="582420" y="433168"/>
                  </a:lnTo>
                  <a:lnTo>
                    <a:pt x="583426" y="434980"/>
                  </a:lnTo>
                  <a:lnTo>
                    <a:pt x="584438" y="436816"/>
                  </a:lnTo>
                  <a:lnTo>
                    <a:pt x="585445" y="438674"/>
                  </a:lnTo>
                  <a:lnTo>
                    <a:pt x="586457" y="440552"/>
                  </a:lnTo>
                  <a:lnTo>
                    <a:pt x="587463" y="442451"/>
                  </a:lnTo>
                  <a:lnTo>
                    <a:pt x="588475" y="444370"/>
                  </a:lnTo>
                  <a:lnTo>
                    <a:pt x="589481" y="446307"/>
                  </a:lnTo>
                  <a:lnTo>
                    <a:pt x="590493" y="448263"/>
                  </a:lnTo>
                  <a:lnTo>
                    <a:pt x="591500" y="450237"/>
                  </a:lnTo>
                  <a:lnTo>
                    <a:pt x="592511" y="452227"/>
                  </a:lnTo>
                  <a:lnTo>
                    <a:pt x="593523" y="454233"/>
                  </a:lnTo>
                  <a:lnTo>
                    <a:pt x="594530" y="456255"/>
                  </a:lnTo>
                  <a:lnTo>
                    <a:pt x="595542" y="458291"/>
                  </a:lnTo>
                  <a:lnTo>
                    <a:pt x="596548" y="460341"/>
                  </a:lnTo>
                  <a:lnTo>
                    <a:pt x="597560" y="462405"/>
                  </a:lnTo>
                  <a:lnTo>
                    <a:pt x="598566" y="464480"/>
                  </a:lnTo>
                  <a:lnTo>
                    <a:pt x="599578" y="466566"/>
                  </a:lnTo>
                  <a:lnTo>
                    <a:pt x="600585" y="468664"/>
                  </a:lnTo>
                  <a:lnTo>
                    <a:pt x="601597" y="470772"/>
                  </a:lnTo>
                  <a:lnTo>
                    <a:pt x="602603" y="472889"/>
                  </a:lnTo>
                  <a:lnTo>
                    <a:pt x="603615" y="475014"/>
                  </a:lnTo>
                  <a:lnTo>
                    <a:pt x="604627" y="477147"/>
                  </a:lnTo>
                  <a:lnTo>
                    <a:pt x="605633" y="479287"/>
                  </a:lnTo>
                  <a:lnTo>
                    <a:pt x="606645" y="481433"/>
                  </a:lnTo>
                  <a:lnTo>
                    <a:pt x="607651" y="483585"/>
                  </a:lnTo>
                  <a:lnTo>
                    <a:pt x="608663" y="485741"/>
                  </a:lnTo>
                  <a:lnTo>
                    <a:pt x="609670" y="487899"/>
                  </a:lnTo>
                  <a:lnTo>
                    <a:pt x="610682" y="490067"/>
                  </a:lnTo>
                  <a:lnTo>
                    <a:pt x="611688" y="492229"/>
                  </a:lnTo>
                  <a:lnTo>
                    <a:pt x="612700" y="494401"/>
                  </a:lnTo>
                  <a:lnTo>
                    <a:pt x="613706" y="496569"/>
                  </a:lnTo>
                  <a:lnTo>
                    <a:pt x="614718" y="498736"/>
                  </a:lnTo>
                  <a:lnTo>
                    <a:pt x="615730" y="500904"/>
                  </a:lnTo>
                  <a:lnTo>
                    <a:pt x="616737" y="503071"/>
                  </a:lnTo>
                  <a:lnTo>
                    <a:pt x="617748" y="505239"/>
                  </a:lnTo>
                  <a:lnTo>
                    <a:pt x="618755" y="507406"/>
                  </a:lnTo>
                  <a:lnTo>
                    <a:pt x="619767" y="509563"/>
                  </a:lnTo>
                  <a:lnTo>
                    <a:pt x="620773" y="511720"/>
                  </a:lnTo>
                  <a:lnTo>
                    <a:pt x="621785" y="513876"/>
                  </a:lnTo>
                  <a:lnTo>
                    <a:pt x="622792" y="516022"/>
                  </a:lnTo>
                  <a:lnTo>
                    <a:pt x="623803" y="518163"/>
                  </a:lnTo>
                  <a:lnTo>
                    <a:pt x="624810" y="520299"/>
                  </a:lnTo>
                  <a:lnTo>
                    <a:pt x="625822" y="522429"/>
                  </a:lnTo>
                  <a:lnTo>
                    <a:pt x="626833" y="524548"/>
                  </a:lnTo>
                  <a:lnTo>
                    <a:pt x="627840" y="526663"/>
                  </a:lnTo>
                  <a:lnTo>
                    <a:pt x="628852" y="528766"/>
                  </a:lnTo>
                  <a:lnTo>
                    <a:pt x="629858" y="530864"/>
                  </a:lnTo>
                  <a:lnTo>
                    <a:pt x="630870" y="532952"/>
                  </a:lnTo>
                  <a:lnTo>
                    <a:pt x="631877" y="535029"/>
                  </a:lnTo>
                  <a:lnTo>
                    <a:pt x="632888" y="537095"/>
                  </a:lnTo>
                  <a:lnTo>
                    <a:pt x="633895" y="539145"/>
                  </a:lnTo>
                  <a:lnTo>
                    <a:pt x="634907" y="541190"/>
                  </a:lnTo>
                  <a:lnTo>
                    <a:pt x="635913" y="543219"/>
                  </a:lnTo>
                  <a:lnTo>
                    <a:pt x="636925" y="545237"/>
                  </a:lnTo>
                  <a:lnTo>
                    <a:pt x="637931" y="547240"/>
                  </a:lnTo>
                  <a:lnTo>
                    <a:pt x="638943" y="549231"/>
                  </a:lnTo>
                  <a:lnTo>
                    <a:pt x="639955" y="551213"/>
                  </a:lnTo>
                  <a:lnTo>
                    <a:pt x="640962" y="553172"/>
                  </a:lnTo>
                  <a:lnTo>
                    <a:pt x="641974" y="555121"/>
                  </a:lnTo>
                  <a:lnTo>
                    <a:pt x="642980" y="557054"/>
                  </a:lnTo>
                  <a:lnTo>
                    <a:pt x="643992" y="558972"/>
                  </a:lnTo>
                  <a:lnTo>
                    <a:pt x="644998" y="560873"/>
                  </a:lnTo>
                  <a:lnTo>
                    <a:pt x="646010" y="562758"/>
                  </a:lnTo>
                  <a:lnTo>
                    <a:pt x="647017" y="564627"/>
                  </a:lnTo>
                  <a:lnTo>
                    <a:pt x="648028" y="566480"/>
                  </a:lnTo>
                  <a:lnTo>
                    <a:pt x="649035" y="568312"/>
                  </a:lnTo>
                  <a:lnTo>
                    <a:pt x="650047" y="570134"/>
                  </a:lnTo>
                  <a:lnTo>
                    <a:pt x="651059" y="571934"/>
                  </a:lnTo>
                  <a:lnTo>
                    <a:pt x="652065" y="573712"/>
                  </a:lnTo>
                  <a:lnTo>
                    <a:pt x="653077" y="575475"/>
                  </a:lnTo>
                  <a:lnTo>
                    <a:pt x="654083" y="577222"/>
                  </a:lnTo>
                  <a:lnTo>
                    <a:pt x="655095" y="578947"/>
                  </a:lnTo>
                  <a:lnTo>
                    <a:pt x="656102" y="580656"/>
                  </a:lnTo>
                  <a:lnTo>
                    <a:pt x="657113" y="582345"/>
                  </a:lnTo>
                  <a:lnTo>
                    <a:pt x="658120" y="584017"/>
                  </a:lnTo>
                  <a:lnTo>
                    <a:pt x="659132" y="585668"/>
                  </a:lnTo>
                  <a:lnTo>
                    <a:pt x="660138" y="587297"/>
                  </a:lnTo>
                  <a:lnTo>
                    <a:pt x="661150" y="588905"/>
                  </a:lnTo>
                  <a:lnTo>
                    <a:pt x="662162" y="590498"/>
                  </a:lnTo>
                  <a:lnTo>
                    <a:pt x="663168" y="592069"/>
                  </a:lnTo>
                  <a:lnTo>
                    <a:pt x="664180" y="593624"/>
                  </a:lnTo>
                  <a:lnTo>
                    <a:pt x="665187" y="595152"/>
                  </a:lnTo>
                  <a:lnTo>
                    <a:pt x="666199" y="596665"/>
                  </a:lnTo>
                  <a:lnTo>
                    <a:pt x="667205" y="598156"/>
                  </a:lnTo>
                  <a:lnTo>
                    <a:pt x="668217" y="599625"/>
                  </a:lnTo>
                  <a:lnTo>
                    <a:pt x="669223" y="601074"/>
                  </a:lnTo>
                  <a:lnTo>
                    <a:pt x="670235" y="602506"/>
                  </a:lnTo>
                  <a:lnTo>
                    <a:pt x="671242" y="603918"/>
                  </a:lnTo>
                  <a:lnTo>
                    <a:pt x="672254" y="605302"/>
                  </a:lnTo>
                  <a:lnTo>
                    <a:pt x="673265" y="606671"/>
                  </a:lnTo>
                  <a:lnTo>
                    <a:pt x="674272" y="608024"/>
                  </a:lnTo>
                  <a:lnTo>
                    <a:pt x="675284" y="609350"/>
                  </a:lnTo>
                  <a:lnTo>
                    <a:pt x="676290" y="610654"/>
                  </a:lnTo>
                  <a:lnTo>
                    <a:pt x="677302" y="611943"/>
                  </a:lnTo>
                  <a:lnTo>
                    <a:pt x="678308" y="613210"/>
                  </a:lnTo>
                  <a:lnTo>
                    <a:pt x="679320" y="614457"/>
                  </a:lnTo>
                  <a:lnTo>
                    <a:pt x="680327" y="615681"/>
                  </a:lnTo>
                  <a:lnTo>
                    <a:pt x="681339" y="616890"/>
                  </a:lnTo>
                  <a:lnTo>
                    <a:pt x="682345" y="618073"/>
                  </a:lnTo>
                  <a:lnTo>
                    <a:pt x="683357" y="619239"/>
                  </a:lnTo>
                  <a:lnTo>
                    <a:pt x="684363" y="620389"/>
                  </a:lnTo>
                  <a:lnTo>
                    <a:pt x="685375" y="621513"/>
                  </a:lnTo>
                  <a:lnTo>
                    <a:pt x="686387" y="622620"/>
                  </a:lnTo>
                  <a:lnTo>
                    <a:pt x="687394" y="623707"/>
                  </a:lnTo>
                  <a:lnTo>
                    <a:pt x="688405" y="624777"/>
                  </a:lnTo>
                  <a:lnTo>
                    <a:pt x="689412" y="625826"/>
                  </a:lnTo>
                  <a:lnTo>
                    <a:pt x="690424" y="626854"/>
                  </a:lnTo>
                  <a:lnTo>
                    <a:pt x="691430" y="627866"/>
                  </a:lnTo>
                  <a:lnTo>
                    <a:pt x="692442" y="628856"/>
                  </a:lnTo>
                  <a:lnTo>
                    <a:pt x="693448" y="629831"/>
                  </a:lnTo>
                  <a:lnTo>
                    <a:pt x="694460" y="630784"/>
                  </a:lnTo>
                  <a:lnTo>
                    <a:pt x="695467" y="631721"/>
                  </a:lnTo>
                  <a:lnTo>
                    <a:pt x="696479" y="632637"/>
                  </a:lnTo>
                  <a:lnTo>
                    <a:pt x="697490" y="633537"/>
                  </a:lnTo>
                  <a:lnTo>
                    <a:pt x="698497" y="634421"/>
                  </a:lnTo>
                  <a:lnTo>
                    <a:pt x="699509" y="635284"/>
                  </a:lnTo>
                  <a:lnTo>
                    <a:pt x="700515" y="636131"/>
                  </a:lnTo>
                  <a:lnTo>
                    <a:pt x="701527" y="636956"/>
                  </a:lnTo>
                  <a:lnTo>
                    <a:pt x="702534" y="637771"/>
                  </a:lnTo>
                  <a:lnTo>
                    <a:pt x="703545" y="638565"/>
                  </a:lnTo>
                  <a:lnTo>
                    <a:pt x="704552" y="639342"/>
                  </a:lnTo>
                  <a:lnTo>
                    <a:pt x="705564" y="640109"/>
                  </a:lnTo>
                  <a:lnTo>
                    <a:pt x="706570" y="640854"/>
                  </a:lnTo>
                  <a:lnTo>
                    <a:pt x="707582" y="641579"/>
                  </a:lnTo>
                  <a:lnTo>
                    <a:pt x="708594" y="642292"/>
                  </a:lnTo>
                  <a:lnTo>
                    <a:pt x="709600" y="642990"/>
                  </a:lnTo>
                  <a:lnTo>
                    <a:pt x="710612" y="643677"/>
                  </a:lnTo>
                  <a:lnTo>
                    <a:pt x="711619" y="644343"/>
                  </a:lnTo>
                  <a:lnTo>
                    <a:pt x="712630" y="644992"/>
                  </a:lnTo>
                  <a:lnTo>
                    <a:pt x="713637" y="645631"/>
                  </a:lnTo>
                  <a:lnTo>
                    <a:pt x="714649" y="646254"/>
                  </a:lnTo>
                  <a:lnTo>
                    <a:pt x="715655" y="646862"/>
                  </a:lnTo>
                  <a:lnTo>
                    <a:pt x="716667" y="647453"/>
                  </a:lnTo>
                  <a:lnTo>
                    <a:pt x="717674" y="648033"/>
                  </a:lnTo>
                  <a:lnTo>
                    <a:pt x="718685" y="648598"/>
                  </a:lnTo>
                  <a:lnTo>
                    <a:pt x="719697" y="649151"/>
                  </a:lnTo>
                  <a:lnTo>
                    <a:pt x="720704" y="649689"/>
                  </a:lnTo>
                  <a:lnTo>
                    <a:pt x="721716" y="650216"/>
                  </a:lnTo>
                  <a:lnTo>
                    <a:pt x="722722" y="650733"/>
                  </a:lnTo>
                  <a:lnTo>
                    <a:pt x="723734" y="651228"/>
                  </a:lnTo>
                  <a:lnTo>
                    <a:pt x="724740" y="651718"/>
                  </a:lnTo>
                  <a:lnTo>
                    <a:pt x="725752" y="652192"/>
                  </a:lnTo>
                  <a:lnTo>
                    <a:pt x="726759" y="652656"/>
                  </a:lnTo>
                  <a:lnTo>
                    <a:pt x="727771" y="653108"/>
                  </a:lnTo>
                  <a:lnTo>
                    <a:pt x="728777" y="653550"/>
                  </a:lnTo>
                  <a:lnTo>
                    <a:pt x="729789" y="653982"/>
                  </a:lnTo>
                  <a:lnTo>
                    <a:pt x="730795" y="654397"/>
                  </a:lnTo>
                  <a:lnTo>
                    <a:pt x="731807" y="654802"/>
                  </a:lnTo>
                  <a:lnTo>
                    <a:pt x="732819" y="655201"/>
                  </a:lnTo>
                  <a:lnTo>
                    <a:pt x="733825" y="655584"/>
                  </a:lnTo>
                  <a:lnTo>
                    <a:pt x="734837" y="655963"/>
                  </a:lnTo>
                  <a:lnTo>
                    <a:pt x="735844" y="656325"/>
                  </a:lnTo>
                  <a:lnTo>
                    <a:pt x="736856" y="656681"/>
                  </a:lnTo>
                  <a:lnTo>
                    <a:pt x="737862" y="657028"/>
                  </a:lnTo>
                  <a:lnTo>
                    <a:pt x="738874" y="657363"/>
                  </a:lnTo>
                  <a:lnTo>
                    <a:pt x="739880" y="657688"/>
                  </a:lnTo>
                  <a:lnTo>
                    <a:pt x="740892" y="658007"/>
                  </a:lnTo>
                  <a:lnTo>
                    <a:pt x="741899" y="658316"/>
                  </a:lnTo>
                  <a:lnTo>
                    <a:pt x="742911" y="658615"/>
                  </a:lnTo>
                  <a:lnTo>
                    <a:pt x="743922" y="658907"/>
                  </a:lnTo>
                  <a:lnTo>
                    <a:pt x="744929" y="659190"/>
                  </a:lnTo>
                  <a:lnTo>
                    <a:pt x="745941" y="659467"/>
                  </a:lnTo>
                  <a:lnTo>
                    <a:pt x="746947" y="659733"/>
                  </a:lnTo>
                  <a:lnTo>
                    <a:pt x="747959" y="659989"/>
                  </a:lnTo>
                  <a:lnTo>
                    <a:pt x="748965" y="660244"/>
                  </a:lnTo>
                  <a:lnTo>
                    <a:pt x="749977" y="660484"/>
                  </a:lnTo>
                  <a:lnTo>
                    <a:pt x="750984" y="660723"/>
                  </a:lnTo>
                  <a:lnTo>
                    <a:pt x="751996" y="660952"/>
                  </a:lnTo>
                  <a:lnTo>
                    <a:pt x="753002" y="661176"/>
                  </a:lnTo>
                  <a:lnTo>
                    <a:pt x="754014" y="661389"/>
                  </a:lnTo>
                  <a:lnTo>
                    <a:pt x="755026" y="661602"/>
                  </a:lnTo>
                  <a:lnTo>
                    <a:pt x="756032" y="661804"/>
                  </a:lnTo>
                  <a:lnTo>
                    <a:pt x="757044" y="662001"/>
                  </a:lnTo>
                  <a:lnTo>
                    <a:pt x="758051" y="662193"/>
                  </a:lnTo>
                  <a:lnTo>
                    <a:pt x="759062" y="662380"/>
                  </a:lnTo>
                  <a:lnTo>
                    <a:pt x="760069" y="662555"/>
                  </a:lnTo>
                  <a:lnTo>
                    <a:pt x="761081" y="662731"/>
                  </a:lnTo>
                  <a:lnTo>
                    <a:pt x="762087" y="662896"/>
                  </a:lnTo>
                  <a:lnTo>
                    <a:pt x="763099" y="663061"/>
                  </a:lnTo>
                  <a:lnTo>
                    <a:pt x="764106" y="663216"/>
                  </a:lnTo>
                  <a:lnTo>
                    <a:pt x="765117" y="663370"/>
                  </a:lnTo>
                  <a:lnTo>
                    <a:pt x="766129" y="663519"/>
                  </a:lnTo>
                  <a:lnTo>
                    <a:pt x="767136" y="663663"/>
                  </a:lnTo>
                  <a:lnTo>
                    <a:pt x="768147" y="663796"/>
                  </a:lnTo>
                  <a:lnTo>
                    <a:pt x="769154" y="663929"/>
                  </a:lnTo>
                  <a:lnTo>
                    <a:pt x="770166" y="664062"/>
                  </a:lnTo>
                  <a:lnTo>
                    <a:pt x="771172" y="664185"/>
                  </a:lnTo>
                  <a:lnTo>
                    <a:pt x="772184" y="664307"/>
                  </a:lnTo>
                  <a:lnTo>
                    <a:pt x="773191" y="664425"/>
                  </a:lnTo>
                  <a:lnTo>
                    <a:pt x="774202" y="664536"/>
                  </a:lnTo>
                  <a:lnTo>
                    <a:pt x="775209" y="664643"/>
                  </a:lnTo>
                  <a:lnTo>
                    <a:pt x="776221" y="664749"/>
                  </a:lnTo>
                  <a:lnTo>
                    <a:pt x="777227" y="664851"/>
                  </a:lnTo>
                  <a:lnTo>
                    <a:pt x="778239" y="664946"/>
                  </a:lnTo>
                  <a:lnTo>
                    <a:pt x="779251" y="665042"/>
                  </a:lnTo>
                  <a:lnTo>
                    <a:pt x="780257" y="665133"/>
                  </a:lnTo>
                  <a:lnTo>
                    <a:pt x="781269" y="665223"/>
                  </a:lnTo>
                  <a:lnTo>
                    <a:pt x="782276" y="665309"/>
                  </a:lnTo>
                  <a:lnTo>
                    <a:pt x="783288" y="665388"/>
                  </a:lnTo>
                  <a:lnTo>
                    <a:pt x="784294" y="665468"/>
                  </a:lnTo>
                  <a:lnTo>
                    <a:pt x="785306" y="665543"/>
                  </a:lnTo>
                  <a:lnTo>
                    <a:pt x="786312" y="665617"/>
                  </a:lnTo>
                  <a:lnTo>
                    <a:pt x="787324" y="665687"/>
                  </a:lnTo>
                  <a:lnTo>
                    <a:pt x="788331" y="665756"/>
                  </a:lnTo>
                  <a:lnTo>
                    <a:pt x="789342" y="665820"/>
                  </a:lnTo>
                  <a:lnTo>
                    <a:pt x="790354" y="665884"/>
                  </a:lnTo>
                  <a:lnTo>
                    <a:pt x="791361" y="665948"/>
                  </a:lnTo>
                  <a:lnTo>
                    <a:pt x="792373" y="666006"/>
                  </a:lnTo>
                  <a:lnTo>
                    <a:pt x="793379" y="666065"/>
                  </a:lnTo>
                  <a:lnTo>
                    <a:pt x="794391" y="666118"/>
                  </a:lnTo>
                  <a:lnTo>
                    <a:pt x="795397" y="666171"/>
                  </a:lnTo>
                  <a:lnTo>
                    <a:pt x="796409" y="666219"/>
                  </a:lnTo>
                  <a:lnTo>
                    <a:pt x="797416" y="666267"/>
                  </a:lnTo>
                  <a:lnTo>
                    <a:pt x="798428" y="666315"/>
                  </a:lnTo>
                  <a:lnTo>
                    <a:pt x="799434" y="666358"/>
                  </a:lnTo>
                  <a:lnTo>
                    <a:pt x="800446" y="666406"/>
                  </a:lnTo>
                  <a:lnTo>
                    <a:pt x="801458" y="666443"/>
                  </a:lnTo>
                  <a:lnTo>
                    <a:pt x="802464" y="666485"/>
                  </a:lnTo>
                  <a:lnTo>
                    <a:pt x="803476" y="666523"/>
                  </a:lnTo>
                  <a:lnTo>
                    <a:pt x="804482" y="666560"/>
                  </a:lnTo>
                  <a:lnTo>
                    <a:pt x="805494" y="666597"/>
                  </a:lnTo>
                  <a:lnTo>
                    <a:pt x="806501" y="666629"/>
                  </a:lnTo>
                  <a:lnTo>
                    <a:pt x="807513" y="666661"/>
                  </a:lnTo>
                  <a:lnTo>
                    <a:pt x="808519" y="666693"/>
                  </a:lnTo>
                  <a:lnTo>
                    <a:pt x="809531" y="666725"/>
                  </a:lnTo>
                  <a:lnTo>
                    <a:pt x="810537" y="666752"/>
                  </a:lnTo>
                  <a:lnTo>
                    <a:pt x="811549" y="666778"/>
                  </a:lnTo>
                  <a:lnTo>
                    <a:pt x="812561" y="666805"/>
                  </a:lnTo>
                  <a:lnTo>
                    <a:pt x="813568" y="666832"/>
                  </a:lnTo>
                  <a:lnTo>
                    <a:pt x="814579" y="666858"/>
                  </a:lnTo>
                  <a:lnTo>
                    <a:pt x="815586" y="666880"/>
                  </a:lnTo>
                  <a:lnTo>
                    <a:pt x="816598" y="666901"/>
                  </a:lnTo>
                  <a:lnTo>
                    <a:pt x="817604" y="666927"/>
                  </a:lnTo>
                  <a:lnTo>
                    <a:pt x="818616" y="666943"/>
                  </a:lnTo>
                  <a:lnTo>
                    <a:pt x="819623" y="666965"/>
                  </a:lnTo>
                  <a:lnTo>
                    <a:pt x="820634" y="666986"/>
                  </a:lnTo>
                  <a:lnTo>
                    <a:pt x="821641" y="667002"/>
                  </a:lnTo>
                  <a:lnTo>
                    <a:pt x="822653" y="667018"/>
                  </a:lnTo>
                  <a:lnTo>
                    <a:pt x="823664" y="667039"/>
                  </a:lnTo>
                  <a:lnTo>
                    <a:pt x="824671" y="667055"/>
                  </a:lnTo>
                  <a:lnTo>
                    <a:pt x="825683" y="667066"/>
                  </a:lnTo>
                  <a:lnTo>
                    <a:pt x="826689" y="667082"/>
                  </a:lnTo>
                  <a:lnTo>
                    <a:pt x="827701" y="667098"/>
                  </a:lnTo>
                  <a:lnTo>
                    <a:pt x="828708" y="667109"/>
                  </a:lnTo>
                  <a:lnTo>
                    <a:pt x="829719" y="667124"/>
                  </a:lnTo>
                  <a:lnTo>
                    <a:pt x="830726" y="667135"/>
                  </a:lnTo>
                  <a:lnTo>
                    <a:pt x="831738" y="667146"/>
                  </a:lnTo>
                  <a:lnTo>
                    <a:pt x="832744" y="667156"/>
                  </a:lnTo>
                  <a:lnTo>
                    <a:pt x="833756" y="667172"/>
                  </a:lnTo>
                  <a:lnTo>
                    <a:pt x="834763" y="667178"/>
                  </a:lnTo>
                  <a:lnTo>
                    <a:pt x="835774" y="667188"/>
                  </a:lnTo>
                  <a:lnTo>
                    <a:pt x="836786" y="667199"/>
                  </a:lnTo>
                  <a:lnTo>
                    <a:pt x="837793" y="667210"/>
                  </a:lnTo>
                  <a:lnTo>
                    <a:pt x="838805" y="667215"/>
                  </a:lnTo>
                  <a:lnTo>
                    <a:pt x="839811" y="667226"/>
                  </a:lnTo>
                  <a:lnTo>
                    <a:pt x="840823" y="667231"/>
                  </a:lnTo>
                  <a:lnTo>
                    <a:pt x="841829" y="667242"/>
                  </a:lnTo>
                  <a:lnTo>
                    <a:pt x="842841" y="667247"/>
                  </a:lnTo>
                  <a:lnTo>
                    <a:pt x="843848" y="667252"/>
                  </a:lnTo>
                  <a:lnTo>
                    <a:pt x="844859" y="667263"/>
                  </a:lnTo>
                  <a:lnTo>
                    <a:pt x="845866" y="667268"/>
                  </a:lnTo>
                  <a:lnTo>
                    <a:pt x="846878" y="667274"/>
                  </a:lnTo>
                  <a:lnTo>
                    <a:pt x="847890" y="667279"/>
                  </a:lnTo>
                  <a:lnTo>
                    <a:pt x="848896" y="667284"/>
                  </a:lnTo>
                  <a:lnTo>
                    <a:pt x="849908" y="667290"/>
                  </a:lnTo>
                  <a:lnTo>
                    <a:pt x="850914" y="667295"/>
                  </a:lnTo>
                  <a:lnTo>
                    <a:pt x="851926" y="667300"/>
                  </a:lnTo>
                  <a:lnTo>
                    <a:pt x="852933" y="667306"/>
                  </a:lnTo>
                  <a:lnTo>
                    <a:pt x="853945" y="667306"/>
                  </a:lnTo>
                  <a:lnTo>
                    <a:pt x="854951" y="667311"/>
                  </a:lnTo>
                  <a:lnTo>
                    <a:pt x="855963" y="667316"/>
                  </a:lnTo>
                  <a:lnTo>
                    <a:pt x="856969" y="667322"/>
                  </a:lnTo>
                  <a:lnTo>
                    <a:pt x="857981" y="667322"/>
                  </a:lnTo>
                  <a:lnTo>
                    <a:pt x="858993" y="667327"/>
                  </a:lnTo>
                  <a:lnTo>
                    <a:pt x="859999" y="667327"/>
                  </a:lnTo>
                  <a:lnTo>
                    <a:pt x="861011" y="667332"/>
                  </a:lnTo>
                  <a:lnTo>
                    <a:pt x="862018" y="667332"/>
                  </a:lnTo>
                  <a:lnTo>
                    <a:pt x="863030" y="667338"/>
                  </a:lnTo>
                  <a:lnTo>
                    <a:pt x="864036" y="667338"/>
                  </a:lnTo>
                  <a:lnTo>
                    <a:pt x="865048" y="667343"/>
                  </a:lnTo>
                  <a:lnTo>
                    <a:pt x="866054" y="667343"/>
                  </a:lnTo>
                  <a:lnTo>
                    <a:pt x="867066" y="667348"/>
                  </a:lnTo>
                  <a:lnTo>
                    <a:pt x="868073" y="667348"/>
                  </a:lnTo>
                  <a:lnTo>
                    <a:pt x="869085" y="667354"/>
                  </a:lnTo>
                  <a:lnTo>
                    <a:pt x="870096" y="667354"/>
                  </a:lnTo>
                  <a:lnTo>
                    <a:pt x="871103" y="667354"/>
                  </a:lnTo>
                  <a:lnTo>
                    <a:pt x="872115" y="667359"/>
                  </a:lnTo>
                  <a:lnTo>
                    <a:pt x="873121" y="667359"/>
                  </a:lnTo>
                  <a:lnTo>
                    <a:pt x="874133" y="667359"/>
                  </a:lnTo>
                  <a:lnTo>
                    <a:pt x="875140" y="667359"/>
                  </a:lnTo>
                  <a:lnTo>
                    <a:pt x="876151" y="667364"/>
                  </a:lnTo>
                  <a:lnTo>
                    <a:pt x="877158" y="667364"/>
                  </a:lnTo>
                  <a:lnTo>
                    <a:pt x="878170" y="667364"/>
                  </a:lnTo>
                  <a:lnTo>
                    <a:pt x="879176" y="667364"/>
                  </a:lnTo>
                  <a:lnTo>
                    <a:pt x="880188" y="667370"/>
                  </a:lnTo>
                  <a:lnTo>
                    <a:pt x="881195" y="667370"/>
                  </a:lnTo>
                  <a:lnTo>
                    <a:pt x="882206" y="667370"/>
                  </a:lnTo>
                  <a:lnTo>
                    <a:pt x="883218" y="667370"/>
                  </a:lnTo>
                  <a:lnTo>
                    <a:pt x="884225" y="667370"/>
                  </a:lnTo>
                  <a:lnTo>
                    <a:pt x="885236" y="667375"/>
                  </a:lnTo>
                  <a:lnTo>
                    <a:pt x="886243" y="667375"/>
                  </a:lnTo>
                  <a:lnTo>
                    <a:pt x="887255" y="667375"/>
                  </a:lnTo>
                  <a:lnTo>
                    <a:pt x="888261" y="667375"/>
                  </a:lnTo>
                  <a:lnTo>
                    <a:pt x="889273" y="667375"/>
                  </a:lnTo>
                  <a:lnTo>
                    <a:pt x="890280" y="667375"/>
                  </a:lnTo>
                  <a:lnTo>
                    <a:pt x="891291" y="667375"/>
                  </a:lnTo>
                  <a:lnTo>
                    <a:pt x="892298" y="667375"/>
                  </a:lnTo>
                  <a:lnTo>
                    <a:pt x="893310" y="667380"/>
                  </a:lnTo>
                  <a:lnTo>
                    <a:pt x="894322" y="667380"/>
                  </a:lnTo>
                  <a:lnTo>
                    <a:pt x="895328" y="667380"/>
                  </a:lnTo>
                  <a:lnTo>
                    <a:pt x="896340" y="667380"/>
                  </a:lnTo>
                  <a:lnTo>
                    <a:pt x="897346" y="667380"/>
                  </a:lnTo>
                  <a:lnTo>
                    <a:pt x="898358" y="667380"/>
                  </a:lnTo>
                  <a:lnTo>
                    <a:pt x="899365" y="667380"/>
                  </a:lnTo>
                  <a:lnTo>
                    <a:pt x="900376" y="667380"/>
                  </a:lnTo>
                  <a:lnTo>
                    <a:pt x="901383" y="667380"/>
                  </a:lnTo>
                  <a:lnTo>
                    <a:pt x="902395" y="667380"/>
                  </a:lnTo>
                  <a:lnTo>
                    <a:pt x="903401" y="667380"/>
                  </a:lnTo>
                  <a:lnTo>
                    <a:pt x="904413" y="667380"/>
                  </a:lnTo>
                  <a:lnTo>
                    <a:pt x="905425" y="667380"/>
                  </a:lnTo>
                  <a:lnTo>
                    <a:pt x="906431" y="667386"/>
                  </a:lnTo>
                  <a:lnTo>
                    <a:pt x="907443" y="667386"/>
                  </a:lnTo>
                  <a:lnTo>
                    <a:pt x="908450" y="667386"/>
                  </a:lnTo>
                  <a:lnTo>
                    <a:pt x="909462" y="667386"/>
                  </a:lnTo>
                  <a:lnTo>
                    <a:pt x="910468" y="667386"/>
                  </a:lnTo>
                  <a:lnTo>
                    <a:pt x="911480" y="667386"/>
                  </a:lnTo>
                  <a:lnTo>
                    <a:pt x="912486" y="667386"/>
                  </a:lnTo>
                  <a:lnTo>
                    <a:pt x="913498" y="667386"/>
                  </a:lnTo>
                  <a:lnTo>
                    <a:pt x="914505" y="667386"/>
                  </a:lnTo>
                  <a:lnTo>
                    <a:pt x="915517" y="667386"/>
                  </a:lnTo>
                  <a:lnTo>
                    <a:pt x="916528" y="667386"/>
                  </a:lnTo>
                  <a:lnTo>
                    <a:pt x="917535" y="667386"/>
                  </a:lnTo>
                  <a:lnTo>
                    <a:pt x="918547" y="667386"/>
                  </a:lnTo>
                  <a:lnTo>
                    <a:pt x="919553" y="667386"/>
                  </a:lnTo>
                  <a:lnTo>
                    <a:pt x="920565" y="667386"/>
                  </a:lnTo>
                  <a:lnTo>
                    <a:pt x="921571" y="667386"/>
                  </a:lnTo>
                  <a:lnTo>
                    <a:pt x="922583" y="667386"/>
                  </a:lnTo>
                  <a:lnTo>
                    <a:pt x="923590" y="667386"/>
                  </a:lnTo>
                  <a:lnTo>
                    <a:pt x="924602" y="667386"/>
                  </a:lnTo>
                  <a:lnTo>
                    <a:pt x="925608" y="667386"/>
                  </a:lnTo>
                  <a:lnTo>
                    <a:pt x="926620" y="667386"/>
                  </a:lnTo>
                  <a:lnTo>
                    <a:pt x="927626" y="667386"/>
                  </a:lnTo>
                  <a:lnTo>
                    <a:pt x="928638" y="667386"/>
                  </a:lnTo>
                  <a:lnTo>
                    <a:pt x="929650" y="667386"/>
                  </a:lnTo>
                  <a:lnTo>
                    <a:pt x="930657" y="667386"/>
                  </a:lnTo>
                  <a:lnTo>
                    <a:pt x="931668" y="667386"/>
                  </a:lnTo>
                  <a:lnTo>
                    <a:pt x="932675" y="667386"/>
                  </a:lnTo>
                  <a:lnTo>
                    <a:pt x="933687" y="667386"/>
                  </a:lnTo>
                  <a:lnTo>
                    <a:pt x="934693" y="667386"/>
                  </a:lnTo>
                  <a:lnTo>
                    <a:pt x="935705" y="667386"/>
                  </a:lnTo>
                  <a:lnTo>
                    <a:pt x="936712" y="667386"/>
                  </a:lnTo>
                  <a:lnTo>
                    <a:pt x="937723" y="667386"/>
                  </a:lnTo>
                  <a:lnTo>
                    <a:pt x="938730" y="667386"/>
                  </a:lnTo>
                  <a:lnTo>
                    <a:pt x="939742" y="667386"/>
                  </a:lnTo>
                  <a:lnTo>
                    <a:pt x="940753" y="667386"/>
                  </a:lnTo>
                  <a:lnTo>
                    <a:pt x="941760" y="667386"/>
                  </a:lnTo>
                  <a:lnTo>
                    <a:pt x="942772" y="667386"/>
                  </a:lnTo>
                  <a:lnTo>
                    <a:pt x="943778" y="667386"/>
                  </a:lnTo>
                  <a:lnTo>
                    <a:pt x="944790" y="667386"/>
                  </a:lnTo>
                  <a:lnTo>
                    <a:pt x="945797" y="667386"/>
                  </a:lnTo>
                  <a:lnTo>
                    <a:pt x="946808" y="667386"/>
                  </a:lnTo>
                  <a:lnTo>
                    <a:pt x="947815" y="667386"/>
                  </a:lnTo>
                  <a:lnTo>
                    <a:pt x="948827" y="667386"/>
                  </a:lnTo>
                  <a:lnTo>
                    <a:pt x="949833" y="667386"/>
                  </a:lnTo>
                  <a:lnTo>
                    <a:pt x="950845" y="667386"/>
                  </a:lnTo>
                  <a:lnTo>
                    <a:pt x="951857" y="667386"/>
                  </a:lnTo>
                  <a:lnTo>
                    <a:pt x="952863" y="667386"/>
                  </a:lnTo>
                  <a:lnTo>
                    <a:pt x="953875" y="667386"/>
                  </a:lnTo>
                  <a:lnTo>
                    <a:pt x="954882" y="667386"/>
                  </a:lnTo>
                  <a:lnTo>
                    <a:pt x="955893" y="667386"/>
                  </a:lnTo>
                  <a:lnTo>
                    <a:pt x="956900" y="667386"/>
                  </a:lnTo>
                  <a:lnTo>
                    <a:pt x="957912" y="667386"/>
                  </a:lnTo>
                  <a:lnTo>
                    <a:pt x="958918" y="667386"/>
                  </a:lnTo>
                  <a:lnTo>
                    <a:pt x="959930" y="667386"/>
                  </a:lnTo>
                  <a:lnTo>
                    <a:pt x="960937" y="667386"/>
                  </a:lnTo>
                  <a:lnTo>
                    <a:pt x="961948" y="667386"/>
                  </a:lnTo>
                  <a:lnTo>
                    <a:pt x="962960" y="667386"/>
                  </a:lnTo>
                  <a:lnTo>
                    <a:pt x="963967" y="667386"/>
                  </a:lnTo>
                  <a:lnTo>
                    <a:pt x="964978" y="667386"/>
                  </a:lnTo>
                  <a:lnTo>
                    <a:pt x="965985" y="667386"/>
                  </a:lnTo>
                  <a:lnTo>
                    <a:pt x="966997" y="667386"/>
                  </a:lnTo>
                  <a:lnTo>
                    <a:pt x="968003" y="667386"/>
                  </a:lnTo>
                  <a:lnTo>
                    <a:pt x="969015" y="667386"/>
                  </a:lnTo>
                  <a:lnTo>
                    <a:pt x="970022" y="667386"/>
                  </a:lnTo>
                  <a:lnTo>
                    <a:pt x="971034" y="667386"/>
                  </a:lnTo>
                  <a:lnTo>
                    <a:pt x="972040" y="667386"/>
                  </a:lnTo>
                  <a:lnTo>
                    <a:pt x="973052" y="667386"/>
                  </a:lnTo>
                  <a:lnTo>
                    <a:pt x="974058" y="667386"/>
                  </a:lnTo>
                  <a:lnTo>
                    <a:pt x="975070" y="667386"/>
                  </a:lnTo>
                  <a:lnTo>
                    <a:pt x="976082" y="667386"/>
                  </a:lnTo>
                  <a:lnTo>
                    <a:pt x="977088" y="667386"/>
                  </a:lnTo>
                  <a:lnTo>
                    <a:pt x="978100" y="667386"/>
                  </a:lnTo>
                  <a:lnTo>
                    <a:pt x="979107" y="667386"/>
                  </a:lnTo>
                  <a:lnTo>
                    <a:pt x="980118" y="667386"/>
                  </a:lnTo>
                  <a:lnTo>
                    <a:pt x="981125" y="667386"/>
                  </a:lnTo>
                  <a:lnTo>
                    <a:pt x="982137" y="667386"/>
                  </a:lnTo>
                  <a:lnTo>
                    <a:pt x="983143" y="667386"/>
                  </a:lnTo>
                  <a:lnTo>
                    <a:pt x="984155" y="667386"/>
                  </a:lnTo>
                  <a:lnTo>
                    <a:pt x="985162" y="667386"/>
                  </a:lnTo>
                  <a:lnTo>
                    <a:pt x="986174" y="667386"/>
                  </a:lnTo>
                  <a:lnTo>
                    <a:pt x="987185" y="667386"/>
                  </a:lnTo>
                  <a:lnTo>
                    <a:pt x="988192" y="667386"/>
                  </a:lnTo>
                  <a:lnTo>
                    <a:pt x="989204" y="667386"/>
                  </a:lnTo>
                  <a:lnTo>
                    <a:pt x="990210" y="667386"/>
                  </a:lnTo>
                  <a:lnTo>
                    <a:pt x="991222" y="667386"/>
                  </a:lnTo>
                  <a:lnTo>
                    <a:pt x="992229" y="667386"/>
                  </a:lnTo>
                  <a:lnTo>
                    <a:pt x="993240" y="667386"/>
                  </a:lnTo>
                  <a:lnTo>
                    <a:pt x="994247" y="667386"/>
                  </a:lnTo>
                  <a:lnTo>
                    <a:pt x="995259" y="667386"/>
                  </a:lnTo>
                  <a:lnTo>
                    <a:pt x="996265" y="667386"/>
                  </a:lnTo>
                  <a:lnTo>
                    <a:pt x="997277" y="667386"/>
                  </a:lnTo>
                  <a:lnTo>
                    <a:pt x="998289" y="667386"/>
                  </a:lnTo>
                  <a:lnTo>
                    <a:pt x="999295" y="667386"/>
                  </a:lnTo>
                  <a:lnTo>
                    <a:pt x="1000307" y="667386"/>
                  </a:lnTo>
                  <a:lnTo>
                    <a:pt x="1001313" y="667386"/>
                  </a:lnTo>
                  <a:lnTo>
                    <a:pt x="1002325" y="667386"/>
                  </a:lnTo>
                  <a:lnTo>
                    <a:pt x="1003332" y="667386"/>
                  </a:lnTo>
                  <a:lnTo>
                    <a:pt x="1004344" y="667386"/>
                  </a:lnTo>
                  <a:lnTo>
                    <a:pt x="1005350" y="667386"/>
                  </a:lnTo>
                  <a:lnTo>
                    <a:pt x="1006362" y="667386"/>
                  </a:lnTo>
                  <a:lnTo>
                    <a:pt x="1007369" y="667386"/>
                  </a:lnTo>
                  <a:lnTo>
                    <a:pt x="1008380" y="667386"/>
                  </a:lnTo>
                </a:path>
              </a:pathLst>
            </a:custGeom>
            <a:noFill/>
            <a:ln w="17018" cap="rnd">
              <a:solidFill>
                <a:srgbClr val="009AF9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619" name="Freeform 618">
            <a:extLst>
              <a:ext uri="{FF2B5EF4-FFF2-40B4-BE49-F238E27FC236}">
                <a16:creationId xmlns:a16="http://schemas.microsoft.com/office/drawing/2014/main" id="{80116BC7-B21F-4F5A-1355-86B58E6730DE}"/>
              </a:ext>
            </a:extLst>
          </p:cNvPr>
          <p:cNvSpPr/>
          <p:nvPr/>
        </p:nvSpPr>
        <p:spPr>
          <a:xfrm>
            <a:off x="630621" y="4004184"/>
            <a:ext cx="977462" cy="660321"/>
          </a:xfrm>
          <a:custGeom>
            <a:avLst/>
            <a:gdLst>
              <a:gd name="csX0" fmla="*/ 0 w 1008380"/>
              <a:gd name="csY0" fmla="*/ 660321 h 660321"/>
              <a:gd name="csX1" fmla="*/ 1009 w 1008380"/>
              <a:gd name="csY1" fmla="*/ 660321 h 660321"/>
              <a:gd name="csX2" fmla="*/ 2019 w 1008380"/>
              <a:gd name="csY2" fmla="*/ 660321 h 660321"/>
              <a:gd name="csX3" fmla="*/ 3028 w 1008380"/>
              <a:gd name="csY3" fmla="*/ 660321 h 660321"/>
              <a:gd name="csX4" fmla="*/ 4037 w 1008380"/>
              <a:gd name="csY4" fmla="*/ 660321 h 660321"/>
              <a:gd name="csX5" fmla="*/ 5047 w 1008380"/>
              <a:gd name="csY5" fmla="*/ 660321 h 660321"/>
              <a:gd name="csX6" fmla="*/ 6056 w 1008380"/>
              <a:gd name="csY6" fmla="*/ 660321 h 660321"/>
              <a:gd name="csX7" fmla="*/ 7066 w 1008380"/>
              <a:gd name="csY7" fmla="*/ 660321 h 660321"/>
              <a:gd name="csX8" fmla="*/ 8075 w 1008380"/>
              <a:gd name="csY8" fmla="*/ 660321 h 660321"/>
              <a:gd name="csX9" fmla="*/ 9085 w 1008380"/>
              <a:gd name="csY9" fmla="*/ 660321 h 660321"/>
              <a:gd name="csX10" fmla="*/ 10094 w 1008380"/>
              <a:gd name="csY10" fmla="*/ 660321 h 660321"/>
              <a:gd name="csX11" fmla="*/ 11103 w 1008380"/>
              <a:gd name="csY11" fmla="*/ 660321 h 660321"/>
              <a:gd name="csX12" fmla="*/ 12113 w 1008380"/>
              <a:gd name="csY12" fmla="*/ 660321 h 660321"/>
              <a:gd name="csX13" fmla="*/ 13122 w 1008380"/>
              <a:gd name="csY13" fmla="*/ 660321 h 660321"/>
              <a:gd name="csX14" fmla="*/ 14131 w 1008380"/>
              <a:gd name="csY14" fmla="*/ 660321 h 660321"/>
              <a:gd name="csX15" fmla="*/ 15141 w 1008380"/>
              <a:gd name="csY15" fmla="*/ 660321 h 660321"/>
              <a:gd name="csX16" fmla="*/ 16150 w 1008380"/>
              <a:gd name="csY16" fmla="*/ 660321 h 660321"/>
              <a:gd name="csX17" fmla="*/ 17159 w 1008380"/>
              <a:gd name="csY17" fmla="*/ 660321 h 660321"/>
              <a:gd name="csX18" fmla="*/ 18169 w 1008380"/>
              <a:gd name="csY18" fmla="*/ 660321 h 660321"/>
              <a:gd name="csX19" fmla="*/ 19178 w 1008380"/>
              <a:gd name="csY19" fmla="*/ 660321 h 660321"/>
              <a:gd name="csX20" fmla="*/ 20187 w 1008380"/>
              <a:gd name="csY20" fmla="*/ 660321 h 660321"/>
              <a:gd name="csX21" fmla="*/ 21197 w 1008380"/>
              <a:gd name="csY21" fmla="*/ 660321 h 660321"/>
              <a:gd name="csX22" fmla="*/ 22206 w 1008380"/>
              <a:gd name="csY22" fmla="*/ 660321 h 660321"/>
              <a:gd name="csX23" fmla="*/ 23216 w 1008380"/>
              <a:gd name="csY23" fmla="*/ 660321 h 660321"/>
              <a:gd name="csX24" fmla="*/ 24225 w 1008380"/>
              <a:gd name="csY24" fmla="*/ 660321 h 660321"/>
              <a:gd name="csX25" fmla="*/ 25235 w 1008380"/>
              <a:gd name="csY25" fmla="*/ 660321 h 660321"/>
              <a:gd name="csX26" fmla="*/ 26244 w 1008380"/>
              <a:gd name="csY26" fmla="*/ 660321 h 660321"/>
              <a:gd name="csX27" fmla="*/ 27253 w 1008380"/>
              <a:gd name="csY27" fmla="*/ 660321 h 660321"/>
              <a:gd name="csX28" fmla="*/ 28263 w 1008380"/>
              <a:gd name="csY28" fmla="*/ 660321 h 660321"/>
              <a:gd name="csX29" fmla="*/ 29272 w 1008380"/>
              <a:gd name="csY29" fmla="*/ 660321 h 660321"/>
              <a:gd name="csX30" fmla="*/ 30282 w 1008380"/>
              <a:gd name="csY30" fmla="*/ 660321 h 660321"/>
              <a:gd name="csX31" fmla="*/ 31291 w 1008380"/>
              <a:gd name="csY31" fmla="*/ 660321 h 660321"/>
              <a:gd name="csX32" fmla="*/ 32301 w 1008380"/>
              <a:gd name="csY32" fmla="*/ 660321 h 660321"/>
              <a:gd name="csX33" fmla="*/ 33310 w 1008380"/>
              <a:gd name="csY33" fmla="*/ 660321 h 660321"/>
              <a:gd name="csX34" fmla="*/ 34319 w 1008380"/>
              <a:gd name="csY34" fmla="*/ 660321 h 660321"/>
              <a:gd name="csX35" fmla="*/ 35329 w 1008380"/>
              <a:gd name="csY35" fmla="*/ 660321 h 660321"/>
              <a:gd name="csX36" fmla="*/ 36338 w 1008380"/>
              <a:gd name="csY36" fmla="*/ 660321 h 660321"/>
              <a:gd name="csX37" fmla="*/ 37347 w 1008380"/>
              <a:gd name="csY37" fmla="*/ 660321 h 660321"/>
              <a:gd name="csX38" fmla="*/ 38357 w 1008380"/>
              <a:gd name="csY38" fmla="*/ 660321 h 660321"/>
              <a:gd name="csX39" fmla="*/ 39366 w 1008380"/>
              <a:gd name="csY39" fmla="*/ 660321 h 660321"/>
              <a:gd name="csX40" fmla="*/ 40375 w 1008380"/>
              <a:gd name="csY40" fmla="*/ 660321 h 660321"/>
              <a:gd name="csX41" fmla="*/ 41385 w 1008380"/>
              <a:gd name="csY41" fmla="*/ 660321 h 660321"/>
              <a:gd name="csX42" fmla="*/ 42394 w 1008380"/>
              <a:gd name="csY42" fmla="*/ 660321 h 660321"/>
              <a:gd name="csX43" fmla="*/ 43403 w 1008380"/>
              <a:gd name="csY43" fmla="*/ 660321 h 660321"/>
              <a:gd name="csX44" fmla="*/ 44413 w 1008380"/>
              <a:gd name="csY44" fmla="*/ 660321 h 660321"/>
              <a:gd name="csX45" fmla="*/ 45422 w 1008380"/>
              <a:gd name="csY45" fmla="*/ 660321 h 660321"/>
              <a:gd name="csX46" fmla="*/ 46432 w 1008380"/>
              <a:gd name="csY46" fmla="*/ 660321 h 660321"/>
              <a:gd name="csX47" fmla="*/ 47441 w 1008380"/>
              <a:gd name="csY47" fmla="*/ 660321 h 660321"/>
              <a:gd name="csX48" fmla="*/ 48451 w 1008380"/>
              <a:gd name="csY48" fmla="*/ 660321 h 660321"/>
              <a:gd name="csX49" fmla="*/ 49460 w 1008380"/>
              <a:gd name="csY49" fmla="*/ 660321 h 660321"/>
              <a:gd name="csX50" fmla="*/ 50469 w 1008380"/>
              <a:gd name="csY50" fmla="*/ 660321 h 660321"/>
              <a:gd name="csX51" fmla="*/ 51479 w 1008380"/>
              <a:gd name="csY51" fmla="*/ 660321 h 660321"/>
              <a:gd name="csX52" fmla="*/ 52488 w 1008380"/>
              <a:gd name="csY52" fmla="*/ 660321 h 660321"/>
              <a:gd name="csX53" fmla="*/ 53498 w 1008380"/>
              <a:gd name="csY53" fmla="*/ 660321 h 660321"/>
              <a:gd name="csX54" fmla="*/ 54507 w 1008380"/>
              <a:gd name="csY54" fmla="*/ 660321 h 660321"/>
              <a:gd name="csX55" fmla="*/ 55516 w 1008380"/>
              <a:gd name="csY55" fmla="*/ 660316 h 660321"/>
              <a:gd name="csX56" fmla="*/ 56526 w 1008380"/>
              <a:gd name="csY56" fmla="*/ 660316 h 660321"/>
              <a:gd name="csX57" fmla="*/ 57535 w 1008380"/>
              <a:gd name="csY57" fmla="*/ 660316 h 660321"/>
              <a:gd name="csX58" fmla="*/ 58544 w 1008380"/>
              <a:gd name="csY58" fmla="*/ 660316 h 660321"/>
              <a:gd name="csX59" fmla="*/ 59554 w 1008380"/>
              <a:gd name="csY59" fmla="*/ 660316 h 660321"/>
              <a:gd name="csX60" fmla="*/ 60563 w 1008380"/>
              <a:gd name="csY60" fmla="*/ 660316 h 660321"/>
              <a:gd name="csX61" fmla="*/ 61572 w 1008380"/>
              <a:gd name="csY61" fmla="*/ 660316 h 660321"/>
              <a:gd name="csX62" fmla="*/ 62582 w 1008380"/>
              <a:gd name="csY62" fmla="*/ 660316 h 660321"/>
              <a:gd name="csX63" fmla="*/ 63591 w 1008380"/>
              <a:gd name="csY63" fmla="*/ 660316 h 660321"/>
              <a:gd name="csX64" fmla="*/ 64601 w 1008380"/>
              <a:gd name="csY64" fmla="*/ 660316 h 660321"/>
              <a:gd name="csX65" fmla="*/ 65610 w 1008380"/>
              <a:gd name="csY65" fmla="*/ 660316 h 660321"/>
              <a:gd name="csX66" fmla="*/ 66619 w 1008380"/>
              <a:gd name="csY66" fmla="*/ 660316 h 660321"/>
              <a:gd name="csX67" fmla="*/ 67629 w 1008380"/>
              <a:gd name="csY67" fmla="*/ 660310 h 660321"/>
              <a:gd name="csX68" fmla="*/ 68638 w 1008380"/>
              <a:gd name="csY68" fmla="*/ 660310 h 660321"/>
              <a:gd name="csX69" fmla="*/ 69648 w 1008380"/>
              <a:gd name="csY69" fmla="*/ 660310 h 660321"/>
              <a:gd name="csX70" fmla="*/ 70657 w 1008380"/>
              <a:gd name="csY70" fmla="*/ 660310 h 660321"/>
              <a:gd name="csX71" fmla="*/ 71667 w 1008380"/>
              <a:gd name="csY71" fmla="*/ 660310 h 660321"/>
              <a:gd name="csX72" fmla="*/ 72676 w 1008380"/>
              <a:gd name="csY72" fmla="*/ 660310 h 660321"/>
              <a:gd name="csX73" fmla="*/ 73685 w 1008380"/>
              <a:gd name="csY73" fmla="*/ 660305 h 660321"/>
              <a:gd name="csX74" fmla="*/ 74695 w 1008380"/>
              <a:gd name="csY74" fmla="*/ 660305 h 660321"/>
              <a:gd name="csX75" fmla="*/ 75704 w 1008380"/>
              <a:gd name="csY75" fmla="*/ 660305 h 660321"/>
              <a:gd name="csX76" fmla="*/ 76714 w 1008380"/>
              <a:gd name="csY76" fmla="*/ 660305 h 660321"/>
              <a:gd name="csX77" fmla="*/ 77723 w 1008380"/>
              <a:gd name="csY77" fmla="*/ 660305 h 660321"/>
              <a:gd name="csX78" fmla="*/ 78732 w 1008380"/>
              <a:gd name="csY78" fmla="*/ 660300 h 660321"/>
              <a:gd name="csX79" fmla="*/ 79742 w 1008380"/>
              <a:gd name="csY79" fmla="*/ 660300 h 660321"/>
              <a:gd name="csX80" fmla="*/ 80751 w 1008380"/>
              <a:gd name="csY80" fmla="*/ 660300 h 660321"/>
              <a:gd name="csX81" fmla="*/ 81760 w 1008380"/>
              <a:gd name="csY81" fmla="*/ 660294 h 660321"/>
              <a:gd name="csX82" fmla="*/ 82770 w 1008380"/>
              <a:gd name="csY82" fmla="*/ 660294 h 660321"/>
              <a:gd name="csX83" fmla="*/ 83779 w 1008380"/>
              <a:gd name="csY83" fmla="*/ 660294 h 660321"/>
              <a:gd name="csX84" fmla="*/ 84788 w 1008380"/>
              <a:gd name="csY84" fmla="*/ 660289 h 660321"/>
              <a:gd name="csX85" fmla="*/ 85798 w 1008380"/>
              <a:gd name="csY85" fmla="*/ 660289 h 660321"/>
              <a:gd name="csX86" fmla="*/ 86807 w 1008380"/>
              <a:gd name="csY86" fmla="*/ 660289 h 660321"/>
              <a:gd name="csX87" fmla="*/ 87817 w 1008380"/>
              <a:gd name="csY87" fmla="*/ 660284 h 660321"/>
              <a:gd name="csX88" fmla="*/ 88826 w 1008380"/>
              <a:gd name="csY88" fmla="*/ 660284 h 660321"/>
              <a:gd name="csX89" fmla="*/ 89835 w 1008380"/>
              <a:gd name="csY89" fmla="*/ 660278 h 660321"/>
              <a:gd name="csX90" fmla="*/ 90845 w 1008380"/>
              <a:gd name="csY90" fmla="*/ 660278 h 660321"/>
              <a:gd name="csX91" fmla="*/ 91854 w 1008380"/>
              <a:gd name="csY91" fmla="*/ 660273 h 660321"/>
              <a:gd name="csX92" fmla="*/ 92864 w 1008380"/>
              <a:gd name="csY92" fmla="*/ 660268 h 660321"/>
              <a:gd name="csX93" fmla="*/ 93873 w 1008380"/>
              <a:gd name="csY93" fmla="*/ 660268 h 660321"/>
              <a:gd name="csX94" fmla="*/ 94883 w 1008380"/>
              <a:gd name="csY94" fmla="*/ 660262 h 660321"/>
              <a:gd name="csX95" fmla="*/ 95892 w 1008380"/>
              <a:gd name="csY95" fmla="*/ 660257 h 660321"/>
              <a:gd name="csX96" fmla="*/ 96901 w 1008380"/>
              <a:gd name="csY96" fmla="*/ 660257 h 660321"/>
              <a:gd name="csX97" fmla="*/ 97911 w 1008380"/>
              <a:gd name="csY97" fmla="*/ 660252 h 660321"/>
              <a:gd name="csX98" fmla="*/ 98920 w 1008380"/>
              <a:gd name="csY98" fmla="*/ 660247 h 660321"/>
              <a:gd name="csX99" fmla="*/ 99930 w 1008380"/>
              <a:gd name="csY99" fmla="*/ 660241 h 660321"/>
              <a:gd name="csX100" fmla="*/ 100939 w 1008380"/>
              <a:gd name="csY100" fmla="*/ 660236 h 660321"/>
              <a:gd name="csX101" fmla="*/ 101948 w 1008380"/>
              <a:gd name="csY101" fmla="*/ 660231 h 660321"/>
              <a:gd name="csX102" fmla="*/ 102958 w 1008380"/>
              <a:gd name="csY102" fmla="*/ 660225 h 660321"/>
              <a:gd name="csX103" fmla="*/ 103967 w 1008380"/>
              <a:gd name="csY103" fmla="*/ 660220 h 660321"/>
              <a:gd name="csX104" fmla="*/ 104976 w 1008380"/>
              <a:gd name="csY104" fmla="*/ 660215 h 660321"/>
              <a:gd name="csX105" fmla="*/ 105986 w 1008380"/>
              <a:gd name="csY105" fmla="*/ 660204 h 660321"/>
              <a:gd name="csX106" fmla="*/ 106995 w 1008380"/>
              <a:gd name="csY106" fmla="*/ 660199 h 660321"/>
              <a:gd name="csX107" fmla="*/ 108004 w 1008380"/>
              <a:gd name="csY107" fmla="*/ 660188 h 660321"/>
              <a:gd name="csX108" fmla="*/ 109014 w 1008380"/>
              <a:gd name="csY108" fmla="*/ 660183 h 660321"/>
              <a:gd name="csX109" fmla="*/ 110023 w 1008380"/>
              <a:gd name="csY109" fmla="*/ 660172 h 660321"/>
              <a:gd name="csX110" fmla="*/ 111033 w 1008380"/>
              <a:gd name="csY110" fmla="*/ 660167 h 660321"/>
              <a:gd name="csX111" fmla="*/ 112042 w 1008380"/>
              <a:gd name="csY111" fmla="*/ 660156 h 660321"/>
              <a:gd name="csX112" fmla="*/ 113051 w 1008380"/>
              <a:gd name="csY112" fmla="*/ 660145 h 660321"/>
              <a:gd name="csX113" fmla="*/ 114061 w 1008380"/>
              <a:gd name="csY113" fmla="*/ 660135 h 660321"/>
              <a:gd name="csX114" fmla="*/ 115070 w 1008380"/>
              <a:gd name="csY114" fmla="*/ 660124 h 660321"/>
              <a:gd name="csX115" fmla="*/ 116080 w 1008380"/>
              <a:gd name="csY115" fmla="*/ 660108 h 660321"/>
              <a:gd name="csX116" fmla="*/ 117089 w 1008380"/>
              <a:gd name="csY116" fmla="*/ 660097 h 660321"/>
              <a:gd name="csX117" fmla="*/ 118099 w 1008380"/>
              <a:gd name="csY117" fmla="*/ 660081 h 660321"/>
              <a:gd name="csX118" fmla="*/ 119108 w 1008380"/>
              <a:gd name="csY118" fmla="*/ 660071 h 660321"/>
              <a:gd name="csX119" fmla="*/ 120117 w 1008380"/>
              <a:gd name="csY119" fmla="*/ 660055 h 660321"/>
              <a:gd name="csX120" fmla="*/ 121127 w 1008380"/>
              <a:gd name="csY120" fmla="*/ 660039 h 660321"/>
              <a:gd name="csX121" fmla="*/ 122136 w 1008380"/>
              <a:gd name="csY121" fmla="*/ 660023 h 660321"/>
              <a:gd name="csX122" fmla="*/ 123145 w 1008380"/>
              <a:gd name="csY122" fmla="*/ 660007 h 660321"/>
              <a:gd name="csX123" fmla="*/ 124155 w 1008380"/>
              <a:gd name="csY123" fmla="*/ 659986 h 660321"/>
              <a:gd name="csX124" fmla="*/ 125164 w 1008380"/>
              <a:gd name="csY124" fmla="*/ 659964 h 660321"/>
              <a:gd name="csX125" fmla="*/ 126173 w 1008380"/>
              <a:gd name="csY125" fmla="*/ 659948 h 660321"/>
              <a:gd name="csX126" fmla="*/ 127183 w 1008380"/>
              <a:gd name="csY126" fmla="*/ 659922 h 660321"/>
              <a:gd name="csX127" fmla="*/ 128192 w 1008380"/>
              <a:gd name="csY127" fmla="*/ 659900 h 660321"/>
              <a:gd name="csX128" fmla="*/ 129201 w 1008380"/>
              <a:gd name="csY128" fmla="*/ 659879 h 660321"/>
              <a:gd name="csX129" fmla="*/ 130211 w 1008380"/>
              <a:gd name="csY129" fmla="*/ 659852 h 660321"/>
              <a:gd name="csX130" fmla="*/ 131220 w 1008380"/>
              <a:gd name="csY130" fmla="*/ 659826 h 660321"/>
              <a:gd name="csX131" fmla="*/ 132230 w 1008380"/>
              <a:gd name="csY131" fmla="*/ 659794 h 660321"/>
              <a:gd name="csX132" fmla="*/ 133239 w 1008380"/>
              <a:gd name="csY132" fmla="*/ 659767 h 660321"/>
              <a:gd name="csX133" fmla="*/ 134249 w 1008380"/>
              <a:gd name="csY133" fmla="*/ 659735 h 660321"/>
              <a:gd name="csX134" fmla="*/ 135258 w 1008380"/>
              <a:gd name="csY134" fmla="*/ 659703 h 660321"/>
              <a:gd name="csX135" fmla="*/ 136267 w 1008380"/>
              <a:gd name="csY135" fmla="*/ 659666 h 660321"/>
              <a:gd name="csX136" fmla="*/ 137277 w 1008380"/>
              <a:gd name="csY136" fmla="*/ 659634 h 660321"/>
              <a:gd name="csX137" fmla="*/ 138286 w 1008380"/>
              <a:gd name="csY137" fmla="*/ 659591 h 660321"/>
              <a:gd name="csX138" fmla="*/ 139296 w 1008380"/>
              <a:gd name="csY138" fmla="*/ 659554 h 660321"/>
              <a:gd name="csX139" fmla="*/ 140305 w 1008380"/>
              <a:gd name="csY139" fmla="*/ 659512 h 660321"/>
              <a:gd name="csX140" fmla="*/ 141315 w 1008380"/>
              <a:gd name="csY140" fmla="*/ 659469 h 660321"/>
              <a:gd name="csX141" fmla="*/ 142324 w 1008380"/>
              <a:gd name="csY141" fmla="*/ 659421 h 660321"/>
              <a:gd name="csX142" fmla="*/ 143333 w 1008380"/>
              <a:gd name="csY142" fmla="*/ 659373 h 660321"/>
              <a:gd name="csX143" fmla="*/ 144343 w 1008380"/>
              <a:gd name="csY143" fmla="*/ 659320 h 660321"/>
              <a:gd name="csX144" fmla="*/ 145352 w 1008380"/>
              <a:gd name="csY144" fmla="*/ 659267 h 660321"/>
              <a:gd name="csX145" fmla="*/ 146361 w 1008380"/>
              <a:gd name="csY145" fmla="*/ 659208 h 660321"/>
              <a:gd name="csX146" fmla="*/ 147371 w 1008380"/>
              <a:gd name="csY146" fmla="*/ 659150 h 660321"/>
              <a:gd name="csX147" fmla="*/ 148380 w 1008380"/>
              <a:gd name="csY147" fmla="*/ 659091 h 660321"/>
              <a:gd name="csX148" fmla="*/ 149389 w 1008380"/>
              <a:gd name="csY148" fmla="*/ 659022 h 660321"/>
              <a:gd name="csX149" fmla="*/ 150399 w 1008380"/>
              <a:gd name="csY149" fmla="*/ 658958 h 660321"/>
              <a:gd name="csX150" fmla="*/ 151408 w 1008380"/>
              <a:gd name="csY150" fmla="*/ 658883 h 660321"/>
              <a:gd name="csX151" fmla="*/ 152417 w 1008380"/>
              <a:gd name="csY151" fmla="*/ 658809 h 660321"/>
              <a:gd name="csX152" fmla="*/ 153427 w 1008380"/>
              <a:gd name="csY152" fmla="*/ 658729 h 660321"/>
              <a:gd name="csX153" fmla="*/ 154436 w 1008380"/>
              <a:gd name="csY153" fmla="*/ 658649 h 660321"/>
              <a:gd name="csX154" fmla="*/ 155446 w 1008380"/>
              <a:gd name="csY154" fmla="*/ 658564 h 660321"/>
              <a:gd name="csX155" fmla="*/ 156455 w 1008380"/>
              <a:gd name="csY155" fmla="*/ 658473 h 660321"/>
              <a:gd name="csX156" fmla="*/ 157465 w 1008380"/>
              <a:gd name="csY156" fmla="*/ 658377 h 660321"/>
              <a:gd name="csX157" fmla="*/ 158474 w 1008380"/>
              <a:gd name="csY157" fmla="*/ 658276 h 660321"/>
              <a:gd name="csX158" fmla="*/ 159483 w 1008380"/>
              <a:gd name="csY158" fmla="*/ 658175 h 660321"/>
              <a:gd name="csX159" fmla="*/ 160493 w 1008380"/>
              <a:gd name="csY159" fmla="*/ 658068 h 660321"/>
              <a:gd name="csX160" fmla="*/ 161502 w 1008380"/>
              <a:gd name="csY160" fmla="*/ 657951 h 660321"/>
              <a:gd name="csX161" fmla="*/ 162512 w 1008380"/>
              <a:gd name="csY161" fmla="*/ 657834 h 660321"/>
              <a:gd name="csX162" fmla="*/ 163521 w 1008380"/>
              <a:gd name="csY162" fmla="*/ 657712 h 660321"/>
              <a:gd name="csX163" fmla="*/ 164531 w 1008380"/>
              <a:gd name="csY163" fmla="*/ 657584 h 660321"/>
              <a:gd name="csX164" fmla="*/ 165540 w 1008380"/>
              <a:gd name="csY164" fmla="*/ 657445 h 660321"/>
              <a:gd name="csX165" fmla="*/ 166549 w 1008380"/>
              <a:gd name="csY165" fmla="*/ 657307 h 660321"/>
              <a:gd name="csX166" fmla="*/ 167559 w 1008380"/>
              <a:gd name="csY166" fmla="*/ 657158 h 660321"/>
              <a:gd name="csX167" fmla="*/ 168568 w 1008380"/>
              <a:gd name="csY167" fmla="*/ 657003 h 660321"/>
              <a:gd name="csX168" fmla="*/ 169577 w 1008380"/>
              <a:gd name="csY168" fmla="*/ 656844 h 660321"/>
              <a:gd name="csX169" fmla="*/ 170587 w 1008380"/>
              <a:gd name="csY169" fmla="*/ 656679 h 660321"/>
              <a:gd name="csX170" fmla="*/ 171596 w 1008380"/>
              <a:gd name="csY170" fmla="*/ 656503 h 660321"/>
              <a:gd name="csX171" fmla="*/ 172605 w 1008380"/>
              <a:gd name="csY171" fmla="*/ 656322 h 660321"/>
              <a:gd name="csX172" fmla="*/ 173615 w 1008380"/>
              <a:gd name="csY172" fmla="*/ 656130 h 660321"/>
              <a:gd name="csX173" fmla="*/ 174624 w 1008380"/>
              <a:gd name="csY173" fmla="*/ 655933 h 660321"/>
              <a:gd name="csX174" fmla="*/ 175633 w 1008380"/>
              <a:gd name="csY174" fmla="*/ 655725 h 660321"/>
              <a:gd name="csX175" fmla="*/ 176643 w 1008380"/>
              <a:gd name="csY175" fmla="*/ 655512 h 660321"/>
              <a:gd name="csX176" fmla="*/ 177652 w 1008380"/>
              <a:gd name="csY176" fmla="*/ 655289 h 660321"/>
              <a:gd name="csX177" fmla="*/ 178662 w 1008380"/>
              <a:gd name="csY177" fmla="*/ 655054 h 660321"/>
              <a:gd name="csX178" fmla="*/ 179671 w 1008380"/>
              <a:gd name="csY178" fmla="*/ 654809 h 660321"/>
              <a:gd name="csX179" fmla="*/ 180681 w 1008380"/>
              <a:gd name="csY179" fmla="*/ 654554 h 660321"/>
              <a:gd name="csX180" fmla="*/ 181690 w 1008380"/>
              <a:gd name="csY180" fmla="*/ 654293 h 660321"/>
              <a:gd name="csX181" fmla="*/ 182699 w 1008380"/>
              <a:gd name="csY181" fmla="*/ 654016 h 660321"/>
              <a:gd name="csX182" fmla="*/ 183709 w 1008380"/>
              <a:gd name="csY182" fmla="*/ 653734 h 660321"/>
              <a:gd name="csX183" fmla="*/ 184718 w 1008380"/>
              <a:gd name="csY183" fmla="*/ 653435 h 660321"/>
              <a:gd name="csX184" fmla="*/ 185728 w 1008380"/>
              <a:gd name="csY184" fmla="*/ 653127 h 660321"/>
              <a:gd name="csX185" fmla="*/ 186737 w 1008380"/>
              <a:gd name="csY185" fmla="*/ 652807 h 660321"/>
              <a:gd name="csX186" fmla="*/ 187746 w 1008380"/>
              <a:gd name="csY186" fmla="*/ 652471 h 660321"/>
              <a:gd name="csX187" fmla="*/ 188756 w 1008380"/>
              <a:gd name="csY187" fmla="*/ 652125 h 660321"/>
              <a:gd name="csX188" fmla="*/ 189765 w 1008380"/>
              <a:gd name="csY188" fmla="*/ 651769 h 660321"/>
              <a:gd name="csX189" fmla="*/ 190774 w 1008380"/>
              <a:gd name="csY189" fmla="*/ 651390 h 660321"/>
              <a:gd name="csX190" fmla="*/ 191784 w 1008380"/>
              <a:gd name="csY190" fmla="*/ 651007 h 660321"/>
              <a:gd name="csX191" fmla="*/ 192793 w 1008380"/>
              <a:gd name="csY191" fmla="*/ 650602 h 660321"/>
              <a:gd name="csX192" fmla="*/ 193803 w 1008380"/>
              <a:gd name="csY192" fmla="*/ 650182 h 660321"/>
              <a:gd name="csX193" fmla="*/ 194812 w 1008380"/>
              <a:gd name="csY193" fmla="*/ 649750 h 660321"/>
              <a:gd name="csX194" fmla="*/ 195821 w 1008380"/>
              <a:gd name="csY194" fmla="*/ 649298 h 660321"/>
              <a:gd name="csX195" fmla="*/ 196831 w 1008380"/>
              <a:gd name="csY195" fmla="*/ 648829 h 660321"/>
              <a:gd name="csX196" fmla="*/ 197840 w 1008380"/>
              <a:gd name="csY196" fmla="*/ 648344 h 660321"/>
              <a:gd name="csX197" fmla="*/ 198849 w 1008380"/>
              <a:gd name="csY197" fmla="*/ 647844 h 660321"/>
              <a:gd name="csX198" fmla="*/ 199859 w 1008380"/>
              <a:gd name="csY198" fmla="*/ 647322 h 660321"/>
              <a:gd name="csX199" fmla="*/ 200868 w 1008380"/>
              <a:gd name="csY199" fmla="*/ 646784 h 660321"/>
              <a:gd name="csX200" fmla="*/ 201878 w 1008380"/>
              <a:gd name="csY200" fmla="*/ 646225 h 660321"/>
              <a:gd name="csX201" fmla="*/ 202887 w 1008380"/>
              <a:gd name="csY201" fmla="*/ 645644 h 660321"/>
              <a:gd name="csX202" fmla="*/ 203897 w 1008380"/>
              <a:gd name="csY202" fmla="*/ 645048 h 660321"/>
              <a:gd name="csX203" fmla="*/ 204906 w 1008380"/>
              <a:gd name="csY203" fmla="*/ 644425 h 660321"/>
              <a:gd name="csX204" fmla="*/ 205915 w 1008380"/>
              <a:gd name="csY204" fmla="*/ 643781 h 660321"/>
              <a:gd name="csX205" fmla="*/ 206925 w 1008380"/>
              <a:gd name="csY205" fmla="*/ 643120 h 660321"/>
              <a:gd name="csX206" fmla="*/ 207934 w 1008380"/>
              <a:gd name="csY206" fmla="*/ 642433 h 660321"/>
              <a:gd name="csX207" fmla="*/ 208944 w 1008380"/>
              <a:gd name="csY207" fmla="*/ 641720 h 660321"/>
              <a:gd name="csX208" fmla="*/ 209953 w 1008380"/>
              <a:gd name="csY208" fmla="*/ 640985 h 660321"/>
              <a:gd name="csX209" fmla="*/ 210962 w 1008380"/>
              <a:gd name="csY209" fmla="*/ 640223 h 660321"/>
              <a:gd name="csX210" fmla="*/ 211972 w 1008380"/>
              <a:gd name="csY210" fmla="*/ 639440 h 660321"/>
              <a:gd name="csX211" fmla="*/ 212981 w 1008380"/>
              <a:gd name="csY211" fmla="*/ 638626 h 660321"/>
              <a:gd name="csX212" fmla="*/ 213990 w 1008380"/>
              <a:gd name="csY212" fmla="*/ 637789 h 660321"/>
              <a:gd name="csX213" fmla="*/ 215000 w 1008380"/>
              <a:gd name="csY213" fmla="*/ 636921 h 660321"/>
              <a:gd name="csX214" fmla="*/ 216009 w 1008380"/>
              <a:gd name="csY214" fmla="*/ 636027 h 660321"/>
              <a:gd name="csX215" fmla="*/ 217018 w 1008380"/>
              <a:gd name="csY215" fmla="*/ 635105 h 660321"/>
              <a:gd name="csX216" fmla="*/ 218028 w 1008380"/>
              <a:gd name="csY216" fmla="*/ 634152 h 660321"/>
              <a:gd name="csX217" fmla="*/ 219037 w 1008380"/>
              <a:gd name="csY217" fmla="*/ 633172 h 660321"/>
              <a:gd name="csX218" fmla="*/ 220047 w 1008380"/>
              <a:gd name="csY218" fmla="*/ 632161 h 660321"/>
              <a:gd name="csX219" fmla="*/ 221056 w 1008380"/>
              <a:gd name="csY219" fmla="*/ 631111 h 660321"/>
              <a:gd name="csX220" fmla="*/ 222065 w 1008380"/>
              <a:gd name="csY220" fmla="*/ 630036 h 660321"/>
              <a:gd name="csX221" fmla="*/ 223075 w 1008380"/>
              <a:gd name="csY221" fmla="*/ 628923 h 660321"/>
              <a:gd name="csX222" fmla="*/ 224084 w 1008380"/>
              <a:gd name="csY222" fmla="*/ 627783 h 660321"/>
              <a:gd name="csX223" fmla="*/ 225094 w 1008380"/>
              <a:gd name="csY223" fmla="*/ 626601 h 660321"/>
              <a:gd name="csX224" fmla="*/ 226103 w 1008380"/>
              <a:gd name="csY224" fmla="*/ 625387 h 660321"/>
              <a:gd name="csX225" fmla="*/ 227113 w 1008380"/>
              <a:gd name="csY225" fmla="*/ 624135 h 660321"/>
              <a:gd name="csX226" fmla="*/ 228122 w 1008380"/>
              <a:gd name="csY226" fmla="*/ 622852 h 660321"/>
              <a:gd name="csX227" fmla="*/ 229131 w 1008380"/>
              <a:gd name="csY227" fmla="*/ 621526 h 660321"/>
              <a:gd name="csX228" fmla="*/ 230141 w 1008380"/>
              <a:gd name="csY228" fmla="*/ 620163 h 660321"/>
              <a:gd name="csX229" fmla="*/ 231150 w 1008380"/>
              <a:gd name="csY229" fmla="*/ 618762 h 660321"/>
              <a:gd name="csX230" fmla="*/ 232160 w 1008380"/>
              <a:gd name="csY230" fmla="*/ 617319 h 660321"/>
              <a:gd name="csX231" fmla="*/ 233169 w 1008380"/>
              <a:gd name="csY231" fmla="*/ 615833 h 660321"/>
              <a:gd name="csX232" fmla="*/ 234178 w 1008380"/>
              <a:gd name="csY232" fmla="*/ 614310 h 660321"/>
              <a:gd name="csX233" fmla="*/ 235188 w 1008380"/>
              <a:gd name="csY233" fmla="*/ 612744 h 660321"/>
              <a:gd name="csX234" fmla="*/ 236197 w 1008380"/>
              <a:gd name="csY234" fmla="*/ 611136 h 660321"/>
              <a:gd name="csX235" fmla="*/ 237206 w 1008380"/>
              <a:gd name="csY235" fmla="*/ 609485 h 660321"/>
              <a:gd name="csX236" fmla="*/ 238216 w 1008380"/>
              <a:gd name="csY236" fmla="*/ 607786 h 660321"/>
              <a:gd name="csX237" fmla="*/ 239225 w 1008380"/>
              <a:gd name="csY237" fmla="*/ 606045 h 660321"/>
              <a:gd name="csX238" fmla="*/ 240234 w 1008380"/>
              <a:gd name="csY238" fmla="*/ 604256 h 660321"/>
              <a:gd name="csX239" fmla="*/ 241244 w 1008380"/>
              <a:gd name="csY239" fmla="*/ 602418 h 660321"/>
              <a:gd name="csX240" fmla="*/ 242253 w 1008380"/>
              <a:gd name="csY240" fmla="*/ 600539 h 660321"/>
              <a:gd name="csX241" fmla="*/ 243263 w 1008380"/>
              <a:gd name="csY241" fmla="*/ 598611 h 660321"/>
              <a:gd name="csX242" fmla="*/ 244272 w 1008380"/>
              <a:gd name="csY242" fmla="*/ 596630 h 660321"/>
              <a:gd name="csX243" fmla="*/ 245281 w 1008380"/>
              <a:gd name="csY243" fmla="*/ 594601 h 660321"/>
              <a:gd name="csX244" fmla="*/ 246291 w 1008380"/>
              <a:gd name="csY244" fmla="*/ 592524 h 660321"/>
              <a:gd name="csX245" fmla="*/ 247300 w 1008380"/>
              <a:gd name="csY245" fmla="*/ 590394 h 660321"/>
              <a:gd name="csX246" fmla="*/ 248310 w 1008380"/>
              <a:gd name="csY246" fmla="*/ 588210 h 660321"/>
              <a:gd name="csX247" fmla="*/ 249319 w 1008380"/>
              <a:gd name="csY247" fmla="*/ 585974 h 660321"/>
              <a:gd name="csX248" fmla="*/ 250329 w 1008380"/>
              <a:gd name="csY248" fmla="*/ 583689 h 660321"/>
              <a:gd name="csX249" fmla="*/ 251338 w 1008380"/>
              <a:gd name="csY249" fmla="*/ 581346 h 660321"/>
              <a:gd name="csX250" fmla="*/ 252347 w 1008380"/>
              <a:gd name="csY250" fmla="*/ 578955 h 660321"/>
              <a:gd name="csX251" fmla="*/ 253357 w 1008380"/>
              <a:gd name="csY251" fmla="*/ 576505 h 660321"/>
              <a:gd name="csX252" fmla="*/ 254366 w 1008380"/>
              <a:gd name="csY252" fmla="*/ 573997 h 660321"/>
              <a:gd name="csX253" fmla="*/ 255376 w 1008380"/>
              <a:gd name="csY253" fmla="*/ 571435 h 660321"/>
              <a:gd name="csX254" fmla="*/ 256385 w 1008380"/>
              <a:gd name="csY254" fmla="*/ 568821 h 660321"/>
              <a:gd name="csX255" fmla="*/ 257394 w 1008380"/>
              <a:gd name="csY255" fmla="*/ 566142 h 660321"/>
              <a:gd name="csX256" fmla="*/ 258404 w 1008380"/>
              <a:gd name="csY256" fmla="*/ 563410 h 660321"/>
              <a:gd name="csX257" fmla="*/ 259413 w 1008380"/>
              <a:gd name="csY257" fmla="*/ 560620 h 660321"/>
              <a:gd name="csX258" fmla="*/ 260422 w 1008380"/>
              <a:gd name="csY258" fmla="*/ 557770 h 660321"/>
              <a:gd name="csX259" fmla="*/ 261432 w 1008380"/>
              <a:gd name="csY259" fmla="*/ 554863 h 660321"/>
              <a:gd name="csX260" fmla="*/ 262441 w 1008380"/>
              <a:gd name="csY260" fmla="*/ 551891 h 660321"/>
              <a:gd name="csX261" fmla="*/ 263450 w 1008380"/>
              <a:gd name="csY261" fmla="*/ 548866 h 660321"/>
              <a:gd name="csX262" fmla="*/ 264460 w 1008380"/>
              <a:gd name="csY262" fmla="*/ 545778 h 660321"/>
              <a:gd name="csX263" fmla="*/ 265469 w 1008380"/>
              <a:gd name="csY263" fmla="*/ 542625 h 660321"/>
              <a:gd name="csX264" fmla="*/ 266479 w 1008380"/>
              <a:gd name="csY264" fmla="*/ 539414 h 660321"/>
              <a:gd name="csX265" fmla="*/ 267488 w 1008380"/>
              <a:gd name="csY265" fmla="*/ 536144 h 660321"/>
              <a:gd name="csX266" fmla="*/ 268497 w 1008380"/>
              <a:gd name="csY266" fmla="*/ 532810 h 660321"/>
              <a:gd name="csX267" fmla="*/ 269507 w 1008380"/>
              <a:gd name="csY267" fmla="*/ 529418 h 660321"/>
              <a:gd name="csX268" fmla="*/ 270516 w 1008380"/>
              <a:gd name="csY268" fmla="*/ 525957 h 660321"/>
              <a:gd name="csX269" fmla="*/ 271526 w 1008380"/>
              <a:gd name="csY269" fmla="*/ 522442 h 660321"/>
              <a:gd name="csX270" fmla="*/ 272535 w 1008380"/>
              <a:gd name="csY270" fmla="*/ 518858 h 660321"/>
              <a:gd name="csX271" fmla="*/ 273545 w 1008380"/>
              <a:gd name="csY271" fmla="*/ 515215 h 660321"/>
              <a:gd name="csX272" fmla="*/ 274554 w 1008380"/>
              <a:gd name="csY272" fmla="*/ 511509 h 660321"/>
              <a:gd name="csX273" fmla="*/ 275563 w 1008380"/>
              <a:gd name="csY273" fmla="*/ 507739 h 660321"/>
              <a:gd name="csX274" fmla="*/ 276573 w 1008380"/>
              <a:gd name="csY274" fmla="*/ 503910 h 660321"/>
              <a:gd name="csX275" fmla="*/ 277582 w 1008380"/>
              <a:gd name="csY275" fmla="*/ 500017 h 660321"/>
              <a:gd name="csX276" fmla="*/ 278591 w 1008380"/>
              <a:gd name="csY276" fmla="*/ 496065 h 660321"/>
              <a:gd name="csX277" fmla="*/ 279601 w 1008380"/>
              <a:gd name="csY277" fmla="*/ 492045 h 660321"/>
              <a:gd name="csX278" fmla="*/ 280610 w 1008380"/>
              <a:gd name="csY278" fmla="*/ 487966 h 660321"/>
              <a:gd name="csX279" fmla="*/ 281619 w 1008380"/>
              <a:gd name="csY279" fmla="*/ 483828 h 660321"/>
              <a:gd name="csX280" fmla="*/ 282629 w 1008380"/>
              <a:gd name="csY280" fmla="*/ 479625 h 660321"/>
              <a:gd name="csX281" fmla="*/ 283638 w 1008380"/>
              <a:gd name="csY281" fmla="*/ 475364 h 660321"/>
              <a:gd name="csX282" fmla="*/ 284647 w 1008380"/>
              <a:gd name="csY282" fmla="*/ 471040 h 660321"/>
              <a:gd name="csX283" fmla="*/ 285657 w 1008380"/>
              <a:gd name="csY283" fmla="*/ 466658 h 660321"/>
              <a:gd name="csX284" fmla="*/ 286666 w 1008380"/>
              <a:gd name="csY284" fmla="*/ 462216 h 660321"/>
              <a:gd name="csX285" fmla="*/ 287676 w 1008380"/>
              <a:gd name="csY285" fmla="*/ 457714 h 660321"/>
              <a:gd name="csX286" fmla="*/ 288685 w 1008380"/>
              <a:gd name="csY286" fmla="*/ 453155 h 660321"/>
              <a:gd name="csX287" fmla="*/ 289695 w 1008380"/>
              <a:gd name="csY287" fmla="*/ 448537 h 660321"/>
              <a:gd name="csX288" fmla="*/ 290704 w 1008380"/>
              <a:gd name="csY288" fmla="*/ 443862 h 660321"/>
              <a:gd name="csX289" fmla="*/ 291714 w 1008380"/>
              <a:gd name="csY289" fmla="*/ 439131 h 660321"/>
              <a:gd name="csX290" fmla="*/ 292723 w 1008380"/>
              <a:gd name="csY290" fmla="*/ 434344 h 660321"/>
              <a:gd name="csX291" fmla="*/ 293732 w 1008380"/>
              <a:gd name="csY291" fmla="*/ 429503 h 660321"/>
              <a:gd name="csX292" fmla="*/ 294742 w 1008380"/>
              <a:gd name="csY292" fmla="*/ 424608 h 660321"/>
              <a:gd name="csX293" fmla="*/ 295751 w 1008380"/>
              <a:gd name="csY293" fmla="*/ 419660 h 660321"/>
              <a:gd name="csX294" fmla="*/ 296761 w 1008380"/>
              <a:gd name="csY294" fmla="*/ 414660 h 660321"/>
              <a:gd name="csX295" fmla="*/ 297770 w 1008380"/>
              <a:gd name="csY295" fmla="*/ 409609 h 660321"/>
              <a:gd name="csX296" fmla="*/ 298779 w 1008380"/>
              <a:gd name="csY296" fmla="*/ 404509 h 660321"/>
              <a:gd name="csX297" fmla="*/ 299789 w 1008380"/>
              <a:gd name="csY297" fmla="*/ 399360 h 660321"/>
              <a:gd name="csX298" fmla="*/ 300798 w 1008380"/>
              <a:gd name="csY298" fmla="*/ 394163 h 660321"/>
              <a:gd name="csX299" fmla="*/ 301807 w 1008380"/>
              <a:gd name="csY299" fmla="*/ 388921 h 660321"/>
              <a:gd name="csX300" fmla="*/ 302817 w 1008380"/>
              <a:gd name="csY300" fmla="*/ 383634 h 660321"/>
              <a:gd name="csX301" fmla="*/ 303826 w 1008380"/>
              <a:gd name="csY301" fmla="*/ 378304 h 660321"/>
              <a:gd name="csX302" fmla="*/ 304835 w 1008380"/>
              <a:gd name="csY302" fmla="*/ 372932 h 660321"/>
              <a:gd name="csX303" fmla="*/ 305845 w 1008380"/>
              <a:gd name="csY303" fmla="*/ 367519 h 660321"/>
              <a:gd name="csX304" fmla="*/ 306854 w 1008380"/>
              <a:gd name="csY304" fmla="*/ 362068 h 660321"/>
              <a:gd name="csX305" fmla="*/ 307863 w 1008380"/>
              <a:gd name="csY305" fmla="*/ 356579 h 660321"/>
              <a:gd name="csX306" fmla="*/ 308873 w 1008380"/>
              <a:gd name="csY306" fmla="*/ 351055 h 660321"/>
              <a:gd name="csX307" fmla="*/ 309882 w 1008380"/>
              <a:gd name="csY307" fmla="*/ 345497 h 660321"/>
              <a:gd name="csX308" fmla="*/ 310892 w 1008380"/>
              <a:gd name="csY308" fmla="*/ 339907 h 660321"/>
              <a:gd name="csX309" fmla="*/ 311901 w 1008380"/>
              <a:gd name="csY309" fmla="*/ 334287 h 660321"/>
              <a:gd name="csX310" fmla="*/ 312911 w 1008380"/>
              <a:gd name="csY310" fmla="*/ 328638 h 660321"/>
              <a:gd name="csX311" fmla="*/ 313920 w 1008380"/>
              <a:gd name="csY311" fmla="*/ 322963 h 660321"/>
              <a:gd name="csX312" fmla="*/ 314930 w 1008380"/>
              <a:gd name="csY312" fmla="*/ 317263 h 660321"/>
              <a:gd name="csX313" fmla="*/ 315939 w 1008380"/>
              <a:gd name="csY313" fmla="*/ 311541 h 660321"/>
              <a:gd name="csX314" fmla="*/ 316948 w 1008380"/>
              <a:gd name="csY314" fmla="*/ 305799 h 660321"/>
              <a:gd name="csX315" fmla="*/ 317958 w 1008380"/>
              <a:gd name="csY315" fmla="*/ 300038 h 660321"/>
              <a:gd name="csX316" fmla="*/ 318968 w 1008380"/>
              <a:gd name="csY316" fmla="*/ 294261 h 660321"/>
              <a:gd name="csX317" fmla="*/ 319975 w 1008380"/>
              <a:gd name="csY317" fmla="*/ 288470 h 660321"/>
              <a:gd name="csX318" fmla="*/ 320987 w 1008380"/>
              <a:gd name="csY318" fmla="*/ 282667 h 660321"/>
              <a:gd name="csX319" fmla="*/ 321993 w 1008380"/>
              <a:gd name="csY319" fmla="*/ 276856 h 660321"/>
              <a:gd name="csX320" fmla="*/ 323005 w 1008380"/>
              <a:gd name="csY320" fmla="*/ 271037 h 660321"/>
              <a:gd name="csX321" fmla="*/ 324012 w 1008380"/>
              <a:gd name="csY321" fmla="*/ 265213 h 660321"/>
              <a:gd name="csX322" fmla="*/ 325023 w 1008380"/>
              <a:gd name="csY322" fmla="*/ 259387 h 660321"/>
              <a:gd name="csX323" fmla="*/ 326035 w 1008380"/>
              <a:gd name="csY323" fmla="*/ 253561 h 660321"/>
              <a:gd name="csX324" fmla="*/ 327042 w 1008380"/>
              <a:gd name="csY324" fmla="*/ 247738 h 660321"/>
              <a:gd name="csX325" fmla="*/ 328054 w 1008380"/>
              <a:gd name="csY325" fmla="*/ 241920 h 660321"/>
              <a:gd name="csX326" fmla="*/ 329060 w 1008380"/>
              <a:gd name="csY326" fmla="*/ 236110 h 660321"/>
              <a:gd name="csX327" fmla="*/ 330072 w 1008380"/>
              <a:gd name="csY327" fmla="*/ 230310 h 660321"/>
              <a:gd name="csX328" fmla="*/ 331078 w 1008380"/>
              <a:gd name="csY328" fmla="*/ 224523 h 660321"/>
              <a:gd name="csX329" fmla="*/ 332090 w 1008380"/>
              <a:gd name="csY329" fmla="*/ 218752 h 660321"/>
              <a:gd name="csX330" fmla="*/ 333097 w 1008380"/>
              <a:gd name="csY330" fmla="*/ 212999 h 660321"/>
              <a:gd name="csX331" fmla="*/ 334108 w 1008380"/>
              <a:gd name="csY331" fmla="*/ 207266 h 660321"/>
              <a:gd name="csX332" fmla="*/ 335115 w 1008380"/>
              <a:gd name="csY332" fmla="*/ 201558 h 660321"/>
              <a:gd name="csX333" fmla="*/ 336127 w 1008380"/>
              <a:gd name="csY333" fmla="*/ 195876 h 660321"/>
              <a:gd name="csX334" fmla="*/ 337139 w 1008380"/>
              <a:gd name="csY334" fmla="*/ 190223 h 660321"/>
              <a:gd name="csX335" fmla="*/ 338145 w 1008380"/>
              <a:gd name="csY335" fmla="*/ 184602 h 660321"/>
              <a:gd name="csX336" fmla="*/ 339157 w 1008380"/>
              <a:gd name="csY336" fmla="*/ 179015 h 660321"/>
              <a:gd name="csX337" fmla="*/ 340163 w 1008380"/>
              <a:gd name="csY337" fmla="*/ 173466 h 660321"/>
              <a:gd name="csX338" fmla="*/ 341175 w 1008380"/>
              <a:gd name="csY338" fmla="*/ 167957 h 660321"/>
              <a:gd name="csX339" fmla="*/ 342182 w 1008380"/>
              <a:gd name="csY339" fmla="*/ 162491 h 660321"/>
              <a:gd name="csX340" fmla="*/ 343194 w 1008380"/>
              <a:gd name="csY340" fmla="*/ 157072 h 660321"/>
              <a:gd name="csX341" fmla="*/ 344200 w 1008380"/>
              <a:gd name="csY341" fmla="*/ 151700 h 660321"/>
              <a:gd name="csX342" fmla="*/ 345212 w 1008380"/>
              <a:gd name="csY342" fmla="*/ 146380 h 660321"/>
              <a:gd name="csX343" fmla="*/ 346218 w 1008380"/>
              <a:gd name="csY343" fmla="*/ 141115 h 660321"/>
              <a:gd name="csX344" fmla="*/ 347230 w 1008380"/>
              <a:gd name="csY344" fmla="*/ 135906 h 660321"/>
              <a:gd name="csX345" fmla="*/ 348237 w 1008380"/>
              <a:gd name="csY345" fmla="*/ 130757 h 660321"/>
              <a:gd name="csX346" fmla="*/ 349248 w 1008380"/>
              <a:gd name="csY346" fmla="*/ 125671 h 660321"/>
              <a:gd name="csX347" fmla="*/ 350260 w 1008380"/>
              <a:gd name="csY347" fmla="*/ 120650 h 660321"/>
              <a:gd name="csX348" fmla="*/ 351267 w 1008380"/>
              <a:gd name="csY348" fmla="*/ 115697 h 660321"/>
              <a:gd name="csX349" fmla="*/ 352279 w 1008380"/>
              <a:gd name="csY349" fmla="*/ 110815 h 660321"/>
              <a:gd name="csX350" fmla="*/ 353285 w 1008380"/>
              <a:gd name="csY350" fmla="*/ 106007 h 660321"/>
              <a:gd name="csX351" fmla="*/ 354297 w 1008380"/>
              <a:gd name="csY351" fmla="*/ 101275 h 660321"/>
              <a:gd name="csX352" fmla="*/ 355303 w 1008380"/>
              <a:gd name="csY352" fmla="*/ 96622 h 660321"/>
              <a:gd name="csX353" fmla="*/ 356315 w 1008380"/>
              <a:gd name="csY353" fmla="*/ 92050 h 660321"/>
              <a:gd name="csX354" fmla="*/ 357322 w 1008380"/>
              <a:gd name="csY354" fmla="*/ 87563 h 660321"/>
              <a:gd name="csX355" fmla="*/ 358334 w 1008380"/>
              <a:gd name="csY355" fmla="*/ 83162 h 660321"/>
              <a:gd name="csX356" fmla="*/ 359340 w 1008380"/>
              <a:gd name="csY356" fmla="*/ 78850 h 660321"/>
              <a:gd name="csX357" fmla="*/ 360352 w 1008380"/>
              <a:gd name="csY357" fmla="*/ 74631 h 660321"/>
              <a:gd name="csX358" fmla="*/ 361364 w 1008380"/>
              <a:gd name="csY358" fmla="*/ 70505 h 660321"/>
              <a:gd name="csX359" fmla="*/ 362370 w 1008380"/>
              <a:gd name="csY359" fmla="*/ 66476 h 660321"/>
              <a:gd name="csX360" fmla="*/ 363382 w 1008380"/>
              <a:gd name="csY360" fmla="*/ 62546 h 660321"/>
              <a:gd name="csX361" fmla="*/ 364389 w 1008380"/>
              <a:gd name="csY361" fmla="*/ 58718 h 660321"/>
              <a:gd name="csX362" fmla="*/ 365400 w 1008380"/>
              <a:gd name="csY362" fmla="*/ 54993 h 660321"/>
              <a:gd name="csX363" fmla="*/ 366407 w 1008380"/>
              <a:gd name="csY363" fmla="*/ 51373 h 660321"/>
              <a:gd name="csX364" fmla="*/ 367419 w 1008380"/>
              <a:gd name="csY364" fmla="*/ 47862 h 660321"/>
              <a:gd name="csX365" fmla="*/ 368425 w 1008380"/>
              <a:gd name="csY365" fmla="*/ 44461 h 660321"/>
              <a:gd name="csX366" fmla="*/ 369437 w 1008380"/>
              <a:gd name="csY366" fmla="*/ 41172 h 660321"/>
              <a:gd name="csX367" fmla="*/ 370443 w 1008380"/>
              <a:gd name="csY367" fmla="*/ 37997 h 660321"/>
              <a:gd name="csX368" fmla="*/ 371455 w 1008380"/>
              <a:gd name="csY368" fmla="*/ 34939 h 660321"/>
              <a:gd name="csX369" fmla="*/ 372467 w 1008380"/>
              <a:gd name="csY369" fmla="*/ 31998 h 660321"/>
              <a:gd name="csX370" fmla="*/ 373474 w 1008380"/>
              <a:gd name="csY370" fmla="*/ 29176 h 660321"/>
              <a:gd name="csX371" fmla="*/ 374485 w 1008380"/>
              <a:gd name="csY371" fmla="*/ 26477 h 660321"/>
              <a:gd name="csX372" fmla="*/ 375492 w 1008380"/>
              <a:gd name="csY372" fmla="*/ 23901 h 660321"/>
              <a:gd name="csX373" fmla="*/ 376504 w 1008380"/>
              <a:gd name="csY373" fmla="*/ 21449 h 660321"/>
              <a:gd name="csX374" fmla="*/ 377510 w 1008380"/>
              <a:gd name="csY374" fmla="*/ 19123 h 660321"/>
              <a:gd name="csX375" fmla="*/ 378522 w 1008380"/>
              <a:gd name="csY375" fmla="*/ 16925 h 660321"/>
              <a:gd name="csX376" fmla="*/ 379529 w 1008380"/>
              <a:gd name="csY376" fmla="*/ 14857 h 660321"/>
              <a:gd name="csX377" fmla="*/ 380540 w 1008380"/>
              <a:gd name="csY377" fmla="*/ 12919 h 660321"/>
              <a:gd name="csX378" fmla="*/ 381547 w 1008380"/>
              <a:gd name="csY378" fmla="*/ 11112 h 660321"/>
              <a:gd name="csX379" fmla="*/ 382559 w 1008380"/>
              <a:gd name="csY379" fmla="*/ 9438 h 660321"/>
              <a:gd name="csX380" fmla="*/ 383571 w 1008380"/>
              <a:gd name="csY380" fmla="*/ 7898 h 660321"/>
              <a:gd name="csX381" fmla="*/ 384577 w 1008380"/>
              <a:gd name="csY381" fmla="*/ 6492 h 660321"/>
              <a:gd name="csX382" fmla="*/ 385589 w 1008380"/>
              <a:gd name="csY382" fmla="*/ 5222 h 660321"/>
              <a:gd name="csX383" fmla="*/ 386595 w 1008380"/>
              <a:gd name="csY383" fmla="*/ 4089 h 660321"/>
              <a:gd name="csX384" fmla="*/ 387607 w 1008380"/>
              <a:gd name="csY384" fmla="*/ 3093 h 660321"/>
              <a:gd name="csX385" fmla="*/ 388614 w 1008380"/>
              <a:gd name="csY385" fmla="*/ 2234 h 660321"/>
              <a:gd name="csX386" fmla="*/ 389625 w 1008380"/>
              <a:gd name="csY386" fmla="*/ 1514 h 660321"/>
              <a:gd name="csX387" fmla="*/ 390632 w 1008380"/>
              <a:gd name="csY387" fmla="*/ 932 h 660321"/>
              <a:gd name="csX388" fmla="*/ 391644 w 1008380"/>
              <a:gd name="csY388" fmla="*/ 490 h 660321"/>
              <a:gd name="csX389" fmla="*/ 392650 w 1008380"/>
              <a:gd name="csY389" fmla="*/ 187 h 660321"/>
              <a:gd name="csX390" fmla="*/ 393662 w 1008380"/>
              <a:gd name="csY390" fmla="*/ 24 h 660321"/>
              <a:gd name="csX391" fmla="*/ 394669 w 1008380"/>
              <a:gd name="csY391" fmla="*/ 0 h 660321"/>
              <a:gd name="csX392" fmla="*/ 395680 w 1008380"/>
              <a:gd name="csY392" fmla="*/ 116 h 660321"/>
              <a:gd name="csX393" fmla="*/ 396692 w 1008380"/>
              <a:gd name="csY393" fmla="*/ 372 h 660321"/>
              <a:gd name="csX394" fmla="*/ 397699 w 1008380"/>
              <a:gd name="csY394" fmla="*/ 767 h 660321"/>
              <a:gd name="csX395" fmla="*/ 398711 w 1008380"/>
              <a:gd name="csY395" fmla="*/ 1301 h 660321"/>
              <a:gd name="csX396" fmla="*/ 399717 w 1008380"/>
              <a:gd name="csY396" fmla="*/ 1975 h 660321"/>
              <a:gd name="csX397" fmla="*/ 400729 w 1008380"/>
              <a:gd name="csY397" fmla="*/ 2787 h 660321"/>
              <a:gd name="csX398" fmla="*/ 401735 w 1008380"/>
              <a:gd name="csY398" fmla="*/ 3737 h 660321"/>
              <a:gd name="csX399" fmla="*/ 402747 w 1008380"/>
              <a:gd name="csY399" fmla="*/ 4824 h 660321"/>
              <a:gd name="csX400" fmla="*/ 403754 w 1008380"/>
              <a:gd name="csY400" fmla="*/ 6048 h 660321"/>
              <a:gd name="csX401" fmla="*/ 404765 w 1008380"/>
              <a:gd name="csY401" fmla="*/ 7407 h 660321"/>
              <a:gd name="csX402" fmla="*/ 405772 w 1008380"/>
              <a:gd name="csY402" fmla="*/ 8902 h 660321"/>
              <a:gd name="csX403" fmla="*/ 406784 w 1008380"/>
              <a:gd name="csY403" fmla="*/ 10531 h 660321"/>
              <a:gd name="csX404" fmla="*/ 407796 w 1008380"/>
              <a:gd name="csY404" fmla="*/ 12293 h 660321"/>
              <a:gd name="csX405" fmla="*/ 408802 w 1008380"/>
              <a:gd name="csY405" fmla="*/ 14187 h 660321"/>
              <a:gd name="csX406" fmla="*/ 409814 w 1008380"/>
              <a:gd name="csY406" fmla="*/ 16212 h 660321"/>
              <a:gd name="csX407" fmla="*/ 410820 w 1008380"/>
              <a:gd name="csY407" fmla="*/ 18366 h 660321"/>
              <a:gd name="csX408" fmla="*/ 411832 w 1008380"/>
              <a:gd name="csY408" fmla="*/ 20648 h 660321"/>
              <a:gd name="csX409" fmla="*/ 412839 w 1008380"/>
              <a:gd name="csY409" fmla="*/ 23058 h 660321"/>
              <a:gd name="csX410" fmla="*/ 413851 w 1008380"/>
              <a:gd name="csY410" fmla="*/ 25592 h 660321"/>
              <a:gd name="csX411" fmla="*/ 414857 w 1008380"/>
              <a:gd name="csY411" fmla="*/ 28250 h 660321"/>
              <a:gd name="csX412" fmla="*/ 415869 w 1008380"/>
              <a:gd name="csY412" fmla="*/ 31031 h 660321"/>
              <a:gd name="csX413" fmla="*/ 416875 w 1008380"/>
              <a:gd name="csY413" fmla="*/ 33931 h 660321"/>
              <a:gd name="csX414" fmla="*/ 417887 w 1008380"/>
              <a:gd name="csY414" fmla="*/ 36950 h 660321"/>
              <a:gd name="csX415" fmla="*/ 418899 w 1008380"/>
              <a:gd name="csY415" fmla="*/ 40086 h 660321"/>
              <a:gd name="csX416" fmla="*/ 419906 w 1008380"/>
              <a:gd name="csY416" fmla="*/ 43337 h 660321"/>
              <a:gd name="csX417" fmla="*/ 420917 w 1008380"/>
              <a:gd name="csY417" fmla="*/ 46700 h 660321"/>
              <a:gd name="csX418" fmla="*/ 421924 w 1008380"/>
              <a:gd name="csY418" fmla="*/ 50174 h 660321"/>
              <a:gd name="csX419" fmla="*/ 422936 w 1008380"/>
              <a:gd name="csY419" fmla="*/ 53757 h 660321"/>
              <a:gd name="csX420" fmla="*/ 423942 w 1008380"/>
              <a:gd name="csY420" fmla="*/ 57447 h 660321"/>
              <a:gd name="csX421" fmla="*/ 424954 w 1008380"/>
              <a:gd name="csY421" fmla="*/ 61241 h 660321"/>
              <a:gd name="csX422" fmla="*/ 425960 w 1008380"/>
              <a:gd name="csY422" fmla="*/ 65137 h 660321"/>
              <a:gd name="csX423" fmla="*/ 426972 w 1008380"/>
              <a:gd name="csY423" fmla="*/ 69132 h 660321"/>
              <a:gd name="csX424" fmla="*/ 427979 w 1008380"/>
              <a:gd name="csY424" fmla="*/ 73225 h 660321"/>
              <a:gd name="csX425" fmla="*/ 428991 w 1008380"/>
              <a:gd name="csY425" fmla="*/ 77414 h 660321"/>
              <a:gd name="csX426" fmla="*/ 430002 w 1008380"/>
              <a:gd name="csY426" fmla="*/ 81694 h 660321"/>
              <a:gd name="csX427" fmla="*/ 431009 w 1008380"/>
              <a:gd name="csY427" fmla="*/ 86065 h 660321"/>
              <a:gd name="csX428" fmla="*/ 432021 w 1008380"/>
              <a:gd name="csY428" fmla="*/ 90524 h 660321"/>
              <a:gd name="csX429" fmla="*/ 433027 w 1008380"/>
              <a:gd name="csY429" fmla="*/ 95067 h 660321"/>
              <a:gd name="csX430" fmla="*/ 434039 w 1008380"/>
              <a:gd name="csY430" fmla="*/ 99693 h 660321"/>
              <a:gd name="csX431" fmla="*/ 435046 w 1008380"/>
              <a:gd name="csY431" fmla="*/ 104399 h 660321"/>
              <a:gd name="csX432" fmla="*/ 436057 w 1008380"/>
              <a:gd name="csY432" fmla="*/ 109182 h 660321"/>
              <a:gd name="csX433" fmla="*/ 437064 w 1008380"/>
              <a:gd name="csY433" fmla="*/ 114039 h 660321"/>
              <a:gd name="csX434" fmla="*/ 438076 w 1008380"/>
              <a:gd name="csY434" fmla="*/ 118968 h 660321"/>
              <a:gd name="csX435" fmla="*/ 439082 w 1008380"/>
              <a:gd name="csY435" fmla="*/ 123966 h 660321"/>
              <a:gd name="csX436" fmla="*/ 440094 w 1008380"/>
              <a:gd name="csY436" fmla="*/ 129030 h 660321"/>
              <a:gd name="csX437" fmla="*/ 441100 w 1008380"/>
              <a:gd name="csY437" fmla="*/ 134159 h 660321"/>
              <a:gd name="csX438" fmla="*/ 442112 w 1008380"/>
              <a:gd name="csY438" fmla="*/ 139347 h 660321"/>
              <a:gd name="csX439" fmla="*/ 443124 w 1008380"/>
              <a:gd name="csY439" fmla="*/ 144594 h 660321"/>
              <a:gd name="csX440" fmla="*/ 444131 w 1008380"/>
              <a:gd name="csY440" fmla="*/ 149896 h 660321"/>
              <a:gd name="csX441" fmla="*/ 445142 w 1008380"/>
              <a:gd name="csY441" fmla="*/ 155250 h 660321"/>
              <a:gd name="csX442" fmla="*/ 446149 w 1008380"/>
              <a:gd name="csY442" fmla="*/ 160654 h 660321"/>
              <a:gd name="csX443" fmla="*/ 447161 w 1008380"/>
              <a:gd name="csY443" fmla="*/ 166104 h 660321"/>
              <a:gd name="csX444" fmla="*/ 448167 w 1008380"/>
              <a:gd name="csY444" fmla="*/ 171599 h 660321"/>
              <a:gd name="csX445" fmla="*/ 449179 w 1008380"/>
              <a:gd name="csY445" fmla="*/ 177135 h 660321"/>
              <a:gd name="csX446" fmla="*/ 450186 w 1008380"/>
              <a:gd name="csY446" fmla="*/ 182709 h 660321"/>
              <a:gd name="csX447" fmla="*/ 451197 w 1008380"/>
              <a:gd name="csY447" fmla="*/ 188319 h 660321"/>
              <a:gd name="csX448" fmla="*/ 452204 w 1008380"/>
              <a:gd name="csY448" fmla="*/ 193961 h 660321"/>
              <a:gd name="csX449" fmla="*/ 453216 w 1008380"/>
              <a:gd name="csY449" fmla="*/ 199634 h 660321"/>
              <a:gd name="csX450" fmla="*/ 454228 w 1008380"/>
              <a:gd name="csY450" fmla="*/ 205334 h 660321"/>
              <a:gd name="csX451" fmla="*/ 455234 w 1008380"/>
              <a:gd name="csY451" fmla="*/ 211059 h 660321"/>
              <a:gd name="csX452" fmla="*/ 456246 w 1008380"/>
              <a:gd name="csY452" fmla="*/ 216805 h 660321"/>
              <a:gd name="csX453" fmla="*/ 457252 w 1008380"/>
              <a:gd name="csY453" fmla="*/ 222570 h 660321"/>
              <a:gd name="csX454" fmla="*/ 458264 w 1008380"/>
              <a:gd name="csY454" fmla="*/ 228352 h 660321"/>
              <a:gd name="csX455" fmla="*/ 459271 w 1008380"/>
              <a:gd name="csY455" fmla="*/ 234148 h 660321"/>
              <a:gd name="csX456" fmla="*/ 460282 w 1008380"/>
              <a:gd name="csY456" fmla="*/ 239955 h 660321"/>
              <a:gd name="csX457" fmla="*/ 461289 w 1008380"/>
              <a:gd name="csY457" fmla="*/ 245770 h 660321"/>
              <a:gd name="csX458" fmla="*/ 462301 w 1008380"/>
              <a:gd name="csY458" fmla="*/ 251592 h 660321"/>
              <a:gd name="csX459" fmla="*/ 463307 w 1008380"/>
              <a:gd name="csY459" fmla="*/ 257418 h 660321"/>
              <a:gd name="csX460" fmla="*/ 464319 w 1008380"/>
              <a:gd name="csY460" fmla="*/ 263243 h 660321"/>
              <a:gd name="csX461" fmla="*/ 465331 w 1008380"/>
              <a:gd name="csY461" fmla="*/ 269068 h 660321"/>
              <a:gd name="csX462" fmla="*/ 466337 w 1008380"/>
              <a:gd name="csY462" fmla="*/ 274889 h 660321"/>
              <a:gd name="csX463" fmla="*/ 467349 w 1008380"/>
              <a:gd name="csY463" fmla="*/ 280704 h 660321"/>
              <a:gd name="csX464" fmla="*/ 468356 w 1008380"/>
              <a:gd name="csY464" fmla="*/ 286509 h 660321"/>
              <a:gd name="csX465" fmla="*/ 469368 w 1008380"/>
              <a:gd name="csY465" fmla="*/ 292305 h 660321"/>
              <a:gd name="csX466" fmla="*/ 470374 w 1008380"/>
              <a:gd name="csY466" fmla="*/ 298087 h 660321"/>
              <a:gd name="csX467" fmla="*/ 471386 w 1008380"/>
              <a:gd name="csY467" fmla="*/ 303853 h 660321"/>
              <a:gd name="csX468" fmla="*/ 472392 w 1008380"/>
              <a:gd name="csY468" fmla="*/ 309602 h 660321"/>
              <a:gd name="csX469" fmla="*/ 473404 w 1008380"/>
              <a:gd name="csY469" fmla="*/ 315331 h 660321"/>
              <a:gd name="csX470" fmla="*/ 474411 w 1008380"/>
              <a:gd name="csY470" fmla="*/ 321039 h 660321"/>
              <a:gd name="csX471" fmla="*/ 475423 w 1008380"/>
              <a:gd name="csY471" fmla="*/ 326722 h 660321"/>
              <a:gd name="csX472" fmla="*/ 476434 w 1008380"/>
              <a:gd name="csY472" fmla="*/ 332380 h 660321"/>
              <a:gd name="csX473" fmla="*/ 477441 w 1008380"/>
              <a:gd name="csY473" fmla="*/ 338011 h 660321"/>
              <a:gd name="csX474" fmla="*/ 478453 w 1008380"/>
              <a:gd name="csY474" fmla="*/ 343611 h 660321"/>
              <a:gd name="csX475" fmla="*/ 479459 w 1008380"/>
              <a:gd name="csY475" fmla="*/ 349180 h 660321"/>
              <a:gd name="csX476" fmla="*/ 480471 w 1008380"/>
              <a:gd name="csY476" fmla="*/ 354716 h 660321"/>
              <a:gd name="csX477" fmla="*/ 481477 w 1008380"/>
              <a:gd name="csY477" fmla="*/ 360216 h 660321"/>
              <a:gd name="csX478" fmla="*/ 482489 w 1008380"/>
              <a:gd name="csY478" fmla="*/ 365681 h 660321"/>
              <a:gd name="csX479" fmla="*/ 483496 w 1008380"/>
              <a:gd name="csY479" fmla="*/ 371107 h 660321"/>
              <a:gd name="csX480" fmla="*/ 484508 w 1008380"/>
              <a:gd name="csY480" fmla="*/ 376492 h 660321"/>
              <a:gd name="csX481" fmla="*/ 485514 w 1008380"/>
              <a:gd name="csY481" fmla="*/ 381837 h 660321"/>
              <a:gd name="csX482" fmla="*/ 486526 w 1008380"/>
              <a:gd name="csY482" fmla="*/ 387139 h 660321"/>
              <a:gd name="csX483" fmla="*/ 487532 w 1008380"/>
              <a:gd name="csY483" fmla="*/ 392396 h 660321"/>
              <a:gd name="csX484" fmla="*/ 488544 w 1008380"/>
              <a:gd name="csY484" fmla="*/ 397608 h 660321"/>
              <a:gd name="csX485" fmla="*/ 489556 w 1008380"/>
              <a:gd name="csY485" fmla="*/ 402773 h 660321"/>
              <a:gd name="csX486" fmla="*/ 490563 w 1008380"/>
              <a:gd name="csY486" fmla="*/ 407891 h 660321"/>
              <a:gd name="csX487" fmla="*/ 491574 w 1008380"/>
              <a:gd name="csY487" fmla="*/ 412958 h 660321"/>
              <a:gd name="csX488" fmla="*/ 492581 w 1008380"/>
              <a:gd name="csY488" fmla="*/ 417976 h 660321"/>
              <a:gd name="csX489" fmla="*/ 493593 w 1008380"/>
              <a:gd name="csY489" fmla="*/ 422941 h 660321"/>
              <a:gd name="csX490" fmla="*/ 494599 w 1008380"/>
              <a:gd name="csY490" fmla="*/ 427854 h 660321"/>
              <a:gd name="csX491" fmla="*/ 495611 w 1008380"/>
              <a:gd name="csY491" fmla="*/ 432714 h 660321"/>
              <a:gd name="csX492" fmla="*/ 496617 w 1008380"/>
              <a:gd name="csY492" fmla="*/ 437519 h 660321"/>
              <a:gd name="csX493" fmla="*/ 497629 w 1008380"/>
              <a:gd name="csY493" fmla="*/ 442269 h 660321"/>
              <a:gd name="csX494" fmla="*/ 498636 w 1008380"/>
              <a:gd name="csY494" fmla="*/ 446963 h 660321"/>
              <a:gd name="csX495" fmla="*/ 499648 w 1008380"/>
              <a:gd name="csY495" fmla="*/ 451600 h 660321"/>
              <a:gd name="csX496" fmla="*/ 500659 w 1008380"/>
              <a:gd name="csY496" fmla="*/ 456179 h 660321"/>
              <a:gd name="csX497" fmla="*/ 501666 w 1008380"/>
              <a:gd name="csY497" fmla="*/ 460701 h 660321"/>
              <a:gd name="csX498" fmla="*/ 502678 w 1008380"/>
              <a:gd name="csY498" fmla="*/ 465163 h 660321"/>
              <a:gd name="csX499" fmla="*/ 503684 w 1008380"/>
              <a:gd name="csY499" fmla="*/ 469566 h 660321"/>
              <a:gd name="csX500" fmla="*/ 504696 w 1008380"/>
              <a:gd name="csY500" fmla="*/ 473909 h 660321"/>
              <a:gd name="csX501" fmla="*/ 505703 w 1008380"/>
              <a:gd name="csY501" fmla="*/ 478191 h 660321"/>
              <a:gd name="csX502" fmla="*/ 506714 w 1008380"/>
              <a:gd name="csY502" fmla="*/ 482411 h 660321"/>
              <a:gd name="csX503" fmla="*/ 507721 w 1008380"/>
              <a:gd name="csY503" fmla="*/ 486576 h 660321"/>
              <a:gd name="csX504" fmla="*/ 508733 w 1008380"/>
              <a:gd name="csY504" fmla="*/ 490676 h 660321"/>
              <a:gd name="csX505" fmla="*/ 509739 w 1008380"/>
              <a:gd name="csY505" fmla="*/ 494713 h 660321"/>
              <a:gd name="csX506" fmla="*/ 510751 w 1008380"/>
              <a:gd name="csY506" fmla="*/ 498686 h 660321"/>
              <a:gd name="csX507" fmla="*/ 511763 w 1008380"/>
              <a:gd name="csY507" fmla="*/ 502600 h 660321"/>
              <a:gd name="csX508" fmla="*/ 512769 w 1008380"/>
              <a:gd name="csY508" fmla="*/ 506455 h 660321"/>
              <a:gd name="csX509" fmla="*/ 513781 w 1008380"/>
              <a:gd name="csY509" fmla="*/ 510242 h 660321"/>
              <a:gd name="csX510" fmla="*/ 514788 w 1008380"/>
              <a:gd name="csY510" fmla="*/ 513969 h 660321"/>
              <a:gd name="csX511" fmla="*/ 515799 w 1008380"/>
              <a:gd name="csY511" fmla="*/ 517633 h 660321"/>
              <a:gd name="csX512" fmla="*/ 516806 w 1008380"/>
              <a:gd name="csY512" fmla="*/ 521238 h 660321"/>
              <a:gd name="csX513" fmla="*/ 517818 w 1008380"/>
              <a:gd name="csY513" fmla="*/ 524775 h 660321"/>
              <a:gd name="csX514" fmla="*/ 518824 w 1008380"/>
              <a:gd name="csY514" fmla="*/ 528252 h 660321"/>
              <a:gd name="csX515" fmla="*/ 519836 w 1008380"/>
              <a:gd name="csY515" fmla="*/ 531671 h 660321"/>
              <a:gd name="csX516" fmla="*/ 520843 w 1008380"/>
              <a:gd name="csY516" fmla="*/ 535026 h 660321"/>
              <a:gd name="csX517" fmla="*/ 521854 w 1008380"/>
              <a:gd name="csY517" fmla="*/ 538317 h 660321"/>
              <a:gd name="csX518" fmla="*/ 522866 w 1008380"/>
              <a:gd name="csY518" fmla="*/ 541549 h 660321"/>
              <a:gd name="csX519" fmla="*/ 523873 w 1008380"/>
              <a:gd name="csY519" fmla="*/ 544718 h 660321"/>
              <a:gd name="csX520" fmla="*/ 524885 w 1008380"/>
              <a:gd name="csY520" fmla="*/ 547828 h 660321"/>
              <a:gd name="csX521" fmla="*/ 525891 w 1008380"/>
              <a:gd name="csY521" fmla="*/ 550874 h 660321"/>
              <a:gd name="csX522" fmla="*/ 526903 w 1008380"/>
              <a:gd name="csY522" fmla="*/ 553867 h 660321"/>
              <a:gd name="csX523" fmla="*/ 527909 w 1008380"/>
              <a:gd name="csY523" fmla="*/ 556796 h 660321"/>
              <a:gd name="csX524" fmla="*/ 528921 w 1008380"/>
              <a:gd name="csY524" fmla="*/ 559661 h 660321"/>
              <a:gd name="csX525" fmla="*/ 529928 w 1008380"/>
              <a:gd name="csY525" fmla="*/ 562473 h 660321"/>
              <a:gd name="csX526" fmla="*/ 530940 w 1008380"/>
              <a:gd name="csY526" fmla="*/ 565226 h 660321"/>
              <a:gd name="csX527" fmla="*/ 531946 w 1008380"/>
              <a:gd name="csY527" fmla="*/ 567921 h 660321"/>
              <a:gd name="csX528" fmla="*/ 532958 w 1008380"/>
              <a:gd name="csY528" fmla="*/ 570557 h 660321"/>
              <a:gd name="csX529" fmla="*/ 533970 w 1008380"/>
              <a:gd name="csY529" fmla="*/ 573139 h 660321"/>
              <a:gd name="csX530" fmla="*/ 534976 w 1008380"/>
              <a:gd name="csY530" fmla="*/ 575664 h 660321"/>
              <a:gd name="csX531" fmla="*/ 535988 w 1008380"/>
              <a:gd name="csY531" fmla="*/ 578129 h 660321"/>
              <a:gd name="csX532" fmla="*/ 536994 w 1008380"/>
              <a:gd name="csY532" fmla="*/ 580547 h 660321"/>
              <a:gd name="csX533" fmla="*/ 538006 w 1008380"/>
              <a:gd name="csY533" fmla="*/ 582901 h 660321"/>
              <a:gd name="csX534" fmla="*/ 539013 w 1008380"/>
              <a:gd name="csY534" fmla="*/ 585207 h 660321"/>
              <a:gd name="csX535" fmla="*/ 540025 w 1008380"/>
              <a:gd name="csY535" fmla="*/ 587459 h 660321"/>
              <a:gd name="csX536" fmla="*/ 541031 w 1008380"/>
              <a:gd name="csY536" fmla="*/ 589659 h 660321"/>
              <a:gd name="csX537" fmla="*/ 542043 w 1008380"/>
              <a:gd name="csY537" fmla="*/ 591805 h 660321"/>
              <a:gd name="csX538" fmla="*/ 543049 w 1008380"/>
              <a:gd name="csY538" fmla="*/ 593903 h 660321"/>
              <a:gd name="csX539" fmla="*/ 544061 w 1008380"/>
              <a:gd name="csY539" fmla="*/ 595948 h 660321"/>
              <a:gd name="csX540" fmla="*/ 545068 w 1008380"/>
              <a:gd name="csY540" fmla="*/ 597945 h 660321"/>
              <a:gd name="csX541" fmla="*/ 546080 w 1008380"/>
              <a:gd name="csY541" fmla="*/ 599894 h 660321"/>
              <a:gd name="csX542" fmla="*/ 547091 w 1008380"/>
              <a:gd name="csY542" fmla="*/ 601790 h 660321"/>
              <a:gd name="csX543" fmla="*/ 548098 w 1008380"/>
              <a:gd name="csY543" fmla="*/ 603643 h 660321"/>
              <a:gd name="csX544" fmla="*/ 549110 w 1008380"/>
              <a:gd name="csY544" fmla="*/ 605443 h 660321"/>
              <a:gd name="csX545" fmla="*/ 550116 w 1008380"/>
              <a:gd name="csY545" fmla="*/ 607201 h 660321"/>
              <a:gd name="csX546" fmla="*/ 551128 w 1008380"/>
              <a:gd name="csY546" fmla="*/ 608915 h 660321"/>
              <a:gd name="csX547" fmla="*/ 552134 w 1008380"/>
              <a:gd name="csY547" fmla="*/ 610582 h 660321"/>
              <a:gd name="csX548" fmla="*/ 553146 w 1008380"/>
              <a:gd name="csY548" fmla="*/ 612206 h 660321"/>
              <a:gd name="csX549" fmla="*/ 554153 w 1008380"/>
              <a:gd name="csY549" fmla="*/ 613788 h 660321"/>
              <a:gd name="csX550" fmla="*/ 555165 w 1008380"/>
              <a:gd name="csY550" fmla="*/ 615327 h 660321"/>
              <a:gd name="csX551" fmla="*/ 556171 w 1008380"/>
              <a:gd name="csY551" fmla="*/ 616823 h 660321"/>
              <a:gd name="csX552" fmla="*/ 557183 w 1008380"/>
              <a:gd name="csY552" fmla="*/ 618277 h 660321"/>
              <a:gd name="csX553" fmla="*/ 558195 w 1008380"/>
              <a:gd name="csY553" fmla="*/ 619694 h 660321"/>
              <a:gd name="csX554" fmla="*/ 559201 w 1008380"/>
              <a:gd name="csY554" fmla="*/ 621068 h 660321"/>
              <a:gd name="csX555" fmla="*/ 560213 w 1008380"/>
              <a:gd name="csY555" fmla="*/ 622404 h 660321"/>
              <a:gd name="csX556" fmla="*/ 561220 w 1008380"/>
              <a:gd name="csY556" fmla="*/ 623704 h 660321"/>
              <a:gd name="csX557" fmla="*/ 562231 w 1008380"/>
              <a:gd name="csY557" fmla="*/ 624971 h 660321"/>
              <a:gd name="csX558" fmla="*/ 563238 w 1008380"/>
              <a:gd name="csY558" fmla="*/ 626196 h 660321"/>
              <a:gd name="csX559" fmla="*/ 564250 w 1008380"/>
              <a:gd name="csY559" fmla="*/ 627384 h 660321"/>
              <a:gd name="csX560" fmla="*/ 565256 w 1008380"/>
              <a:gd name="csY560" fmla="*/ 628545 h 660321"/>
              <a:gd name="csX561" fmla="*/ 566268 w 1008380"/>
              <a:gd name="csY561" fmla="*/ 629663 h 660321"/>
              <a:gd name="csX562" fmla="*/ 567275 w 1008380"/>
              <a:gd name="csY562" fmla="*/ 630755 h 660321"/>
              <a:gd name="csX563" fmla="*/ 568286 w 1008380"/>
              <a:gd name="csY563" fmla="*/ 631809 h 660321"/>
              <a:gd name="csX564" fmla="*/ 569298 w 1008380"/>
              <a:gd name="csY564" fmla="*/ 632832 h 660321"/>
              <a:gd name="csX565" fmla="*/ 570305 w 1008380"/>
              <a:gd name="csY565" fmla="*/ 633827 h 660321"/>
              <a:gd name="csX566" fmla="*/ 571316 w 1008380"/>
              <a:gd name="csY566" fmla="*/ 634786 h 660321"/>
              <a:gd name="csX567" fmla="*/ 572323 w 1008380"/>
              <a:gd name="csY567" fmla="*/ 635718 h 660321"/>
              <a:gd name="csX568" fmla="*/ 573335 w 1008380"/>
              <a:gd name="csY568" fmla="*/ 636623 h 660321"/>
              <a:gd name="csX569" fmla="*/ 574341 w 1008380"/>
              <a:gd name="csY569" fmla="*/ 637502 h 660321"/>
              <a:gd name="csX570" fmla="*/ 575353 w 1008380"/>
              <a:gd name="csY570" fmla="*/ 638349 h 660321"/>
              <a:gd name="csX571" fmla="*/ 576360 w 1008380"/>
              <a:gd name="csY571" fmla="*/ 639169 h 660321"/>
              <a:gd name="csX572" fmla="*/ 577371 w 1008380"/>
              <a:gd name="csY572" fmla="*/ 639962 h 660321"/>
              <a:gd name="csX573" fmla="*/ 578378 w 1008380"/>
              <a:gd name="csY573" fmla="*/ 640729 h 660321"/>
              <a:gd name="csX574" fmla="*/ 579390 w 1008380"/>
              <a:gd name="csY574" fmla="*/ 641475 h 660321"/>
              <a:gd name="csX575" fmla="*/ 580402 w 1008380"/>
              <a:gd name="csY575" fmla="*/ 642194 h 660321"/>
              <a:gd name="csX576" fmla="*/ 581408 w 1008380"/>
              <a:gd name="csY576" fmla="*/ 642891 h 660321"/>
              <a:gd name="csX577" fmla="*/ 582420 w 1008380"/>
              <a:gd name="csY577" fmla="*/ 643562 h 660321"/>
              <a:gd name="csX578" fmla="*/ 583426 w 1008380"/>
              <a:gd name="csY578" fmla="*/ 644212 h 660321"/>
              <a:gd name="csX579" fmla="*/ 584438 w 1008380"/>
              <a:gd name="csY579" fmla="*/ 644840 h 660321"/>
              <a:gd name="csX580" fmla="*/ 585445 w 1008380"/>
              <a:gd name="csY580" fmla="*/ 645447 h 660321"/>
              <a:gd name="csX581" fmla="*/ 586457 w 1008380"/>
              <a:gd name="csY581" fmla="*/ 646033 h 660321"/>
              <a:gd name="csX582" fmla="*/ 587463 w 1008380"/>
              <a:gd name="csY582" fmla="*/ 646598 h 660321"/>
              <a:gd name="csX583" fmla="*/ 588475 w 1008380"/>
              <a:gd name="csY583" fmla="*/ 647141 h 660321"/>
              <a:gd name="csX584" fmla="*/ 589481 w 1008380"/>
              <a:gd name="csY584" fmla="*/ 647668 h 660321"/>
              <a:gd name="csX585" fmla="*/ 590493 w 1008380"/>
              <a:gd name="csY585" fmla="*/ 648179 h 660321"/>
              <a:gd name="csX586" fmla="*/ 591500 w 1008380"/>
              <a:gd name="csY586" fmla="*/ 648669 h 660321"/>
              <a:gd name="csX587" fmla="*/ 592511 w 1008380"/>
              <a:gd name="csY587" fmla="*/ 649143 h 660321"/>
              <a:gd name="csX588" fmla="*/ 593523 w 1008380"/>
              <a:gd name="csY588" fmla="*/ 649596 h 660321"/>
              <a:gd name="csX589" fmla="*/ 594530 w 1008380"/>
              <a:gd name="csY589" fmla="*/ 650038 h 660321"/>
              <a:gd name="csX590" fmla="*/ 595542 w 1008380"/>
              <a:gd name="csY590" fmla="*/ 650464 h 660321"/>
              <a:gd name="csX591" fmla="*/ 596548 w 1008380"/>
              <a:gd name="csY591" fmla="*/ 650869 h 660321"/>
              <a:gd name="csX592" fmla="*/ 597560 w 1008380"/>
              <a:gd name="csY592" fmla="*/ 651263 h 660321"/>
              <a:gd name="csX593" fmla="*/ 598566 w 1008380"/>
              <a:gd name="csY593" fmla="*/ 651641 h 660321"/>
              <a:gd name="csX594" fmla="*/ 599578 w 1008380"/>
              <a:gd name="csY594" fmla="*/ 652008 h 660321"/>
              <a:gd name="csX595" fmla="*/ 600585 w 1008380"/>
              <a:gd name="csY595" fmla="*/ 652360 h 660321"/>
              <a:gd name="csX596" fmla="*/ 601597 w 1008380"/>
              <a:gd name="csY596" fmla="*/ 652695 h 660321"/>
              <a:gd name="csX597" fmla="*/ 602603 w 1008380"/>
              <a:gd name="csY597" fmla="*/ 653020 h 660321"/>
              <a:gd name="csX598" fmla="*/ 603615 w 1008380"/>
              <a:gd name="csY598" fmla="*/ 653334 h 660321"/>
              <a:gd name="csX599" fmla="*/ 604627 w 1008380"/>
              <a:gd name="csY599" fmla="*/ 653632 h 660321"/>
              <a:gd name="csX600" fmla="*/ 605633 w 1008380"/>
              <a:gd name="csY600" fmla="*/ 653925 h 660321"/>
              <a:gd name="csX601" fmla="*/ 606645 w 1008380"/>
              <a:gd name="csY601" fmla="*/ 654202 h 660321"/>
              <a:gd name="csX602" fmla="*/ 607651 w 1008380"/>
              <a:gd name="csY602" fmla="*/ 654468 h 660321"/>
              <a:gd name="csX603" fmla="*/ 608663 w 1008380"/>
              <a:gd name="csY603" fmla="*/ 654724 h 660321"/>
              <a:gd name="csX604" fmla="*/ 609670 w 1008380"/>
              <a:gd name="csY604" fmla="*/ 654969 h 660321"/>
              <a:gd name="csX605" fmla="*/ 610682 w 1008380"/>
              <a:gd name="csY605" fmla="*/ 655209 h 660321"/>
              <a:gd name="csX606" fmla="*/ 611688 w 1008380"/>
              <a:gd name="csY606" fmla="*/ 655438 h 660321"/>
              <a:gd name="csX607" fmla="*/ 612700 w 1008380"/>
              <a:gd name="csY607" fmla="*/ 655656 h 660321"/>
              <a:gd name="csX608" fmla="*/ 613706 w 1008380"/>
              <a:gd name="csY608" fmla="*/ 655864 h 660321"/>
              <a:gd name="csX609" fmla="*/ 614718 w 1008380"/>
              <a:gd name="csY609" fmla="*/ 656066 h 660321"/>
              <a:gd name="csX610" fmla="*/ 615730 w 1008380"/>
              <a:gd name="csY610" fmla="*/ 656258 h 660321"/>
              <a:gd name="csX611" fmla="*/ 616737 w 1008380"/>
              <a:gd name="csY611" fmla="*/ 656444 h 660321"/>
              <a:gd name="csX612" fmla="*/ 617748 w 1008380"/>
              <a:gd name="csY612" fmla="*/ 656620 h 660321"/>
              <a:gd name="csX613" fmla="*/ 618755 w 1008380"/>
              <a:gd name="csY613" fmla="*/ 656790 h 660321"/>
              <a:gd name="csX614" fmla="*/ 619767 w 1008380"/>
              <a:gd name="csY614" fmla="*/ 656950 h 660321"/>
              <a:gd name="csX615" fmla="*/ 620773 w 1008380"/>
              <a:gd name="csY615" fmla="*/ 657110 h 660321"/>
              <a:gd name="csX616" fmla="*/ 621785 w 1008380"/>
              <a:gd name="csY616" fmla="*/ 657259 h 660321"/>
              <a:gd name="csX617" fmla="*/ 622792 w 1008380"/>
              <a:gd name="csY617" fmla="*/ 657397 h 660321"/>
              <a:gd name="csX618" fmla="*/ 623803 w 1008380"/>
              <a:gd name="csY618" fmla="*/ 657536 h 660321"/>
              <a:gd name="csX619" fmla="*/ 624810 w 1008380"/>
              <a:gd name="csY619" fmla="*/ 657669 h 660321"/>
              <a:gd name="csX620" fmla="*/ 625822 w 1008380"/>
              <a:gd name="csY620" fmla="*/ 657792 h 660321"/>
              <a:gd name="csX621" fmla="*/ 626833 w 1008380"/>
              <a:gd name="csY621" fmla="*/ 657914 h 660321"/>
              <a:gd name="csX622" fmla="*/ 627840 w 1008380"/>
              <a:gd name="csY622" fmla="*/ 658026 h 660321"/>
              <a:gd name="csX623" fmla="*/ 628852 w 1008380"/>
              <a:gd name="csY623" fmla="*/ 658138 h 660321"/>
              <a:gd name="csX624" fmla="*/ 629858 w 1008380"/>
              <a:gd name="csY624" fmla="*/ 658244 h 660321"/>
              <a:gd name="csX625" fmla="*/ 630870 w 1008380"/>
              <a:gd name="csY625" fmla="*/ 658345 h 660321"/>
              <a:gd name="csX626" fmla="*/ 631877 w 1008380"/>
              <a:gd name="csY626" fmla="*/ 658441 h 660321"/>
              <a:gd name="csX627" fmla="*/ 632888 w 1008380"/>
              <a:gd name="csY627" fmla="*/ 658532 h 660321"/>
              <a:gd name="csX628" fmla="*/ 633895 w 1008380"/>
              <a:gd name="csY628" fmla="*/ 658617 h 660321"/>
              <a:gd name="csX629" fmla="*/ 634907 w 1008380"/>
              <a:gd name="csY629" fmla="*/ 658702 h 660321"/>
              <a:gd name="csX630" fmla="*/ 635913 w 1008380"/>
              <a:gd name="csY630" fmla="*/ 658782 h 660321"/>
              <a:gd name="csX631" fmla="*/ 636925 w 1008380"/>
              <a:gd name="csY631" fmla="*/ 658857 h 660321"/>
              <a:gd name="csX632" fmla="*/ 637931 w 1008380"/>
              <a:gd name="csY632" fmla="*/ 658931 h 660321"/>
              <a:gd name="csX633" fmla="*/ 638943 w 1008380"/>
              <a:gd name="csY633" fmla="*/ 659000 h 660321"/>
              <a:gd name="csX634" fmla="*/ 639955 w 1008380"/>
              <a:gd name="csY634" fmla="*/ 659070 h 660321"/>
              <a:gd name="csX635" fmla="*/ 640962 w 1008380"/>
              <a:gd name="csY635" fmla="*/ 659128 h 660321"/>
              <a:gd name="csX636" fmla="*/ 641974 w 1008380"/>
              <a:gd name="csY636" fmla="*/ 659192 h 660321"/>
              <a:gd name="csX637" fmla="*/ 642980 w 1008380"/>
              <a:gd name="csY637" fmla="*/ 659245 h 660321"/>
              <a:gd name="csX638" fmla="*/ 643992 w 1008380"/>
              <a:gd name="csY638" fmla="*/ 659304 h 660321"/>
              <a:gd name="csX639" fmla="*/ 644998 w 1008380"/>
              <a:gd name="csY639" fmla="*/ 659357 h 660321"/>
              <a:gd name="csX640" fmla="*/ 646010 w 1008380"/>
              <a:gd name="csY640" fmla="*/ 659405 h 660321"/>
              <a:gd name="csX641" fmla="*/ 647017 w 1008380"/>
              <a:gd name="csY641" fmla="*/ 659453 h 660321"/>
              <a:gd name="csX642" fmla="*/ 648028 w 1008380"/>
              <a:gd name="csY642" fmla="*/ 659496 h 660321"/>
              <a:gd name="csX643" fmla="*/ 649035 w 1008380"/>
              <a:gd name="csY643" fmla="*/ 659538 h 660321"/>
              <a:gd name="csX644" fmla="*/ 650047 w 1008380"/>
              <a:gd name="csY644" fmla="*/ 659581 h 660321"/>
              <a:gd name="csX645" fmla="*/ 651059 w 1008380"/>
              <a:gd name="csY645" fmla="*/ 659618 h 660321"/>
              <a:gd name="csX646" fmla="*/ 652065 w 1008380"/>
              <a:gd name="csY646" fmla="*/ 659655 h 660321"/>
              <a:gd name="csX647" fmla="*/ 653077 w 1008380"/>
              <a:gd name="csY647" fmla="*/ 659693 h 660321"/>
              <a:gd name="csX648" fmla="*/ 654083 w 1008380"/>
              <a:gd name="csY648" fmla="*/ 659725 h 660321"/>
              <a:gd name="csX649" fmla="*/ 655095 w 1008380"/>
              <a:gd name="csY649" fmla="*/ 659757 h 660321"/>
              <a:gd name="csX650" fmla="*/ 656102 w 1008380"/>
              <a:gd name="csY650" fmla="*/ 659789 h 660321"/>
              <a:gd name="csX651" fmla="*/ 657113 w 1008380"/>
              <a:gd name="csY651" fmla="*/ 659815 h 660321"/>
              <a:gd name="csX652" fmla="*/ 658120 w 1008380"/>
              <a:gd name="csY652" fmla="*/ 659842 h 660321"/>
              <a:gd name="csX653" fmla="*/ 659132 w 1008380"/>
              <a:gd name="csY653" fmla="*/ 659868 h 660321"/>
              <a:gd name="csX654" fmla="*/ 660138 w 1008380"/>
              <a:gd name="csY654" fmla="*/ 659895 h 660321"/>
              <a:gd name="csX655" fmla="*/ 661150 w 1008380"/>
              <a:gd name="csY655" fmla="*/ 659916 h 660321"/>
              <a:gd name="csX656" fmla="*/ 662162 w 1008380"/>
              <a:gd name="csY656" fmla="*/ 659938 h 660321"/>
              <a:gd name="csX657" fmla="*/ 663168 w 1008380"/>
              <a:gd name="csY657" fmla="*/ 659959 h 660321"/>
              <a:gd name="csX658" fmla="*/ 664180 w 1008380"/>
              <a:gd name="csY658" fmla="*/ 659980 h 660321"/>
              <a:gd name="csX659" fmla="*/ 665187 w 1008380"/>
              <a:gd name="csY659" fmla="*/ 659996 h 660321"/>
              <a:gd name="csX660" fmla="*/ 666199 w 1008380"/>
              <a:gd name="csY660" fmla="*/ 660018 h 660321"/>
              <a:gd name="csX661" fmla="*/ 667205 w 1008380"/>
              <a:gd name="csY661" fmla="*/ 660034 h 660321"/>
              <a:gd name="csX662" fmla="*/ 668217 w 1008380"/>
              <a:gd name="csY662" fmla="*/ 660050 h 660321"/>
              <a:gd name="csX663" fmla="*/ 669223 w 1008380"/>
              <a:gd name="csY663" fmla="*/ 660065 h 660321"/>
              <a:gd name="csX664" fmla="*/ 670235 w 1008380"/>
              <a:gd name="csY664" fmla="*/ 660081 h 660321"/>
              <a:gd name="csX665" fmla="*/ 671242 w 1008380"/>
              <a:gd name="csY665" fmla="*/ 660092 h 660321"/>
              <a:gd name="csX666" fmla="*/ 672254 w 1008380"/>
              <a:gd name="csY666" fmla="*/ 660108 h 660321"/>
              <a:gd name="csX667" fmla="*/ 673265 w 1008380"/>
              <a:gd name="csY667" fmla="*/ 660119 h 660321"/>
              <a:gd name="csX668" fmla="*/ 674272 w 1008380"/>
              <a:gd name="csY668" fmla="*/ 660129 h 660321"/>
              <a:gd name="csX669" fmla="*/ 675284 w 1008380"/>
              <a:gd name="csY669" fmla="*/ 660140 h 660321"/>
              <a:gd name="csX670" fmla="*/ 676290 w 1008380"/>
              <a:gd name="csY670" fmla="*/ 660151 h 660321"/>
              <a:gd name="csX671" fmla="*/ 677302 w 1008380"/>
              <a:gd name="csY671" fmla="*/ 660161 h 660321"/>
              <a:gd name="csX672" fmla="*/ 678308 w 1008380"/>
              <a:gd name="csY672" fmla="*/ 660172 h 660321"/>
              <a:gd name="csX673" fmla="*/ 679320 w 1008380"/>
              <a:gd name="csY673" fmla="*/ 660177 h 660321"/>
              <a:gd name="csX674" fmla="*/ 680327 w 1008380"/>
              <a:gd name="csY674" fmla="*/ 660188 h 660321"/>
              <a:gd name="csX675" fmla="*/ 681339 w 1008380"/>
              <a:gd name="csY675" fmla="*/ 660193 h 660321"/>
              <a:gd name="csX676" fmla="*/ 682345 w 1008380"/>
              <a:gd name="csY676" fmla="*/ 660204 h 660321"/>
              <a:gd name="csX677" fmla="*/ 683357 w 1008380"/>
              <a:gd name="csY677" fmla="*/ 660209 h 660321"/>
              <a:gd name="csX678" fmla="*/ 684363 w 1008380"/>
              <a:gd name="csY678" fmla="*/ 660215 h 660321"/>
              <a:gd name="csX679" fmla="*/ 685375 w 1008380"/>
              <a:gd name="csY679" fmla="*/ 660225 h 660321"/>
              <a:gd name="csX680" fmla="*/ 686387 w 1008380"/>
              <a:gd name="csY680" fmla="*/ 660231 h 660321"/>
              <a:gd name="csX681" fmla="*/ 687394 w 1008380"/>
              <a:gd name="csY681" fmla="*/ 660236 h 660321"/>
              <a:gd name="csX682" fmla="*/ 688405 w 1008380"/>
              <a:gd name="csY682" fmla="*/ 660241 h 660321"/>
              <a:gd name="csX683" fmla="*/ 689412 w 1008380"/>
              <a:gd name="csY683" fmla="*/ 660247 h 660321"/>
              <a:gd name="csX684" fmla="*/ 690424 w 1008380"/>
              <a:gd name="csY684" fmla="*/ 660252 h 660321"/>
              <a:gd name="csX685" fmla="*/ 691430 w 1008380"/>
              <a:gd name="csY685" fmla="*/ 660252 h 660321"/>
              <a:gd name="csX686" fmla="*/ 692442 w 1008380"/>
              <a:gd name="csY686" fmla="*/ 660257 h 660321"/>
              <a:gd name="csX687" fmla="*/ 693448 w 1008380"/>
              <a:gd name="csY687" fmla="*/ 660262 h 660321"/>
              <a:gd name="csX688" fmla="*/ 694460 w 1008380"/>
              <a:gd name="csY688" fmla="*/ 660268 h 660321"/>
              <a:gd name="csX689" fmla="*/ 695467 w 1008380"/>
              <a:gd name="csY689" fmla="*/ 660268 h 660321"/>
              <a:gd name="csX690" fmla="*/ 696479 w 1008380"/>
              <a:gd name="csY690" fmla="*/ 660273 h 660321"/>
              <a:gd name="csX691" fmla="*/ 697490 w 1008380"/>
              <a:gd name="csY691" fmla="*/ 660273 h 660321"/>
              <a:gd name="csX692" fmla="*/ 698497 w 1008380"/>
              <a:gd name="csY692" fmla="*/ 660278 h 660321"/>
              <a:gd name="csX693" fmla="*/ 699509 w 1008380"/>
              <a:gd name="csY693" fmla="*/ 660278 h 660321"/>
              <a:gd name="csX694" fmla="*/ 700515 w 1008380"/>
              <a:gd name="csY694" fmla="*/ 660284 h 660321"/>
              <a:gd name="csX695" fmla="*/ 701527 w 1008380"/>
              <a:gd name="csY695" fmla="*/ 660284 h 660321"/>
              <a:gd name="csX696" fmla="*/ 702534 w 1008380"/>
              <a:gd name="csY696" fmla="*/ 660289 h 660321"/>
              <a:gd name="csX697" fmla="*/ 703545 w 1008380"/>
              <a:gd name="csY697" fmla="*/ 660289 h 660321"/>
              <a:gd name="csX698" fmla="*/ 704552 w 1008380"/>
              <a:gd name="csY698" fmla="*/ 660294 h 660321"/>
              <a:gd name="csX699" fmla="*/ 705564 w 1008380"/>
              <a:gd name="csY699" fmla="*/ 660294 h 660321"/>
              <a:gd name="csX700" fmla="*/ 706570 w 1008380"/>
              <a:gd name="csY700" fmla="*/ 660294 h 660321"/>
              <a:gd name="csX701" fmla="*/ 707582 w 1008380"/>
              <a:gd name="csY701" fmla="*/ 660300 h 660321"/>
              <a:gd name="csX702" fmla="*/ 708594 w 1008380"/>
              <a:gd name="csY702" fmla="*/ 660300 h 660321"/>
              <a:gd name="csX703" fmla="*/ 709600 w 1008380"/>
              <a:gd name="csY703" fmla="*/ 660300 h 660321"/>
              <a:gd name="csX704" fmla="*/ 710612 w 1008380"/>
              <a:gd name="csY704" fmla="*/ 660300 h 660321"/>
              <a:gd name="csX705" fmla="*/ 711619 w 1008380"/>
              <a:gd name="csY705" fmla="*/ 660305 h 660321"/>
              <a:gd name="csX706" fmla="*/ 712630 w 1008380"/>
              <a:gd name="csY706" fmla="*/ 660305 h 660321"/>
              <a:gd name="csX707" fmla="*/ 713637 w 1008380"/>
              <a:gd name="csY707" fmla="*/ 660305 h 660321"/>
              <a:gd name="csX708" fmla="*/ 714649 w 1008380"/>
              <a:gd name="csY708" fmla="*/ 660305 h 660321"/>
              <a:gd name="csX709" fmla="*/ 715655 w 1008380"/>
              <a:gd name="csY709" fmla="*/ 660310 h 660321"/>
              <a:gd name="csX710" fmla="*/ 716667 w 1008380"/>
              <a:gd name="csY710" fmla="*/ 660310 h 660321"/>
              <a:gd name="csX711" fmla="*/ 717674 w 1008380"/>
              <a:gd name="csY711" fmla="*/ 660310 h 660321"/>
              <a:gd name="csX712" fmla="*/ 718685 w 1008380"/>
              <a:gd name="csY712" fmla="*/ 660310 h 660321"/>
              <a:gd name="csX713" fmla="*/ 719697 w 1008380"/>
              <a:gd name="csY713" fmla="*/ 660310 h 660321"/>
              <a:gd name="csX714" fmla="*/ 720704 w 1008380"/>
              <a:gd name="csY714" fmla="*/ 660310 h 660321"/>
              <a:gd name="csX715" fmla="*/ 721716 w 1008380"/>
              <a:gd name="csY715" fmla="*/ 660310 h 660321"/>
              <a:gd name="csX716" fmla="*/ 722722 w 1008380"/>
              <a:gd name="csY716" fmla="*/ 660316 h 660321"/>
              <a:gd name="csX717" fmla="*/ 723734 w 1008380"/>
              <a:gd name="csY717" fmla="*/ 660316 h 660321"/>
              <a:gd name="csX718" fmla="*/ 724740 w 1008380"/>
              <a:gd name="csY718" fmla="*/ 660316 h 660321"/>
              <a:gd name="csX719" fmla="*/ 725752 w 1008380"/>
              <a:gd name="csY719" fmla="*/ 660316 h 660321"/>
              <a:gd name="csX720" fmla="*/ 726759 w 1008380"/>
              <a:gd name="csY720" fmla="*/ 660316 h 660321"/>
              <a:gd name="csX721" fmla="*/ 727771 w 1008380"/>
              <a:gd name="csY721" fmla="*/ 660316 h 660321"/>
              <a:gd name="csX722" fmla="*/ 728777 w 1008380"/>
              <a:gd name="csY722" fmla="*/ 660316 h 660321"/>
              <a:gd name="csX723" fmla="*/ 729789 w 1008380"/>
              <a:gd name="csY723" fmla="*/ 660316 h 660321"/>
              <a:gd name="csX724" fmla="*/ 730795 w 1008380"/>
              <a:gd name="csY724" fmla="*/ 660316 h 660321"/>
              <a:gd name="csX725" fmla="*/ 731807 w 1008380"/>
              <a:gd name="csY725" fmla="*/ 660316 h 660321"/>
              <a:gd name="csX726" fmla="*/ 732819 w 1008380"/>
              <a:gd name="csY726" fmla="*/ 660316 h 660321"/>
              <a:gd name="csX727" fmla="*/ 733825 w 1008380"/>
              <a:gd name="csY727" fmla="*/ 660321 h 660321"/>
              <a:gd name="csX728" fmla="*/ 734837 w 1008380"/>
              <a:gd name="csY728" fmla="*/ 660321 h 660321"/>
              <a:gd name="csX729" fmla="*/ 735844 w 1008380"/>
              <a:gd name="csY729" fmla="*/ 660321 h 660321"/>
              <a:gd name="csX730" fmla="*/ 736856 w 1008380"/>
              <a:gd name="csY730" fmla="*/ 660321 h 660321"/>
              <a:gd name="csX731" fmla="*/ 737862 w 1008380"/>
              <a:gd name="csY731" fmla="*/ 660321 h 660321"/>
              <a:gd name="csX732" fmla="*/ 738874 w 1008380"/>
              <a:gd name="csY732" fmla="*/ 660321 h 660321"/>
              <a:gd name="csX733" fmla="*/ 739880 w 1008380"/>
              <a:gd name="csY733" fmla="*/ 660321 h 660321"/>
              <a:gd name="csX734" fmla="*/ 740892 w 1008380"/>
              <a:gd name="csY734" fmla="*/ 660321 h 660321"/>
              <a:gd name="csX735" fmla="*/ 741899 w 1008380"/>
              <a:gd name="csY735" fmla="*/ 660321 h 660321"/>
              <a:gd name="csX736" fmla="*/ 742911 w 1008380"/>
              <a:gd name="csY736" fmla="*/ 660321 h 660321"/>
              <a:gd name="csX737" fmla="*/ 743922 w 1008380"/>
              <a:gd name="csY737" fmla="*/ 660321 h 660321"/>
              <a:gd name="csX738" fmla="*/ 744929 w 1008380"/>
              <a:gd name="csY738" fmla="*/ 660321 h 660321"/>
              <a:gd name="csX739" fmla="*/ 745941 w 1008380"/>
              <a:gd name="csY739" fmla="*/ 660321 h 660321"/>
              <a:gd name="csX740" fmla="*/ 746947 w 1008380"/>
              <a:gd name="csY740" fmla="*/ 660321 h 660321"/>
              <a:gd name="csX741" fmla="*/ 747959 w 1008380"/>
              <a:gd name="csY741" fmla="*/ 660321 h 660321"/>
              <a:gd name="csX742" fmla="*/ 748965 w 1008380"/>
              <a:gd name="csY742" fmla="*/ 660321 h 660321"/>
              <a:gd name="csX743" fmla="*/ 749977 w 1008380"/>
              <a:gd name="csY743" fmla="*/ 660321 h 660321"/>
              <a:gd name="csX744" fmla="*/ 750984 w 1008380"/>
              <a:gd name="csY744" fmla="*/ 660321 h 660321"/>
              <a:gd name="csX745" fmla="*/ 751996 w 1008380"/>
              <a:gd name="csY745" fmla="*/ 660321 h 660321"/>
              <a:gd name="csX746" fmla="*/ 753002 w 1008380"/>
              <a:gd name="csY746" fmla="*/ 660321 h 660321"/>
              <a:gd name="csX747" fmla="*/ 754014 w 1008380"/>
              <a:gd name="csY747" fmla="*/ 660321 h 660321"/>
              <a:gd name="csX748" fmla="*/ 755026 w 1008380"/>
              <a:gd name="csY748" fmla="*/ 660321 h 660321"/>
              <a:gd name="csX749" fmla="*/ 756032 w 1008380"/>
              <a:gd name="csY749" fmla="*/ 660321 h 660321"/>
              <a:gd name="csX750" fmla="*/ 757044 w 1008380"/>
              <a:gd name="csY750" fmla="*/ 660321 h 660321"/>
              <a:gd name="csX751" fmla="*/ 758051 w 1008380"/>
              <a:gd name="csY751" fmla="*/ 660321 h 660321"/>
              <a:gd name="csX752" fmla="*/ 759062 w 1008380"/>
              <a:gd name="csY752" fmla="*/ 660321 h 660321"/>
              <a:gd name="csX753" fmla="*/ 760069 w 1008380"/>
              <a:gd name="csY753" fmla="*/ 660321 h 660321"/>
              <a:gd name="csX754" fmla="*/ 761081 w 1008380"/>
              <a:gd name="csY754" fmla="*/ 660321 h 660321"/>
              <a:gd name="csX755" fmla="*/ 762087 w 1008380"/>
              <a:gd name="csY755" fmla="*/ 660321 h 660321"/>
              <a:gd name="csX756" fmla="*/ 763099 w 1008380"/>
              <a:gd name="csY756" fmla="*/ 660321 h 660321"/>
              <a:gd name="csX757" fmla="*/ 764106 w 1008380"/>
              <a:gd name="csY757" fmla="*/ 660321 h 660321"/>
              <a:gd name="csX758" fmla="*/ 765117 w 1008380"/>
              <a:gd name="csY758" fmla="*/ 660321 h 660321"/>
              <a:gd name="csX759" fmla="*/ 766129 w 1008380"/>
              <a:gd name="csY759" fmla="*/ 660321 h 660321"/>
              <a:gd name="csX760" fmla="*/ 767136 w 1008380"/>
              <a:gd name="csY760" fmla="*/ 660321 h 660321"/>
              <a:gd name="csX761" fmla="*/ 768147 w 1008380"/>
              <a:gd name="csY761" fmla="*/ 660321 h 660321"/>
              <a:gd name="csX762" fmla="*/ 769154 w 1008380"/>
              <a:gd name="csY762" fmla="*/ 660321 h 660321"/>
              <a:gd name="csX763" fmla="*/ 770166 w 1008380"/>
              <a:gd name="csY763" fmla="*/ 660321 h 660321"/>
              <a:gd name="csX764" fmla="*/ 771172 w 1008380"/>
              <a:gd name="csY764" fmla="*/ 660321 h 660321"/>
              <a:gd name="csX765" fmla="*/ 772184 w 1008380"/>
              <a:gd name="csY765" fmla="*/ 660321 h 660321"/>
              <a:gd name="csX766" fmla="*/ 773191 w 1008380"/>
              <a:gd name="csY766" fmla="*/ 660321 h 660321"/>
              <a:gd name="csX767" fmla="*/ 774202 w 1008380"/>
              <a:gd name="csY767" fmla="*/ 660321 h 660321"/>
              <a:gd name="csX768" fmla="*/ 775209 w 1008380"/>
              <a:gd name="csY768" fmla="*/ 660321 h 660321"/>
              <a:gd name="csX769" fmla="*/ 776221 w 1008380"/>
              <a:gd name="csY769" fmla="*/ 660321 h 660321"/>
              <a:gd name="csX770" fmla="*/ 777227 w 1008380"/>
              <a:gd name="csY770" fmla="*/ 660321 h 660321"/>
              <a:gd name="csX771" fmla="*/ 778239 w 1008380"/>
              <a:gd name="csY771" fmla="*/ 660321 h 660321"/>
              <a:gd name="csX772" fmla="*/ 779251 w 1008380"/>
              <a:gd name="csY772" fmla="*/ 660321 h 660321"/>
              <a:gd name="csX773" fmla="*/ 780257 w 1008380"/>
              <a:gd name="csY773" fmla="*/ 660321 h 660321"/>
              <a:gd name="csX774" fmla="*/ 781269 w 1008380"/>
              <a:gd name="csY774" fmla="*/ 660321 h 660321"/>
              <a:gd name="csX775" fmla="*/ 782276 w 1008380"/>
              <a:gd name="csY775" fmla="*/ 660321 h 660321"/>
              <a:gd name="csX776" fmla="*/ 783288 w 1008380"/>
              <a:gd name="csY776" fmla="*/ 660321 h 660321"/>
              <a:gd name="csX777" fmla="*/ 784294 w 1008380"/>
              <a:gd name="csY777" fmla="*/ 660321 h 660321"/>
              <a:gd name="csX778" fmla="*/ 785306 w 1008380"/>
              <a:gd name="csY778" fmla="*/ 660321 h 660321"/>
              <a:gd name="csX779" fmla="*/ 786312 w 1008380"/>
              <a:gd name="csY779" fmla="*/ 660321 h 660321"/>
              <a:gd name="csX780" fmla="*/ 787324 w 1008380"/>
              <a:gd name="csY780" fmla="*/ 660321 h 660321"/>
              <a:gd name="csX781" fmla="*/ 788331 w 1008380"/>
              <a:gd name="csY781" fmla="*/ 660321 h 660321"/>
              <a:gd name="csX782" fmla="*/ 789342 w 1008380"/>
              <a:gd name="csY782" fmla="*/ 660321 h 660321"/>
              <a:gd name="csX783" fmla="*/ 790354 w 1008380"/>
              <a:gd name="csY783" fmla="*/ 660321 h 660321"/>
              <a:gd name="csX784" fmla="*/ 791361 w 1008380"/>
              <a:gd name="csY784" fmla="*/ 660321 h 660321"/>
              <a:gd name="csX785" fmla="*/ 792373 w 1008380"/>
              <a:gd name="csY785" fmla="*/ 660321 h 660321"/>
              <a:gd name="csX786" fmla="*/ 793379 w 1008380"/>
              <a:gd name="csY786" fmla="*/ 660321 h 660321"/>
              <a:gd name="csX787" fmla="*/ 794391 w 1008380"/>
              <a:gd name="csY787" fmla="*/ 660321 h 660321"/>
              <a:gd name="csX788" fmla="*/ 795397 w 1008380"/>
              <a:gd name="csY788" fmla="*/ 660321 h 660321"/>
              <a:gd name="csX789" fmla="*/ 796409 w 1008380"/>
              <a:gd name="csY789" fmla="*/ 660321 h 660321"/>
              <a:gd name="csX790" fmla="*/ 797416 w 1008380"/>
              <a:gd name="csY790" fmla="*/ 660321 h 660321"/>
              <a:gd name="csX791" fmla="*/ 798428 w 1008380"/>
              <a:gd name="csY791" fmla="*/ 660321 h 660321"/>
              <a:gd name="csX792" fmla="*/ 799434 w 1008380"/>
              <a:gd name="csY792" fmla="*/ 660321 h 660321"/>
              <a:gd name="csX793" fmla="*/ 800446 w 1008380"/>
              <a:gd name="csY793" fmla="*/ 660321 h 660321"/>
              <a:gd name="csX794" fmla="*/ 801458 w 1008380"/>
              <a:gd name="csY794" fmla="*/ 660321 h 660321"/>
              <a:gd name="csX795" fmla="*/ 802464 w 1008380"/>
              <a:gd name="csY795" fmla="*/ 660321 h 660321"/>
              <a:gd name="csX796" fmla="*/ 803476 w 1008380"/>
              <a:gd name="csY796" fmla="*/ 660321 h 660321"/>
              <a:gd name="csX797" fmla="*/ 804482 w 1008380"/>
              <a:gd name="csY797" fmla="*/ 660321 h 660321"/>
              <a:gd name="csX798" fmla="*/ 805494 w 1008380"/>
              <a:gd name="csY798" fmla="*/ 660321 h 660321"/>
              <a:gd name="csX799" fmla="*/ 806501 w 1008380"/>
              <a:gd name="csY799" fmla="*/ 660321 h 660321"/>
              <a:gd name="csX800" fmla="*/ 807513 w 1008380"/>
              <a:gd name="csY800" fmla="*/ 660321 h 660321"/>
              <a:gd name="csX801" fmla="*/ 808519 w 1008380"/>
              <a:gd name="csY801" fmla="*/ 660321 h 660321"/>
              <a:gd name="csX802" fmla="*/ 809531 w 1008380"/>
              <a:gd name="csY802" fmla="*/ 660321 h 660321"/>
              <a:gd name="csX803" fmla="*/ 810537 w 1008380"/>
              <a:gd name="csY803" fmla="*/ 660321 h 660321"/>
              <a:gd name="csX804" fmla="*/ 811549 w 1008380"/>
              <a:gd name="csY804" fmla="*/ 660321 h 660321"/>
              <a:gd name="csX805" fmla="*/ 812561 w 1008380"/>
              <a:gd name="csY805" fmla="*/ 660321 h 660321"/>
              <a:gd name="csX806" fmla="*/ 813568 w 1008380"/>
              <a:gd name="csY806" fmla="*/ 660321 h 660321"/>
              <a:gd name="csX807" fmla="*/ 814579 w 1008380"/>
              <a:gd name="csY807" fmla="*/ 660321 h 660321"/>
              <a:gd name="csX808" fmla="*/ 815586 w 1008380"/>
              <a:gd name="csY808" fmla="*/ 660321 h 660321"/>
              <a:gd name="csX809" fmla="*/ 816598 w 1008380"/>
              <a:gd name="csY809" fmla="*/ 660321 h 660321"/>
              <a:gd name="csX810" fmla="*/ 817604 w 1008380"/>
              <a:gd name="csY810" fmla="*/ 660321 h 660321"/>
              <a:gd name="csX811" fmla="*/ 818616 w 1008380"/>
              <a:gd name="csY811" fmla="*/ 660321 h 660321"/>
              <a:gd name="csX812" fmla="*/ 819623 w 1008380"/>
              <a:gd name="csY812" fmla="*/ 660321 h 660321"/>
              <a:gd name="csX813" fmla="*/ 820634 w 1008380"/>
              <a:gd name="csY813" fmla="*/ 660321 h 660321"/>
              <a:gd name="csX814" fmla="*/ 821641 w 1008380"/>
              <a:gd name="csY814" fmla="*/ 660321 h 660321"/>
              <a:gd name="csX815" fmla="*/ 822653 w 1008380"/>
              <a:gd name="csY815" fmla="*/ 660321 h 660321"/>
              <a:gd name="csX816" fmla="*/ 823664 w 1008380"/>
              <a:gd name="csY816" fmla="*/ 660321 h 660321"/>
              <a:gd name="csX817" fmla="*/ 824671 w 1008380"/>
              <a:gd name="csY817" fmla="*/ 660321 h 660321"/>
              <a:gd name="csX818" fmla="*/ 825683 w 1008380"/>
              <a:gd name="csY818" fmla="*/ 660321 h 660321"/>
              <a:gd name="csX819" fmla="*/ 826689 w 1008380"/>
              <a:gd name="csY819" fmla="*/ 660321 h 660321"/>
              <a:gd name="csX820" fmla="*/ 827701 w 1008380"/>
              <a:gd name="csY820" fmla="*/ 660321 h 660321"/>
              <a:gd name="csX821" fmla="*/ 828708 w 1008380"/>
              <a:gd name="csY821" fmla="*/ 660321 h 660321"/>
              <a:gd name="csX822" fmla="*/ 829719 w 1008380"/>
              <a:gd name="csY822" fmla="*/ 660321 h 660321"/>
              <a:gd name="csX823" fmla="*/ 830726 w 1008380"/>
              <a:gd name="csY823" fmla="*/ 660321 h 660321"/>
              <a:gd name="csX824" fmla="*/ 831738 w 1008380"/>
              <a:gd name="csY824" fmla="*/ 660321 h 660321"/>
              <a:gd name="csX825" fmla="*/ 832744 w 1008380"/>
              <a:gd name="csY825" fmla="*/ 660321 h 660321"/>
              <a:gd name="csX826" fmla="*/ 833756 w 1008380"/>
              <a:gd name="csY826" fmla="*/ 660321 h 660321"/>
              <a:gd name="csX827" fmla="*/ 834763 w 1008380"/>
              <a:gd name="csY827" fmla="*/ 660321 h 660321"/>
              <a:gd name="csX828" fmla="*/ 835774 w 1008380"/>
              <a:gd name="csY828" fmla="*/ 660321 h 660321"/>
              <a:gd name="csX829" fmla="*/ 836786 w 1008380"/>
              <a:gd name="csY829" fmla="*/ 660321 h 660321"/>
              <a:gd name="csX830" fmla="*/ 837793 w 1008380"/>
              <a:gd name="csY830" fmla="*/ 660321 h 660321"/>
              <a:gd name="csX831" fmla="*/ 838805 w 1008380"/>
              <a:gd name="csY831" fmla="*/ 660321 h 660321"/>
              <a:gd name="csX832" fmla="*/ 839811 w 1008380"/>
              <a:gd name="csY832" fmla="*/ 660321 h 660321"/>
              <a:gd name="csX833" fmla="*/ 840823 w 1008380"/>
              <a:gd name="csY833" fmla="*/ 660321 h 660321"/>
              <a:gd name="csX834" fmla="*/ 841829 w 1008380"/>
              <a:gd name="csY834" fmla="*/ 660321 h 660321"/>
              <a:gd name="csX835" fmla="*/ 842841 w 1008380"/>
              <a:gd name="csY835" fmla="*/ 660321 h 660321"/>
              <a:gd name="csX836" fmla="*/ 843848 w 1008380"/>
              <a:gd name="csY836" fmla="*/ 660321 h 660321"/>
              <a:gd name="csX837" fmla="*/ 844859 w 1008380"/>
              <a:gd name="csY837" fmla="*/ 660321 h 660321"/>
              <a:gd name="csX838" fmla="*/ 845866 w 1008380"/>
              <a:gd name="csY838" fmla="*/ 660321 h 660321"/>
              <a:gd name="csX839" fmla="*/ 846878 w 1008380"/>
              <a:gd name="csY839" fmla="*/ 660321 h 660321"/>
              <a:gd name="csX840" fmla="*/ 847890 w 1008380"/>
              <a:gd name="csY840" fmla="*/ 660321 h 660321"/>
              <a:gd name="csX841" fmla="*/ 848896 w 1008380"/>
              <a:gd name="csY841" fmla="*/ 660321 h 660321"/>
              <a:gd name="csX842" fmla="*/ 849908 w 1008380"/>
              <a:gd name="csY842" fmla="*/ 660321 h 660321"/>
              <a:gd name="csX843" fmla="*/ 850914 w 1008380"/>
              <a:gd name="csY843" fmla="*/ 660321 h 660321"/>
              <a:gd name="csX844" fmla="*/ 851926 w 1008380"/>
              <a:gd name="csY844" fmla="*/ 660321 h 660321"/>
              <a:gd name="csX845" fmla="*/ 852933 w 1008380"/>
              <a:gd name="csY845" fmla="*/ 660321 h 660321"/>
              <a:gd name="csX846" fmla="*/ 853945 w 1008380"/>
              <a:gd name="csY846" fmla="*/ 660321 h 660321"/>
              <a:gd name="csX847" fmla="*/ 854951 w 1008380"/>
              <a:gd name="csY847" fmla="*/ 660321 h 660321"/>
              <a:gd name="csX848" fmla="*/ 855963 w 1008380"/>
              <a:gd name="csY848" fmla="*/ 660321 h 660321"/>
              <a:gd name="csX849" fmla="*/ 856969 w 1008380"/>
              <a:gd name="csY849" fmla="*/ 660321 h 660321"/>
              <a:gd name="csX850" fmla="*/ 857981 w 1008380"/>
              <a:gd name="csY850" fmla="*/ 660321 h 660321"/>
              <a:gd name="csX851" fmla="*/ 858993 w 1008380"/>
              <a:gd name="csY851" fmla="*/ 660321 h 660321"/>
              <a:gd name="csX852" fmla="*/ 859999 w 1008380"/>
              <a:gd name="csY852" fmla="*/ 660321 h 660321"/>
              <a:gd name="csX853" fmla="*/ 861011 w 1008380"/>
              <a:gd name="csY853" fmla="*/ 660321 h 660321"/>
              <a:gd name="csX854" fmla="*/ 862018 w 1008380"/>
              <a:gd name="csY854" fmla="*/ 660321 h 660321"/>
              <a:gd name="csX855" fmla="*/ 863030 w 1008380"/>
              <a:gd name="csY855" fmla="*/ 660321 h 660321"/>
              <a:gd name="csX856" fmla="*/ 864036 w 1008380"/>
              <a:gd name="csY856" fmla="*/ 660321 h 660321"/>
              <a:gd name="csX857" fmla="*/ 865048 w 1008380"/>
              <a:gd name="csY857" fmla="*/ 660321 h 660321"/>
              <a:gd name="csX858" fmla="*/ 866054 w 1008380"/>
              <a:gd name="csY858" fmla="*/ 660321 h 660321"/>
              <a:gd name="csX859" fmla="*/ 867066 w 1008380"/>
              <a:gd name="csY859" fmla="*/ 660321 h 660321"/>
              <a:gd name="csX860" fmla="*/ 868073 w 1008380"/>
              <a:gd name="csY860" fmla="*/ 660321 h 660321"/>
              <a:gd name="csX861" fmla="*/ 869085 w 1008380"/>
              <a:gd name="csY861" fmla="*/ 660321 h 660321"/>
              <a:gd name="csX862" fmla="*/ 870096 w 1008380"/>
              <a:gd name="csY862" fmla="*/ 660321 h 660321"/>
              <a:gd name="csX863" fmla="*/ 871103 w 1008380"/>
              <a:gd name="csY863" fmla="*/ 660321 h 660321"/>
              <a:gd name="csX864" fmla="*/ 872115 w 1008380"/>
              <a:gd name="csY864" fmla="*/ 660321 h 660321"/>
              <a:gd name="csX865" fmla="*/ 873121 w 1008380"/>
              <a:gd name="csY865" fmla="*/ 660321 h 660321"/>
              <a:gd name="csX866" fmla="*/ 874133 w 1008380"/>
              <a:gd name="csY866" fmla="*/ 660321 h 660321"/>
              <a:gd name="csX867" fmla="*/ 875140 w 1008380"/>
              <a:gd name="csY867" fmla="*/ 660321 h 660321"/>
              <a:gd name="csX868" fmla="*/ 876151 w 1008380"/>
              <a:gd name="csY868" fmla="*/ 660321 h 660321"/>
              <a:gd name="csX869" fmla="*/ 877158 w 1008380"/>
              <a:gd name="csY869" fmla="*/ 660321 h 660321"/>
              <a:gd name="csX870" fmla="*/ 878170 w 1008380"/>
              <a:gd name="csY870" fmla="*/ 660321 h 660321"/>
              <a:gd name="csX871" fmla="*/ 879176 w 1008380"/>
              <a:gd name="csY871" fmla="*/ 660321 h 660321"/>
              <a:gd name="csX872" fmla="*/ 880188 w 1008380"/>
              <a:gd name="csY872" fmla="*/ 660321 h 660321"/>
              <a:gd name="csX873" fmla="*/ 881195 w 1008380"/>
              <a:gd name="csY873" fmla="*/ 660321 h 660321"/>
              <a:gd name="csX874" fmla="*/ 882206 w 1008380"/>
              <a:gd name="csY874" fmla="*/ 660321 h 660321"/>
              <a:gd name="csX875" fmla="*/ 883218 w 1008380"/>
              <a:gd name="csY875" fmla="*/ 660321 h 660321"/>
              <a:gd name="csX876" fmla="*/ 884225 w 1008380"/>
              <a:gd name="csY876" fmla="*/ 660321 h 660321"/>
              <a:gd name="csX877" fmla="*/ 885236 w 1008380"/>
              <a:gd name="csY877" fmla="*/ 660321 h 660321"/>
              <a:gd name="csX878" fmla="*/ 886243 w 1008380"/>
              <a:gd name="csY878" fmla="*/ 660321 h 660321"/>
              <a:gd name="csX879" fmla="*/ 887255 w 1008380"/>
              <a:gd name="csY879" fmla="*/ 660321 h 660321"/>
              <a:gd name="csX880" fmla="*/ 888261 w 1008380"/>
              <a:gd name="csY880" fmla="*/ 660321 h 660321"/>
              <a:gd name="csX881" fmla="*/ 889273 w 1008380"/>
              <a:gd name="csY881" fmla="*/ 660321 h 660321"/>
              <a:gd name="csX882" fmla="*/ 890280 w 1008380"/>
              <a:gd name="csY882" fmla="*/ 660321 h 660321"/>
              <a:gd name="csX883" fmla="*/ 891291 w 1008380"/>
              <a:gd name="csY883" fmla="*/ 660321 h 660321"/>
              <a:gd name="csX884" fmla="*/ 892298 w 1008380"/>
              <a:gd name="csY884" fmla="*/ 660321 h 660321"/>
              <a:gd name="csX885" fmla="*/ 893310 w 1008380"/>
              <a:gd name="csY885" fmla="*/ 660321 h 660321"/>
              <a:gd name="csX886" fmla="*/ 894322 w 1008380"/>
              <a:gd name="csY886" fmla="*/ 660321 h 660321"/>
              <a:gd name="csX887" fmla="*/ 895328 w 1008380"/>
              <a:gd name="csY887" fmla="*/ 660321 h 660321"/>
              <a:gd name="csX888" fmla="*/ 896340 w 1008380"/>
              <a:gd name="csY888" fmla="*/ 660321 h 660321"/>
              <a:gd name="csX889" fmla="*/ 897346 w 1008380"/>
              <a:gd name="csY889" fmla="*/ 660321 h 660321"/>
              <a:gd name="csX890" fmla="*/ 898358 w 1008380"/>
              <a:gd name="csY890" fmla="*/ 660321 h 660321"/>
              <a:gd name="csX891" fmla="*/ 899365 w 1008380"/>
              <a:gd name="csY891" fmla="*/ 660321 h 660321"/>
              <a:gd name="csX892" fmla="*/ 900376 w 1008380"/>
              <a:gd name="csY892" fmla="*/ 660321 h 660321"/>
              <a:gd name="csX893" fmla="*/ 901383 w 1008380"/>
              <a:gd name="csY893" fmla="*/ 660321 h 660321"/>
              <a:gd name="csX894" fmla="*/ 902395 w 1008380"/>
              <a:gd name="csY894" fmla="*/ 660321 h 660321"/>
              <a:gd name="csX895" fmla="*/ 903401 w 1008380"/>
              <a:gd name="csY895" fmla="*/ 660321 h 660321"/>
              <a:gd name="csX896" fmla="*/ 904413 w 1008380"/>
              <a:gd name="csY896" fmla="*/ 660321 h 660321"/>
              <a:gd name="csX897" fmla="*/ 905425 w 1008380"/>
              <a:gd name="csY897" fmla="*/ 660321 h 660321"/>
              <a:gd name="csX898" fmla="*/ 906431 w 1008380"/>
              <a:gd name="csY898" fmla="*/ 660321 h 660321"/>
              <a:gd name="csX899" fmla="*/ 907443 w 1008380"/>
              <a:gd name="csY899" fmla="*/ 660321 h 660321"/>
              <a:gd name="csX900" fmla="*/ 908450 w 1008380"/>
              <a:gd name="csY900" fmla="*/ 660321 h 660321"/>
              <a:gd name="csX901" fmla="*/ 909462 w 1008380"/>
              <a:gd name="csY901" fmla="*/ 660321 h 660321"/>
              <a:gd name="csX902" fmla="*/ 910468 w 1008380"/>
              <a:gd name="csY902" fmla="*/ 660321 h 660321"/>
              <a:gd name="csX903" fmla="*/ 911480 w 1008380"/>
              <a:gd name="csY903" fmla="*/ 660321 h 660321"/>
              <a:gd name="csX904" fmla="*/ 912486 w 1008380"/>
              <a:gd name="csY904" fmla="*/ 660321 h 660321"/>
              <a:gd name="csX905" fmla="*/ 913498 w 1008380"/>
              <a:gd name="csY905" fmla="*/ 660321 h 660321"/>
              <a:gd name="csX906" fmla="*/ 914505 w 1008380"/>
              <a:gd name="csY906" fmla="*/ 660321 h 660321"/>
              <a:gd name="csX907" fmla="*/ 915517 w 1008380"/>
              <a:gd name="csY907" fmla="*/ 660321 h 660321"/>
              <a:gd name="csX908" fmla="*/ 916528 w 1008380"/>
              <a:gd name="csY908" fmla="*/ 660321 h 660321"/>
              <a:gd name="csX909" fmla="*/ 917535 w 1008380"/>
              <a:gd name="csY909" fmla="*/ 660321 h 660321"/>
              <a:gd name="csX910" fmla="*/ 918547 w 1008380"/>
              <a:gd name="csY910" fmla="*/ 660321 h 660321"/>
              <a:gd name="csX911" fmla="*/ 919553 w 1008380"/>
              <a:gd name="csY911" fmla="*/ 660321 h 660321"/>
              <a:gd name="csX912" fmla="*/ 920565 w 1008380"/>
              <a:gd name="csY912" fmla="*/ 660321 h 660321"/>
              <a:gd name="csX913" fmla="*/ 921571 w 1008380"/>
              <a:gd name="csY913" fmla="*/ 660321 h 660321"/>
              <a:gd name="csX914" fmla="*/ 922583 w 1008380"/>
              <a:gd name="csY914" fmla="*/ 660321 h 660321"/>
              <a:gd name="csX915" fmla="*/ 923590 w 1008380"/>
              <a:gd name="csY915" fmla="*/ 660321 h 660321"/>
              <a:gd name="csX916" fmla="*/ 924602 w 1008380"/>
              <a:gd name="csY916" fmla="*/ 660321 h 660321"/>
              <a:gd name="csX917" fmla="*/ 925608 w 1008380"/>
              <a:gd name="csY917" fmla="*/ 660321 h 660321"/>
              <a:gd name="csX918" fmla="*/ 926620 w 1008380"/>
              <a:gd name="csY918" fmla="*/ 660321 h 660321"/>
              <a:gd name="csX919" fmla="*/ 927626 w 1008380"/>
              <a:gd name="csY919" fmla="*/ 660321 h 660321"/>
              <a:gd name="csX920" fmla="*/ 928638 w 1008380"/>
              <a:gd name="csY920" fmla="*/ 660321 h 660321"/>
              <a:gd name="csX921" fmla="*/ 929650 w 1008380"/>
              <a:gd name="csY921" fmla="*/ 660321 h 660321"/>
              <a:gd name="csX922" fmla="*/ 930657 w 1008380"/>
              <a:gd name="csY922" fmla="*/ 660321 h 660321"/>
              <a:gd name="csX923" fmla="*/ 931668 w 1008380"/>
              <a:gd name="csY923" fmla="*/ 660321 h 660321"/>
              <a:gd name="csX924" fmla="*/ 932675 w 1008380"/>
              <a:gd name="csY924" fmla="*/ 660321 h 660321"/>
              <a:gd name="csX925" fmla="*/ 933687 w 1008380"/>
              <a:gd name="csY925" fmla="*/ 660321 h 660321"/>
              <a:gd name="csX926" fmla="*/ 934693 w 1008380"/>
              <a:gd name="csY926" fmla="*/ 660321 h 660321"/>
              <a:gd name="csX927" fmla="*/ 935705 w 1008380"/>
              <a:gd name="csY927" fmla="*/ 660321 h 660321"/>
              <a:gd name="csX928" fmla="*/ 936712 w 1008380"/>
              <a:gd name="csY928" fmla="*/ 660321 h 660321"/>
              <a:gd name="csX929" fmla="*/ 937723 w 1008380"/>
              <a:gd name="csY929" fmla="*/ 660321 h 660321"/>
              <a:gd name="csX930" fmla="*/ 938730 w 1008380"/>
              <a:gd name="csY930" fmla="*/ 660321 h 660321"/>
              <a:gd name="csX931" fmla="*/ 939742 w 1008380"/>
              <a:gd name="csY931" fmla="*/ 660321 h 660321"/>
              <a:gd name="csX932" fmla="*/ 940753 w 1008380"/>
              <a:gd name="csY932" fmla="*/ 660321 h 660321"/>
              <a:gd name="csX933" fmla="*/ 941760 w 1008380"/>
              <a:gd name="csY933" fmla="*/ 660321 h 660321"/>
              <a:gd name="csX934" fmla="*/ 942772 w 1008380"/>
              <a:gd name="csY934" fmla="*/ 660321 h 660321"/>
              <a:gd name="csX935" fmla="*/ 943778 w 1008380"/>
              <a:gd name="csY935" fmla="*/ 660321 h 660321"/>
              <a:gd name="csX936" fmla="*/ 944790 w 1008380"/>
              <a:gd name="csY936" fmla="*/ 660321 h 660321"/>
              <a:gd name="csX937" fmla="*/ 945797 w 1008380"/>
              <a:gd name="csY937" fmla="*/ 660321 h 660321"/>
              <a:gd name="csX938" fmla="*/ 946808 w 1008380"/>
              <a:gd name="csY938" fmla="*/ 660321 h 660321"/>
              <a:gd name="csX939" fmla="*/ 947815 w 1008380"/>
              <a:gd name="csY939" fmla="*/ 660321 h 660321"/>
              <a:gd name="csX940" fmla="*/ 948827 w 1008380"/>
              <a:gd name="csY940" fmla="*/ 660321 h 660321"/>
              <a:gd name="csX941" fmla="*/ 949833 w 1008380"/>
              <a:gd name="csY941" fmla="*/ 660321 h 660321"/>
              <a:gd name="csX942" fmla="*/ 950845 w 1008380"/>
              <a:gd name="csY942" fmla="*/ 660321 h 660321"/>
              <a:gd name="csX943" fmla="*/ 951857 w 1008380"/>
              <a:gd name="csY943" fmla="*/ 660321 h 660321"/>
              <a:gd name="csX944" fmla="*/ 952863 w 1008380"/>
              <a:gd name="csY944" fmla="*/ 660321 h 660321"/>
              <a:gd name="csX945" fmla="*/ 953875 w 1008380"/>
              <a:gd name="csY945" fmla="*/ 660321 h 660321"/>
              <a:gd name="csX946" fmla="*/ 954882 w 1008380"/>
              <a:gd name="csY946" fmla="*/ 660321 h 660321"/>
              <a:gd name="csX947" fmla="*/ 955893 w 1008380"/>
              <a:gd name="csY947" fmla="*/ 660321 h 660321"/>
              <a:gd name="csX948" fmla="*/ 956900 w 1008380"/>
              <a:gd name="csY948" fmla="*/ 660321 h 660321"/>
              <a:gd name="csX949" fmla="*/ 957912 w 1008380"/>
              <a:gd name="csY949" fmla="*/ 660321 h 660321"/>
              <a:gd name="csX950" fmla="*/ 958918 w 1008380"/>
              <a:gd name="csY950" fmla="*/ 660321 h 660321"/>
              <a:gd name="csX951" fmla="*/ 959930 w 1008380"/>
              <a:gd name="csY951" fmla="*/ 660321 h 660321"/>
              <a:gd name="csX952" fmla="*/ 960937 w 1008380"/>
              <a:gd name="csY952" fmla="*/ 660321 h 660321"/>
              <a:gd name="csX953" fmla="*/ 961948 w 1008380"/>
              <a:gd name="csY953" fmla="*/ 660321 h 660321"/>
              <a:gd name="csX954" fmla="*/ 962960 w 1008380"/>
              <a:gd name="csY954" fmla="*/ 660321 h 660321"/>
              <a:gd name="csX955" fmla="*/ 963967 w 1008380"/>
              <a:gd name="csY955" fmla="*/ 660321 h 660321"/>
              <a:gd name="csX956" fmla="*/ 964978 w 1008380"/>
              <a:gd name="csY956" fmla="*/ 660321 h 660321"/>
              <a:gd name="csX957" fmla="*/ 965985 w 1008380"/>
              <a:gd name="csY957" fmla="*/ 660321 h 660321"/>
              <a:gd name="csX958" fmla="*/ 966997 w 1008380"/>
              <a:gd name="csY958" fmla="*/ 660321 h 660321"/>
              <a:gd name="csX959" fmla="*/ 968003 w 1008380"/>
              <a:gd name="csY959" fmla="*/ 660321 h 660321"/>
              <a:gd name="csX960" fmla="*/ 969015 w 1008380"/>
              <a:gd name="csY960" fmla="*/ 660321 h 660321"/>
              <a:gd name="csX961" fmla="*/ 970022 w 1008380"/>
              <a:gd name="csY961" fmla="*/ 660321 h 660321"/>
              <a:gd name="csX962" fmla="*/ 971034 w 1008380"/>
              <a:gd name="csY962" fmla="*/ 660321 h 660321"/>
              <a:gd name="csX963" fmla="*/ 972040 w 1008380"/>
              <a:gd name="csY963" fmla="*/ 660321 h 660321"/>
              <a:gd name="csX964" fmla="*/ 973052 w 1008380"/>
              <a:gd name="csY964" fmla="*/ 660321 h 660321"/>
              <a:gd name="csX965" fmla="*/ 974058 w 1008380"/>
              <a:gd name="csY965" fmla="*/ 660321 h 660321"/>
              <a:gd name="csX966" fmla="*/ 975070 w 1008380"/>
              <a:gd name="csY966" fmla="*/ 660321 h 660321"/>
              <a:gd name="csX967" fmla="*/ 976082 w 1008380"/>
              <a:gd name="csY967" fmla="*/ 660321 h 660321"/>
              <a:gd name="csX968" fmla="*/ 977088 w 1008380"/>
              <a:gd name="csY968" fmla="*/ 660321 h 660321"/>
              <a:gd name="csX969" fmla="*/ 978100 w 1008380"/>
              <a:gd name="csY969" fmla="*/ 660321 h 660321"/>
              <a:gd name="csX970" fmla="*/ 979107 w 1008380"/>
              <a:gd name="csY970" fmla="*/ 660321 h 660321"/>
              <a:gd name="csX971" fmla="*/ 980118 w 1008380"/>
              <a:gd name="csY971" fmla="*/ 660321 h 660321"/>
              <a:gd name="csX972" fmla="*/ 981125 w 1008380"/>
              <a:gd name="csY972" fmla="*/ 660321 h 660321"/>
              <a:gd name="csX973" fmla="*/ 982137 w 1008380"/>
              <a:gd name="csY973" fmla="*/ 660321 h 660321"/>
              <a:gd name="csX974" fmla="*/ 983143 w 1008380"/>
              <a:gd name="csY974" fmla="*/ 660321 h 660321"/>
              <a:gd name="csX975" fmla="*/ 984155 w 1008380"/>
              <a:gd name="csY975" fmla="*/ 660321 h 660321"/>
              <a:gd name="csX976" fmla="*/ 985162 w 1008380"/>
              <a:gd name="csY976" fmla="*/ 660321 h 660321"/>
              <a:gd name="csX977" fmla="*/ 986174 w 1008380"/>
              <a:gd name="csY977" fmla="*/ 660321 h 660321"/>
              <a:gd name="csX978" fmla="*/ 987185 w 1008380"/>
              <a:gd name="csY978" fmla="*/ 660321 h 660321"/>
              <a:gd name="csX979" fmla="*/ 988192 w 1008380"/>
              <a:gd name="csY979" fmla="*/ 660321 h 660321"/>
              <a:gd name="csX980" fmla="*/ 989204 w 1008380"/>
              <a:gd name="csY980" fmla="*/ 660321 h 660321"/>
              <a:gd name="csX981" fmla="*/ 990210 w 1008380"/>
              <a:gd name="csY981" fmla="*/ 660321 h 660321"/>
              <a:gd name="csX982" fmla="*/ 991222 w 1008380"/>
              <a:gd name="csY982" fmla="*/ 660321 h 660321"/>
              <a:gd name="csX983" fmla="*/ 992229 w 1008380"/>
              <a:gd name="csY983" fmla="*/ 660321 h 660321"/>
              <a:gd name="csX984" fmla="*/ 993240 w 1008380"/>
              <a:gd name="csY984" fmla="*/ 660321 h 660321"/>
              <a:gd name="csX985" fmla="*/ 994247 w 1008380"/>
              <a:gd name="csY985" fmla="*/ 660321 h 660321"/>
              <a:gd name="csX986" fmla="*/ 995259 w 1008380"/>
              <a:gd name="csY986" fmla="*/ 660321 h 660321"/>
              <a:gd name="csX987" fmla="*/ 996265 w 1008380"/>
              <a:gd name="csY987" fmla="*/ 660321 h 660321"/>
              <a:gd name="csX988" fmla="*/ 997277 w 1008380"/>
              <a:gd name="csY988" fmla="*/ 660321 h 660321"/>
              <a:gd name="csX989" fmla="*/ 998289 w 1008380"/>
              <a:gd name="csY989" fmla="*/ 660321 h 660321"/>
              <a:gd name="csX990" fmla="*/ 999295 w 1008380"/>
              <a:gd name="csY990" fmla="*/ 660321 h 660321"/>
              <a:gd name="csX991" fmla="*/ 1000307 w 1008380"/>
              <a:gd name="csY991" fmla="*/ 660321 h 660321"/>
              <a:gd name="csX992" fmla="*/ 1001313 w 1008380"/>
              <a:gd name="csY992" fmla="*/ 660321 h 660321"/>
              <a:gd name="csX993" fmla="*/ 1002325 w 1008380"/>
              <a:gd name="csY993" fmla="*/ 660321 h 660321"/>
              <a:gd name="csX994" fmla="*/ 1003332 w 1008380"/>
              <a:gd name="csY994" fmla="*/ 660321 h 660321"/>
              <a:gd name="csX995" fmla="*/ 1004344 w 1008380"/>
              <a:gd name="csY995" fmla="*/ 660321 h 660321"/>
              <a:gd name="csX996" fmla="*/ 1005350 w 1008380"/>
              <a:gd name="csY996" fmla="*/ 660321 h 660321"/>
              <a:gd name="csX997" fmla="*/ 1006362 w 1008380"/>
              <a:gd name="csY997" fmla="*/ 660321 h 660321"/>
              <a:gd name="csX998" fmla="*/ 1007369 w 1008380"/>
              <a:gd name="csY998" fmla="*/ 660321 h 660321"/>
              <a:gd name="csX999" fmla="*/ 1008380 w 1008380"/>
              <a:gd name="csY999" fmla="*/ 660321 h 660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</a:cxnLst>
            <a:rect l="l" t="t" r="r" b="b"/>
            <a:pathLst>
              <a:path w="1008380" h="660321">
                <a:moveTo>
                  <a:pt x="0" y="660321"/>
                </a:moveTo>
                <a:lnTo>
                  <a:pt x="1009" y="660321"/>
                </a:lnTo>
                <a:lnTo>
                  <a:pt x="2019" y="660321"/>
                </a:lnTo>
                <a:lnTo>
                  <a:pt x="3028" y="660321"/>
                </a:lnTo>
                <a:lnTo>
                  <a:pt x="4037" y="660321"/>
                </a:lnTo>
                <a:lnTo>
                  <a:pt x="5047" y="660321"/>
                </a:lnTo>
                <a:lnTo>
                  <a:pt x="6056" y="660321"/>
                </a:lnTo>
                <a:lnTo>
                  <a:pt x="7066" y="660321"/>
                </a:lnTo>
                <a:lnTo>
                  <a:pt x="8075" y="660321"/>
                </a:lnTo>
                <a:lnTo>
                  <a:pt x="9085" y="660321"/>
                </a:lnTo>
                <a:lnTo>
                  <a:pt x="10094" y="660321"/>
                </a:lnTo>
                <a:lnTo>
                  <a:pt x="11103" y="660321"/>
                </a:lnTo>
                <a:lnTo>
                  <a:pt x="12113" y="660321"/>
                </a:lnTo>
                <a:lnTo>
                  <a:pt x="13122" y="660321"/>
                </a:lnTo>
                <a:lnTo>
                  <a:pt x="14131" y="660321"/>
                </a:lnTo>
                <a:lnTo>
                  <a:pt x="15141" y="660321"/>
                </a:lnTo>
                <a:lnTo>
                  <a:pt x="16150" y="660321"/>
                </a:lnTo>
                <a:lnTo>
                  <a:pt x="17159" y="660321"/>
                </a:lnTo>
                <a:lnTo>
                  <a:pt x="18169" y="660321"/>
                </a:lnTo>
                <a:lnTo>
                  <a:pt x="19178" y="660321"/>
                </a:lnTo>
                <a:lnTo>
                  <a:pt x="20187" y="660321"/>
                </a:lnTo>
                <a:lnTo>
                  <a:pt x="21197" y="660321"/>
                </a:lnTo>
                <a:lnTo>
                  <a:pt x="22206" y="660321"/>
                </a:lnTo>
                <a:lnTo>
                  <a:pt x="23216" y="660321"/>
                </a:lnTo>
                <a:lnTo>
                  <a:pt x="24225" y="660321"/>
                </a:lnTo>
                <a:lnTo>
                  <a:pt x="25235" y="660321"/>
                </a:lnTo>
                <a:lnTo>
                  <a:pt x="26244" y="660321"/>
                </a:lnTo>
                <a:lnTo>
                  <a:pt x="27253" y="660321"/>
                </a:lnTo>
                <a:lnTo>
                  <a:pt x="28263" y="660321"/>
                </a:lnTo>
                <a:lnTo>
                  <a:pt x="29272" y="660321"/>
                </a:lnTo>
                <a:lnTo>
                  <a:pt x="30282" y="660321"/>
                </a:lnTo>
                <a:lnTo>
                  <a:pt x="31291" y="660321"/>
                </a:lnTo>
                <a:lnTo>
                  <a:pt x="32301" y="660321"/>
                </a:lnTo>
                <a:lnTo>
                  <a:pt x="33310" y="660321"/>
                </a:lnTo>
                <a:lnTo>
                  <a:pt x="34319" y="660321"/>
                </a:lnTo>
                <a:lnTo>
                  <a:pt x="35329" y="660321"/>
                </a:lnTo>
                <a:lnTo>
                  <a:pt x="36338" y="660321"/>
                </a:lnTo>
                <a:lnTo>
                  <a:pt x="37347" y="660321"/>
                </a:lnTo>
                <a:lnTo>
                  <a:pt x="38357" y="660321"/>
                </a:lnTo>
                <a:lnTo>
                  <a:pt x="39366" y="660321"/>
                </a:lnTo>
                <a:lnTo>
                  <a:pt x="40375" y="660321"/>
                </a:lnTo>
                <a:lnTo>
                  <a:pt x="41385" y="660321"/>
                </a:lnTo>
                <a:lnTo>
                  <a:pt x="42394" y="660321"/>
                </a:lnTo>
                <a:lnTo>
                  <a:pt x="43403" y="660321"/>
                </a:lnTo>
                <a:lnTo>
                  <a:pt x="44413" y="660321"/>
                </a:lnTo>
                <a:lnTo>
                  <a:pt x="45422" y="660321"/>
                </a:lnTo>
                <a:lnTo>
                  <a:pt x="46432" y="660321"/>
                </a:lnTo>
                <a:lnTo>
                  <a:pt x="47441" y="660321"/>
                </a:lnTo>
                <a:lnTo>
                  <a:pt x="48451" y="660321"/>
                </a:lnTo>
                <a:lnTo>
                  <a:pt x="49460" y="660321"/>
                </a:lnTo>
                <a:lnTo>
                  <a:pt x="50469" y="660321"/>
                </a:lnTo>
                <a:lnTo>
                  <a:pt x="51479" y="660321"/>
                </a:lnTo>
                <a:lnTo>
                  <a:pt x="52488" y="660321"/>
                </a:lnTo>
                <a:lnTo>
                  <a:pt x="53498" y="660321"/>
                </a:lnTo>
                <a:lnTo>
                  <a:pt x="54507" y="660321"/>
                </a:lnTo>
                <a:lnTo>
                  <a:pt x="55516" y="660316"/>
                </a:lnTo>
                <a:lnTo>
                  <a:pt x="56526" y="660316"/>
                </a:lnTo>
                <a:lnTo>
                  <a:pt x="57535" y="660316"/>
                </a:lnTo>
                <a:lnTo>
                  <a:pt x="58544" y="660316"/>
                </a:lnTo>
                <a:lnTo>
                  <a:pt x="59554" y="660316"/>
                </a:lnTo>
                <a:lnTo>
                  <a:pt x="60563" y="660316"/>
                </a:lnTo>
                <a:lnTo>
                  <a:pt x="61572" y="660316"/>
                </a:lnTo>
                <a:lnTo>
                  <a:pt x="62582" y="660316"/>
                </a:lnTo>
                <a:lnTo>
                  <a:pt x="63591" y="660316"/>
                </a:lnTo>
                <a:lnTo>
                  <a:pt x="64601" y="660316"/>
                </a:lnTo>
                <a:lnTo>
                  <a:pt x="65610" y="660316"/>
                </a:lnTo>
                <a:lnTo>
                  <a:pt x="66619" y="660316"/>
                </a:lnTo>
                <a:lnTo>
                  <a:pt x="67629" y="660310"/>
                </a:lnTo>
                <a:lnTo>
                  <a:pt x="68638" y="660310"/>
                </a:lnTo>
                <a:lnTo>
                  <a:pt x="69648" y="660310"/>
                </a:lnTo>
                <a:lnTo>
                  <a:pt x="70657" y="660310"/>
                </a:lnTo>
                <a:lnTo>
                  <a:pt x="71667" y="660310"/>
                </a:lnTo>
                <a:lnTo>
                  <a:pt x="72676" y="660310"/>
                </a:lnTo>
                <a:lnTo>
                  <a:pt x="73685" y="660305"/>
                </a:lnTo>
                <a:lnTo>
                  <a:pt x="74695" y="660305"/>
                </a:lnTo>
                <a:lnTo>
                  <a:pt x="75704" y="660305"/>
                </a:lnTo>
                <a:lnTo>
                  <a:pt x="76714" y="660305"/>
                </a:lnTo>
                <a:lnTo>
                  <a:pt x="77723" y="660305"/>
                </a:lnTo>
                <a:lnTo>
                  <a:pt x="78732" y="660300"/>
                </a:lnTo>
                <a:lnTo>
                  <a:pt x="79742" y="660300"/>
                </a:lnTo>
                <a:lnTo>
                  <a:pt x="80751" y="660300"/>
                </a:lnTo>
                <a:lnTo>
                  <a:pt x="81760" y="660294"/>
                </a:lnTo>
                <a:lnTo>
                  <a:pt x="82770" y="660294"/>
                </a:lnTo>
                <a:lnTo>
                  <a:pt x="83779" y="660294"/>
                </a:lnTo>
                <a:lnTo>
                  <a:pt x="84788" y="660289"/>
                </a:lnTo>
                <a:lnTo>
                  <a:pt x="85798" y="660289"/>
                </a:lnTo>
                <a:lnTo>
                  <a:pt x="86807" y="660289"/>
                </a:lnTo>
                <a:lnTo>
                  <a:pt x="87817" y="660284"/>
                </a:lnTo>
                <a:lnTo>
                  <a:pt x="88826" y="660284"/>
                </a:lnTo>
                <a:lnTo>
                  <a:pt x="89835" y="660278"/>
                </a:lnTo>
                <a:lnTo>
                  <a:pt x="90845" y="660278"/>
                </a:lnTo>
                <a:lnTo>
                  <a:pt x="91854" y="660273"/>
                </a:lnTo>
                <a:lnTo>
                  <a:pt x="92864" y="660268"/>
                </a:lnTo>
                <a:lnTo>
                  <a:pt x="93873" y="660268"/>
                </a:lnTo>
                <a:lnTo>
                  <a:pt x="94883" y="660262"/>
                </a:lnTo>
                <a:lnTo>
                  <a:pt x="95892" y="660257"/>
                </a:lnTo>
                <a:lnTo>
                  <a:pt x="96901" y="660257"/>
                </a:lnTo>
                <a:lnTo>
                  <a:pt x="97911" y="660252"/>
                </a:lnTo>
                <a:lnTo>
                  <a:pt x="98920" y="660247"/>
                </a:lnTo>
                <a:lnTo>
                  <a:pt x="99930" y="660241"/>
                </a:lnTo>
                <a:lnTo>
                  <a:pt x="100939" y="660236"/>
                </a:lnTo>
                <a:lnTo>
                  <a:pt x="101948" y="660231"/>
                </a:lnTo>
                <a:lnTo>
                  <a:pt x="102958" y="660225"/>
                </a:lnTo>
                <a:lnTo>
                  <a:pt x="103967" y="660220"/>
                </a:lnTo>
                <a:lnTo>
                  <a:pt x="104976" y="660215"/>
                </a:lnTo>
                <a:lnTo>
                  <a:pt x="105986" y="660204"/>
                </a:lnTo>
                <a:lnTo>
                  <a:pt x="106995" y="660199"/>
                </a:lnTo>
                <a:lnTo>
                  <a:pt x="108004" y="660188"/>
                </a:lnTo>
                <a:lnTo>
                  <a:pt x="109014" y="660183"/>
                </a:lnTo>
                <a:lnTo>
                  <a:pt x="110023" y="660172"/>
                </a:lnTo>
                <a:lnTo>
                  <a:pt x="111033" y="660167"/>
                </a:lnTo>
                <a:lnTo>
                  <a:pt x="112042" y="660156"/>
                </a:lnTo>
                <a:lnTo>
                  <a:pt x="113051" y="660145"/>
                </a:lnTo>
                <a:lnTo>
                  <a:pt x="114061" y="660135"/>
                </a:lnTo>
                <a:lnTo>
                  <a:pt x="115070" y="660124"/>
                </a:lnTo>
                <a:lnTo>
                  <a:pt x="116080" y="660108"/>
                </a:lnTo>
                <a:lnTo>
                  <a:pt x="117089" y="660097"/>
                </a:lnTo>
                <a:lnTo>
                  <a:pt x="118099" y="660081"/>
                </a:lnTo>
                <a:lnTo>
                  <a:pt x="119108" y="660071"/>
                </a:lnTo>
                <a:lnTo>
                  <a:pt x="120117" y="660055"/>
                </a:lnTo>
                <a:lnTo>
                  <a:pt x="121127" y="660039"/>
                </a:lnTo>
                <a:lnTo>
                  <a:pt x="122136" y="660023"/>
                </a:lnTo>
                <a:lnTo>
                  <a:pt x="123145" y="660007"/>
                </a:lnTo>
                <a:lnTo>
                  <a:pt x="124155" y="659986"/>
                </a:lnTo>
                <a:lnTo>
                  <a:pt x="125164" y="659964"/>
                </a:lnTo>
                <a:lnTo>
                  <a:pt x="126173" y="659948"/>
                </a:lnTo>
                <a:lnTo>
                  <a:pt x="127183" y="659922"/>
                </a:lnTo>
                <a:lnTo>
                  <a:pt x="128192" y="659900"/>
                </a:lnTo>
                <a:lnTo>
                  <a:pt x="129201" y="659879"/>
                </a:lnTo>
                <a:lnTo>
                  <a:pt x="130211" y="659852"/>
                </a:lnTo>
                <a:lnTo>
                  <a:pt x="131220" y="659826"/>
                </a:lnTo>
                <a:lnTo>
                  <a:pt x="132230" y="659794"/>
                </a:lnTo>
                <a:lnTo>
                  <a:pt x="133239" y="659767"/>
                </a:lnTo>
                <a:lnTo>
                  <a:pt x="134249" y="659735"/>
                </a:lnTo>
                <a:lnTo>
                  <a:pt x="135258" y="659703"/>
                </a:lnTo>
                <a:lnTo>
                  <a:pt x="136267" y="659666"/>
                </a:lnTo>
                <a:lnTo>
                  <a:pt x="137277" y="659634"/>
                </a:lnTo>
                <a:lnTo>
                  <a:pt x="138286" y="659591"/>
                </a:lnTo>
                <a:lnTo>
                  <a:pt x="139296" y="659554"/>
                </a:lnTo>
                <a:lnTo>
                  <a:pt x="140305" y="659512"/>
                </a:lnTo>
                <a:lnTo>
                  <a:pt x="141315" y="659469"/>
                </a:lnTo>
                <a:lnTo>
                  <a:pt x="142324" y="659421"/>
                </a:lnTo>
                <a:lnTo>
                  <a:pt x="143333" y="659373"/>
                </a:lnTo>
                <a:lnTo>
                  <a:pt x="144343" y="659320"/>
                </a:lnTo>
                <a:lnTo>
                  <a:pt x="145352" y="659267"/>
                </a:lnTo>
                <a:lnTo>
                  <a:pt x="146361" y="659208"/>
                </a:lnTo>
                <a:lnTo>
                  <a:pt x="147371" y="659150"/>
                </a:lnTo>
                <a:lnTo>
                  <a:pt x="148380" y="659091"/>
                </a:lnTo>
                <a:lnTo>
                  <a:pt x="149389" y="659022"/>
                </a:lnTo>
                <a:lnTo>
                  <a:pt x="150399" y="658958"/>
                </a:lnTo>
                <a:lnTo>
                  <a:pt x="151408" y="658883"/>
                </a:lnTo>
                <a:lnTo>
                  <a:pt x="152417" y="658809"/>
                </a:lnTo>
                <a:lnTo>
                  <a:pt x="153427" y="658729"/>
                </a:lnTo>
                <a:lnTo>
                  <a:pt x="154436" y="658649"/>
                </a:lnTo>
                <a:lnTo>
                  <a:pt x="155446" y="658564"/>
                </a:lnTo>
                <a:lnTo>
                  <a:pt x="156455" y="658473"/>
                </a:lnTo>
                <a:lnTo>
                  <a:pt x="157465" y="658377"/>
                </a:lnTo>
                <a:lnTo>
                  <a:pt x="158474" y="658276"/>
                </a:lnTo>
                <a:lnTo>
                  <a:pt x="159483" y="658175"/>
                </a:lnTo>
                <a:lnTo>
                  <a:pt x="160493" y="658068"/>
                </a:lnTo>
                <a:lnTo>
                  <a:pt x="161502" y="657951"/>
                </a:lnTo>
                <a:lnTo>
                  <a:pt x="162512" y="657834"/>
                </a:lnTo>
                <a:lnTo>
                  <a:pt x="163521" y="657712"/>
                </a:lnTo>
                <a:lnTo>
                  <a:pt x="164531" y="657584"/>
                </a:lnTo>
                <a:lnTo>
                  <a:pt x="165540" y="657445"/>
                </a:lnTo>
                <a:lnTo>
                  <a:pt x="166549" y="657307"/>
                </a:lnTo>
                <a:lnTo>
                  <a:pt x="167559" y="657158"/>
                </a:lnTo>
                <a:lnTo>
                  <a:pt x="168568" y="657003"/>
                </a:lnTo>
                <a:lnTo>
                  <a:pt x="169577" y="656844"/>
                </a:lnTo>
                <a:lnTo>
                  <a:pt x="170587" y="656679"/>
                </a:lnTo>
                <a:lnTo>
                  <a:pt x="171596" y="656503"/>
                </a:lnTo>
                <a:lnTo>
                  <a:pt x="172605" y="656322"/>
                </a:lnTo>
                <a:lnTo>
                  <a:pt x="173615" y="656130"/>
                </a:lnTo>
                <a:lnTo>
                  <a:pt x="174624" y="655933"/>
                </a:lnTo>
                <a:lnTo>
                  <a:pt x="175633" y="655725"/>
                </a:lnTo>
                <a:lnTo>
                  <a:pt x="176643" y="655512"/>
                </a:lnTo>
                <a:lnTo>
                  <a:pt x="177652" y="655289"/>
                </a:lnTo>
                <a:lnTo>
                  <a:pt x="178662" y="655054"/>
                </a:lnTo>
                <a:lnTo>
                  <a:pt x="179671" y="654809"/>
                </a:lnTo>
                <a:lnTo>
                  <a:pt x="180681" y="654554"/>
                </a:lnTo>
                <a:lnTo>
                  <a:pt x="181690" y="654293"/>
                </a:lnTo>
                <a:lnTo>
                  <a:pt x="182699" y="654016"/>
                </a:lnTo>
                <a:lnTo>
                  <a:pt x="183709" y="653734"/>
                </a:lnTo>
                <a:lnTo>
                  <a:pt x="184718" y="653435"/>
                </a:lnTo>
                <a:lnTo>
                  <a:pt x="185728" y="653127"/>
                </a:lnTo>
                <a:lnTo>
                  <a:pt x="186737" y="652807"/>
                </a:lnTo>
                <a:lnTo>
                  <a:pt x="187746" y="652471"/>
                </a:lnTo>
                <a:lnTo>
                  <a:pt x="188756" y="652125"/>
                </a:lnTo>
                <a:lnTo>
                  <a:pt x="189765" y="651769"/>
                </a:lnTo>
                <a:lnTo>
                  <a:pt x="190774" y="651390"/>
                </a:lnTo>
                <a:lnTo>
                  <a:pt x="191784" y="651007"/>
                </a:lnTo>
                <a:lnTo>
                  <a:pt x="192793" y="650602"/>
                </a:lnTo>
                <a:lnTo>
                  <a:pt x="193803" y="650182"/>
                </a:lnTo>
                <a:lnTo>
                  <a:pt x="194812" y="649750"/>
                </a:lnTo>
                <a:lnTo>
                  <a:pt x="195821" y="649298"/>
                </a:lnTo>
                <a:lnTo>
                  <a:pt x="196831" y="648829"/>
                </a:lnTo>
                <a:lnTo>
                  <a:pt x="197840" y="648344"/>
                </a:lnTo>
                <a:lnTo>
                  <a:pt x="198849" y="647844"/>
                </a:lnTo>
                <a:lnTo>
                  <a:pt x="199859" y="647322"/>
                </a:lnTo>
                <a:lnTo>
                  <a:pt x="200868" y="646784"/>
                </a:lnTo>
                <a:lnTo>
                  <a:pt x="201878" y="646225"/>
                </a:lnTo>
                <a:lnTo>
                  <a:pt x="202887" y="645644"/>
                </a:lnTo>
                <a:lnTo>
                  <a:pt x="203897" y="645048"/>
                </a:lnTo>
                <a:lnTo>
                  <a:pt x="204906" y="644425"/>
                </a:lnTo>
                <a:lnTo>
                  <a:pt x="205915" y="643781"/>
                </a:lnTo>
                <a:lnTo>
                  <a:pt x="206925" y="643120"/>
                </a:lnTo>
                <a:lnTo>
                  <a:pt x="207934" y="642433"/>
                </a:lnTo>
                <a:lnTo>
                  <a:pt x="208944" y="641720"/>
                </a:lnTo>
                <a:lnTo>
                  <a:pt x="209953" y="640985"/>
                </a:lnTo>
                <a:lnTo>
                  <a:pt x="210962" y="640223"/>
                </a:lnTo>
                <a:lnTo>
                  <a:pt x="211972" y="639440"/>
                </a:lnTo>
                <a:lnTo>
                  <a:pt x="212981" y="638626"/>
                </a:lnTo>
                <a:lnTo>
                  <a:pt x="213990" y="637789"/>
                </a:lnTo>
                <a:lnTo>
                  <a:pt x="215000" y="636921"/>
                </a:lnTo>
                <a:lnTo>
                  <a:pt x="216009" y="636027"/>
                </a:lnTo>
                <a:lnTo>
                  <a:pt x="217018" y="635105"/>
                </a:lnTo>
                <a:lnTo>
                  <a:pt x="218028" y="634152"/>
                </a:lnTo>
                <a:lnTo>
                  <a:pt x="219037" y="633172"/>
                </a:lnTo>
                <a:lnTo>
                  <a:pt x="220047" y="632161"/>
                </a:lnTo>
                <a:lnTo>
                  <a:pt x="221056" y="631111"/>
                </a:lnTo>
                <a:lnTo>
                  <a:pt x="222065" y="630036"/>
                </a:lnTo>
                <a:lnTo>
                  <a:pt x="223075" y="628923"/>
                </a:lnTo>
                <a:lnTo>
                  <a:pt x="224084" y="627783"/>
                </a:lnTo>
                <a:lnTo>
                  <a:pt x="225094" y="626601"/>
                </a:lnTo>
                <a:lnTo>
                  <a:pt x="226103" y="625387"/>
                </a:lnTo>
                <a:lnTo>
                  <a:pt x="227113" y="624135"/>
                </a:lnTo>
                <a:lnTo>
                  <a:pt x="228122" y="622852"/>
                </a:lnTo>
                <a:lnTo>
                  <a:pt x="229131" y="621526"/>
                </a:lnTo>
                <a:lnTo>
                  <a:pt x="230141" y="620163"/>
                </a:lnTo>
                <a:lnTo>
                  <a:pt x="231150" y="618762"/>
                </a:lnTo>
                <a:lnTo>
                  <a:pt x="232160" y="617319"/>
                </a:lnTo>
                <a:lnTo>
                  <a:pt x="233169" y="615833"/>
                </a:lnTo>
                <a:lnTo>
                  <a:pt x="234178" y="614310"/>
                </a:lnTo>
                <a:lnTo>
                  <a:pt x="235188" y="612744"/>
                </a:lnTo>
                <a:lnTo>
                  <a:pt x="236197" y="611136"/>
                </a:lnTo>
                <a:lnTo>
                  <a:pt x="237206" y="609485"/>
                </a:lnTo>
                <a:lnTo>
                  <a:pt x="238216" y="607786"/>
                </a:lnTo>
                <a:lnTo>
                  <a:pt x="239225" y="606045"/>
                </a:lnTo>
                <a:lnTo>
                  <a:pt x="240234" y="604256"/>
                </a:lnTo>
                <a:lnTo>
                  <a:pt x="241244" y="602418"/>
                </a:lnTo>
                <a:lnTo>
                  <a:pt x="242253" y="600539"/>
                </a:lnTo>
                <a:lnTo>
                  <a:pt x="243263" y="598611"/>
                </a:lnTo>
                <a:lnTo>
                  <a:pt x="244272" y="596630"/>
                </a:lnTo>
                <a:lnTo>
                  <a:pt x="245281" y="594601"/>
                </a:lnTo>
                <a:lnTo>
                  <a:pt x="246291" y="592524"/>
                </a:lnTo>
                <a:lnTo>
                  <a:pt x="247300" y="590394"/>
                </a:lnTo>
                <a:lnTo>
                  <a:pt x="248310" y="588210"/>
                </a:lnTo>
                <a:lnTo>
                  <a:pt x="249319" y="585974"/>
                </a:lnTo>
                <a:lnTo>
                  <a:pt x="250329" y="583689"/>
                </a:lnTo>
                <a:lnTo>
                  <a:pt x="251338" y="581346"/>
                </a:lnTo>
                <a:lnTo>
                  <a:pt x="252347" y="578955"/>
                </a:lnTo>
                <a:lnTo>
                  <a:pt x="253357" y="576505"/>
                </a:lnTo>
                <a:lnTo>
                  <a:pt x="254366" y="573997"/>
                </a:lnTo>
                <a:lnTo>
                  <a:pt x="255376" y="571435"/>
                </a:lnTo>
                <a:lnTo>
                  <a:pt x="256385" y="568821"/>
                </a:lnTo>
                <a:lnTo>
                  <a:pt x="257394" y="566142"/>
                </a:lnTo>
                <a:lnTo>
                  <a:pt x="258404" y="563410"/>
                </a:lnTo>
                <a:lnTo>
                  <a:pt x="259413" y="560620"/>
                </a:lnTo>
                <a:lnTo>
                  <a:pt x="260422" y="557770"/>
                </a:lnTo>
                <a:lnTo>
                  <a:pt x="261432" y="554863"/>
                </a:lnTo>
                <a:lnTo>
                  <a:pt x="262441" y="551891"/>
                </a:lnTo>
                <a:lnTo>
                  <a:pt x="263450" y="548866"/>
                </a:lnTo>
                <a:lnTo>
                  <a:pt x="264460" y="545778"/>
                </a:lnTo>
                <a:lnTo>
                  <a:pt x="265469" y="542625"/>
                </a:lnTo>
                <a:lnTo>
                  <a:pt x="266479" y="539414"/>
                </a:lnTo>
                <a:lnTo>
                  <a:pt x="267488" y="536144"/>
                </a:lnTo>
                <a:lnTo>
                  <a:pt x="268497" y="532810"/>
                </a:lnTo>
                <a:lnTo>
                  <a:pt x="269507" y="529418"/>
                </a:lnTo>
                <a:lnTo>
                  <a:pt x="270516" y="525957"/>
                </a:lnTo>
                <a:lnTo>
                  <a:pt x="271526" y="522442"/>
                </a:lnTo>
                <a:lnTo>
                  <a:pt x="272535" y="518858"/>
                </a:lnTo>
                <a:lnTo>
                  <a:pt x="273545" y="515215"/>
                </a:lnTo>
                <a:lnTo>
                  <a:pt x="274554" y="511509"/>
                </a:lnTo>
                <a:lnTo>
                  <a:pt x="275563" y="507739"/>
                </a:lnTo>
                <a:lnTo>
                  <a:pt x="276573" y="503910"/>
                </a:lnTo>
                <a:lnTo>
                  <a:pt x="277582" y="500017"/>
                </a:lnTo>
                <a:lnTo>
                  <a:pt x="278591" y="496065"/>
                </a:lnTo>
                <a:lnTo>
                  <a:pt x="279601" y="492045"/>
                </a:lnTo>
                <a:lnTo>
                  <a:pt x="280610" y="487966"/>
                </a:lnTo>
                <a:lnTo>
                  <a:pt x="281619" y="483828"/>
                </a:lnTo>
                <a:lnTo>
                  <a:pt x="282629" y="479625"/>
                </a:lnTo>
                <a:lnTo>
                  <a:pt x="283638" y="475364"/>
                </a:lnTo>
                <a:lnTo>
                  <a:pt x="284647" y="471040"/>
                </a:lnTo>
                <a:lnTo>
                  <a:pt x="285657" y="466658"/>
                </a:lnTo>
                <a:lnTo>
                  <a:pt x="286666" y="462216"/>
                </a:lnTo>
                <a:lnTo>
                  <a:pt x="287676" y="457714"/>
                </a:lnTo>
                <a:lnTo>
                  <a:pt x="288685" y="453155"/>
                </a:lnTo>
                <a:lnTo>
                  <a:pt x="289695" y="448537"/>
                </a:lnTo>
                <a:lnTo>
                  <a:pt x="290704" y="443862"/>
                </a:lnTo>
                <a:lnTo>
                  <a:pt x="291714" y="439131"/>
                </a:lnTo>
                <a:lnTo>
                  <a:pt x="292723" y="434344"/>
                </a:lnTo>
                <a:lnTo>
                  <a:pt x="293732" y="429503"/>
                </a:lnTo>
                <a:lnTo>
                  <a:pt x="294742" y="424608"/>
                </a:lnTo>
                <a:lnTo>
                  <a:pt x="295751" y="419660"/>
                </a:lnTo>
                <a:lnTo>
                  <a:pt x="296761" y="414660"/>
                </a:lnTo>
                <a:lnTo>
                  <a:pt x="297770" y="409609"/>
                </a:lnTo>
                <a:lnTo>
                  <a:pt x="298779" y="404509"/>
                </a:lnTo>
                <a:lnTo>
                  <a:pt x="299789" y="399360"/>
                </a:lnTo>
                <a:lnTo>
                  <a:pt x="300798" y="394163"/>
                </a:lnTo>
                <a:lnTo>
                  <a:pt x="301807" y="388921"/>
                </a:lnTo>
                <a:lnTo>
                  <a:pt x="302817" y="383634"/>
                </a:lnTo>
                <a:lnTo>
                  <a:pt x="303826" y="378304"/>
                </a:lnTo>
                <a:lnTo>
                  <a:pt x="304835" y="372932"/>
                </a:lnTo>
                <a:lnTo>
                  <a:pt x="305845" y="367519"/>
                </a:lnTo>
                <a:lnTo>
                  <a:pt x="306854" y="362068"/>
                </a:lnTo>
                <a:lnTo>
                  <a:pt x="307863" y="356579"/>
                </a:lnTo>
                <a:lnTo>
                  <a:pt x="308873" y="351055"/>
                </a:lnTo>
                <a:lnTo>
                  <a:pt x="309882" y="345497"/>
                </a:lnTo>
                <a:lnTo>
                  <a:pt x="310892" y="339907"/>
                </a:lnTo>
                <a:lnTo>
                  <a:pt x="311901" y="334287"/>
                </a:lnTo>
                <a:lnTo>
                  <a:pt x="312911" y="328638"/>
                </a:lnTo>
                <a:lnTo>
                  <a:pt x="313920" y="322963"/>
                </a:lnTo>
                <a:lnTo>
                  <a:pt x="314930" y="317263"/>
                </a:lnTo>
                <a:lnTo>
                  <a:pt x="315939" y="311541"/>
                </a:lnTo>
                <a:lnTo>
                  <a:pt x="316948" y="305799"/>
                </a:lnTo>
                <a:lnTo>
                  <a:pt x="317958" y="300038"/>
                </a:lnTo>
                <a:lnTo>
                  <a:pt x="318968" y="294261"/>
                </a:lnTo>
                <a:lnTo>
                  <a:pt x="319975" y="288470"/>
                </a:lnTo>
                <a:lnTo>
                  <a:pt x="320987" y="282667"/>
                </a:lnTo>
                <a:lnTo>
                  <a:pt x="321993" y="276856"/>
                </a:lnTo>
                <a:lnTo>
                  <a:pt x="323005" y="271037"/>
                </a:lnTo>
                <a:lnTo>
                  <a:pt x="324012" y="265213"/>
                </a:lnTo>
                <a:lnTo>
                  <a:pt x="325023" y="259387"/>
                </a:lnTo>
                <a:lnTo>
                  <a:pt x="326035" y="253561"/>
                </a:lnTo>
                <a:lnTo>
                  <a:pt x="327042" y="247738"/>
                </a:lnTo>
                <a:lnTo>
                  <a:pt x="328054" y="241920"/>
                </a:lnTo>
                <a:lnTo>
                  <a:pt x="329060" y="236110"/>
                </a:lnTo>
                <a:lnTo>
                  <a:pt x="330072" y="230310"/>
                </a:lnTo>
                <a:lnTo>
                  <a:pt x="331078" y="224523"/>
                </a:lnTo>
                <a:lnTo>
                  <a:pt x="332090" y="218752"/>
                </a:lnTo>
                <a:lnTo>
                  <a:pt x="333097" y="212999"/>
                </a:lnTo>
                <a:lnTo>
                  <a:pt x="334108" y="207266"/>
                </a:lnTo>
                <a:lnTo>
                  <a:pt x="335115" y="201558"/>
                </a:lnTo>
                <a:lnTo>
                  <a:pt x="336127" y="195876"/>
                </a:lnTo>
                <a:lnTo>
                  <a:pt x="337139" y="190223"/>
                </a:lnTo>
                <a:lnTo>
                  <a:pt x="338145" y="184602"/>
                </a:lnTo>
                <a:lnTo>
                  <a:pt x="339157" y="179015"/>
                </a:lnTo>
                <a:lnTo>
                  <a:pt x="340163" y="173466"/>
                </a:lnTo>
                <a:lnTo>
                  <a:pt x="341175" y="167957"/>
                </a:lnTo>
                <a:lnTo>
                  <a:pt x="342182" y="162491"/>
                </a:lnTo>
                <a:lnTo>
                  <a:pt x="343194" y="157072"/>
                </a:lnTo>
                <a:lnTo>
                  <a:pt x="344200" y="151700"/>
                </a:lnTo>
                <a:lnTo>
                  <a:pt x="345212" y="146380"/>
                </a:lnTo>
                <a:lnTo>
                  <a:pt x="346218" y="141115"/>
                </a:lnTo>
                <a:lnTo>
                  <a:pt x="347230" y="135906"/>
                </a:lnTo>
                <a:lnTo>
                  <a:pt x="348237" y="130757"/>
                </a:lnTo>
                <a:lnTo>
                  <a:pt x="349248" y="125671"/>
                </a:lnTo>
                <a:lnTo>
                  <a:pt x="350260" y="120650"/>
                </a:lnTo>
                <a:lnTo>
                  <a:pt x="351267" y="115697"/>
                </a:lnTo>
                <a:lnTo>
                  <a:pt x="352279" y="110815"/>
                </a:lnTo>
                <a:lnTo>
                  <a:pt x="353285" y="106007"/>
                </a:lnTo>
                <a:lnTo>
                  <a:pt x="354297" y="101275"/>
                </a:lnTo>
                <a:lnTo>
                  <a:pt x="355303" y="96622"/>
                </a:lnTo>
                <a:lnTo>
                  <a:pt x="356315" y="92050"/>
                </a:lnTo>
                <a:lnTo>
                  <a:pt x="357322" y="87563"/>
                </a:lnTo>
                <a:lnTo>
                  <a:pt x="358334" y="83162"/>
                </a:lnTo>
                <a:lnTo>
                  <a:pt x="359340" y="78850"/>
                </a:lnTo>
                <a:lnTo>
                  <a:pt x="360352" y="74631"/>
                </a:lnTo>
                <a:lnTo>
                  <a:pt x="361364" y="70505"/>
                </a:lnTo>
                <a:lnTo>
                  <a:pt x="362370" y="66476"/>
                </a:lnTo>
                <a:lnTo>
                  <a:pt x="363382" y="62546"/>
                </a:lnTo>
                <a:lnTo>
                  <a:pt x="364389" y="58718"/>
                </a:lnTo>
                <a:lnTo>
                  <a:pt x="365400" y="54993"/>
                </a:lnTo>
                <a:lnTo>
                  <a:pt x="366407" y="51373"/>
                </a:lnTo>
                <a:lnTo>
                  <a:pt x="367419" y="47862"/>
                </a:lnTo>
                <a:lnTo>
                  <a:pt x="368425" y="44461"/>
                </a:lnTo>
                <a:lnTo>
                  <a:pt x="369437" y="41172"/>
                </a:lnTo>
                <a:lnTo>
                  <a:pt x="370443" y="37997"/>
                </a:lnTo>
                <a:lnTo>
                  <a:pt x="371455" y="34939"/>
                </a:lnTo>
                <a:lnTo>
                  <a:pt x="372467" y="31998"/>
                </a:lnTo>
                <a:lnTo>
                  <a:pt x="373474" y="29176"/>
                </a:lnTo>
                <a:lnTo>
                  <a:pt x="374485" y="26477"/>
                </a:lnTo>
                <a:lnTo>
                  <a:pt x="375492" y="23901"/>
                </a:lnTo>
                <a:lnTo>
                  <a:pt x="376504" y="21449"/>
                </a:lnTo>
                <a:lnTo>
                  <a:pt x="377510" y="19123"/>
                </a:lnTo>
                <a:lnTo>
                  <a:pt x="378522" y="16925"/>
                </a:lnTo>
                <a:lnTo>
                  <a:pt x="379529" y="14857"/>
                </a:lnTo>
                <a:lnTo>
                  <a:pt x="380540" y="12919"/>
                </a:lnTo>
                <a:lnTo>
                  <a:pt x="381547" y="11112"/>
                </a:lnTo>
                <a:lnTo>
                  <a:pt x="382559" y="9438"/>
                </a:lnTo>
                <a:lnTo>
                  <a:pt x="383571" y="7898"/>
                </a:lnTo>
                <a:lnTo>
                  <a:pt x="384577" y="6492"/>
                </a:lnTo>
                <a:lnTo>
                  <a:pt x="385589" y="5222"/>
                </a:lnTo>
                <a:lnTo>
                  <a:pt x="386595" y="4089"/>
                </a:lnTo>
                <a:lnTo>
                  <a:pt x="387607" y="3093"/>
                </a:lnTo>
                <a:lnTo>
                  <a:pt x="388614" y="2234"/>
                </a:lnTo>
                <a:lnTo>
                  <a:pt x="389625" y="1514"/>
                </a:lnTo>
                <a:lnTo>
                  <a:pt x="390632" y="932"/>
                </a:lnTo>
                <a:lnTo>
                  <a:pt x="391644" y="490"/>
                </a:lnTo>
                <a:lnTo>
                  <a:pt x="392650" y="187"/>
                </a:lnTo>
                <a:lnTo>
                  <a:pt x="393662" y="24"/>
                </a:lnTo>
                <a:lnTo>
                  <a:pt x="394669" y="0"/>
                </a:lnTo>
                <a:lnTo>
                  <a:pt x="395680" y="116"/>
                </a:lnTo>
                <a:lnTo>
                  <a:pt x="396692" y="372"/>
                </a:lnTo>
                <a:lnTo>
                  <a:pt x="397699" y="767"/>
                </a:lnTo>
                <a:lnTo>
                  <a:pt x="398711" y="1301"/>
                </a:lnTo>
                <a:lnTo>
                  <a:pt x="399717" y="1975"/>
                </a:lnTo>
                <a:lnTo>
                  <a:pt x="400729" y="2787"/>
                </a:lnTo>
                <a:lnTo>
                  <a:pt x="401735" y="3737"/>
                </a:lnTo>
                <a:lnTo>
                  <a:pt x="402747" y="4824"/>
                </a:lnTo>
                <a:lnTo>
                  <a:pt x="403754" y="6048"/>
                </a:lnTo>
                <a:lnTo>
                  <a:pt x="404765" y="7407"/>
                </a:lnTo>
                <a:lnTo>
                  <a:pt x="405772" y="8902"/>
                </a:lnTo>
                <a:lnTo>
                  <a:pt x="406784" y="10531"/>
                </a:lnTo>
                <a:lnTo>
                  <a:pt x="407796" y="12293"/>
                </a:lnTo>
                <a:lnTo>
                  <a:pt x="408802" y="14187"/>
                </a:lnTo>
                <a:lnTo>
                  <a:pt x="409814" y="16212"/>
                </a:lnTo>
                <a:lnTo>
                  <a:pt x="410820" y="18366"/>
                </a:lnTo>
                <a:lnTo>
                  <a:pt x="411832" y="20648"/>
                </a:lnTo>
                <a:lnTo>
                  <a:pt x="412839" y="23058"/>
                </a:lnTo>
                <a:lnTo>
                  <a:pt x="413851" y="25592"/>
                </a:lnTo>
                <a:lnTo>
                  <a:pt x="414857" y="28250"/>
                </a:lnTo>
                <a:lnTo>
                  <a:pt x="415869" y="31031"/>
                </a:lnTo>
                <a:lnTo>
                  <a:pt x="416875" y="33931"/>
                </a:lnTo>
                <a:lnTo>
                  <a:pt x="417887" y="36950"/>
                </a:lnTo>
                <a:lnTo>
                  <a:pt x="418899" y="40086"/>
                </a:lnTo>
                <a:lnTo>
                  <a:pt x="419906" y="43337"/>
                </a:lnTo>
                <a:lnTo>
                  <a:pt x="420917" y="46700"/>
                </a:lnTo>
                <a:lnTo>
                  <a:pt x="421924" y="50174"/>
                </a:lnTo>
                <a:lnTo>
                  <a:pt x="422936" y="53757"/>
                </a:lnTo>
                <a:lnTo>
                  <a:pt x="423942" y="57447"/>
                </a:lnTo>
                <a:lnTo>
                  <a:pt x="424954" y="61241"/>
                </a:lnTo>
                <a:lnTo>
                  <a:pt x="425960" y="65137"/>
                </a:lnTo>
                <a:lnTo>
                  <a:pt x="426972" y="69132"/>
                </a:lnTo>
                <a:lnTo>
                  <a:pt x="427979" y="73225"/>
                </a:lnTo>
                <a:lnTo>
                  <a:pt x="428991" y="77414"/>
                </a:lnTo>
                <a:lnTo>
                  <a:pt x="430002" y="81694"/>
                </a:lnTo>
                <a:lnTo>
                  <a:pt x="431009" y="86065"/>
                </a:lnTo>
                <a:lnTo>
                  <a:pt x="432021" y="90524"/>
                </a:lnTo>
                <a:lnTo>
                  <a:pt x="433027" y="95067"/>
                </a:lnTo>
                <a:lnTo>
                  <a:pt x="434039" y="99693"/>
                </a:lnTo>
                <a:lnTo>
                  <a:pt x="435046" y="104399"/>
                </a:lnTo>
                <a:lnTo>
                  <a:pt x="436057" y="109182"/>
                </a:lnTo>
                <a:lnTo>
                  <a:pt x="437064" y="114039"/>
                </a:lnTo>
                <a:lnTo>
                  <a:pt x="438076" y="118968"/>
                </a:lnTo>
                <a:lnTo>
                  <a:pt x="439082" y="123966"/>
                </a:lnTo>
                <a:lnTo>
                  <a:pt x="440094" y="129030"/>
                </a:lnTo>
                <a:lnTo>
                  <a:pt x="441100" y="134159"/>
                </a:lnTo>
                <a:lnTo>
                  <a:pt x="442112" y="139347"/>
                </a:lnTo>
                <a:lnTo>
                  <a:pt x="443124" y="144594"/>
                </a:lnTo>
                <a:lnTo>
                  <a:pt x="444131" y="149896"/>
                </a:lnTo>
                <a:lnTo>
                  <a:pt x="445142" y="155250"/>
                </a:lnTo>
                <a:lnTo>
                  <a:pt x="446149" y="160654"/>
                </a:lnTo>
                <a:lnTo>
                  <a:pt x="447161" y="166104"/>
                </a:lnTo>
                <a:lnTo>
                  <a:pt x="448167" y="171599"/>
                </a:lnTo>
                <a:lnTo>
                  <a:pt x="449179" y="177135"/>
                </a:lnTo>
                <a:lnTo>
                  <a:pt x="450186" y="182709"/>
                </a:lnTo>
                <a:lnTo>
                  <a:pt x="451197" y="188319"/>
                </a:lnTo>
                <a:lnTo>
                  <a:pt x="452204" y="193961"/>
                </a:lnTo>
                <a:lnTo>
                  <a:pt x="453216" y="199634"/>
                </a:lnTo>
                <a:lnTo>
                  <a:pt x="454228" y="205334"/>
                </a:lnTo>
                <a:lnTo>
                  <a:pt x="455234" y="211059"/>
                </a:lnTo>
                <a:lnTo>
                  <a:pt x="456246" y="216805"/>
                </a:lnTo>
                <a:lnTo>
                  <a:pt x="457252" y="222570"/>
                </a:lnTo>
                <a:lnTo>
                  <a:pt x="458264" y="228352"/>
                </a:lnTo>
                <a:lnTo>
                  <a:pt x="459271" y="234148"/>
                </a:lnTo>
                <a:lnTo>
                  <a:pt x="460282" y="239955"/>
                </a:lnTo>
                <a:lnTo>
                  <a:pt x="461289" y="245770"/>
                </a:lnTo>
                <a:lnTo>
                  <a:pt x="462301" y="251592"/>
                </a:lnTo>
                <a:lnTo>
                  <a:pt x="463307" y="257418"/>
                </a:lnTo>
                <a:lnTo>
                  <a:pt x="464319" y="263243"/>
                </a:lnTo>
                <a:lnTo>
                  <a:pt x="465331" y="269068"/>
                </a:lnTo>
                <a:lnTo>
                  <a:pt x="466337" y="274889"/>
                </a:lnTo>
                <a:lnTo>
                  <a:pt x="467349" y="280704"/>
                </a:lnTo>
                <a:lnTo>
                  <a:pt x="468356" y="286509"/>
                </a:lnTo>
                <a:lnTo>
                  <a:pt x="469368" y="292305"/>
                </a:lnTo>
                <a:lnTo>
                  <a:pt x="470374" y="298087"/>
                </a:lnTo>
                <a:lnTo>
                  <a:pt x="471386" y="303853"/>
                </a:lnTo>
                <a:lnTo>
                  <a:pt x="472392" y="309602"/>
                </a:lnTo>
                <a:lnTo>
                  <a:pt x="473404" y="315331"/>
                </a:lnTo>
                <a:lnTo>
                  <a:pt x="474411" y="321039"/>
                </a:lnTo>
                <a:lnTo>
                  <a:pt x="475423" y="326722"/>
                </a:lnTo>
                <a:lnTo>
                  <a:pt x="476434" y="332380"/>
                </a:lnTo>
                <a:lnTo>
                  <a:pt x="477441" y="338011"/>
                </a:lnTo>
                <a:lnTo>
                  <a:pt x="478453" y="343611"/>
                </a:lnTo>
                <a:lnTo>
                  <a:pt x="479459" y="349180"/>
                </a:lnTo>
                <a:lnTo>
                  <a:pt x="480471" y="354716"/>
                </a:lnTo>
                <a:lnTo>
                  <a:pt x="481477" y="360216"/>
                </a:lnTo>
                <a:lnTo>
                  <a:pt x="482489" y="365681"/>
                </a:lnTo>
                <a:lnTo>
                  <a:pt x="483496" y="371107"/>
                </a:lnTo>
                <a:lnTo>
                  <a:pt x="484508" y="376492"/>
                </a:lnTo>
                <a:lnTo>
                  <a:pt x="485514" y="381837"/>
                </a:lnTo>
                <a:lnTo>
                  <a:pt x="486526" y="387139"/>
                </a:lnTo>
                <a:lnTo>
                  <a:pt x="487532" y="392396"/>
                </a:lnTo>
                <a:lnTo>
                  <a:pt x="488544" y="397608"/>
                </a:lnTo>
                <a:lnTo>
                  <a:pt x="489556" y="402773"/>
                </a:lnTo>
                <a:lnTo>
                  <a:pt x="490563" y="407891"/>
                </a:lnTo>
                <a:lnTo>
                  <a:pt x="491574" y="412958"/>
                </a:lnTo>
                <a:lnTo>
                  <a:pt x="492581" y="417976"/>
                </a:lnTo>
                <a:lnTo>
                  <a:pt x="493593" y="422941"/>
                </a:lnTo>
                <a:lnTo>
                  <a:pt x="494599" y="427854"/>
                </a:lnTo>
                <a:lnTo>
                  <a:pt x="495611" y="432714"/>
                </a:lnTo>
                <a:lnTo>
                  <a:pt x="496617" y="437519"/>
                </a:lnTo>
                <a:lnTo>
                  <a:pt x="497629" y="442269"/>
                </a:lnTo>
                <a:lnTo>
                  <a:pt x="498636" y="446963"/>
                </a:lnTo>
                <a:lnTo>
                  <a:pt x="499648" y="451600"/>
                </a:lnTo>
                <a:lnTo>
                  <a:pt x="500659" y="456179"/>
                </a:lnTo>
                <a:lnTo>
                  <a:pt x="501666" y="460701"/>
                </a:lnTo>
                <a:lnTo>
                  <a:pt x="502678" y="465163"/>
                </a:lnTo>
                <a:lnTo>
                  <a:pt x="503684" y="469566"/>
                </a:lnTo>
                <a:lnTo>
                  <a:pt x="504696" y="473909"/>
                </a:lnTo>
                <a:lnTo>
                  <a:pt x="505703" y="478191"/>
                </a:lnTo>
                <a:lnTo>
                  <a:pt x="506714" y="482411"/>
                </a:lnTo>
                <a:lnTo>
                  <a:pt x="507721" y="486576"/>
                </a:lnTo>
                <a:lnTo>
                  <a:pt x="508733" y="490676"/>
                </a:lnTo>
                <a:lnTo>
                  <a:pt x="509739" y="494713"/>
                </a:lnTo>
                <a:lnTo>
                  <a:pt x="510751" y="498686"/>
                </a:lnTo>
                <a:lnTo>
                  <a:pt x="511763" y="502600"/>
                </a:lnTo>
                <a:lnTo>
                  <a:pt x="512769" y="506455"/>
                </a:lnTo>
                <a:lnTo>
                  <a:pt x="513781" y="510242"/>
                </a:lnTo>
                <a:lnTo>
                  <a:pt x="514788" y="513969"/>
                </a:lnTo>
                <a:lnTo>
                  <a:pt x="515799" y="517633"/>
                </a:lnTo>
                <a:lnTo>
                  <a:pt x="516806" y="521238"/>
                </a:lnTo>
                <a:lnTo>
                  <a:pt x="517818" y="524775"/>
                </a:lnTo>
                <a:lnTo>
                  <a:pt x="518824" y="528252"/>
                </a:lnTo>
                <a:lnTo>
                  <a:pt x="519836" y="531671"/>
                </a:lnTo>
                <a:lnTo>
                  <a:pt x="520843" y="535026"/>
                </a:lnTo>
                <a:lnTo>
                  <a:pt x="521854" y="538317"/>
                </a:lnTo>
                <a:lnTo>
                  <a:pt x="522866" y="541549"/>
                </a:lnTo>
                <a:lnTo>
                  <a:pt x="523873" y="544718"/>
                </a:lnTo>
                <a:lnTo>
                  <a:pt x="524885" y="547828"/>
                </a:lnTo>
                <a:lnTo>
                  <a:pt x="525891" y="550874"/>
                </a:lnTo>
                <a:lnTo>
                  <a:pt x="526903" y="553867"/>
                </a:lnTo>
                <a:lnTo>
                  <a:pt x="527909" y="556796"/>
                </a:lnTo>
                <a:lnTo>
                  <a:pt x="528921" y="559661"/>
                </a:lnTo>
                <a:lnTo>
                  <a:pt x="529928" y="562473"/>
                </a:lnTo>
                <a:lnTo>
                  <a:pt x="530940" y="565226"/>
                </a:lnTo>
                <a:lnTo>
                  <a:pt x="531946" y="567921"/>
                </a:lnTo>
                <a:lnTo>
                  <a:pt x="532958" y="570557"/>
                </a:lnTo>
                <a:lnTo>
                  <a:pt x="533970" y="573139"/>
                </a:lnTo>
                <a:lnTo>
                  <a:pt x="534976" y="575664"/>
                </a:lnTo>
                <a:lnTo>
                  <a:pt x="535988" y="578129"/>
                </a:lnTo>
                <a:lnTo>
                  <a:pt x="536994" y="580547"/>
                </a:lnTo>
                <a:lnTo>
                  <a:pt x="538006" y="582901"/>
                </a:lnTo>
                <a:lnTo>
                  <a:pt x="539013" y="585207"/>
                </a:lnTo>
                <a:lnTo>
                  <a:pt x="540025" y="587459"/>
                </a:lnTo>
                <a:lnTo>
                  <a:pt x="541031" y="589659"/>
                </a:lnTo>
                <a:lnTo>
                  <a:pt x="542043" y="591805"/>
                </a:lnTo>
                <a:lnTo>
                  <a:pt x="543049" y="593903"/>
                </a:lnTo>
                <a:lnTo>
                  <a:pt x="544061" y="595948"/>
                </a:lnTo>
                <a:lnTo>
                  <a:pt x="545068" y="597945"/>
                </a:lnTo>
                <a:lnTo>
                  <a:pt x="546080" y="599894"/>
                </a:lnTo>
                <a:lnTo>
                  <a:pt x="547091" y="601790"/>
                </a:lnTo>
                <a:lnTo>
                  <a:pt x="548098" y="603643"/>
                </a:lnTo>
                <a:lnTo>
                  <a:pt x="549110" y="605443"/>
                </a:lnTo>
                <a:lnTo>
                  <a:pt x="550116" y="607201"/>
                </a:lnTo>
                <a:lnTo>
                  <a:pt x="551128" y="608915"/>
                </a:lnTo>
                <a:lnTo>
                  <a:pt x="552134" y="610582"/>
                </a:lnTo>
                <a:lnTo>
                  <a:pt x="553146" y="612206"/>
                </a:lnTo>
                <a:lnTo>
                  <a:pt x="554153" y="613788"/>
                </a:lnTo>
                <a:lnTo>
                  <a:pt x="555165" y="615327"/>
                </a:lnTo>
                <a:lnTo>
                  <a:pt x="556171" y="616823"/>
                </a:lnTo>
                <a:lnTo>
                  <a:pt x="557183" y="618277"/>
                </a:lnTo>
                <a:lnTo>
                  <a:pt x="558195" y="619694"/>
                </a:lnTo>
                <a:lnTo>
                  <a:pt x="559201" y="621068"/>
                </a:lnTo>
                <a:lnTo>
                  <a:pt x="560213" y="622404"/>
                </a:lnTo>
                <a:lnTo>
                  <a:pt x="561220" y="623704"/>
                </a:lnTo>
                <a:lnTo>
                  <a:pt x="562231" y="624971"/>
                </a:lnTo>
                <a:lnTo>
                  <a:pt x="563238" y="626196"/>
                </a:lnTo>
                <a:lnTo>
                  <a:pt x="564250" y="627384"/>
                </a:lnTo>
                <a:lnTo>
                  <a:pt x="565256" y="628545"/>
                </a:lnTo>
                <a:lnTo>
                  <a:pt x="566268" y="629663"/>
                </a:lnTo>
                <a:lnTo>
                  <a:pt x="567275" y="630755"/>
                </a:lnTo>
                <a:lnTo>
                  <a:pt x="568286" y="631809"/>
                </a:lnTo>
                <a:lnTo>
                  <a:pt x="569298" y="632832"/>
                </a:lnTo>
                <a:lnTo>
                  <a:pt x="570305" y="633827"/>
                </a:lnTo>
                <a:lnTo>
                  <a:pt x="571316" y="634786"/>
                </a:lnTo>
                <a:lnTo>
                  <a:pt x="572323" y="635718"/>
                </a:lnTo>
                <a:lnTo>
                  <a:pt x="573335" y="636623"/>
                </a:lnTo>
                <a:lnTo>
                  <a:pt x="574341" y="637502"/>
                </a:lnTo>
                <a:lnTo>
                  <a:pt x="575353" y="638349"/>
                </a:lnTo>
                <a:lnTo>
                  <a:pt x="576360" y="639169"/>
                </a:lnTo>
                <a:lnTo>
                  <a:pt x="577371" y="639962"/>
                </a:lnTo>
                <a:lnTo>
                  <a:pt x="578378" y="640729"/>
                </a:lnTo>
                <a:lnTo>
                  <a:pt x="579390" y="641475"/>
                </a:lnTo>
                <a:lnTo>
                  <a:pt x="580402" y="642194"/>
                </a:lnTo>
                <a:lnTo>
                  <a:pt x="581408" y="642891"/>
                </a:lnTo>
                <a:lnTo>
                  <a:pt x="582420" y="643562"/>
                </a:lnTo>
                <a:lnTo>
                  <a:pt x="583426" y="644212"/>
                </a:lnTo>
                <a:lnTo>
                  <a:pt x="584438" y="644840"/>
                </a:lnTo>
                <a:lnTo>
                  <a:pt x="585445" y="645447"/>
                </a:lnTo>
                <a:lnTo>
                  <a:pt x="586457" y="646033"/>
                </a:lnTo>
                <a:lnTo>
                  <a:pt x="587463" y="646598"/>
                </a:lnTo>
                <a:lnTo>
                  <a:pt x="588475" y="647141"/>
                </a:lnTo>
                <a:lnTo>
                  <a:pt x="589481" y="647668"/>
                </a:lnTo>
                <a:lnTo>
                  <a:pt x="590493" y="648179"/>
                </a:lnTo>
                <a:lnTo>
                  <a:pt x="591500" y="648669"/>
                </a:lnTo>
                <a:lnTo>
                  <a:pt x="592511" y="649143"/>
                </a:lnTo>
                <a:lnTo>
                  <a:pt x="593523" y="649596"/>
                </a:lnTo>
                <a:lnTo>
                  <a:pt x="594530" y="650038"/>
                </a:lnTo>
                <a:lnTo>
                  <a:pt x="595542" y="650464"/>
                </a:lnTo>
                <a:lnTo>
                  <a:pt x="596548" y="650869"/>
                </a:lnTo>
                <a:lnTo>
                  <a:pt x="597560" y="651263"/>
                </a:lnTo>
                <a:lnTo>
                  <a:pt x="598566" y="651641"/>
                </a:lnTo>
                <a:lnTo>
                  <a:pt x="599578" y="652008"/>
                </a:lnTo>
                <a:lnTo>
                  <a:pt x="600585" y="652360"/>
                </a:lnTo>
                <a:lnTo>
                  <a:pt x="601597" y="652695"/>
                </a:lnTo>
                <a:lnTo>
                  <a:pt x="602603" y="653020"/>
                </a:lnTo>
                <a:lnTo>
                  <a:pt x="603615" y="653334"/>
                </a:lnTo>
                <a:lnTo>
                  <a:pt x="604627" y="653632"/>
                </a:lnTo>
                <a:lnTo>
                  <a:pt x="605633" y="653925"/>
                </a:lnTo>
                <a:lnTo>
                  <a:pt x="606645" y="654202"/>
                </a:lnTo>
                <a:lnTo>
                  <a:pt x="607651" y="654468"/>
                </a:lnTo>
                <a:lnTo>
                  <a:pt x="608663" y="654724"/>
                </a:lnTo>
                <a:lnTo>
                  <a:pt x="609670" y="654969"/>
                </a:lnTo>
                <a:lnTo>
                  <a:pt x="610682" y="655209"/>
                </a:lnTo>
                <a:lnTo>
                  <a:pt x="611688" y="655438"/>
                </a:lnTo>
                <a:lnTo>
                  <a:pt x="612700" y="655656"/>
                </a:lnTo>
                <a:lnTo>
                  <a:pt x="613706" y="655864"/>
                </a:lnTo>
                <a:lnTo>
                  <a:pt x="614718" y="656066"/>
                </a:lnTo>
                <a:lnTo>
                  <a:pt x="615730" y="656258"/>
                </a:lnTo>
                <a:lnTo>
                  <a:pt x="616737" y="656444"/>
                </a:lnTo>
                <a:lnTo>
                  <a:pt x="617748" y="656620"/>
                </a:lnTo>
                <a:lnTo>
                  <a:pt x="618755" y="656790"/>
                </a:lnTo>
                <a:lnTo>
                  <a:pt x="619767" y="656950"/>
                </a:lnTo>
                <a:lnTo>
                  <a:pt x="620773" y="657110"/>
                </a:lnTo>
                <a:lnTo>
                  <a:pt x="621785" y="657259"/>
                </a:lnTo>
                <a:lnTo>
                  <a:pt x="622792" y="657397"/>
                </a:lnTo>
                <a:lnTo>
                  <a:pt x="623803" y="657536"/>
                </a:lnTo>
                <a:lnTo>
                  <a:pt x="624810" y="657669"/>
                </a:lnTo>
                <a:lnTo>
                  <a:pt x="625822" y="657792"/>
                </a:lnTo>
                <a:lnTo>
                  <a:pt x="626833" y="657914"/>
                </a:lnTo>
                <a:lnTo>
                  <a:pt x="627840" y="658026"/>
                </a:lnTo>
                <a:lnTo>
                  <a:pt x="628852" y="658138"/>
                </a:lnTo>
                <a:lnTo>
                  <a:pt x="629858" y="658244"/>
                </a:lnTo>
                <a:lnTo>
                  <a:pt x="630870" y="658345"/>
                </a:lnTo>
                <a:lnTo>
                  <a:pt x="631877" y="658441"/>
                </a:lnTo>
                <a:lnTo>
                  <a:pt x="632888" y="658532"/>
                </a:lnTo>
                <a:lnTo>
                  <a:pt x="633895" y="658617"/>
                </a:lnTo>
                <a:lnTo>
                  <a:pt x="634907" y="658702"/>
                </a:lnTo>
                <a:lnTo>
                  <a:pt x="635913" y="658782"/>
                </a:lnTo>
                <a:lnTo>
                  <a:pt x="636925" y="658857"/>
                </a:lnTo>
                <a:lnTo>
                  <a:pt x="637931" y="658931"/>
                </a:lnTo>
                <a:lnTo>
                  <a:pt x="638943" y="659000"/>
                </a:lnTo>
                <a:lnTo>
                  <a:pt x="639955" y="659070"/>
                </a:lnTo>
                <a:lnTo>
                  <a:pt x="640962" y="659128"/>
                </a:lnTo>
                <a:lnTo>
                  <a:pt x="641974" y="659192"/>
                </a:lnTo>
                <a:lnTo>
                  <a:pt x="642980" y="659245"/>
                </a:lnTo>
                <a:lnTo>
                  <a:pt x="643992" y="659304"/>
                </a:lnTo>
                <a:lnTo>
                  <a:pt x="644998" y="659357"/>
                </a:lnTo>
                <a:lnTo>
                  <a:pt x="646010" y="659405"/>
                </a:lnTo>
                <a:lnTo>
                  <a:pt x="647017" y="659453"/>
                </a:lnTo>
                <a:lnTo>
                  <a:pt x="648028" y="659496"/>
                </a:lnTo>
                <a:lnTo>
                  <a:pt x="649035" y="659538"/>
                </a:lnTo>
                <a:lnTo>
                  <a:pt x="650047" y="659581"/>
                </a:lnTo>
                <a:lnTo>
                  <a:pt x="651059" y="659618"/>
                </a:lnTo>
                <a:lnTo>
                  <a:pt x="652065" y="659655"/>
                </a:lnTo>
                <a:lnTo>
                  <a:pt x="653077" y="659693"/>
                </a:lnTo>
                <a:lnTo>
                  <a:pt x="654083" y="659725"/>
                </a:lnTo>
                <a:lnTo>
                  <a:pt x="655095" y="659757"/>
                </a:lnTo>
                <a:lnTo>
                  <a:pt x="656102" y="659789"/>
                </a:lnTo>
                <a:lnTo>
                  <a:pt x="657113" y="659815"/>
                </a:lnTo>
                <a:lnTo>
                  <a:pt x="658120" y="659842"/>
                </a:lnTo>
                <a:lnTo>
                  <a:pt x="659132" y="659868"/>
                </a:lnTo>
                <a:lnTo>
                  <a:pt x="660138" y="659895"/>
                </a:lnTo>
                <a:lnTo>
                  <a:pt x="661150" y="659916"/>
                </a:lnTo>
                <a:lnTo>
                  <a:pt x="662162" y="659938"/>
                </a:lnTo>
                <a:lnTo>
                  <a:pt x="663168" y="659959"/>
                </a:lnTo>
                <a:lnTo>
                  <a:pt x="664180" y="659980"/>
                </a:lnTo>
                <a:lnTo>
                  <a:pt x="665187" y="659996"/>
                </a:lnTo>
                <a:lnTo>
                  <a:pt x="666199" y="660018"/>
                </a:lnTo>
                <a:lnTo>
                  <a:pt x="667205" y="660034"/>
                </a:lnTo>
                <a:lnTo>
                  <a:pt x="668217" y="660050"/>
                </a:lnTo>
                <a:lnTo>
                  <a:pt x="669223" y="660065"/>
                </a:lnTo>
                <a:lnTo>
                  <a:pt x="670235" y="660081"/>
                </a:lnTo>
                <a:lnTo>
                  <a:pt x="671242" y="660092"/>
                </a:lnTo>
                <a:lnTo>
                  <a:pt x="672254" y="660108"/>
                </a:lnTo>
                <a:lnTo>
                  <a:pt x="673265" y="660119"/>
                </a:lnTo>
                <a:lnTo>
                  <a:pt x="674272" y="660129"/>
                </a:lnTo>
                <a:lnTo>
                  <a:pt x="675284" y="660140"/>
                </a:lnTo>
                <a:lnTo>
                  <a:pt x="676290" y="660151"/>
                </a:lnTo>
                <a:lnTo>
                  <a:pt x="677302" y="660161"/>
                </a:lnTo>
                <a:lnTo>
                  <a:pt x="678308" y="660172"/>
                </a:lnTo>
                <a:lnTo>
                  <a:pt x="679320" y="660177"/>
                </a:lnTo>
                <a:lnTo>
                  <a:pt x="680327" y="660188"/>
                </a:lnTo>
                <a:lnTo>
                  <a:pt x="681339" y="660193"/>
                </a:lnTo>
                <a:lnTo>
                  <a:pt x="682345" y="660204"/>
                </a:lnTo>
                <a:lnTo>
                  <a:pt x="683357" y="660209"/>
                </a:lnTo>
                <a:lnTo>
                  <a:pt x="684363" y="660215"/>
                </a:lnTo>
                <a:lnTo>
                  <a:pt x="685375" y="660225"/>
                </a:lnTo>
                <a:lnTo>
                  <a:pt x="686387" y="660231"/>
                </a:lnTo>
                <a:lnTo>
                  <a:pt x="687394" y="660236"/>
                </a:lnTo>
                <a:lnTo>
                  <a:pt x="688405" y="660241"/>
                </a:lnTo>
                <a:lnTo>
                  <a:pt x="689412" y="660247"/>
                </a:lnTo>
                <a:lnTo>
                  <a:pt x="690424" y="660252"/>
                </a:lnTo>
                <a:lnTo>
                  <a:pt x="691430" y="660252"/>
                </a:lnTo>
                <a:lnTo>
                  <a:pt x="692442" y="660257"/>
                </a:lnTo>
                <a:lnTo>
                  <a:pt x="693448" y="660262"/>
                </a:lnTo>
                <a:lnTo>
                  <a:pt x="694460" y="660268"/>
                </a:lnTo>
                <a:lnTo>
                  <a:pt x="695467" y="660268"/>
                </a:lnTo>
                <a:lnTo>
                  <a:pt x="696479" y="660273"/>
                </a:lnTo>
                <a:lnTo>
                  <a:pt x="697490" y="660273"/>
                </a:lnTo>
                <a:lnTo>
                  <a:pt x="698497" y="660278"/>
                </a:lnTo>
                <a:lnTo>
                  <a:pt x="699509" y="660278"/>
                </a:lnTo>
                <a:lnTo>
                  <a:pt x="700515" y="660284"/>
                </a:lnTo>
                <a:lnTo>
                  <a:pt x="701527" y="660284"/>
                </a:lnTo>
                <a:lnTo>
                  <a:pt x="702534" y="660289"/>
                </a:lnTo>
                <a:lnTo>
                  <a:pt x="703545" y="660289"/>
                </a:lnTo>
                <a:lnTo>
                  <a:pt x="704552" y="660294"/>
                </a:lnTo>
                <a:lnTo>
                  <a:pt x="705564" y="660294"/>
                </a:lnTo>
                <a:lnTo>
                  <a:pt x="706570" y="660294"/>
                </a:lnTo>
                <a:lnTo>
                  <a:pt x="707582" y="660300"/>
                </a:lnTo>
                <a:lnTo>
                  <a:pt x="708594" y="660300"/>
                </a:lnTo>
                <a:lnTo>
                  <a:pt x="709600" y="660300"/>
                </a:lnTo>
                <a:lnTo>
                  <a:pt x="710612" y="660300"/>
                </a:lnTo>
                <a:lnTo>
                  <a:pt x="711619" y="660305"/>
                </a:lnTo>
                <a:lnTo>
                  <a:pt x="712630" y="660305"/>
                </a:lnTo>
                <a:lnTo>
                  <a:pt x="713637" y="660305"/>
                </a:lnTo>
                <a:lnTo>
                  <a:pt x="714649" y="660305"/>
                </a:lnTo>
                <a:lnTo>
                  <a:pt x="715655" y="660310"/>
                </a:lnTo>
                <a:lnTo>
                  <a:pt x="716667" y="660310"/>
                </a:lnTo>
                <a:lnTo>
                  <a:pt x="717674" y="660310"/>
                </a:lnTo>
                <a:lnTo>
                  <a:pt x="718685" y="660310"/>
                </a:lnTo>
                <a:lnTo>
                  <a:pt x="719697" y="660310"/>
                </a:lnTo>
                <a:lnTo>
                  <a:pt x="720704" y="660310"/>
                </a:lnTo>
                <a:lnTo>
                  <a:pt x="721716" y="660310"/>
                </a:lnTo>
                <a:lnTo>
                  <a:pt x="722722" y="660316"/>
                </a:lnTo>
                <a:lnTo>
                  <a:pt x="723734" y="660316"/>
                </a:lnTo>
                <a:lnTo>
                  <a:pt x="724740" y="660316"/>
                </a:lnTo>
                <a:lnTo>
                  <a:pt x="725752" y="660316"/>
                </a:lnTo>
                <a:lnTo>
                  <a:pt x="726759" y="660316"/>
                </a:lnTo>
                <a:lnTo>
                  <a:pt x="727771" y="660316"/>
                </a:lnTo>
                <a:lnTo>
                  <a:pt x="728777" y="660316"/>
                </a:lnTo>
                <a:lnTo>
                  <a:pt x="729789" y="660316"/>
                </a:lnTo>
                <a:lnTo>
                  <a:pt x="730795" y="660316"/>
                </a:lnTo>
                <a:lnTo>
                  <a:pt x="731807" y="660316"/>
                </a:lnTo>
                <a:lnTo>
                  <a:pt x="732819" y="660316"/>
                </a:lnTo>
                <a:lnTo>
                  <a:pt x="733825" y="660321"/>
                </a:lnTo>
                <a:lnTo>
                  <a:pt x="734837" y="660321"/>
                </a:lnTo>
                <a:lnTo>
                  <a:pt x="735844" y="660321"/>
                </a:lnTo>
                <a:lnTo>
                  <a:pt x="736856" y="660321"/>
                </a:lnTo>
                <a:lnTo>
                  <a:pt x="737862" y="660321"/>
                </a:lnTo>
                <a:lnTo>
                  <a:pt x="738874" y="660321"/>
                </a:lnTo>
                <a:lnTo>
                  <a:pt x="739880" y="660321"/>
                </a:lnTo>
                <a:lnTo>
                  <a:pt x="740892" y="660321"/>
                </a:lnTo>
                <a:lnTo>
                  <a:pt x="741899" y="660321"/>
                </a:lnTo>
                <a:lnTo>
                  <a:pt x="742911" y="660321"/>
                </a:lnTo>
                <a:lnTo>
                  <a:pt x="743922" y="660321"/>
                </a:lnTo>
                <a:lnTo>
                  <a:pt x="744929" y="660321"/>
                </a:lnTo>
                <a:lnTo>
                  <a:pt x="745941" y="660321"/>
                </a:lnTo>
                <a:lnTo>
                  <a:pt x="746947" y="660321"/>
                </a:lnTo>
                <a:lnTo>
                  <a:pt x="747959" y="660321"/>
                </a:lnTo>
                <a:lnTo>
                  <a:pt x="748965" y="660321"/>
                </a:lnTo>
                <a:lnTo>
                  <a:pt x="749977" y="660321"/>
                </a:lnTo>
                <a:lnTo>
                  <a:pt x="750984" y="660321"/>
                </a:lnTo>
                <a:lnTo>
                  <a:pt x="751996" y="660321"/>
                </a:lnTo>
                <a:lnTo>
                  <a:pt x="753002" y="660321"/>
                </a:lnTo>
                <a:lnTo>
                  <a:pt x="754014" y="660321"/>
                </a:lnTo>
                <a:lnTo>
                  <a:pt x="755026" y="660321"/>
                </a:lnTo>
                <a:lnTo>
                  <a:pt x="756032" y="660321"/>
                </a:lnTo>
                <a:lnTo>
                  <a:pt x="757044" y="660321"/>
                </a:lnTo>
                <a:lnTo>
                  <a:pt x="758051" y="660321"/>
                </a:lnTo>
                <a:lnTo>
                  <a:pt x="759062" y="660321"/>
                </a:lnTo>
                <a:lnTo>
                  <a:pt x="760069" y="660321"/>
                </a:lnTo>
                <a:lnTo>
                  <a:pt x="761081" y="660321"/>
                </a:lnTo>
                <a:lnTo>
                  <a:pt x="762087" y="660321"/>
                </a:lnTo>
                <a:lnTo>
                  <a:pt x="763099" y="660321"/>
                </a:lnTo>
                <a:lnTo>
                  <a:pt x="764106" y="660321"/>
                </a:lnTo>
                <a:lnTo>
                  <a:pt x="765117" y="660321"/>
                </a:lnTo>
                <a:lnTo>
                  <a:pt x="766129" y="660321"/>
                </a:lnTo>
                <a:lnTo>
                  <a:pt x="767136" y="660321"/>
                </a:lnTo>
                <a:lnTo>
                  <a:pt x="768147" y="660321"/>
                </a:lnTo>
                <a:lnTo>
                  <a:pt x="769154" y="660321"/>
                </a:lnTo>
                <a:lnTo>
                  <a:pt x="770166" y="660321"/>
                </a:lnTo>
                <a:lnTo>
                  <a:pt x="771172" y="660321"/>
                </a:lnTo>
                <a:lnTo>
                  <a:pt x="772184" y="660321"/>
                </a:lnTo>
                <a:lnTo>
                  <a:pt x="773191" y="660321"/>
                </a:lnTo>
                <a:lnTo>
                  <a:pt x="774202" y="660321"/>
                </a:lnTo>
                <a:lnTo>
                  <a:pt x="775209" y="660321"/>
                </a:lnTo>
                <a:lnTo>
                  <a:pt x="776221" y="660321"/>
                </a:lnTo>
                <a:lnTo>
                  <a:pt x="777227" y="660321"/>
                </a:lnTo>
                <a:lnTo>
                  <a:pt x="778239" y="660321"/>
                </a:lnTo>
                <a:lnTo>
                  <a:pt x="779251" y="660321"/>
                </a:lnTo>
                <a:lnTo>
                  <a:pt x="780257" y="660321"/>
                </a:lnTo>
                <a:lnTo>
                  <a:pt x="781269" y="660321"/>
                </a:lnTo>
                <a:lnTo>
                  <a:pt x="782276" y="660321"/>
                </a:lnTo>
                <a:lnTo>
                  <a:pt x="783288" y="660321"/>
                </a:lnTo>
                <a:lnTo>
                  <a:pt x="784294" y="660321"/>
                </a:lnTo>
                <a:lnTo>
                  <a:pt x="785306" y="660321"/>
                </a:lnTo>
                <a:lnTo>
                  <a:pt x="786312" y="660321"/>
                </a:lnTo>
                <a:lnTo>
                  <a:pt x="787324" y="660321"/>
                </a:lnTo>
                <a:lnTo>
                  <a:pt x="788331" y="660321"/>
                </a:lnTo>
                <a:lnTo>
                  <a:pt x="789342" y="660321"/>
                </a:lnTo>
                <a:lnTo>
                  <a:pt x="790354" y="660321"/>
                </a:lnTo>
                <a:lnTo>
                  <a:pt x="791361" y="660321"/>
                </a:lnTo>
                <a:lnTo>
                  <a:pt x="792373" y="660321"/>
                </a:lnTo>
                <a:lnTo>
                  <a:pt x="793379" y="660321"/>
                </a:lnTo>
                <a:lnTo>
                  <a:pt x="794391" y="660321"/>
                </a:lnTo>
                <a:lnTo>
                  <a:pt x="795397" y="660321"/>
                </a:lnTo>
                <a:lnTo>
                  <a:pt x="796409" y="660321"/>
                </a:lnTo>
                <a:lnTo>
                  <a:pt x="797416" y="660321"/>
                </a:lnTo>
                <a:lnTo>
                  <a:pt x="798428" y="660321"/>
                </a:lnTo>
                <a:lnTo>
                  <a:pt x="799434" y="660321"/>
                </a:lnTo>
                <a:lnTo>
                  <a:pt x="800446" y="660321"/>
                </a:lnTo>
                <a:lnTo>
                  <a:pt x="801458" y="660321"/>
                </a:lnTo>
                <a:lnTo>
                  <a:pt x="802464" y="660321"/>
                </a:lnTo>
                <a:lnTo>
                  <a:pt x="803476" y="660321"/>
                </a:lnTo>
                <a:lnTo>
                  <a:pt x="804482" y="660321"/>
                </a:lnTo>
                <a:lnTo>
                  <a:pt x="805494" y="660321"/>
                </a:lnTo>
                <a:lnTo>
                  <a:pt x="806501" y="660321"/>
                </a:lnTo>
                <a:lnTo>
                  <a:pt x="807513" y="660321"/>
                </a:lnTo>
                <a:lnTo>
                  <a:pt x="808519" y="660321"/>
                </a:lnTo>
                <a:lnTo>
                  <a:pt x="809531" y="660321"/>
                </a:lnTo>
                <a:lnTo>
                  <a:pt x="810537" y="660321"/>
                </a:lnTo>
                <a:lnTo>
                  <a:pt x="811549" y="660321"/>
                </a:lnTo>
                <a:lnTo>
                  <a:pt x="812561" y="660321"/>
                </a:lnTo>
                <a:lnTo>
                  <a:pt x="813568" y="660321"/>
                </a:lnTo>
                <a:lnTo>
                  <a:pt x="814579" y="660321"/>
                </a:lnTo>
                <a:lnTo>
                  <a:pt x="815586" y="660321"/>
                </a:lnTo>
                <a:lnTo>
                  <a:pt x="816598" y="660321"/>
                </a:lnTo>
                <a:lnTo>
                  <a:pt x="817604" y="660321"/>
                </a:lnTo>
                <a:lnTo>
                  <a:pt x="818616" y="660321"/>
                </a:lnTo>
                <a:lnTo>
                  <a:pt x="819623" y="660321"/>
                </a:lnTo>
                <a:lnTo>
                  <a:pt x="820634" y="660321"/>
                </a:lnTo>
                <a:lnTo>
                  <a:pt x="821641" y="660321"/>
                </a:lnTo>
                <a:lnTo>
                  <a:pt x="822653" y="660321"/>
                </a:lnTo>
                <a:lnTo>
                  <a:pt x="823664" y="660321"/>
                </a:lnTo>
                <a:lnTo>
                  <a:pt x="824671" y="660321"/>
                </a:lnTo>
                <a:lnTo>
                  <a:pt x="825683" y="660321"/>
                </a:lnTo>
                <a:lnTo>
                  <a:pt x="826689" y="660321"/>
                </a:lnTo>
                <a:lnTo>
                  <a:pt x="827701" y="660321"/>
                </a:lnTo>
                <a:lnTo>
                  <a:pt x="828708" y="660321"/>
                </a:lnTo>
                <a:lnTo>
                  <a:pt x="829719" y="660321"/>
                </a:lnTo>
                <a:lnTo>
                  <a:pt x="830726" y="660321"/>
                </a:lnTo>
                <a:lnTo>
                  <a:pt x="831738" y="660321"/>
                </a:lnTo>
                <a:lnTo>
                  <a:pt x="832744" y="660321"/>
                </a:lnTo>
                <a:lnTo>
                  <a:pt x="833756" y="660321"/>
                </a:lnTo>
                <a:lnTo>
                  <a:pt x="834763" y="660321"/>
                </a:lnTo>
                <a:lnTo>
                  <a:pt x="835774" y="660321"/>
                </a:lnTo>
                <a:lnTo>
                  <a:pt x="836786" y="660321"/>
                </a:lnTo>
                <a:lnTo>
                  <a:pt x="837793" y="660321"/>
                </a:lnTo>
                <a:lnTo>
                  <a:pt x="838805" y="660321"/>
                </a:lnTo>
                <a:lnTo>
                  <a:pt x="839811" y="660321"/>
                </a:lnTo>
                <a:lnTo>
                  <a:pt x="840823" y="660321"/>
                </a:lnTo>
                <a:lnTo>
                  <a:pt x="841829" y="660321"/>
                </a:lnTo>
                <a:lnTo>
                  <a:pt x="842841" y="660321"/>
                </a:lnTo>
                <a:lnTo>
                  <a:pt x="843848" y="660321"/>
                </a:lnTo>
                <a:lnTo>
                  <a:pt x="844859" y="660321"/>
                </a:lnTo>
                <a:lnTo>
                  <a:pt x="845866" y="660321"/>
                </a:lnTo>
                <a:lnTo>
                  <a:pt x="846878" y="660321"/>
                </a:lnTo>
                <a:lnTo>
                  <a:pt x="847890" y="660321"/>
                </a:lnTo>
                <a:lnTo>
                  <a:pt x="848896" y="660321"/>
                </a:lnTo>
                <a:lnTo>
                  <a:pt x="849908" y="660321"/>
                </a:lnTo>
                <a:lnTo>
                  <a:pt x="850914" y="660321"/>
                </a:lnTo>
                <a:lnTo>
                  <a:pt x="851926" y="660321"/>
                </a:lnTo>
                <a:lnTo>
                  <a:pt x="852933" y="660321"/>
                </a:lnTo>
                <a:lnTo>
                  <a:pt x="853945" y="660321"/>
                </a:lnTo>
                <a:lnTo>
                  <a:pt x="854951" y="660321"/>
                </a:lnTo>
                <a:lnTo>
                  <a:pt x="855963" y="660321"/>
                </a:lnTo>
                <a:lnTo>
                  <a:pt x="856969" y="660321"/>
                </a:lnTo>
                <a:lnTo>
                  <a:pt x="857981" y="660321"/>
                </a:lnTo>
                <a:lnTo>
                  <a:pt x="858993" y="660321"/>
                </a:lnTo>
                <a:lnTo>
                  <a:pt x="859999" y="660321"/>
                </a:lnTo>
                <a:lnTo>
                  <a:pt x="861011" y="660321"/>
                </a:lnTo>
                <a:lnTo>
                  <a:pt x="862018" y="660321"/>
                </a:lnTo>
                <a:lnTo>
                  <a:pt x="863030" y="660321"/>
                </a:lnTo>
                <a:lnTo>
                  <a:pt x="864036" y="660321"/>
                </a:lnTo>
                <a:lnTo>
                  <a:pt x="865048" y="660321"/>
                </a:lnTo>
                <a:lnTo>
                  <a:pt x="866054" y="660321"/>
                </a:lnTo>
                <a:lnTo>
                  <a:pt x="867066" y="660321"/>
                </a:lnTo>
                <a:lnTo>
                  <a:pt x="868073" y="660321"/>
                </a:lnTo>
                <a:lnTo>
                  <a:pt x="869085" y="660321"/>
                </a:lnTo>
                <a:lnTo>
                  <a:pt x="870096" y="660321"/>
                </a:lnTo>
                <a:lnTo>
                  <a:pt x="871103" y="660321"/>
                </a:lnTo>
                <a:lnTo>
                  <a:pt x="872115" y="660321"/>
                </a:lnTo>
                <a:lnTo>
                  <a:pt x="873121" y="660321"/>
                </a:lnTo>
                <a:lnTo>
                  <a:pt x="874133" y="660321"/>
                </a:lnTo>
                <a:lnTo>
                  <a:pt x="875140" y="660321"/>
                </a:lnTo>
                <a:lnTo>
                  <a:pt x="876151" y="660321"/>
                </a:lnTo>
                <a:lnTo>
                  <a:pt x="877158" y="660321"/>
                </a:lnTo>
                <a:lnTo>
                  <a:pt x="878170" y="660321"/>
                </a:lnTo>
                <a:lnTo>
                  <a:pt x="879176" y="660321"/>
                </a:lnTo>
                <a:lnTo>
                  <a:pt x="880188" y="660321"/>
                </a:lnTo>
                <a:lnTo>
                  <a:pt x="881195" y="660321"/>
                </a:lnTo>
                <a:lnTo>
                  <a:pt x="882206" y="660321"/>
                </a:lnTo>
                <a:lnTo>
                  <a:pt x="883218" y="660321"/>
                </a:lnTo>
                <a:lnTo>
                  <a:pt x="884225" y="660321"/>
                </a:lnTo>
                <a:lnTo>
                  <a:pt x="885236" y="660321"/>
                </a:lnTo>
                <a:lnTo>
                  <a:pt x="886243" y="660321"/>
                </a:lnTo>
                <a:lnTo>
                  <a:pt x="887255" y="660321"/>
                </a:lnTo>
                <a:lnTo>
                  <a:pt x="888261" y="660321"/>
                </a:lnTo>
                <a:lnTo>
                  <a:pt x="889273" y="660321"/>
                </a:lnTo>
                <a:lnTo>
                  <a:pt x="890280" y="660321"/>
                </a:lnTo>
                <a:lnTo>
                  <a:pt x="891291" y="660321"/>
                </a:lnTo>
                <a:lnTo>
                  <a:pt x="892298" y="660321"/>
                </a:lnTo>
                <a:lnTo>
                  <a:pt x="893310" y="660321"/>
                </a:lnTo>
                <a:lnTo>
                  <a:pt x="894322" y="660321"/>
                </a:lnTo>
                <a:lnTo>
                  <a:pt x="895328" y="660321"/>
                </a:lnTo>
                <a:lnTo>
                  <a:pt x="896340" y="660321"/>
                </a:lnTo>
                <a:lnTo>
                  <a:pt x="897346" y="660321"/>
                </a:lnTo>
                <a:lnTo>
                  <a:pt x="898358" y="660321"/>
                </a:lnTo>
                <a:lnTo>
                  <a:pt x="899365" y="660321"/>
                </a:lnTo>
                <a:lnTo>
                  <a:pt x="900376" y="660321"/>
                </a:lnTo>
                <a:lnTo>
                  <a:pt x="901383" y="660321"/>
                </a:lnTo>
                <a:lnTo>
                  <a:pt x="902395" y="660321"/>
                </a:lnTo>
                <a:lnTo>
                  <a:pt x="903401" y="660321"/>
                </a:lnTo>
                <a:lnTo>
                  <a:pt x="904413" y="660321"/>
                </a:lnTo>
                <a:lnTo>
                  <a:pt x="905425" y="660321"/>
                </a:lnTo>
                <a:lnTo>
                  <a:pt x="906431" y="660321"/>
                </a:lnTo>
                <a:lnTo>
                  <a:pt x="907443" y="660321"/>
                </a:lnTo>
                <a:lnTo>
                  <a:pt x="908450" y="660321"/>
                </a:lnTo>
                <a:lnTo>
                  <a:pt x="909462" y="660321"/>
                </a:lnTo>
                <a:lnTo>
                  <a:pt x="910468" y="660321"/>
                </a:lnTo>
                <a:lnTo>
                  <a:pt x="911480" y="660321"/>
                </a:lnTo>
                <a:lnTo>
                  <a:pt x="912486" y="660321"/>
                </a:lnTo>
                <a:lnTo>
                  <a:pt x="913498" y="660321"/>
                </a:lnTo>
                <a:lnTo>
                  <a:pt x="914505" y="660321"/>
                </a:lnTo>
                <a:lnTo>
                  <a:pt x="915517" y="660321"/>
                </a:lnTo>
                <a:lnTo>
                  <a:pt x="916528" y="660321"/>
                </a:lnTo>
                <a:lnTo>
                  <a:pt x="917535" y="660321"/>
                </a:lnTo>
                <a:lnTo>
                  <a:pt x="918547" y="660321"/>
                </a:lnTo>
                <a:lnTo>
                  <a:pt x="919553" y="660321"/>
                </a:lnTo>
                <a:lnTo>
                  <a:pt x="920565" y="660321"/>
                </a:lnTo>
                <a:lnTo>
                  <a:pt x="921571" y="660321"/>
                </a:lnTo>
                <a:lnTo>
                  <a:pt x="922583" y="660321"/>
                </a:lnTo>
                <a:lnTo>
                  <a:pt x="923590" y="660321"/>
                </a:lnTo>
                <a:lnTo>
                  <a:pt x="924602" y="660321"/>
                </a:lnTo>
                <a:lnTo>
                  <a:pt x="925608" y="660321"/>
                </a:lnTo>
                <a:lnTo>
                  <a:pt x="926620" y="660321"/>
                </a:lnTo>
                <a:lnTo>
                  <a:pt x="927626" y="660321"/>
                </a:lnTo>
                <a:lnTo>
                  <a:pt x="928638" y="660321"/>
                </a:lnTo>
                <a:lnTo>
                  <a:pt x="929650" y="660321"/>
                </a:lnTo>
                <a:lnTo>
                  <a:pt x="930657" y="660321"/>
                </a:lnTo>
                <a:lnTo>
                  <a:pt x="931668" y="660321"/>
                </a:lnTo>
                <a:lnTo>
                  <a:pt x="932675" y="660321"/>
                </a:lnTo>
                <a:lnTo>
                  <a:pt x="933687" y="660321"/>
                </a:lnTo>
                <a:lnTo>
                  <a:pt x="934693" y="660321"/>
                </a:lnTo>
                <a:lnTo>
                  <a:pt x="935705" y="660321"/>
                </a:lnTo>
                <a:lnTo>
                  <a:pt x="936712" y="660321"/>
                </a:lnTo>
                <a:lnTo>
                  <a:pt x="937723" y="660321"/>
                </a:lnTo>
                <a:lnTo>
                  <a:pt x="938730" y="660321"/>
                </a:lnTo>
                <a:lnTo>
                  <a:pt x="939742" y="660321"/>
                </a:lnTo>
                <a:lnTo>
                  <a:pt x="940753" y="660321"/>
                </a:lnTo>
                <a:lnTo>
                  <a:pt x="941760" y="660321"/>
                </a:lnTo>
                <a:lnTo>
                  <a:pt x="942772" y="660321"/>
                </a:lnTo>
                <a:lnTo>
                  <a:pt x="943778" y="660321"/>
                </a:lnTo>
                <a:lnTo>
                  <a:pt x="944790" y="660321"/>
                </a:lnTo>
                <a:lnTo>
                  <a:pt x="945797" y="660321"/>
                </a:lnTo>
                <a:lnTo>
                  <a:pt x="946808" y="660321"/>
                </a:lnTo>
                <a:lnTo>
                  <a:pt x="947815" y="660321"/>
                </a:lnTo>
                <a:lnTo>
                  <a:pt x="948827" y="660321"/>
                </a:lnTo>
                <a:lnTo>
                  <a:pt x="949833" y="660321"/>
                </a:lnTo>
                <a:lnTo>
                  <a:pt x="950845" y="660321"/>
                </a:lnTo>
                <a:lnTo>
                  <a:pt x="951857" y="660321"/>
                </a:lnTo>
                <a:lnTo>
                  <a:pt x="952863" y="660321"/>
                </a:lnTo>
                <a:lnTo>
                  <a:pt x="953875" y="660321"/>
                </a:lnTo>
                <a:lnTo>
                  <a:pt x="954882" y="660321"/>
                </a:lnTo>
                <a:lnTo>
                  <a:pt x="955893" y="660321"/>
                </a:lnTo>
                <a:lnTo>
                  <a:pt x="956900" y="660321"/>
                </a:lnTo>
                <a:lnTo>
                  <a:pt x="957912" y="660321"/>
                </a:lnTo>
                <a:lnTo>
                  <a:pt x="958918" y="660321"/>
                </a:lnTo>
                <a:lnTo>
                  <a:pt x="959930" y="660321"/>
                </a:lnTo>
                <a:lnTo>
                  <a:pt x="960937" y="660321"/>
                </a:lnTo>
                <a:lnTo>
                  <a:pt x="961948" y="660321"/>
                </a:lnTo>
                <a:lnTo>
                  <a:pt x="962960" y="660321"/>
                </a:lnTo>
                <a:lnTo>
                  <a:pt x="963967" y="660321"/>
                </a:lnTo>
                <a:lnTo>
                  <a:pt x="964978" y="660321"/>
                </a:lnTo>
                <a:lnTo>
                  <a:pt x="965985" y="660321"/>
                </a:lnTo>
                <a:lnTo>
                  <a:pt x="966997" y="660321"/>
                </a:lnTo>
                <a:lnTo>
                  <a:pt x="968003" y="660321"/>
                </a:lnTo>
                <a:lnTo>
                  <a:pt x="969015" y="660321"/>
                </a:lnTo>
                <a:lnTo>
                  <a:pt x="970022" y="660321"/>
                </a:lnTo>
                <a:lnTo>
                  <a:pt x="971034" y="660321"/>
                </a:lnTo>
                <a:lnTo>
                  <a:pt x="972040" y="660321"/>
                </a:lnTo>
                <a:lnTo>
                  <a:pt x="973052" y="660321"/>
                </a:lnTo>
                <a:lnTo>
                  <a:pt x="974058" y="660321"/>
                </a:lnTo>
                <a:lnTo>
                  <a:pt x="975070" y="660321"/>
                </a:lnTo>
                <a:lnTo>
                  <a:pt x="976082" y="660321"/>
                </a:lnTo>
                <a:lnTo>
                  <a:pt x="977088" y="660321"/>
                </a:lnTo>
                <a:lnTo>
                  <a:pt x="978100" y="660321"/>
                </a:lnTo>
                <a:lnTo>
                  <a:pt x="979107" y="660321"/>
                </a:lnTo>
                <a:lnTo>
                  <a:pt x="980118" y="660321"/>
                </a:lnTo>
                <a:lnTo>
                  <a:pt x="981125" y="660321"/>
                </a:lnTo>
                <a:lnTo>
                  <a:pt x="982137" y="660321"/>
                </a:lnTo>
                <a:lnTo>
                  <a:pt x="983143" y="660321"/>
                </a:lnTo>
                <a:lnTo>
                  <a:pt x="984155" y="660321"/>
                </a:lnTo>
                <a:lnTo>
                  <a:pt x="985162" y="660321"/>
                </a:lnTo>
                <a:lnTo>
                  <a:pt x="986174" y="660321"/>
                </a:lnTo>
                <a:lnTo>
                  <a:pt x="987185" y="660321"/>
                </a:lnTo>
                <a:lnTo>
                  <a:pt x="988192" y="660321"/>
                </a:lnTo>
                <a:lnTo>
                  <a:pt x="989204" y="660321"/>
                </a:lnTo>
                <a:lnTo>
                  <a:pt x="990210" y="660321"/>
                </a:lnTo>
                <a:lnTo>
                  <a:pt x="991222" y="660321"/>
                </a:lnTo>
                <a:lnTo>
                  <a:pt x="992229" y="660321"/>
                </a:lnTo>
                <a:lnTo>
                  <a:pt x="993240" y="660321"/>
                </a:lnTo>
                <a:lnTo>
                  <a:pt x="994247" y="660321"/>
                </a:lnTo>
                <a:lnTo>
                  <a:pt x="995259" y="660321"/>
                </a:lnTo>
                <a:lnTo>
                  <a:pt x="996265" y="660321"/>
                </a:lnTo>
                <a:lnTo>
                  <a:pt x="997277" y="660321"/>
                </a:lnTo>
                <a:lnTo>
                  <a:pt x="998289" y="660321"/>
                </a:lnTo>
                <a:lnTo>
                  <a:pt x="999295" y="660321"/>
                </a:lnTo>
                <a:lnTo>
                  <a:pt x="1000307" y="660321"/>
                </a:lnTo>
                <a:lnTo>
                  <a:pt x="1001313" y="660321"/>
                </a:lnTo>
                <a:lnTo>
                  <a:pt x="1002325" y="660321"/>
                </a:lnTo>
                <a:lnTo>
                  <a:pt x="1003332" y="660321"/>
                </a:lnTo>
                <a:lnTo>
                  <a:pt x="1004344" y="660321"/>
                </a:lnTo>
                <a:lnTo>
                  <a:pt x="1005350" y="660321"/>
                </a:lnTo>
                <a:lnTo>
                  <a:pt x="1006362" y="660321"/>
                </a:lnTo>
                <a:lnTo>
                  <a:pt x="1007369" y="660321"/>
                </a:lnTo>
                <a:lnTo>
                  <a:pt x="1008380" y="660321"/>
                </a:lnTo>
              </a:path>
            </a:pathLst>
          </a:custGeom>
          <a:noFill/>
          <a:ln w="17018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2F894BCD-85F6-F4D6-E3FE-E60513BB35F1}"/>
              </a:ext>
            </a:extLst>
          </p:cNvPr>
          <p:cNvGrpSpPr/>
          <p:nvPr/>
        </p:nvGrpSpPr>
        <p:grpSpPr>
          <a:xfrm>
            <a:off x="2466302" y="1322662"/>
            <a:ext cx="2479241" cy="1606719"/>
            <a:chOff x="2466302" y="1322662"/>
            <a:chExt cx="2479241" cy="1606719"/>
          </a:xfrm>
        </p:grpSpPr>
        <p:sp>
          <p:nvSpPr>
            <p:cNvPr id="679" name="Freeform 678">
              <a:extLst>
                <a:ext uri="{FF2B5EF4-FFF2-40B4-BE49-F238E27FC236}">
                  <a16:creationId xmlns:a16="http://schemas.microsoft.com/office/drawing/2014/main" id="{20363C8A-AD32-0EF6-D771-2A1E0809762C}"/>
                </a:ext>
              </a:extLst>
            </p:cNvPr>
            <p:cNvSpPr/>
            <p:nvPr/>
          </p:nvSpPr>
          <p:spPr>
            <a:xfrm>
              <a:off x="3111030" y="1322662"/>
              <a:ext cx="1058" cy="1405919"/>
            </a:xfrm>
            <a:custGeom>
              <a:avLst/>
              <a:gdLst>
                <a:gd name="csX0" fmla="*/ 0 w 1058"/>
                <a:gd name="csY0" fmla="*/ 1405920 h 1405919"/>
                <a:gd name="csX1" fmla="*/ 0 w 1058"/>
                <a:gd name="csY1" fmla="*/ 0 h 1405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1405919">
                  <a:moveTo>
                    <a:pt x="0" y="1405920"/>
                  </a:moveTo>
                  <a:lnTo>
                    <a:pt x="0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0" name="Freeform 679">
              <a:extLst>
                <a:ext uri="{FF2B5EF4-FFF2-40B4-BE49-F238E27FC236}">
                  <a16:creationId xmlns:a16="http://schemas.microsoft.com/office/drawing/2014/main" id="{B987CBC4-1FEB-5D39-02BA-36EC2046F5F0}"/>
                </a:ext>
              </a:extLst>
            </p:cNvPr>
            <p:cNvSpPr/>
            <p:nvPr/>
          </p:nvSpPr>
          <p:spPr>
            <a:xfrm>
              <a:off x="3632912" y="1322662"/>
              <a:ext cx="1058" cy="1405919"/>
            </a:xfrm>
            <a:custGeom>
              <a:avLst/>
              <a:gdLst>
                <a:gd name="csX0" fmla="*/ 0 w 1058"/>
                <a:gd name="csY0" fmla="*/ 1405920 h 1405919"/>
                <a:gd name="csX1" fmla="*/ 0 w 1058"/>
                <a:gd name="csY1" fmla="*/ 0 h 1405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1405919">
                  <a:moveTo>
                    <a:pt x="0" y="1405920"/>
                  </a:moveTo>
                  <a:lnTo>
                    <a:pt x="0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1" name="Freeform 680">
              <a:extLst>
                <a:ext uri="{FF2B5EF4-FFF2-40B4-BE49-F238E27FC236}">
                  <a16:creationId xmlns:a16="http://schemas.microsoft.com/office/drawing/2014/main" id="{53A52EB3-3FCF-9472-19FA-5740D729C646}"/>
                </a:ext>
              </a:extLst>
            </p:cNvPr>
            <p:cNvSpPr/>
            <p:nvPr/>
          </p:nvSpPr>
          <p:spPr>
            <a:xfrm>
              <a:off x="4154792" y="1322662"/>
              <a:ext cx="1058" cy="1405919"/>
            </a:xfrm>
            <a:custGeom>
              <a:avLst/>
              <a:gdLst>
                <a:gd name="csX0" fmla="*/ 0 w 1058"/>
                <a:gd name="csY0" fmla="*/ 1405920 h 1405919"/>
                <a:gd name="csX1" fmla="*/ 0 w 1058"/>
                <a:gd name="csY1" fmla="*/ 0 h 1405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1405919">
                  <a:moveTo>
                    <a:pt x="0" y="1405920"/>
                  </a:moveTo>
                  <a:lnTo>
                    <a:pt x="0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2" name="Freeform 681">
              <a:extLst>
                <a:ext uri="{FF2B5EF4-FFF2-40B4-BE49-F238E27FC236}">
                  <a16:creationId xmlns:a16="http://schemas.microsoft.com/office/drawing/2014/main" id="{1EA23181-D0E1-E186-FB64-A3CAA31D6256}"/>
                </a:ext>
              </a:extLst>
            </p:cNvPr>
            <p:cNvSpPr/>
            <p:nvPr/>
          </p:nvSpPr>
          <p:spPr>
            <a:xfrm>
              <a:off x="4676671" y="1322662"/>
              <a:ext cx="1058" cy="1405919"/>
            </a:xfrm>
            <a:custGeom>
              <a:avLst/>
              <a:gdLst>
                <a:gd name="csX0" fmla="*/ 0 w 1058"/>
                <a:gd name="csY0" fmla="*/ 1405920 h 1405919"/>
                <a:gd name="csX1" fmla="*/ 0 w 1058"/>
                <a:gd name="csY1" fmla="*/ 0 h 1405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1405919">
                  <a:moveTo>
                    <a:pt x="0" y="1405920"/>
                  </a:moveTo>
                  <a:lnTo>
                    <a:pt x="0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3" name="Freeform 682">
              <a:extLst>
                <a:ext uri="{FF2B5EF4-FFF2-40B4-BE49-F238E27FC236}">
                  <a16:creationId xmlns:a16="http://schemas.microsoft.com/office/drawing/2014/main" id="{81E3232F-8CDA-9429-E46E-17595AEAEFE1}"/>
                </a:ext>
              </a:extLst>
            </p:cNvPr>
            <p:cNvSpPr/>
            <p:nvPr/>
          </p:nvSpPr>
          <p:spPr>
            <a:xfrm>
              <a:off x="2821282" y="2688788"/>
              <a:ext cx="2124261" cy="1058"/>
            </a:xfrm>
            <a:custGeom>
              <a:avLst/>
              <a:gdLst>
                <a:gd name="csX0" fmla="*/ 0 w 2124261"/>
                <a:gd name="csY0" fmla="*/ 0 h 1058"/>
                <a:gd name="csX1" fmla="*/ 2124261 w 2124261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24261" h="1058">
                  <a:moveTo>
                    <a:pt x="0" y="0"/>
                  </a:moveTo>
                  <a:lnTo>
                    <a:pt x="2124261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4" name="Freeform 683">
              <a:extLst>
                <a:ext uri="{FF2B5EF4-FFF2-40B4-BE49-F238E27FC236}">
                  <a16:creationId xmlns:a16="http://schemas.microsoft.com/office/drawing/2014/main" id="{22045891-6152-A650-9BF1-3A8FFFB0E6D3}"/>
                </a:ext>
              </a:extLst>
            </p:cNvPr>
            <p:cNvSpPr/>
            <p:nvPr/>
          </p:nvSpPr>
          <p:spPr>
            <a:xfrm>
              <a:off x="2821282" y="2341503"/>
              <a:ext cx="2124261" cy="1058"/>
            </a:xfrm>
            <a:custGeom>
              <a:avLst/>
              <a:gdLst>
                <a:gd name="csX0" fmla="*/ 0 w 2124261"/>
                <a:gd name="csY0" fmla="*/ 0 h 1058"/>
                <a:gd name="csX1" fmla="*/ 2124261 w 2124261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24261" h="1058">
                  <a:moveTo>
                    <a:pt x="0" y="0"/>
                  </a:moveTo>
                  <a:lnTo>
                    <a:pt x="2124261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5" name="Freeform 684">
              <a:extLst>
                <a:ext uri="{FF2B5EF4-FFF2-40B4-BE49-F238E27FC236}">
                  <a16:creationId xmlns:a16="http://schemas.microsoft.com/office/drawing/2014/main" id="{BD3EBBC2-A24F-3B95-E99F-CC0BF39102C2}"/>
                </a:ext>
              </a:extLst>
            </p:cNvPr>
            <p:cNvSpPr/>
            <p:nvPr/>
          </p:nvSpPr>
          <p:spPr>
            <a:xfrm>
              <a:off x="2821282" y="1994226"/>
              <a:ext cx="2124261" cy="1058"/>
            </a:xfrm>
            <a:custGeom>
              <a:avLst/>
              <a:gdLst>
                <a:gd name="csX0" fmla="*/ 0 w 2124261"/>
                <a:gd name="csY0" fmla="*/ 0 h 1058"/>
                <a:gd name="csX1" fmla="*/ 2124261 w 2124261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24261" h="1058">
                  <a:moveTo>
                    <a:pt x="0" y="0"/>
                  </a:moveTo>
                  <a:lnTo>
                    <a:pt x="2124261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6" name="Freeform 685">
              <a:extLst>
                <a:ext uri="{FF2B5EF4-FFF2-40B4-BE49-F238E27FC236}">
                  <a16:creationId xmlns:a16="http://schemas.microsoft.com/office/drawing/2014/main" id="{3CC9E686-F9BD-2412-AA21-B67B01488497}"/>
                </a:ext>
              </a:extLst>
            </p:cNvPr>
            <p:cNvSpPr/>
            <p:nvPr/>
          </p:nvSpPr>
          <p:spPr>
            <a:xfrm>
              <a:off x="2821282" y="1646942"/>
              <a:ext cx="2124261" cy="1058"/>
            </a:xfrm>
            <a:custGeom>
              <a:avLst/>
              <a:gdLst>
                <a:gd name="csX0" fmla="*/ 0 w 2124261"/>
                <a:gd name="csY0" fmla="*/ 0 h 1058"/>
                <a:gd name="csX1" fmla="*/ 2124261 w 2124261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24261" h="1058">
                  <a:moveTo>
                    <a:pt x="0" y="0"/>
                  </a:moveTo>
                  <a:lnTo>
                    <a:pt x="2124261" y="0"/>
                  </a:lnTo>
                </a:path>
              </a:pathLst>
            </a:custGeom>
            <a:noFill/>
            <a:ln w="211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7" name="Freeform 686">
              <a:extLst>
                <a:ext uri="{FF2B5EF4-FFF2-40B4-BE49-F238E27FC236}">
                  <a16:creationId xmlns:a16="http://schemas.microsoft.com/office/drawing/2014/main" id="{81945090-BB6E-31E5-8767-2F939CFAB8A1}"/>
                </a:ext>
              </a:extLst>
            </p:cNvPr>
            <p:cNvSpPr/>
            <p:nvPr/>
          </p:nvSpPr>
          <p:spPr>
            <a:xfrm>
              <a:off x="2821282" y="2728582"/>
              <a:ext cx="2124261" cy="1058"/>
            </a:xfrm>
            <a:custGeom>
              <a:avLst/>
              <a:gdLst>
                <a:gd name="csX0" fmla="*/ 0 w 2124261"/>
                <a:gd name="csY0" fmla="*/ 0 h 1058"/>
                <a:gd name="csX1" fmla="*/ 2124261 w 2124261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24261" h="1058">
                  <a:moveTo>
                    <a:pt x="0" y="0"/>
                  </a:moveTo>
                  <a:lnTo>
                    <a:pt x="2124261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8" name="Freeform 687">
              <a:extLst>
                <a:ext uri="{FF2B5EF4-FFF2-40B4-BE49-F238E27FC236}">
                  <a16:creationId xmlns:a16="http://schemas.microsoft.com/office/drawing/2014/main" id="{DCC34C6C-02AA-85A4-958D-2303AAF40E6C}"/>
                </a:ext>
              </a:extLst>
            </p:cNvPr>
            <p:cNvSpPr/>
            <p:nvPr/>
          </p:nvSpPr>
          <p:spPr>
            <a:xfrm>
              <a:off x="3111030" y="2708579"/>
              <a:ext cx="1058" cy="20002"/>
            </a:xfrm>
            <a:custGeom>
              <a:avLst/>
              <a:gdLst>
                <a:gd name="csX0" fmla="*/ 0 w 1058"/>
                <a:gd name="csY0" fmla="*/ 20003 h 20002"/>
                <a:gd name="csX1" fmla="*/ 0 w 1058"/>
                <a:gd name="csY1" fmla="*/ 0 h 20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20002">
                  <a:moveTo>
                    <a:pt x="0" y="20003"/>
                  </a:moveTo>
                  <a:lnTo>
                    <a:pt x="0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89" name="Freeform 688">
              <a:extLst>
                <a:ext uri="{FF2B5EF4-FFF2-40B4-BE49-F238E27FC236}">
                  <a16:creationId xmlns:a16="http://schemas.microsoft.com/office/drawing/2014/main" id="{5C1C46A2-780B-8608-517C-8B5980403567}"/>
                </a:ext>
              </a:extLst>
            </p:cNvPr>
            <p:cNvSpPr/>
            <p:nvPr/>
          </p:nvSpPr>
          <p:spPr>
            <a:xfrm>
              <a:off x="3632912" y="2708579"/>
              <a:ext cx="1058" cy="20002"/>
            </a:xfrm>
            <a:custGeom>
              <a:avLst/>
              <a:gdLst>
                <a:gd name="csX0" fmla="*/ 0 w 1058"/>
                <a:gd name="csY0" fmla="*/ 20003 h 20002"/>
                <a:gd name="csX1" fmla="*/ 0 w 1058"/>
                <a:gd name="csY1" fmla="*/ 0 h 20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20002">
                  <a:moveTo>
                    <a:pt x="0" y="20003"/>
                  </a:moveTo>
                  <a:lnTo>
                    <a:pt x="0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0" name="Freeform 689">
              <a:extLst>
                <a:ext uri="{FF2B5EF4-FFF2-40B4-BE49-F238E27FC236}">
                  <a16:creationId xmlns:a16="http://schemas.microsoft.com/office/drawing/2014/main" id="{976787C6-74E6-044A-9CA2-DF8F8DA09E66}"/>
                </a:ext>
              </a:extLst>
            </p:cNvPr>
            <p:cNvSpPr/>
            <p:nvPr/>
          </p:nvSpPr>
          <p:spPr>
            <a:xfrm>
              <a:off x="4154792" y="2708579"/>
              <a:ext cx="1058" cy="20002"/>
            </a:xfrm>
            <a:custGeom>
              <a:avLst/>
              <a:gdLst>
                <a:gd name="csX0" fmla="*/ 0 w 1058"/>
                <a:gd name="csY0" fmla="*/ 20003 h 20002"/>
                <a:gd name="csX1" fmla="*/ 0 w 1058"/>
                <a:gd name="csY1" fmla="*/ 0 h 20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20002">
                  <a:moveTo>
                    <a:pt x="0" y="20003"/>
                  </a:moveTo>
                  <a:lnTo>
                    <a:pt x="0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1" name="Freeform 690">
              <a:extLst>
                <a:ext uri="{FF2B5EF4-FFF2-40B4-BE49-F238E27FC236}">
                  <a16:creationId xmlns:a16="http://schemas.microsoft.com/office/drawing/2014/main" id="{93AA7E77-2DB0-F176-D7DA-B674E3D23EDA}"/>
                </a:ext>
              </a:extLst>
            </p:cNvPr>
            <p:cNvSpPr/>
            <p:nvPr/>
          </p:nvSpPr>
          <p:spPr>
            <a:xfrm>
              <a:off x="4676671" y="2708579"/>
              <a:ext cx="1058" cy="20002"/>
            </a:xfrm>
            <a:custGeom>
              <a:avLst/>
              <a:gdLst>
                <a:gd name="csX0" fmla="*/ 0 w 1058"/>
                <a:gd name="csY0" fmla="*/ 20003 h 20002"/>
                <a:gd name="csX1" fmla="*/ 0 w 1058"/>
                <a:gd name="csY1" fmla="*/ 0 h 20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20002">
                  <a:moveTo>
                    <a:pt x="0" y="20003"/>
                  </a:moveTo>
                  <a:lnTo>
                    <a:pt x="0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2" name="Freeform 691">
              <a:extLst>
                <a:ext uri="{FF2B5EF4-FFF2-40B4-BE49-F238E27FC236}">
                  <a16:creationId xmlns:a16="http://schemas.microsoft.com/office/drawing/2014/main" id="{BC304258-2B2B-9C04-2FFC-BF35A89CBA6E}"/>
                </a:ext>
              </a:extLst>
            </p:cNvPr>
            <p:cNvSpPr/>
            <p:nvPr/>
          </p:nvSpPr>
          <p:spPr>
            <a:xfrm>
              <a:off x="3054802" y="2797745"/>
              <a:ext cx="54962" cy="7291"/>
            </a:xfrm>
            <a:custGeom>
              <a:avLst/>
              <a:gdLst>
                <a:gd name="csX0" fmla="*/ 0 w 54962"/>
                <a:gd name="csY0" fmla="*/ 0 h 7291"/>
                <a:gd name="csX1" fmla="*/ 54963 w 54962"/>
                <a:gd name="csY1" fmla="*/ 0 h 7291"/>
                <a:gd name="csX2" fmla="*/ 54963 w 54962"/>
                <a:gd name="csY2" fmla="*/ 7292 h 7291"/>
                <a:gd name="csX3" fmla="*/ 0 w 54962"/>
                <a:gd name="csY3" fmla="*/ 7292 h 7291"/>
                <a:gd name="csX4" fmla="*/ 0 w 54962"/>
                <a:gd name="csY4" fmla="*/ 0 h 7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4962" h="7291">
                  <a:moveTo>
                    <a:pt x="0" y="0"/>
                  </a:moveTo>
                  <a:lnTo>
                    <a:pt x="54963" y="0"/>
                  </a:lnTo>
                  <a:lnTo>
                    <a:pt x="54963" y="7292"/>
                  </a:lnTo>
                  <a:lnTo>
                    <a:pt x="0" y="7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3" name="Freeform 692">
              <a:extLst>
                <a:ext uri="{FF2B5EF4-FFF2-40B4-BE49-F238E27FC236}">
                  <a16:creationId xmlns:a16="http://schemas.microsoft.com/office/drawing/2014/main" id="{CA012F67-35A8-9C7E-FE63-F02A46514940}"/>
                </a:ext>
              </a:extLst>
            </p:cNvPr>
            <p:cNvSpPr/>
            <p:nvPr/>
          </p:nvSpPr>
          <p:spPr>
            <a:xfrm>
              <a:off x="3125843" y="2764904"/>
              <a:ext cx="41414" cy="65246"/>
            </a:xfrm>
            <a:custGeom>
              <a:avLst/>
              <a:gdLst>
                <a:gd name="csX0" fmla="*/ 2701 w 41414"/>
                <a:gd name="csY0" fmla="*/ 0 h 65246"/>
                <a:gd name="csX1" fmla="*/ 36698 w 41414"/>
                <a:gd name="csY1" fmla="*/ 0 h 65246"/>
                <a:gd name="csX2" fmla="*/ 36698 w 41414"/>
                <a:gd name="csY2" fmla="*/ 7292 h 65246"/>
                <a:gd name="csX3" fmla="*/ 10632 w 41414"/>
                <a:gd name="csY3" fmla="*/ 7292 h 65246"/>
                <a:gd name="csX4" fmla="*/ 10632 w 41414"/>
                <a:gd name="csY4" fmla="*/ 22977 h 65246"/>
                <a:gd name="csX5" fmla="*/ 14405 w 41414"/>
                <a:gd name="csY5" fmla="*/ 22035 h 65246"/>
                <a:gd name="csX6" fmla="*/ 18177 w 41414"/>
                <a:gd name="csY6" fmla="*/ 21696 h 65246"/>
                <a:gd name="csX7" fmla="*/ 35155 w 41414"/>
                <a:gd name="csY7" fmla="*/ 27570 h 65246"/>
                <a:gd name="csX8" fmla="*/ 41414 w 41414"/>
                <a:gd name="csY8" fmla="*/ 43477 h 65246"/>
                <a:gd name="csX9" fmla="*/ 34984 w 41414"/>
                <a:gd name="csY9" fmla="*/ 59553 h 65246"/>
                <a:gd name="csX10" fmla="*/ 16849 w 41414"/>
                <a:gd name="csY10" fmla="*/ 65247 h 65246"/>
                <a:gd name="csX11" fmla="*/ 8617 w 41414"/>
                <a:gd name="csY11" fmla="*/ 64570 h 65246"/>
                <a:gd name="csX12" fmla="*/ 0 w 41414"/>
                <a:gd name="csY12" fmla="*/ 62506 h 65246"/>
                <a:gd name="csX13" fmla="*/ 0 w 41414"/>
                <a:gd name="csY13" fmla="*/ 53806 h 65246"/>
                <a:gd name="csX14" fmla="*/ 7974 w 41414"/>
                <a:gd name="csY14" fmla="*/ 56939 h 65246"/>
                <a:gd name="csX15" fmla="*/ 16677 w 41414"/>
                <a:gd name="csY15" fmla="*/ 57965 h 65246"/>
                <a:gd name="csX16" fmla="*/ 28424 w 41414"/>
                <a:gd name="csY16" fmla="*/ 54060 h 65246"/>
                <a:gd name="csX17" fmla="*/ 32755 w 41414"/>
                <a:gd name="csY17" fmla="*/ 43477 h 65246"/>
                <a:gd name="csX18" fmla="*/ 28424 w 41414"/>
                <a:gd name="csY18" fmla="*/ 32883 h 65246"/>
                <a:gd name="csX19" fmla="*/ 16677 w 41414"/>
                <a:gd name="csY19" fmla="*/ 28977 h 65246"/>
                <a:gd name="csX20" fmla="*/ 9731 w 41414"/>
                <a:gd name="csY20" fmla="*/ 29750 h 65246"/>
                <a:gd name="csX21" fmla="*/ 2701 w 41414"/>
                <a:gd name="csY21" fmla="*/ 32152 h 65246"/>
                <a:gd name="csX22" fmla="*/ 2701 w 41414"/>
                <a:gd name="csY22" fmla="*/ 0 h 6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1414" h="65246">
                  <a:moveTo>
                    <a:pt x="2701" y="0"/>
                  </a:moveTo>
                  <a:lnTo>
                    <a:pt x="36698" y="0"/>
                  </a:lnTo>
                  <a:lnTo>
                    <a:pt x="36698" y="7292"/>
                  </a:lnTo>
                  <a:lnTo>
                    <a:pt x="10632" y="7292"/>
                  </a:lnTo>
                  <a:lnTo>
                    <a:pt x="10632" y="22977"/>
                  </a:lnTo>
                  <a:cubicBezTo>
                    <a:pt x="11889" y="22553"/>
                    <a:pt x="13147" y="22239"/>
                    <a:pt x="14405" y="22035"/>
                  </a:cubicBezTo>
                  <a:cubicBezTo>
                    <a:pt x="15662" y="21809"/>
                    <a:pt x="16920" y="21696"/>
                    <a:pt x="18177" y="21696"/>
                  </a:cubicBezTo>
                  <a:cubicBezTo>
                    <a:pt x="25323" y="21696"/>
                    <a:pt x="30982" y="23654"/>
                    <a:pt x="35155" y="27570"/>
                  </a:cubicBezTo>
                  <a:cubicBezTo>
                    <a:pt x="39328" y="31486"/>
                    <a:pt x="41414" y="36788"/>
                    <a:pt x="41414" y="43477"/>
                  </a:cubicBezTo>
                  <a:cubicBezTo>
                    <a:pt x="41414" y="50363"/>
                    <a:pt x="39271" y="55722"/>
                    <a:pt x="34984" y="59553"/>
                  </a:cubicBezTo>
                  <a:cubicBezTo>
                    <a:pt x="30697" y="63349"/>
                    <a:pt x="24652" y="65247"/>
                    <a:pt x="16849" y="65247"/>
                  </a:cubicBezTo>
                  <a:cubicBezTo>
                    <a:pt x="14162" y="65247"/>
                    <a:pt x="11418" y="65021"/>
                    <a:pt x="8617" y="64570"/>
                  </a:cubicBezTo>
                  <a:cubicBezTo>
                    <a:pt x="5845" y="64111"/>
                    <a:pt x="2973" y="63423"/>
                    <a:pt x="0" y="62506"/>
                  </a:cubicBezTo>
                  <a:lnTo>
                    <a:pt x="0" y="53806"/>
                  </a:lnTo>
                  <a:cubicBezTo>
                    <a:pt x="2572" y="55203"/>
                    <a:pt x="5230" y="56247"/>
                    <a:pt x="7974" y="56939"/>
                  </a:cubicBezTo>
                  <a:cubicBezTo>
                    <a:pt x="10717" y="57623"/>
                    <a:pt x="13619" y="57965"/>
                    <a:pt x="16677" y="57965"/>
                  </a:cubicBezTo>
                  <a:cubicBezTo>
                    <a:pt x="21622" y="57965"/>
                    <a:pt x="25537" y="56664"/>
                    <a:pt x="28424" y="54060"/>
                  </a:cubicBezTo>
                  <a:cubicBezTo>
                    <a:pt x="31311" y="51464"/>
                    <a:pt x="32755" y="47936"/>
                    <a:pt x="32755" y="43477"/>
                  </a:cubicBezTo>
                  <a:cubicBezTo>
                    <a:pt x="32755" y="39018"/>
                    <a:pt x="31311" y="35486"/>
                    <a:pt x="28424" y="32883"/>
                  </a:cubicBezTo>
                  <a:cubicBezTo>
                    <a:pt x="25537" y="30279"/>
                    <a:pt x="21622" y="28977"/>
                    <a:pt x="16677" y="28977"/>
                  </a:cubicBezTo>
                  <a:cubicBezTo>
                    <a:pt x="14362" y="28977"/>
                    <a:pt x="12046" y="29235"/>
                    <a:pt x="9731" y="29750"/>
                  </a:cubicBezTo>
                  <a:cubicBezTo>
                    <a:pt x="7445" y="30265"/>
                    <a:pt x="5101" y="31066"/>
                    <a:pt x="2701" y="32152"/>
                  </a:cubicBezTo>
                  <a:lnTo>
                    <a:pt x="2701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4" name="Freeform 693">
              <a:extLst>
                <a:ext uri="{FF2B5EF4-FFF2-40B4-BE49-F238E27FC236}">
                  <a16:creationId xmlns:a16="http://schemas.microsoft.com/office/drawing/2014/main" id="{F54D3301-A7A4-02BD-BE9A-C43F02824A8E}"/>
                </a:ext>
              </a:extLst>
            </p:cNvPr>
            <p:cNvSpPr/>
            <p:nvPr/>
          </p:nvSpPr>
          <p:spPr>
            <a:xfrm>
              <a:off x="3610782" y="2763751"/>
              <a:ext cx="44249" cy="66400"/>
            </a:xfrm>
            <a:custGeom>
              <a:avLst/>
              <a:gdLst>
                <a:gd name="csX0" fmla="*/ 22130 w 44249"/>
                <a:gd name="csY0" fmla="*/ 6858 h 66400"/>
                <a:gd name="csX1" fmla="*/ 12055 w 44249"/>
                <a:gd name="csY1" fmla="*/ 13462 h 66400"/>
                <a:gd name="csX2" fmla="*/ 8710 w 44249"/>
                <a:gd name="csY2" fmla="*/ 33221 h 66400"/>
                <a:gd name="csX3" fmla="*/ 12055 w 44249"/>
                <a:gd name="csY3" fmla="*/ 52991 h 66400"/>
                <a:gd name="csX4" fmla="*/ 22130 w 44249"/>
                <a:gd name="csY4" fmla="*/ 59542 h 66400"/>
                <a:gd name="csX5" fmla="*/ 32205 w 44249"/>
                <a:gd name="csY5" fmla="*/ 52991 h 66400"/>
                <a:gd name="csX6" fmla="*/ 35592 w 44249"/>
                <a:gd name="csY6" fmla="*/ 33221 h 66400"/>
                <a:gd name="csX7" fmla="*/ 32205 w 44249"/>
                <a:gd name="csY7" fmla="*/ 13462 h 66400"/>
                <a:gd name="csX8" fmla="*/ 22130 w 44249"/>
                <a:gd name="csY8" fmla="*/ 6858 h 66400"/>
                <a:gd name="csX9" fmla="*/ 22130 w 44249"/>
                <a:gd name="csY9" fmla="*/ 0 h 66400"/>
                <a:gd name="csX10" fmla="*/ 38545 w 44249"/>
                <a:gd name="csY10" fmla="*/ 8530 h 66400"/>
                <a:gd name="csX11" fmla="*/ 44249 w 44249"/>
                <a:gd name="csY11" fmla="*/ 33221 h 66400"/>
                <a:gd name="csX12" fmla="*/ 38545 w 44249"/>
                <a:gd name="csY12" fmla="*/ 57913 h 66400"/>
                <a:gd name="csX13" fmla="*/ 22130 w 44249"/>
                <a:gd name="csY13" fmla="*/ 66400 h 66400"/>
                <a:gd name="csX14" fmla="*/ 5662 w 44249"/>
                <a:gd name="csY14" fmla="*/ 57913 h 66400"/>
                <a:gd name="csX15" fmla="*/ 0 w 44249"/>
                <a:gd name="csY15" fmla="*/ 33221 h 66400"/>
                <a:gd name="csX16" fmla="*/ 5662 w 44249"/>
                <a:gd name="csY16" fmla="*/ 8530 h 66400"/>
                <a:gd name="csX17" fmla="*/ 22130 w 44249"/>
                <a:gd name="csY17" fmla="*/ 0 h 66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9" h="66400">
                  <a:moveTo>
                    <a:pt x="22130" y="6858"/>
                  </a:moveTo>
                  <a:cubicBezTo>
                    <a:pt x="17671" y="6858"/>
                    <a:pt x="14312" y="9059"/>
                    <a:pt x="12055" y="13462"/>
                  </a:cubicBezTo>
                  <a:cubicBezTo>
                    <a:pt x="9825" y="17830"/>
                    <a:pt x="8710" y="24416"/>
                    <a:pt x="8710" y="33221"/>
                  </a:cubicBezTo>
                  <a:cubicBezTo>
                    <a:pt x="8710" y="41999"/>
                    <a:pt x="9825" y="48589"/>
                    <a:pt x="12055" y="52991"/>
                  </a:cubicBezTo>
                  <a:cubicBezTo>
                    <a:pt x="14312" y="57359"/>
                    <a:pt x="17671" y="59542"/>
                    <a:pt x="22130" y="59542"/>
                  </a:cubicBezTo>
                  <a:cubicBezTo>
                    <a:pt x="26617" y="59542"/>
                    <a:pt x="29976" y="57359"/>
                    <a:pt x="32205" y="52991"/>
                  </a:cubicBezTo>
                  <a:cubicBezTo>
                    <a:pt x="34463" y="48588"/>
                    <a:pt x="35592" y="41999"/>
                    <a:pt x="35592" y="33221"/>
                  </a:cubicBezTo>
                  <a:cubicBezTo>
                    <a:pt x="35592" y="24416"/>
                    <a:pt x="34463" y="17830"/>
                    <a:pt x="32205" y="13462"/>
                  </a:cubicBezTo>
                  <a:cubicBezTo>
                    <a:pt x="29976" y="9059"/>
                    <a:pt x="26617" y="6858"/>
                    <a:pt x="22130" y="6858"/>
                  </a:cubicBezTo>
                  <a:moveTo>
                    <a:pt x="22130" y="0"/>
                  </a:moveTo>
                  <a:cubicBezTo>
                    <a:pt x="29298" y="0"/>
                    <a:pt x="34770" y="2843"/>
                    <a:pt x="38545" y="8530"/>
                  </a:cubicBezTo>
                  <a:cubicBezTo>
                    <a:pt x="42348" y="14189"/>
                    <a:pt x="44249" y="22419"/>
                    <a:pt x="44249" y="33221"/>
                  </a:cubicBezTo>
                  <a:cubicBezTo>
                    <a:pt x="44249" y="43995"/>
                    <a:pt x="42348" y="52226"/>
                    <a:pt x="38545" y="57913"/>
                  </a:cubicBezTo>
                  <a:cubicBezTo>
                    <a:pt x="34770" y="63571"/>
                    <a:pt x="29298" y="66400"/>
                    <a:pt x="22130" y="66400"/>
                  </a:cubicBezTo>
                  <a:cubicBezTo>
                    <a:pt x="14954" y="66400"/>
                    <a:pt x="9465" y="63571"/>
                    <a:pt x="5662" y="57913"/>
                  </a:cubicBezTo>
                  <a:cubicBezTo>
                    <a:pt x="1887" y="52226"/>
                    <a:pt x="0" y="43995"/>
                    <a:pt x="0" y="33221"/>
                  </a:cubicBezTo>
                  <a:cubicBezTo>
                    <a:pt x="0" y="22419"/>
                    <a:pt x="1887" y="14189"/>
                    <a:pt x="5662" y="8530"/>
                  </a:cubicBezTo>
                  <a:cubicBezTo>
                    <a:pt x="9465" y="2843"/>
                    <a:pt x="14954" y="0"/>
                    <a:pt x="22130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5" name="Freeform 694">
              <a:extLst>
                <a:ext uri="{FF2B5EF4-FFF2-40B4-BE49-F238E27FC236}">
                  <a16:creationId xmlns:a16="http://schemas.microsoft.com/office/drawing/2014/main" id="{DB020C9B-EDB1-0181-2CF1-59AF56C56189}"/>
                </a:ext>
              </a:extLst>
            </p:cNvPr>
            <p:cNvSpPr/>
            <p:nvPr/>
          </p:nvSpPr>
          <p:spPr>
            <a:xfrm>
              <a:off x="4134080" y="2764904"/>
              <a:ext cx="41412" cy="65246"/>
            </a:xfrm>
            <a:custGeom>
              <a:avLst/>
              <a:gdLst>
                <a:gd name="csX0" fmla="*/ 2699 w 41412"/>
                <a:gd name="csY0" fmla="*/ 0 h 65246"/>
                <a:gd name="csX1" fmla="*/ 36703 w 41412"/>
                <a:gd name="csY1" fmla="*/ 0 h 65246"/>
                <a:gd name="csX2" fmla="*/ 36703 w 41412"/>
                <a:gd name="csY2" fmla="*/ 7292 h 65246"/>
                <a:gd name="csX3" fmla="*/ 10636 w 41412"/>
                <a:gd name="csY3" fmla="*/ 7292 h 65246"/>
                <a:gd name="csX4" fmla="*/ 10636 w 41412"/>
                <a:gd name="csY4" fmla="*/ 22977 h 65246"/>
                <a:gd name="csX5" fmla="*/ 14404 w 41412"/>
                <a:gd name="csY5" fmla="*/ 22035 h 65246"/>
                <a:gd name="csX6" fmla="*/ 18182 w 41412"/>
                <a:gd name="csY6" fmla="*/ 21696 h 65246"/>
                <a:gd name="csX7" fmla="*/ 35158 w 41412"/>
                <a:gd name="csY7" fmla="*/ 27570 h 65246"/>
                <a:gd name="csX8" fmla="*/ 41413 w 41412"/>
                <a:gd name="csY8" fmla="*/ 43477 h 65246"/>
                <a:gd name="csX9" fmla="*/ 34989 w 41412"/>
                <a:gd name="csY9" fmla="*/ 59553 h 65246"/>
                <a:gd name="csX10" fmla="*/ 16849 w 41412"/>
                <a:gd name="csY10" fmla="*/ 65247 h 65246"/>
                <a:gd name="csX11" fmla="*/ 8615 w 41412"/>
                <a:gd name="csY11" fmla="*/ 64570 h 65246"/>
                <a:gd name="csX12" fmla="*/ 0 w 41412"/>
                <a:gd name="csY12" fmla="*/ 62506 h 65246"/>
                <a:gd name="csX13" fmla="*/ 0 w 41412"/>
                <a:gd name="csY13" fmla="*/ 53806 h 65246"/>
                <a:gd name="csX14" fmla="*/ 7980 w 41412"/>
                <a:gd name="csY14" fmla="*/ 56939 h 65246"/>
                <a:gd name="csX15" fmla="*/ 16680 w 41412"/>
                <a:gd name="csY15" fmla="*/ 57965 h 65246"/>
                <a:gd name="csX16" fmla="*/ 28427 w 41412"/>
                <a:gd name="csY16" fmla="*/ 54060 h 65246"/>
                <a:gd name="csX17" fmla="*/ 32756 w 41412"/>
                <a:gd name="csY17" fmla="*/ 43477 h 65246"/>
                <a:gd name="csX18" fmla="*/ 28427 w 41412"/>
                <a:gd name="csY18" fmla="*/ 32883 h 65246"/>
                <a:gd name="csX19" fmla="*/ 16680 w 41412"/>
                <a:gd name="csY19" fmla="*/ 28977 h 65246"/>
                <a:gd name="csX20" fmla="*/ 9737 w 41412"/>
                <a:gd name="csY20" fmla="*/ 29750 h 65246"/>
                <a:gd name="csX21" fmla="*/ 2699 w 41412"/>
                <a:gd name="csY21" fmla="*/ 32152 h 65246"/>
                <a:gd name="csX22" fmla="*/ 2699 w 41412"/>
                <a:gd name="csY22" fmla="*/ 0 h 6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1412" h="65246">
                  <a:moveTo>
                    <a:pt x="2699" y="0"/>
                  </a:moveTo>
                  <a:lnTo>
                    <a:pt x="36703" y="0"/>
                  </a:lnTo>
                  <a:lnTo>
                    <a:pt x="36703" y="7292"/>
                  </a:lnTo>
                  <a:lnTo>
                    <a:pt x="10636" y="7292"/>
                  </a:lnTo>
                  <a:lnTo>
                    <a:pt x="10636" y="22977"/>
                  </a:lnTo>
                  <a:cubicBezTo>
                    <a:pt x="11892" y="22553"/>
                    <a:pt x="13148" y="22239"/>
                    <a:pt x="14404" y="22035"/>
                  </a:cubicBezTo>
                  <a:cubicBezTo>
                    <a:pt x="15660" y="21809"/>
                    <a:pt x="16919" y="21696"/>
                    <a:pt x="18182" y="21696"/>
                  </a:cubicBezTo>
                  <a:cubicBezTo>
                    <a:pt x="25323" y="21696"/>
                    <a:pt x="30981" y="23654"/>
                    <a:pt x="35158" y="27570"/>
                  </a:cubicBezTo>
                  <a:cubicBezTo>
                    <a:pt x="39328" y="31486"/>
                    <a:pt x="41413" y="36788"/>
                    <a:pt x="41413" y="43477"/>
                  </a:cubicBezTo>
                  <a:cubicBezTo>
                    <a:pt x="41413" y="50363"/>
                    <a:pt x="39272" y="55722"/>
                    <a:pt x="34989" y="59553"/>
                  </a:cubicBezTo>
                  <a:cubicBezTo>
                    <a:pt x="30699" y="63349"/>
                    <a:pt x="24652" y="65247"/>
                    <a:pt x="16849" y="65247"/>
                  </a:cubicBezTo>
                  <a:cubicBezTo>
                    <a:pt x="14161" y="65247"/>
                    <a:pt x="11416" y="65021"/>
                    <a:pt x="8615" y="64570"/>
                  </a:cubicBezTo>
                  <a:cubicBezTo>
                    <a:pt x="5842" y="64111"/>
                    <a:pt x="2970" y="63423"/>
                    <a:pt x="0" y="62506"/>
                  </a:cubicBezTo>
                  <a:lnTo>
                    <a:pt x="0" y="53806"/>
                  </a:lnTo>
                  <a:cubicBezTo>
                    <a:pt x="2575" y="55203"/>
                    <a:pt x="5235" y="56247"/>
                    <a:pt x="7980" y="56939"/>
                  </a:cubicBezTo>
                  <a:cubicBezTo>
                    <a:pt x="10717" y="57623"/>
                    <a:pt x="13617" y="57965"/>
                    <a:pt x="16680" y="57965"/>
                  </a:cubicBezTo>
                  <a:cubicBezTo>
                    <a:pt x="21626" y="57965"/>
                    <a:pt x="25541" y="56664"/>
                    <a:pt x="28427" y="54060"/>
                  </a:cubicBezTo>
                  <a:cubicBezTo>
                    <a:pt x="31313" y="51464"/>
                    <a:pt x="32756" y="47936"/>
                    <a:pt x="32756" y="43477"/>
                  </a:cubicBezTo>
                  <a:cubicBezTo>
                    <a:pt x="32756" y="39018"/>
                    <a:pt x="31313" y="35486"/>
                    <a:pt x="28427" y="32883"/>
                  </a:cubicBezTo>
                  <a:cubicBezTo>
                    <a:pt x="25541" y="30279"/>
                    <a:pt x="21626" y="28977"/>
                    <a:pt x="16680" y="28977"/>
                  </a:cubicBezTo>
                  <a:cubicBezTo>
                    <a:pt x="14365" y="28977"/>
                    <a:pt x="12051" y="29235"/>
                    <a:pt x="9737" y="29750"/>
                  </a:cubicBezTo>
                  <a:cubicBezTo>
                    <a:pt x="7451" y="30265"/>
                    <a:pt x="5105" y="31066"/>
                    <a:pt x="2699" y="32152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6" name="Freeform 695">
              <a:extLst>
                <a:ext uri="{FF2B5EF4-FFF2-40B4-BE49-F238E27FC236}">
                  <a16:creationId xmlns:a16="http://schemas.microsoft.com/office/drawing/2014/main" id="{4BE61090-D7C8-7414-E567-317D587E990D}"/>
                </a:ext>
              </a:extLst>
            </p:cNvPr>
            <p:cNvSpPr/>
            <p:nvPr/>
          </p:nvSpPr>
          <p:spPr>
            <a:xfrm>
              <a:off x="4628538" y="2764904"/>
              <a:ext cx="38121" cy="64008"/>
            </a:xfrm>
            <a:custGeom>
              <a:avLst/>
              <a:gdLst>
                <a:gd name="csX0" fmla="*/ 1249 w 38121"/>
                <a:gd name="csY0" fmla="*/ 56717 h 64008"/>
                <a:gd name="csX1" fmla="*/ 15399 w 38121"/>
                <a:gd name="csY1" fmla="*/ 56717 h 64008"/>
                <a:gd name="csX2" fmla="*/ 15399 w 38121"/>
                <a:gd name="csY2" fmla="*/ 7885 h 64008"/>
                <a:gd name="csX3" fmla="*/ 0 w 38121"/>
                <a:gd name="csY3" fmla="*/ 10975 h 64008"/>
                <a:gd name="csX4" fmla="*/ 0 w 38121"/>
                <a:gd name="csY4" fmla="*/ 3090 h 64008"/>
                <a:gd name="csX5" fmla="*/ 15314 w 38121"/>
                <a:gd name="csY5" fmla="*/ 0 h 64008"/>
                <a:gd name="csX6" fmla="*/ 23971 w 38121"/>
                <a:gd name="csY6" fmla="*/ 0 h 64008"/>
                <a:gd name="csX7" fmla="*/ 23971 w 38121"/>
                <a:gd name="csY7" fmla="*/ 56717 h 64008"/>
                <a:gd name="csX8" fmla="*/ 38122 w 38121"/>
                <a:gd name="csY8" fmla="*/ 56717 h 64008"/>
                <a:gd name="csX9" fmla="*/ 38122 w 38121"/>
                <a:gd name="csY9" fmla="*/ 64009 h 64008"/>
                <a:gd name="csX10" fmla="*/ 1249 w 38121"/>
                <a:gd name="csY10" fmla="*/ 64009 h 64008"/>
                <a:gd name="csX11" fmla="*/ 1249 w 38121"/>
                <a:gd name="csY11" fmla="*/ 56717 h 64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8121" h="64008">
                  <a:moveTo>
                    <a:pt x="1249" y="56717"/>
                  </a:moveTo>
                  <a:lnTo>
                    <a:pt x="15399" y="56717"/>
                  </a:lnTo>
                  <a:lnTo>
                    <a:pt x="15399" y="7885"/>
                  </a:lnTo>
                  <a:lnTo>
                    <a:pt x="0" y="10975"/>
                  </a:lnTo>
                  <a:lnTo>
                    <a:pt x="0" y="3090"/>
                  </a:lnTo>
                  <a:lnTo>
                    <a:pt x="15314" y="0"/>
                  </a:lnTo>
                  <a:lnTo>
                    <a:pt x="23971" y="0"/>
                  </a:lnTo>
                  <a:lnTo>
                    <a:pt x="23971" y="56717"/>
                  </a:lnTo>
                  <a:lnTo>
                    <a:pt x="38122" y="56717"/>
                  </a:lnTo>
                  <a:lnTo>
                    <a:pt x="38122" y="64009"/>
                  </a:lnTo>
                  <a:lnTo>
                    <a:pt x="1249" y="64009"/>
                  </a:lnTo>
                  <a:lnTo>
                    <a:pt x="1249" y="56717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7" name="Freeform 696">
              <a:extLst>
                <a:ext uri="{FF2B5EF4-FFF2-40B4-BE49-F238E27FC236}">
                  <a16:creationId xmlns:a16="http://schemas.microsoft.com/office/drawing/2014/main" id="{FF044847-5079-C7CC-AFED-0EAA31B268CC}"/>
                </a:ext>
              </a:extLst>
            </p:cNvPr>
            <p:cNvSpPr/>
            <p:nvPr/>
          </p:nvSpPr>
          <p:spPr>
            <a:xfrm>
              <a:off x="4680545" y="2763751"/>
              <a:ext cx="44249" cy="66400"/>
            </a:xfrm>
            <a:custGeom>
              <a:avLst/>
              <a:gdLst>
                <a:gd name="csX0" fmla="*/ 22119 w 44249"/>
                <a:gd name="csY0" fmla="*/ 6858 h 66400"/>
                <a:gd name="csX1" fmla="*/ 12054 w 44249"/>
                <a:gd name="csY1" fmla="*/ 13462 h 66400"/>
                <a:gd name="csX2" fmla="*/ 8710 w 44249"/>
                <a:gd name="csY2" fmla="*/ 33221 h 66400"/>
                <a:gd name="csX3" fmla="*/ 12054 w 44249"/>
                <a:gd name="csY3" fmla="*/ 52991 h 66400"/>
                <a:gd name="csX4" fmla="*/ 22119 w 44249"/>
                <a:gd name="csY4" fmla="*/ 59542 h 66400"/>
                <a:gd name="csX5" fmla="*/ 32195 w 44249"/>
                <a:gd name="csY5" fmla="*/ 52991 h 66400"/>
                <a:gd name="csX6" fmla="*/ 35581 w 44249"/>
                <a:gd name="csY6" fmla="*/ 33221 h 66400"/>
                <a:gd name="csX7" fmla="*/ 32195 w 44249"/>
                <a:gd name="csY7" fmla="*/ 13462 h 66400"/>
                <a:gd name="csX8" fmla="*/ 22119 w 44249"/>
                <a:gd name="csY8" fmla="*/ 6858 h 66400"/>
                <a:gd name="csX9" fmla="*/ 22119 w 44249"/>
                <a:gd name="csY9" fmla="*/ 0 h 66400"/>
                <a:gd name="csX10" fmla="*/ 38545 w 44249"/>
                <a:gd name="csY10" fmla="*/ 8530 h 66400"/>
                <a:gd name="csX11" fmla="*/ 44249 w 44249"/>
                <a:gd name="csY11" fmla="*/ 33221 h 66400"/>
                <a:gd name="csX12" fmla="*/ 38545 w 44249"/>
                <a:gd name="csY12" fmla="*/ 57913 h 66400"/>
                <a:gd name="csX13" fmla="*/ 22119 w 44249"/>
                <a:gd name="csY13" fmla="*/ 66400 h 66400"/>
                <a:gd name="csX14" fmla="*/ 5662 w 44249"/>
                <a:gd name="csY14" fmla="*/ 57913 h 66400"/>
                <a:gd name="csX15" fmla="*/ 0 w 44249"/>
                <a:gd name="csY15" fmla="*/ 33221 h 66400"/>
                <a:gd name="csX16" fmla="*/ 5662 w 44249"/>
                <a:gd name="csY16" fmla="*/ 8530 h 66400"/>
                <a:gd name="csX17" fmla="*/ 22119 w 44249"/>
                <a:gd name="csY17" fmla="*/ 0 h 66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9" h="66400">
                  <a:moveTo>
                    <a:pt x="22119" y="6858"/>
                  </a:moveTo>
                  <a:cubicBezTo>
                    <a:pt x="17667" y="6858"/>
                    <a:pt x="14312" y="9059"/>
                    <a:pt x="12054" y="13462"/>
                  </a:cubicBezTo>
                  <a:cubicBezTo>
                    <a:pt x="9825" y="17830"/>
                    <a:pt x="8710" y="24416"/>
                    <a:pt x="8710" y="33221"/>
                  </a:cubicBezTo>
                  <a:cubicBezTo>
                    <a:pt x="8710" y="41999"/>
                    <a:pt x="9825" y="48589"/>
                    <a:pt x="12054" y="52991"/>
                  </a:cubicBezTo>
                  <a:cubicBezTo>
                    <a:pt x="14312" y="57359"/>
                    <a:pt x="17667" y="59542"/>
                    <a:pt x="22119" y="59542"/>
                  </a:cubicBezTo>
                  <a:cubicBezTo>
                    <a:pt x="26607" y="59542"/>
                    <a:pt x="29965" y="57359"/>
                    <a:pt x="32195" y="52991"/>
                  </a:cubicBezTo>
                  <a:cubicBezTo>
                    <a:pt x="34452" y="48588"/>
                    <a:pt x="35581" y="41999"/>
                    <a:pt x="35581" y="33221"/>
                  </a:cubicBezTo>
                  <a:cubicBezTo>
                    <a:pt x="35581" y="24416"/>
                    <a:pt x="34452" y="17830"/>
                    <a:pt x="32195" y="13462"/>
                  </a:cubicBezTo>
                  <a:cubicBezTo>
                    <a:pt x="29965" y="9059"/>
                    <a:pt x="26607" y="6858"/>
                    <a:pt x="22119" y="6858"/>
                  </a:cubicBezTo>
                  <a:moveTo>
                    <a:pt x="22119" y="0"/>
                  </a:moveTo>
                  <a:cubicBezTo>
                    <a:pt x="29295" y="0"/>
                    <a:pt x="34770" y="2843"/>
                    <a:pt x="38545" y="8530"/>
                  </a:cubicBezTo>
                  <a:cubicBezTo>
                    <a:pt x="42348" y="14189"/>
                    <a:pt x="44249" y="22419"/>
                    <a:pt x="44249" y="33221"/>
                  </a:cubicBezTo>
                  <a:cubicBezTo>
                    <a:pt x="44249" y="43995"/>
                    <a:pt x="42348" y="52226"/>
                    <a:pt x="38545" y="57913"/>
                  </a:cubicBezTo>
                  <a:cubicBezTo>
                    <a:pt x="34770" y="63571"/>
                    <a:pt x="29295" y="66400"/>
                    <a:pt x="22119" y="66400"/>
                  </a:cubicBezTo>
                  <a:cubicBezTo>
                    <a:pt x="14951" y="66400"/>
                    <a:pt x="9465" y="63571"/>
                    <a:pt x="5662" y="57913"/>
                  </a:cubicBezTo>
                  <a:cubicBezTo>
                    <a:pt x="1887" y="52226"/>
                    <a:pt x="0" y="43995"/>
                    <a:pt x="0" y="33221"/>
                  </a:cubicBezTo>
                  <a:cubicBezTo>
                    <a:pt x="0" y="22419"/>
                    <a:pt x="1887" y="14189"/>
                    <a:pt x="5662" y="8530"/>
                  </a:cubicBezTo>
                  <a:cubicBezTo>
                    <a:pt x="9465" y="2843"/>
                    <a:pt x="14951" y="0"/>
                    <a:pt x="22119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8" name="Freeform 697">
              <a:extLst>
                <a:ext uri="{FF2B5EF4-FFF2-40B4-BE49-F238E27FC236}">
                  <a16:creationId xmlns:a16="http://schemas.microsoft.com/office/drawing/2014/main" id="{92E066CD-53A2-8C7C-BC7F-9E5C39759446}"/>
                </a:ext>
              </a:extLst>
            </p:cNvPr>
            <p:cNvSpPr/>
            <p:nvPr/>
          </p:nvSpPr>
          <p:spPr>
            <a:xfrm>
              <a:off x="3854667" y="2883375"/>
              <a:ext cx="50567" cy="46006"/>
            </a:xfrm>
            <a:custGeom>
              <a:avLst/>
              <a:gdLst>
                <a:gd name="csX0" fmla="*/ 50568 w 50567"/>
                <a:gd name="csY0" fmla="*/ 6689 h 46006"/>
                <a:gd name="csX1" fmla="*/ 48832 w 50567"/>
                <a:gd name="csY1" fmla="*/ 11049 h 46006"/>
                <a:gd name="csX2" fmla="*/ 45107 w 50567"/>
                <a:gd name="csY2" fmla="*/ 12594 h 46006"/>
                <a:gd name="csX3" fmla="*/ 42239 w 50567"/>
                <a:gd name="csY3" fmla="*/ 11504 h 46006"/>
                <a:gd name="csX4" fmla="*/ 41244 w 50567"/>
                <a:gd name="csY4" fmla="*/ 9017 h 46006"/>
                <a:gd name="csX5" fmla="*/ 42630 w 50567"/>
                <a:gd name="csY5" fmla="*/ 5503 h 46006"/>
                <a:gd name="csX6" fmla="*/ 46101 w 50567"/>
                <a:gd name="csY6" fmla="*/ 3514 h 46006"/>
                <a:gd name="csX7" fmla="*/ 41043 w 50567"/>
                <a:gd name="csY7" fmla="*/ 2233 h 46006"/>
                <a:gd name="csX8" fmla="*/ 37328 w 50567"/>
                <a:gd name="csY8" fmla="*/ 3270 h 46006"/>
                <a:gd name="csX9" fmla="*/ 34597 w 50567"/>
                <a:gd name="csY9" fmla="*/ 5652 h 46006"/>
                <a:gd name="csX10" fmla="*/ 32713 w 50567"/>
                <a:gd name="csY10" fmla="*/ 8922 h 46006"/>
                <a:gd name="csX11" fmla="*/ 31528 w 50567"/>
                <a:gd name="csY11" fmla="*/ 11949 h 46006"/>
                <a:gd name="csX12" fmla="*/ 30978 w 50567"/>
                <a:gd name="csY12" fmla="*/ 14224 h 46006"/>
                <a:gd name="csX13" fmla="*/ 27506 w 50567"/>
                <a:gd name="csY13" fmla="*/ 28110 h 46006"/>
                <a:gd name="csX14" fmla="*/ 25824 w 50567"/>
                <a:gd name="csY14" fmla="*/ 37031 h 46006"/>
                <a:gd name="csX15" fmla="*/ 27210 w 50567"/>
                <a:gd name="csY15" fmla="*/ 41847 h 46006"/>
                <a:gd name="csX16" fmla="*/ 31380 w 50567"/>
                <a:gd name="csY16" fmla="*/ 43731 h 46006"/>
                <a:gd name="csX17" fmla="*/ 33708 w 50567"/>
                <a:gd name="csY17" fmla="*/ 43424 h 46006"/>
                <a:gd name="csX18" fmla="*/ 36534 w 50567"/>
                <a:gd name="csY18" fmla="*/ 42186 h 46006"/>
                <a:gd name="csX19" fmla="*/ 39603 w 50567"/>
                <a:gd name="csY19" fmla="*/ 39857 h 46006"/>
                <a:gd name="csX20" fmla="*/ 42535 w 50567"/>
                <a:gd name="csY20" fmla="*/ 35994 h 46006"/>
                <a:gd name="csX21" fmla="*/ 44916 w 50567"/>
                <a:gd name="csY21" fmla="*/ 30438 h 46006"/>
                <a:gd name="csX22" fmla="*/ 46207 w 50567"/>
                <a:gd name="csY22" fmla="*/ 29348 h 46006"/>
                <a:gd name="csX23" fmla="*/ 47445 w 50567"/>
                <a:gd name="csY23" fmla="*/ 30343 h 46006"/>
                <a:gd name="csX24" fmla="*/ 46747 w 50567"/>
                <a:gd name="csY24" fmla="*/ 32967 h 46006"/>
                <a:gd name="csX25" fmla="*/ 44662 w 50567"/>
                <a:gd name="csY25" fmla="*/ 36978 h 46006"/>
                <a:gd name="csX26" fmla="*/ 41445 w 50567"/>
                <a:gd name="csY26" fmla="*/ 41244 h 46006"/>
                <a:gd name="csX27" fmla="*/ 36883 w 50567"/>
                <a:gd name="csY27" fmla="*/ 44620 h 46006"/>
                <a:gd name="csX28" fmla="*/ 31179 w 50567"/>
                <a:gd name="csY28" fmla="*/ 46006 h 46006"/>
                <a:gd name="csX29" fmla="*/ 24088 w 50567"/>
                <a:gd name="csY29" fmla="*/ 43731 h 46006"/>
                <a:gd name="csX30" fmla="*/ 20225 w 50567"/>
                <a:gd name="csY30" fmla="*/ 38270 h 46006"/>
                <a:gd name="csX31" fmla="*/ 19632 w 50567"/>
                <a:gd name="csY31" fmla="*/ 39317 h 46006"/>
                <a:gd name="csX32" fmla="*/ 18235 w 50567"/>
                <a:gd name="csY32" fmla="*/ 41244 h 46006"/>
                <a:gd name="csX33" fmla="*/ 16108 w 50567"/>
                <a:gd name="csY33" fmla="*/ 43530 h 46006"/>
                <a:gd name="csX34" fmla="*/ 13187 w 50567"/>
                <a:gd name="csY34" fmla="*/ 45212 h 46006"/>
                <a:gd name="csX35" fmla="*/ 9567 w 50567"/>
                <a:gd name="csY35" fmla="*/ 46006 h 46006"/>
                <a:gd name="csX36" fmla="*/ 5048 w 50567"/>
                <a:gd name="csY36" fmla="*/ 45308 h 46006"/>
                <a:gd name="csX37" fmla="*/ 1482 w 50567"/>
                <a:gd name="csY37" fmla="*/ 43032 h 46006"/>
                <a:gd name="csX38" fmla="*/ 0 w 50567"/>
                <a:gd name="csY38" fmla="*/ 39265 h 46006"/>
                <a:gd name="csX39" fmla="*/ 1630 w 50567"/>
                <a:gd name="csY39" fmla="*/ 35148 h 46006"/>
                <a:gd name="csX40" fmla="*/ 5599 w 50567"/>
                <a:gd name="csY40" fmla="*/ 33412 h 46006"/>
                <a:gd name="csX41" fmla="*/ 8181 w 50567"/>
                <a:gd name="csY41" fmla="*/ 34259 h 46006"/>
                <a:gd name="csX42" fmla="*/ 9366 w 50567"/>
                <a:gd name="csY42" fmla="*/ 36936 h 46006"/>
                <a:gd name="csX43" fmla="*/ 7980 w 50567"/>
                <a:gd name="csY43" fmla="*/ 40503 h 46006"/>
                <a:gd name="csX44" fmla="*/ 4604 w 50567"/>
                <a:gd name="csY44" fmla="*/ 42440 h 46006"/>
                <a:gd name="csX45" fmla="*/ 9663 w 50567"/>
                <a:gd name="csY45" fmla="*/ 43731 h 46006"/>
                <a:gd name="csX46" fmla="*/ 15515 w 50567"/>
                <a:gd name="csY46" fmla="*/ 40852 h 46006"/>
                <a:gd name="csX47" fmla="*/ 19336 w 50567"/>
                <a:gd name="csY47" fmla="*/ 33168 h 46006"/>
                <a:gd name="csX48" fmla="*/ 23591 w 50567"/>
                <a:gd name="csY48" fmla="*/ 16457 h 46006"/>
                <a:gd name="csX49" fmla="*/ 24786 w 50567"/>
                <a:gd name="csY49" fmla="*/ 9017 h 46006"/>
                <a:gd name="csX50" fmla="*/ 24236 w 50567"/>
                <a:gd name="csY50" fmla="*/ 5503 h 46006"/>
                <a:gd name="csX51" fmla="*/ 22754 w 50567"/>
                <a:gd name="csY51" fmla="*/ 3418 h 46006"/>
                <a:gd name="csX52" fmla="*/ 21019 w 50567"/>
                <a:gd name="csY52" fmla="*/ 2476 h 46006"/>
                <a:gd name="csX53" fmla="*/ 19336 w 50567"/>
                <a:gd name="csY53" fmla="*/ 2233 h 46006"/>
                <a:gd name="csX54" fmla="*/ 16161 w 50567"/>
                <a:gd name="csY54" fmla="*/ 2826 h 46006"/>
                <a:gd name="csX55" fmla="*/ 12541 w 50567"/>
                <a:gd name="csY55" fmla="*/ 4805 h 46006"/>
                <a:gd name="csX56" fmla="*/ 8774 w 50567"/>
                <a:gd name="csY56" fmla="*/ 8922 h 46006"/>
                <a:gd name="csX57" fmla="*/ 5694 w 50567"/>
                <a:gd name="csY57" fmla="*/ 15515 h 46006"/>
                <a:gd name="csX58" fmla="*/ 4360 w 50567"/>
                <a:gd name="csY58" fmla="*/ 16658 h 46006"/>
                <a:gd name="csX59" fmla="*/ 3164 w 50567"/>
                <a:gd name="csY59" fmla="*/ 15611 h 46006"/>
                <a:gd name="csX60" fmla="*/ 3810 w 50567"/>
                <a:gd name="csY60" fmla="*/ 13039 h 46006"/>
                <a:gd name="csX61" fmla="*/ 5895 w 50567"/>
                <a:gd name="csY61" fmla="*/ 9017 h 46006"/>
                <a:gd name="csX62" fmla="*/ 9165 w 50567"/>
                <a:gd name="csY62" fmla="*/ 4805 h 46006"/>
                <a:gd name="csX63" fmla="*/ 13780 w 50567"/>
                <a:gd name="csY63" fmla="*/ 1386 h 46006"/>
                <a:gd name="csX64" fmla="*/ 19526 w 50567"/>
                <a:gd name="csY64" fmla="*/ 0 h 46006"/>
                <a:gd name="csX65" fmla="*/ 22162 w 50567"/>
                <a:gd name="csY65" fmla="*/ 296 h 46006"/>
                <a:gd name="csX66" fmla="*/ 25083 w 50567"/>
                <a:gd name="csY66" fmla="*/ 1291 h 46006"/>
                <a:gd name="csX67" fmla="*/ 28152 w 50567"/>
                <a:gd name="csY67" fmla="*/ 3662 h 46006"/>
                <a:gd name="csX68" fmla="*/ 30491 w 50567"/>
                <a:gd name="csY68" fmla="*/ 7684 h 46006"/>
                <a:gd name="csX69" fmla="*/ 31877 w 50567"/>
                <a:gd name="csY69" fmla="*/ 5450 h 46006"/>
                <a:gd name="csX70" fmla="*/ 34005 w 50567"/>
                <a:gd name="csY70" fmla="*/ 3027 h 46006"/>
                <a:gd name="csX71" fmla="*/ 37180 w 50567"/>
                <a:gd name="csY71" fmla="*/ 836 h 46006"/>
                <a:gd name="csX72" fmla="*/ 41148 w 50567"/>
                <a:gd name="csY72" fmla="*/ 0 h 46006"/>
                <a:gd name="csX73" fmla="*/ 45159 w 50567"/>
                <a:gd name="csY73" fmla="*/ 540 h 46006"/>
                <a:gd name="csX74" fmla="*/ 48832 w 50567"/>
                <a:gd name="csY74" fmla="*/ 2678 h 46006"/>
                <a:gd name="csX75" fmla="*/ 50568 w 50567"/>
                <a:gd name="csY75" fmla="*/ 6689 h 46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50567" h="46006">
                  <a:moveTo>
                    <a:pt x="50568" y="6689"/>
                  </a:moveTo>
                  <a:cubicBezTo>
                    <a:pt x="50568" y="8544"/>
                    <a:pt x="49989" y="9998"/>
                    <a:pt x="48832" y="11049"/>
                  </a:cubicBezTo>
                  <a:cubicBezTo>
                    <a:pt x="47675" y="12079"/>
                    <a:pt x="46433" y="12594"/>
                    <a:pt x="45107" y="12594"/>
                  </a:cubicBezTo>
                  <a:cubicBezTo>
                    <a:pt x="43851" y="12594"/>
                    <a:pt x="42895" y="12231"/>
                    <a:pt x="42239" y="11504"/>
                  </a:cubicBezTo>
                  <a:cubicBezTo>
                    <a:pt x="41575" y="10777"/>
                    <a:pt x="41244" y="9948"/>
                    <a:pt x="41244" y="9017"/>
                  </a:cubicBezTo>
                  <a:cubicBezTo>
                    <a:pt x="41244" y="7761"/>
                    <a:pt x="41706" y="6590"/>
                    <a:pt x="42630" y="5503"/>
                  </a:cubicBezTo>
                  <a:cubicBezTo>
                    <a:pt x="43554" y="4410"/>
                    <a:pt x="44712" y="3746"/>
                    <a:pt x="46101" y="3514"/>
                  </a:cubicBezTo>
                  <a:cubicBezTo>
                    <a:pt x="44747" y="2660"/>
                    <a:pt x="43060" y="2233"/>
                    <a:pt x="41043" y="2233"/>
                  </a:cubicBezTo>
                  <a:cubicBezTo>
                    <a:pt x="39723" y="2233"/>
                    <a:pt x="38485" y="2579"/>
                    <a:pt x="37328" y="3270"/>
                  </a:cubicBezTo>
                  <a:cubicBezTo>
                    <a:pt x="36206" y="3962"/>
                    <a:pt x="35296" y="4755"/>
                    <a:pt x="34597" y="5652"/>
                  </a:cubicBezTo>
                  <a:cubicBezTo>
                    <a:pt x="33941" y="6540"/>
                    <a:pt x="33313" y="7631"/>
                    <a:pt x="32713" y="8922"/>
                  </a:cubicBezTo>
                  <a:cubicBezTo>
                    <a:pt x="32156" y="10178"/>
                    <a:pt x="31761" y="11187"/>
                    <a:pt x="31528" y="11949"/>
                  </a:cubicBezTo>
                  <a:cubicBezTo>
                    <a:pt x="31331" y="12675"/>
                    <a:pt x="31147" y="13434"/>
                    <a:pt x="30978" y="14224"/>
                  </a:cubicBezTo>
                  <a:lnTo>
                    <a:pt x="27506" y="28110"/>
                  </a:lnTo>
                  <a:cubicBezTo>
                    <a:pt x="26384" y="32505"/>
                    <a:pt x="25824" y="35479"/>
                    <a:pt x="25824" y="37031"/>
                  </a:cubicBezTo>
                  <a:cubicBezTo>
                    <a:pt x="25824" y="38951"/>
                    <a:pt x="26286" y="40556"/>
                    <a:pt x="27210" y="41847"/>
                  </a:cubicBezTo>
                  <a:cubicBezTo>
                    <a:pt x="28141" y="43103"/>
                    <a:pt x="29531" y="43731"/>
                    <a:pt x="31380" y="43731"/>
                  </a:cubicBezTo>
                  <a:cubicBezTo>
                    <a:pt x="32107" y="43731"/>
                    <a:pt x="32883" y="43628"/>
                    <a:pt x="33708" y="43424"/>
                  </a:cubicBezTo>
                  <a:cubicBezTo>
                    <a:pt x="34534" y="43198"/>
                    <a:pt x="35476" y="42785"/>
                    <a:pt x="36534" y="42186"/>
                  </a:cubicBezTo>
                  <a:cubicBezTo>
                    <a:pt x="37628" y="41558"/>
                    <a:pt x="38651" y="40781"/>
                    <a:pt x="39603" y="39857"/>
                  </a:cubicBezTo>
                  <a:cubicBezTo>
                    <a:pt x="40598" y="38898"/>
                    <a:pt x="41575" y="37610"/>
                    <a:pt x="42535" y="35994"/>
                  </a:cubicBezTo>
                  <a:cubicBezTo>
                    <a:pt x="43494" y="34371"/>
                    <a:pt x="44288" y="32519"/>
                    <a:pt x="44916" y="30438"/>
                  </a:cubicBezTo>
                  <a:cubicBezTo>
                    <a:pt x="45114" y="29711"/>
                    <a:pt x="45544" y="29348"/>
                    <a:pt x="46207" y="29348"/>
                  </a:cubicBezTo>
                  <a:cubicBezTo>
                    <a:pt x="47033" y="29348"/>
                    <a:pt x="47445" y="29679"/>
                    <a:pt x="47445" y="30343"/>
                  </a:cubicBezTo>
                  <a:cubicBezTo>
                    <a:pt x="47445" y="30900"/>
                    <a:pt x="47213" y="31775"/>
                    <a:pt x="46747" y="32967"/>
                  </a:cubicBezTo>
                  <a:cubicBezTo>
                    <a:pt x="46317" y="34124"/>
                    <a:pt x="45622" y="35461"/>
                    <a:pt x="44662" y="36978"/>
                  </a:cubicBezTo>
                  <a:cubicBezTo>
                    <a:pt x="43738" y="38467"/>
                    <a:pt x="42665" y="39889"/>
                    <a:pt x="41445" y="41244"/>
                  </a:cubicBezTo>
                  <a:cubicBezTo>
                    <a:pt x="40217" y="42570"/>
                    <a:pt x="38697" y="43695"/>
                    <a:pt x="36883" y="44620"/>
                  </a:cubicBezTo>
                  <a:cubicBezTo>
                    <a:pt x="35063" y="45544"/>
                    <a:pt x="33161" y="46006"/>
                    <a:pt x="31179" y="46006"/>
                  </a:cubicBezTo>
                  <a:cubicBezTo>
                    <a:pt x="28335" y="46006"/>
                    <a:pt x="25972" y="45248"/>
                    <a:pt x="24088" y="43731"/>
                  </a:cubicBezTo>
                  <a:cubicBezTo>
                    <a:pt x="22204" y="42207"/>
                    <a:pt x="20916" y="40386"/>
                    <a:pt x="20225" y="38270"/>
                  </a:cubicBezTo>
                  <a:cubicBezTo>
                    <a:pt x="20056" y="38566"/>
                    <a:pt x="19858" y="38915"/>
                    <a:pt x="19632" y="39317"/>
                  </a:cubicBezTo>
                  <a:cubicBezTo>
                    <a:pt x="19399" y="39713"/>
                    <a:pt x="18934" y="40355"/>
                    <a:pt x="18235" y="41244"/>
                  </a:cubicBezTo>
                  <a:cubicBezTo>
                    <a:pt x="17579" y="42104"/>
                    <a:pt x="16870" y="42866"/>
                    <a:pt x="16108" y="43530"/>
                  </a:cubicBezTo>
                  <a:cubicBezTo>
                    <a:pt x="15346" y="44158"/>
                    <a:pt x="14372" y="44718"/>
                    <a:pt x="13187" y="45212"/>
                  </a:cubicBezTo>
                  <a:cubicBezTo>
                    <a:pt x="12030" y="45742"/>
                    <a:pt x="10823" y="46006"/>
                    <a:pt x="9567" y="46006"/>
                  </a:cubicBezTo>
                  <a:cubicBezTo>
                    <a:pt x="7980" y="46006"/>
                    <a:pt x="6474" y="45773"/>
                    <a:pt x="5048" y="45308"/>
                  </a:cubicBezTo>
                  <a:cubicBezTo>
                    <a:pt x="3665" y="44849"/>
                    <a:pt x="2476" y="44090"/>
                    <a:pt x="1482" y="43032"/>
                  </a:cubicBezTo>
                  <a:cubicBezTo>
                    <a:pt x="494" y="41974"/>
                    <a:pt x="0" y="40718"/>
                    <a:pt x="0" y="39265"/>
                  </a:cubicBezTo>
                  <a:cubicBezTo>
                    <a:pt x="0" y="37642"/>
                    <a:pt x="543" y="36269"/>
                    <a:pt x="1630" y="35148"/>
                  </a:cubicBezTo>
                  <a:cubicBezTo>
                    <a:pt x="2752" y="33990"/>
                    <a:pt x="4075" y="33412"/>
                    <a:pt x="5599" y="33412"/>
                  </a:cubicBezTo>
                  <a:cubicBezTo>
                    <a:pt x="6558" y="33412"/>
                    <a:pt x="7419" y="33694"/>
                    <a:pt x="8181" y="34259"/>
                  </a:cubicBezTo>
                  <a:cubicBezTo>
                    <a:pt x="8971" y="34816"/>
                    <a:pt x="9366" y="35708"/>
                    <a:pt x="9366" y="36936"/>
                  </a:cubicBezTo>
                  <a:cubicBezTo>
                    <a:pt x="9366" y="38291"/>
                    <a:pt x="8904" y="39480"/>
                    <a:pt x="7980" y="40503"/>
                  </a:cubicBezTo>
                  <a:cubicBezTo>
                    <a:pt x="7056" y="41526"/>
                    <a:pt x="5930" y="42171"/>
                    <a:pt x="4604" y="42440"/>
                  </a:cubicBezTo>
                  <a:cubicBezTo>
                    <a:pt x="5958" y="43300"/>
                    <a:pt x="7645" y="43731"/>
                    <a:pt x="9663" y="43731"/>
                  </a:cubicBezTo>
                  <a:cubicBezTo>
                    <a:pt x="11843" y="43731"/>
                    <a:pt x="13794" y="42771"/>
                    <a:pt x="15515" y="40852"/>
                  </a:cubicBezTo>
                  <a:cubicBezTo>
                    <a:pt x="17230" y="38933"/>
                    <a:pt x="18503" y="36372"/>
                    <a:pt x="19336" y="33168"/>
                  </a:cubicBezTo>
                  <a:cubicBezTo>
                    <a:pt x="21382" y="25464"/>
                    <a:pt x="22800" y="19893"/>
                    <a:pt x="23591" y="16457"/>
                  </a:cubicBezTo>
                  <a:cubicBezTo>
                    <a:pt x="24388" y="12986"/>
                    <a:pt x="24786" y="10506"/>
                    <a:pt x="24786" y="9017"/>
                  </a:cubicBezTo>
                  <a:cubicBezTo>
                    <a:pt x="24786" y="7634"/>
                    <a:pt x="24603" y="6463"/>
                    <a:pt x="24236" y="5503"/>
                  </a:cubicBezTo>
                  <a:cubicBezTo>
                    <a:pt x="23876" y="4544"/>
                    <a:pt x="23382" y="3849"/>
                    <a:pt x="22754" y="3418"/>
                  </a:cubicBezTo>
                  <a:cubicBezTo>
                    <a:pt x="22155" y="2953"/>
                    <a:pt x="21576" y="2639"/>
                    <a:pt x="21019" y="2476"/>
                  </a:cubicBezTo>
                  <a:cubicBezTo>
                    <a:pt x="20490" y="2314"/>
                    <a:pt x="19929" y="2233"/>
                    <a:pt x="19336" y="2233"/>
                  </a:cubicBezTo>
                  <a:cubicBezTo>
                    <a:pt x="18341" y="2233"/>
                    <a:pt x="17283" y="2431"/>
                    <a:pt x="16161" y="2826"/>
                  </a:cubicBezTo>
                  <a:cubicBezTo>
                    <a:pt x="15067" y="3221"/>
                    <a:pt x="13861" y="3881"/>
                    <a:pt x="12541" y="4805"/>
                  </a:cubicBezTo>
                  <a:cubicBezTo>
                    <a:pt x="11250" y="5701"/>
                    <a:pt x="9994" y="7073"/>
                    <a:pt x="8774" y="8922"/>
                  </a:cubicBezTo>
                  <a:cubicBezTo>
                    <a:pt x="7546" y="10770"/>
                    <a:pt x="6519" y="12968"/>
                    <a:pt x="5694" y="15515"/>
                  </a:cubicBezTo>
                  <a:cubicBezTo>
                    <a:pt x="5532" y="16277"/>
                    <a:pt x="5087" y="16658"/>
                    <a:pt x="4360" y="16658"/>
                  </a:cubicBezTo>
                  <a:cubicBezTo>
                    <a:pt x="3563" y="16623"/>
                    <a:pt x="3164" y="16274"/>
                    <a:pt x="3164" y="15611"/>
                  </a:cubicBezTo>
                  <a:cubicBezTo>
                    <a:pt x="3164" y="15053"/>
                    <a:pt x="3380" y="14196"/>
                    <a:pt x="3810" y="13039"/>
                  </a:cubicBezTo>
                  <a:cubicBezTo>
                    <a:pt x="4276" y="11846"/>
                    <a:pt x="4971" y="10506"/>
                    <a:pt x="5895" y="9017"/>
                  </a:cubicBezTo>
                  <a:cubicBezTo>
                    <a:pt x="6855" y="7535"/>
                    <a:pt x="7945" y="6131"/>
                    <a:pt x="9165" y="4805"/>
                  </a:cubicBezTo>
                  <a:cubicBezTo>
                    <a:pt x="10421" y="3450"/>
                    <a:pt x="11959" y="2311"/>
                    <a:pt x="13780" y="1386"/>
                  </a:cubicBezTo>
                  <a:cubicBezTo>
                    <a:pt x="15628" y="462"/>
                    <a:pt x="17544" y="0"/>
                    <a:pt x="19526" y="0"/>
                  </a:cubicBezTo>
                  <a:cubicBezTo>
                    <a:pt x="20422" y="0"/>
                    <a:pt x="21301" y="99"/>
                    <a:pt x="22162" y="296"/>
                  </a:cubicBezTo>
                  <a:cubicBezTo>
                    <a:pt x="23051" y="459"/>
                    <a:pt x="24024" y="790"/>
                    <a:pt x="25083" y="1291"/>
                  </a:cubicBezTo>
                  <a:cubicBezTo>
                    <a:pt x="26176" y="1785"/>
                    <a:pt x="27199" y="2575"/>
                    <a:pt x="28152" y="3662"/>
                  </a:cubicBezTo>
                  <a:cubicBezTo>
                    <a:pt x="29111" y="4755"/>
                    <a:pt x="29891" y="6096"/>
                    <a:pt x="30491" y="7684"/>
                  </a:cubicBezTo>
                  <a:cubicBezTo>
                    <a:pt x="30886" y="6921"/>
                    <a:pt x="31348" y="6177"/>
                    <a:pt x="31877" y="5450"/>
                  </a:cubicBezTo>
                  <a:cubicBezTo>
                    <a:pt x="32435" y="4724"/>
                    <a:pt x="33144" y="3916"/>
                    <a:pt x="34005" y="3027"/>
                  </a:cubicBezTo>
                  <a:cubicBezTo>
                    <a:pt x="34901" y="2095"/>
                    <a:pt x="35959" y="1365"/>
                    <a:pt x="37180" y="836"/>
                  </a:cubicBezTo>
                  <a:cubicBezTo>
                    <a:pt x="38435" y="279"/>
                    <a:pt x="39758" y="0"/>
                    <a:pt x="41148" y="0"/>
                  </a:cubicBezTo>
                  <a:cubicBezTo>
                    <a:pt x="42503" y="0"/>
                    <a:pt x="43840" y="180"/>
                    <a:pt x="45159" y="540"/>
                  </a:cubicBezTo>
                  <a:cubicBezTo>
                    <a:pt x="46486" y="871"/>
                    <a:pt x="47710" y="1584"/>
                    <a:pt x="48832" y="2678"/>
                  </a:cubicBezTo>
                  <a:cubicBezTo>
                    <a:pt x="49989" y="3736"/>
                    <a:pt x="50568" y="5073"/>
                    <a:pt x="50568" y="6689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99" name="Freeform 698">
              <a:extLst>
                <a:ext uri="{FF2B5EF4-FFF2-40B4-BE49-F238E27FC236}">
                  <a16:creationId xmlns:a16="http://schemas.microsoft.com/office/drawing/2014/main" id="{1E4FDF07-C956-F01C-4394-B5EF97AF74DE}"/>
                </a:ext>
              </a:extLst>
            </p:cNvPr>
            <p:cNvSpPr/>
            <p:nvPr/>
          </p:nvSpPr>
          <p:spPr>
            <a:xfrm>
              <a:off x="2821282" y="1322662"/>
              <a:ext cx="1058" cy="1405919"/>
            </a:xfrm>
            <a:custGeom>
              <a:avLst/>
              <a:gdLst>
                <a:gd name="csX0" fmla="*/ 0 w 1058"/>
                <a:gd name="csY0" fmla="*/ 1405920 h 1405919"/>
                <a:gd name="csX1" fmla="*/ 0 w 1058"/>
                <a:gd name="csY1" fmla="*/ 0 h 1405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8" h="1405919">
                  <a:moveTo>
                    <a:pt x="0" y="1405920"/>
                  </a:moveTo>
                  <a:lnTo>
                    <a:pt x="0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0" name="Freeform 699">
              <a:extLst>
                <a:ext uri="{FF2B5EF4-FFF2-40B4-BE49-F238E27FC236}">
                  <a16:creationId xmlns:a16="http://schemas.microsoft.com/office/drawing/2014/main" id="{BF7DBDCB-1A06-4FDD-5B0E-096F3F3F6E31}"/>
                </a:ext>
              </a:extLst>
            </p:cNvPr>
            <p:cNvSpPr/>
            <p:nvPr/>
          </p:nvSpPr>
          <p:spPr>
            <a:xfrm>
              <a:off x="2821282" y="2688788"/>
              <a:ext cx="20000" cy="1058"/>
            </a:xfrm>
            <a:custGeom>
              <a:avLst/>
              <a:gdLst>
                <a:gd name="csX0" fmla="*/ 0 w 20000"/>
                <a:gd name="csY0" fmla="*/ 0 h 1058"/>
                <a:gd name="csX1" fmla="*/ 20001 w 20000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000" h="1058">
                  <a:moveTo>
                    <a:pt x="0" y="0"/>
                  </a:moveTo>
                  <a:lnTo>
                    <a:pt x="20001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1" name="Freeform 700">
              <a:extLst>
                <a:ext uri="{FF2B5EF4-FFF2-40B4-BE49-F238E27FC236}">
                  <a16:creationId xmlns:a16="http://schemas.microsoft.com/office/drawing/2014/main" id="{DB2A0BB4-9D92-2247-51D0-22BA95E747EF}"/>
                </a:ext>
              </a:extLst>
            </p:cNvPr>
            <p:cNvSpPr/>
            <p:nvPr/>
          </p:nvSpPr>
          <p:spPr>
            <a:xfrm>
              <a:off x="2821282" y="2341503"/>
              <a:ext cx="20000" cy="1058"/>
            </a:xfrm>
            <a:custGeom>
              <a:avLst/>
              <a:gdLst>
                <a:gd name="csX0" fmla="*/ 0 w 20000"/>
                <a:gd name="csY0" fmla="*/ 0 h 1058"/>
                <a:gd name="csX1" fmla="*/ 20001 w 20000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000" h="1058">
                  <a:moveTo>
                    <a:pt x="0" y="0"/>
                  </a:moveTo>
                  <a:lnTo>
                    <a:pt x="20001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2" name="Freeform 701">
              <a:extLst>
                <a:ext uri="{FF2B5EF4-FFF2-40B4-BE49-F238E27FC236}">
                  <a16:creationId xmlns:a16="http://schemas.microsoft.com/office/drawing/2014/main" id="{217FD01B-DFFB-1706-5837-5531569600C1}"/>
                </a:ext>
              </a:extLst>
            </p:cNvPr>
            <p:cNvSpPr/>
            <p:nvPr/>
          </p:nvSpPr>
          <p:spPr>
            <a:xfrm>
              <a:off x="2821282" y="1994226"/>
              <a:ext cx="20000" cy="1058"/>
            </a:xfrm>
            <a:custGeom>
              <a:avLst/>
              <a:gdLst>
                <a:gd name="csX0" fmla="*/ 0 w 20000"/>
                <a:gd name="csY0" fmla="*/ 0 h 1058"/>
                <a:gd name="csX1" fmla="*/ 20001 w 20000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000" h="1058">
                  <a:moveTo>
                    <a:pt x="0" y="0"/>
                  </a:moveTo>
                  <a:lnTo>
                    <a:pt x="20001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3" name="Freeform 702">
              <a:extLst>
                <a:ext uri="{FF2B5EF4-FFF2-40B4-BE49-F238E27FC236}">
                  <a16:creationId xmlns:a16="http://schemas.microsoft.com/office/drawing/2014/main" id="{16A7D205-99AC-D6CE-B076-3DF9F4956CA4}"/>
                </a:ext>
              </a:extLst>
            </p:cNvPr>
            <p:cNvSpPr/>
            <p:nvPr/>
          </p:nvSpPr>
          <p:spPr>
            <a:xfrm>
              <a:off x="2821282" y="1646942"/>
              <a:ext cx="20000" cy="1058"/>
            </a:xfrm>
            <a:custGeom>
              <a:avLst/>
              <a:gdLst>
                <a:gd name="csX0" fmla="*/ 0 w 20000"/>
                <a:gd name="csY0" fmla="*/ 0 h 1058"/>
                <a:gd name="csX1" fmla="*/ 20001 w 20000"/>
                <a:gd name="csY1" fmla="*/ 0 h 1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000" h="1058">
                  <a:moveTo>
                    <a:pt x="0" y="0"/>
                  </a:moveTo>
                  <a:lnTo>
                    <a:pt x="20001" y="0"/>
                  </a:lnTo>
                </a:path>
              </a:pathLst>
            </a:custGeom>
            <a:noFill/>
            <a:ln w="4223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4" name="Freeform 703">
              <a:extLst>
                <a:ext uri="{FF2B5EF4-FFF2-40B4-BE49-F238E27FC236}">
                  <a16:creationId xmlns:a16="http://schemas.microsoft.com/office/drawing/2014/main" id="{8786ED91-0FE6-7491-83DE-C0106FFE7B29}"/>
                </a:ext>
              </a:extLst>
            </p:cNvPr>
            <p:cNvSpPr/>
            <p:nvPr/>
          </p:nvSpPr>
          <p:spPr>
            <a:xfrm>
              <a:off x="2599302" y="2655630"/>
              <a:ext cx="44244" cy="66411"/>
            </a:xfrm>
            <a:custGeom>
              <a:avLst/>
              <a:gdLst>
                <a:gd name="csX0" fmla="*/ 22123 w 44244"/>
                <a:gd name="csY0" fmla="*/ 6858 h 66411"/>
                <a:gd name="csX1" fmla="*/ 12047 w 44244"/>
                <a:gd name="csY1" fmla="*/ 13462 h 66411"/>
                <a:gd name="csX2" fmla="*/ 8703 w 44244"/>
                <a:gd name="csY2" fmla="*/ 33221 h 66411"/>
                <a:gd name="csX3" fmla="*/ 12047 w 44244"/>
                <a:gd name="csY3" fmla="*/ 52991 h 66411"/>
                <a:gd name="csX4" fmla="*/ 22123 w 44244"/>
                <a:gd name="csY4" fmla="*/ 59553 h 66411"/>
                <a:gd name="csX5" fmla="*/ 32197 w 44244"/>
                <a:gd name="csY5" fmla="*/ 52991 h 66411"/>
                <a:gd name="csX6" fmla="*/ 35585 w 44244"/>
                <a:gd name="csY6" fmla="*/ 33221 h 66411"/>
                <a:gd name="csX7" fmla="*/ 32197 w 44244"/>
                <a:gd name="csY7" fmla="*/ 13462 h 66411"/>
                <a:gd name="csX8" fmla="*/ 22123 w 44244"/>
                <a:gd name="csY8" fmla="*/ 6858 h 66411"/>
                <a:gd name="csX9" fmla="*/ 22123 w 44244"/>
                <a:gd name="csY9" fmla="*/ 0 h 66411"/>
                <a:gd name="csX10" fmla="*/ 38543 w 44244"/>
                <a:gd name="csY10" fmla="*/ 8530 h 66411"/>
                <a:gd name="csX11" fmla="*/ 44244 w 44244"/>
                <a:gd name="csY11" fmla="*/ 33221 h 66411"/>
                <a:gd name="csX12" fmla="*/ 38543 w 44244"/>
                <a:gd name="csY12" fmla="*/ 57923 h 66411"/>
                <a:gd name="csX13" fmla="*/ 22123 w 44244"/>
                <a:gd name="csY13" fmla="*/ 66411 h 66411"/>
                <a:gd name="csX14" fmla="*/ 5659 w 44244"/>
                <a:gd name="csY14" fmla="*/ 57923 h 66411"/>
                <a:gd name="csX15" fmla="*/ 0 w 44244"/>
                <a:gd name="csY15" fmla="*/ 33221 h 66411"/>
                <a:gd name="csX16" fmla="*/ 5659 w 44244"/>
                <a:gd name="csY16" fmla="*/ 8530 h 66411"/>
                <a:gd name="csX17" fmla="*/ 22123 w 44244"/>
                <a:gd name="csY17" fmla="*/ 0 h 66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11">
                  <a:moveTo>
                    <a:pt x="22123" y="6858"/>
                  </a:moveTo>
                  <a:cubicBezTo>
                    <a:pt x="17663" y="6858"/>
                    <a:pt x="14305" y="9059"/>
                    <a:pt x="12047" y="13462"/>
                  </a:cubicBezTo>
                  <a:cubicBezTo>
                    <a:pt x="9818" y="17837"/>
                    <a:pt x="8703" y="24423"/>
                    <a:pt x="8703" y="33221"/>
                  </a:cubicBezTo>
                  <a:cubicBezTo>
                    <a:pt x="8703" y="41999"/>
                    <a:pt x="9818" y="48589"/>
                    <a:pt x="12047" y="52991"/>
                  </a:cubicBezTo>
                  <a:cubicBezTo>
                    <a:pt x="14305" y="57366"/>
                    <a:pt x="17663" y="59553"/>
                    <a:pt x="22123" y="59553"/>
                  </a:cubicBezTo>
                  <a:cubicBezTo>
                    <a:pt x="26610" y="59553"/>
                    <a:pt x="29968" y="57366"/>
                    <a:pt x="32197" y="52991"/>
                  </a:cubicBezTo>
                  <a:cubicBezTo>
                    <a:pt x="34455" y="48589"/>
                    <a:pt x="35585" y="41999"/>
                    <a:pt x="35585" y="33221"/>
                  </a:cubicBezTo>
                  <a:cubicBezTo>
                    <a:pt x="35585" y="24423"/>
                    <a:pt x="34455" y="17837"/>
                    <a:pt x="32197" y="13462"/>
                  </a:cubicBezTo>
                  <a:cubicBezTo>
                    <a:pt x="29968" y="9059"/>
                    <a:pt x="26610" y="6858"/>
                    <a:pt x="22123" y="6858"/>
                  </a:cubicBezTo>
                  <a:moveTo>
                    <a:pt x="22123" y="0"/>
                  </a:moveTo>
                  <a:cubicBezTo>
                    <a:pt x="29297" y="0"/>
                    <a:pt x="34770" y="2843"/>
                    <a:pt x="38543" y="8530"/>
                  </a:cubicBezTo>
                  <a:cubicBezTo>
                    <a:pt x="42344" y="14189"/>
                    <a:pt x="44244" y="22419"/>
                    <a:pt x="44244" y="33221"/>
                  </a:cubicBezTo>
                  <a:cubicBezTo>
                    <a:pt x="44244" y="44002"/>
                    <a:pt x="42344" y="52236"/>
                    <a:pt x="38543" y="57923"/>
                  </a:cubicBezTo>
                  <a:cubicBezTo>
                    <a:pt x="34770" y="63582"/>
                    <a:pt x="29297" y="66411"/>
                    <a:pt x="22123" y="66411"/>
                  </a:cubicBezTo>
                  <a:cubicBezTo>
                    <a:pt x="14948" y="66411"/>
                    <a:pt x="9461" y="63582"/>
                    <a:pt x="5659" y="57923"/>
                  </a:cubicBezTo>
                  <a:cubicBezTo>
                    <a:pt x="1886" y="52236"/>
                    <a:pt x="0" y="44002"/>
                    <a:pt x="0" y="33221"/>
                  </a:cubicBezTo>
                  <a:cubicBezTo>
                    <a:pt x="0" y="22419"/>
                    <a:pt x="1886" y="14189"/>
                    <a:pt x="5659" y="8530"/>
                  </a:cubicBezTo>
                  <a:cubicBezTo>
                    <a:pt x="9461" y="2843"/>
                    <a:pt x="14948" y="0"/>
                    <a:pt x="2212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5" name="Freeform 704">
              <a:extLst>
                <a:ext uri="{FF2B5EF4-FFF2-40B4-BE49-F238E27FC236}">
                  <a16:creationId xmlns:a16="http://schemas.microsoft.com/office/drawing/2014/main" id="{D0710517-2A9D-314D-807E-6EC5F2880BBD}"/>
                </a:ext>
              </a:extLst>
            </p:cNvPr>
            <p:cNvSpPr/>
            <p:nvPr/>
          </p:nvSpPr>
          <p:spPr>
            <a:xfrm>
              <a:off x="2658766" y="2709902"/>
              <a:ext cx="9046" cy="10890"/>
            </a:xfrm>
            <a:custGeom>
              <a:avLst/>
              <a:gdLst>
                <a:gd name="csX0" fmla="*/ 0 w 9046"/>
                <a:gd name="csY0" fmla="*/ 0 h 10890"/>
                <a:gd name="csX1" fmla="*/ 9047 w 9046"/>
                <a:gd name="csY1" fmla="*/ 0 h 10890"/>
                <a:gd name="csX2" fmla="*/ 9047 w 9046"/>
                <a:gd name="csY2" fmla="*/ 10890 h 10890"/>
                <a:gd name="csX3" fmla="*/ 0 w 9046"/>
                <a:gd name="csY3" fmla="*/ 10890 h 10890"/>
                <a:gd name="csX4" fmla="*/ 0 w 9046"/>
                <a:gd name="csY4" fmla="*/ 0 h 10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46" h="10890">
                  <a:moveTo>
                    <a:pt x="0" y="0"/>
                  </a:moveTo>
                  <a:lnTo>
                    <a:pt x="9047" y="0"/>
                  </a:lnTo>
                  <a:lnTo>
                    <a:pt x="9047" y="10890"/>
                  </a:lnTo>
                  <a:lnTo>
                    <a:pt x="0" y="10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6" name="Freeform 705">
              <a:extLst>
                <a:ext uri="{FF2B5EF4-FFF2-40B4-BE49-F238E27FC236}">
                  <a16:creationId xmlns:a16="http://schemas.microsoft.com/office/drawing/2014/main" id="{6A7829E4-3C35-57E3-235D-597F8C1699A2}"/>
                </a:ext>
              </a:extLst>
            </p:cNvPr>
            <p:cNvSpPr/>
            <p:nvPr/>
          </p:nvSpPr>
          <p:spPr>
            <a:xfrm>
              <a:off x="2683075" y="2655630"/>
              <a:ext cx="44244" cy="66411"/>
            </a:xfrm>
            <a:custGeom>
              <a:avLst/>
              <a:gdLst>
                <a:gd name="csX0" fmla="*/ 22122 w 44244"/>
                <a:gd name="csY0" fmla="*/ 6858 h 66411"/>
                <a:gd name="csX1" fmla="*/ 12047 w 44244"/>
                <a:gd name="csY1" fmla="*/ 13462 h 66411"/>
                <a:gd name="csX2" fmla="*/ 8703 w 44244"/>
                <a:gd name="csY2" fmla="*/ 33221 h 66411"/>
                <a:gd name="csX3" fmla="*/ 12047 w 44244"/>
                <a:gd name="csY3" fmla="*/ 52991 h 66411"/>
                <a:gd name="csX4" fmla="*/ 22122 w 44244"/>
                <a:gd name="csY4" fmla="*/ 59553 h 66411"/>
                <a:gd name="csX5" fmla="*/ 32197 w 44244"/>
                <a:gd name="csY5" fmla="*/ 52991 h 66411"/>
                <a:gd name="csX6" fmla="*/ 35584 w 44244"/>
                <a:gd name="csY6" fmla="*/ 33221 h 66411"/>
                <a:gd name="csX7" fmla="*/ 32197 w 44244"/>
                <a:gd name="csY7" fmla="*/ 13462 h 66411"/>
                <a:gd name="csX8" fmla="*/ 22122 w 44244"/>
                <a:gd name="csY8" fmla="*/ 6858 h 66411"/>
                <a:gd name="csX9" fmla="*/ 22122 w 44244"/>
                <a:gd name="csY9" fmla="*/ 0 h 66411"/>
                <a:gd name="csX10" fmla="*/ 38542 w 44244"/>
                <a:gd name="csY10" fmla="*/ 8530 h 66411"/>
                <a:gd name="csX11" fmla="*/ 44244 w 44244"/>
                <a:gd name="csY11" fmla="*/ 33221 h 66411"/>
                <a:gd name="csX12" fmla="*/ 38542 w 44244"/>
                <a:gd name="csY12" fmla="*/ 57923 h 66411"/>
                <a:gd name="csX13" fmla="*/ 22122 w 44244"/>
                <a:gd name="csY13" fmla="*/ 66411 h 66411"/>
                <a:gd name="csX14" fmla="*/ 5659 w 44244"/>
                <a:gd name="csY14" fmla="*/ 57923 h 66411"/>
                <a:gd name="csX15" fmla="*/ 0 w 44244"/>
                <a:gd name="csY15" fmla="*/ 33221 h 66411"/>
                <a:gd name="csX16" fmla="*/ 5659 w 44244"/>
                <a:gd name="csY16" fmla="*/ 8530 h 66411"/>
                <a:gd name="csX17" fmla="*/ 22122 w 44244"/>
                <a:gd name="csY17" fmla="*/ 0 h 66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11">
                  <a:moveTo>
                    <a:pt x="22122" y="6858"/>
                  </a:moveTo>
                  <a:cubicBezTo>
                    <a:pt x="17663" y="6858"/>
                    <a:pt x="14305" y="9059"/>
                    <a:pt x="12047" y="13462"/>
                  </a:cubicBezTo>
                  <a:cubicBezTo>
                    <a:pt x="9818" y="17837"/>
                    <a:pt x="8703" y="24423"/>
                    <a:pt x="8703" y="33221"/>
                  </a:cubicBezTo>
                  <a:cubicBezTo>
                    <a:pt x="8703" y="41999"/>
                    <a:pt x="9818" y="48589"/>
                    <a:pt x="12047" y="52991"/>
                  </a:cubicBezTo>
                  <a:cubicBezTo>
                    <a:pt x="14305" y="57366"/>
                    <a:pt x="17663" y="59553"/>
                    <a:pt x="22122" y="59553"/>
                  </a:cubicBezTo>
                  <a:cubicBezTo>
                    <a:pt x="26609" y="59553"/>
                    <a:pt x="29967" y="57366"/>
                    <a:pt x="32197" y="52991"/>
                  </a:cubicBezTo>
                  <a:cubicBezTo>
                    <a:pt x="34455" y="48589"/>
                    <a:pt x="35584" y="41999"/>
                    <a:pt x="35584" y="33221"/>
                  </a:cubicBezTo>
                  <a:cubicBezTo>
                    <a:pt x="35584" y="24423"/>
                    <a:pt x="34455" y="17837"/>
                    <a:pt x="32197" y="13462"/>
                  </a:cubicBezTo>
                  <a:cubicBezTo>
                    <a:pt x="29967" y="9059"/>
                    <a:pt x="26609" y="6858"/>
                    <a:pt x="22122" y="6858"/>
                  </a:cubicBezTo>
                  <a:moveTo>
                    <a:pt x="22122" y="0"/>
                  </a:moveTo>
                  <a:cubicBezTo>
                    <a:pt x="29296" y="0"/>
                    <a:pt x="34769" y="2843"/>
                    <a:pt x="38542" y="8530"/>
                  </a:cubicBezTo>
                  <a:cubicBezTo>
                    <a:pt x="42343" y="14189"/>
                    <a:pt x="44244" y="22419"/>
                    <a:pt x="44244" y="33221"/>
                  </a:cubicBezTo>
                  <a:cubicBezTo>
                    <a:pt x="44244" y="44002"/>
                    <a:pt x="42343" y="52236"/>
                    <a:pt x="38542" y="57923"/>
                  </a:cubicBezTo>
                  <a:cubicBezTo>
                    <a:pt x="34769" y="63582"/>
                    <a:pt x="29296" y="66411"/>
                    <a:pt x="22122" y="66411"/>
                  </a:cubicBezTo>
                  <a:cubicBezTo>
                    <a:pt x="14948" y="66411"/>
                    <a:pt x="9461" y="63582"/>
                    <a:pt x="5659" y="57923"/>
                  </a:cubicBezTo>
                  <a:cubicBezTo>
                    <a:pt x="1886" y="52236"/>
                    <a:pt x="0" y="44002"/>
                    <a:pt x="0" y="33221"/>
                  </a:cubicBezTo>
                  <a:cubicBezTo>
                    <a:pt x="0" y="22419"/>
                    <a:pt x="1886" y="14189"/>
                    <a:pt x="5659" y="8530"/>
                  </a:cubicBezTo>
                  <a:cubicBezTo>
                    <a:pt x="9461" y="2843"/>
                    <a:pt x="14948" y="0"/>
                    <a:pt x="22122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7" name="Freeform 706">
              <a:extLst>
                <a:ext uri="{FF2B5EF4-FFF2-40B4-BE49-F238E27FC236}">
                  <a16:creationId xmlns:a16="http://schemas.microsoft.com/office/drawing/2014/main" id="{624FDAA4-A198-0FB0-AC15-5F2FF9BA12E1}"/>
                </a:ext>
              </a:extLst>
            </p:cNvPr>
            <p:cNvSpPr/>
            <p:nvPr/>
          </p:nvSpPr>
          <p:spPr>
            <a:xfrm>
              <a:off x="2738938" y="2655630"/>
              <a:ext cx="44244" cy="66411"/>
            </a:xfrm>
            <a:custGeom>
              <a:avLst/>
              <a:gdLst>
                <a:gd name="csX0" fmla="*/ 22123 w 44244"/>
                <a:gd name="csY0" fmla="*/ 6858 h 66411"/>
                <a:gd name="csX1" fmla="*/ 12047 w 44244"/>
                <a:gd name="csY1" fmla="*/ 13462 h 66411"/>
                <a:gd name="csX2" fmla="*/ 8703 w 44244"/>
                <a:gd name="csY2" fmla="*/ 33221 h 66411"/>
                <a:gd name="csX3" fmla="*/ 12047 w 44244"/>
                <a:gd name="csY3" fmla="*/ 52991 h 66411"/>
                <a:gd name="csX4" fmla="*/ 22123 w 44244"/>
                <a:gd name="csY4" fmla="*/ 59553 h 66411"/>
                <a:gd name="csX5" fmla="*/ 32197 w 44244"/>
                <a:gd name="csY5" fmla="*/ 52991 h 66411"/>
                <a:gd name="csX6" fmla="*/ 35585 w 44244"/>
                <a:gd name="csY6" fmla="*/ 33221 h 66411"/>
                <a:gd name="csX7" fmla="*/ 32197 w 44244"/>
                <a:gd name="csY7" fmla="*/ 13462 h 66411"/>
                <a:gd name="csX8" fmla="*/ 22123 w 44244"/>
                <a:gd name="csY8" fmla="*/ 6858 h 66411"/>
                <a:gd name="csX9" fmla="*/ 22123 w 44244"/>
                <a:gd name="csY9" fmla="*/ 0 h 66411"/>
                <a:gd name="csX10" fmla="*/ 38543 w 44244"/>
                <a:gd name="csY10" fmla="*/ 8530 h 66411"/>
                <a:gd name="csX11" fmla="*/ 44244 w 44244"/>
                <a:gd name="csY11" fmla="*/ 33221 h 66411"/>
                <a:gd name="csX12" fmla="*/ 38543 w 44244"/>
                <a:gd name="csY12" fmla="*/ 57923 h 66411"/>
                <a:gd name="csX13" fmla="*/ 22123 w 44244"/>
                <a:gd name="csY13" fmla="*/ 66411 h 66411"/>
                <a:gd name="csX14" fmla="*/ 5659 w 44244"/>
                <a:gd name="csY14" fmla="*/ 57923 h 66411"/>
                <a:gd name="csX15" fmla="*/ 0 w 44244"/>
                <a:gd name="csY15" fmla="*/ 33221 h 66411"/>
                <a:gd name="csX16" fmla="*/ 5659 w 44244"/>
                <a:gd name="csY16" fmla="*/ 8530 h 66411"/>
                <a:gd name="csX17" fmla="*/ 22123 w 44244"/>
                <a:gd name="csY17" fmla="*/ 0 h 664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11">
                  <a:moveTo>
                    <a:pt x="22123" y="6858"/>
                  </a:moveTo>
                  <a:cubicBezTo>
                    <a:pt x="17663" y="6858"/>
                    <a:pt x="14305" y="9059"/>
                    <a:pt x="12047" y="13462"/>
                  </a:cubicBezTo>
                  <a:cubicBezTo>
                    <a:pt x="9818" y="17837"/>
                    <a:pt x="8703" y="24423"/>
                    <a:pt x="8703" y="33221"/>
                  </a:cubicBezTo>
                  <a:cubicBezTo>
                    <a:pt x="8703" y="41999"/>
                    <a:pt x="9818" y="48589"/>
                    <a:pt x="12047" y="52991"/>
                  </a:cubicBezTo>
                  <a:cubicBezTo>
                    <a:pt x="14305" y="57366"/>
                    <a:pt x="17663" y="59553"/>
                    <a:pt x="22123" y="59553"/>
                  </a:cubicBezTo>
                  <a:cubicBezTo>
                    <a:pt x="26610" y="59553"/>
                    <a:pt x="29968" y="57366"/>
                    <a:pt x="32197" y="52991"/>
                  </a:cubicBezTo>
                  <a:cubicBezTo>
                    <a:pt x="34455" y="48589"/>
                    <a:pt x="35585" y="41999"/>
                    <a:pt x="35585" y="33221"/>
                  </a:cubicBezTo>
                  <a:cubicBezTo>
                    <a:pt x="35585" y="24423"/>
                    <a:pt x="34455" y="17837"/>
                    <a:pt x="32197" y="13462"/>
                  </a:cubicBezTo>
                  <a:cubicBezTo>
                    <a:pt x="29968" y="9059"/>
                    <a:pt x="26610" y="6858"/>
                    <a:pt x="22123" y="6858"/>
                  </a:cubicBezTo>
                  <a:moveTo>
                    <a:pt x="22123" y="0"/>
                  </a:moveTo>
                  <a:cubicBezTo>
                    <a:pt x="29297" y="0"/>
                    <a:pt x="34770" y="2843"/>
                    <a:pt x="38543" y="8530"/>
                  </a:cubicBezTo>
                  <a:cubicBezTo>
                    <a:pt x="42344" y="14189"/>
                    <a:pt x="44244" y="22419"/>
                    <a:pt x="44244" y="33221"/>
                  </a:cubicBezTo>
                  <a:cubicBezTo>
                    <a:pt x="44244" y="44002"/>
                    <a:pt x="42344" y="52236"/>
                    <a:pt x="38543" y="57923"/>
                  </a:cubicBezTo>
                  <a:cubicBezTo>
                    <a:pt x="34770" y="63582"/>
                    <a:pt x="29297" y="66411"/>
                    <a:pt x="22123" y="66411"/>
                  </a:cubicBezTo>
                  <a:cubicBezTo>
                    <a:pt x="14948" y="66411"/>
                    <a:pt x="9461" y="63582"/>
                    <a:pt x="5659" y="57923"/>
                  </a:cubicBezTo>
                  <a:cubicBezTo>
                    <a:pt x="1886" y="52236"/>
                    <a:pt x="0" y="44002"/>
                    <a:pt x="0" y="33221"/>
                  </a:cubicBezTo>
                  <a:cubicBezTo>
                    <a:pt x="0" y="22419"/>
                    <a:pt x="1886" y="14189"/>
                    <a:pt x="5659" y="8530"/>
                  </a:cubicBezTo>
                  <a:cubicBezTo>
                    <a:pt x="9461" y="2843"/>
                    <a:pt x="14948" y="0"/>
                    <a:pt x="2212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8" name="Freeform 707">
              <a:extLst>
                <a:ext uri="{FF2B5EF4-FFF2-40B4-BE49-F238E27FC236}">
                  <a16:creationId xmlns:a16="http://schemas.microsoft.com/office/drawing/2014/main" id="{3622AC68-5E14-C36E-4332-567F17A19CFC}"/>
                </a:ext>
              </a:extLst>
            </p:cNvPr>
            <p:cNvSpPr/>
            <p:nvPr/>
          </p:nvSpPr>
          <p:spPr>
            <a:xfrm>
              <a:off x="2601146" y="2308347"/>
              <a:ext cx="44244" cy="66409"/>
            </a:xfrm>
            <a:custGeom>
              <a:avLst/>
              <a:gdLst>
                <a:gd name="csX0" fmla="*/ 22123 w 44244"/>
                <a:gd name="csY0" fmla="*/ 6860 h 66409"/>
                <a:gd name="csX1" fmla="*/ 12047 w 44244"/>
                <a:gd name="csY1" fmla="*/ 13462 h 66409"/>
                <a:gd name="csX2" fmla="*/ 8703 w 44244"/>
                <a:gd name="csY2" fmla="*/ 33231 h 66409"/>
                <a:gd name="csX3" fmla="*/ 12047 w 44244"/>
                <a:gd name="csY3" fmla="*/ 52990 h 66409"/>
                <a:gd name="csX4" fmla="*/ 22123 w 44244"/>
                <a:gd name="csY4" fmla="*/ 59552 h 66409"/>
                <a:gd name="csX5" fmla="*/ 32197 w 44244"/>
                <a:gd name="csY5" fmla="*/ 52990 h 66409"/>
                <a:gd name="csX6" fmla="*/ 35585 w 44244"/>
                <a:gd name="csY6" fmla="*/ 33231 h 66409"/>
                <a:gd name="csX7" fmla="*/ 32197 w 44244"/>
                <a:gd name="csY7" fmla="*/ 13462 h 66409"/>
                <a:gd name="csX8" fmla="*/ 22123 w 44244"/>
                <a:gd name="csY8" fmla="*/ 6860 h 66409"/>
                <a:gd name="csX9" fmla="*/ 22123 w 44244"/>
                <a:gd name="csY9" fmla="*/ 0 h 66409"/>
                <a:gd name="csX10" fmla="*/ 38543 w 44244"/>
                <a:gd name="csY10" fmla="*/ 8531 h 66409"/>
                <a:gd name="csX11" fmla="*/ 44244 w 44244"/>
                <a:gd name="csY11" fmla="*/ 33231 h 66409"/>
                <a:gd name="csX12" fmla="*/ 38543 w 44244"/>
                <a:gd name="csY12" fmla="*/ 57922 h 66409"/>
                <a:gd name="csX13" fmla="*/ 22123 w 44244"/>
                <a:gd name="csY13" fmla="*/ 66410 h 66409"/>
                <a:gd name="csX14" fmla="*/ 5659 w 44244"/>
                <a:gd name="csY14" fmla="*/ 57922 h 66409"/>
                <a:gd name="csX15" fmla="*/ 0 w 44244"/>
                <a:gd name="csY15" fmla="*/ 33231 h 66409"/>
                <a:gd name="csX16" fmla="*/ 5659 w 44244"/>
                <a:gd name="csY16" fmla="*/ 8531 h 66409"/>
                <a:gd name="csX17" fmla="*/ 22123 w 44244"/>
                <a:gd name="csY17" fmla="*/ 0 h 66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09">
                  <a:moveTo>
                    <a:pt x="22123" y="6860"/>
                  </a:moveTo>
                  <a:cubicBezTo>
                    <a:pt x="17663" y="6860"/>
                    <a:pt x="14305" y="9061"/>
                    <a:pt x="12047" y="13462"/>
                  </a:cubicBezTo>
                  <a:cubicBezTo>
                    <a:pt x="9818" y="17835"/>
                    <a:pt x="8703" y="24425"/>
                    <a:pt x="8703" y="33231"/>
                  </a:cubicBezTo>
                  <a:cubicBezTo>
                    <a:pt x="8703" y="42001"/>
                    <a:pt x="9818" y="48587"/>
                    <a:pt x="12047" y="52990"/>
                  </a:cubicBezTo>
                  <a:cubicBezTo>
                    <a:pt x="14305" y="57365"/>
                    <a:pt x="17663" y="59552"/>
                    <a:pt x="22123" y="59552"/>
                  </a:cubicBezTo>
                  <a:cubicBezTo>
                    <a:pt x="26610" y="59552"/>
                    <a:pt x="29968" y="57365"/>
                    <a:pt x="32197" y="52990"/>
                  </a:cubicBezTo>
                  <a:cubicBezTo>
                    <a:pt x="34455" y="48587"/>
                    <a:pt x="35585" y="42001"/>
                    <a:pt x="35585" y="33231"/>
                  </a:cubicBezTo>
                  <a:cubicBezTo>
                    <a:pt x="35585" y="24425"/>
                    <a:pt x="34455" y="17835"/>
                    <a:pt x="32197" y="13462"/>
                  </a:cubicBezTo>
                  <a:cubicBezTo>
                    <a:pt x="29968" y="9061"/>
                    <a:pt x="26610" y="6860"/>
                    <a:pt x="22123" y="6860"/>
                  </a:cubicBezTo>
                  <a:moveTo>
                    <a:pt x="22123" y="0"/>
                  </a:moveTo>
                  <a:cubicBezTo>
                    <a:pt x="29296" y="0"/>
                    <a:pt x="34769" y="2844"/>
                    <a:pt x="38543" y="8531"/>
                  </a:cubicBezTo>
                  <a:cubicBezTo>
                    <a:pt x="42344" y="14191"/>
                    <a:pt x="44244" y="22424"/>
                    <a:pt x="44244" y="33231"/>
                  </a:cubicBezTo>
                  <a:cubicBezTo>
                    <a:pt x="44244" y="44005"/>
                    <a:pt x="42344" y="52235"/>
                    <a:pt x="38543" y="57922"/>
                  </a:cubicBezTo>
                  <a:cubicBezTo>
                    <a:pt x="34769" y="63581"/>
                    <a:pt x="29296" y="66410"/>
                    <a:pt x="22123" y="66410"/>
                  </a:cubicBezTo>
                  <a:cubicBezTo>
                    <a:pt x="14948" y="66410"/>
                    <a:pt x="9461" y="63581"/>
                    <a:pt x="5659" y="57922"/>
                  </a:cubicBezTo>
                  <a:cubicBezTo>
                    <a:pt x="1886" y="52235"/>
                    <a:pt x="0" y="44005"/>
                    <a:pt x="0" y="33231"/>
                  </a:cubicBezTo>
                  <a:cubicBezTo>
                    <a:pt x="0" y="22424"/>
                    <a:pt x="1886" y="14191"/>
                    <a:pt x="5659" y="8531"/>
                  </a:cubicBezTo>
                  <a:cubicBezTo>
                    <a:pt x="9461" y="2844"/>
                    <a:pt x="14948" y="0"/>
                    <a:pt x="2212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09" name="Freeform 708">
              <a:extLst>
                <a:ext uri="{FF2B5EF4-FFF2-40B4-BE49-F238E27FC236}">
                  <a16:creationId xmlns:a16="http://schemas.microsoft.com/office/drawing/2014/main" id="{5293C93C-01FA-528D-8BF4-962E0D5A9E25}"/>
                </a:ext>
              </a:extLst>
            </p:cNvPr>
            <p:cNvSpPr/>
            <p:nvPr/>
          </p:nvSpPr>
          <p:spPr>
            <a:xfrm>
              <a:off x="2660610" y="2362628"/>
              <a:ext cx="9045" cy="10879"/>
            </a:xfrm>
            <a:custGeom>
              <a:avLst/>
              <a:gdLst>
                <a:gd name="csX0" fmla="*/ 0 w 9045"/>
                <a:gd name="csY0" fmla="*/ 0 h 10879"/>
                <a:gd name="csX1" fmla="*/ 9046 w 9045"/>
                <a:gd name="csY1" fmla="*/ 0 h 10879"/>
                <a:gd name="csX2" fmla="*/ 9046 w 9045"/>
                <a:gd name="csY2" fmla="*/ 10880 h 10879"/>
                <a:gd name="csX3" fmla="*/ 0 w 9045"/>
                <a:gd name="csY3" fmla="*/ 10880 h 10879"/>
                <a:gd name="csX4" fmla="*/ 0 w 9045"/>
                <a:gd name="csY4" fmla="*/ 0 h 108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45" h="10879">
                  <a:moveTo>
                    <a:pt x="0" y="0"/>
                  </a:moveTo>
                  <a:lnTo>
                    <a:pt x="9046" y="0"/>
                  </a:lnTo>
                  <a:lnTo>
                    <a:pt x="9046" y="10880"/>
                  </a:lnTo>
                  <a:lnTo>
                    <a:pt x="0" y="10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0" name="Freeform 709">
              <a:extLst>
                <a:ext uri="{FF2B5EF4-FFF2-40B4-BE49-F238E27FC236}">
                  <a16:creationId xmlns:a16="http://schemas.microsoft.com/office/drawing/2014/main" id="{E4839AD4-B084-6F17-D01A-F69A57005901}"/>
                </a:ext>
              </a:extLst>
            </p:cNvPr>
            <p:cNvSpPr/>
            <p:nvPr/>
          </p:nvSpPr>
          <p:spPr>
            <a:xfrm>
              <a:off x="2684919" y="2308347"/>
              <a:ext cx="44244" cy="66409"/>
            </a:xfrm>
            <a:custGeom>
              <a:avLst/>
              <a:gdLst>
                <a:gd name="csX0" fmla="*/ 22121 w 44244"/>
                <a:gd name="csY0" fmla="*/ 6860 h 66409"/>
                <a:gd name="csX1" fmla="*/ 12047 w 44244"/>
                <a:gd name="csY1" fmla="*/ 13462 h 66409"/>
                <a:gd name="csX2" fmla="*/ 8703 w 44244"/>
                <a:gd name="csY2" fmla="*/ 33231 h 66409"/>
                <a:gd name="csX3" fmla="*/ 12047 w 44244"/>
                <a:gd name="csY3" fmla="*/ 52990 h 66409"/>
                <a:gd name="csX4" fmla="*/ 22121 w 44244"/>
                <a:gd name="csY4" fmla="*/ 59552 h 66409"/>
                <a:gd name="csX5" fmla="*/ 32197 w 44244"/>
                <a:gd name="csY5" fmla="*/ 52990 h 66409"/>
                <a:gd name="csX6" fmla="*/ 35584 w 44244"/>
                <a:gd name="csY6" fmla="*/ 33231 h 66409"/>
                <a:gd name="csX7" fmla="*/ 32197 w 44244"/>
                <a:gd name="csY7" fmla="*/ 13462 h 66409"/>
                <a:gd name="csX8" fmla="*/ 22121 w 44244"/>
                <a:gd name="csY8" fmla="*/ 6860 h 66409"/>
                <a:gd name="csX9" fmla="*/ 22121 w 44244"/>
                <a:gd name="csY9" fmla="*/ 0 h 66409"/>
                <a:gd name="csX10" fmla="*/ 38542 w 44244"/>
                <a:gd name="csY10" fmla="*/ 8531 h 66409"/>
                <a:gd name="csX11" fmla="*/ 44244 w 44244"/>
                <a:gd name="csY11" fmla="*/ 33231 h 66409"/>
                <a:gd name="csX12" fmla="*/ 38542 w 44244"/>
                <a:gd name="csY12" fmla="*/ 57922 h 66409"/>
                <a:gd name="csX13" fmla="*/ 22121 w 44244"/>
                <a:gd name="csY13" fmla="*/ 66410 h 66409"/>
                <a:gd name="csX14" fmla="*/ 5659 w 44244"/>
                <a:gd name="csY14" fmla="*/ 57922 h 66409"/>
                <a:gd name="csX15" fmla="*/ 0 w 44244"/>
                <a:gd name="csY15" fmla="*/ 33231 h 66409"/>
                <a:gd name="csX16" fmla="*/ 5659 w 44244"/>
                <a:gd name="csY16" fmla="*/ 8531 h 66409"/>
                <a:gd name="csX17" fmla="*/ 22121 w 44244"/>
                <a:gd name="csY17" fmla="*/ 0 h 66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09">
                  <a:moveTo>
                    <a:pt x="22121" y="6860"/>
                  </a:moveTo>
                  <a:cubicBezTo>
                    <a:pt x="17663" y="6860"/>
                    <a:pt x="14305" y="9061"/>
                    <a:pt x="12047" y="13462"/>
                  </a:cubicBezTo>
                  <a:cubicBezTo>
                    <a:pt x="9818" y="17835"/>
                    <a:pt x="8703" y="24425"/>
                    <a:pt x="8703" y="33231"/>
                  </a:cubicBezTo>
                  <a:cubicBezTo>
                    <a:pt x="8703" y="42001"/>
                    <a:pt x="9818" y="48587"/>
                    <a:pt x="12047" y="52990"/>
                  </a:cubicBezTo>
                  <a:cubicBezTo>
                    <a:pt x="14305" y="57365"/>
                    <a:pt x="17663" y="59552"/>
                    <a:pt x="22121" y="59552"/>
                  </a:cubicBezTo>
                  <a:cubicBezTo>
                    <a:pt x="26609" y="59552"/>
                    <a:pt x="29967" y="57365"/>
                    <a:pt x="32197" y="52990"/>
                  </a:cubicBezTo>
                  <a:cubicBezTo>
                    <a:pt x="34455" y="48587"/>
                    <a:pt x="35584" y="42001"/>
                    <a:pt x="35584" y="33231"/>
                  </a:cubicBezTo>
                  <a:cubicBezTo>
                    <a:pt x="35584" y="24425"/>
                    <a:pt x="34455" y="17835"/>
                    <a:pt x="32197" y="13462"/>
                  </a:cubicBezTo>
                  <a:cubicBezTo>
                    <a:pt x="29967" y="9061"/>
                    <a:pt x="26609" y="6860"/>
                    <a:pt x="22121" y="6860"/>
                  </a:cubicBezTo>
                  <a:moveTo>
                    <a:pt x="22121" y="0"/>
                  </a:moveTo>
                  <a:cubicBezTo>
                    <a:pt x="29296" y="0"/>
                    <a:pt x="34769" y="2844"/>
                    <a:pt x="38542" y="8531"/>
                  </a:cubicBezTo>
                  <a:cubicBezTo>
                    <a:pt x="42343" y="14191"/>
                    <a:pt x="44244" y="22424"/>
                    <a:pt x="44244" y="33231"/>
                  </a:cubicBezTo>
                  <a:cubicBezTo>
                    <a:pt x="44244" y="44005"/>
                    <a:pt x="42343" y="52235"/>
                    <a:pt x="38542" y="57922"/>
                  </a:cubicBezTo>
                  <a:cubicBezTo>
                    <a:pt x="34769" y="63581"/>
                    <a:pt x="29296" y="66410"/>
                    <a:pt x="22121" y="66410"/>
                  </a:cubicBezTo>
                  <a:cubicBezTo>
                    <a:pt x="14948" y="66410"/>
                    <a:pt x="9461" y="63581"/>
                    <a:pt x="5659" y="57922"/>
                  </a:cubicBezTo>
                  <a:cubicBezTo>
                    <a:pt x="1886" y="52235"/>
                    <a:pt x="0" y="44005"/>
                    <a:pt x="0" y="33231"/>
                  </a:cubicBezTo>
                  <a:cubicBezTo>
                    <a:pt x="0" y="22424"/>
                    <a:pt x="1886" y="14191"/>
                    <a:pt x="5659" y="8531"/>
                  </a:cubicBezTo>
                  <a:cubicBezTo>
                    <a:pt x="9461" y="2844"/>
                    <a:pt x="14948" y="0"/>
                    <a:pt x="22121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1" name="Freeform 710">
              <a:extLst>
                <a:ext uri="{FF2B5EF4-FFF2-40B4-BE49-F238E27FC236}">
                  <a16:creationId xmlns:a16="http://schemas.microsoft.com/office/drawing/2014/main" id="{F576D97B-DE4A-58EE-51E1-CF1DBBE27FFA}"/>
                </a:ext>
              </a:extLst>
            </p:cNvPr>
            <p:cNvSpPr/>
            <p:nvPr/>
          </p:nvSpPr>
          <p:spPr>
            <a:xfrm>
              <a:off x="2741768" y="2309504"/>
              <a:ext cx="41414" cy="65252"/>
            </a:xfrm>
            <a:custGeom>
              <a:avLst/>
              <a:gdLst>
                <a:gd name="csX0" fmla="*/ 2701 w 41414"/>
                <a:gd name="csY0" fmla="*/ 0 h 65252"/>
                <a:gd name="csX1" fmla="*/ 36698 w 41414"/>
                <a:gd name="csY1" fmla="*/ 0 h 65252"/>
                <a:gd name="csX2" fmla="*/ 36698 w 41414"/>
                <a:gd name="csY2" fmla="*/ 7288 h 65252"/>
                <a:gd name="csX3" fmla="*/ 10632 w 41414"/>
                <a:gd name="csY3" fmla="*/ 7288 h 65252"/>
                <a:gd name="csX4" fmla="*/ 10632 w 41414"/>
                <a:gd name="csY4" fmla="*/ 22982 h 65252"/>
                <a:gd name="csX5" fmla="*/ 14405 w 41414"/>
                <a:gd name="csY5" fmla="*/ 22040 h 65252"/>
                <a:gd name="csX6" fmla="*/ 18178 w 41414"/>
                <a:gd name="csY6" fmla="*/ 21691 h 65252"/>
                <a:gd name="csX7" fmla="*/ 35155 w 41414"/>
                <a:gd name="csY7" fmla="*/ 27565 h 65252"/>
                <a:gd name="csX8" fmla="*/ 41414 w 41414"/>
                <a:gd name="csY8" fmla="*/ 43471 h 65252"/>
                <a:gd name="csX9" fmla="*/ 34984 w 41414"/>
                <a:gd name="csY9" fmla="*/ 59548 h 65252"/>
                <a:gd name="csX10" fmla="*/ 16849 w 41414"/>
                <a:gd name="csY10" fmla="*/ 65252 h 65252"/>
                <a:gd name="csX11" fmla="*/ 8617 w 41414"/>
                <a:gd name="csY11" fmla="*/ 64564 h 65252"/>
                <a:gd name="csX12" fmla="*/ 0 w 41414"/>
                <a:gd name="csY12" fmla="*/ 62511 h 65252"/>
                <a:gd name="csX13" fmla="*/ 0 w 41414"/>
                <a:gd name="csY13" fmla="*/ 53801 h 65252"/>
                <a:gd name="csX14" fmla="*/ 7974 w 41414"/>
                <a:gd name="csY14" fmla="*/ 56934 h 65252"/>
                <a:gd name="csX15" fmla="*/ 16677 w 41414"/>
                <a:gd name="csY15" fmla="*/ 57960 h 65252"/>
                <a:gd name="csX16" fmla="*/ 28424 w 41414"/>
                <a:gd name="csY16" fmla="*/ 54065 h 65252"/>
                <a:gd name="csX17" fmla="*/ 32755 w 41414"/>
                <a:gd name="csY17" fmla="*/ 43471 h 65252"/>
                <a:gd name="csX18" fmla="*/ 28424 w 41414"/>
                <a:gd name="csY18" fmla="*/ 32888 h 65252"/>
                <a:gd name="csX19" fmla="*/ 16677 w 41414"/>
                <a:gd name="csY19" fmla="*/ 28983 h 65252"/>
                <a:gd name="csX20" fmla="*/ 9731 w 41414"/>
                <a:gd name="csY20" fmla="*/ 29755 h 65252"/>
                <a:gd name="csX21" fmla="*/ 2701 w 41414"/>
                <a:gd name="csY21" fmla="*/ 32158 h 65252"/>
                <a:gd name="csX22" fmla="*/ 2701 w 41414"/>
                <a:gd name="csY22" fmla="*/ 0 h 65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1414" h="65252">
                  <a:moveTo>
                    <a:pt x="2701" y="0"/>
                  </a:moveTo>
                  <a:lnTo>
                    <a:pt x="36698" y="0"/>
                  </a:lnTo>
                  <a:lnTo>
                    <a:pt x="36698" y="7288"/>
                  </a:lnTo>
                  <a:lnTo>
                    <a:pt x="10632" y="7288"/>
                  </a:lnTo>
                  <a:lnTo>
                    <a:pt x="10632" y="22982"/>
                  </a:lnTo>
                  <a:cubicBezTo>
                    <a:pt x="11889" y="22552"/>
                    <a:pt x="13147" y="22238"/>
                    <a:pt x="14405" y="22040"/>
                  </a:cubicBezTo>
                  <a:cubicBezTo>
                    <a:pt x="15662" y="21807"/>
                    <a:pt x="16920" y="21691"/>
                    <a:pt x="18178" y="21691"/>
                  </a:cubicBezTo>
                  <a:cubicBezTo>
                    <a:pt x="25323" y="21691"/>
                    <a:pt x="30982" y="23649"/>
                    <a:pt x="35155" y="27565"/>
                  </a:cubicBezTo>
                  <a:cubicBezTo>
                    <a:pt x="39328" y="31480"/>
                    <a:pt x="41414" y="36783"/>
                    <a:pt x="41414" y="43471"/>
                  </a:cubicBezTo>
                  <a:cubicBezTo>
                    <a:pt x="41414" y="50358"/>
                    <a:pt x="39271" y="55716"/>
                    <a:pt x="34984" y="59548"/>
                  </a:cubicBezTo>
                  <a:cubicBezTo>
                    <a:pt x="30697" y="63351"/>
                    <a:pt x="24652" y="65252"/>
                    <a:pt x="16849" y="65252"/>
                  </a:cubicBezTo>
                  <a:cubicBezTo>
                    <a:pt x="14162" y="65252"/>
                    <a:pt x="11418" y="65023"/>
                    <a:pt x="8617" y="64564"/>
                  </a:cubicBezTo>
                  <a:cubicBezTo>
                    <a:pt x="5845" y="64106"/>
                    <a:pt x="2973" y="63421"/>
                    <a:pt x="0" y="62511"/>
                  </a:cubicBezTo>
                  <a:lnTo>
                    <a:pt x="0" y="53801"/>
                  </a:lnTo>
                  <a:cubicBezTo>
                    <a:pt x="2572" y="55205"/>
                    <a:pt x="5230" y="56249"/>
                    <a:pt x="7974" y="56934"/>
                  </a:cubicBezTo>
                  <a:cubicBezTo>
                    <a:pt x="10718" y="57618"/>
                    <a:pt x="13619" y="57960"/>
                    <a:pt x="16677" y="57960"/>
                  </a:cubicBezTo>
                  <a:cubicBezTo>
                    <a:pt x="21622" y="57960"/>
                    <a:pt x="25537" y="56662"/>
                    <a:pt x="28424" y="54065"/>
                  </a:cubicBezTo>
                  <a:cubicBezTo>
                    <a:pt x="31311" y="51462"/>
                    <a:pt x="32755" y="47931"/>
                    <a:pt x="32755" y="43471"/>
                  </a:cubicBezTo>
                  <a:cubicBezTo>
                    <a:pt x="32755" y="39012"/>
                    <a:pt x="31311" y="35484"/>
                    <a:pt x="28424" y="32888"/>
                  </a:cubicBezTo>
                  <a:cubicBezTo>
                    <a:pt x="25538" y="30284"/>
                    <a:pt x="21622" y="28983"/>
                    <a:pt x="16677" y="28983"/>
                  </a:cubicBezTo>
                  <a:cubicBezTo>
                    <a:pt x="14362" y="28983"/>
                    <a:pt x="12046" y="29240"/>
                    <a:pt x="9731" y="29755"/>
                  </a:cubicBezTo>
                  <a:cubicBezTo>
                    <a:pt x="7445" y="30270"/>
                    <a:pt x="5102" y="31071"/>
                    <a:pt x="2701" y="32158"/>
                  </a:cubicBezTo>
                  <a:lnTo>
                    <a:pt x="2701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2" name="Freeform 711">
              <a:extLst>
                <a:ext uri="{FF2B5EF4-FFF2-40B4-BE49-F238E27FC236}">
                  <a16:creationId xmlns:a16="http://schemas.microsoft.com/office/drawing/2014/main" id="{A959DAF6-4E5D-94C6-6FE6-7BF44C9B53BE}"/>
                </a:ext>
              </a:extLst>
            </p:cNvPr>
            <p:cNvSpPr/>
            <p:nvPr/>
          </p:nvSpPr>
          <p:spPr>
            <a:xfrm>
              <a:off x="2599302" y="1961064"/>
              <a:ext cx="44244" cy="66408"/>
            </a:xfrm>
            <a:custGeom>
              <a:avLst/>
              <a:gdLst>
                <a:gd name="csX0" fmla="*/ 22123 w 44244"/>
                <a:gd name="csY0" fmla="*/ 6859 h 66408"/>
                <a:gd name="csX1" fmla="*/ 12047 w 44244"/>
                <a:gd name="csY1" fmla="*/ 13462 h 66408"/>
                <a:gd name="csX2" fmla="*/ 8703 w 44244"/>
                <a:gd name="csY2" fmla="*/ 33226 h 66408"/>
                <a:gd name="csX3" fmla="*/ 12047 w 44244"/>
                <a:gd name="csY3" fmla="*/ 52990 h 66408"/>
                <a:gd name="csX4" fmla="*/ 22123 w 44244"/>
                <a:gd name="csY4" fmla="*/ 59550 h 66408"/>
                <a:gd name="csX5" fmla="*/ 32197 w 44244"/>
                <a:gd name="csY5" fmla="*/ 52990 h 66408"/>
                <a:gd name="csX6" fmla="*/ 35585 w 44244"/>
                <a:gd name="csY6" fmla="*/ 33226 h 66408"/>
                <a:gd name="csX7" fmla="*/ 32197 w 44244"/>
                <a:gd name="csY7" fmla="*/ 13462 h 66408"/>
                <a:gd name="csX8" fmla="*/ 22123 w 44244"/>
                <a:gd name="csY8" fmla="*/ 6859 h 66408"/>
                <a:gd name="csX9" fmla="*/ 22123 w 44244"/>
                <a:gd name="csY9" fmla="*/ 0 h 66408"/>
                <a:gd name="csX10" fmla="*/ 38543 w 44244"/>
                <a:gd name="csY10" fmla="*/ 8531 h 66408"/>
                <a:gd name="csX11" fmla="*/ 44244 w 44244"/>
                <a:gd name="csY11" fmla="*/ 33226 h 66408"/>
                <a:gd name="csX12" fmla="*/ 38543 w 44244"/>
                <a:gd name="csY12" fmla="*/ 57921 h 66408"/>
                <a:gd name="csX13" fmla="*/ 22123 w 44244"/>
                <a:gd name="csY13" fmla="*/ 66409 h 66408"/>
                <a:gd name="csX14" fmla="*/ 5659 w 44244"/>
                <a:gd name="csY14" fmla="*/ 57921 h 66408"/>
                <a:gd name="csX15" fmla="*/ 0 w 44244"/>
                <a:gd name="csY15" fmla="*/ 33226 h 66408"/>
                <a:gd name="csX16" fmla="*/ 5659 w 44244"/>
                <a:gd name="csY16" fmla="*/ 8531 h 66408"/>
                <a:gd name="csX17" fmla="*/ 22123 w 44244"/>
                <a:gd name="csY17" fmla="*/ 0 h 66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08">
                  <a:moveTo>
                    <a:pt x="22123" y="6859"/>
                  </a:moveTo>
                  <a:cubicBezTo>
                    <a:pt x="17663" y="6859"/>
                    <a:pt x="14305" y="9060"/>
                    <a:pt x="12047" y="13462"/>
                  </a:cubicBezTo>
                  <a:cubicBezTo>
                    <a:pt x="9818" y="17835"/>
                    <a:pt x="8703" y="24423"/>
                    <a:pt x="8703" y="33226"/>
                  </a:cubicBezTo>
                  <a:cubicBezTo>
                    <a:pt x="8703" y="42001"/>
                    <a:pt x="9818" y="48589"/>
                    <a:pt x="12047" y="52990"/>
                  </a:cubicBezTo>
                  <a:cubicBezTo>
                    <a:pt x="14305" y="57363"/>
                    <a:pt x="17663" y="59550"/>
                    <a:pt x="22123" y="59550"/>
                  </a:cubicBezTo>
                  <a:cubicBezTo>
                    <a:pt x="26610" y="59550"/>
                    <a:pt x="29968" y="57363"/>
                    <a:pt x="32197" y="52990"/>
                  </a:cubicBezTo>
                  <a:cubicBezTo>
                    <a:pt x="34455" y="48589"/>
                    <a:pt x="35585" y="42001"/>
                    <a:pt x="35585" y="33226"/>
                  </a:cubicBezTo>
                  <a:cubicBezTo>
                    <a:pt x="35585" y="24423"/>
                    <a:pt x="34455" y="17835"/>
                    <a:pt x="32197" y="13462"/>
                  </a:cubicBezTo>
                  <a:cubicBezTo>
                    <a:pt x="29968" y="9060"/>
                    <a:pt x="26610" y="6859"/>
                    <a:pt x="22123" y="6859"/>
                  </a:cubicBezTo>
                  <a:moveTo>
                    <a:pt x="22123" y="0"/>
                  </a:moveTo>
                  <a:cubicBezTo>
                    <a:pt x="29297" y="0"/>
                    <a:pt x="34770" y="2844"/>
                    <a:pt x="38543" y="8531"/>
                  </a:cubicBezTo>
                  <a:cubicBezTo>
                    <a:pt x="42344" y="14191"/>
                    <a:pt x="44244" y="22422"/>
                    <a:pt x="44244" y="33226"/>
                  </a:cubicBezTo>
                  <a:cubicBezTo>
                    <a:pt x="44244" y="44001"/>
                    <a:pt x="42344" y="52233"/>
                    <a:pt x="38543" y="57921"/>
                  </a:cubicBezTo>
                  <a:cubicBezTo>
                    <a:pt x="34770" y="63580"/>
                    <a:pt x="29297" y="66409"/>
                    <a:pt x="22123" y="66409"/>
                  </a:cubicBezTo>
                  <a:cubicBezTo>
                    <a:pt x="14948" y="66409"/>
                    <a:pt x="9461" y="63580"/>
                    <a:pt x="5659" y="57921"/>
                  </a:cubicBezTo>
                  <a:cubicBezTo>
                    <a:pt x="1886" y="52233"/>
                    <a:pt x="0" y="44001"/>
                    <a:pt x="0" y="33226"/>
                  </a:cubicBezTo>
                  <a:cubicBezTo>
                    <a:pt x="0" y="22422"/>
                    <a:pt x="1886" y="14191"/>
                    <a:pt x="5659" y="8531"/>
                  </a:cubicBezTo>
                  <a:cubicBezTo>
                    <a:pt x="9461" y="2844"/>
                    <a:pt x="14948" y="0"/>
                    <a:pt x="2212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3" name="Freeform 712">
              <a:extLst>
                <a:ext uri="{FF2B5EF4-FFF2-40B4-BE49-F238E27FC236}">
                  <a16:creationId xmlns:a16="http://schemas.microsoft.com/office/drawing/2014/main" id="{FF06883D-9C1F-2B92-17E5-0F5054309D31}"/>
                </a:ext>
              </a:extLst>
            </p:cNvPr>
            <p:cNvSpPr/>
            <p:nvPr/>
          </p:nvSpPr>
          <p:spPr>
            <a:xfrm>
              <a:off x="2658766" y="2015340"/>
              <a:ext cx="9046" cy="10890"/>
            </a:xfrm>
            <a:custGeom>
              <a:avLst/>
              <a:gdLst>
                <a:gd name="csX0" fmla="*/ 0 w 9046"/>
                <a:gd name="csY0" fmla="*/ 0 h 10890"/>
                <a:gd name="csX1" fmla="*/ 9047 w 9046"/>
                <a:gd name="csY1" fmla="*/ 0 h 10890"/>
                <a:gd name="csX2" fmla="*/ 9047 w 9046"/>
                <a:gd name="csY2" fmla="*/ 10890 h 10890"/>
                <a:gd name="csX3" fmla="*/ 0 w 9046"/>
                <a:gd name="csY3" fmla="*/ 10890 h 10890"/>
                <a:gd name="csX4" fmla="*/ 0 w 9046"/>
                <a:gd name="csY4" fmla="*/ 0 h 10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46" h="10890">
                  <a:moveTo>
                    <a:pt x="0" y="0"/>
                  </a:moveTo>
                  <a:lnTo>
                    <a:pt x="9047" y="0"/>
                  </a:lnTo>
                  <a:lnTo>
                    <a:pt x="9047" y="10890"/>
                  </a:lnTo>
                  <a:lnTo>
                    <a:pt x="0" y="10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4" name="Freeform 713">
              <a:extLst>
                <a:ext uri="{FF2B5EF4-FFF2-40B4-BE49-F238E27FC236}">
                  <a16:creationId xmlns:a16="http://schemas.microsoft.com/office/drawing/2014/main" id="{8D6225A2-8D7E-20E0-A772-1FC808B85424}"/>
                </a:ext>
              </a:extLst>
            </p:cNvPr>
            <p:cNvSpPr/>
            <p:nvPr/>
          </p:nvSpPr>
          <p:spPr>
            <a:xfrm>
              <a:off x="2686934" y="1962222"/>
              <a:ext cx="38113" cy="64008"/>
            </a:xfrm>
            <a:custGeom>
              <a:avLst/>
              <a:gdLst>
                <a:gd name="csX0" fmla="*/ 1243 w 38113"/>
                <a:gd name="csY0" fmla="*/ 56720 h 64008"/>
                <a:gd name="csX1" fmla="*/ 15390 w 38113"/>
                <a:gd name="csY1" fmla="*/ 56720 h 64008"/>
                <a:gd name="csX2" fmla="*/ 15390 w 38113"/>
                <a:gd name="csY2" fmla="*/ 7888 h 64008"/>
                <a:gd name="csX3" fmla="*/ 0 w 38113"/>
                <a:gd name="csY3" fmla="*/ 10975 h 64008"/>
                <a:gd name="csX4" fmla="*/ 0 w 38113"/>
                <a:gd name="csY4" fmla="*/ 3086 h 64008"/>
                <a:gd name="csX5" fmla="*/ 15305 w 38113"/>
                <a:gd name="csY5" fmla="*/ 0 h 64008"/>
                <a:gd name="csX6" fmla="*/ 23965 w 38113"/>
                <a:gd name="csY6" fmla="*/ 0 h 64008"/>
                <a:gd name="csX7" fmla="*/ 23965 w 38113"/>
                <a:gd name="csY7" fmla="*/ 56720 h 64008"/>
                <a:gd name="csX8" fmla="*/ 38113 w 38113"/>
                <a:gd name="csY8" fmla="*/ 56720 h 64008"/>
                <a:gd name="csX9" fmla="*/ 38113 w 38113"/>
                <a:gd name="csY9" fmla="*/ 64009 h 64008"/>
                <a:gd name="csX10" fmla="*/ 1243 w 38113"/>
                <a:gd name="csY10" fmla="*/ 64009 h 64008"/>
                <a:gd name="csX11" fmla="*/ 1243 w 38113"/>
                <a:gd name="csY11" fmla="*/ 56720 h 64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8113" h="64008">
                  <a:moveTo>
                    <a:pt x="1243" y="56720"/>
                  </a:moveTo>
                  <a:lnTo>
                    <a:pt x="15390" y="56720"/>
                  </a:lnTo>
                  <a:lnTo>
                    <a:pt x="15390" y="7888"/>
                  </a:lnTo>
                  <a:lnTo>
                    <a:pt x="0" y="10975"/>
                  </a:lnTo>
                  <a:lnTo>
                    <a:pt x="0" y="3086"/>
                  </a:lnTo>
                  <a:lnTo>
                    <a:pt x="15305" y="0"/>
                  </a:lnTo>
                  <a:lnTo>
                    <a:pt x="23965" y="0"/>
                  </a:lnTo>
                  <a:lnTo>
                    <a:pt x="23965" y="56720"/>
                  </a:lnTo>
                  <a:lnTo>
                    <a:pt x="38113" y="56720"/>
                  </a:lnTo>
                  <a:lnTo>
                    <a:pt x="38113" y="64009"/>
                  </a:lnTo>
                  <a:lnTo>
                    <a:pt x="1243" y="64009"/>
                  </a:lnTo>
                  <a:lnTo>
                    <a:pt x="1243" y="5672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5" name="Freeform 714">
              <a:extLst>
                <a:ext uri="{FF2B5EF4-FFF2-40B4-BE49-F238E27FC236}">
                  <a16:creationId xmlns:a16="http://schemas.microsoft.com/office/drawing/2014/main" id="{BB87D747-9DA7-5520-0F4F-33C24AFE73BC}"/>
                </a:ext>
              </a:extLst>
            </p:cNvPr>
            <p:cNvSpPr/>
            <p:nvPr/>
          </p:nvSpPr>
          <p:spPr>
            <a:xfrm>
              <a:off x="2738938" y="1961064"/>
              <a:ext cx="44244" cy="66408"/>
            </a:xfrm>
            <a:custGeom>
              <a:avLst/>
              <a:gdLst>
                <a:gd name="csX0" fmla="*/ 22123 w 44244"/>
                <a:gd name="csY0" fmla="*/ 6859 h 66408"/>
                <a:gd name="csX1" fmla="*/ 12047 w 44244"/>
                <a:gd name="csY1" fmla="*/ 13462 h 66408"/>
                <a:gd name="csX2" fmla="*/ 8703 w 44244"/>
                <a:gd name="csY2" fmla="*/ 33226 h 66408"/>
                <a:gd name="csX3" fmla="*/ 12047 w 44244"/>
                <a:gd name="csY3" fmla="*/ 52990 h 66408"/>
                <a:gd name="csX4" fmla="*/ 22123 w 44244"/>
                <a:gd name="csY4" fmla="*/ 59550 h 66408"/>
                <a:gd name="csX5" fmla="*/ 32197 w 44244"/>
                <a:gd name="csY5" fmla="*/ 52990 h 66408"/>
                <a:gd name="csX6" fmla="*/ 35585 w 44244"/>
                <a:gd name="csY6" fmla="*/ 33226 h 66408"/>
                <a:gd name="csX7" fmla="*/ 32197 w 44244"/>
                <a:gd name="csY7" fmla="*/ 13462 h 66408"/>
                <a:gd name="csX8" fmla="*/ 22123 w 44244"/>
                <a:gd name="csY8" fmla="*/ 6859 h 66408"/>
                <a:gd name="csX9" fmla="*/ 22123 w 44244"/>
                <a:gd name="csY9" fmla="*/ 0 h 66408"/>
                <a:gd name="csX10" fmla="*/ 38543 w 44244"/>
                <a:gd name="csY10" fmla="*/ 8531 h 66408"/>
                <a:gd name="csX11" fmla="*/ 44244 w 44244"/>
                <a:gd name="csY11" fmla="*/ 33226 h 66408"/>
                <a:gd name="csX12" fmla="*/ 38543 w 44244"/>
                <a:gd name="csY12" fmla="*/ 57921 h 66408"/>
                <a:gd name="csX13" fmla="*/ 22123 w 44244"/>
                <a:gd name="csY13" fmla="*/ 66409 h 66408"/>
                <a:gd name="csX14" fmla="*/ 5659 w 44244"/>
                <a:gd name="csY14" fmla="*/ 57921 h 66408"/>
                <a:gd name="csX15" fmla="*/ 0 w 44244"/>
                <a:gd name="csY15" fmla="*/ 33226 h 66408"/>
                <a:gd name="csX16" fmla="*/ 5659 w 44244"/>
                <a:gd name="csY16" fmla="*/ 8531 h 66408"/>
                <a:gd name="csX17" fmla="*/ 22123 w 44244"/>
                <a:gd name="csY17" fmla="*/ 0 h 66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08">
                  <a:moveTo>
                    <a:pt x="22123" y="6859"/>
                  </a:moveTo>
                  <a:cubicBezTo>
                    <a:pt x="17663" y="6859"/>
                    <a:pt x="14305" y="9060"/>
                    <a:pt x="12047" y="13462"/>
                  </a:cubicBezTo>
                  <a:cubicBezTo>
                    <a:pt x="9818" y="17835"/>
                    <a:pt x="8703" y="24423"/>
                    <a:pt x="8703" y="33226"/>
                  </a:cubicBezTo>
                  <a:cubicBezTo>
                    <a:pt x="8703" y="42001"/>
                    <a:pt x="9818" y="48589"/>
                    <a:pt x="12047" y="52990"/>
                  </a:cubicBezTo>
                  <a:cubicBezTo>
                    <a:pt x="14305" y="57363"/>
                    <a:pt x="17663" y="59550"/>
                    <a:pt x="22123" y="59550"/>
                  </a:cubicBezTo>
                  <a:cubicBezTo>
                    <a:pt x="26610" y="59550"/>
                    <a:pt x="29968" y="57363"/>
                    <a:pt x="32197" y="52990"/>
                  </a:cubicBezTo>
                  <a:cubicBezTo>
                    <a:pt x="34455" y="48589"/>
                    <a:pt x="35585" y="42001"/>
                    <a:pt x="35585" y="33226"/>
                  </a:cubicBezTo>
                  <a:cubicBezTo>
                    <a:pt x="35585" y="24423"/>
                    <a:pt x="34455" y="17835"/>
                    <a:pt x="32197" y="13462"/>
                  </a:cubicBezTo>
                  <a:cubicBezTo>
                    <a:pt x="29968" y="9060"/>
                    <a:pt x="26610" y="6859"/>
                    <a:pt x="22123" y="6859"/>
                  </a:cubicBezTo>
                  <a:moveTo>
                    <a:pt x="22123" y="0"/>
                  </a:moveTo>
                  <a:cubicBezTo>
                    <a:pt x="29297" y="0"/>
                    <a:pt x="34770" y="2844"/>
                    <a:pt x="38543" y="8531"/>
                  </a:cubicBezTo>
                  <a:cubicBezTo>
                    <a:pt x="42344" y="14191"/>
                    <a:pt x="44244" y="22422"/>
                    <a:pt x="44244" y="33226"/>
                  </a:cubicBezTo>
                  <a:cubicBezTo>
                    <a:pt x="44244" y="44001"/>
                    <a:pt x="42344" y="52233"/>
                    <a:pt x="38543" y="57921"/>
                  </a:cubicBezTo>
                  <a:cubicBezTo>
                    <a:pt x="34770" y="63580"/>
                    <a:pt x="29297" y="66409"/>
                    <a:pt x="22123" y="66409"/>
                  </a:cubicBezTo>
                  <a:cubicBezTo>
                    <a:pt x="14948" y="66409"/>
                    <a:pt x="9461" y="63580"/>
                    <a:pt x="5659" y="57921"/>
                  </a:cubicBezTo>
                  <a:cubicBezTo>
                    <a:pt x="1886" y="52233"/>
                    <a:pt x="0" y="44001"/>
                    <a:pt x="0" y="33226"/>
                  </a:cubicBezTo>
                  <a:cubicBezTo>
                    <a:pt x="0" y="22422"/>
                    <a:pt x="1886" y="14191"/>
                    <a:pt x="5659" y="8531"/>
                  </a:cubicBezTo>
                  <a:cubicBezTo>
                    <a:pt x="9461" y="2844"/>
                    <a:pt x="14948" y="0"/>
                    <a:pt x="2212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6" name="Freeform 715">
              <a:extLst>
                <a:ext uri="{FF2B5EF4-FFF2-40B4-BE49-F238E27FC236}">
                  <a16:creationId xmlns:a16="http://schemas.microsoft.com/office/drawing/2014/main" id="{A8119E11-AF52-F913-4FF2-45B599650F7F}"/>
                </a:ext>
              </a:extLst>
            </p:cNvPr>
            <p:cNvSpPr/>
            <p:nvPr/>
          </p:nvSpPr>
          <p:spPr>
            <a:xfrm>
              <a:off x="2601146" y="1613781"/>
              <a:ext cx="44244" cy="66408"/>
            </a:xfrm>
            <a:custGeom>
              <a:avLst/>
              <a:gdLst>
                <a:gd name="csX0" fmla="*/ 22123 w 44244"/>
                <a:gd name="csY0" fmla="*/ 6859 h 66408"/>
                <a:gd name="csX1" fmla="*/ 12047 w 44244"/>
                <a:gd name="csY1" fmla="*/ 13461 h 66408"/>
                <a:gd name="csX2" fmla="*/ 8703 w 44244"/>
                <a:gd name="csY2" fmla="*/ 33226 h 66408"/>
                <a:gd name="csX3" fmla="*/ 12047 w 44244"/>
                <a:gd name="csY3" fmla="*/ 52990 h 66408"/>
                <a:gd name="csX4" fmla="*/ 22123 w 44244"/>
                <a:gd name="csY4" fmla="*/ 59550 h 66408"/>
                <a:gd name="csX5" fmla="*/ 32197 w 44244"/>
                <a:gd name="csY5" fmla="*/ 52990 h 66408"/>
                <a:gd name="csX6" fmla="*/ 35585 w 44244"/>
                <a:gd name="csY6" fmla="*/ 33226 h 66408"/>
                <a:gd name="csX7" fmla="*/ 32197 w 44244"/>
                <a:gd name="csY7" fmla="*/ 13461 h 66408"/>
                <a:gd name="csX8" fmla="*/ 22123 w 44244"/>
                <a:gd name="csY8" fmla="*/ 6859 h 66408"/>
                <a:gd name="csX9" fmla="*/ 22123 w 44244"/>
                <a:gd name="csY9" fmla="*/ 0 h 66408"/>
                <a:gd name="csX10" fmla="*/ 38543 w 44244"/>
                <a:gd name="csY10" fmla="*/ 8531 h 66408"/>
                <a:gd name="csX11" fmla="*/ 44244 w 44244"/>
                <a:gd name="csY11" fmla="*/ 33226 h 66408"/>
                <a:gd name="csX12" fmla="*/ 38543 w 44244"/>
                <a:gd name="csY12" fmla="*/ 57920 h 66408"/>
                <a:gd name="csX13" fmla="*/ 22123 w 44244"/>
                <a:gd name="csY13" fmla="*/ 66409 h 66408"/>
                <a:gd name="csX14" fmla="*/ 5659 w 44244"/>
                <a:gd name="csY14" fmla="*/ 57920 h 66408"/>
                <a:gd name="csX15" fmla="*/ 0 w 44244"/>
                <a:gd name="csY15" fmla="*/ 33226 h 66408"/>
                <a:gd name="csX16" fmla="*/ 5659 w 44244"/>
                <a:gd name="csY16" fmla="*/ 8531 h 66408"/>
                <a:gd name="csX17" fmla="*/ 22123 w 44244"/>
                <a:gd name="csY17" fmla="*/ 0 h 66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244" h="66408">
                  <a:moveTo>
                    <a:pt x="22123" y="6859"/>
                  </a:moveTo>
                  <a:cubicBezTo>
                    <a:pt x="17663" y="6859"/>
                    <a:pt x="14305" y="9060"/>
                    <a:pt x="12047" y="13461"/>
                  </a:cubicBezTo>
                  <a:cubicBezTo>
                    <a:pt x="9818" y="17834"/>
                    <a:pt x="8703" y="24422"/>
                    <a:pt x="8703" y="33226"/>
                  </a:cubicBezTo>
                  <a:cubicBezTo>
                    <a:pt x="8703" y="42000"/>
                    <a:pt x="9818" y="48588"/>
                    <a:pt x="12047" y="52990"/>
                  </a:cubicBezTo>
                  <a:cubicBezTo>
                    <a:pt x="14305" y="57363"/>
                    <a:pt x="17663" y="59550"/>
                    <a:pt x="22123" y="59550"/>
                  </a:cubicBezTo>
                  <a:cubicBezTo>
                    <a:pt x="26610" y="59550"/>
                    <a:pt x="29968" y="57363"/>
                    <a:pt x="32197" y="52990"/>
                  </a:cubicBezTo>
                  <a:cubicBezTo>
                    <a:pt x="34455" y="48588"/>
                    <a:pt x="35585" y="42000"/>
                    <a:pt x="35585" y="33226"/>
                  </a:cubicBezTo>
                  <a:cubicBezTo>
                    <a:pt x="35585" y="24422"/>
                    <a:pt x="34455" y="17834"/>
                    <a:pt x="32197" y="13461"/>
                  </a:cubicBezTo>
                  <a:cubicBezTo>
                    <a:pt x="29968" y="9060"/>
                    <a:pt x="26610" y="6859"/>
                    <a:pt x="22123" y="6859"/>
                  </a:cubicBezTo>
                  <a:moveTo>
                    <a:pt x="22123" y="0"/>
                  </a:moveTo>
                  <a:cubicBezTo>
                    <a:pt x="29296" y="0"/>
                    <a:pt x="34769" y="2844"/>
                    <a:pt x="38543" y="8531"/>
                  </a:cubicBezTo>
                  <a:cubicBezTo>
                    <a:pt x="42344" y="14191"/>
                    <a:pt x="44244" y="22422"/>
                    <a:pt x="44244" y="33226"/>
                  </a:cubicBezTo>
                  <a:cubicBezTo>
                    <a:pt x="44244" y="44001"/>
                    <a:pt x="42344" y="52232"/>
                    <a:pt x="38543" y="57920"/>
                  </a:cubicBezTo>
                  <a:cubicBezTo>
                    <a:pt x="34769" y="63579"/>
                    <a:pt x="29296" y="66409"/>
                    <a:pt x="22123" y="66409"/>
                  </a:cubicBezTo>
                  <a:cubicBezTo>
                    <a:pt x="14948" y="66409"/>
                    <a:pt x="9461" y="63579"/>
                    <a:pt x="5659" y="57920"/>
                  </a:cubicBezTo>
                  <a:cubicBezTo>
                    <a:pt x="1886" y="52232"/>
                    <a:pt x="0" y="44001"/>
                    <a:pt x="0" y="33226"/>
                  </a:cubicBezTo>
                  <a:cubicBezTo>
                    <a:pt x="0" y="22422"/>
                    <a:pt x="1886" y="14191"/>
                    <a:pt x="5659" y="8531"/>
                  </a:cubicBezTo>
                  <a:cubicBezTo>
                    <a:pt x="9461" y="2844"/>
                    <a:pt x="14948" y="0"/>
                    <a:pt x="2212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7" name="Freeform 716">
              <a:extLst>
                <a:ext uri="{FF2B5EF4-FFF2-40B4-BE49-F238E27FC236}">
                  <a16:creationId xmlns:a16="http://schemas.microsoft.com/office/drawing/2014/main" id="{0E877A2F-CE03-94A8-D650-9DEED2A6A8EE}"/>
                </a:ext>
              </a:extLst>
            </p:cNvPr>
            <p:cNvSpPr/>
            <p:nvPr/>
          </p:nvSpPr>
          <p:spPr>
            <a:xfrm>
              <a:off x="2660610" y="1668057"/>
              <a:ext cx="9045" cy="10889"/>
            </a:xfrm>
            <a:custGeom>
              <a:avLst/>
              <a:gdLst>
                <a:gd name="csX0" fmla="*/ 0 w 9045"/>
                <a:gd name="csY0" fmla="*/ 0 h 10889"/>
                <a:gd name="csX1" fmla="*/ 9046 w 9045"/>
                <a:gd name="csY1" fmla="*/ 0 h 10889"/>
                <a:gd name="csX2" fmla="*/ 9046 w 9045"/>
                <a:gd name="csY2" fmla="*/ 10889 h 10889"/>
                <a:gd name="csX3" fmla="*/ 0 w 9045"/>
                <a:gd name="csY3" fmla="*/ 10889 h 10889"/>
                <a:gd name="csX4" fmla="*/ 0 w 9045"/>
                <a:gd name="csY4" fmla="*/ 0 h 10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45" h="10889">
                  <a:moveTo>
                    <a:pt x="0" y="0"/>
                  </a:moveTo>
                  <a:lnTo>
                    <a:pt x="9046" y="0"/>
                  </a:lnTo>
                  <a:lnTo>
                    <a:pt x="9046" y="10889"/>
                  </a:lnTo>
                  <a:lnTo>
                    <a:pt x="0" y="10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8" name="Freeform 717">
              <a:extLst>
                <a:ext uri="{FF2B5EF4-FFF2-40B4-BE49-F238E27FC236}">
                  <a16:creationId xmlns:a16="http://schemas.microsoft.com/office/drawing/2014/main" id="{954FE8EE-6945-3443-CD2E-31D2EA073DC1}"/>
                </a:ext>
              </a:extLst>
            </p:cNvPr>
            <p:cNvSpPr/>
            <p:nvPr/>
          </p:nvSpPr>
          <p:spPr>
            <a:xfrm>
              <a:off x="2688778" y="1614938"/>
              <a:ext cx="38113" cy="64008"/>
            </a:xfrm>
            <a:custGeom>
              <a:avLst/>
              <a:gdLst>
                <a:gd name="csX0" fmla="*/ 1242 w 38113"/>
                <a:gd name="csY0" fmla="*/ 56721 h 64008"/>
                <a:gd name="csX1" fmla="*/ 15390 w 38113"/>
                <a:gd name="csY1" fmla="*/ 56721 h 64008"/>
                <a:gd name="csX2" fmla="*/ 15390 w 38113"/>
                <a:gd name="csY2" fmla="*/ 7889 h 64008"/>
                <a:gd name="csX3" fmla="*/ 0 w 38113"/>
                <a:gd name="csY3" fmla="*/ 10976 h 64008"/>
                <a:gd name="csX4" fmla="*/ 0 w 38113"/>
                <a:gd name="csY4" fmla="*/ 3087 h 64008"/>
                <a:gd name="csX5" fmla="*/ 15305 w 38113"/>
                <a:gd name="csY5" fmla="*/ 0 h 64008"/>
                <a:gd name="csX6" fmla="*/ 23965 w 38113"/>
                <a:gd name="csY6" fmla="*/ 0 h 64008"/>
                <a:gd name="csX7" fmla="*/ 23965 w 38113"/>
                <a:gd name="csY7" fmla="*/ 56721 h 64008"/>
                <a:gd name="csX8" fmla="*/ 38113 w 38113"/>
                <a:gd name="csY8" fmla="*/ 56721 h 64008"/>
                <a:gd name="csX9" fmla="*/ 38113 w 38113"/>
                <a:gd name="csY9" fmla="*/ 64009 h 64008"/>
                <a:gd name="csX10" fmla="*/ 1242 w 38113"/>
                <a:gd name="csY10" fmla="*/ 64009 h 64008"/>
                <a:gd name="csX11" fmla="*/ 1242 w 38113"/>
                <a:gd name="csY11" fmla="*/ 56721 h 64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8113" h="64008">
                  <a:moveTo>
                    <a:pt x="1242" y="56721"/>
                  </a:moveTo>
                  <a:lnTo>
                    <a:pt x="15390" y="56721"/>
                  </a:lnTo>
                  <a:lnTo>
                    <a:pt x="15390" y="7889"/>
                  </a:lnTo>
                  <a:lnTo>
                    <a:pt x="0" y="10976"/>
                  </a:lnTo>
                  <a:lnTo>
                    <a:pt x="0" y="3087"/>
                  </a:lnTo>
                  <a:lnTo>
                    <a:pt x="15305" y="0"/>
                  </a:lnTo>
                  <a:lnTo>
                    <a:pt x="23965" y="0"/>
                  </a:lnTo>
                  <a:lnTo>
                    <a:pt x="23965" y="56721"/>
                  </a:lnTo>
                  <a:lnTo>
                    <a:pt x="38113" y="56721"/>
                  </a:lnTo>
                  <a:lnTo>
                    <a:pt x="38113" y="64009"/>
                  </a:lnTo>
                  <a:lnTo>
                    <a:pt x="1242" y="64009"/>
                  </a:lnTo>
                  <a:lnTo>
                    <a:pt x="1242" y="56721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19" name="Freeform 718">
              <a:extLst>
                <a:ext uri="{FF2B5EF4-FFF2-40B4-BE49-F238E27FC236}">
                  <a16:creationId xmlns:a16="http://schemas.microsoft.com/office/drawing/2014/main" id="{43EB2F26-13F8-B30B-14CD-600D55766E22}"/>
                </a:ext>
              </a:extLst>
            </p:cNvPr>
            <p:cNvSpPr/>
            <p:nvPr/>
          </p:nvSpPr>
          <p:spPr>
            <a:xfrm>
              <a:off x="2741768" y="1614938"/>
              <a:ext cx="41414" cy="65252"/>
            </a:xfrm>
            <a:custGeom>
              <a:avLst/>
              <a:gdLst>
                <a:gd name="csX0" fmla="*/ 2701 w 41414"/>
                <a:gd name="csY0" fmla="*/ 0 h 65252"/>
                <a:gd name="csX1" fmla="*/ 36698 w 41414"/>
                <a:gd name="csY1" fmla="*/ 0 h 65252"/>
                <a:gd name="csX2" fmla="*/ 36698 w 41414"/>
                <a:gd name="csY2" fmla="*/ 7289 h 65252"/>
                <a:gd name="csX3" fmla="*/ 10632 w 41414"/>
                <a:gd name="csY3" fmla="*/ 7289 h 65252"/>
                <a:gd name="csX4" fmla="*/ 10632 w 41414"/>
                <a:gd name="csY4" fmla="*/ 22980 h 65252"/>
                <a:gd name="csX5" fmla="*/ 14405 w 41414"/>
                <a:gd name="csY5" fmla="*/ 22037 h 65252"/>
                <a:gd name="csX6" fmla="*/ 18178 w 41414"/>
                <a:gd name="csY6" fmla="*/ 21694 h 65252"/>
                <a:gd name="csX7" fmla="*/ 35155 w 41414"/>
                <a:gd name="csY7" fmla="*/ 27568 h 65252"/>
                <a:gd name="csX8" fmla="*/ 41414 w 41414"/>
                <a:gd name="csY8" fmla="*/ 43474 h 65252"/>
                <a:gd name="csX9" fmla="*/ 34984 w 41414"/>
                <a:gd name="csY9" fmla="*/ 59550 h 65252"/>
                <a:gd name="csX10" fmla="*/ 16849 w 41414"/>
                <a:gd name="csY10" fmla="*/ 65252 h 65252"/>
                <a:gd name="csX11" fmla="*/ 8617 w 41414"/>
                <a:gd name="csY11" fmla="*/ 64566 h 65252"/>
                <a:gd name="csX12" fmla="*/ 0 w 41414"/>
                <a:gd name="csY12" fmla="*/ 62509 h 65252"/>
                <a:gd name="csX13" fmla="*/ 0 w 41414"/>
                <a:gd name="csY13" fmla="*/ 53805 h 65252"/>
                <a:gd name="csX14" fmla="*/ 7974 w 41414"/>
                <a:gd name="csY14" fmla="*/ 56935 h 65252"/>
                <a:gd name="csX15" fmla="*/ 16677 w 41414"/>
                <a:gd name="csY15" fmla="*/ 57964 h 65252"/>
                <a:gd name="csX16" fmla="*/ 28424 w 41414"/>
                <a:gd name="csY16" fmla="*/ 54062 h 65252"/>
                <a:gd name="csX17" fmla="*/ 32755 w 41414"/>
                <a:gd name="csY17" fmla="*/ 43474 h 65252"/>
                <a:gd name="csX18" fmla="*/ 28424 w 41414"/>
                <a:gd name="csY18" fmla="*/ 32884 h 65252"/>
                <a:gd name="csX19" fmla="*/ 16677 w 41414"/>
                <a:gd name="csY19" fmla="*/ 28983 h 65252"/>
                <a:gd name="csX20" fmla="*/ 9731 w 41414"/>
                <a:gd name="csY20" fmla="*/ 29754 h 65252"/>
                <a:gd name="csX21" fmla="*/ 2701 w 41414"/>
                <a:gd name="csY21" fmla="*/ 32155 h 65252"/>
                <a:gd name="csX22" fmla="*/ 2701 w 41414"/>
                <a:gd name="csY22" fmla="*/ 0 h 65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1414" h="65252">
                  <a:moveTo>
                    <a:pt x="2701" y="0"/>
                  </a:moveTo>
                  <a:lnTo>
                    <a:pt x="36698" y="0"/>
                  </a:lnTo>
                  <a:lnTo>
                    <a:pt x="36698" y="7289"/>
                  </a:lnTo>
                  <a:lnTo>
                    <a:pt x="10632" y="7289"/>
                  </a:lnTo>
                  <a:lnTo>
                    <a:pt x="10632" y="22980"/>
                  </a:lnTo>
                  <a:cubicBezTo>
                    <a:pt x="11889" y="22552"/>
                    <a:pt x="13147" y="22237"/>
                    <a:pt x="14405" y="22037"/>
                  </a:cubicBezTo>
                  <a:cubicBezTo>
                    <a:pt x="15662" y="21808"/>
                    <a:pt x="16920" y="21694"/>
                    <a:pt x="18178" y="21694"/>
                  </a:cubicBezTo>
                  <a:cubicBezTo>
                    <a:pt x="25323" y="21694"/>
                    <a:pt x="30982" y="23652"/>
                    <a:pt x="35155" y="27568"/>
                  </a:cubicBezTo>
                  <a:cubicBezTo>
                    <a:pt x="39328" y="31483"/>
                    <a:pt x="41414" y="36785"/>
                    <a:pt x="41414" y="43474"/>
                  </a:cubicBezTo>
                  <a:cubicBezTo>
                    <a:pt x="41414" y="50361"/>
                    <a:pt x="39271" y="55720"/>
                    <a:pt x="34984" y="59550"/>
                  </a:cubicBezTo>
                  <a:cubicBezTo>
                    <a:pt x="30697" y="63351"/>
                    <a:pt x="24652" y="65252"/>
                    <a:pt x="16849" y="65252"/>
                  </a:cubicBezTo>
                  <a:cubicBezTo>
                    <a:pt x="14162" y="65252"/>
                    <a:pt x="11418" y="65024"/>
                    <a:pt x="8617" y="64566"/>
                  </a:cubicBezTo>
                  <a:cubicBezTo>
                    <a:pt x="5845" y="64109"/>
                    <a:pt x="2973" y="63423"/>
                    <a:pt x="0" y="62509"/>
                  </a:cubicBezTo>
                  <a:lnTo>
                    <a:pt x="0" y="53805"/>
                  </a:lnTo>
                  <a:cubicBezTo>
                    <a:pt x="2572" y="55206"/>
                    <a:pt x="5230" y="56249"/>
                    <a:pt x="7974" y="56935"/>
                  </a:cubicBezTo>
                  <a:cubicBezTo>
                    <a:pt x="10718" y="57621"/>
                    <a:pt x="13619" y="57964"/>
                    <a:pt x="16677" y="57964"/>
                  </a:cubicBezTo>
                  <a:cubicBezTo>
                    <a:pt x="21622" y="57964"/>
                    <a:pt x="25537" y="56664"/>
                    <a:pt x="28424" y="54062"/>
                  </a:cubicBezTo>
                  <a:cubicBezTo>
                    <a:pt x="31311" y="51462"/>
                    <a:pt x="32755" y="47932"/>
                    <a:pt x="32755" y="43474"/>
                  </a:cubicBezTo>
                  <a:cubicBezTo>
                    <a:pt x="32755" y="39014"/>
                    <a:pt x="31311" y="35485"/>
                    <a:pt x="28424" y="32884"/>
                  </a:cubicBezTo>
                  <a:cubicBezTo>
                    <a:pt x="25538" y="30283"/>
                    <a:pt x="21622" y="28983"/>
                    <a:pt x="16677" y="28983"/>
                  </a:cubicBezTo>
                  <a:cubicBezTo>
                    <a:pt x="14362" y="28983"/>
                    <a:pt x="12046" y="29240"/>
                    <a:pt x="9731" y="29754"/>
                  </a:cubicBezTo>
                  <a:cubicBezTo>
                    <a:pt x="7445" y="30269"/>
                    <a:pt x="5102" y="31069"/>
                    <a:pt x="2701" y="32155"/>
                  </a:cubicBezTo>
                  <a:lnTo>
                    <a:pt x="2701" y="0"/>
                  </a:ln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20" name="Freeform 719">
              <a:extLst>
                <a:ext uri="{FF2B5EF4-FFF2-40B4-BE49-F238E27FC236}">
                  <a16:creationId xmlns:a16="http://schemas.microsoft.com/office/drawing/2014/main" id="{3BACA6AD-79A0-3719-6552-3271C60BB8B7}"/>
                </a:ext>
              </a:extLst>
            </p:cNvPr>
            <p:cNvSpPr/>
            <p:nvPr/>
          </p:nvSpPr>
          <p:spPr>
            <a:xfrm>
              <a:off x="2497586" y="2070066"/>
              <a:ext cx="64550" cy="53048"/>
            </a:xfrm>
            <a:custGeom>
              <a:avLst/>
              <a:gdLst>
                <a:gd name="csX0" fmla="*/ 16212 w 64550"/>
                <a:gd name="csY0" fmla="*/ 0 h 53048"/>
                <a:gd name="csX1" fmla="*/ 30441 w 64550"/>
                <a:gd name="csY1" fmla="*/ 3669 h 53048"/>
                <a:gd name="csX2" fmla="*/ 41745 w 64550"/>
                <a:gd name="csY2" fmla="*/ 12989 h 53048"/>
                <a:gd name="csX3" fmla="*/ 46008 w 64550"/>
                <a:gd name="csY3" fmla="*/ 24491 h 53048"/>
                <a:gd name="csX4" fmla="*/ 44124 w 64550"/>
                <a:gd name="csY4" fmla="*/ 30292 h 53048"/>
                <a:gd name="csX5" fmla="*/ 39464 w 64550"/>
                <a:gd name="csY5" fmla="*/ 33812 h 53048"/>
                <a:gd name="csX6" fmla="*/ 50917 w 64550"/>
                <a:gd name="csY6" fmla="*/ 36787 h 53048"/>
                <a:gd name="csX7" fmla="*/ 59791 w 64550"/>
                <a:gd name="csY7" fmla="*/ 38820 h 53048"/>
                <a:gd name="csX8" fmla="*/ 60436 w 64550"/>
                <a:gd name="csY8" fmla="*/ 38721 h 53048"/>
                <a:gd name="csX9" fmla="*/ 60882 w 64550"/>
                <a:gd name="csY9" fmla="*/ 38176 h 53048"/>
                <a:gd name="csX10" fmla="*/ 61278 w 64550"/>
                <a:gd name="csY10" fmla="*/ 36638 h 53048"/>
                <a:gd name="csX11" fmla="*/ 61427 w 64550"/>
                <a:gd name="csY11" fmla="*/ 33714 h 53048"/>
                <a:gd name="csX12" fmla="*/ 61427 w 64550"/>
                <a:gd name="csY12" fmla="*/ 32424 h 53048"/>
                <a:gd name="csX13" fmla="*/ 61725 w 64550"/>
                <a:gd name="csY13" fmla="*/ 31680 h 53048"/>
                <a:gd name="csX14" fmla="*/ 62518 w 64550"/>
                <a:gd name="csY14" fmla="*/ 31284 h 53048"/>
                <a:gd name="csX15" fmla="*/ 64550 w 64550"/>
                <a:gd name="csY15" fmla="*/ 33118 h 53048"/>
                <a:gd name="csX16" fmla="*/ 64402 w 64550"/>
                <a:gd name="csY16" fmla="*/ 38126 h 53048"/>
                <a:gd name="csX17" fmla="*/ 64253 w 64550"/>
                <a:gd name="csY17" fmla="*/ 43183 h 53048"/>
                <a:gd name="csX18" fmla="*/ 64402 w 64550"/>
                <a:gd name="csY18" fmla="*/ 47495 h 53048"/>
                <a:gd name="csX19" fmla="*/ 64550 w 64550"/>
                <a:gd name="csY19" fmla="*/ 51710 h 53048"/>
                <a:gd name="csX20" fmla="*/ 63361 w 64550"/>
                <a:gd name="csY20" fmla="*/ 53048 h 53048"/>
                <a:gd name="csX21" fmla="*/ 62220 w 64550"/>
                <a:gd name="csY21" fmla="*/ 52850 h 53048"/>
                <a:gd name="csX22" fmla="*/ 61625 w 64550"/>
                <a:gd name="csY22" fmla="*/ 52304 h 53048"/>
                <a:gd name="csX23" fmla="*/ 61427 w 64550"/>
                <a:gd name="csY23" fmla="*/ 51561 h 53048"/>
                <a:gd name="csX24" fmla="*/ 61427 w 64550"/>
                <a:gd name="csY24" fmla="*/ 50669 h 53048"/>
                <a:gd name="csX25" fmla="*/ 61031 w 64550"/>
                <a:gd name="csY25" fmla="*/ 47397 h 53048"/>
                <a:gd name="csX26" fmla="*/ 59940 w 64550"/>
                <a:gd name="csY26" fmla="*/ 46058 h 53048"/>
                <a:gd name="csX27" fmla="*/ 57263 w 64550"/>
                <a:gd name="csY27" fmla="*/ 45216 h 53048"/>
                <a:gd name="csX28" fmla="*/ 12048 w 64550"/>
                <a:gd name="csY28" fmla="*/ 33812 h 53048"/>
                <a:gd name="csX29" fmla="*/ 6891 w 64550"/>
                <a:gd name="csY29" fmla="*/ 33118 h 53048"/>
                <a:gd name="csX30" fmla="*/ 3223 w 64550"/>
                <a:gd name="csY30" fmla="*/ 33961 h 53048"/>
                <a:gd name="csX31" fmla="*/ 2231 w 64550"/>
                <a:gd name="csY31" fmla="*/ 36291 h 53048"/>
                <a:gd name="csX32" fmla="*/ 5305 w 64550"/>
                <a:gd name="csY32" fmla="*/ 40555 h 53048"/>
                <a:gd name="csX33" fmla="*/ 14328 w 64550"/>
                <a:gd name="csY33" fmla="*/ 43678 h 53048"/>
                <a:gd name="csX34" fmla="*/ 16311 w 64550"/>
                <a:gd name="csY34" fmla="*/ 44422 h 53048"/>
                <a:gd name="csX35" fmla="*/ 16658 w 64550"/>
                <a:gd name="csY35" fmla="*/ 45414 h 53048"/>
                <a:gd name="csX36" fmla="*/ 15617 w 64550"/>
                <a:gd name="csY36" fmla="*/ 46653 h 53048"/>
                <a:gd name="csX37" fmla="*/ 13783 w 64550"/>
                <a:gd name="csY37" fmla="*/ 46256 h 53048"/>
                <a:gd name="csX38" fmla="*/ 9767 w 64550"/>
                <a:gd name="csY38" fmla="*/ 45116 h 53048"/>
                <a:gd name="csX39" fmla="*/ 5801 w 64550"/>
                <a:gd name="csY39" fmla="*/ 43480 h 53048"/>
                <a:gd name="csX40" fmla="*/ 4065 w 64550"/>
                <a:gd name="csY40" fmla="*/ 42538 h 53048"/>
                <a:gd name="csX41" fmla="*/ 2281 w 64550"/>
                <a:gd name="csY41" fmla="*/ 41199 h 53048"/>
                <a:gd name="csX42" fmla="*/ 595 w 64550"/>
                <a:gd name="csY42" fmla="*/ 38918 h 53048"/>
                <a:gd name="csX43" fmla="*/ 0 w 64550"/>
                <a:gd name="csY43" fmla="*/ 35945 h 53048"/>
                <a:gd name="csX44" fmla="*/ 1884 w 64550"/>
                <a:gd name="csY44" fmla="*/ 30144 h 53048"/>
                <a:gd name="csX45" fmla="*/ 7585 w 64550"/>
                <a:gd name="csY45" fmla="*/ 26822 h 53048"/>
                <a:gd name="csX46" fmla="*/ 2132 w 64550"/>
                <a:gd name="csY46" fmla="*/ 20526 h 53048"/>
                <a:gd name="csX47" fmla="*/ 0 w 64550"/>
                <a:gd name="csY47" fmla="*/ 13535 h 53048"/>
                <a:gd name="csX48" fmla="*/ 4561 w 64550"/>
                <a:gd name="csY48" fmla="*/ 3867 h 53048"/>
                <a:gd name="csX49" fmla="*/ 16212 w 64550"/>
                <a:gd name="csY49" fmla="*/ 0 h 53048"/>
                <a:gd name="csX50" fmla="*/ 11750 w 64550"/>
                <a:gd name="csY50" fmla="*/ 7338 h 53048"/>
                <a:gd name="csX51" fmla="*/ 4760 w 64550"/>
                <a:gd name="csY51" fmla="*/ 9073 h 53048"/>
                <a:gd name="csX52" fmla="*/ 2231 w 64550"/>
                <a:gd name="csY52" fmla="*/ 13833 h 53048"/>
                <a:gd name="csX53" fmla="*/ 6098 w 64550"/>
                <a:gd name="csY53" fmla="*/ 22062 h 53048"/>
                <a:gd name="csX54" fmla="*/ 13188 w 64550"/>
                <a:gd name="csY54" fmla="*/ 27318 h 53048"/>
                <a:gd name="csX55" fmla="*/ 33069 w 64550"/>
                <a:gd name="csY55" fmla="*/ 32325 h 53048"/>
                <a:gd name="csX56" fmla="*/ 34705 w 64550"/>
                <a:gd name="csY56" fmla="*/ 32622 h 53048"/>
                <a:gd name="csX57" fmla="*/ 35894 w 64550"/>
                <a:gd name="csY57" fmla="*/ 32473 h 53048"/>
                <a:gd name="csX58" fmla="*/ 38126 w 64550"/>
                <a:gd name="csY58" fmla="*/ 31730 h 53048"/>
                <a:gd name="csX59" fmla="*/ 40753 w 64550"/>
                <a:gd name="csY59" fmla="*/ 30342 h 53048"/>
                <a:gd name="csX60" fmla="*/ 42835 w 64550"/>
                <a:gd name="csY60" fmla="*/ 28011 h 53048"/>
                <a:gd name="csX61" fmla="*/ 43728 w 64550"/>
                <a:gd name="csY61" fmla="*/ 24591 h 53048"/>
                <a:gd name="csX62" fmla="*/ 41051 w 64550"/>
                <a:gd name="csY62" fmla="*/ 18295 h 53048"/>
                <a:gd name="csX63" fmla="*/ 33316 w 64550"/>
                <a:gd name="csY63" fmla="*/ 12494 h 53048"/>
                <a:gd name="csX64" fmla="*/ 23004 w 64550"/>
                <a:gd name="csY64" fmla="*/ 9172 h 53048"/>
                <a:gd name="csX65" fmla="*/ 11750 w 64550"/>
                <a:gd name="csY65" fmla="*/ 7338 h 530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64550" h="53048">
                  <a:moveTo>
                    <a:pt x="16212" y="0"/>
                  </a:moveTo>
                  <a:cubicBezTo>
                    <a:pt x="21038" y="0"/>
                    <a:pt x="25781" y="1223"/>
                    <a:pt x="30441" y="3669"/>
                  </a:cubicBezTo>
                  <a:cubicBezTo>
                    <a:pt x="35101" y="6082"/>
                    <a:pt x="38869" y="9188"/>
                    <a:pt x="41745" y="12989"/>
                  </a:cubicBezTo>
                  <a:cubicBezTo>
                    <a:pt x="44587" y="16791"/>
                    <a:pt x="46008" y="20625"/>
                    <a:pt x="46008" y="24491"/>
                  </a:cubicBezTo>
                  <a:cubicBezTo>
                    <a:pt x="46008" y="26805"/>
                    <a:pt x="45380" y="28739"/>
                    <a:pt x="44124" y="30292"/>
                  </a:cubicBezTo>
                  <a:cubicBezTo>
                    <a:pt x="42835" y="31812"/>
                    <a:pt x="41282" y="32986"/>
                    <a:pt x="39464" y="33812"/>
                  </a:cubicBezTo>
                  <a:cubicBezTo>
                    <a:pt x="41712" y="34440"/>
                    <a:pt x="45529" y="35432"/>
                    <a:pt x="50917" y="36787"/>
                  </a:cubicBezTo>
                  <a:cubicBezTo>
                    <a:pt x="56304" y="38142"/>
                    <a:pt x="59262" y="38820"/>
                    <a:pt x="59791" y="38820"/>
                  </a:cubicBezTo>
                  <a:cubicBezTo>
                    <a:pt x="60089" y="38820"/>
                    <a:pt x="60303" y="38787"/>
                    <a:pt x="60436" y="38721"/>
                  </a:cubicBezTo>
                  <a:cubicBezTo>
                    <a:pt x="60568" y="38654"/>
                    <a:pt x="60717" y="38473"/>
                    <a:pt x="60882" y="38176"/>
                  </a:cubicBezTo>
                  <a:cubicBezTo>
                    <a:pt x="61080" y="37878"/>
                    <a:pt x="61212" y="37365"/>
                    <a:pt x="61278" y="36638"/>
                  </a:cubicBezTo>
                  <a:cubicBezTo>
                    <a:pt x="61378" y="35911"/>
                    <a:pt x="61427" y="34936"/>
                    <a:pt x="61427" y="33714"/>
                  </a:cubicBezTo>
                  <a:cubicBezTo>
                    <a:pt x="61427" y="33085"/>
                    <a:pt x="61427" y="32655"/>
                    <a:pt x="61427" y="32424"/>
                  </a:cubicBezTo>
                  <a:cubicBezTo>
                    <a:pt x="61460" y="32160"/>
                    <a:pt x="61559" y="31912"/>
                    <a:pt x="61725" y="31680"/>
                  </a:cubicBezTo>
                  <a:cubicBezTo>
                    <a:pt x="61890" y="31416"/>
                    <a:pt x="62154" y="31284"/>
                    <a:pt x="62518" y="31284"/>
                  </a:cubicBezTo>
                  <a:cubicBezTo>
                    <a:pt x="63873" y="31284"/>
                    <a:pt x="64550" y="31895"/>
                    <a:pt x="64550" y="33118"/>
                  </a:cubicBezTo>
                  <a:cubicBezTo>
                    <a:pt x="64550" y="34209"/>
                    <a:pt x="64501" y="35878"/>
                    <a:pt x="64402" y="38126"/>
                  </a:cubicBezTo>
                  <a:cubicBezTo>
                    <a:pt x="64303" y="40373"/>
                    <a:pt x="64253" y="42059"/>
                    <a:pt x="64253" y="43183"/>
                  </a:cubicBezTo>
                  <a:cubicBezTo>
                    <a:pt x="64253" y="44141"/>
                    <a:pt x="64303" y="45578"/>
                    <a:pt x="64402" y="47495"/>
                  </a:cubicBezTo>
                  <a:cubicBezTo>
                    <a:pt x="64501" y="49412"/>
                    <a:pt x="64550" y="50817"/>
                    <a:pt x="64550" y="51710"/>
                  </a:cubicBezTo>
                  <a:cubicBezTo>
                    <a:pt x="64550" y="52602"/>
                    <a:pt x="64154" y="53048"/>
                    <a:pt x="63361" y="53048"/>
                  </a:cubicBezTo>
                  <a:cubicBezTo>
                    <a:pt x="62898" y="53048"/>
                    <a:pt x="62518" y="52982"/>
                    <a:pt x="62220" y="52850"/>
                  </a:cubicBezTo>
                  <a:cubicBezTo>
                    <a:pt x="61956" y="52751"/>
                    <a:pt x="61758" y="52569"/>
                    <a:pt x="61625" y="52304"/>
                  </a:cubicBezTo>
                  <a:cubicBezTo>
                    <a:pt x="61526" y="52041"/>
                    <a:pt x="61460" y="51793"/>
                    <a:pt x="61427" y="51561"/>
                  </a:cubicBezTo>
                  <a:cubicBezTo>
                    <a:pt x="61427" y="51363"/>
                    <a:pt x="61427" y="51066"/>
                    <a:pt x="61427" y="50669"/>
                  </a:cubicBezTo>
                  <a:cubicBezTo>
                    <a:pt x="61427" y="49149"/>
                    <a:pt x="61295" y="48058"/>
                    <a:pt x="61031" y="47397"/>
                  </a:cubicBezTo>
                  <a:cubicBezTo>
                    <a:pt x="60799" y="46736"/>
                    <a:pt x="60436" y="46289"/>
                    <a:pt x="59940" y="46058"/>
                  </a:cubicBezTo>
                  <a:cubicBezTo>
                    <a:pt x="59477" y="45793"/>
                    <a:pt x="58585" y="45513"/>
                    <a:pt x="57263" y="45216"/>
                  </a:cubicBezTo>
                  <a:lnTo>
                    <a:pt x="12048" y="33812"/>
                  </a:lnTo>
                  <a:cubicBezTo>
                    <a:pt x="10031" y="33349"/>
                    <a:pt x="8313" y="33118"/>
                    <a:pt x="6891" y="33118"/>
                  </a:cubicBezTo>
                  <a:cubicBezTo>
                    <a:pt x="5107" y="33118"/>
                    <a:pt x="3884" y="33399"/>
                    <a:pt x="3223" y="33961"/>
                  </a:cubicBezTo>
                  <a:cubicBezTo>
                    <a:pt x="2562" y="34523"/>
                    <a:pt x="2231" y="35299"/>
                    <a:pt x="2231" y="36291"/>
                  </a:cubicBezTo>
                  <a:cubicBezTo>
                    <a:pt x="2231" y="38009"/>
                    <a:pt x="3256" y="39431"/>
                    <a:pt x="5305" y="40555"/>
                  </a:cubicBezTo>
                  <a:cubicBezTo>
                    <a:pt x="7354" y="41679"/>
                    <a:pt x="10362" y="42720"/>
                    <a:pt x="14328" y="43678"/>
                  </a:cubicBezTo>
                  <a:cubicBezTo>
                    <a:pt x="15419" y="43976"/>
                    <a:pt x="16080" y="44224"/>
                    <a:pt x="16311" y="44422"/>
                  </a:cubicBezTo>
                  <a:cubicBezTo>
                    <a:pt x="16543" y="44587"/>
                    <a:pt x="16658" y="44918"/>
                    <a:pt x="16658" y="45414"/>
                  </a:cubicBezTo>
                  <a:cubicBezTo>
                    <a:pt x="16625" y="46240"/>
                    <a:pt x="16278" y="46653"/>
                    <a:pt x="15617" y="46653"/>
                  </a:cubicBezTo>
                  <a:cubicBezTo>
                    <a:pt x="15452" y="46653"/>
                    <a:pt x="14840" y="46521"/>
                    <a:pt x="13783" y="46256"/>
                  </a:cubicBezTo>
                  <a:cubicBezTo>
                    <a:pt x="12692" y="45992"/>
                    <a:pt x="11353" y="45612"/>
                    <a:pt x="9767" y="45116"/>
                  </a:cubicBezTo>
                  <a:cubicBezTo>
                    <a:pt x="8147" y="44587"/>
                    <a:pt x="6825" y="44042"/>
                    <a:pt x="5801" y="43480"/>
                  </a:cubicBezTo>
                  <a:cubicBezTo>
                    <a:pt x="5107" y="43150"/>
                    <a:pt x="4528" y="42836"/>
                    <a:pt x="4065" y="42538"/>
                  </a:cubicBezTo>
                  <a:cubicBezTo>
                    <a:pt x="3603" y="42240"/>
                    <a:pt x="3008" y="41794"/>
                    <a:pt x="2281" y="41199"/>
                  </a:cubicBezTo>
                  <a:cubicBezTo>
                    <a:pt x="1553" y="40571"/>
                    <a:pt x="992" y="39811"/>
                    <a:pt x="595" y="38918"/>
                  </a:cubicBezTo>
                  <a:cubicBezTo>
                    <a:pt x="198" y="38026"/>
                    <a:pt x="0" y="37035"/>
                    <a:pt x="0" y="35945"/>
                  </a:cubicBezTo>
                  <a:cubicBezTo>
                    <a:pt x="0" y="33829"/>
                    <a:pt x="628" y="31895"/>
                    <a:pt x="1884" y="30144"/>
                  </a:cubicBezTo>
                  <a:cubicBezTo>
                    <a:pt x="3140" y="28392"/>
                    <a:pt x="5041" y="27284"/>
                    <a:pt x="7585" y="26822"/>
                  </a:cubicBezTo>
                  <a:cubicBezTo>
                    <a:pt x="5371" y="24938"/>
                    <a:pt x="3553" y="22839"/>
                    <a:pt x="2132" y="20526"/>
                  </a:cubicBezTo>
                  <a:cubicBezTo>
                    <a:pt x="711" y="18212"/>
                    <a:pt x="0" y="15882"/>
                    <a:pt x="0" y="13535"/>
                  </a:cubicBezTo>
                  <a:cubicBezTo>
                    <a:pt x="0" y="9635"/>
                    <a:pt x="1520" y="6412"/>
                    <a:pt x="4561" y="3867"/>
                  </a:cubicBezTo>
                  <a:cubicBezTo>
                    <a:pt x="7569" y="1289"/>
                    <a:pt x="11453" y="0"/>
                    <a:pt x="16212" y="0"/>
                  </a:cubicBezTo>
                  <a:moveTo>
                    <a:pt x="11750" y="7338"/>
                  </a:moveTo>
                  <a:cubicBezTo>
                    <a:pt x="8742" y="7338"/>
                    <a:pt x="6412" y="7916"/>
                    <a:pt x="4760" y="9073"/>
                  </a:cubicBezTo>
                  <a:cubicBezTo>
                    <a:pt x="3074" y="10196"/>
                    <a:pt x="2231" y="11783"/>
                    <a:pt x="2231" y="13833"/>
                  </a:cubicBezTo>
                  <a:cubicBezTo>
                    <a:pt x="2231" y="16378"/>
                    <a:pt x="3520" y="19121"/>
                    <a:pt x="6098" y="22062"/>
                  </a:cubicBezTo>
                  <a:cubicBezTo>
                    <a:pt x="8544" y="24971"/>
                    <a:pt x="10907" y="26722"/>
                    <a:pt x="13188" y="27318"/>
                  </a:cubicBezTo>
                  <a:lnTo>
                    <a:pt x="33069" y="32325"/>
                  </a:lnTo>
                  <a:lnTo>
                    <a:pt x="34705" y="32622"/>
                  </a:lnTo>
                  <a:cubicBezTo>
                    <a:pt x="34903" y="32622"/>
                    <a:pt x="35300" y="32573"/>
                    <a:pt x="35894" y="32473"/>
                  </a:cubicBezTo>
                  <a:cubicBezTo>
                    <a:pt x="36456" y="32341"/>
                    <a:pt x="37200" y="32094"/>
                    <a:pt x="38126" y="31730"/>
                  </a:cubicBezTo>
                  <a:cubicBezTo>
                    <a:pt x="39051" y="31334"/>
                    <a:pt x="39927" y="30871"/>
                    <a:pt x="40753" y="30342"/>
                  </a:cubicBezTo>
                  <a:cubicBezTo>
                    <a:pt x="41546" y="29780"/>
                    <a:pt x="42240" y="29003"/>
                    <a:pt x="42835" y="28011"/>
                  </a:cubicBezTo>
                  <a:cubicBezTo>
                    <a:pt x="43430" y="26987"/>
                    <a:pt x="43728" y="25847"/>
                    <a:pt x="43728" y="24591"/>
                  </a:cubicBezTo>
                  <a:cubicBezTo>
                    <a:pt x="43728" y="22575"/>
                    <a:pt x="42835" y="20476"/>
                    <a:pt x="41051" y="18295"/>
                  </a:cubicBezTo>
                  <a:cubicBezTo>
                    <a:pt x="39266" y="16080"/>
                    <a:pt x="36688" y="14146"/>
                    <a:pt x="33316" y="12494"/>
                  </a:cubicBezTo>
                  <a:cubicBezTo>
                    <a:pt x="31135" y="11469"/>
                    <a:pt x="27698" y="10362"/>
                    <a:pt x="23004" y="9172"/>
                  </a:cubicBezTo>
                  <a:cubicBezTo>
                    <a:pt x="18278" y="7949"/>
                    <a:pt x="14526" y="7338"/>
                    <a:pt x="11750" y="7338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21" name="Freeform 720">
              <a:extLst>
                <a:ext uri="{FF2B5EF4-FFF2-40B4-BE49-F238E27FC236}">
                  <a16:creationId xmlns:a16="http://schemas.microsoft.com/office/drawing/2014/main" id="{EA6379BC-8278-3EE0-9843-C3AE485F2B98}"/>
                </a:ext>
              </a:extLst>
            </p:cNvPr>
            <p:cNvSpPr/>
            <p:nvPr/>
          </p:nvSpPr>
          <p:spPr>
            <a:xfrm>
              <a:off x="2466302" y="2035173"/>
              <a:ext cx="101536" cy="23549"/>
            </a:xfrm>
            <a:custGeom>
              <a:avLst/>
              <a:gdLst>
                <a:gd name="csX0" fmla="*/ 50768 w 101536"/>
                <a:gd name="csY0" fmla="*/ 23549 h 23549"/>
                <a:gd name="csX1" fmla="*/ 19782 w 101536"/>
                <a:gd name="csY1" fmla="*/ 17154 h 23549"/>
                <a:gd name="csX2" fmla="*/ 9122 w 101536"/>
                <a:gd name="csY2" fmla="*/ 10609 h 23549"/>
                <a:gd name="csX3" fmla="*/ 2132 w 101536"/>
                <a:gd name="csY3" fmla="*/ 4263 h 23549"/>
                <a:gd name="csX4" fmla="*/ 0 w 101536"/>
                <a:gd name="csY4" fmla="*/ 1040 h 23549"/>
                <a:gd name="csX5" fmla="*/ 992 w 101536"/>
                <a:gd name="csY5" fmla="*/ 0 h 23549"/>
                <a:gd name="csX6" fmla="*/ 2727 w 101536"/>
                <a:gd name="csY6" fmla="*/ 1338 h 23549"/>
                <a:gd name="csX7" fmla="*/ 50768 w 101536"/>
                <a:gd name="csY7" fmla="*/ 17649 h 23549"/>
                <a:gd name="csX8" fmla="*/ 98264 w 101536"/>
                <a:gd name="csY8" fmla="*/ 1735 h 23549"/>
                <a:gd name="csX9" fmla="*/ 100545 w 101536"/>
                <a:gd name="csY9" fmla="*/ 0 h 23549"/>
                <a:gd name="csX10" fmla="*/ 101536 w 101536"/>
                <a:gd name="csY10" fmla="*/ 1040 h 23549"/>
                <a:gd name="csX11" fmla="*/ 99503 w 101536"/>
                <a:gd name="csY11" fmla="*/ 4165 h 23549"/>
                <a:gd name="csX12" fmla="*/ 92810 w 101536"/>
                <a:gd name="csY12" fmla="*/ 10361 h 23549"/>
                <a:gd name="csX13" fmla="*/ 82448 w 101536"/>
                <a:gd name="csY13" fmla="*/ 16856 h 23549"/>
                <a:gd name="csX14" fmla="*/ 50768 w 101536"/>
                <a:gd name="csY14" fmla="*/ 23549 h 23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536" h="23549">
                  <a:moveTo>
                    <a:pt x="50768" y="23549"/>
                  </a:moveTo>
                  <a:cubicBezTo>
                    <a:pt x="39332" y="23549"/>
                    <a:pt x="29003" y="21417"/>
                    <a:pt x="19782" y="17154"/>
                  </a:cubicBezTo>
                  <a:cubicBezTo>
                    <a:pt x="15915" y="15335"/>
                    <a:pt x="12361" y="13154"/>
                    <a:pt x="9122" y="10609"/>
                  </a:cubicBezTo>
                  <a:cubicBezTo>
                    <a:pt x="5883" y="8064"/>
                    <a:pt x="3553" y="5949"/>
                    <a:pt x="2132" y="4263"/>
                  </a:cubicBezTo>
                  <a:cubicBezTo>
                    <a:pt x="711" y="2577"/>
                    <a:pt x="0" y="1503"/>
                    <a:pt x="0" y="1040"/>
                  </a:cubicBezTo>
                  <a:cubicBezTo>
                    <a:pt x="0" y="379"/>
                    <a:pt x="331" y="32"/>
                    <a:pt x="992" y="0"/>
                  </a:cubicBezTo>
                  <a:cubicBezTo>
                    <a:pt x="1322" y="0"/>
                    <a:pt x="1901" y="446"/>
                    <a:pt x="2727" y="1338"/>
                  </a:cubicBezTo>
                  <a:cubicBezTo>
                    <a:pt x="13832" y="12245"/>
                    <a:pt x="29846" y="17682"/>
                    <a:pt x="50768" y="17649"/>
                  </a:cubicBezTo>
                  <a:cubicBezTo>
                    <a:pt x="71756" y="17649"/>
                    <a:pt x="87588" y="12344"/>
                    <a:pt x="98264" y="1735"/>
                  </a:cubicBezTo>
                  <a:cubicBezTo>
                    <a:pt x="99420" y="578"/>
                    <a:pt x="100180" y="0"/>
                    <a:pt x="100545" y="0"/>
                  </a:cubicBezTo>
                  <a:cubicBezTo>
                    <a:pt x="101206" y="0"/>
                    <a:pt x="101536" y="347"/>
                    <a:pt x="101536" y="1040"/>
                  </a:cubicBezTo>
                  <a:cubicBezTo>
                    <a:pt x="101536" y="1503"/>
                    <a:pt x="100859" y="2545"/>
                    <a:pt x="99503" y="4165"/>
                  </a:cubicBezTo>
                  <a:cubicBezTo>
                    <a:pt x="98148" y="5784"/>
                    <a:pt x="95917" y="7849"/>
                    <a:pt x="92810" y="10361"/>
                  </a:cubicBezTo>
                  <a:cubicBezTo>
                    <a:pt x="89703" y="12873"/>
                    <a:pt x="86249" y="15038"/>
                    <a:pt x="82448" y="16856"/>
                  </a:cubicBezTo>
                  <a:cubicBezTo>
                    <a:pt x="73227" y="21318"/>
                    <a:pt x="62667" y="23549"/>
                    <a:pt x="50768" y="23549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22" name="Freeform 721">
              <a:extLst>
                <a:ext uri="{FF2B5EF4-FFF2-40B4-BE49-F238E27FC236}">
                  <a16:creationId xmlns:a16="http://schemas.microsoft.com/office/drawing/2014/main" id="{66BBA97C-C942-F157-3E44-237440D7B022}"/>
                </a:ext>
              </a:extLst>
            </p:cNvPr>
            <p:cNvSpPr/>
            <p:nvPr/>
          </p:nvSpPr>
          <p:spPr>
            <a:xfrm>
              <a:off x="2497586" y="1976888"/>
              <a:ext cx="46008" cy="50569"/>
            </a:xfrm>
            <a:custGeom>
              <a:avLst/>
              <a:gdLst>
                <a:gd name="csX0" fmla="*/ 6693 w 46008"/>
                <a:gd name="csY0" fmla="*/ 0 h 50569"/>
                <a:gd name="csX1" fmla="*/ 11056 w 46008"/>
                <a:gd name="csY1" fmla="*/ 1736 h 50569"/>
                <a:gd name="csX2" fmla="*/ 12593 w 46008"/>
                <a:gd name="csY2" fmla="*/ 5454 h 50569"/>
                <a:gd name="csX3" fmla="*/ 11502 w 46008"/>
                <a:gd name="csY3" fmla="*/ 8329 h 50569"/>
                <a:gd name="csX4" fmla="*/ 9023 w 46008"/>
                <a:gd name="csY4" fmla="*/ 9321 h 50569"/>
                <a:gd name="csX5" fmla="*/ 5503 w 46008"/>
                <a:gd name="csY5" fmla="*/ 7932 h 50569"/>
                <a:gd name="csX6" fmla="*/ 3520 w 46008"/>
                <a:gd name="csY6" fmla="*/ 4462 h 50569"/>
                <a:gd name="csX7" fmla="*/ 2231 w 46008"/>
                <a:gd name="csY7" fmla="*/ 9519 h 50569"/>
                <a:gd name="csX8" fmla="*/ 3272 w 46008"/>
                <a:gd name="csY8" fmla="*/ 13238 h 50569"/>
                <a:gd name="csX9" fmla="*/ 5652 w 46008"/>
                <a:gd name="csY9" fmla="*/ 15964 h 50569"/>
                <a:gd name="csX10" fmla="*/ 8924 w 46008"/>
                <a:gd name="csY10" fmla="*/ 17848 h 50569"/>
                <a:gd name="csX11" fmla="*/ 11948 w 46008"/>
                <a:gd name="csY11" fmla="*/ 19037 h 50569"/>
                <a:gd name="csX12" fmla="*/ 14229 w 46008"/>
                <a:gd name="csY12" fmla="*/ 19584 h 50569"/>
                <a:gd name="csX13" fmla="*/ 28111 w 46008"/>
                <a:gd name="csY13" fmla="*/ 23054 h 50569"/>
                <a:gd name="csX14" fmla="*/ 37035 w 46008"/>
                <a:gd name="csY14" fmla="*/ 24740 h 50569"/>
                <a:gd name="csX15" fmla="*/ 41844 w 46008"/>
                <a:gd name="csY15" fmla="*/ 23351 h 50569"/>
                <a:gd name="csX16" fmla="*/ 43728 w 46008"/>
                <a:gd name="csY16" fmla="*/ 19187 h 50569"/>
                <a:gd name="csX17" fmla="*/ 43430 w 46008"/>
                <a:gd name="csY17" fmla="*/ 16856 h 50569"/>
                <a:gd name="csX18" fmla="*/ 42191 w 46008"/>
                <a:gd name="csY18" fmla="*/ 14030 h 50569"/>
                <a:gd name="csX19" fmla="*/ 39861 w 46008"/>
                <a:gd name="csY19" fmla="*/ 10957 h 50569"/>
                <a:gd name="csX20" fmla="*/ 35994 w 46008"/>
                <a:gd name="csY20" fmla="*/ 8032 h 50569"/>
                <a:gd name="csX21" fmla="*/ 30441 w 46008"/>
                <a:gd name="csY21" fmla="*/ 5652 h 50569"/>
                <a:gd name="csX22" fmla="*/ 29350 w 46008"/>
                <a:gd name="csY22" fmla="*/ 4362 h 50569"/>
                <a:gd name="csX23" fmla="*/ 30342 w 46008"/>
                <a:gd name="csY23" fmla="*/ 3123 h 50569"/>
                <a:gd name="csX24" fmla="*/ 32969 w 46008"/>
                <a:gd name="csY24" fmla="*/ 3817 h 50569"/>
                <a:gd name="csX25" fmla="*/ 36985 w 46008"/>
                <a:gd name="csY25" fmla="*/ 5900 h 50569"/>
                <a:gd name="csX26" fmla="*/ 41249 w 46008"/>
                <a:gd name="csY26" fmla="*/ 9122 h 50569"/>
                <a:gd name="csX27" fmla="*/ 44620 w 46008"/>
                <a:gd name="csY27" fmla="*/ 13683 h 50569"/>
                <a:gd name="csX28" fmla="*/ 46008 w 46008"/>
                <a:gd name="csY28" fmla="*/ 19385 h 50569"/>
                <a:gd name="csX29" fmla="*/ 43728 w 46008"/>
                <a:gd name="csY29" fmla="*/ 26474 h 50569"/>
                <a:gd name="csX30" fmla="*/ 38274 w 46008"/>
                <a:gd name="csY30" fmla="*/ 30342 h 50569"/>
                <a:gd name="csX31" fmla="*/ 39315 w 46008"/>
                <a:gd name="csY31" fmla="*/ 30936 h 50569"/>
                <a:gd name="csX32" fmla="*/ 41249 w 46008"/>
                <a:gd name="csY32" fmla="*/ 32325 h 50569"/>
                <a:gd name="csX33" fmla="*/ 43530 w 46008"/>
                <a:gd name="csY33" fmla="*/ 34456 h 50569"/>
                <a:gd name="csX34" fmla="*/ 45215 w 46008"/>
                <a:gd name="csY34" fmla="*/ 37382 h 50569"/>
                <a:gd name="csX35" fmla="*/ 46008 w 46008"/>
                <a:gd name="csY35" fmla="*/ 41001 h 50569"/>
                <a:gd name="csX36" fmla="*/ 45314 w 46008"/>
                <a:gd name="csY36" fmla="*/ 45513 h 50569"/>
                <a:gd name="csX37" fmla="*/ 43034 w 46008"/>
                <a:gd name="csY37" fmla="*/ 49082 h 50569"/>
                <a:gd name="csX38" fmla="*/ 39266 w 46008"/>
                <a:gd name="csY38" fmla="*/ 50570 h 50569"/>
                <a:gd name="csX39" fmla="*/ 35151 w 46008"/>
                <a:gd name="csY39" fmla="*/ 48934 h 50569"/>
                <a:gd name="csX40" fmla="*/ 33416 w 46008"/>
                <a:gd name="csY40" fmla="*/ 44967 h 50569"/>
                <a:gd name="csX41" fmla="*/ 34258 w 46008"/>
                <a:gd name="csY41" fmla="*/ 42389 h 50569"/>
                <a:gd name="csX42" fmla="*/ 36936 w 46008"/>
                <a:gd name="csY42" fmla="*/ 41199 h 50569"/>
                <a:gd name="csX43" fmla="*/ 40505 w 46008"/>
                <a:gd name="csY43" fmla="*/ 42588 h 50569"/>
                <a:gd name="csX44" fmla="*/ 42439 w 46008"/>
                <a:gd name="csY44" fmla="*/ 45959 h 50569"/>
                <a:gd name="csX45" fmla="*/ 43728 w 46008"/>
                <a:gd name="csY45" fmla="*/ 40902 h 50569"/>
                <a:gd name="csX46" fmla="*/ 40852 w 46008"/>
                <a:gd name="csY46" fmla="*/ 35051 h 50569"/>
                <a:gd name="csX47" fmla="*/ 33168 w 46008"/>
                <a:gd name="csY47" fmla="*/ 31234 h 50569"/>
                <a:gd name="csX48" fmla="*/ 16460 w 46008"/>
                <a:gd name="csY48" fmla="*/ 26971 h 50569"/>
                <a:gd name="csX49" fmla="*/ 9023 w 46008"/>
                <a:gd name="csY49" fmla="*/ 25780 h 50569"/>
                <a:gd name="csX50" fmla="*/ 5503 w 46008"/>
                <a:gd name="csY50" fmla="*/ 26326 h 50569"/>
                <a:gd name="csX51" fmla="*/ 3421 w 46008"/>
                <a:gd name="csY51" fmla="*/ 27813 h 50569"/>
                <a:gd name="csX52" fmla="*/ 2479 w 46008"/>
                <a:gd name="csY52" fmla="*/ 29549 h 50569"/>
                <a:gd name="csX53" fmla="*/ 2231 w 46008"/>
                <a:gd name="csY53" fmla="*/ 31234 h 50569"/>
                <a:gd name="csX54" fmla="*/ 2826 w 46008"/>
                <a:gd name="csY54" fmla="*/ 34407 h 50569"/>
                <a:gd name="csX55" fmla="*/ 4809 w 46008"/>
                <a:gd name="csY55" fmla="*/ 38026 h 50569"/>
                <a:gd name="csX56" fmla="*/ 8924 w 46008"/>
                <a:gd name="csY56" fmla="*/ 41794 h 50569"/>
                <a:gd name="csX57" fmla="*/ 15518 w 46008"/>
                <a:gd name="csY57" fmla="*/ 44868 h 50569"/>
                <a:gd name="csX58" fmla="*/ 16658 w 46008"/>
                <a:gd name="csY58" fmla="*/ 46206 h 50569"/>
                <a:gd name="csX59" fmla="*/ 15617 w 46008"/>
                <a:gd name="csY59" fmla="*/ 47397 h 50569"/>
                <a:gd name="csX60" fmla="*/ 13039 w 46008"/>
                <a:gd name="csY60" fmla="*/ 46752 h 50569"/>
                <a:gd name="csX61" fmla="*/ 9023 w 46008"/>
                <a:gd name="csY61" fmla="*/ 44669 h 50569"/>
                <a:gd name="csX62" fmla="*/ 4809 w 46008"/>
                <a:gd name="csY62" fmla="*/ 41397 h 50569"/>
                <a:gd name="csX63" fmla="*/ 1388 w 46008"/>
                <a:gd name="csY63" fmla="*/ 36787 h 50569"/>
                <a:gd name="csX64" fmla="*/ 0 w 46008"/>
                <a:gd name="csY64" fmla="*/ 31036 h 50569"/>
                <a:gd name="csX65" fmla="*/ 297 w 46008"/>
                <a:gd name="csY65" fmla="*/ 28408 h 50569"/>
                <a:gd name="csX66" fmla="*/ 1289 w 46008"/>
                <a:gd name="csY66" fmla="*/ 25483 h 50569"/>
                <a:gd name="csX67" fmla="*/ 3669 w 46008"/>
                <a:gd name="csY67" fmla="*/ 22409 h 50569"/>
                <a:gd name="csX68" fmla="*/ 7685 w 46008"/>
                <a:gd name="csY68" fmla="*/ 20079 h 50569"/>
                <a:gd name="csX69" fmla="*/ 5454 w 46008"/>
                <a:gd name="csY69" fmla="*/ 18691 h 50569"/>
                <a:gd name="csX70" fmla="*/ 3024 w 46008"/>
                <a:gd name="csY70" fmla="*/ 16559 h 50569"/>
                <a:gd name="csX71" fmla="*/ 843 w 46008"/>
                <a:gd name="csY71" fmla="*/ 13386 h 50569"/>
                <a:gd name="csX72" fmla="*/ 0 w 46008"/>
                <a:gd name="csY72" fmla="*/ 9420 h 50569"/>
                <a:gd name="csX73" fmla="*/ 545 w 46008"/>
                <a:gd name="csY73" fmla="*/ 5404 h 50569"/>
                <a:gd name="csX74" fmla="*/ 2677 w 46008"/>
                <a:gd name="csY74" fmla="*/ 1736 h 50569"/>
                <a:gd name="csX75" fmla="*/ 6693 w 46008"/>
                <a:gd name="csY75" fmla="*/ 0 h 50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46008" h="50569">
                  <a:moveTo>
                    <a:pt x="6693" y="0"/>
                  </a:moveTo>
                  <a:cubicBezTo>
                    <a:pt x="8544" y="0"/>
                    <a:pt x="9998" y="579"/>
                    <a:pt x="11056" y="1736"/>
                  </a:cubicBezTo>
                  <a:cubicBezTo>
                    <a:pt x="12081" y="2892"/>
                    <a:pt x="12593" y="4131"/>
                    <a:pt x="12593" y="5454"/>
                  </a:cubicBezTo>
                  <a:cubicBezTo>
                    <a:pt x="12593" y="6710"/>
                    <a:pt x="12229" y="7668"/>
                    <a:pt x="11502" y="8329"/>
                  </a:cubicBezTo>
                  <a:cubicBezTo>
                    <a:pt x="10775" y="8990"/>
                    <a:pt x="9949" y="9321"/>
                    <a:pt x="9023" y="9321"/>
                  </a:cubicBezTo>
                  <a:cubicBezTo>
                    <a:pt x="7767" y="9321"/>
                    <a:pt x="6594" y="8858"/>
                    <a:pt x="5503" y="7932"/>
                  </a:cubicBezTo>
                  <a:cubicBezTo>
                    <a:pt x="4412" y="7007"/>
                    <a:pt x="3751" y="5850"/>
                    <a:pt x="3520" y="4462"/>
                  </a:cubicBezTo>
                  <a:cubicBezTo>
                    <a:pt x="2661" y="5817"/>
                    <a:pt x="2231" y="7503"/>
                    <a:pt x="2231" y="9519"/>
                  </a:cubicBezTo>
                  <a:cubicBezTo>
                    <a:pt x="2231" y="10841"/>
                    <a:pt x="2578" y="12081"/>
                    <a:pt x="3272" y="13238"/>
                  </a:cubicBezTo>
                  <a:cubicBezTo>
                    <a:pt x="3966" y="14361"/>
                    <a:pt x="4760" y="15270"/>
                    <a:pt x="5652" y="15964"/>
                  </a:cubicBezTo>
                  <a:cubicBezTo>
                    <a:pt x="6544" y="16625"/>
                    <a:pt x="7635" y="17253"/>
                    <a:pt x="8924" y="17848"/>
                  </a:cubicBezTo>
                  <a:cubicBezTo>
                    <a:pt x="10180" y="18410"/>
                    <a:pt x="11188" y="18807"/>
                    <a:pt x="11948" y="19037"/>
                  </a:cubicBezTo>
                  <a:cubicBezTo>
                    <a:pt x="12676" y="19236"/>
                    <a:pt x="13436" y="19418"/>
                    <a:pt x="14229" y="19584"/>
                  </a:cubicBezTo>
                  <a:lnTo>
                    <a:pt x="28111" y="23054"/>
                  </a:lnTo>
                  <a:cubicBezTo>
                    <a:pt x="32507" y="24178"/>
                    <a:pt x="35481" y="24740"/>
                    <a:pt x="37035" y="24740"/>
                  </a:cubicBezTo>
                  <a:cubicBezTo>
                    <a:pt x="38952" y="24740"/>
                    <a:pt x="40555" y="24277"/>
                    <a:pt x="41844" y="23351"/>
                  </a:cubicBezTo>
                  <a:cubicBezTo>
                    <a:pt x="43100" y="22426"/>
                    <a:pt x="43728" y="21037"/>
                    <a:pt x="43728" y="19187"/>
                  </a:cubicBezTo>
                  <a:cubicBezTo>
                    <a:pt x="43728" y="18459"/>
                    <a:pt x="43629" y="17682"/>
                    <a:pt x="43430" y="16856"/>
                  </a:cubicBezTo>
                  <a:cubicBezTo>
                    <a:pt x="43199" y="16030"/>
                    <a:pt x="42786" y="15088"/>
                    <a:pt x="42191" y="14030"/>
                  </a:cubicBezTo>
                  <a:cubicBezTo>
                    <a:pt x="41563" y="12940"/>
                    <a:pt x="40786" y="11915"/>
                    <a:pt x="39861" y="10957"/>
                  </a:cubicBezTo>
                  <a:cubicBezTo>
                    <a:pt x="38902" y="9965"/>
                    <a:pt x="37613" y="8990"/>
                    <a:pt x="35994" y="8032"/>
                  </a:cubicBezTo>
                  <a:cubicBezTo>
                    <a:pt x="34374" y="7073"/>
                    <a:pt x="32523" y="6279"/>
                    <a:pt x="30441" y="5652"/>
                  </a:cubicBezTo>
                  <a:cubicBezTo>
                    <a:pt x="29714" y="5453"/>
                    <a:pt x="29350" y="5024"/>
                    <a:pt x="29350" y="4362"/>
                  </a:cubicBezTo>
                  <a:cubicBezTo>
                    <a:pt x="29350" y="3536"/>
                    <a:pt x="29681" y="3123"/>
                    <a:pt x="30342" y="3123"/>
                  </a:cubicBezTo>
                  <a:cubicBezTo>
                    <a:pt x="30904" y="3123"/>
                    <a:pt x="31780" y="3355"/>
                    <a:pt x="32969" y="3817"/>
                  </a:cubicBezTo>
                  <a:cubicBezTo>
                    <a:pt x="34126" y="4247"/>
                    <a:pt x="35465" y="4941"/>
                    <a:pt x="36985" y="5900"/>
                  </a:cubicBezTo>
                  <a:cubicBezTo>
                    <a:pt x="38473" y="6825"/>
                    <a:pt x="39894" y="7899"/>
                    <a:pt x="41249" y="9122"/>
                  </a:cubicBezTo>
                  <a:cubicBezTo>
                    <a:pt x="42571" y="10345"/>
                    <a:pt x="43695" y="11866"/>
                    <a:pt x="44620" y="13683"/>
                  </a:cubicBezTo>
                  <a:cubicBezTo>
                    <a:pt x="45546" y="15502"/>
                    <a:pt x="46008" y="17402"/>
                    <a:pt x="46008" y="19385"/>
                  </a:cubicBezTo>
                  <a:cubicBezTo>
                    <a:pt x="46008" y="22227"/>
                    <a:pt x="45248" y="24591"/>
                    <a:pt x="43728" y="26474"/>
                  </a:cubicBezTo>
                  <a:cubicBezTo>
                    <a:pt x="42207" y="28358"/>
                    <a:pt x="40390" y="29647"/>
                    <a:pt x="38274" y="30342"/>
                  </a:cubicBezTo>
                  <a:cubicBezTo>
                    <a:pt x="38572" y="30507"/>
                    <a:pt x="38919" y="30705"/>
                    <a:pt x="39315" y="30936"/>
                  </a:cubicBezTo>
                  <a:cubicBezTo>
                    <a:pt x="39712" y="31168"/>
                    <a:pt x="40357" y="31631"/>
                    <a:pt x="41249" y="32325"/>
                  </a:cubicBezTo>
                  <a:cubicBezTo>
                    <a:pt x="42108" y="32986"/>
                    <a:pt x="42869" y="33697"/>
                    <a:pt x="43530" y="34456"/>
                  </a:cubicBezTo>
                  <a:cubicBezTo>
                    <a:pt x="44158" y="35217"/>
                    <a:pt x="44719" y="36192"/>
                    <a:pt x="45215" y="37382"/>
                  </a:cubicBezTo>
                  <a:cubicBezTo>
                    <a:pt x="45744" y="38539"/>
                    <a:pt x="46008" y="39745"/>
                    <a:pt x="46008" y="41001"/>
                  </a:cubicBezTo>
                  <a:cubicBezTo>
                    <a:pt x="46008" y="42587"/>
                    <a:pt x="45777" y="44091"/>
                    <a:pt x="45314" y="45513"/>
                  </a:cubicBezTo>
                  <a:cubicBezTo>
                    <a:pt x="44852" y="46901"/>
                    <a:pt x="44091" y="48090"/>
                    <a:pt x="43034" y="49082"/>
                  </a:cubicBezTo>
                  <a:cubicBezTo>
                    <a:pt x="41976" y="50074"/>
                    <a:pt x="40720" y="50570"/>
                    <a:pt x="39266" y="50570"/>
                  </a:cubicBezTo>
                  <a:cubicBezTo>
                    <a:pt x="37646" y="50570"/>
                    <a:pt x="36275" y="50024"/>
                    <a:pt x="35151" y="48934"/>
                  </a:cubicBezTo>
                  <a:cubicBezTo>
                    <a:pt x="33994" y="47810"/>
                    <a:pt x="33416" y="46487"/>
                    <a:pt x="33416" y="44967"/>
                  </a:cubicBezTo>
                  <a:cubicBezTo>
                    <a:pt x="33416" y="44009"/>
                    <a:pt x="33697" y="43149"/>
                    <a:pt x="34258" y="42389"/>
                  </a:cubicBezTo>
                  <a:cubicBezTo>
                    <a:pt x="34820" y="41596"/>
                    <a:pt x="35713" y="41199"/>
                    <a:pt x="36936" y="41199"/>
                  </a:cubicBezTo>
                  <a:cubicBezTo>
                    <a:pt x="38291" y="41199"/>
                    <a:pt x="39481" y="41662"/>
                    <a:pt x="40505" y="42588"/>
                  </a:cubicBezTo>
                  <a:cubicBezTo>
                    <a:pt x="41530" y="43513"/>
                    <a:pt x="42174" y="44636"/>
                    <a:pt x="42439" y="45959"/>
                  </a:cubicBezTo>
                  <a:cubicBezTo>
                    <a:pt x="43298" y="44604"/>
                    <a:pt x="43728" y="42918"/>
                    <a:pt x="43728" y="40902"/>
                  </a:cubicBezTo>
                  <a:cubicBezTo>
                    <a:pt x="43728" y="38720"/>
                    <a:pt x="42769" y="36770"/>
                    <a:pt x="40852" y="35051"/>
                  </a:cubicBezTo>
                  <a:cubicBezTo>
                    <a:pt x="38935" y="33333"/>
                    <a:pt x="36374" y="32060"/>
                    <a:pt x="33168" y="31234"/>
                  </a:cubicBezTo>
                  <a:cubicBezTo>
                    <a:pt x="25467" y="29185"/>
                    <a:pt x="19897" y="27764"/>
                    <a:pt x="16460" y="26971"/>
                  </a:cubicBezTo>
                  <a:cubicBezTo>
                    <a:pt x="12989" y="26177"/>
                    <a:pt x="10511" y="25780"/>
                    <a:pt x="9023" y="25780"/>
                  </a:cubicBezTo>
                  <a:cubicBezTo>
                    <a:pt x="7635" y="25780"/>
                    <a:pt x="6462" y="25962"/>
                    <a:pt x="5503" y="26326"/>
                  </a:cubicBezTo>
                  <a:cubicBezTo>
                    <a:pt x="4545" y="26690"/>
                    <a:pt x="3851" y="27185"/>
                    <a:pt x="3421" y="27813"/>
                  </a:cubicBezTo>
                  <a:cubicBezTo>
                    <a:pt x="2958" y="28408"/>
                    <a:pt x="2644" y="28987"/>
                    <a:pt x="2479" y="29549"/>
                  </a:cubicBezTo>
                  <a:cubicBezTo>
                    <a:pt x="2314" y="30077"/>
                    <a:pt x="2231" y="30639"/>
                    <a:pt x="2231" y="31234"/>
                  </a:cubicBezTo>
                  <a:cubicBezTo>
                    <a:pt x="2231" y="32226"/>
                    <a:pt x="2429" y="33283"/>
                    <a:pt x="2826" y="34407"/>
                  </a:cubicBezTo>
                  <a:cubicBezTo>
                    <a:pt x="3223" y="35498"/>
                    <a:pt x="3884" y="36704"/>
                    <a:pt x="4809" y="38026"/>
                  </a:cubicBezTo>
                  <a:cubicBezTo>
                    <a:pt x="5702" y="39315"/>
                    <a:pt x="7073" y="40571"/>
                    <a:pt x="8924" y="41794"/>
                  </a:cubicBezTo>
                  <a:cubicBezTo>
                    <a:pt x="10775" y="43017"/>
                    <a:pt x="12973" y="44042"/>
                    <a:pt x="15518" y="44868"/>
                  </a:cubicBezTo>
                  <a:cubicBezTo>
                    <a:pt x="16278" y="45034"/>
                    <a:pt x="16658" y="45479"/>
                    <a:pt x="16658" y="46206"/>
                  </a:cubicBezTo>
                  <a:cubicBezTo>
                    <a:pt x="16625" y="47000"/>
                    <a:pt x="16278" y="47397"/>
                    <a:pt x="15617" y="47397"/>
                  </a:cubicBezTo>
                  <a:cubicBezTo>
                    <a:pt x="15055" y="47397"/>
                    <a:pt x="14196" y="47182"/>
                    <a:pt x="13039" y="46752"/>
                  </a:cubicBezTo>
                  <a:cubicBezTo>
                    <a:pt x="11849" y="46289"/>
                    <a:pt x="10511" y="45595"/>
                    <a:pt x="9023" y="44669"/>
                  </a:cubicBezTo>
                  <a:cubicBezTo>
                    <a:pt x="7536" y="43711"/>
                    <a:pt x="6131" y="42621"/>
                    <a:pt x="4809" y="41397"/>
                  </a:cubicBezTo>
                  <a:cubicBezTo>
                    <a:pt x="3454" y="40141"/>
                    <a:pt x="2314" y="38604"/>
                    <a:pt x="1388" y="36787"/>
                  </a:cubicBezTo>
                  <a:cubicBezTo>
                    <a:pt x="463" y="34936"/>
                    <a:pt x="0" y="33019"/>
                    <a:pt x="0" y="31036"/>
                  </a:cubicBezTo>
                  <a:cubicBezTo>
                    <a:pt x="0" y="30143"/>
                    <a:pt x="99" y="29267"/>
                    <a:pt x="297" y="28408"/>
                  </a:cubicBezTo>
                  <a:cubicBezTo>
                    <a:pt x="463" y="27516"/>
                    <a:pt x="793" y="26540"/>
                    <a:pt x="1289" y="25483"/>
                  </a:cubicBezTo>
                  <a:cubicBezTo>
                    <a:pt x="1785" y="24392"/>
                    <a:pt x="2578" y="23367"/>
                    <a:pt x="3669" y="22409"/>
                  </a:cubicBezTo>
                  <a:cubicBezTo>
                    <a:pt x="4760" y="21450"/>
                    <a:pt x="6098" y="20674"/>
                    <a:pt x="7685" y="20079"/>
                  </a:cubicBezTo>
                  <a:cubicBezTo>
                    <a:pt x="6924" y="19682"/>
                    <a:pt x="6181" y="19220"/>
                    <a:pt x="5454" y="18691"/>
                  </a:cubicBezTo>
                  <a:cubicBezTo>
                    <a:pt x="4726" y="18129"/>
                    <a:pt x="3917" y="17418"/>
                    <a:pt x="3024" y="16559"/>
                  </a:cubicBezTo>
                  <a:cubicBezTo>
                    <a:pt x="2099" y="15666"/>
                    <a:pt x="1372" y="14609"/>
                    <a:pt x="843" y="13386"/>
                  </a:cubicBezTo>
                  <a:cubicBezTo>
                    <a:pt x="281" y="12130"/>
                    <a:pt x="0" y="10808"/>
                    <a:pt x="0" y="9420"/>
                  </a:cubicBezTo>
                  <a:cubicBezTo>
                    <a:pt x="0" y="8065"/>
                    <a:pt x="182" y="6726"/>
                    <a:pt x="545" y="5404"/>
                  </a:cubicBezTo>
                  <a:cubicBezTo>
                    <a:pt x="876" y="4082"/>
                    <a:pt x="1587" y="2859"/>
                    <a:pt x="2677" y="1736"/>
                  </a:cubicBezTo>
                  <a:cubicBezTo>
                    <a:pt x="3735" y="579"/>
                    <a:pt x="5074" y="0"/>
                    <a:pt x="6693" y="0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23" name="Freeform 722">
              <a:extLst>
                <a:ext uri="{FF2B5EF4-FFF2-40B4-BE49-F238E27FC236}">
                  <a16:creationId xmlns:a16="http://schemas.microsoft.com/office/drawing/2014/main" id="{652F9291-D226-CD9B-19FA-D641C0496EFC}"/>
                </a:ext>
              </a:extLst>
            </p:cNvPr>
            <p:cNvSpPr/>
            <p:nvPr/>
          </p:nvSpPr>
          <p:spPr>
            <a:xfrm>
              <a:off x="2466302" y="1943566"/>
              <a:ext cx="101536" cy="23549"/>
            </a:xfrm>
            <a:custGeom>
              <a:avLst/>
              <a:gdLst>
                <a:gd name="csX0" fmla="*/ 100545 w 101536"/>
                <a:gd name="csY0" fmla="*/ 23549 h 23549"/>
                <a:gd name="csX1" fmla="*/ 98809 w 101536"/>
                <a:gd name="csY1" fmla="*/ 22260 h 23549"/>
                <a:gd name="csX2" fmla="*/ 50768 w 101536"/>
                <a:gd name="csY2" fmla="*/ 5899 h 23549"/>
                <a:gd name="csX3" fmla="*/ 3371 w 101536"/>
                <a:gd name="csY3" fmla="*/ 21616 h 23549"/>
                <a:gd name="csX4" fmla="*/ 992 w 101536"/>
                <a:gd name="csY4" fmla="*/ 23549 h 23549"/>
                <a:gd name="csX5" fmla="*/ 0 w 101536"/>
                <a:gd name="csY5" fmla="*/ 22558 h 23549"/>
                <a:gd name="csX6" fmla="*/ 2033 w 101536"/>
                <a:gd name="csY6" fmla="*/ 19434 h 23549"/>
                <a:gd name="csX7" fmla="*/ 8726 w 101536"/>
                <a:gd name="csY7" fmla="*/ 13237 h 23549"/>
                <a:gd name="csX8" fmla="*/ 19088 w 101536"/>
                <a:gd name="csY8" fmla="*/ 6693 h 23549"/>
                <a:gd name="csX9" fmla="*/ 50768 w 101536"/>
                <a:gd name="csY9" fmla="*/ 0 h 23549"/>
                <a:gd name="csX10" fmla="*/ 81754 w 101536"/>
                <a:gd name="csY10" fmla="*/ 6396 h 23549"/>
                <a:gd name="csX11" fmla="*/ 92413 w 101536"/>
                <a:gd name="csY11" fmla="*/ 12939 h 23549"/>
                <a:gd name="csX12" fmla="*/ 99404 w 101536"/>
                <a:gd name="csY12" fmla="*/ 19285 h 23549"/>
                <a:gd name="csX13" fmla="*/ 101536 w 101536"/>
                <a:gd name="csY13" fmla="*/ 22558 h 23549"/>
                <a:gd name="csX14" fmla="*/ 100545 w 101536"/>
                <a:gd name="csY14" fmla="*/ 23549 h 23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536" h="23549">
                  <a:moveTo>
                    <a:pt x="100545" y="23549"/>
                  </a:moveTo>
                  <a:cubicBezTo>
                    <a:pt x="100214" y="23549"/>
                    <a:pt x="99635" y="23120"/>
                    <a:pt x="98809" y="22260"/>
                  </a:cubicBezTo>
                  <a:cubicBezTo>
                    <a:pt x="87703" y="11353"/>
                    <a:pt x="71690" y="5899"/>
                    <a:pt x="50768" y="5899"/>
                  </a:cubicBezTo>
                  <a:cubicBezTo>
                    <a:pt x="29780" y="5899"/>
                    <a:pt x="13981" y="11138"/>
                    <a:pt x="3371" y="21616"/>
                  </a:cubicBezTo>
                  <a:cubicBezTo>
                    <a:pt x="2148" y="22905"/>
                    <a:pt x="1355" y="23549"/>
                    <a:pt x="992" y="23549"/>
                  </a:cubicBezTo>
                  <a:cubicBezTo>
                    <a:pt x="331" y="23549"/>
                    <a:pt x="0" y="23219"/>
                    <a:pt x="0" y="22558"/>
                  </a:cubicBezTo>
                  <a:cubicBezTo>
                    <a:pt x="0" y="22095"/>
                    <a:pt x="678" y="21054"/>
                    <a:pt x="2033" y="19434"/>
                  </a:cubicBezTo>
                  <a:cubicBezTo>
                    <a:pt x="3388" y="17782"/>
                    <a:pt x="5619" y="15716"/>
                    <a:pt x="8726" y="13237"/>
                  </a:cubicBezTo>
                  <a:cubicBezTo>
                    <a:pt x="11833" y="10725"/>
                    <a:pt x="15287" y="8544"/>
                    <a:pt x="19088" y="6693"/>
                  </a:cubicBezTo>
                  <a:cubicBezTo>
                    <a:pt x="28309" y="2231"/>
                    <a:pt x="38869" y="0"/>
                    <a:pt x="50768" y="0"/>
                  </a:cubicBezTo>
                  <a:cubicBezTo>
                    <a:pt x="62204" y="0"/>
                    <a:pt x="72533" y="2132"/>
                    <a:pt x="81754" y="6396"/>
                  </a:cubicBezTo>
                  <a:cubicBezTo>
                    <a:pt x="85621" y="8213"/>
                    <a:pt x="89174" y="10394"/>
                    <a:pt x="92413" y="12939"/>
                  </a:cubicBezTo>
                  <a:cubicBezTo>
                    <a:pt x="95653" y="15484"/>
                    <a:pt x="97983" y="17600"/>
                    <a:pt x="99404" y="19285"/>
                  </a:cubicBezTo>
                  <a:cubicBezTo>
                    <a:pt x="100825" y="20971"/>
                    <a:pt x="101536" y="22062"/>
                    <a:pt x="101536" y="22558"/>
                  </a:cubicBezTo>
                  <a:cubicBezTo>
                    <a:pt x="101536" y="23219"/>
                    <a:pt x="101206" y="23549"/>
                    <a:pt x="100545" y="23549"/>
                  </a:cubicBezTo>
                  <a:close/>
                </a:path>
              </a:pathLst>
            </a:custGeom>
            <a:solidFill>
              <a:srgbClr val="000000"/>
            </a:solidFill>
            <a:ln w="1056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724" name="Freeform 723">
            <a:extLst>
              <a:ext uri="{FF2B5EF4-FFF2-40B4-BE49-F238E27FC236}">
                <a16:creationId xmlns:a16="http://schemas.microsoft.com/office/drawing/2014/main" id="{0CDD96B9-695B-7AE5-C5E5-91B353BD9321}"/>
              </a:ext>
            </a:extLst>
          </p:cNvPr>
          <p:cNvSpPr/>
          <p:nvPr/>
        </p:nvSpPr>
        <p:spPr>
          <a:xfrm>
            <a:off x="2881403" y="1362452"/>
            <a:ext cx="2004015" cy="1326335"/>
          </a:xfrm>
          <a:custGeom>
            <a:avLst/>
            <a:gdLst>
              <a:gd name="csX0" fmla="*/ 0 w 2004015"/>
              <a:gd name="csY0" fmla="*/ 1326336 h 1326335"/>
              <a:gd name="csX1" fmla="*/ 2006 w 2004015"/>
              <a:gd name="csY1" fmla="*/ 1326336 h 1326335"/>
              <a:gd name="csX2" fmla="*/ 4012 w 2004015"/>
              <a:gd name="csY2" fmla="*/ 1326336 h 1326335"/>
              <a:gd name="csX3" fmla="*/ 6018 w 2004015"/>
              <a:gd name="csY3" fmla="*/ 1326336 h 1326335"/>
              <a:gd name="csX4" fmla="*/ 8023 w 2004015"/>
              <a:gd name="csY4" fmla="*/ 1326336 h 1326335"/>
              <a:gd name="csX5" fmla="*/ 10030 w 2004015"/>
              <a:gd name="csY5" fmla="*/ 1326336 h 1326335"/>
              <a:gd name="csX6" fmla="*/ 12035 w 2004015"/>
              <a:gd name="csY6" fmla="*/ 1326336 h 1326335"/>
              <a:gd name="csX7" fmla="*/ 14042 w 2004015"/>
              <a:gd name="csY7" fmla="*/ 1326336 h 1326335"/>
              <a:gd name="csX8" fmla="*/ 16048 w 2004015"/>
              <a:gd name="csY8" fmla="*/ 1326336 h 1326335"/>
              <a:gd name="csX9" fmla="*/ 18054 w 2004015"/>
              <a:gd name="csY9" fmla="*/ 1326336 h 1326335"/>
              <a:gd name="csX10" fmla="*/ 20060 w 2004015"/>
              <a:gd name="csY10" fmla="*/ 1326336 h 1326335"/>
              <a:gd name="csX11" fmla="*/ 22065 w 2004015"/>
              <a:gd name="csY11" fmla="*/ 1326336 h 1326335"/>
              <a:gd name="csX12" fmla="*/ 24072 w 2004015"/>
              <a:gd name="csY12" fmla="*/ 1326336 h 1326335"/>
              <a:gd name="csX13" fmla="*/ 26078 w 2004015"/>
              <a:gd name="csY13" fmla="*/ 1326336 h 1326335"/>
              <a:gd name="csX14" fmla="*/ 28084 w 2004015"/>
              <a:gd name="csY14" fmla="*/ 1326336 h 1326335"/>
              <a:gd name="csX15" fmla="*/ 30090 w 2004015"/>
              <a:gd name="csY15" fmla="*/ 1326336 h 1326335"/>
              <a:gd name="csX16" fmla="*/ 32096 w 2004015"/>
              <a:gd name="csY16" fmla="*/ 1326336 h 1326335"/>
              <a:gd name="csX17" fmla="*/ 34102 w 2004015"/>
              <a:gd name="csY17" fmla="*/ 1326336 h 1326335"/>
              <a:gd name="csX18" fmla="*/ 36108 w 2004015"/>
              <a:gd name="csY18" fmla="*/ 1326336 h 1326335"/>
              <a:gd name="csX19" fmla="*/ 38114 w 2004015"/>
              <a:gd name="csY19" fmla="*/ 1326336 h 1326335"/>
              <a:gd name="csX20" fmla="*/ 40120 w 2004015"/>
              <a:gd name="csY20" fmla="*/ 1326336 h 1326335"/>
              <a:gd name="csX21" fmla="*/ 42126 w 2004015"/>
              <a:gd name="csY21" fmla="*/ 1326336 h 1326335"/>
              <a:gd name="csX22" fmla="*/ 44132 w 2004015"/>
              <a:gd name="csY22" fmla="*/ 1326336 h 1326335"/>
              <a:gd name="csX23" fmla="*/ 46138 w 2004015"/>
              <a:gd name="csY23" fmla="*/ 1326336 h 1326335"/>
              <a:gd name="csX24" fmla="*/ 48144 w 2004015"/>
              <a:gd name="csY24" fmla="*/ 1326336 h 1326335"/>
              <a:gd name="csX25" fmla="*/ 50151 w 2004015"/>
              <a:gd name="csY25" fmla="*/ 1326336 h 1326335"/>
              <a:gd name="csX26" fmla="*/ 52156 w 2004015"/>
              <a:gd name="csY26" fmla="*/ 1326336 h 1326335"/>
              <a:gd name="csX27" fmla="*/ 54162 w 2004015"/>
              <a:gd name="csY27" fmla="*/ 1326336 h 1326335"/>
              <a:gd name="csX28" fmla="*/ 56168 w 2004015"/>
              <a:gd name="csY28" fmla="*/ 1326336 h 1326335"/>
              <a:gd name="csX29" fmla="*/ 58174 w 2004015"/>
              <a:gd name="csY29" fmla="*/ 1326336 h 1326335"/>
              <a:gd name="csX30" fmla="*/ 60181 w 2004015"/>
              <a:gd name="csY30" fmla="*/ 1326336 h 1326335"/>
              <a:gd name="csX31" fmla="*/ 62186 w 2004015"/>
              <a:gd name="csY31" fmla="*/ 1326336 h 1326335"/>
              <a:gd name="csX32" fmla="*/ 64193 w 2004015"/>
              <a:gd name="csY32" fmla="*/ 1326336 h 1326335"/>
              <a:gd name="csX33" fmla="*/ 66198 w 2004015"/>
              <a:gd name="csY33" fmla="*/ 1326336 h 1326335"/>
              <a:gd name="csX34" fmla="*/ 68204 w 2004015"/>
              <a:gd name="csY34" fmla="*/ 1326336 h 1326335"/>
              <a:gd name="csX35" fmla="*/ 70210 w 2004015"/>
              <a:gd name="csY35" fmla="*/ 1326336 h 1326335"/>
              <a:gd name="csX36" fmla="*/ 72216 w 2004015"/>
              <a:gd name="csY36" fmla="*/ 1326336 h 1326335"/>
              <a:gd name="csX37" fmla="*/ 74223 w 2004015"/>
              <a:gd name="csY37" fmla="*/ 1326336 h 1326335"/>
              <a:gd name="csX38" fmla="*/ 76228 w 2004015"/>
              <a:gd name="csY38" fmla="*/ 1326336 h 1326335"/>
              <a:gd name="csX39" fmla="*/ 78235 w 2004015"/>
              <a:gd name="csY39" fmla="*/ 1326336 h 1326335"/>
              <a:gd name="csX40" fmla="*/ 80240 w 2004015"/>
              <a:gd name="csY40" fmla="*/ 1326336 h 1326335"/>
              <a:gd name="csX41" fmla="*/ 82246 w 2004015"/>
              <a:gd name="csY41" fmla="*/ 1326336 h 1326335"/>
              <a:gd name="csX42" fmla="*/ 84253 w 2004015"/>
              <a:gd name="csY42" fmla="*/ 1326336 h 1326335"/>
              <a:gd name="csX43" fmla="*/ 86258 w 2004015"/>
              <a:gd name="csY43" fmla="*/ 1326325 h 1326335"/>
              <a:gd name="csX44" fmla="*/ 88265 w 2004015"/>
              <a:gd name="csY44" fmla="*/ 1326325 h 1326335"/>
              <a:gd name="csX45" fmla="*/ 90270 w 2004015"/>
              <a:gd name="csY45" fmla="*/ 1326325 h 1326335"/>
              <a:gd name="csX46" fmla="*/ 92277 w 2004015"/>
              <a:gd name="csY46" fmla="*/ 1326325 h 1326335"/>
              <a:gd name="csX47" fmla="*/ 94283 w 2004015"/>
              <a:gd name="csY47" fmla="*/ 1326325 h 1326335"/>
              <a:gd name="csX48" fmla="*/ 96289 w 2004015"/>
              <a:gd name="csY48" fmla="*/ 1326325 h 1326335"/>
              <a:gd name="csX49" fmla="*/ 98295 w 2004015"/>
              <a:gd name="csY49" fmla="*/ 1326315 h 1326335"/>
              <a:gd name="csX50" fmla="*/ 100300 w 2004015"/>
              <a:gd name="csY50" fmla="*/ 1326315 h 1326335"/>
              <a:gd name="csX51" fmla="*/ 102307 w 2004015"/>
              <a:gd name="csY51" fmla="*/ 1326315 h 1326335"/>
              <a:gd name="csX52" fmla="*/ 104312 w 2004015"/>
              <a:gd name="csY52" fmla="*/ 1326315 h 1326335"/>
              <a:gd name="csX53" fmla="*/ 106319 w 2004015"/>
              <a:gd name="csY53" fmla="*/ 1326304 h 1326335"/>
              <a:gd name="csX54" fmla="*/ 108325 w 2004015"/>
              <a:gd name="csY54" fmla="*/ 1326304 h 1326335"/>
              <a:gd name="csX55" fmla="*/ 110331 w 2004015"/>
              <a:gd name="csY55" fmla="*/ 1326294 h 1326335"/>
              <a:gd name="csX56" fmla="*/ 112337 w 2004015"/>
              <a:gd name="csY56" fmla="*/ 1326294 h 1326335"/>
              <a:gd name="csX57" fmla="*/ 114342 w 2004015"/>
              <a:gd name="csY57" fmla="*/ 1326283 h 1326335"/>
              <a:gd name="csX58" fmla="*/ 116349 w 2004015"/>
              <a:gd name="csY58" fmla="*/ 1326283 h 1326335"/>
              <a:gd name="csX59" fmla="*/ 118355 w 2004015"/>
              <a:gd name="csY59" fmla="*/ 1326272 h 1326335"/>
              <a:gd name="csX60" fmla="*/ 120361 w 2004015"/>
              <a:gd name="csY60" fmla="*/ 1326262 h 1326335"/>
              <a:gd name="csX61" fmla="*/ 122367 w 2004015"/>
              <a:gd name="csY61" fmla="*/ 1326251 h 1326335"/>
              <a:gd name="csX62" fmla="*/ 124373 w 2004015"/>
              <a:gd name="csY62" fmla="*/ 1326241 h 1326335"/>
              <a:gd name="csX63" fmla="*/ 126379 w 2004015"/>
              <a:gd name="csY63" fmla="*/ 1326230 h 1326335"/>
              <a:gd name="csX64" fmla="*/ 128386 w 2004015"/>
              <a:gd name="csY64" fmla="*/ 1326220 h 1326335"/>
              <a:gd name="csX65" fmla="*/ 130391 w 2004015"/>
              <a:gd name="csY65" fmla="*/ 1326198 h 1326335"/>
              <a:gd name="csX66" fmla="*/ 132397 w 2004015"/>
              <a:gd name="csY66" fmla="*/ 1326188 h 1326335"/>
              <a:gd name="csX67" fmla="*/ 134403 w 2004015"/>
              <a:gd name="csY67" fmla="*/ 1326167 h 1326335"/>
              <a:gd name="csX68" fmla="*/ 136409 w 2004015"/>
              <a:gd name="csY68" fmla="*/ 1326145 h 1326335"/>
              <a:gd name="csX69" fmla="*/ 138415 w 2004015"/>
              <a:gd name="csY69" fmla="*/ 1326124 h 1326335"/>
              <a:gd name="csX70" fmla="*/ 140421 w 2004015"/>
              <a:gd name="csY70" fmla="*/ 1326093 h 1326335"/>
              <a:gd name="csX71" fmla="*/ 142428 w 2004015"/>
              <a:gd name="csY71" fmla="*/ 1326071 h 1326335"/>
              <a:gd name="csX72" fmla="*/ 144433 w 2004015"/>
              <a:gd name="csY72" fmla="*/ 1326040 h 1326335"/>
              <a:gd name="csX73" fmla="*/ 146439 w 2004015"/>
              <a:gd name="csY73" fmla="*/ 1325997 h 1326335"/>
              <a:gd name="csX74" fmla="*/ 148445 w 2004015"/>
              <a:gd name="csY74" fmla="*/ 1325966 h 1326335"/>
              <a:gd name="csX75" fmla="*/ 150451 w 2004015"/>
              <a:gd name="csY75" fmla="*/ 1325923 h 1326335"/>
              <a:gd name="csX76" fmla="*/ 152458 w 2004015"/>
              <a:gd name="csY76" fmla="*/ 1325870 h 1326335"/>
              <a:gd name="csX77" fmla="*/ 154463 w 2004015"/>
              <a:gd name="csY77" fmla="*/ 1325817 h 1326335"/>
              <a:gd name="csX78" fmla="*/ 156470 w 2004015"/>
              <a:gd name="csY78" fmla="*/ 1325765 h 1326335"/>
              <a:gd name="csX79" fmla="*/ 158475 w 2004015"/>
              <a:gd name="csY79" fmla="*/ 1325701 h 1326335"/>
              <a:gd name="csX80" fmla="*/ 160481 w 2004015"/>
              <a:gd name="csY80" fmla="*/ 1325627 h 1326335"/>
              <a:gd name="csX81" fmla="*/ 162487 w 2004015"/>
              <a:gd name="csY81" fmla="*/ 1325542 h 1326335"/>
              <a:gd name="csX82" fmla="*/ 164493 w 2004015"/>
              <a:gd name="csY82" fmla="*/ 1325458 h 1326335"/>
              <a:gd name="csX83" fmla="*/ 166500 w 2004015"/>
              <a:gd name="csY83" fmla="*/ 1325362 h 1326335"/>
              <a:gd name="csX84" fmla="*/ 168505 w 2004015"/>
              <a:gd name="csY84" fmla="*/ 1325257 h 1326335"/>
              <a:gd name="csX85" fmla="*/ 170512 w 2004015"/>
              <a:gd name="csY85" fmla="*/ 1325151 h 1326335"/>
              <a:gd name="csX86" fmla="*/ 172517 w 2004015"/>
              <a:gd name="csY86" fmla="*/ 1325024 h 1326335"/>
              <a:gd name="csX87" fmla="*/ 174524 w 2004015"/>
              <a:gd name="csY87" fmla="*/ 1324886 h 1326335"/>
              <a:gd name="csX88" fmla="*/ 176530 w 2004015"/>
              <a:gd name="csY88" fmla="*/ 1324727 h 1326335"/>
              <a:gd name="csX89" fmla="*/ 178535 w 2004015"/>
              <a:gd name="csY89" fmla="*/ 1324569 h 1326335"/>
              <a:gd name="csX90" fmla="*/ 180542 w 2004015"/>
              <a:gd name="csY90" fmla="*/ 1324389 h 1326335"/>
              <a:gd name="csX91" fmla="*/ 182547 w 2004015"/>
              <a:gd name="csY91" fmla="*/ 1324188 h 1326335"/>
              <a:gd name="csX92" fmla="*/ 184554 w 2004015"/>
              <a:gd name="csY92" fmla="*/ 1323965 h 1326335"/>
              <a:gd name="csX93" fmla="*/ 186559 w 2004015"/>
              <a:gd name="csY93" fmla="*/ 1323732 h 1326335"/>
              <a:gd name="csX94" fmla="*/ 188566 w 2004015"/>
              <a:gd name="csY94" fmla="*/ 1323478 h 1326335"/>
              <a:gd name="csX95" fmla="*/ 190572 w 2004015"/>
              <a:gd name="csY95" fmla="*/ 1323193 h 1326335"/>
              <a:gd name="csX96" fmla="*/ 192577 w 2004015"/>
              <a:gd name="csY96" fmla="*/ 1322886 h 1326335"/>
              <a:gd name="csX97" fmla="*/ 194584 w 2004015"/>
              <a:gd name="csY97" fmla="*/ 1322558 h 1326335"/>
              <a:gd name="csX98" fmla="*/ 196589 w 2004015"/>
              <a:gd name="csY98" fmla="*/ 1322198 h 1326335"/>
              <a:gd name="csX99" fmla="*/ 198596 w 2004015"/>
              <a:gd name="csY99" fmla="*/ 1321806 h 1326335"/>
              <a:gd name="csX100" fmla="*/ 200602 w 2004015"/>
              <a:gd name="csY100" fmla="*/ 1321372 h 1326335"/>
              <a:gd name="csX101" fmla="*/ 202608 w 2004015"/>
              <a:gd name="csY101" fmla="*/ 1320917 h 1326335"/>
              <a:gd name="csX102" fmla="*/ 204614 w 2004015"/>
              <a:gd name="csY102" fmla="*/ 1320409 h 1326335"/>
              <a:gd name="csX103" fmla="*/ 206619 w 2004015"/>
              <a:gd name="csY103" fmla="*/ 1319869 h 1326335"/>
              <a:gd name="csX104" fmla="*/ 208626 w 2004015"/>
              <a:gd name="csY104" fmla="*/ 1319287 h 1326335"/>
              <a:gd name="csX105" fmla="*/ 210631 w 2004015"/>
              <a:gd name="csY105" fmla="*/ 1318652 h 1326335"/>
              <a:gd name="csX106" fmla="*/ 212638 w 2004015"/>
              <a:gd name="csY106" fmla="*/ 1317975 h 1326335"/>
              <a:gd name="csX107" fmla="*/ 214644 w 2004015"/>
              <a:gd name="csY107" fmla="*/ 1317234 h 1326335"/>
              <a:gd name="csX108" fmla="*/ 216650 w 2004015"/>
              <a:gd name="csY108" fmla="*/ 1316440 h 1326335"/>
              <a:gd name="csX109" fmla="*/ 218656 w 2004015"/>
              <a:gd name="csY109" fmla="*/ 1315583 h 1326335"/>
              <a:gd name="csX110" fmla="*/ 220662 w 2004015"/>
              <a:gd name="csY110" fmla="*/ 1314662 h 1326335"/>
              <a:gd name="csX111" fmla="*/ 222668 w 2004015"/>
              <a:gd name="csY111" fmla="*/ 1313668 h 1326335"/>
              <a:gd name="csX112" fmla="*/ 224674 w 2004015"/>
              <a:gd name="csY112" fmla="*/ 1312599 h 1326335"/>
              <a:gd name="csX113" fmla="*/ 226680 w 2004015"/>
              <a:gd name="csY113" fmla="*/ 1311456 h 1326335"/>
              <a:gd name="csX114" fmla="*/ 228686 w 2004015"/>
              <a:gd name="csY114" fmla="*/ 1310239 h 1326335"/>
              <a:gd name="csX115" fmla="*/ 230692 w 2004015"/>
              <a:gd name="csY115" fmla="*/ 1308916 h 1326335"/>
              <a:gd name="csX116" fmla="*/ 232698 w 2004015"/>
              <a:gd name="csY116" fmla="*/ 1307519 h 1326335"/>
              <a:gd name="csX117" fmla="*/ 234705 w 2004015"/>
              <a:gd name="csY117" fmla="*/ 1306005 h 1326335"/>
              <a:gd name="csX118" fmla="*/ 236710 w 2004015"/>
              <a:gd name="csY118" fmla="*/ 1304396 h 1326335"/>
              <a:gd name="csX119" fmla="*/ 238716 w 2004015"/>
              <a:gd name="csY119" fmla="*/ 1302682 h 1326335"/>
              <a:gd name="csX120" fmla="*/ 240722 w 2004015"/>
              <a:gd name="csY120" fmla="*/ 1300851 h 1326335"/>
              <a:gd name="csX121" fmla="*/ 242728 w 2004015"/>
              <a:gd name="csY121" fmla="*/ 1298893 h 1326335"/>
              <a:gd name="csX122" fmla="*/ 244735 w 2004015"/>
              <a:gd name="csY122" fmla="*/ 1296808 h 1326335"/>
              <a:gd name="csX123" fmla="*/ 246740 w 2004015"/>
              <a:gd name="csY123" fmla="*/ 1294596 h 1326335"/>
              <a:gd name="csX124" fmla="*/ 248747 w 2004015"/>
              <a:gd name="csY124" fmla="*/ 1292236 h 1326335"/>
              <a:gd name="csX125" fmla="*/ 250752 w 2004015"/>
              <a:gd name="csY125" fmla="*/ 1289728 h 1326335"/>
              <a:gd name="csX126" fmla="*/ 252759 w 2004015"/>
              <a:gd name="csY126" fmla="*/ 1287071 h 1326335"/>
              <a:gd name="csX127" fmla="*/ 254764 w 2004015"/>
              <a:gd name="csY127" fmla="*/ 1284246 h 1326335"/>
              <a:gd name="csX128" fmla="*/ 256770 w 2004015"/>
              <a:gd name="csY128" fmla="*/ 1281251 h 1326335"/>
              <a:gd name="csX129" fmla="*/ 258777 w 2004015"/>
              <a:gd name="csY129" fmla="*/ 1278086 h 1326335"/>
              <a:gd name="csX130" fmla="*/ 260782 w 2004015"/>
              <a:gd name="csY130" fmla="*/ 1274742 h 1326335"/>
              <a:gd name="csX131" fmla="*/ 262789 w 2004015"/>
              <a:gd name="csY131" fmla="*/ 1271196 h 1326335"/>
              <a:gd name="csX132" fmla="*/ 264794 w 2004015"/>
              <a:gd name="csY132" fmla="*/ 1267460 h 1326335"/>
              <a:gd name="csX133" fmla="*/ 266801 w 2004015"/>
              <a:gd name="csY133" fmla="*/ 1263513 h 1326335"/>
              <a:gd name="csX134" fmla="*/ 268807 w 2004015"/>
              <a:gd name="csY134" fmla="*/ 1259353 h 1326335"/>
              <a:gd name="csX135" fmla="*/ 270812 w 2004015"/>
              <a:gd name="csY135" fmla="*/ 1254972 h 1326335"/>
              <a:gd name="csX136" fmla="*/ 272819 w 2004015"/>
              <a:gd name="csY136" fmla="*/ 1250358 h 1326335"/>
              <a:gd name="csX137" fmla="*/ 274824 w 2004015"/>
              <a:gd name="csY137" fmla="*/ 1245510 h 1326335"/>
              <a:gd name="csX138" fmla="*/ 276831 w 2004015"/>
              <a:gd name="csY138" fmla="*/ 1240420 h 1326335"/>
              <a:gd name="csX139" fmla="*/ 278836 w 2004015"/>
              <a:gd name="csY139" fmla="*/ 1235075 h 1326335"/>
              <a:gd name="csX140" fmla="*/ 280843 w 2004015"/>
              <a:gd name="csY140" fmla="*/ 1229476 h 1326335"/>
              <a:gd name="csX141" fmla="*/ 282849 w 2004015"/>
              <a:gd name="csY141" fmla="*/ 1223603 h 1326335"/>
              <a:gd name="csX142" fmla="*/ 284854 w 2004015"/>
              <a:gd name="csY142" fmla="*/ 1217464 h 1326335"/>
              <a:gd name="csX143" fmla="*/ 286861 w 2004015"/>
              <a:gd name="csY143" fmla="*/ 1211040 h 1326335"/>
              <a:gd name="csX144" fmla="*/ 288866 w 2004015"/>
              <a:gd name="csY144" fmla="*/ 1204320 h 1326335"/>
              <a:gd name="csX145" fmla="*/ 290873 w 2004015"/>
              <a:gd name="csY145" fmla="*/ 1197313 h 1326335"/>
              <a:gd name="csX146" fmla="*/ 292879 w 2004015"/>
              <a:gd name="csY146" fmla="*/ 1190011 h 1326335"/>
              <a:gd name="csX147" fmla="*/ 294885 w 2004015"/>
              <a:gd name="csY147" fmla="*/ 1182401 h 1326335"/>
              <a:gd name="csX148" fmla="*/ 296891 w 2004015"/>
              <a:gd name="csY148" fmla="*/ 1174485 h 1326335"/>
              <a:gd name="csX149" fmla="*/ 298897 w 2004015"/>
              <a:gd name="csY149" fmla="*/ 1166251 h 1326335"/>
              <a:gd name="csX150" fmla="*/ 300903 w 2004015"/>
              <a:gd name="csY150" fmla="*/ 1157689 h 1326335"/>
              <a:gd name="csX151" fmla="*/ 302908 w 2004015"/>
              <a:gd name="csY151" fmla="*/ 1148820 h 1326335"/>
              <a:gd name="csX152" fmla="*/ 304915 w 2004015"/>
              <a:gd name="csY152" fmla="*/ 1139613 h 1326335"/>
              <a:gd name="csX153" fmla="*/ 306921 w 2004015"/>
              <a:gd name="csY153" fmla="*/ 1130077 h 1326335"/>
              <a:gd name="csX154" fmla="*/ 308927 w 2004015"/>
              <a:gd name="csY154" fmla="*/ 1120213 h 1326335"/>
              <a:gd name="csX155" fmla="*/ 310933 w 2004015"/>
              <a:gd name="csY155" fmla="*/ 1110011 h 1326335"/>
              <a:gd name="csX156" fmla="*/ 312939 w 2004015"/>
              <a:gd name="csY156" fmla="*/ 1099480 h 1326335"/>
              <a:gd name="csX157" fmla="*/ 314945 w 2004015"/>
              <a:gd name="csY157" fmla="*/ 1088611 h 1326335"/>
              <a:gd name="csX158" fmla="*/ 316951 w 2004015"/>
              <a:gd name="csY158" fmla="*/ 1077414 h 1326335"/>
              <a:gd name="csX159" fmla="*/ 318957 w 2004015"/>
              <a:gd name="csY159" fmla="*/ 1065878 h 1326335"/>
              <a:gd name="csX160" fmla="*/ 320963 w 2004015"/>
              <a:gd name="csY160" fmla="*/ 1054014 h 1326335"/>
              <a:gd name="csX161" fmla="*/ 322969 w 2004015"/>
              <a:gd name="csY161" fmla="*/ 1041832 h 1326335"/>
              <a:gd name="csX162" fmla="*/ 324975 w 2004015"/>
              <a:gd name="csY162" fmla="*/ 1029323 h 1326335"/>
              <a:gd name="csX163" fmla="*/ 326982 w 2004015"/>
              <a:gd name="csY163" fmla="*/ 1016495 h 1326335"/>
              <a:gd name="csX164" fmla="*/ 328987 w 2004015"/>
              <a:gd name="csY164" fmla="*/ 1003361 h 1326335"/>
              <a:gd name="csX165" fmla="*/ 330993 w 2004015"/>
              <a:gd name="csY165" fmla="*/ 989920 h 1326335"/>
              <a:gd name="csX166" fmla="*/ 332999 w 2004015"/>
              <a:gd name="csY166" fmla="*/ 976183 h 1326335"/>
              <a:gd name="csX167" fmla="*/ 335005 w 2004015"/>
              <a:gd name="csY167" fmla="*/ 962160 h 1326335"/>
              <a:gd name="csX168" fmla="*/ 337011 w 2004015"/>
              <a:gd name="csY168" fmla="*/ 947860 h 1326335"/>
              <a:gd name="csX169" fmla="*/ 339017 w 2004015"/>
              <a:gd name="csY169" fmla="*/ 933293 h 1326335"/>
              <a:gd name="csX170" fmla="*/ 341024 w 2004015"/>
              <a:gd name="csY170" fmla="*/ 918473 h 1326335"/>
              <a:gd name="csX171" fmla="*/ 343029 w 2004015"/>
              <a:gd name="csY171" fmla="*/ 903411 h 1326335"/>
              <a:gd name="csX172" fmla="*/ 345036 w 2004015"/>
              <a:gd name="csY172" fmla="*/ 888123 h 1326335"/>
              <a:gd name="csX173" fmla="*/ 347041 w 2004015"/>
              <a:gd name="csY173" fmla="*/ 872623 h 1326335"/>
              <a:gd name="csX174" fmla="*/ 349047 w 2004015"/>
              <a:gd name="csY174" fmla="*/ 856927 h 1326335"/>
              <a:gd name="csX175" fmla="*/ 351054 w 2004015"/>
              <a:gd name="csY175" fmla="*/ 841053 h 1326335"/>
              <a:gd name="csX176" fmla="*/ 353059 w 2004015"/>
              <a:gd name="csY176" fmla="*/ 825018 h 1326335"/>
              <a:gd name="csX177" fmla="*/ 355066 w 2004015"/>
              <a:gd name="csY177" fmla="*/ 808841 h 1326335"/>
              <a:gd name="csX178" fmla="*/ 357071 w 2004015"/>
              <a:gd name="csY178" fmla="*/ 792544 h 1326335"/>
              <a:gd name="csX179" fmla="*/ 359078 w 2004015"/>
              <a:gd name="csY179" fmla="*/ 776146 h 1326335"/>
              <a:gd name="csX180" fmla="*/ 361083 w 2004015"/>
              <a:gd name="csY180" fmla="*/ 759668 h 1326335"/>
              <a:gd name="csX181" fmla="*/ 363089 w 2004015"/>
              <a:gd name="csY181" fmla="*/ 743135 h 1326335"/>
              <a:gd name="csX182" fmla="*/ 365096 w 2004015"/>
              <a:gd name="csY182" fmla="*/ 726569 h 1326335"/>
              <a:gd name="csX183" fmla="*/ 367101 w 2004015"/>
              <a:gd name="csY183" fmla="*/ 709993 h 1326335"/>
              <a:gd name="csX184" fmla="*/ 369108 w 2004015"/>
              <a:gd name="csY184" fmla="*/ 693433 h 1326335"/>
              <a:gd name="csX185" fmla="*/ 371113 w 2004015"/>
              <a:gd name="csY185" fmla="*/ 676914 h 1326335"/>
              <a:gd name="csX186" fmla="*/ 373120 w 2004015"/>
              <a:gd name="csY186" fmla="*/ 660464 h 1326335"/>
              <a:gd name="csX187" fmla="*/ 375126 w 2004015"/>
              <a:gd name="csY187" fmla="*/ 644105 h 1326335"/>
              <a:gd name="csX188" fmla="*/ 377132 w 2004015"/>
              <a:gd name="csY188" fmla="*/ 627867 h 1326335"/>
              <a:gd name="csX189" fmla="*/ 379138 w 2004015"/>
              <a:gd name="csY189" fmla="*/ 611777 h 1326335"/>
              <a:gd name="csX190" fmla="*/ 381143 w 2004015"/>
              <a:gd name="csY190" fmla="*/ 595860 h 1326335"/>
              <a:gd name="csX191" fmla="*/ 383150 w 2004015"/>
              <a:gd name="csY191" fmla="*/ 580146 h 1326335"/>
              <a:gd name="csX192" fmla="*/ 385156 w 2004015"/>
              <a:gd name="csY192" fmla="*/ 564661 h 1326335"/>
              <a:gd name="csX193" fmla="*/ 387162 w 2004015"/>
              <a:gd name="csY193" fmla="*/ 549435 h 1326335"/>
              <a:gd name="csX194" fmla="*/ 389168 w 2004015"/>
              <a:gd name="csY194" fmla="*/ 534492 h 1326335"/>
              <a:gd name="csX195" fmla="*/ 391174 w 2004015"/>
              <a:gd name="csY195" fmla="*/ 519863 h 1326335"/>
              <a:gd name="csX196" fmla="*/ 393180 w 2004015"/>
              <a:gd name="csY196" fmla="*/ 505573 h 1326335"/>
              <a:gd name="csX197" fmla="*/ 395185 w 2004015"/>
              <a:gd name="csY197" fmla="*/ 491649 h 1326335"/>
              <a:gd name="csX198" fmla="*/ 397192 w 2004015"/>
              <a:gd name="csY198" fmla="*/ 478118 h 1326335"/>
              <a:gd name="csX199" fmla="*/ 399198 w 2004015"/>
              <a:gd name="csY199" fmla="*/ 465007 h 1326335"/>
              <a:gd name="csX200" fmla="*/ 401204 w 2004015"/>
              <a:gd name="csY200" fmla="*/ 452338 h 1326335"/>
              <a:gd name="csX201" fmla="*/ 403210 w 2004015"/>
              <a:gd name="csY201" fmla="*/ 440139 h 1326335"/>
              <a:gd name="csX202" fmla="*/ 405216 w 2004015"/>
              <a:gd name="csY202" fmla="*/ 428431 h 1326335"/>
              <a:gd name="csX203" fmla="*/ 407222 w 2004015"/>
              <a:gd name="csY203" fmla="*/ 417239 h 1326335"/>
              <a:gd name="csX204" fmla="*/ 409228 w 2004015"/>
              <a:gd name="csY204" fmla="*/ 406585 h 1326335"/>
              <a:gd name="csX205" fmla="*/ 411234 w 2004015"/>
              <a:gd name="csY205" fmla="*/ 396488 h 1326335"/>
              <a:gd name="csX206" fmla="*/ 413240 w 2004015"/>
              <a:gd name="csY206" fmla="*/ 386970 h 1326335"/>
              <a:gd name="csX207" fmla="*/ 415246 w 2004015"/>
              <a:gd name="csY207" fmla="*/ 378048 h 1326335"/>
              <a:gd name="csX208" fmla="*/ 417252 w 2004015"/>
              <a:gd name="csY208" fmla="*/ 369740 h 1326335"/>
              <a:gd name="csX209" fmla="*/ 419259 w 2004015"/>
              <a:gd name="csY209" fmla="*/ 362063 h 1326335"/>
              <a:gd name="csX210" fmla="*/ 421264 w 2004015"/>
              <a:gd name="csY210" fmla="*/ 355029 h 1326335"/>
              <a:gd name="csX211" fmla="*/ 423271 w 2004015"/>
              <a:gd name="csY211" fmla="*/ 348653 h 1326335"/>
              <a:gd name="csX212" fmla="*/ 425276 w 2004015"/>
              <a:gd name="csY212" fmla="*/ 342947 h 1326335"/>
              <a:gd name="csX213" fmla="*/ 427282 w 2004015"/>
              <a:gd name="csY213" fmla="*/ 337921 h 1326335"/>
              <a:gd name="csX214" fmla="*/ 429288 w 2004015"/>
              <a:gd name="csY214" fmla="*/ 333582 h 1326335"/>
              <a:gd name="csX215" fmla="*/ 431294 w 2004015"/>
              <a:gd name="csY215" fmla="*/ 329938 h 1326335"/>
              <a:gd name="csX216" fmla="*/ 433301 w 2004015"/>
              <a:gd name="csY216" fmla="*/ 326993 h 1326335"/>
              <a:gd name="csX217" fmla="*/ 435306 w 2004015"/>
              <a:gd name="csY217" fmla="*/ 324753 h 1326335"/>
              <a:gd name="csX218" fmla="*/ 437313 w 2004015"/>
              <a:gd name="csY218" fmla="*/ 323217 h 1326335"/>
              <a:gd name="csX219" fmla="*/ 439318 w 2004015"/>
              <a:gd name="csY219" fmla="*/ 322387 h 1326335"/>
              <a:gd name="csX220" fmla="*/ 441324 w 2004015"/>
              <a:gd name="csY220" fmla="*/ 322260 h 1326335"/>
              <a:gd name="csX221" fmla="*/ 443331 w 2004015"/>
              <a:gd name="csY221" fmla="*/ 322833 h 1326335"/>
              <a:gd name="csX222" fmla="*/ 445336 w 2004015"/>
              <a:gd name="csY222" fmla="*/ 324101 h 1326335"/>
              <a:gd name="csX223" fmla="*/ 447343 w 2004015"/>
              <a:gd name="csY223" fmla="*/ 326057 h 1326335"/>
              <a:gd name="csX224" fmla="*/ 449348 w 2004015"/>
              <a:gd name="csY224" fmla="*/ 328692 h 1326335"/>
              <a:gd name="csX225" fmla="*/ 451355 w 2004015"/>
              <a:gd name="csY225" fmla="*/ 331995 h 1326335"/>
              <a:gd name="csX226" fmla="*/ 453360 w 2004015"/>
              <a:gd name="csY226" fmla="*/ 335955 h 1326335"/>
              <a:gd name="csX227" fmla="*/ 455366 w 2004015"/>
              <a:gd name="csY227" fmla="*/ 340559 h 1326335"/>
              <a:gd name="csX228" fmla="*/ 457373 w 2004015"/>
              <a:gd name="csY228" fmla="*/ 345791 h 1326335"/>
              <a:gd name="csX229" fmla="*/ 459378 w 2004015"/>
              <a:gd name="csY229" fmla="*/ 351634 h 1326335"/>
              <a:gd name="csX230" fmla="*/ 461385 w 2004015"/>
              <a:gd name="csY230" fmla="*/ 358071 h 1326335"/>
              <a:gd name="csX231" fmla="*/ 463390 w 2004015"/>
              <a:gd name="csY231" fmla="*/ 365080 h 1326335"/>
              <a:gd name="csX232" fmla="*/ 465397 w 2004015"/>
              <a:gd name="csY232" fmla="*/ 372643 h 1326335"/>
              <a:gd name="csX233" fmla="*/ 467403 w 2004015"/>
              <a:gd name="csY233" fmla="*/ 380736 h 1326335"/>
              <a:gd name="csX234" fmla="*/ 469409 w 2004015"/>
              <a:gd name="csY234" fmla="*/ 389335 h 1326335"/>
              <a:gd name="csX235" fmla="*/ 471415 w 2004015"/>
              <a:gd name="csY235" fmla="*/ 398418 h 1326335"/>
              <a:gd name="csX236" fmla="*/ 473420 w 2004015"/>
              <a:gd name="csY236" fmla="*/ 407957 h 1326335"/>
              <a:gd name="csX237" fmla="*/ 475427 w 2004015"/>
              <a:gd name="csY237" fmla="*/ 417926 h 1326335"/>
              <a:gd name="csX238" fmla="*/ 477432 w 2004015"/>
              <a:gd name="csY238" fmla="*/ 428299 h 1326335"/>
              <a:gd name="csX239" fmla="*/ 479439 w 2004015"/>
              <a:gd name="csY239" fmla="*/ 439045 h 1326335"/>
              <a:gd name="csX240" fmla="*/ 481445 w 2004015"/>
              <a:gd name="csY240" fmla="*/ 450137 h 1326335"/>
              <a:gd name="csX241" fmla="*/ 483451 w 2004015"/>
              <a:gd name="csY241" fmla="*/ 461545 h 1326335"/>
              <a:gd name="csX242" fmla="*/ 485457 w 2004015"/>
              <a:gd name="csY242" fmla="*/ 473237 h 1326335"/>
              <a:gd name="csX243" fmla="*/ 487462 w 2004015"/>
              <a:gd name="csY243" fmla="*/ 485186 h 1326335"/>
              <a:gd name="csX244" fmla="*/ 489469 w 2004015"/>
              <a:gd name="csY244" fmla="*/ 497357 h 1326335"/>
              <a:gd name="csX245" fmla="*/ 491475 w 2004015"/>
              <a:gd name="csY245" fmla="*/ 509722 h 1326335"/>
              <a:gd name="csX246" fmla="*/ 493481 w 2004015"/>
              <a:gd name="csY246" fmla="*/ 522248 h 1326335"/>
              <a:gd name="csX247" fmla="*/ 495487 w 2004015"/>
              <a:gd name="csY247" fmla="*/ 534904 h 1326335"/>
              <a:gd name="csX248" fmla="*/ 497493 w 2004015"/>
              <a:gd name="csY248" fmla="*/ 547657 h 1326335"/>
              <a:gd name="csX249" fmla="*/ 499499 w 2004015"/>
              <a:gd name="csY249" fmla="*/ 560478 h 1326335"/>
              <a:gd name="csX250" fmla="*/ 501506 w 2004015"/>
              <a:gd name="csY250" fmla="*/ 573334 h 1326335"/>
              <a:gd name="csX251" fmla="*/ 503511 w 2004015"/>
              <a:gd name="csY251" fmla="*/ 586195 h 1326335"/>
              <a:gd name="csX252" fmla="*/ 505517 w 2004015"/>
              <a:gd name="csY252" fmla="*/ 599030 h 1326335"/>
              <a:gd name="csX253" fmla="*/ 507523 w 2004015"/>
              <a:gd name="csY253" fmla="*/ 611809 h 1326335"/>
              <a:gd name="csX254" fmla="*/ 509529 w 2004015"/>
              <a:gd name="csY254" fmla="*/ 624502 h 1326335"/>
              <a:gd name="csX255" fmla="*/ 511535 w 2004015"/>
              <a:gd name="csY255" fmla="*/ 637079 h 1326335"/>
              <a:gd name="csX256" fmla="*/ 513541 w 2004015"/>
              <a:gd name="csY256" fmla="*/ 649514 h 1326335"/>
              <a:gd name="csX257" fmla="*/ 515548 w 2004015"/>
              <a:gd name="csY257" fmla="*/ 661777 h 1326335"/>
              <a:gd name="csX258" fmla="*/ 517553 w 2004015"/>
              <a:gd name="csY258" fmla="*/ 673841 h 1326335"/>
              <a:gd name="csX259" fmla="*/ 519559 w 2004015"/>
              <a:gd name="csY259" fmla="*/ 685681 h 1326335"/>
              <a:gd name="csX260" fmla="*/ 521565 w 2004015"/>
              <a:gd name="csY260" fmla="*/ 697270 h 1326335"/>
              <a:gd name="csX261" fmla="*/ 523571 w 2004015"/>
              <a:gd name="csY261" fmla="*/ 708584 h 1326335"/>
              <a:gd name="csX262" fmla="*/ 525578 w 2004015"/>
              <a:gd name="csY262" fmla="*/ 719601 h 1326335"/>
              <a:gd name="csX263" fmla="*/ 527583 w 2004015"/>
              <a:gd name="csY263" fmla="*/ 730295 h 1326335"/>
              <a:gd name="csX264" fmla="*/ 529590 w 2004015"/>
              <a:gd name="csY264" fmla="*/ 740648 h 1326335"/>
              <a:gd name="csX265" fmla="*/ 531595 w 2004015"/>
              <a:gd name="csY265" fmla="*/ 750638 h 1326335"/>
              <a:gd name="csX266" fmla="*/ 533601 w 2004015"/>
              <a:gd name="csY266" fmla="*/ 760245 h 1326335"/>
              <a:gd name="csX267" fmla="*/ 535608 w 2004015"/>
              <a:gd name="csY267" fmla="*/ 769451 h 1326335"/>
              <a:gd name="csX268" fmla="*/ 537613 w 2004015"/>
              <a:gd name="csY268" fmla="*/ 778239 h 1326335"/>
              <a:gd name="csX269" fmla="*/ 539620 w 2004015"/>
              <a:gd name="csY269" fmla="*/ 786594 h 1326335"/>
              <a:gd name="csX270" fmla="*/ 541625 w 2004015"/>
              <a:gd name="csY270" fmla="*/ 794498 h 1326335"/>
              <a:gd name="csX271" fmla="*/ 543632 w 2004015"/>
              <a:gd name="csY271" fmla="*/ 801940 h 1326335"/>
              <a:gd name="csX272" fmla="*/ 545637 w 2004015"/>
              <a:gd name="csY272" fmla="*/ 808906 h 1326335"/>
              <a:gd name="csX273" fmla="*/ 547644 w 2004015"/>
              <a:gd name="csY273" fmla="*/ 815385 h 1326335"/>
              <a:gd name="csX274" fmla="*/ 549650 w 2004015"/>
              <a:gd name="csY274" fmla="*/ 821366 h 1326335"/>
              <a:gd name="csX275" fmla="*/ 551655 w 2004015"/>
              <a:gd name="csY275" fmla="*/ 826839 h 1326335"/>
              <a:gd name="csX276" fmla="*/ 553662 w 2004015"/>
              <a:gd name="csY276" fmla="*/ 831798 h 1326335"/>
              <a:gd name="csX277" fmla="*/ 555667 w 2004015"/>
              <a:gd name="csY277" fmla="*/ 836234 h 1326335"/>
              <a:gd name="csX278" fmla="*/ 557674 w 2004015"/>
              <a:gd name="csY278" fmla="*/ 840143 h 1326335"/>
              <a:gd name="csX279" fmla="*/ 559680 w 2004015"/>
              <a:gd name="csY279" fmla="*/ 843517 h 1326335"/>
              <a:gd name="csX280" fmla="*/ 561686 w 2004015"/>
              <a:gd name="csY280" fmla="*/ 846355 h 1326335"/>
              <a:gd name="csX281" fmla="*/ 563692 w 2004015"/>
              <a:gd name="csY281" fmla="*/ 848652 h 1326335"/>
              <a:gd name="csX282" fmla="*/ 565697 w 2004015"/>
              <a:gd name="csY282" fmla="*/ 850408 h 1326335"/>
              <a:gd name="csX283" fmla="*/ 567704 w 2004015"/>
              <a:gd name="csY283" fmla="*/ 851620 h 1326335"/>
              <a:gd name="csX284" fmla="*/ 569709 w 2004015"/>
              <a:gd name="csY284" fmla="*/ 852290 h 1326335"/>
              <a:gd name="csX285" fmla="*/ 571716 w 2004015"/>
              <a:gd name="csY285" fmla="*/ 852418 h 1326335"/>
              <a:gd name="csX286" fmla="*/ 573722 w 2004015"/>
              <a:gd name="csY286" fmla="*/ 852007 h 1326335"/>
              <a:gd name="csX287" fmla="*/ 575728 w 2004015"/>
              <a:gd name="csY287" fmla="*/ 851058 h 1326335"/>
              <a:gd name="csX288" fmla="*/ 577734 w 2004015"/>
              <a:gd name="csY288" fmla="*/ 849575 h 1326335"/>
              <a:gd name="csX289" fmla="*/ 579740 w 2004015"/>
              <a:gd name="csY289" fmla="*/ 847563 h 1326335"/>
              <a:gd name="csX290" fmla="*/ 581746 w 2004015"/>
              <a:gd name="csY290" fmla="*/ 845026 h 1326335"/>
              <a:gd name="csX291" fmla="*/ 583752 w 2004015"/>
              <a:gd name="csY291" fmla="*/ 841970 h 1326335"/>
              <a:gd name="csX292" fmla="*/ 585758 w 2004015"/>
              <a:gd name="csY292" fmla="*/ 838403 h 1326335"/>
              <a:gd name="csX293" fmla="*/ 587764 w 2004015"/>
              <a:gd name="csY293" fmla="*/ 834330 h 1326335"/>
              <a:gd name="csX294" fmla="*/ 589770 w 2004015"/>
              <a:gd name="csY294" fmla="*/ 829760 h 1326335"/>
              <a:gd name="csX295" fmla="*/ 591776 w 2004015"/>
              <a:gd name="csY295" fmla="*/ 824703 h 1326335"/>
              <a:gd name="csX296" fmla="*/ 593782 w 2004015"/>
              <a:gd name="csY296" fmla="*/ 819163 h 1326335"/>
              <a:gd name="csX297" fmla="*/ 595788 w 2004015"/>
              <a:gd name="csY297" fmla="*/ 813155 h 1326335"/>
              <a:gd name="csX298" fmla="*/ 597794 w 2004015"/>
              <a:gd name="csY298" fmla="*/ 806685 h 1326335"/>
              <a:gd name="csX299" fmla="*/ 599800 w 2004015"/>
              <a:gd name="csY299" fmla="*/ 799766 h 1326335"/>
              <a:gd name="csX300" fmla="*/ 601806 w 2004015"/>
              <a:gd name="csY300" fmla="*/ 792408 h 1326335"/>
              <a:gd name="csX301" fmla="*/ 603812 w 2004015"/>
              <a:gd name="csY301" fmla="*/ 784622 h 1326335"/>
              <a:gd name="csX302" fmla="*/ 605818 w 2004015"/>
              <a:gd name="csY302" fmla="*/ 776420 h 1326335"/>
              <a:gd name="csX303" fmla="*/ 607825 w 2004015"/>
              <a:gd name="csY303" fmla="*/ 767814 h 1326335"/>
              <a:gd name="csX304" fmla="*/ 609830 w 2004015"/>
              <a:gd name="csY304" fmla="*/ 758816 h 1326335"/>
              <a:gd name="csX305" fmla="*/ 611836 w 2004015"/>
              <a:gd name="csY305" fmla="*/ 749442 h 1326335"/>
              <a:gd name="csX306" fmla="*/ 613842 w 2004015"/>
              <a:gd name="csY306" fmla="*/ 739700 h 1326335"/>
              <a:gd name="csX307" fmla="*/ 615848 w 2004015"/>
              <a:gd name="csY307" fmla="*/ 729606 h 1326335"/>
              <a:gd name="csX308" fmla="*/ 617854 w 2004015"/>
              <a:gd name="csY308" fmla="*/ 719175 h 1326335"/>
              <a:gd name="csX309" fmla="*/ 619860 w 2004015"/>
              <a:gd name="csY309" fmla="*/ 708418 h 1326335"/>
              <a:gd name="csX310" fmla="*/ 621867 w 2004015"/>
              <a:gd name="csY310" fmla="*/ 697351 h 1326335"/>
              <a:gd name="csX311" fmla="*/ 623872 w 2004015"/>
              <a:gd name="csY311" fmla="*/ 685988 h 1326335"/>
              <a:gd name="csX312" fmla="*/ 625879 w 2004015"/>
              <a:gd name="csY312" fmla="*/ 674343 h 1326335"/>
              <a:gd name="csX313" fmla="*/ 627884 w 2004015"/>
              <a:gd name="csY313" fmla="*/ 662430 h 1326335"/>
              <a:gd name="csX314" fmla="*/ 629890 w 2004015"/>
              <a:gd name="csY314" fmla="*/ 650265 h 1326335"/>
              <a:gd name="csX315" fmla="*/ 631897 w 2004015"/>
              <a:gd name="csY315" fmla="*/ 637863 h 1326335"/>
              <a:gd name="csX316" fmla="*/ 633905 w 2004015"/>
              <a:gd name="csY316" fmla="*/ 625238 h 1326335"/>
              <a:gd name="csX317" fmla="*/ 635906 w 2004015"/>
              <a:gd name="csY317" fmla="*/ 612406 h 1326335"/>
              <a:gd name="csX318" fmla="*/ 637916 w 2004015"/>
              <a:gd name="csY318" fmla="*/ 599381 h 1326335"/>
              <a:gd name="csX319" fmla="*/ 639917 w 2004015"/>
              <a:gd name="csY319" fmla="*/ 586179 h 1326335"/>
              <a:gd name="csX320" fmla="*/ 641928 w 2004015"/>
              <a:gd name="csY320" fmla="*/ 572817 h 1326335"/>
              <a:gd name="csX321" fmla="*/ 643928 w 2004015"/>
              <a:gd name="csY321" fmla="*/ 559308 h 1326335"/>
              <a:gd name="csX322" fmla="*/ 645939 w 2004015"/>
              <a:gd name="csY322" fmla="*/ 545668 h 1326335"/>
              <a:gd name="csX323" fmla="*/ 647950 w 2004015"/>
              <a:gd name="csY323" fmla="*/ 531913 h 1326335"/>
              <a:gd name="csX324" fmla="*/ 649950 w 2004015"/>
              <a:gd name="csY324" fmla="*/ 518058 h 1326335"/>
              <a:gd name="csX325" fmla="*/ 651961 w 2004015"/>
              <a:gd name="csY325" fmla="*/ 504119 h 1326335"/>
              <a:gd name="csX326" fmla="*/ 653961 w 2004015"/>
              <a:gd name="csY326" fmla="*/ 490110 h 1326335"/>
              <a:gd name="csX327" fmla="*/ 655972 w 2004015"/>
              <a:gd name="csY327" fmla="*/ 476049 h 1326335"/>
              <a:gd name="csX328" fmla="*/ 657972 w 2004015"/>
              <a:gd name="csY328" fmla="*/ 461949 h 1326335"/>
              <a:gd name="csX329" fmla="*/ 659983 w 2004015"/>
              <a:gd name="csY329" fmla="*/ 447826 h 1326335"/>
              <a:gd name="csX330" fmla="*/ 661983 w 2004015"/>
              <a:gd name="csY330" fmla="*/ 433698 h 1326335"/>
              <a:gd name="csX331" fmla="*/ 663994 w 2004015"/>
              <a:gd name="csY331" fmla="*/ 419576 h 1326335"/>
              <a:gd name="csX332" fmla="*/ 665994 w 2004015"/>
              <a:gd name="csY332" fmla="*/ 405477 h 1326335"/>
              <a:gd name="csX333" fmla="*/ 668005 w 2004015"/>
              <a:gd name="csY333" fmla="*/ 391417 h 1326335"/>
              <a:gd name="csX334" fmla="*/ 670016 w 2004015"/>
              <a:gd name="csY334" fmla="*/ 377409 h 1326335"/>
              <a:gd name="csX335" fmla="*/ 672016 w 2004015"/>
              <a:gd name="csY335" fmla="*/ 363469 h 1326335"/>
              <a:gd name="csX336" fmla="*/ 674027 w 2004015"/>
              <a:gd name="csY336" fmla="*/ 349612 h 1326335"/>
              <a:gd name="csX337" fmla="*/ 676027 w 2004015"/>
              <a:gd name="csY337" fmla="*/ 335852 h 1326335"/>
              <a:gd name="csX338" fmla="*/ 678038 w 2004015"/>
              <a:gd name="csY338" fmla="*/ 322203 h 1326335"/>
              <a:gd name="csX339" fmla="*/ 680038 w 2004015"/>
              <a:gd name="csY339" fmla="*/ 308681 h 1326335"/>
              <a:gd name="csX340" fmla="*/ 682049 w 2004015"/>
              <a:gd name="csY340" fmla="*/ 295298 h 1326335"/>
              <a:gd name="csX341" fmla="*/ 684050 w 2004015"/>
              <a:gd name="csY341" fmla="*/ 282069 h 1326335"/>
              <a:gd name="csX342" fmla="*/ 686061 w 2004015"/>
              <a:gd name="csY342" fmla="*/ 269008 h 1326335"/>
              <a:gd name="csX343" fmla="*/ 688061 w 2004015"/>
              <a:gd name="csY343" fmla="*/ 256127 h 1326335"/>
              <a:gd name="csX344" fmla="*/ 690072 w 2004015"/>
              <a:gd name="csY344" fmla="*/ 243440 h 1326335"/>
              <a:gd name="csX345" fmla="*/ 692072 w 2004015"/>
              <a:gd name="csY345" fmla="*/ 230961 h 1326335"/>
              <a:gd name="csX346" fmla="*/ 694083 w 2004015"/>
              <a:gd name="csY346" fmla="*/ 218702 h 1326335"/>
              <a:gd name="csX347" fmla="*/ 696094 w 2004015"/>
              <a:gd name="csY347" fmla="*/ 206675 h 1326335"/>
              <a:gd name="csX348" fmla="*/ 698094 w 2004015"/>
              <a:gd name="csY348" fmla="*/ 194891 h 1326335"/>
              <a:gd name="csX349" fmla="*/ 700105 w 2004015"/>
              <a:gd name="csY349" fmla="*/ 183365 h 1326335"/>
              <a:gd name="csX350" fmla="*/ 702105 w 2004015"/>
              <a:gd name="csY350" fmla="*/ 172106 h 1326335"/>
              <a:gd name="csX351" fmla="*/ 704116 w 2004015"/>
              <a:gd name="csY351" fmla="*/ 161126 h 1326335"/>
              <a:gd name="csX352" fmla="*/ 706116 w 2004015"/>
              <a:gd name="csY352" fmla="*/ 150435 h 1326335"/>
              <a:gd name="csX353" fmla="*/ 708127 w 2004015"/>
              <a:gd name="csY353" fmla="*/ 140047 h 1326335"/>
              <a:gd name="csX354" fmla="*/ 710127 w 2004015"/>
              <a:gd name="csY354" fmla="*/ 129967 h 1326335"/>
              <a:gd name="csX355" fmla="*/ 712138 w 2004015"/>
              <a:gd name="csY355" fmla="*/ 120209 h 1326335"/>
              <a:gd name="csX356" fmla="*/ 714138 w 2004015"/>
              <a:gd name="csY356" fmla="*/ 110780 h 1326335"/>
              <a:gd name="csX357" fmla="*/ 716149 w 2004015"/>
              <a:gd name="csY357" fmla="*/ 101690 h 1326335"/>
              <a:gd name="csX358" fmla="*/ 718160 w 2004015"/>
              <a:gd name="csY358" fmla="*/ 92948 h 1326335"/>
              <a:gd name="csX359" fmla="*/ 720160 w 2004015"/>
              <a:gd name="csY359" fmla="*/ 84562 h 1326335"/>
              <a:gd name="csX360" fmla="*/ 722171 w 2004015"/>
              <a:gd name="csY360" fmla="*/ 76539 h 1326335"/>
              <a:gd name="csX361" fmla="*/ 724171 w 2004015"/>
              <a:gd name="csY361" fmla="*/ 68886 h 1326335"/>
              <a:gd name="csX362" fmla="*/ 726182 w 2004015"/>
              <a:gd name="csY362" fmla="*/ 61611 h 1326335"/>
              <a:gd name="csX363" fmla="*/ 728183 w 2004015"/>
              <a:gd name="csY363" fmla="*/ 54720 h 1326335"/>
              <a:gd name="csX364" fmla="*/ 730193 w 2004015"/>
              <a:gd name="csY364" fmla="*/ 48218 h 1326335"/>
              <a:gd name="csX365" fmla="*/ 732194 w 2004015"/>
              <a:gd name="csY365" fmla="*/ 42113 h 1326335"/>
              <a:gd name="csX366" fmla="*/ 734205 w 2004015"/>
              <a:gd name="csY366" fmla="*/ 36407 h 1326335"/>
              <a:gd name="csX367" fmla="*/ 736205 w 2004015"/>
              <a:gd name="csY367" fmla="*/ 31106 h 1326335"/>
              <a:gd name="csX368" fmla="*/ 738216 w 2004015"/>
              <a:gd name="csY368" fmla="*/ 26213 h 1326335"/>
              <a:gd name="csX369" fmla="*/ 740226 w 2004015"/>
              <a:gd name="csY369" fmla="*/ 21733 h 1326335"/>
              <a:gd name="csX370" fmla="*/ 742227 w 2004015"/>
              <a:gd name="csY370" fmla="*/ 17668 h 1326335"/>
              <a:gd name="csX371" fmla="*/ 744238 w 2004015"/>
              <a:gd name="csY371" fmla="*/ 14021 h 1326335"/>
              <a:gd name="csX372" fmla="*/ 746238 w 2004015"/>
              <a:gd name="csY372" fmla="*/ 10793 h 1326335"/>
              <a:gd name="csX373" fmla="*/ 748249 w 2004015"/>
              <a:gd name="csY373" fmla="*/ 7986 h 1326335"/>
              <a:gd name="csX374" fmla="*/ 750249 w 2004015"/>
              <a:gd name="csY374" fmla="*/ 5601 h 1326335"/>
              <a:gd name="csX375" fmla="*/ 752260 w 2004015"/>
              <a:gd name="csY375" fmla="*/ 3638 h 1326335"/>
              <a:gd name="csX376" fmla="*/ 754260 w 2004015"/>
              <a:gd name="csY376" fmla="*/ 2098 h 1326335"/>
              <a:gd name="csX377" fmla="*/ 756271 w 2004015"/>
              <a:gd name="csY377" fmla="*/ 979 h 1326335"/>
              <a:gd name="csX378" fmla="*/ 758271 w 2004015"/>
              <a:gd name="csY378" fmla="*/ 280 h 1326335"/>
              <a:gd name="csX379" fmla="*/ 760282 w 2004015"/>
              <a:gd name="csY379" fmla="*/ 0 h 1326335"/>
              <a:gd name="csX380" fmla="*/ 762293 w 2004015"/>
              <a:gd name="csY380" fmla="*/ 137 h 1326335"/>
              <a:gd name="csX381" fmla="*/ 764293 w 2004015"/>
              <a:gd name="csY381" fmla="*/ 687 h 1326335"/>
              <a:gd name="csX382" fmla="*/ 766304 w 2004015"/>
              <a:gd name="csY382" fmla="*/ 1649 h 1326335"/>
              <a:gd name="csX383" fmla="*/ 768304 w 2004015"/>
              <a:gd name="csY383" fmla="*/ 3018 h 1326335"/>
              <a:gd name="csX384" fmla="*/ 770315 w 2004015"/>
              <a:gd name="csY384" fmla="*/ 4790 h 1326335"/>
              <a:gd name="csX385" fmla="*/ 772316 w 2004015"/>
              <a:gd name="csY385" fmla="*/ 6960 h 1326335"/>
              <a:gd name="csX386" fmla="*/ 774326 w 2004015"/>
              <a:gd name="csY386" fmla="*/ 9524 h 1326335"/>
              <a:gd name="csX387" fmla="*/ 776327 w 2004015"/>
              <a:gd name="csY387" fmla="*/ 12476 h 1326335"/>
              <a:gd name="csX388" fmla="*/ 778337 w 2004015"/>
              <a:gd name="csY388" fmla="*/ 15810 h 1326335"/>
              <a:gd name="csX389" fmla="*/ 780338 w 2004015"/>
              <a:gd name="csY389" fmla="*/ 19520 h 1326335"/>
              <a:gd name="csX390" fmla="*/ 782349 w 2004015"/>
              <a:gd name="csY390" fmla="*/ 23599 h 1326335"/>
              <a:gd name="csX391" fmla="*/ 784349 w 2004015"/>
              <a:gd name="csY391" fmla="*/ 28039 h 1326335"/>
              <a:gd name="csX392" fmla="*/ 786360 w 2004015"/>
              <a:gd name="csY392" fmla="*/ 32834 h 1326335"/>
              <a:gd name="csX393" fmla="*/ 788371 w 2004015"/>
              <a:gd name="csY393" fmla="*/ 37976 h 1326335"/>
              <a:gd name="csX394" fmla="*/ 790371 w 2004015"/>
              <a:gd name="csY394" fmla="*/ 43455 h 1326335"/>
              <a:gd name="csX395" fmla="*/ 792382 w 2004015"/>
              <a:gd name="csY395" fmla="*/ 49264 h 1326335"/>
              <a:gd name="csX396" fmla="*/ 794382 w 2004015"/>
              <a:gd name="csY396" fmla="*/ 55393 h 1326335"/>
              <a:gd name="csX397" fmla="*/ 796393 w 2004015"/>
              <a:gd name="csY397" fmla="*/ 61833 h 1326335"/>
              <a:gd name="csX398" fmla="*/ 798393 w 2004015"/>
              <a:gd name="csY398" fmla="*/ 68574 h 1326335"/>
              <a:gd name="csX399" fmla="*/ 800404 w 2004015"/>
              <a:gd name="csY399" fmla="*/ 75608 h 1326335"/>
              <a:gd name="csX400" fmla="*/ 802404 w 2004015"/>
              <a:gd name="csY400" fmla="*/ 82924 h 1326335"/>
              <a:gd name="csX401" fmla="*/ 804415 w 2004015"/>
              <a:gd name="csY401" fmla="*/ 90510 h 1326335"/>
              <a:gd name="csX402" fmla="*/ 806415 w 2004015"/>
              <a:gd name="csY402" fmla="*/ 98356 h 1326335"/>
              <a:gd name="csX403" fmla="*/ 808426 w 2004015"/>
              <a:gd name="csY403" fmla="*/ 106453 h 1326335"/>
              <a:gd name="csX404" fmla="*/ 810437 w 2004015"/>
              <a:gd name="csY404" fmla="*/ 114788 h 1326335"/>
              <a:gd name="csX405" fmla="*/ 812437 w 2004015"/>
              <a:gd name="csY405" fmla="*/ 123351 h 1326335"/>
              <a:gd name="csX406" fmla="*/ 814448 w 2004015"/>
              <a:gd name="csY406" fmla="*/ 132131 h 1326335"/>
              <a:gd name="csX407" fmla="*/ 816448 w 2004015"/>
              <a:gd name="csY407" fmla="*/ 141115 h 1326335"/>
              <a:gd name="csX408" fmla="*/ 818459 w 2004015"/>
              <a:gd name="csY408" fmla="*/ 150292 h 1326335"/>
              <a:gd name="csX409" fmla="*/ 820460 w 2004015"/>
              <a:gd name="csY409" fmla="*/ 159652 h 1326335"/>
              <a:gd name="csX410" fmla="*/ 822470 w 2004015"/>
              <a:gd name="csY410" fmla="*/ 169182 h 1326335"/>
              <a:gd name="csX411" fmla="*/ 824471 w 2004015"/>
              <a:gd name="csY411" fmla="*/ 178870 h 1326335"/>
              <a:gd name="csX412" fmla="*/ 826481 w 2004015"/>
              <a:gd name="csY412" fmla="*/ 188704 h 1326335"/>
              <a:gd name="csX413" fmla="*/ 828482 w 2004015"/>
              <a:gd name="csY413" fmla="*/ 198672 h 1326335"/>
              <a:gd name="csX414" fmla="*/ 830493 w 2004015"/>
              <a:gd name="csY414" fmla="*/ 208764 h 1326335"/>
              <a:gd name="csX415" fmla="*/ 832503 w 2004015"/>
              <a:gd name="csY415" fmla="*/ 218967 h 1326335"/>
              <a:gd name="csX416" fmla="*/ 834504 w 2004015"/>
              <a:gd name="csY416" fmla="*/ 229269 h 1326335"/>
              <a:gd name="csX417" fmla="*/ 836515 w 2004015"/>
              <a:gd name="csY417" fmla="*/ 239658 h 1326335"/>
              <a:gd name="csX418" fmla="*/ 838515 w 2004015"/>
              <a:gd name="csY418" fmla="*/ 250124 h 1326335"/>
              <a:gd name="csX419" fmla="*/ 840526 w 2004015"/>
              <a:gd name="csY419" fmla="*/ 260653 h 1326335"/>
              <a:gd name="csX420" fmla="*/ 842526 w 2004015"/>
              <a:gd name="csY420" fmla="*/ 271237 h 1326335"/>
              <a:gd name="csX421" fmla="*/ 844537 w 2004015"/>
              <a:gd name="csY421" fmla="*/ 281861 h 1326335"/>
              <a:gd name="csX422" fmla="*/ 846537 w 2004015"/>
              <a:gd name="csY422" fmla="*/ 292517 h 1326335"/>
              <a:gd name="csX423" fmla="*/ 848548 w 2004015"/>
              <a:gd name="csY423" fmla="*/ 303191 h 1326335"/>
              <a:gd name="csX424" fmla="*/ 850548 w 2004015"/>
              <a:gd name="csY424" fmla="*/ 313875 h 1326335"/>
              <a:gd name="csX425" fmla="*/ 852559 w 2004015"/>
              <a:gd name="csY425" fmla="*/ 324557 h 1326335"/>
              <a:gd name="csX426" fmla="*/ 854570 w 2004015"/>
              <a:gd name="csY426" fmla="*/ 335227 h 1326335"/>
              <a:gd name="csX427" fmla="*/ 856570 w 2004015"/>
              <a:gd name="csY427" fmla="*/ 345874 h 1326335"/>
              <a:gd name="csX428" fmla="*/ 858581 w 2004015"/>
              <a:gd name="csY428" fmla="*/ 356488 h 1326335"/>
              <a:gd name="csX429" fmla="*/ 860581 w 2004015"/>
              <a:gd name="csY429" fmla="*/ 367061 h 1326335"/>
              <a:gd name="csX430" fmla="*/ 862592 w 2004015"/>
              <a:gd name="csY430" fmla="*/ 377581 h 1326335"/>
              <a:gd name="csX431" fmla="*/ 864592 w 2004015"/>
              <a:gd name="csY431" fmla="*/ 388042 h 1326335"/>
              <a:gd name="csX432" fmla="*/ 866603 w 2004015"/>
              <a:gd name="csY432" fmla="*/ 398430 h 1326335"/>
              <a:gd name="csX433" fmla="*/ 868604 w 2004015"/>
              <a:gd name="csY433" fmla="*/ 408742 h 1326335"/>
              <a:gd name="csX434" fmla="*/ 870614 w 2004015"/>
              <a:gd name="csY434" fmla="*/ 418967 h 1326335"/>
              <a:gd name="csX435" fmla="*/ 872615 w 2004015"/>
              <a:gd name="csY435" fmla="*/ 429095 h 1326335"/>
              <a:gd name="csX436" fmla="*/ 874625 w 2004015"/>
              <a:gd name="csY436" fmla="*/ 439121 h 1326335"/>
              <a:gd name="csX437" fmla="*/ 876626 w 2004015"/>
              <a:gd name="csY437" fmla="*/ 449036 h 1326335"/>
              <a:gd name="csX438" fmla="*/ 878637 w 2004015"/>
              <a:gd name="csY438" fmla="*/ 458833 h 1326335"/>
              <a:gd name="csX439" fmla="*/ 880648 w 2004015"/>
              <a:gd name="csY439" fmla="*/ 468507 h 1326335"/>
              <a:gd name="csX440" fmla="*/ 882648 w 2004015"/>
              <a:gd name="csY440" fmla="*/ 478049 h 1326335"/>
              <a:gd name="csX441" fmla="*/ 884659 w 2004015"/>
              <a:gd name="csY441" fmla="*/ 487454 h 1326335"/>
              <a:gd name="csX442" fmla="*/ 886659 w 2004015"/>
              <a:gd name="csY442" fmla="*/ 496716 h 1326335"/>
              <a:gd name="csX443" fmla="*/ 888670 w 2004015"/>
              <a:gd name="csY443" fmla="*/ 505829 h 1326335"/>
              <a:gd name="csX444" fmla="*/ 890670 w 2004015"/>
              <a:gd name="csY444" fmla="*/ 514788 h 1326335"/>
              <a:gd name="csX445" fmla="*/ 892681 w 2004015"/>
              <a:gd name="csY445" fmla="*/ 523588 h 1326335"/>
              <a:gd name="csX446" fmla="*/ 894681 w 2004015"/>
              <a:gd name="csY446" fmla="*/ 532225 h 1326335"/>
              <a:gd name="csX447" fmla="*/ 896692 w 2004015"/>
              <a:gd name="csY447" fmla="*/ 540695 h 1326335"/>
              <a:gd name="csX448" fmla="*/ 898692 w 2004015"/>
              <a:gd name="csY448" fmla="*/ 548994 h 1326335"/>
              <a:gd name="csX449" fmla="*/ 900703 w 2004015"/>
              <a:gd name="csY449" fmla="*/ 557116 h 1326335"/>
              <a:gd name="csX450" fmla="*/ 902714 w 2004015"/>
              <a:gd name="csY450" fmla="*/ 565062 h 1326335"/>
              <a:gd name="csX451" fmla="*/ 904714 w 2004015"/>
              <a:gd name="csY451" fmla="*/ 572826 h 1326335"/>
              <a:gd name="csX452" fmla="*/ 906725 w 2004015"/>
              <a:gd name="csY452" fmla="*/ 580407 h 1326335"/>
              <a:gd name="csX453" fmla="*/ 908725 w 2004015"/>
              <a:gd name="csY453" fmla="*/ 587803 h 1326335"/>
              <a:gd name="csX454" fmla="*/ 910736 w 2004015"/>
              <a:gd name="csY454" fmla="*/ 595011 h 1326335"/>
              <a:gd name="csX455" fmla="*/ 912736 w 2004015"/>
              <a:gd name="csY455" fmla="*/ 602030 h 1326335"/>
              <a:gd name="csX456" fmla="*/ 914747 w 2004015"/>
              <a:gd name="csY456" fmla="*/ 608859 h 1326335"/>
              <a:gd name="csX457" fmla="*/ 916748 w 2004015"/>
              <a:gd name="csY457" fmla="*/ 615497 h 1326335"/>
              <a:gd name="csX458" fmla="*/ 918758 w 2004015"/>
              <a:gd name="csY458" fmla="*/ 621942 h 1326335"/>
              <a:gd name="csX459" fmla="*/ 920759 w 2004015"/>
              <a:gd name="csY459" fmla="*/ 628196 h 1326335"/>
              <a:gd name="csX460" fmla="*/ 922770 w 2004015"/>
              <a:gd name="csY460" fmla="*/ 634257 h 1326335"/>
              <a:gd name="csX461" fmla="*/ 924780 w 2004015"/>
              <a:gd name="csY461" fmla="*/ 640126 h 1326335"/>
              <a:gd name="csX462" fmla="*/ 926781 w 2004015"/>
              <a:gd name="csY462" fmla="*/ 645804 h 1326335"/>
              <a:gd name="csX463" fmla="*/ 928792 w 2004015"/>
              <a:gd name="csY463" fmla="*/ 651291 h 1326335"/>
              <a:gd name="csX464" fmla="*/ 930792 w 2004015"/>
              <a:gd name="csY464" fmla="*/ 656589 h 1326335"/>
              <a:gd name="csX465" fmla="*/ 932803 w 2004015"/>
              <a:gd name="csY465" fmla="*/ 661698 h 1326335"/>
              <a:gd name="csX466" fmla="*/ 934803 w 2004015"/>
              <a:gd name="csY466" fmla="*/ 666619 h 1326335"/>
              <a:gd name="csX467" fmla="*/ 936814 w 2004015"/>
              <a:gd name="csY467" fmla="*/ 671356 h 1326335"/>
              <a:gd name="csX468" fmla="*/ 938814 w 2004015"/>
              <a:gd name="csY468" fmla="*/ 675909 h 1326335"/>
              <a:gd name="csX469" fmla="*/ 940825 w 2004015"/>
              <a:gd name="csY469" fmla="*/ 680282 h 1326335"/>
              <a:gd name="csX470" fmla="*/ 942825 w 2004015"/>
              <a:gd name="csY470" fmla="*/ 684475 h 1326335"/>
              <a:gd name="csX471" fmla="*/ 944836 w 2004015"/>
              <a:gd name="csY471" fmla="*/ 688494 h 1326335"/>
              <a:gd name="csX472" fmla="*/ 946847 w 2004015"/>
              <a:gd name="csY472" fmla="*/ 692338 h 1326335"/>
              <a:gd name="csX473" fmla="*/ 948847 w 2004015"/>
              <a:gd name="csY473" fmla="*/ 696012 h 1326335"/>
              <a:gd name="csX474" fmla="*/ 950858 w 2004015"/>
              <a:gd name="csY474" fmla="*/ 699520 h 1326335"/>
              <a:gd name="csX475" fmla="*/ 952858 w 2004015"/>
              <a:gd name="csY475" fmla="*/ 702863 h 1326335"/>
              <a:gd name="csX476" fmla="*/ 954869 w 2004015"/>
              <a:gd name="csY476" fmla="*/ 706045 h 1326335"/>
              <a:gd name="csX477" fmla="*/ 956869 w 2004015"/>
              <a:gd name="csY477" fmla="*/ 709071 h 1326335"/>
              <a:gd name="csX478" fmla="*/ 958880 w 2004015"/>
              <a:gd name="csY478" fmla="*/ 711945 h 1326335"/>
              <a:gd name="csX479" fmla="*/ 960880 w 2004015"/>
              <a:gd name="csY479" fmla="*/ 714669 h 1326335"/>
              <a:gd name="csX480" fmla="*/ 962891 w 2004015"/>
              <a:gd name="csY480" fmla="*/ 717247 h 1326335"/>
              <a:gd name="csX481" fmla="*/ 964892 w 2004015"/>
              <a:gd name="csY481" fmla="*/ 719684 h 1326335"/>
              <a:gd name="csX482" fmla="*/ 966903 w 2004015"/>
              <a:gd name="csY482" fmla="*/ 721984 h 1326335"/>
              <a:gd name="csX483" fmla="*/ 968903 w 2004015"/>
              <a:gd name="csY483" fmla="*/ 724151 h 1326335"/>
              <a:gd name="csX484" fmla="*/ 970914 w 2004015"/>
              <a:gd name="csY484" fmla="*/ 726191 h 1326335"/>
              <a:gd name="csX485" fmla="*/ 972924 w 2004015"/>
              <a:gd name="csY485" fmla="*/ 728105 h 1326335"/>
              <a:gd name="csX486" fmla="*/ 974925 w 2004015"/>
              <a:gd name="csY486" fmla="*/ 729901 h 1326335"/>
              <a:gd name="csX487" fmla="*/ 976936 w 2004015"/>
              <a:gd name="csY487" fmla="*/ 731582 h 1326335"/>
              <a:gd name="csX488" fmla="*/ 978936 w 2004015"/>
              <a:gd name="csY488" fmla="*/ 733152 h 1326335"/>
              <a:gd name="csX489" fmla="*/ 980947 w 2004015"/>
              <a:gd name="csY489" fmla="*/ 734615 h 1326335"/>
              <a:gd name="csX490" fmla="*/ 982947 w 2004015"/>
              <a:gd name="csY490" fmla="*/ 735978 h 1326335"/>
              <a:gd name="csX491" fmla="*/ 984958 w 2004015"/>
              <a:gd name="csY491" fmla="*/ 737244 h 1326335"/>
              <a:gd name="csX492" fmla="*/ 986958 w 2004015"/>
              <a:gd name="csY492" fmla="*/ 738419 h 1326335"/>
              <a:gd name="csX493" fmla="*/ 988969 w 2004015"/>
              <a:gd name="csY493" fmla="*/ 739506 h 1326335"/>
              <a:gd name="csX494" fmla="*/ 990969 w 2004015"/>
              <a:gd name="csY494" fmla="*/ 740510 h 1326335"/>
              <a:gd name="csX495" fmla="*/ 992980 w 2004015"/>
              <a:gd name="csY495" fmla="*/ 741437 h 1326335"/>
              <a:gd name="csX496" fmla="*/ 994991 w 2004015"/>
              <a:gd name="csY496" fmla="*/ 742290 h 1326335"/>
              <a:gd name="csX497" fmla="*/ 996991 w 2004015"/>
              <a:gd name="csY497" fmla="*/ 743076 h 1326335"/>
              <a:gd name="csX498" fmla="*/ 999002 w 2004015"/>
              <a:gd name="csY498" fmla="*/ 743796 h 1326335"/>
              <a:gd name="csX499" fmla="*/ 1001002 w 2004015"/>
              <a:gd name="csY499" fmla="*/ 744459 h 1326335"/>
              <a:gd name="csX500" fmla="*/ 1003013 w 2004015"/>
              <a:gd name="csY500" fmla="*/ 745065 h 1326335"/>
              <a:gd name="csX501" fmla="*/ 1005013 w 2004015"/>
              <a:gd name="csY501" fmla="*/ 745622 h 1326335"/>
              <a:gd name="csX502" fmla="*/ 1007024 w 2004015"/>
              <a:gd name="csY502" fmla="*/ 746133 h 1326335"/>
              <a:gd name="csX503" fmla="*/ 1009025 w 2004015"/>
              <a:gd name="csY503" fmla="*/ 746602 h 1326335"/>
              <a:gd name="csX504" fmla="*/ 1011035 w 2004015"/>
              <a:gd name="csY504" fmla="*/ 747035 h 1326335"/>
              <a:gd name="csX505" fmla="*/ 1013036 w 2004015"/>
              <a:gd name="csY505" fmla="*/ 747434 h 1326335"/>
              <a:gd name="csX506" fmla="*/ 1015047 w 2004015"/>
              <a:gd name="csY506" fmla="*/ 747805 h 1326335"/>
              <a:gd name="csX507" fmla="*/ 1017057 w 2004015"/>
              <a:gd name="csY507" fmla="*/ 748153 h 1326335"/>
              <a:gd name="csX508" fmla="*/ 1019058 w 2004015"/>
              <a:gd name="csY508" fmla="*/ 748478 h 1326335"/>
              <a:gd name="csX509" fmla="*/ 1021068 w 2004015"/>
              <a:gd name="csY509" fmla="*/ 748790 h 1326335"/>
              <a:gd name="csX510" fmla="*/ 1023069 w 2004015"/>
              <a:gd name="csY510" fmla="*/ 749087 h 1326335"/>
              <a:gd name="csX511" fmla="*/ 1025080 w 2004015"/>
              <a:gd name="csY511" fmla="*/ 749377 h 1326335"/>
              <a:gd name="csX512" fmla="*/ 1027080 w 2004015"/>
              <a:gd name="csY512" fmla="*/ 749662 h 1326335"/>
              <a:gd name="csX513" fmla="*/ 1029091 w 2004015"/>
              <a:gd name="csY513" fmla="*/ 749946 h 1326335"/>
              <a:gd name="csX514" fmla="*/ 1031091 w 2004015"/>
              <a:gd name="csY514" fmla="*/ 750233 h 1326335"/>
              <a:gd name="csX515" fmla="*/ 1033102 w 2004015"/>
              <a:gd name="csY515" fmla="*/ 750526 h 1326335"/>
              <a:gd name="csX516" fmla="*/ 1035102 w 2004015"/>
              <a:gd name="csY516" fmla="*/ 750828 h 1326335"/>
              <a:gd name="csX517" fmla="*/ 1037113 w 2004015"/>
              <a:gd name="csY517" fmla="*/ 751143 h 1326335"/>
              <a:gd name="csX518" fmla="*/ 1039124 w 2004015"/>
              <a:gd name="csY518" fmla="*/ 751475 h 1326335"/>
              <a:gd name="csX519" fmla="*/ 1041124 w 2004015"/>
              <a:gd name="csY519" fmla="*/ 751826 h 1326335"/>
              <a:gd name="csX520" fmla="*/ 1043135 w 2004015"/>
              <a:gd name="csY520" fmla="*/ 752199 h 1326335"/>
              <a:gd name="csX521" fmla="*/ 1045135 w 2004015"/>
              <a:gd name="csY521" fmla="*/ 752596 h 1326335"/>
              <a:gd name="csX522" fmla="*/ 1047146 w 2004015"/>
              <a:gd name="csY522" fmla="*/ 753023 h 1326335"/>
              <a:gd name="csX523" fmla="*/ 1049146 w 2004015"/>
              <a:gd name="csY523" fmla="*/ 753479 h 1326335"/>
              <a:gd name="csX524" fmla="*/ 1051157 w 2004015"/>
              <a:gd name="csY524" fmla="*/ 753969 h 1326335"/>
              <a:gd name="csX525" fmla="*/ 1053158 w 2004015"/>
              <a:gd name="csY525" fmla="*/ 754495 h 1326335"/>
              <a:gd name="csX526" fmla="*/ 1055168 w 2004015"/>
              <a:gd name="csY526" fmla="*/ 755059 h 1326335"/>
              <a:gd name="csX527" fmla="*/ 1057169 w 2004015"/>
              <a:gd name="csY527" fmla="*/ 755664 h 1326335"/>
              <a:gd name="csX528" fmla="*/ 1059179 w 2004015"/>
              <a:gd name="csY528" fmla="*/ 756311 h 1326335"/>
              <a:gd name="csX529" fmla="*/ 1061190 w 2004015"/>
              <a:gd name="csY529" fmla="*/ 757003 h 1326335"/>
              <a:gd name="csX530" fmla="*/ 1063191 w 2004015"/>
              <a:gd name="csY530" fmla="*/ 757743 h 1326335"/>
              <a:gd name="csX531" fmla="*/ 1065201 w 2004015"/>
              <a:gd name="csY531" fmla="*/ 758531 h 1326335"/>
              <a:gd name="csX532" fmla="*/ 1067202 w 2004015"/>
              <a:gd name="csY532" fmla="*/ 759369 h 1326335"/>
              <a:gd name="csX533" fmla="*/ 1069213 w 2004015"/>
              <a:gd name="csY533" fmla="*/ 760260 h 1326335"/>
              <a:gd name="csX534" fmla="*/ 1071213 w 2004015"/>
              <a:gd name="csY534" fmla="*/ 761204 h 1326335"/>
              <a:gd name="csX535" fmla="*/ 1073224 w 2004015"/>
              <a:gd name="csY535" fmla="*/ 762204 h 1326335"/>
              <a:gd name="csX536" fmla="*/ 1075224 w 2004015"/>
              <a:gd name="csY536" fmla="*/ 763260 h 1326335"/>
              <a:gd name="csX537" fmla="*/ 1077235 w 2004015"/>
              <a:gd name="csY537" fmla="*/ 764375 h 1326335"/>
              <a:gd name="csX538" fmla="*/ 1079235 w 2004015"/>
              <a:gd name="csY538" fmla="*/ 765549 h 1326335"/>
              <a:gd name="csX539" fmla="*/ 1081246 w 2004015"/>
              <a:gd name="csY539" fmla="*/ 766783 h 1326335"/>
              <a:gd name="csX540" fmla="*/ 1083246 w 2004015"/>
              <a:gd name="csY540" fmla="*/ 768077 h 1326335"/>
              <a:gd name="csX541" fmla="*/ 1085257 w 2004015"/>
              <a:gd name="csY541" fmla="*/ 769435 h 1326335"/>
              <a:gd name="csX542" fmla="*/ 1087268 w 2004015"/>
              <a:gd name="csY542" fmla="*/ 770855 h 1326335"/>
              <a:gd name="csX543" fmla="*/ 1089268 w 2004015"/>
              <a:gd name="csY543" fmla="*/ 772339 h 1326335"/>
              <a:gd name="csX544" fmla="*/ 1091279 w 2004015"/>
              <a:gd name="csY544" fmla="*/ 773888 h 1326335"/>
              <a:gd name="csX545" fmla="*/ 1093279 w 2004015"/>
              <a:gd name="csY545" fmla="*/ 775501 h 1326335"/>
              <a:gd name="csX546" fmla="*/ 1095290 w 2004015"/>
              <a:gd name="csY546" fmla="*/ 777181 h 1326335"/>
              <a:gd name="csX547" fmla="*/ 1097290 w 2004015"/>
              <a:gd name="csY547" fmla="*/ 778925 h 1326335"/>
              <a:gd name="csX548" fmla="*/ 1099301 w 2004015"/>
              <a:gd name="csY548" fmla="*/ 780736 h 1326335"/>
              <a:gd name="csX549" fmla="*/ 1101302 w 2004015"/>
              <a:gd name="csY549" fmla="*/ 782613 h 1326335"/>
              <a:gd name="csX550" fmla="*/ 1103312 w 2004015"/>
              <a:gd name="csY550" fmla="*/ 784557 h 1326335"/>
              <a:gd name="csX551" fmla="*/ 1105313 w 2004015"/>
              <a:gd name="csY551" fmla="*/ 786567 h 1326335"/>
              <a:gd name="csX552" fmla="*/ 1107323 w 2004015"/>
              <a:gd name="csY552" fmla="*/ 788645 h 1326335"/>
              <a:gd name="csX553" fmla="*/ 1109334 w 2004015"/>
              <a:gd name="csY553" fmla="*/ 790788 h 1326335"/>
              <a:gd name="csX554" fmla="*/ 1111335 w 2004015"/>
              <a:gd name="csY554" fmla="*/ 792998 h 1326335"/>
              <a:gd name="csX555" fmla="*/ 1113346 w 2004015"/>
              <a:gd name="csY555" fmla="*/ 795274 h 1326335"/>
              <a:gd name="csX556" fmla="*/ 1115346 w 2004015"/>
              <a:gd name="csY556" fmla="*/ 797615 h 1326335"/>
              <a:gd name="csX557" fmla="*/ 1117357 w 2004015"/>
              <a:gd name="csY557" fmla="*/ 800023 h 1326335"/>
              <a:gd name="csX558" fmla="*/ 1119357 w 2004015"/>
              <a:gd name="csY558" fmla="*/ 802494 h 1326335"/>
              <a:gd name="csX559" fmla="*/ 1121368 w 2004015"/>
              <a:gd name="csY559" fmla="*/ 805031 h 1326335"/>
              <a:gd name="csX560" fmla="*/ 1123368 w 2004015"/>
              <a:gd name="csY560" fmla="*/ 807632 h 1326335"/>
              <a:gd name="csX561" fmla="*/ 1125379 w 2004015"/>
              <a:gd name="csY561" fmla="*/ 810296 h 1326335"/>
              <a:gd name="csX562" fmla="*/ 1127379 w 2004015"/>
              <a:gd name="csY562" fmla="*/ 813024 h 1326335"/>
              <a:gd name="csX563" fmla="*/ 1129390 w 2004015"/>
              <a:gd name="csY563" fmla="*/ 815812 h 1326335"/>
              <a:gd name="csX564" fmla="*/ 1131401 w 2004015"/>
              <a:gd name="csY564" fmla="*/ 818663 h 1326335"/>
              <a:gd name="csX565" fmla="*/ 1133401 w 2004015"/>
              <a:gd name="csY565" fmla="*/ 821573 h 1326335"/>
              <a:gd name="csX566" fmla="*/ 1135412 w 2004015"/>
              <a:gd name="csY566" fmla="*/ 824544 h 1326335"/>
              <a:gd name="csX567" fmla="*/ 1137412 w 2004015"/>
              <a:gd name="csY567" fmla="*/ 827573 h 1326335"/>
              <a:gd name="csX568" fmla="*/ 1139423 w 2004015"/>
              <a:gd name="csY568" fmla="*/ 830660 h 1326335"/>
              <a:gd name="csX569" fmla="*/ 1141423 w 2004015"/>
              <a:gd name="csY569" fmla="*/ 833803 h 1326335"/>
              <a:gd name="csX570" fmla="*/ 1143434 w 2004015"/>
              <a:gd name="csY570" fmla="*/ 837003 h 1326335"/>
              <a:gd name="csX571" fmla="*/ 1145434 w 2004015"/>
              <a:gd name="csY571" fmla="*/ 840256 h 1326335"/>
              <a:gd name="csX572" fmla="*/ 1147445 w 2004015"/>
              <a:gd name="csY572" fmla="*/ 843563 h 1326335"/>
              <a:gd name="csX573" fmla="*/ 1149446 w 2004015"/>
              <a:gd name="csY573" fmla="*/ 846923 h 1326335"/>
              <a:gd name="csX574" fmla="*/ 1151456 w 2004015"/>
              <a:gd name="csY574" fmla="*/ 850333 h 1326335"/>
              <a:gd name="csX575" fmla="*/ 1153467 w 2004015"/>
              <a:gd name="csY575" fmla="*/ 853794 h 1326335"/>
              <a:gd name="csX576" fmla="*/ 1155468 w 2004015"/>
              <a:gd name="csY576" fmla="*/ 857304 h 1326335"/>
              <a:gd name="csX577" fmla="*/ 1157478 w 2004015"/>
              <a:gd name="csY577" fmla="*/ 860861 h 1326335"/>
              <a:gd name="csX578" fmla="*/ 1159479 w 2004015"/>
              <a:gd name="csY578" fmla="*/ 864463 h 1326335"/>
              <a:gd name="csX579" fmla="*/ 1161490 w 2004015"/>
              <a:gd name="csY579" fmla="*/ 868111 h 1326335"/>
              <a:gd name="csX580" fmla="*/ 1163490 w 2004015"/>
              <a:gd name="csY580" fmla="*/ 871803 h 1326335"/>
              <a:gd name="csX581" fmla="*/ 1165501 w 2004015"/>
              <a:gd name="csY581" fmla="*/ 875536 h 1326335"/>
              <a:gd name="csX582" fmla="*/ 1167501 w 2004015"/>
              <a:gd name="csY582" fmla="*/ 879310 h 1326335"/>
              <a:gd name="csX583" fmla="*/ 1169512 w 2004015"/>
              <a:gd name="csY583" fmla="*/ 883123 h 1326335"/>
              <a:gd name="csX584" fmla="*/ 1171512 w 2004015"/>
              <a:gd name="csY584" fmla="*/ 886973 h 1326335"/>
              <a:gd name="csX585" fmla="*/ 1173523 w 2004015"/>
              <a:gd name="csY585" fmla="*/ 890861 h 1326335"/>
              <a:gd name="csX586" fmla="*/ 1175523 w 2004015"/>
              <a:gd name="csY586" fmla="*/ 894783 h 1326335"/>
              <a:gd name="csX587" fmla="*/ 1177534 w 2004015"/>
              <a:gd name="csY587" fmla="*/ 898738 h 1326335"/>
              <a:gd name="csX588" fmla="*/ 1179545 w 2004015"/>
              <a:gd name="csY588" fmla="*/ 902726 h 1326335"/>
              <a:gd name="csX589" fmla="*/ 1181545 w 2004015"/>
              <a:gd name="csY589" fmla="*/ 906743 h 1326335"/>
              <a:gd name="csX590" fmla="*/ 1183556 w 2004015"/>
              <a:gd name="csY590" fmla="*/ 910790 h 1326335"/>
              <a:gd name="csX591" fmla="*/ 1185556 w 2004015"/>
              <a:gd name="csY591" fmla="*/ 914864 h 1326335"/>
              <a:gd name="csX592" fmla="*/ 1187567 w 2004015"/>
              <a:gd name="csY592" fmla="*/ 918965 h 1326335"/>
              <a:gd name="csX593" fmla="*/ 1189567 w 2004015"/>
              <a:gd name="csY593" fmla="*/ 923089 h 1326335"/>
              <a:gd name="csX594" fmla="*/ 1191578 w 2004015"/>
              <a:gd name="csY594" fmla="*/ 927236 h 1326335"/>
              <a:gd name="csX595" fmla="*/ 1193578 w 2004015"/>
              <a:gd name="csY595" fmla="*/ 931405 h 1326335"/>
              <a:gd name="csX596" fmla="*/ 1195589 w 2004015"/>
              <a:gd name="csY596" fmla="*/ 935594 h 1326335"/>
              <a:gd name="csX597" fmla="*/ 1197590 w 2004015"/>
              <a:gd name="csY597" fmla="*/ 939800 h 1326335"/>
              <a:gd name="csX598" fmla="*/ 1199600 w 2004015"/>
              <a:gd name="csY598" fmla="*/ 944024 h 1326335"/>
              <a:gd name="csX599" fmla="*/ 1201611 w 2004015"/>
              <a:gd name="csY599" fmla="*/ 948264 h 1326335"/>
              <a:gd name="csX600" fmla="*/ 1203612 w 2004015"/>
              <a:gd name="csY600" fmla="*/ 952516 h 1326335"/>
              <a:gd name="csX601" fmla="*/ 1205622 w 2004015"/>
              <a:gd name="csY601" fmla="*/ 956782 h 1326335"/>
              <a:gd name="csX602" fmla="*/ 1207623 w 2004015"/>
              <a:gd name="csY602" fmla="*/ 961057 h 1326335"/>
              <a:gd name="csX603" fmla="*/ 1209634 w 2004015"/>
              <a:gd name="csY603" fmla="*/ 965344 h 1326335"/>
              <a:gd name="csX604" fmla="*/ 1211634 w 2004015"/>
              <a:gd name="csY604" fmla="*/ 969632 h 1326335"/>
              <a:gd name="csX605" fmla="*/ 1213645 w 2004015"/>
              <a:gd name="csY605" fmla="*/ 973939 h 1326335"/>
              <a:gd name="csX606" fmla="*/ 1215645 w 2004015"/>
              <a:gd name="csY606" fmla="*/ 978236 h 1326335"/>
              <a:gd name="csX607" fmla="*/ 1217656 w 2004015"/>
              <a:gd name="csY607" fmla="*/ 982554 h 1326335"/>
              <a:gd name="csX608" fmla="*/ 1219656 w 2004015"/>
              <a:gd name="csY608" fmla="*/ 986862 h 1326335"/>
              <a:gd name="csX609" fmla="*/ 1221667 w 2004015"/>
              <a:gd name="csY609" fmla="*/ 991169 h 1326335"/>
              <a:gd name="csX610" fmla="*/ 1223678 w 2004015"/>
              <a:gd name="csY610" fmla="*/ 995477 h 1326335"/>
              <a:gd name="csX611" fmla="*/ 1225678 w 2004015"/>
              <a:gd name="csY611" fmla="*/ 999784 h 1326335"/>
              <a:gd name="csX612" fmla="*/ 1227689 w 2004015"/>
              <a:gd name="csY612" fmla="*/ 1004092 h 1326335"/>
              <a:gd name="csX613" fmla="*/ 1229689 w 2004015"/>
              <a:gd name="csY613" fmla="*/ 1008399 h 1326335"/>
              <a:gd name="csX614" fmla="*/ 1231700 w 2004015"/>
              <a:gd name="csY614" fmla="*/ 1012685 h 1326335"/>
              <a:gd name="csX615" fmla="*/ 1233700 w 2004015"/>
              <a:gd name="csY615" fmla="*/ 1016972 h 1326335"/>
              <a:gd name="csX616" fmla="*/ 1235711 w 2004015"/>
              <a:gd name="csY616" fmla="*/ 1021258 h 1326335"/>
              <a:gd name="csX617" fmla="*/ 1237711 w 2004015"/>
              <a:gd name="csY617" fmla="*/ 1025523 h 1326335"/>
              <a:gd name="csX618" fmla="*/ 1239722 w 2004015"/>
              <a:gd name="csY618" fmla="*/ 1029778 h 1326335"/>
              <a:gd name="csX619" fmla="*/ 1241723 w 2004015"/>
              <a:gd name="csY619" fmla="*/ 1034022 h 1326335"/>
              <a:gd name="csX620" fmla="*/ 1243733 w 2004015"/>
              <a:gd name="csY620" fmla="*/ 1038255 h 1326335"/>
              <a:gd name="csX621" fmla="*/ 1245744 w 2004015"/>
              <a:gd name="csY621" fmla="*/ 1042467 h 1326335"/>
              <a:gd name="csX622" fmla="*/ 1247745 w 2004015"/>
              <a:gd name="csY622" fmla="*/ 1046669 h 1326335"/>
              <a:gd name="csX623" fmla="*/ 1249755 w 2004015"/>
              <a:gd name="csY623" fmla="*/ 1050849 h 1326335"/>
              <a:gd name="csX624" fmla="*/ 1251756 w 2004015"/>
              <a:gd name="csY624" fmla="*/ 1055019 h 1326335"/>
              <a:gd name="csX625" fmla="*/ 1253767 w 2004015"/>
              <a:gd name="csY625" fmla="*/ 1059168 h 1326335"/>
              <a:gd name="csX626" fmla="*/ 1255767 w 2004015"/>
              <a:gd name="csY626" fmla="*/ 1063295 h 1326335"/>
              <a:gd name="csX627" fmla="*/ 1257778 w 2004015"/>
              <a:gd name="csY627" fmla="*/ 1067402 h 1326335"/>
              <a:gd name="csX628" fmla="*/ 1259778 w 2004015"/>
              <a:gd name="csY628" fmla="*/ 1071476 h 1326335"/>
              <a:gd name="csX629" fmla="*/ 1261789 w 2004015"/>
              <a:gd name="csY629" fmla="*/ 1075540 h 1326335"/>
              <a:gd name="csX630" fmla="*/ 1263789 w 2004015"/>
              <a:gd name="csY630" fmla="*/ 1079573 h 1326335"/>
              <a:gd name="csX631" fmla="*/ 1265800 w 2004015"/>
              <a:gd name="csY631" fmla="*/ 1083584 h 1326335"/>
              <a:gd name="csX632" fmla="*/ 1267800 w 2004015"/>
              <a:gd name="csY632" fmla="*/ 1087563 h 1326335"/>
              <a:gd name="csX633" fmla="*/ 1269811 w 2004015"/>
              <a:gd name="csY633" fmla="*/ 1091521 h 1326335"/>
              <a:gd name="csX634" fmla="*/ 1271822 w 2004015"/>
              <a:gd name="csY634" fmla="*/ 1095458 h 1326335"/>
              <a:gd name="csX635" fmla="*/ 1273822 w 2004015"/>
              <a:gd name="csY635" fmla="*/ 1099353 h 1326335"/>
              <a:gd name="csX636" fmla="*/ 1275833 w 2004015"/>
              <a:gd name="csY636" fmla="*/ 1103227 h 1326335"/>
              <a:gd name="csX637" fmla="*/ 1277833 w 2004015"/>
              <a:gd name="csY637" fmla="*/ 1107068 h 1326335"/>
              <a:gd name="csX638" fmla="*/ 1279844 w 2004015"/>
              <a:gd name="csY638" fmla="*/ 1110878 h 1326335"/>
              <a:gd name="csX639" fmla="*/ 1281844 w 2004015"/>
              <a:gd name="csY639" fmla="*/ 1114657 h 1326335"/>
              <a:gd name="csX640" fmla="*/ 1283855 w 2004015"/>
              <a:gd name="csY640" fmla="*/ 1118403 h 1326335"/>
              <a:gd name="csX641" fmla="*/ 1285855 w 2004015"/>
              <a:gd name="csY641" fmla="*/ 1122118 h 1326335"/>
              <a:gd name="csX642" fmla="*/ 1287866 w 2004015"/>
              <a:gd name="csY642" fmla="*/ 1125801 h 1326335"/>
              <a:gd name="csX643" fmla="*/ 1289867 w 2004015"/>
              <a:gd name="csY643" fmla="*/ 1129442 h 1326335"/>
              <a:gd name="csX644" fmla="*/ 1291877 w 2004015"/>
              <a:gd name="csY644" fmla="*/ 1133061 h 1326335"/>
              <a:gd name="csX645" fmla="*/ 1293888 w 2004015"/>
              <a:gd name="csY645" fmla="*/ 1136639 h 1326335"/>
              <a:gd name="csX646" fmla="*/ 1295889 w 2004015"/>
              <a:gd name="csY646" fmla="*/ 1140173 h 1326335"/>
              <a:gd name="csX647" fmla="*/ 1297899 w 2004015"/>
              <a:gd name="csY647" fmla="*/ 1143677 h 1326335"/>
              <a:gd name="csX648" fmla="*/ 1299900 w 2004015"/>
              <a:gd name="csY648" fmla="*/ 1147148 h 1326335"/>
              <a:gd name="csX649" fmla="*/ 1301911 w 2004015"/>
              <a:gd name="csY649" fmla="*/ 1150577 h 1326335"/>
              <a:gd name="csX650" fmla="*/ 1303911 w 2004015"/>
              <a:gd name="csY650" fmla="*/ 1153974 h 1326335"/>
              <a:gd name="csX651" fmla="*/ 1305922 w 2004015"/>
              <a:gd name="csY651" fmla="*/ 1157329 h 1326335"/>
              <a:gd name="csX652" fmla="*/ 1307922 w 2004015"/>
              <a:gd name="csY652" fmla="*/ 1160652 h 1326335"/>
              <a:gd name="csX653" fmla="*/ 1309933 w 2004015"/>
              <a:gd name="csY653" fmla="*/ 1163933 h 1326335"/>
              <a:gd name="csX654" fmla="*/ 1311933 w 2004015"/>
              <a:gd name="csY654" fmla="*/ 1167172 h 1326335"/>
              <a:gd name="csX655" fmla="*/ 1313944 w 2004015"/>
              <a:gd name="csY655" fmla="*/ 1170368 h 1326335"/>
              <a:gd name="csX656" fmla="*/ 1315955 w 2004015"/>
              <a:gd name="csY656" fmla="*/ 1173532 h 1326335"/>
              <a:gd name="csX657" fmla="*/ 1317955 w 2004015"/>
              <a:gd name="csY657" fmla="*/ 1176655 h 1326335"/>
              <a:gd name="csX658" fmla="*/ 1319966 w 2004015"/>
              <a:gd name="csY658" fmla="*/ 1179745 h 1326335"/>
              <a:gd name="csX659" fmla="*/ 1321966 w 2004015"/>
              <a:gd name="csY659" fmla="*/ 1182782 h 1326335"/>
              <a:gd name="csX660" fmla="*/ 1323977 w 2004015"/>
              <a:gd name="csY660" fmla="*/ 1185788 h 1326335"/>
              <a:gd name="csX661" fmla="*/ 1325977 w 2004015"/>
              <a:gd name="csY661" fmla="*/ 1188751 h 1326335"/>
              <a:gd name="csX662" fmla="*/ 1327988 w 2004015"/>
              <a:gd name="csY662" fmla="*/ 1191672 h 1326335"/>
              <a:gd name="csX663" fmla="*/ 1329988 w 2004015"/>
              <a:gd name="csY663" fmla="*/ 1194551 h 1326335"/>
              <a:gd name="csX664" fmla="*/ 1331999 w 2004015"/>
              <a:gd name="csY664" fmla="*/ 1197398 h 1326335"/>
              <a:gd name="csX665" fmla="*/ 1333999 w 2004015"/>
              <a:gd name="csY665" fmla="*/ 1200203 h 1326335"/>
              <a:gd name="csX666" fmla="*/ 1336010 w 2004015"/>
              <a:gd name="csY666" fmla="*/ 1202954 h 1326335"/>
              <a:gd name="csX667" fmla="*/ 1338021 w 2004015"/>
              <a:gd name="csY667" fmla="*/ 1205674 h 1326335"/>
              <a:gd name="csX668" fmla="*/ 1340022 w 2004015"/>
              <a:gd name="csY668" fmla="*/ 1208362 h 1326335"/>
              <a:gd name="csX669" fmla="*/ 1342032 w 2004015"/>
              <a:gd name="csY669" fmla="*/ 1210998 h 1326335"/>
              <a:gd name="csX670" fmla="*/ 1344033 w 2004015"/>
              <a:gd name="csY670" fmla="*/ 1213591 h 1326335"/>
              <a:gd name="csX671" fmla="*/ 1346043 w 2004015"/>
              <a:gd name="csY671" fmla="*/ 1216152 h 1326335"/>
              <a:gd name="csX672" fmla="*/ 1348044 w 2004015"/>
              <a:gd name="csY672" fmla="*/ 1218671 h 1326335"/>
              <a:gd name="csX673" fmla="*/ 1350055 w 2004015"/>
              <a:gd name="csY673" fmla="*/ 1221147 h 1326335"/>
              <a:gd name="csX674" fmla="*/ 1352055 w 2004015"/>
              <a:gd name="csY674" fmla="*/ 1223581 h 1326335"/>
              <a:gd name="csX675" fmla="*/ 1354066 w 2004015"/>
              <a:gd name="csY675" fmla="*/ 1225984 h 1326335"/>
              <a:gd name="csX676" fmla="*/ 1356066 w 2004015"/>
              <a:gd name="csY676" fmla="*/ 1228333 h 1326335"/>
              <a:gd name="csX677" fmla="*/ 1358077 w 2004015"/>
              <a:gd name="csY677" fmla="*/ 1230651 h 1326335"/>
              <a:gd name="csX678" fmla="*/ 1360077 w 2004015"/>
              <a:gd name="csY678" fmla="*/ 1232937 h 1326335"/>
              <a:gd name="csX679" fmla="*/ 1362088 w 2004015"/>
              <a:gd name="csY679" fmla="*/ 1235170 h 1326335"/>
              <a:gd name="csX680" fmla="*/ 1364099 w 2004015"/>
              <a:gd name="csY680" fmla="*/ 1237372 h 1326335"/>
              <a:gd name="csX681" fmla="*/ 1366099 w 2004015"/>
              <a:gd name="csY681" fmla="*/ 1239531 h 1326335"/>
              <a:gd name="csX682" fmla="*/ 1368110 w 2004015"/>
              <a:gd name="csY682" fmla="*/ 1241658 h 1326335"/>
              <a:gd name="csX683" fmla="*/ 1370110 w 2004015"/>
              <a:gd name="csY683" fmla="*/ 1243743 h 1326335"/>
              <a:gd name="csX684" fmla="*/ 1372121 w 2004015"/>
              <a:gd name="csY684" fmla="*/ 1245785 h 1326335"/>
              <a:gd name="csX685" fmla="*/ 1374121 w 2004015"/>
              <a:gd name="csY685" fmla="*/ 1247796 h 1326335"/>
              <a:gd name="csX686" fmla="*/ 1376132 w 2004015"/>
              <a:gd name="csY686" fmla="*/ 1249765 h 1326335"/>
              <a:gd name="csX687" fmla="*/ 1378132 w 2004015"/>
              <a:gd name="csY687" fmla="*/ 1251702 h 1326335"/>
              <a:gd name="csX688" fmla="*/ 1380143 w 2004015"/>
              <a:gd name="csY688" fmla="*/ 1253596 h 1326335"/>
              <a:gd name="csX689" fmla="*/ 1382144 w 2004015"/>
              <a:gd name="csY689" fmla="*/ 1255459 h 1326335"/>
              <a:gd name="csX690" fmla="*/ 1384154 w 2004015"/>
              <a:gd name="csY690" fmla="*/ 1257279 h 1326335"/>
              <a:gd name="csX691" fmla="*/ 1386165 w 2004015"/>
              <a:gd name="csY691" fmla="*/ 1259068 h 1326335"/>
              <a:gd name="csX692" fmla="*/ 1388166 w 2004015"/>
              <a:gd name="csY692" fmla="*/ 1260825 h 1326335"/>
              <a:gd name="csX693" fmla="*/ 1390176 w 2004015"/>
              <a:gd name="csY693" fmla="*/ 1262539 h 1326335"/>
              <a:gd name="csX694" fmla="*/ 1392177 w 2004015"/>
              <a:gd name="csY694" fmla="*/ 1264222 h 1326335"/>
              <a:gd name="csX695" fmla="*/ 1394187 w 2004015"/>
              <a:gd name="csY695" fmla="*/ 1265862 h 1326335"/>
              <a:gd name="csX696" fmla="*/ 1396188 w 2004015"/>
              <a:gd name="csY696" fmla="*/ 1267481 h 1326335"/>
              <a:gd name="csX697" fmla="*/ 1398199 w 2004015"/>
              <a:gd name="csY697" fmla="*/ 1269058 h 1326335"/>
              <a:gd name="csX698" fmla="*/ 1400199 w 2004015"/>
              <a:gd name="csY698" fmla="*/ 1270604 h 1326335"/>
              <a:gd name="csX699" fmla="*/ 1402210 w 2004015"/>
              <a:gd name="csY699" fmla="*/ 1272128 h 1326335"/>
              <a:gd name="csX700" fmla="*/ 1404210 w 2004015"/>
              <a:gd name="csY700" fmla="*/ 1273609 h 1326335"/>
              <a:gd name="csX701" fmla="*/ 1406221 w 2004015"/>
              <a:gd name="csY701" fmla="*/ 1275049 h 1326335"/>
              <a:gd name="csX702" fmla="*/ 1408232 w 2004015"/>
              <a:gd name="csY702" fmla="*/ 1276467 h 1326335"/>
              <a:gd name="csX703" fmla="*/ 1410232 w 2004015"/>
              <a:gd name="csY703" fmla="*/ 1277853 h 1326335"/>
              <a:gd name="csX704" fmla="*/ 1412243 w 2004015"/>
              <a:gd name="csY704" fmla="*/ 1279219 h 1326335"/>
              <a:gd name="csX705" fmla="*/ 1414243 w 2004015"/>
              <a:gd name="csY705" fmla="*/ 1280542 h 1326335"/>
              <a:gd name="csX706" fmla="*/ 1416254 w 2004015"/>
              <a:gd name="csY706" fmla="*/ 1281833 h 1326335"/>
              <a:gd name="csX707" fmla="*/ 1418254 w 2004015"/>
              <a:gd name="csY707" fmla="*/ 1283103 h 1326335"/>
              <a:gd name="csX708" fmla="*/ 1420265 w 2004015"/>
              <a:gd name="csY708" fmla="*/ 1284341 h 1326335"/>
              <a:gd name="csX709" fmla="*/ 1422265 w 2004015"/>
              <a:gd name="csY709" fmla="*/ 1285547 h 1326335"/>
              <a:gd name="csX710" fmla="*/ 1424276 w 2004015"/>
              <a:gd name="csY710" fmla="*/ 1286722 h 1326335"/>
              <a:gd name="csX711" fmla="*/ 1426277 w 2004015"/>
              <a:gd name="csY711" fmla="*/ 1287876 h 1326335"/>
              <a:gd name="csX712" fmla="*/ 1428287 w 2004015"/>
              <a:gd name="csY712" fmla="*/ 1288998 h 1326335"/>
              <a:gd name="csX713" fmla="*/ 1430298 w 2004015"/>
              <a:gd name="csY713" fmla="*/ 1290098 h 1326335"/>
              <a:gd name="csX714" fmla="*/ 1432298 w 2004015"/>
              <a:gd name="csY714" fmla="*/ 1291167 h 1326335"/>
              <a:gd name="csX715" fmla="*/ 1434309 w 2004015"/>
              <a:gd name="csY715" fmla="*/ 1292215 h 1326335"/>
              <a:gd name="csX716" fmla="*/ 1436310 w 2004015"/>
              <a:gd name="csY716" fmla="*/ 1293242 h 1326335"/>
              <a:gd name="csX717" fmla="*/ 1438320 w 2004015"/>
              <a:gd name="csY717" fmla="*/ 1294226 h 1326335"/>
              <a:gd name="csX718" fmla="*/ 1440321 w 2004015"/>
              <a:gd name="csY718" fmla="*/ 1295200 h 1326335"/>
              <a:gd name="csX719" fmla="*/ 1442331 w 2004015"/>
              <a:gd name="csY719" fmla="*/ 1296141 h 1326335"/>
              <a:gd name="csX720" fmla="*/ 1444332 w 2004015"/>
              <a:gd name="csY720" fmla="*/ 1297062 h 1326335"/>
              <a:gd name="csX721" fmla="*/ 1446343 w 2004015"/>
              <a:gd name="csY721" fmla="*/ 1297962 h 1326335"/>
              <a:gd name="csX722" fmla="*/ 1448343 w 2004015"/>
              <a:gd name="csY722" fmla="*/ 1298840 h 1326335"/>
              <a:gd name="csX723" fmla="*/ 1450354 w 2004015"/>
              <a:gd name="csY723" fmla="*/ 1299698 h 1326335"/>
              <a:gd name="csX724" fmla="*/ 1452354 w 2004015"/>
              <a:gd name="csY724" fmla="*/ 1300523 h 1326335"/>
              <a:gd name="csX725" fmla="*/ 1454365 w 2004015"/>
              <a:gd name="csY725" fmla="*/ 1301327 h 1326335"/>
              <a:gd name="csX726" fmla="*/ 1456376 w 2004015"/>
              <a:gd name="csY726" fmla="*/ 1302121 h 1326335"/>
              <a:gd name="csX727" fmla="*/ 1458376 w 2004015"/>
              <a:gd name="csY727" fmla="*/ 1302883 h 1326335"/>
              <a:gd name="csX728" fmla="*/ 1460387 w 2004015"/>
              <a:gd name="csY728" fmla="*/ 1303635 h 1326335"/>
              <a:gd name="csX729" fmla="*/ 1462387 w 2004015"/>
              <a:gd name="csY729" fmla="*/ 1304354 h 1326335"/>
              <a:gd name="csX730" fmla="*/ 1464398 w 2004015"/>
              <a:gd name="csY730" fmla="*/ 1305063 h 1326335"/>
              <a:gd name="csX731" fmla="*/ 1466398 w 2004015"/>
              <a:gd name="csY731" fmla="*/ 1305751 h 1326335"/>
              <a:gd name="csX732" fmla="*/ 1468409 w 2004015"/>
              <a:gd name="csY732" fmla="*/ 1306418 h 1326335"/>
              <a:gd name="csX733" fmla="*/ 1470409 w 2004015"/>
              <a:gd name="csY733" fmla="*/ 1307064 h 1326335"/>
              <a:gd name="csX734" fmla="*/ 1472420 w 2004015"/>
              <a:gd name="csY734" fmla="*/ 1307699 h 1326335"/>
              <a:gd name="csX735" fmla="*/ 1474421 w 2004015"/>
              <a:gd name="csY735" fmla="*/ 1308312 h 1326335"/>
              <a:gd name="csX736" fmla="*/ 1476431 w 2004015"/>
              <a:gd name="csY736" fmla="*/ 1308905 h 1326335"/>
              <a:gd name="csX737" fmla="*/ 1478442 w 2004015"/>
              <a:gd name="csY737" fmla="*/ 1309487 h 1326335"/>
              <a:gd name="csX738" fmla="*/ 1480442 w 2004015"/>
              <a:gd name="csY738" fmla="*/ 1310048 h 1326335"/>
              <a:gd name="csX739" fmla="*/ 1482453 w 2004015"/>
              <a:gd name="csY739" fmla="*/ 1310598 h 1326335"/>
              <a:gd name="csX740" fmla="*/ 1484454 w 2004015"/>
              <a:gd name="csY740" fmla="*/ 1311128 h 1326335"/>
              <a:gd name="csX741" fmla="*/ 1486464 w 2004015"/>
              <a:gd name="csY741" fmla="*/ 1311636 h 1326335"/>
              <a:gd name="csX742" fmla="*/ 1488465 w 2004015"/>
              <a:gd name="csY742" fmla="*/ 1312144 h 1326335"/>
              <a:gd name="csX743" fmla="*/ 1490476 w 2004015"/>
              <a:gd name="csY743" fmla="*/ 1312620 h 1326335"/>
              <a:gd name="csX744" fmla="*/ 1492476 w 2004015"/>
              <a:gd name="csY744" fmla="*/ 1313096 h 1326335"/>
              <a:gd name="csX745" fmla="*/ 1494487 w 2004015"/>
              <a:gd name="csY745" fmla="*/ 1313551 h 1326335"/>
              <a:gd name="csX746" fmla="*/ 1496487 w 2004015"/>
              <a:gd name="csY746" fmla="*/ 1313996 h 1326335"/>
              <a:gd name="csX747" fmla="*/ 1498498 w 2004015"/>
              <a:gd name="csY747" fmla="*/ 1314419 h 1326335"/>
              <a:gd name="csX748" fmla="*/ 1500509 w 2004015"/>
              <a:gd name="csY748" fmla="*/ 1314842 h 1326335"/>
              <a:gd name="csX749" fmla="*/ 1502509 w 2004015"/>
              <a:gd name="csY749" fmla="*/ 1315245 h 1326335"/>
              <a:gd name="csX750" fmla="*/ 1504520 w 2004015"/>
              <a:gd name="csY750" fmla="*/ 1315636 h 1326335"/>
              <a:gd name="csX751" fmla="*/ 1506520 w 2004015"/>
              <a:gd name="csY751" fmla="*/ 1316017 h 1326335"/>
              <a:gd name="csX752" fmla="*/ 1508531 w 2004015"/>
              <a:gd name="csY752" fmla="*/ 1316388 h 1326335"/>
              <a:gd name="csX753" fmla="*/ 1510531 w 2004015"/>
              <a:gd name="csY753" fmla="*/ 1316737 h 1326335"/>
              <a:gd name="csX754" fmla="*/ 1512542 w 2004015"/>
              <a:gd name="csY754" fmla="*/ 1317086 h 1326335"/>
              <a:gd name="csX755" fmla="*/ 1514542 w 2004015"/>
              <a:gd name="csY755" fmla="*/ 1317414 h 1326335"/>
              <a:gd name="csX756" fmla="*/ 1516553 w 2004015"/>
              <a:gd name="csY756" fmla="*/ 1317742 h 1326335"/>
              <a:gd name="csX757" fmla="*/ 1518553 w 2004015"/>
              <a:gd name="csY757" fmla="*/ 1318049 h 1326335"/>
              <a:gd name="csX758" fmla="*/ 1520564 w 2004015"/>
              <a:gd name="csY758" fmla="*/ 1318356 h 1326335"/>
              <a:gd name="csX759" fmla="*/ 1522575 w 2004015"/>
              <a:gd name="csY759" fmla="*/ 1318652 h 1326335"/>
              <a:gd name="csX760" fmla="*/ 1524575 w 2004015"/>
              <a:gd name="csY760" fmla="*/ 1318938 h 1326335"/>
              <a:gd name="csX761" fmla="*/ 1526586 w 2004015"/>
              <a:gd name="csY761" fmla="*/ 1319203 h 1326335"/>
              <a:gd name="csX762" fmla="*/ 1528586 w 2004015"/>
              <a:gd name="csY762" fmla="*/ 1319467 h 1326335"/>
              <a:gd name="csX763" fmla="*/ 1530597 w 2004015"/>
              <a:gd name="csY763" fmla="*/ 1319732 h 1326335"/>
              <a:gd name="csX764" fmla="*/ 1532598 w 2004015"/>
              <a:gd name="csY764" fmla="*/ 1319975 h 1326335"/>
              <a:gd name="csX765" fmla="*/ 1534609 w 2004015"/>
              <a:gd name="csY765" fmla="*/ 1320219 h 1326335"/>
              <a:gd name="csX766" fmla="*/ 1536609 w 2004015"/>
              <a:gd name="csY766" fmla="*/ 1320452 h 1326335"/>
              <a:gd name="csX767" fmla="*/ 1538620 w 2004015"/>
              <a:gd name="csY767" fmla="*/ 1320674 h 1326335"/>
              <a:gd name="csX768" fmla="*/ 1540620 w 2004015"/>
              <a:gd name="csY768" fmla="*/ 1320886 h 1326335"/>
              <a:gd name="csX769" fmla="*/ 1542631 w 2004015"/>
              <a:gd name="csY769" fmla="*/ 1321097 h 1326335"/>
              <a:gd name="csX770" fmla="*/ 1544631 w 2004015"/>
              <a:gd name="csY770" fmla="*/ 1321298 h 1326335"/>
              <a:gd name="csX771" fmla="*/ 1546642 w 2004015"/>
              <a:gd name="csY771" fmla="*/ 1321489 h 1326335"/>
              <a:gd name="csX772" fmla="*/ 1548653 w 2004015"/>
              <a:gd name="csY772" fmla="*/ 1321679 h 1326335"/>
              <a:gd name="csX773" fmla="*/ 1550653 w 2004015"/>
              <a:gd name="csY773" fmla="*/ 1321859 h 1326335"/>
              <a:gd name="csX774" fmla="*/ 1552664 w 2004015"/>
              <a:gd name="csY774" fmla="*/ 1322039 h 1326335"/>
              <a:gd name="csX775" fmla="*/ 1554664 w 2004015"/>
              <a:gd name="csY775" fmla="*/ 1322208 h 1326335"/>
              <a:gd name="csX776" fmla="*/ 1556675 w 2004015"/>
              <a:gd name="csY776" fmla="*/ 1322367 h 1326335"/>
              <a:gd name="csX777" fmla="*/ 1558675 w 2004015"/>
              <a:gd name="csY777" fmla="*/ 1322526 h 1326335"/>
              <a:gd name="csX778" fmla="*/ 1560686 w 2004015"/>
              <a:gd name="csY778" fmla="*/ 1322674 h 1326335"/>
              <a:gd name="csX779" fmla="*/ 1562686 w 2004015"/>
              <a:gd name="csY779" fmla="*/ 1322822 h 1326335"/>
              <a:gd name="csX780" fmla="*/ 1564697 w 2004015"/>
              <a:gd name="csY780" fmla="*/ 1322960 h 1326335"/>
              <a:gd name="csX781" fmla="*/ 1566697 w 2004015"/>
              <a:gd name="csY781" fmla="*/ 1323097 h 1326335"/>
              <a:gd name="csX782" fmla="*/ 1568708 w 2004015"/>
              <a:gd name="csY782" fmla="*/ 1323224 h 1326335"/>
              <a:gd name="csX783" fmla="*/ 1570719 w 2004015"/>
              <a:gd name="csY783" fmla="*/ 1323351 h 1326335"/>
              <a:gd name="csX784" fmla="*/ 1572719 w 2004015"/>
              <a:gd name="csY784" fmla="*/ 1323478 h 1326335"/>
              <a:gd name="csX785" fmla="*/ 1574730 w 2004015"/>
              <a:gd name="csY785" fmla="*/ 1323595 h 1326335"/>
              <a:gd name="csX786" fmla="*/ 1576731 w 2004015"/>
              <a:gd name="csY786" fmla="*/ 1323711 h 1326335"/>
              <a:gd name="csX787" fmla="*/ 1578741 w 2004015"/>
              <a:gd name="csY787" fmla="*/ 1323817 h 1326335"/>
              <a:gd name="csX788" fmla="*/ 1580742 w 2004015"/>
              <a:gd name="csY788" fmla="*/ 1323923 h 1326335"/>
              <a:gd name="csX789" fmla="*/ 1582753 w 2004015"/>
              <a:gd name="csY789" fmla="*/ 1324018 h 1326335"/>
              <a:gd name="csX790" fmla="*/ 1584753 w 2004015"/>
              <a:gd name="csY790" fmla="*/ 1324113 h 1326335"/>
              <a:gd name="csX791" fmla="*/ 1586764 w 2004015"/>
              <a:gd name="csY791" fmla="*/ 1324209 h 1326335"/>
              <a:gd name="csX792" fmla="*/ 1588764 w 2004015"/>
              <a:gd name="csY792" fmla="*/ 1324293 h 1326335"/>
              <a:gd name="csX793" fmla="*/ 1590775 w 2004015"/>
              <a:gd name="csY793" fmla="*/ 1324389 h 1326335"/>
              <a:gd name="csX794" fmla="*/ 1592786 w 2004015"/>
              <a:gd name="csY794" fmla="*/ 1324463 h 1326335"/>
              <a:gd name="csX795" fmla="*/ 1594786 w 2004015"/>
              <a:gd name="csY795" fmla="*/ 1324547 h 1326335"/>
              <a:gd name="csX796" fmla="*/ 1596797 w 2004015"/>
              <a:gd name="csY796" fmla="*/ 1324621 h 1326335"/>
              <a:gd name="csX797" fmla="*/ 1598797 w 2004015"/>
              <a:gd name="csY797" fmla="*/ 1324696 h 1326335"/>
              <a:gd name="csX798" fmla="*/ 1600808 w 2004015"/>
              <a:gd name="csY798" fmla="*/ 1324770 h 1326335"/>
              <a:gd name="csX799" fmla="*/ 1602808 w 2004015"/>
              <a:gd name="csY799" fmla="*/ 1324833 h 1326335"/>
              <a:gd name="csX800" fmla="*/ 1604819 w 2004015"/>
              <a:gd name="csY800" fmla="*/ 1324897 h 1326335"/>
              <a:gd name="csX801" fmla="*/ 1606819 w 2004015"/>
              <a:gd name="csY801" fmla="*/ 1324960 h 1326335"/>
              <a:gd name="csX802" fmla="*/ 1608830 w 2004015"/>
              <a:gd name="csY802" fmla="*/ 1325024 h 1326335"/>
              <a:gd name="csX803" fmla="*/ 1610830 w 2004015"/>
              <a:gd name="csY803" fmla="*/ 1325077 h 1326335"/>
              <a:gd name="csX804" fmla="*/ 1612841 w 2004015"/>
              <a:gd name="csY804" fmla="*/ 1325130 h 1326335"/>
              <a:gd name="csX805" fmla="*/ 1614852 w 2004015"/>
              <a:gd name="csY805" fmla="*/ 1325182 h 1326335"/>
              <a:gd name="csX806" fmla="*/ 1616852 w 2004015"/>
              <a:gd name="csY806" fmla="*/ 1325235 h 1326335"/>
              <a:gd name="csX807" fmla="*/ 1618863 w 2004015"/>
              <a:gd name="csY807" fmla="*/ 1325288 h 1326335"/>
              <a:gd name="csX808" fmla="*/ 1620864 w 2004015"/>
              <a:gd name="csY808" fmla="*/ 1325331 h 1326335"/>
              <a:gd name="csX809" fmla="*/ 1622874 w 2004015"/>
              <a:gd name="csY809" fmla="*/ 1325373 h 1326335"/>
              <a:gd name="csX810" fmla="*/ 1624875 w 2004015"/>
              <a:gd name="csY810" fmla="*/ 1325426 h 1326335"/>
              <a:gd name="csX811" fmla="*/ 1626885 w 2004015"/>
              <a:gd name="csY811" fmla="*/ 1325458 h 1326335"/>
              <a:gd name="csX812" fmla="*/ 1628886 w 2004015"/>
              <a:gd name="csY812" fmla="*/ 1325500 h 1326335"/>
              <a:gd name="csX813" fmla="*/ 1630897 w 2004015"/>
              <a:gd name="csY813" fmla="*/ 1325542 h 1326335"/>
              <a:gd name="csX814" fmla="*/ 1632897 w 2004015"/>
              <a:gd name="csY814" fmla="*/ 1325574 h 1326335"/>
              <a:gd name="csX815" fmla="*/ 1634908 w 2004015"/>
              <a:gd name="csY815" fmla="*/ 1325606 h 1326335"/>
              <a:gd name="csX816" fmla="*/ 1636918 w 2004015"/>
              <a:gd name="csY816" fmla="*/ 1325648 h 1326335"/>
              <a:gd name="csX817" fmla="*/ 1638919 w 2004015"/>
              <a:gd name="csY817" fmla="*/ 1325680 h 1326335"/>
              <a:gd name="csX818" fmla="*/ 1640930 w 2004015"/>
              <a:gd name="csY818" fmla="*/ 1325701 h 1326335"/>
              <a:gd name="csX819" fmla="*/ 1642930 w 2004015"/>
              <a:gd name="csY819" fmla="*/ 1325733 h 1326335"/>
              <a:gd name="csX820" fmla="*/ 1644941 w 2004015"/>
              <a:gd name="csY820" fmla="*/ 1325765 h 1326335"/>
              <a:gd name="csX821" fmla="*/ 1646941 w 2004015"/>
              <a:gd name="csY821" fmla="*/ 1325786 h 1326335"/>
              <a:gd name="csX822" fmla="*/ 1648952 w 2004015"/>
              <a:gd name="csY822" fmla="*/ 1325817 h 1326335"/>
              <a:gd name="csX823" fmla="*/ 1650952 w 2004015"/>
              <a:gd name="csY823" fmla="*/ 1325839 h 1326335"/>
              <a:gd name="csX824" fmla="*/ 1652963 w 2004015"/>
              <a:gd name="csY824" fmla="*/ 1325860 h 1326335"/>
              <a:gd name="csX825" fmla="*/ 1654963 w 2004015"/>
              <a:gd name="csY825" fmla="*/ 1325881 h 1326335"/>
              <a:gd name="csX826" fmla="*/ 1656974 w 2004015"/>
              <a:gd name="csY826" fmla="*/ 1325913 h 1326335"/>
              <a:gd name="csX827" fmla="*/ 1658974 w 2004015"/>
              <a:gd name="csY827" fmla="*/ 1325923 h 1326335"/>
              <a:gd name="csX828" fmla="*/ 1660985 w 2004015"/>
              <a:gd name="csY828" fmla="*/ 1325944 h 1326335"/>
              <a:gd name="csX829" fmla="*/ 1662996 w 2004015"/>
              <a:gd name="csY829" fmla="*/ 1325966 h 1326335"/>
              <a:gd name="csX830" fmla="*/ 1664996 w 2004015"/>
              <a:gd name="csY830" fmla="*/ 1325987 h 1326335"/>
              <a:gd name="csX831" fmla="*/ 1667007 w 2004015"/>
              <a:gd name="csY831" fmla="*/ 1325997 h 1326335"/>
              <a:gd name="csX832" fmla="*/ 1669008 w 2004015"/>
              <a:gd name="csY832" fmla="*/ 1326018 h 1326335"/>
              <a:gd name="csX833" fmla="*/ 1671018 w 2004015"/>
              <a:gd name="csY833" fmla="*/ 1326029 h 1326335"/>
              <a:gd name="csX834" fmla="*/ 1673019 w 2004015"/>
              <a:gd name="csY834" fmla="*/ 1326050 h 1326335"/>
              <a:gd name="csX835" fmla="*/ 1675029 w 2004015"/>
              <a:gd name="csY835" fmla="*/ 1326061 h 1326335"/>
              <a:gd name="csX836" fmla="*/ 1677030 w 2004015"/>
              <a:gd name="csY836" fmla="*/ 1326071 h 1326335"/>
              <a:gd name="csX837" fmla="*/ 1679041 w 2004015"/>
              <a:gd name="csY837" fmla="*/ 1326093 h 1326335"/>
              <a:gd name="csX838" fmla="*/ 1681041 w 2004015"/>
              <a:gd name="csY838" fmla="*/ 1326103 h 1326335"/>
              <a:gd name="csX839" fmla="*/ 1683052 w 2004015"/>
              <a:gd name="csY839" fmla="*/ 1326114 h 1326335"/>
              <a:gd name="csX840" fmla="*/ 1685063 w 2004015"/>
              <a:gd name="csY840" fmla="*/ 1326124 h 1326335"/>
              <a:gd name="csX841" fmla="*/ 1687063 w 2004015"/>
              <a:gd name="csY841" fmla="*/ 1326135 h 1326335"/>
              <a:gd name="csX842" fmla="*/ 1689074 w 2004015"/>
              <a:gd name="csY842" fmla="*/ 1326145 h 1326335"/>
              <a:gd name="csX843" fmla="*/ 1691074 w 2004015"/>
              <a:gd name="csY843" fmla="*/ 1326156 h 1326335"/>
              <a:gd name="csX844" fmla="*/ 1693085 w 2004015"/>
              <a:gd name="csY844" fmla="*/ 1326167 h 1326335"/>
              <a:gd name="csX845" fmla="*/ 1695085 w 2004015"/>
              <a:gd name="csY845" fmla="*/ 1326177 h 1326335"/>
              <a:gd name="csX846" fmla="*/ 1697096 w 2004015"/>
              <a:gd name="csY846" fmla="*/ 1326177 h 1326335"/>
              <a:gd name="csX847" fmla="*/ 1699096 w 2004015"/>
              <a:gd name="csY847" fmla="*/ 1326188 h 1326335"/>
              <a:gd name="csX848" fmla="*/ 1701107 w 2004015"/>
              <a:gd name="csY848" fmla="*/ 1326198 h 1326335"/>
              <a:gd name="csX849" fmla="*/ 1703107 w 2004015"/>
              <a:gd name="csY849" fmla="*/ 1326209 h 1326335"/>
              <a:gd name="csX850" fmla="*/ 1705118 w 2004015"/>
              <a:gd name="csY850" fmla="*/ 1326209 h 1326335"/>
              <a:gd name="csX851" fmla="*/ 1707129 w 2004015"/>
              <a:gd name="csY851" fmla="*/ 1326220 h 1326335"/>
              <a:gd name="csX852" fmla="*/ 1709129 w 2004015"/>
              <a:gd name="csY852" fmla="*/ 1326220 h 1326335"/>
              <a:gd name="csX853" fmla="*/ 1711140 w 2004015"/>
              <a:gd name="csY853" fmla="*/ 1326230 h 1326335"/>
              <a:gd name="csX854" fmla="*/ 1713140 w 2004015"/>
              <a:gd name="csY854" fmla="*/ 1326230 h 1326335"/>
              <a:gd name="csX855" fmla="*/ 1715151 w 2004015"/>
              <a:gd name="csY855" fmla="*/ 1326241 h 1326335"/>
              <a:gd name="csX856" fmla="*/ 1717152 w 2004015"/>
              <a:gd name="csY856" fmla="*/ 1326241 h 1326335"/>
              <a:gd name="csX857" fmla="*/ 1719162 w 2004015"/>
              <a:gd name="csY857" fmla="*/ 1326251 h 1326335"/>
              <a:gd name="csX858" fmla="*/ 1721163 w 2004015"/>
              <a:gd name="csY858" fmla="*/ 1326251 h 1326335"/>
              <a:gd name="csX859" fmla="*/ 1723173 w 2004015"/>
              <a:gd name="csY859" fmla="*/ 1326262 h 1326335"/>
              <a:gd name="csX860" fmla="*/ 1725174 w 2004015"/>
              <a:gd name="csY860" fmla="*/ 1326262 h 1326335"/>
              <a:gd name="csX861" fmla="*/ 1727185 w 2004015"/>
              <a:gd name="csY861" fmla="*/ 1326272 h 1326335"/>
              <a:gd name="csX862" fmla="*/ 1729196 w 2004015"/>
              <a:gd name="csY862" fmla="*/ 1326272 h 1326335"/>
              <a:gd name="csX863" fmla="*/ 1731196 w 2004015"/>
              <a:gd name="csY863" fmla="*/ 1326272 h 1326335"/>
              <a:gd name="csX864" fmla="*/ 1733207 w 2004015"/>
              <a:gd name="csY864" fmla="*/ 1326283 h 1326335"/>
              <a:gd name="csX865" fmla="*/ 1735207 w 2004015"/>
              <a:gd name="csY865" fmla="*/ 1326283 h 1326335"/>
              <a:gd name="csX866" fmla="*/ 1737218 w 2004015"/>
              <a:gd name="csY866" fmla="*/ 1326283 h 1326335"/>
              <a:gd name="csX867" fmla="*/ 1739218 w 2004015"/>
              <a:gd name="csY867" fmla="*/ 1326283 h 1326335"/>
              <a:gd name="csX868" fmla="*/ 1741229 w 2004015"/>
              <a:gd name="csY868" fmla="*/ 1326294 h 1326335"/>
              <a:gd name="csX869" fmla="*/ 1743229 w 2004015"/>
              <a:gd name="csY869" fmla="*/ 1326294 h 1326335"/>
              <a:gd name="csX870" fmla="*/ 1745240 w 2004015"/>
              <a:gd name="csY870" fmla="*/ 1326294 h 1326335"/>
              <a:gd name="csX871" fmla="*/ 1747240 w 2004015"/>
              <a:gd name="csY871" fmla="*/ 1326294 h 1326335"/>
              <a:gd name="csX872" fmla="*/ 1749251 w 2004015"/>
              <a:gd name="csY872" fmla="*/ 1326304 h 1326335"/>
              <a:gd name="csX873" fmla="*/ 1751251 w 2004015"/>
              <a:gd name="csY873" fmla="*/ 1326304 h 1326335"/>
              <a:gd name="csX874" fmla="*/ 1753262 w 2004015"/>
              <a:gd name="csY874" fmla="*/ 1326304 h 1326335"/>
              <a:gd name="csX875" fmla="*/ 1755273 w 2004015"/>
              <a:gd name="csY875" fmla="*/ 1326304 h 1326335"/>
              <a:gd name="csX876" fmla="*/ 1757273 w 2004015"/>
              <a:gd name="csY876" fmla="*/ 1326304 h 1326335"/>
              <a:gd name="csX877" fmla="*/ 1759284 w 2004015"/>
              <a:gd name="csY877" fmla="*/ 1326315 h 1326335"/>
              <a:gd name="csX878" fmla="*/ 1761285 w 2004015"/>
              <a:gd name="csY878" fmla="*/ 1326315 h 1326335"/>
              <a:gd name="csX879" fmla="*/ 1763295 w 2004015"/>
              <a:gd name="csY879" fmla="*/ 1326315 h 1326335"/>
              <a:gd name="csX880" fmla="*/ 1765295 w 2004015"/>
              <a:gd name="csY880" fmla="*/ 1326315 h 1326335"/>
              <a:gd name="csX881" fmla="*/ 1767306 w 2004015"/>
              <a:gd name="csY881" fmla="*/ 1326315 h 1326335"/>
              <a:gd name="csX882" fmla="*/ 1769307 w 2004015"/>
              <a:gd name="csY882" fmla="*/ 1326315 h 1326335"/>
              <a:gd name="csX883" fmla="*/ 1771318 w 2004015"/>
              <a:gd name="csY883" fmla="*/ 1326315 h 1326335"/>
              <a:gd name="csX884" fmla="*/ 1773318 w 2004015"/>
              <a:gd name="csY884" fmla="*/ 1326315 h 1326335"/>
              <a:gd name="csX885" fmla="*/ 1775329 w 2004015"/>
              <a:gd name="csY885" fmla="*/ 1326325 h 1326335"/>
              <a:gd name="csX886" fmla="*/ 1777340 w 2004015"/>
              <a:gd name="csY886" fmla="*/ 1326325 h 1326335"/>
              <a:gd name="csX887" fmla="*/ 1779340 w 2004015"/>
              <a:gd name="csY887" fmla="*/ 1326325 h 1326335"/>
              <a:gd name="csX888" fmla="*/ 1781351 w 2004015"/>
              <a:gd name="csY888" fmla="*/ 1326325 h 1326335"/>
              <a:gd name="csX889" fmla="*/ 1783351 w 2004015"/>
              <a:gd name="csY889" fmla="*/ 1326325 h 1326335"/>
              <a:gd name="csX890" fmla="*/ 1785362 w 2004015"/>
              <a:gd name="csY890" fmla="*/ 1326325 h 1326335"/>
              <a:gd name="csX891" fmla="*/ 1787362 w 2004015"/>
              <a:gd name="csY891" fmla="*/ 1326325 h 1326335"/>
              <a:gd name="csX892" fmla="*/ 1789373 w 2004015"/>
              <a:gd name="csY892" fmla="*/ 1326325 h 1326335"/>
              <a:gd name="csX893" fmla="*/ 1791373 w 2004015"/>
              <a:gd name="csY893" fmla="*/ 1326325 h 1326335"/>
              <a:gd name="csX894" fmla="*/ 1793384 w 2004015"/>
              <a:gd name="csY894" fmla="*/ 1326325 h 1326335"/>
              <a:gd name="csX895" fmla="*/ 1795384 w 2004015"/>
              <a:gd name="csY895" fmla="*/ 1326325 h 1326335"/>
              <a:gd name="csX896" fmla="*/ 1797395 w 2004015"/>
              <a:gd name="csY896" fmla="*/ 1326325 h 1326335"/>
              <a:gd name="csX897" fmla="*/ 1799406 w 2004015"/>
              <a:gd name="csY897" fmla="*/ 1326325 h 1326335"/>
              <a:gd name="csX898" fmla="*/ 1801406 w 2004015"/>
              <a:gd name="csY898" fmla="*/ 1326336 h 1326335"/>
              <a:gd name="csX899" fmla="*/ 1803417 w 2004015"/>
              <a:gd name="csY899" fmla="*/ 1326336 h 1326335"/>
              <a:gd name="csX900" fmla="*/ 1805417 w 2004015"/>
              <a:gd name="csY900" fmla="*/ 1326336 h 1326335"/>
              <a:gd name="csX901" fmla="*/ 1807428 w 2004015"/>
              <a:gd name="csY901" fmla="*/ 1326336 h 1326335"/>
              <a:gd name="csX902" fmla="*/ 1809429 w 2004015"/>
              <a:gd name="csY902" fmla="*/ 1326336 h 1326335"/>
              <a:gd name="csX903" fmla="*/ 1811439 w 2004015"/>
              <a:gd name="csY903" fmla="*/ 1326336 h 1326335"/>
              <a:gd name="csX904" fmla="*/ 1813439 w 2004015"/>
              <a:gd name="csY904" fmla="*/ 1326336 h 1326335"/>
              <a:gd name="csX905" fmla="*/ 1815450 w 2004015"/>
              <a:gd name="csY905" fmla="*/ 1326336 h 1326335"/>
              <a:gd name="csX906" fmla="*/ 1817451 w 2004015"/>
              <a:gd name="csY906" fmla="*/ 1326336 h 1326335"/>
              <a:gd name="csX907" fmla="*/ 1819462 w 2004015"/>
              <a:gd name="csY907" fmla="*/ 1326336 h 1326335"/>
              <a:gd name="csX908" fmla="*/ 1821472 w 2004015"/>
              <a:gd name="csY908" fmla="*/ 1326336 h 1326335"/>
              <a:gd name="csX909" fmla="*/ 1823473 w 2004015"/>
              <a:gd name="csY909" fmla="*/ 1326336 h 1326335"/>
              <a:gd name="csX910" fmla="*/ 1825484 w 2004015"/>
              <a:gd name="csY910" fmla="*/ 1326336 h 1326335"/>
              <a:gd name="csX911" fmla="*/ 1827484 w 2004015"/>
              <a:gd name="csY911" fmla="*/ 1326336 h 1326335"/>
              <a:gd name="csX912" fmla="*/ 1829495 w 2004015"/>
              <a:gd name="csY912" fmla="*/ 1326336 h 1326335"/>
              <a:gd name="csX913" fmla="*/ 1831495 w 2004015"/>
              <a:gd name="csY913" fmla="*/ 1326336 h 1326335"/>
              <a:gd name="csX914" fmla="*/ 1833506 w 2004015"/>
              <a:gd name="csY914" fmla="*/ 1326336 h 1326335"/>
              <a:gd name="csX915" fmla="*/ 1835506 w 2004015"/>
              <a:gd name="csY915" fmla="*/ 1326336 h 1326335"/>
              <a:gd name="csX916" fmla="*/ 1837517 w 2004015"/>
              <a:gd name="csY916" fmla="*/ 1326336 h 1326335"/>
              <a:gd name="csX917" fmla="*/ 1839517 w 2004015"/>
              <a:gd name="csY917" fmla="*/ 1326336 h 1326335"/>
              <a:gd name="csX918" fmla="*/ 1841528 w 2004015"/>
              <a:gd name="csY918" fmla="*/ 1326336 h 1326335"/>
              <a:gd name="csX919" fmla="*/ 1843528 w 2004015"/>
              <a:gd name="csY919" fmla="*/ 1326336 h 1326335"/>
              <a:gd name="csX920" fmla="*/ 1845539 w 2004015"/>
              <a:gd name="csY920" fmla="*/ 1326336 h 1326335"/>
              <a:gd name="csX921" fmla="*/ 1847550 w 2004015"/>
              <a:gd name="csY921" fmla="*/ 1326336 h 1326335"/>
              <a:gd name="csX922" fmla="*/ 1849550 w 2004015"/>
              <a:gd name="csY922" fmla="*/ 1326336 h 1326335"/>
              <a:gd name="csX923" fmla="*/ 1851561 w 2004015"/>
              <a:gd name="csY923" fmla="*/ 1326336 h 1326335"/>
              <a:gd name="csX924" fmla="*/ 1853561 w 2004015"/>
              <a:gd name="csY924" fmla="*/ 1326336 h 1326335"/>
              <a:gd name="csX925" fmla="*/ 1855572 w 2004015"/>
              <a:gd name="csY925" fmla="*/ 1326336 h 1326335"/>
              <a:gd name="csX926" fmla="*/ 1857573 w 2004015"/>
              <a:gd name="csY926" fmla="*/ 1326336 h 1326335"/>
              <a:gd name="csX927" fmla="*/ 1859583 w 2004015"/>
              <a:gd name="csY927" fmla="*/ 1326336 h 1326335"/>
              <a:gd name="csX928" fmla="*/ 1861584 w 2004015"/>
              <a:gd name="csY928" fmla="*/ 1326336 h 1326335"/>
              <a:gd name="csX929" fmla="*/ 1863595 w 2004015"/>
              <a:gd name="csY929" fmla="*/ 1326336 h 1326335"/>
              <a:gd name="csX930" fmla="*/ 1865595 w 2004015"/>
              <a:gd name="csY930" fmla="*/ 1326336 h 1326335"/>
              <a:gd name="csX931" fmla="*/ 1867606 w 2004015"/>
              <a:gd name="csY931" fmla="*/ 1326336 h 1326335"/>
              <a:gd name="csX932" fmla="*/ 1869616 w 2004015"/>
              <a:gd name="csY932" fmla="*/ 1326336 h 1326335"/>
              <a:gd name="csX933" fmla="*/ 1871617 w 2004015"/>
              <a:gd name="csY933" fmla="*/ 1326336 h 1326335"/>
              <a:gd name="csX934" fmla="*/ 1873628 w 2004015"/>
              <a:gd name="csY934" fmla="*/ 1326336 h 1326335"/>
              <a:gd name="csX935" fmla="*/ 1875628 w 2004015"/>
              <a:gd name="csY935" fmla="*/ 1326336 h 1326335"/>
              <a:gd name="csX936" fmla="*/ 1877639 w 2004015"/>
              <a:gd name="csY936" fmla="*/ 1326336 h 1326335"/>
              <a:gd name="csX937" fmla="*/ 1879639 w 2004015"/>
              <a:gd name="csY937" fmla="*/ 1326336 h 1326335"/>
              <a:gd name="csX938" fmla="*/ 1881650 w 2004015"/>
              <a:gd name="csY938" fmla="*/ 1326336 h 1326335"/>
              <a:gd name="csX939" fmla="*/ 1883650 w 2004015"/>
              <a:gd name="csY939" fmla="*/ 1326336 h 1326335"/>
              <a:gd name="csX940" fmla="*/ 1885661 w 2004015"/>
              <a:gd name="csY940" fmla="*/ 1326336 h 1326335"/>
              <a:gd name="csX941" fmla="*/ 1887661 w 2004015"/>
              <a:gd name="csY941" fmla="*/ 1326336 h 1326335"/>
              <a:gd name="csX942" fmla="*/ 1889672 w 2004015"/>
              <a:gd name="csY942" fmla="*/ 1326336 h 1326335"/>
              <a:gd name="csX943" fmla="*/ 1891683 w 2004015"/>
              <a:gd name="csY943" fmla="*/ 1326336 h 1326335"/>
              <a:gd name="csX944" fmla="*/ 1893683 w 2004015"/>
              <a:gd name="csY944" fmla="*/ 1326336 h 1326335"/>
              <a:gd name="csX945" fmla="*/ 1895694 w 2004015"/>
              <a:gd name="csY945" fmla="*/ 1326336 h 1326335"/>
              <a:gd name="csX946" fmla="*/ 1897694 w 2004015"/>
              <a:gd name="csY946" fmla="*/ 1326336 h 1326335"/>
              <a:gd name="csX947" fmla="*/ 1899705 w 2004015"/>
              <a:gd name="csY947" fmla="*/ 1326336 h 1326335"/>
              <a:gd name="csX948" fmla="*/ 1901705 w 2004015"/>
              <a:gd name="csY948" fmla="*/ 1326336 h 1326335"/>
              <a:gd name="csX949" fmla="*/ 1903716 w 2004015"/>
              <a:gd name="csY949" fmla="*/ 1326336 h 1326335"/>
              <a:gd name="csX950" fmla="*/ 1905717 w 2004015"/>
              <a:gd name="csY950" fmla="*/ 1326336 h 1326335"/>
              <a:gd name="csX951" fmla="*/ 1907727 w 2004015"/>
              <a:gd name="csY951" fmla="*/ 1326336 h 1326335"/>
              <a:gd name="csX952" fmla="*/ 1909728 w 2004015"/>
              <a:gd name="csY952" fmla="*/ 1326336 h 1326335"/>
              <a:gd name="csX953" fmla="*/ 1911739 w 2004015"/>
              <a:gd name="csY953" fmla="*/ 1326336 h 1326335"/>
              <a:gd name="csX954" fmla="*/ 1913749 w 2004015"/>
              <a:gd name="csY954" fmla="*/ 1326336 h 1326335"/>
              <a:gd name="csX955" fmla="*/ 1915750 w 2004015"/>
              <a:gd name="csY955" fmla="*/ 1326336 h 1326335"/>
              <a:gd name="csX956" fmla="*/ 1917760 w 2004015"/>
              <a:gd name="csY956" fmla="*/ 1326336 h 1326335"/>
              <a:gd name="csX957" fmla="*/ 1919761 w 2004015"/>
              <a:gd name="csY957" fmla="*/ 1326336 h 1326335"/>
              <a:gd name="csX958" fmla="*/ 1921772 w 2004015"/>
              <a:gd name="csY958" fmla="*/ 1326336 h 1326335"/>
              <a:gd name="csX959" fmla="*/ 1923772 w 2004015"/>
              <a:gd name="csY959" fmla="*/ 1326336 h 1326335"/>
              <a:gd name="csX960" fmla="*/ 1925783 w 2004015"/>
              <a:gd name="csY960" fmla="*/ 1326336 h 1326335"/>
              <a:gd name="csX961" fmla="*/ 1927783 w 2004015"/>
              <a:gd name="csY961" fmla="*/ 1326336 h 1326335"/>
              <a:gd name="csX962" fmla="*/ 1929794 w 2004015"/>
              <a:gd name="csY962" fmla="*/ 1326336 h 1326335"/>
              <a:gd name="csX963" fmla="*/ 1931794 w 2004015"/>
              <a:gd name="csY963" fmla="*/ 1326336 h 1326335"/>
              <a:gd name="csX964" fmla="*/ 1933805 w 2004015"/>
              <a:gd name="csY964" fmla="*/ 1326336 h 1326335"/>
              <a:gd name="csX965" fmla="*/ 1935805 w 2004015"/>
              <a:gd name="csY965" fmla="*/ 1326336 h 1326335"/>
              <a:gd name="csX966" fmla="*/ 1937816 w 2004015"/>
              <a:gd name="csY966" fmla="*/ 1326336 h 1326335"/>
              <a:gd name="csX967" fmla="*/ 1939827 w 2004015"/>
              <a:gd name="csY967" fmla="*/ 1326336 h 1326335"/>
              <a:gd name="csX968" fmla="*/ 1941827 w 2004015"/>
              <a:gd name="csY968" fmla="*/ 1326336 h 1326335"/>
              <a:gd name="csX969" fmla="*/ 1943838 w 2004015"/>
              <a:gd name="csY969" fmla="*/ 1326336 h 1326335"/>
              <a:gd name="csX970" fmla="*/ 1945838 w 2004015"/>
              <a:gd name="csY970" fmla="*/ 1326336 h 1326335"/>
              <a:gd name="csX971" fmla="*/ 1947849 w 2004015"/>
              <a:gd name="csY971" fmla="*/ 1326336 h 1326335"/>
              <a:gd name="csX972" fmla="*/ 1949850 w 2004015"/>
              <a:gd name="csY972" fmla="*/ 1326336 h 1326335"/>
              <a:gd name="csX973" fmla="*/ 1951860 w 2004015"/>
              <a:gd name="csY973" fmla="*/ 1326336 h 1326335"/>
              <a:gd name="csX974" fmla="*/ 1953861 w 2004015"/>
              <a:gd name="csY974" fmla="*/ 1326336 h 1326335"/>
              <a:gd name="csX975" fmla="*/ 1955871 w 2004015"/>
              <a:gd name="csY975" fmla="*/ 1326336 h 1326335"/>
              <a:gd name="csX976" fmla="*/ 1957872 w 2004015"/>
              <a:gd name="csY976" fmla="*/ 1326336 h 1326335"/>
              <a:gd name="csX977" fmla="*/ 1959883 w 2004015"/>
              <a:gd name="csY977" fmla="*/ 1326336 h 1326335"/>
              <a:gd name="csX978" fmla="*/ 1961893 w 2004015"/>
              <a:gd name="csY978" fmla="*/ 1326336 h 1326335"/>
              <a:gd name="csX979" fmla="*/ 1963894 w 2004015"/>
              <a:gd name="csY979" fmla="*/ 1326336 h 1326335"/>
              <a:gd name="csX980" fmla="*/ 1965904 w 2004015"/>
              <a:gd name="csY980" fmla="*/ 1326336 h 1326335"/>
              <a:gd name="csX981" fmla="*/ 1967905 w 2004015"/>
              <a:gd name="csY981" fmla="*/ 1326336 h 1326335"/>
              <a:gd name="csX982" fmla="*/ 1969916 w 2004015"/>
              <a:gd name="csY982" fmla="*/ 1326336 h 1326335"/>
              <a:gd name="csX983" fmla="*/ 1971916 w 2004015"/>
              <a:gd name="csY983" fmla="*/ 1326336 h 1326335"/>
              <a:gd name="csX984" fmla="*/ 1973927 w 2004015"/>
              <a:gd name="csY984" fmla="*/ 1326336 h 1326335"/>
              <a:gd name="csX985" fmla="*/ 1975927 w 2004015"/>
              <a:gd name="csY985" fmla="*/ 1326336 h 1326335"/>
              <a:gd name="csX986" fmla="*/ 1977938 w 2004015"/>
              <a:gd name="csY986" fmla="*/ 1326336 h 1326335"/>
              <a:gd name="csX987" fmla="*/ 1979938 w 2004015"/>
              <a:gd name="csY987" fmla="*/ 1326336 h 1326335"/>
              <a:gd name="csX988" fmla="*/ 1981949 w 2004015"/>
              <a:gd name="csY988" fmla="*/ 1326336 h 1326335"/>
              <a:gd name="csX989" fmla="*/ 1983960 w 2004015"/>
              <a:gd name="csY989" fmla="*/ 1326336 h 1326335"/>
              <a:gd name="csX990" fmla="*/ 1985960 w 2004015"/>
              <a:gd name="csY990" fmla="*/ 1326336 h 1326335"/>
              <a:gd name="csX991" fmla="*/ 1987971 w 2004015"/>
              <a:gd name="csY991" fmla="*/ 1326336 h 1326335"/>
              <a:gd name="csX992" fmla="*/ 1989971 w 2004015"/>
              <a:gd name="csY992" fmla="*/ 1326336 h 1326335"/>
              <a:gd name="csX993" fmla="*/ 1991982 w 2004015"/>
              <a:gd name="csY993" fmla="*/ 1326336 h 1326335"/>
              <a:gd name="csX994" fmla="*/ 1993982 w 2004015"/>
              <a:gd name="csY994" fmla="*/ 1326336 h 1326335"/>
              <a:gd name="csX995" fmla="*/ 1995993 w 2004015"/>
              <a:gd name="csY995" fmla="*/ 1326336 h 1326335"/>
              <a:gd name="csX996" fmla="*/ 1997994 w 2004015"/>
              <a:gd name="csY996" fmla="*/ 1326336 h 1326335"/>
              <a:gd name="csX997" fmla="*/ 2000004 w 2004015"/>
              <a:gd name="csY997" fmla="*/ 1326336 h 1326335"/>
              <a:gd name="csX998" fmla="*/ 2002005 w 2004015"/>
              <a:gd name="csY998" fmla="*/ 1326336 h 1326335"/>
              <a:gd name="csX999" fmla="*/ 2004015 w 2004015"/>
              <a:gd name="csY999" fmla="*/ 1326336 h 1326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</a:cxnLst>
            <a:rect l="l" t="t" r="r" b="b"/>
            <a:pathLst>
              <a:path w="2004015" h="1326335">
                <a:moveTo>
                  <a:pt x="0" y="1326336"/>
                </a:moveTo>
                <a:lnTo>
                  <a:pt x="2006" y="1326336"/>
                </a:lnTo>
                <a:lnTo>
                  <a:pt x="4012" y="1326336"/>
                </a:lnTo>
                <a:lnTo>
                  <a:pt x="6018" y="1326336"/>
                </a:lnTo>
                <a:lnTo>
                  <a:pt x="8023" y="1326336"/>
                </a:lnTo>
                <a:lnTo>
                  <a:pt x="10030" y="1326336"/>
                </a:lnTo>
                <a:lnTo>
                  <a:pt x="12035" y="1326336"/>
                </a:lnTo>
                <a:lnTo>
                  <a:pt x="14042" y="1326336"/>
                </a:lnTo>
                <a:lnTo>
                  <a:pt x="16048" y="1326336"/>
                </a:lnTo>
                <a:lnTo>
                  <a:pt x="18054" y="1326336"/>
                </a:lnTo>
                <a:lnTo>
                  <a:pt x="20060" y="1326336"/>
                </a:lnTo>
                <a:lnTo>
                  <a:pt x="22065" y="1326336"/>
                </a:lnTo>
                <a:lnTo>
                  <a:pt x="24072" y="1326336"/>
                </a:lnTo>
                <a:lnTo>
                  <a:pt x="26078" y="1326336"/>
                </a:lnTo>
                <a:lnTo>
                  <a:pt x="28084" y="1326336"/>
                </a:lnTo>
                <a:lnTo>
                  <a:pt x="30090" y="1326336"/>
                </a:lnTo>
                <a:lnTo>
                  <a:pt x="32096" y="1326336"/>
                </a:lnTo>
                <a:lnTo>
                  <a:pt x="34102" y="1326336"/>
                </a:lnTo>
                <a:lnTo>
                  <a:pt x="36108" y="1326336"/>
                </a:lnTo>
                <a:lnTo>
                  <a:pt x="38114" y="1326336"/>
                </a:lnTo>
                <a:lnTo>
                  <a:pt x="40120" y="1326336"/>
                </a:lnTo>
                <a:lnTo>
                  <a:pt x="42126" y="1326336"/>
                </a:lnTo>
                <a:lnTo>
                  <a:pt x="44132" y="1326336"/>
                </a:lnTo>
                <a:lnTo>
                  <a:pt x="46138" y="1326336"/>
                </a:lnTo>
                <a:lnTo>
                  <a:pt x="48144" y="1326336"/>
                </a:lnTo>
                <a:lnTo>
                  <a:pt x="50151" y="1326336"/>
                </a:lnTo>
                <a:lnTo>
                  <a:pt x="52156" y="1326336"/>
                </a:lnTo>
                <a:lnTo>
                  <a:pt x="54162" y="1326336"/>
                </a:lnTo>
                <a:lnTo>
                  <a:pt x="56168" y="1326336"/>
                </a:lnTo>
                <a:lnTo>
                  <a:pt x="58174" y="1326336"/>
                </a:lnTo>
                <a:lnTo>
                  <a:pt x="60181" y="1326336"/>
                </a:lnTo>
                <a:lnTo>
                  <a:pt x="62186" y="1326336"/>
                </a:lnTo>
                <a:lnTo>
                  <a:pt x="64193" y="1326336"/>
                </a:lnTo>
                <a:lnTo>
                  <a:pt x="66198" y="1326336"/>
                </a:lnTo>
                <a:lnTo>
                  <a:pt x="68204" y="1326336"/>
                </a:lnTo>
                <a:lnTo>
                  <a:pt x="70210" y="1326336"/>
                </a:lnTo>
                <a:lnTo>
                  <a:pt x="72216" y="1326336"/>
                </a:lnTo>
                <a:lnTo>
                  <a:pt x="74223" y="1326336"/>
                </a:lnTo>
                <a:lnTo>
                  <a:pt x="76228" y="1326336"/>
                </a:lnTo>
                <a:lnTo>
                  <a:pt x="78235" y="1326336"/>
                </a:lnTo>
                <a:lnTo>
                  <a:pt x="80240" y="1326336"/>
                </a:lnTo>
                <a:lnTo>
                  <a:pt x="82246" y="1326336"/>
                </a:lnTo>
                <a:lnTo>
                  <a:pt x="84253" y="1326336"/>
                </a:lnTo>
                <a:lnTo>
                  <a:pt x="86258" y="1326325"/>
                </a:lnTo>
                <a:lnTo>
                  <a:pt x="88265" y="1326325"/>
                </a:lnTo>
                <a:lnTo>
                  <a:pt x="90270" y="1326325"/>
                </a:lnTo>
                <a:lnTo>
                  <a:pt x="92277" y="1326325"/>
                </a:lnTo>
                <a:lnTo>
                  <a:pt x="94283" y="1326325"/>
                </a:lnTo>
                <a:lnTo>
                  <a:pt x="96289" y="1326325"/>
                </a:lnTo>
                <a:lnTo>
                  <a:pt x="98295" y="1326315"/>
                </a:lnTo>
                <a:lnTo>
                  <a:pt x="100300" y="1326315"/>
                </a:lnTo>
                <a:lnTo>
                  <a:pt x="102307" y="1326315"/>
                </a:lnTo>
                <a:lnTo>
                  <a:pt x="104312" y="1326315"/>
                </a:lnTo>
                <a:lnTo>
                  <a:pt x="106319" y="1326304"/>
                </a:lnTo>
                <a:lnTo>
                  <a:pt x="108325" y="1326304"/>
                </a:lnTo>
                <a:lnTo>
                  <a:pt x="110331" y="1326294"/>
                </a:lnTo>
                <a:lnTo>
                  <a:pt x="112337" y="1326294"/>
                </a:lnTo>
                <a:lnTo>
                  <a:pt x="114342" y="1326283"/>
                </a:lnTo>
                <a:lnTo>
                  <a:pt x="116349" y="1326283"/>
                </a:lnTo>
                <a:lnTo>
                  <a:pt x="118355" y="1326272"/>
                </a:lnTo>
                <a:lnTo>
                  <a:pt x="120361" y="1326262"/>
                </a:lnTo>
                <a:lnTo>
                  <a:pt x="122367" y="1326251"/>
                </a:lnTo>
                <a:lnTo>
                  <a:pt x="124373" y="1326241"/>
                </a:lnTo>
                <a:lnTo>
                  <a:pt x="126379" y="1326230"/>
                </a:lnTo>
                <a:lnTo>
                  <a:pt x="128386" y="1326220"/>
                </a:lnTo>
                <a:lnTo>
                  <a:pt x="130391" y="1326198"/>
                </a:lnTo>
                <a:lnTo>
                  <a:pt x="132397" y="1326188"/>
                </a:lnTo>
                <a:lnTo>
                  <a:pt x="134403" y="1326167"/>
                </a:lnTo>
                <a:lnTo>
                  <a:pt x="136409" y="1326145"/>
                </a:lnTo>
                <a:lnTo>
                  <a:pt x="138415" y="1326124"/>
                </a:lnTo>
                <a:lnTo>
                  <a:pt x="140421" y="1326093"/>
                </a:lnTo>
                <a:lnTo>
                  <a:pt x="142428" y="1326071"/>
                </a:lnTo>
                <a:lnTo>
                  <a:pt x="144433" y="1326040"/>
                </a:lnTo>
                <a:lnTo>
                  <a:pt x="146439" y="1325997"/>
                </a:lnTo>
                <a:lnTo>
                  <a:pt x="148445" y="1325966"/>
                </a:lnTo>
                <a:lnTo>
                  <a:pt x="150451" y="1325923"/>
                </a:lnTo>
                <a:lnTo>
                  <a:pt x="152458" y="1325870"/>
                </a:lnTo>
                <a:lnTo>
                  <a:pt x="154463" y="1325817"/>
                </a:lnTo>
                <a:lnTo>
                  <a:pt x="156470" y="1325765"/>
                </a:lnTo>
                <a:lnTo>
                  <a:pt x="158475" y="1325701"/>
                </a:lnTo>
                <a:lnTo>
                  <a:pt x="160481" y="1325627"/>
                </a:lnTo>
                <a:lnTo>
                  <a:pt x="162487" y="1325542"/>
                </a:lnTo>
                <a:lnTo>
                  <a:pt x="164493" y="1325458"/>
                </a:lnTo>
                <a:lnTo>
                  <a:pt x="166500" y="1325362"/>
                </a:lnTo>
                <a:lnTo>
                  <a:pt x="168505" y="1325257"/>
                </a:lnTo>
                <a:lnTo>
                  <a:pt x="170512" y="1325151"/>
                </a:lnTo>
                <a:lnTo>
                  <a:pt x="172517" y="1325024"/>
                </a:lnTo>
                <a:lnTo>
                  <a:pt x="174524" y="1324886"/>
                </a:lnTo>
                <a:lnTo>
                  <a:pt x="176530" y="1324727"/>
                </a:lnTo>
                <a:lnTo>
                  <a:pt x="178535" y="1324569"/>
                </a:lnTo>
                <a:lnTo>
                  <a:pt x="180542" y="1324389"/>
                </a:lnTo>
                <a:lnTo>
                  <a:pt x="182547" y="1324188"/>
                </a:lnTo>
                <a:lnTo>
                  <a:pt x="184554" y="1323965"/>
                </a:lnTo>
                <a:lnTo>
                  <a:pt x="186559" y="1323732"/>
                </a:lnTo>
                <a:lnTo>
                  <a:pt x="188566" y="1323478"/>
                </a:lnTo>
                <a:lnTo>
                  <a:pt x="190572" y="1323193"/>
                </a:lnTo>
                <a:lnTo>
                  <a:pt x="192577" y="1322886"/>
                </a:lnTo>
                <a:lnTo>
                  <a:pt x="194584" y="1322558"/>
                </a:lnTo>
                <a:lnTo>
                  <a:pt x="196589" y="1322198"/>
                </a:lnTo>
                <a:lnTo>
                  <a:pt x="198596" y="1321806"/>
                </a:lnTo>
                <a:lnTo>
                  <a:pt x="200602" y="1321372"/>
                </a:lnTo>
                <a:lnTo>
                  <a:pt x="202608" y="1320917"/>
                </a:lnTo>
                <a:lnTo>
                  <a:pt x="204614" y="1320409"/>
                </a:lnTo>
                <a:lnTo>
                  <a:pt x="206619" y="1319869"/>
                </a:lnTo>
                <a:lnTo>
                  <a:pt x="208626" y="1319287"/>
                </a:lnTo>
                <a:lnTo>
                  <a:pt x="210631" y="1318652"/>
                </a:lnTo>
                <a:lnTo>
                  <a:pt x="212638" y="1317975"/>
                </a:lnTo>
                <a:lnTo>
                  <a:pt x="214644" y="1317234"/>
                </a:lnTo>
                <a:lnTo>
                  <a:pt x="216650" y="1316440"/>
                </a:lnTo>
                <a:lnTo>
                  <a:pt x="218656" y="1315583"/>
                </a:lnTo>
                <a:lnTo>
                  <a:pt x="220662" y="1314662"/>
                </a:lnTo>
                <a:lnTo>
                  <a:pt x="222668" y="1313668"/>
                </a:lnTo>
                <a:lnTo>
                  <a:pt x="224674" y="1312599"/>
                </a:lnTo>
                <a:lnTo>
                  <a:pt x="226680" y="1311456"/>
                </a:lnTo>
                <a:lnTo>
                  <a:pt x="228686" y="1310239"/>
                </a:lnTo>
                <a:lnTo>
                  <a:pt x="230692" y="1308916"/>
                </a:lnTo>
                <a:lnTo>
                  <a:pt x="232698" y="1307519"/>
                </a:lnTo>
                <a:lnTo>
                  <a:pt x="234705" y="1306005"/>
                </a:lnTo>
                <a:lnTo>
                  <a:pt x="236710" y="1304396"/>
                </a:lnTo>
                <a:lnTo>
                  <a:pt x="238716" y="1302682"/>
                </a:lnTo>
                <a:lnTo>
                  <a:pt x="240722" y="1300851"/>
                </a:lnTo>
                <a:lnTo>
                  <a:pt x="242728" y="1298893"/>
                </a:lnTo>
                <a:lnTo>
                  <a:pt x="244735" y="1296808"/>
                </a:lnTo>
                <a:lnTo>
                  <a:pt x="246740" y="1294596"/>
                </a:lnTo>
                <a:lnTo>
                  <a:pt x="248747" y="1292236"/>
                </a:lnTo>
                <a:lnTo>
                  <a:pt x="250752" y="1289728"/>
                </a:lnTo>
                <a:lnTo>
                  <a:pt x="252759" y="1287071"/>
                </a:lnTo>
                <a:lnTo>
                  <a:pt x="254764" y="1284246"/>
                </a:lnTo>
                <a:lnTo>
                  <a:pt x="256770" y="1281251"/>
                </a:lnTo>
                <a:lnTo>
                  <a:pt x="258777" y="1278086"/>
                </a:lnTo>
                <a:lnTo>
                  <a:pt x="260782" y="1274742"/>
                </a:lnTo>
                <a:lnTo>
                  <a:pt x="262789" y="1271196"/>
                </a:lnTo>
                <a:lnTo>
                  <a:pt x="264794" y="1267460"/>
                </a:lnTo>
                <a:lnTo>
                  <a:pt x="266801" y="1263513"/>
                </a:lnTo>
                <a:lnTo>
                  <a:pt x="268807" y="1259353"/>
                </a:lnTo>
                <a:lnTo>
                  <a:pt x="270812" y="1254972"/>
                </a:lnTo>
                <a:lnTo>
                  <a:pt x="272819" y="1250358"/>
                </a:lnTo>
                <a:lnTo>
                  <a:pt x="274824" y="1245510"/>
                </a:lnTo>
                <a:lnTo>
                  <a:pt x="276831" y="1240420"/>
                </a:lnTo>
                <a:lnTo>
                  <a:pt x="278836" y="1235075"/>
                </a:lnTo>
                <a:lnTo>
                  <a:pt x="280843" y="1229476"/>
                </a:lnTo>
                <a:lnTo>
                  <a:pt x="282849" y="1223603"/>
                </a:lnTo>
                <a:lnTo>
                  <a:pt x="284854" y="1217464"/>
                </a:lnTo>
                <a:lnTo>
                  <a:pt x="286861" y="1211040"/>
                </a:lnTo>
                <a:lnTo>
                  <a:pt x="288866" y="1204320"/>
                </a:lnTo>
                <a:lnTo>
                  <a:pt x="290873" y="1197313"/>
                </a:lnTo>
                <a:lnTo>
                  <a:pt x="292879" y="1190011"/>
                </a:lnTo>
                <a:lnTo>
                  <a:pt x="294885" y="1182401"/>
                </a:lnTo>
                <a:lnTo>
                  <a:pt x="296891" y="1174485"/>
                </a:lnTo>
                <a:lnTo>
                  <a:pt x="298897" y="1166251"/>
                </a:lnTo>
                <a:lnTo>
                  <a:pt x="300903" y="1157689"/>
                </a:lnTo>
                <a:lnTo>
                  <a:pt x="302908" y="1148820"/>
                </a:lnTo>
                <a:lnTo>
                  <a:pt x="304915" y="1139613"/>
                </a:lnTo>
                <a:lnTo>
                  <a:pt x="306921" y="1130077"/>
                </a:lnTo>
                <a:lnTo>
                  <a:pt x="308927" y="1120213"/>
                </a:lnTo>
                <a:lnTo>
                  <a:pt x="310933" y="1110011"/>
                </a:lnTo>
                <a:lnTo>
                  <a:pt x="312939" y="1099480"/>
                </a:lnTo>
                <a:lnTo>
                  <a:pt x="314945" y="1088611"/>
                </a:lnTo>
                <a:lnTo>
                  <a:pt x="316951" y="1077414"/>
                </a:lnTo>
                <a:lnTo>
                  <a:pt x="318957" y="1065878"/>
                </a:lnTo>
                <a:lnTo>
                  <a:pt x="320963" y="1054014"/>
                </a:lnTo>
                <a:lnTo>
                  <a:pt x="322969" y="1041832"/>
                </a:lnTo>
                <a:lnTo>
                  <a:pt x="324975" y="1029323"/>
                </a:lnTo>
                <a:lnTo>
                  <a:pt x="326982" y="1016495"/>
                </a:lnTo>
                <a:lnTo>
                  <a:pt x="328987" y="1003361"/>
                </a:lnTo>
                <a:lnTo>
                  <a:pt x="330993" y="989920"/>
                </a:lnTo>
                <a:lnTo>
                  <a:pt x="332999" y="976183"/>
                </a:lnTo>
                <a:lnTo>
                  <a:pt x="335005" y="962160"/>
                </a:lnTo>
                <a:lnTo>
                  <a:pt x="337011" y="947860"/>
                </a:lnTo>
                <a:lnTo>
                  <a:pt x="339017" y="933293"/>
                </a:lnTo>
                <a:lnTo>
                  <a:pt x="341024" y="918473"/>
                </a:lnTo>
                <a:lnTo>
                  <a:pt x="343029" y="903411"/>
                </a:lnTo>
                <a:lnTo>
                  <a:pt x="345036" y="888123"/>
                </a:lnTo>
                <a:lnTo>
                  <a:pt x="347041" y="872623"/>
                </a:lnTo>
                <a:lnTo>
                  <a:pt x="349047" y="856927"/>
                </a:lnTo>
                <a:lnTo>
                  <a:pt x="351054" y="841053"/>
                </a:lnTo>
                <a:lnTo>
                  <a:pt x="353059" y="825018"/>
                </a:lnTo>
                <a:lnTo>
                  <a:pt x="355066" y="808841"/>
                </a:lnTo>
                <a:lnTo>
                  <a:pt x="357071" y="792544"/>
                </a:lnTo>
                <a:lnTo>
                  <a:pt x="359078" y="776146"/>
                </a:lnTo>
                <a:lnTo>
                  <a:pt x="361083" y="759668"/>
                </a:lnTo>
                <a:lnTo>
                  <a:pt x="363089" y="743135"/>
                </a:lnTo>
                <a:lnTo>
                  <a:pt x="365096" y="726569"/>
                </a:lnTo>
                <a:lnTo>
                  <a:pt x="367101" y="709993"/>
                </a:lnTo>
                <a:lnTo>
                  <a:pt x="369108" y="693433"/>
                </a:lnTo>
                <a:lnTo>
                  <a:pt x="371113" y="676914"/>
                </a:lnTo>
                <a:lnTo>
                  <a:pt x="373120" y="660464"/>
                </a:lnTo>
                <a:lnTo>
                  <a:pt x="375126" y="644105"/>
                </a:lnTo>
                <a:lnTo>
                  <a:pt x="377132" y="627867"/>
                </a:lnTo>
                <a:lnTo>
                  <a:pt x="379138" y="611777"/>
                </a:lnTo>
                <a:lnTo>
                  <a:pt x="381143" y="595860"/>
                </a:lnTo>
                <a:lnTo>
                  <a:pt x="383150" y="580146"/>
                </a:lnTo>
                <a:lnTo>
                  <a:pt x="385156" y="564661"/>
                </a:lnTo>
                <a:lnTo>
                  <a:pt x="387162" y="549435"/>
                </a:lnTo>
                <a:lnTo>
                  <a:pt x="389168" y="534492"/>
                </a:lnTo>
                <a:lnTo>
                  <a:pt x="391174" y="519863"/>
                </a:lnTo>
                <a:lnTo>
                  <a:pt x="393180" y="505573"/>
                </a:lnTo>
                <a:lnTo>
                  <a:pt x="395185" y="491649"/>
                </a:lnTo>
                <a:lnTo>
                  <a:pt x="397192" y="478118"/>
                </a:lnTo>
                <a:lnTo>
                  <a:pt x="399198" y="465007"/>
                </a:lnTo>
                <a:lnTo>
                  <a:pt x="401204" y="452338"/>
                </a:lnTo>
                <a:lnTo>
                  <a:pt x="403210" y="440139"/>
                </a:lnTo>
                <a:lnTo>
                  <a:pt x="405216" y="428431"/>
                </a:lnTo>
                <a:lnTo>
                  <a:pt x="407222" y="417239"/>
                </a:lnTo>
                <a:lnTo>
                  <a:pt x="409228" y="406585"/>
                </a:lnTo>
                <a:lnTo>
                  <a:pt x="411234" y="396488"/>
                </a:lnTo>
                <a:lnTo>
                  <a:pt x="413240" y="386970"/>
                </a:lnTo>
                <a:lnTo>
                  <a:pt x="415246" y="378048"/>
                </a:lnTo>
                <a:lnTo>
                  <a:pt x="417252" y="369740"/>
                </a:lnTo>
                <a:lnTo>
                  <a:pt x="419259" y="362063"/>
                </a:lnTo>
                <a:lnTo>
                  <a:pt x="421264" y="355029"/>
                </a:lnTo>
                <a:lnTo>
                  <a:pt x="423271" y="348653"/>
                </a:lnTo>
                <a:lnTo>
                  <a:pt x="425276" y="342947"/>
                </a:lnTo>
                <a:lnTo>
                  <a:pt x="427282" y="337921"/>
                </a:lnTo>
                <a:lnTo>
                  <a:pt x="429288" y="333582"/>
                </a:lnTo>
                <a:lnTo>
                  <a:pt x="431294" y="329938"/>
                </a:lnTo>
                <a:lnTo>
                  <a:pt x="433301" y="326993"/>
                </a:lnTo>
                <a:lnTo>
                  <a:pt x="435306" y="324753"/>
                </a:lnTo>
                <a:lnTo>
                  <a:pt x="437313" y="323217"/>
                </a:lnTo>
                <a:lnTo>
                  <a:pt x="439318" y="322387"/>
                </a:lnTo>
                <a:lnTo>
                  <a:pt x="441324" y="322260"/>
                </a:lnTo>
                <a:lnTo>
                  <a:pt x="443331" y="322833"/>
                </a:lnTo>
                <a:lnTo>
                  <a:pt x="445336" y="324101"/>
                </a:lnTo>
                <a:lnTo>
                  <a:pt x="447343" y="326057"/>
                </a:lnTo>
                <a:lnTo>
                  <a:pt x="449348" y="328692"/>
                </a:lnTo>
                <a:lnTo>
                  <a:pt x="451355" y="331995"/>
                </a:lnTo>
                <a:lnTo>
                  <a:pt x="453360" y="335955"/>
                </a:lnTo>
                <a:lnTo>
                  <a:pt x="455366" y="340559"/>
                </a:lnTo>
                <a:lnTo>
                  <a:pt x="457373" y="345791"/>
                </a:lnTo>
                <a:lnTo>
                  <a:pt x="459378" y="351634"/>
                </a:lnTo>
                <a:lnTo>
                  <a:pt x="461385" y="358071"/>
                </a:lnTo>
                <a:lnTo>
                  <a:pt x="463390" y="365080"/>
                </a:lnTo>
                <a:lnTo>
                  <a:pt x="465397" y="372643"/>
                </a:lnTo>
                <a:lnTo>
                  <a:pt x="467403" y="380736"/>
                </a:lnTo>
                <a:lnTo>
                  <a:pt x="469409" y="389335"/>
                </a:lnTo>
                <a:lnTo>
                  <a:pt x="471415" y="398418"/>
                </a:lnTo>
                <a:lnTo>
                  <a:pt x="473420" y="407957"/>
                </a:lnTo>
                <a:lnTo>
                  <a:pt x="475427" y="417926"/>
                </a:lnTo>
                <a:lnTo>
                  <a:pt x="477432" y="428299"/>
                </a:lnTo>
                <a:lnTo>
                  <a:pt x="479439" y="439045"/>
                </a:lnTo>
                <a:lnTo>
                  <a:pt x="481445" y="450137"/>
                </a:lnTo>
                <a:lnTo>
                  <a:pt x="483451" y="461545"/>
                </a:lnTo>
                <a:lnTo>
                  <a:pt x="485457" y="473237"/>
                </a:lnTo>
                <a:lnTo>
                  <a:pt x="487462" y="485186"/>
                </a:lnTo>
                <a:lnTo>
                  <a:pt x="489469" y="497357"/>
                </a:lnTo>
                <a:lnTo>
                  <a:pt x="491475" y="509722"/>
                </a:lnTo>
                <a:lnTo>
                  <a:pt x="493481" y="522248"/>
                </a:lnTo>
                <a:lnTo>
                  <a:pt x="495487" y="534904"/>
                </a:lnTo>
                <a:lnTo>
                  <a:pt x="497493" y="547657"/>
                </a:lnTo>
                <a:lnTo>
                  <a:pt x="499499" y="560478"/>
                </a:lnTo>
                <a:lnTo>
                  <a:pt x="501506" y="573334"/>
                </a:lnTo>
                <a:lnTo>
                  <a:pt x="503511" y="586195"/>
                </a:lnTo>
                <a:lnTo>
                  <a:pt x="505517" y="599030"/>
                </a:lnTo>
                <a:lnTo>
                  <a:pt x="507523" y="611809"/>
                </a:lnTo>
                <a:lnTo>
                  <a:pt x="509529" y="624502"/>
                </a:lnTo>
                <a:lnTo>
                  <a:pt x="511535" y="637079"/>
                </a:lnTo>
                <a:lnTo>
                  <a:pt x="513541" y="649514"/>
                </a:lnTo>
                <a:lnTo>
                  <a:pt x="515548" y="661777"/>
                </a:lnTo>
                <a:lnTo>
                  <a:pt x="517553" y="673841"/>
                </a:lnTo>
                <a:lnTo>
                  <a:pt x="519559" y="685681"/>
                </a:lnTo>
                <a:lnTo>
                  <a:pt x="521565" y="697270"/>
                </a:lnTo>
                <a:lnTo>
                  <a:pt x="523571" y="708584"/>
                </a:lnTo>
                <a:lnTo>
                  <a:pt x="525578" y="719601"/>
                </a:lnTo>
                <a:lnTo>
                  <a:pt x="527583" y="730295"/>
                </a:lnTo>
                <a:lnTo>
                  <a:pt x="529590" y="740648"/>
                </a:lnTo>
                <a:lnTo>
                  <a:pt x="531595" y="750638"/>
                </a:lnTo>
                <a:lnTo>
                  <a:pt x="533601" y="760245"/>
                </a:lnTo>
                <a:lnTo>
                  <a:pt x="535608" y="769451"/>
                </a:lnTo>
                <a:lnTo>
                  <a:pt x="537613" y="778239"/>
                </a:lnTo>
                <a:lnTo>
                  <a:pt x="539620" y="786594"/>
                </a:lnTo>
                <a:lnTo>
                  <a:pt x="541625" y="794498"/>
                </a:lnTo>
                <a:lnTo>
                  <a:pt x="543632" y="801940"/>
                </a:lnTo>
                <a:lnTo>
                  <a:pt x="545637" y="808906"/>
                </a:lnTo>
                <a:lnTo>
                  <a:pt x="547644" y="815385"/>
                </a:lnTo>
                <a:lnTo>
                  <a:pt x="549650" y="821366"/>
                </a:lnTo>
                <a:lnTo>
                  <a:pt x="551655" y="826839"/>
                </a:lnTo>
                <a:lnTo>
                  <a:pt x="553662" y="831798"/>
                </a:lnTo>
                <a:lnTo>
                  <a:pt x="555667" y="836234"/>
                </a:lnTo>
                <a:lnTo>
                  <a:pt x="557674" y="840143"/>
                </a:lnTo>
                <a:lnTo>
                  <a:pt x="559680" y="843517"/>
                </a:lnTo>
                <a:lnTo>
                  <a:pt x="561686" y="846355"/>
                </a:lnTo>
                <a:lnTo>
                  <a:pt x="563692" y="848652"/>
                </a:lnTo>
                <a:lnTo>
                  <a:pt x="565697" y="850408"/>
                </a:lnTo>
                <a:lnTo>
                  <a:pt x="567704" y="851620"/>
                </a:lnTo>
                <a:lnTo>
                  <a:pt x="569709" y="852290"/>
                </a:lnTo>
                <a:lnTo>
                  <a:pt x="571716" y="852418"/>
                </a:lnTo>
                <a:lnTo>
                  <a:pt x="573722" y="852007"/>
                </a:lnTo>
                <a:lnTo>
                  <a:pt x="575728" y="851058"/>
                </a:lnTo>
                <a:lnTo>
                  <a:pt x="577734" y="849575"/>
                </a:lnTo>
                <a:lnTo>
                  <a:pt x="579740" y="847563"/>
                </a:lnTo>
                <a:lnTo>
                  <a:pt x="581746" y="845026"/>
                </a:lnTo>
                <a:lnTo>
                  <a:pt x="583752" y="841970"/>
                </a:lnTo>
                <a:lnTo>
                  <a:pt x="585758" y="838403"/>
                </a:lnTo>
                <a:lnTo>
                  <a:pt x="587764" y="834330"/>
                </a:lnTo>
                <a:lnTo>
                  <a:pt x="589770" y="829760"/>
                </a:lnTo>
                <a:lnTo>
                  <a:pt x="591776" y="824703"/>
                </a:lnTo>
                <a:lnTo>
                  <a:pt x="593782" y="819163"/>
                </a:lnTo>
                <a:lnTo>
                  <a:pt x="595788" y="813155"/>
                </a:lnTo>
                <a:lnTo>
                  <a:pt x="597794" y="806685"/>
                </a:lnTo>
                <a:lnTo>
                  <a:pt x="599800" y="799766"/>
                </a:lnTo>
                <a:lnTo>
                  <a:pt x="601806" y="792408"/>
                </a:lnTo>
                <a:lnTo>
                  <a:pt x="603812" y="784622"/>
                </a:lnTo>
                <a:lnTo>
                  <a:pt x="605818" y="776420"/>
                </a:lnTo>
                <a:lnTo>
                  <a:pt x="607825" y="767814"/>
                </a:lnTo>
                <a:lnTo>
                  <a:pt x="609830" y="758816"/>
                </a:lnTo>
                <a:lnTo>
                  <a:pt x="611836" y="749442"/>
                </a:lnTo>
                <a:lnTo>
                  <a:pt x="613842" y="739700"/>
                </a:lnTo>
                <a:lnTo>
                  <a:pt x="615848" y="729606"/>
                </a:lnTo>
                <a:lnTo>
                  <a:pt x="617854" y="719175"/>
                </a:lnTo>
                <a:lnTo>
                  <a:pt x="619860" y="708418"/>
                </a:lnTo>
                <a:lnTo>
                  <a:pt x="621867" y="697351"/>
                </a:lnTo>
                <a:lnTo>
                  <a:pt x="623872" y="685988"/>
                </a:lnTo>
                <a:lnTo>
                  <a:pt x="625879" y="674343"/>
                </a:lnTo>
                <a:lnTo>
                  <a:pt x="627884" y="662430"/>
                </a:lnTo>
                <a:lnTo>
                  <a:pt x="629890" y="650265"/>
                </a:lnTo>
                <a:lnTo>
                  <a:pt x="631897" y="637863"/>
                </a:lnTo>
                <a:lnTo>
                  <a:pt x="633905" y="625238"/>
                </a:lnTo>
                <a:lnTo>
                  <a:pt x="635906" y="612406"/>
                </a:lnTo>
                <a:lnTo>
                  <a:pt x="637916" y="599381"/>
                </a:lnTo>
                <a:lnTo>
                  <a:pt x="639917" y="586179"/>
                </a:lnTo>
                <a:lnTo>
                  <a:pt x="641928" y="572817"/>
                </a:lnTo>
                <a:lnTo>
                  <a:pt x="643928" y="559308"/>
                </a:lnTo>
                <a:lnTo>
                  <a:pt x="645939" y="545668"/>
                </a:lnTo>
                <a:lnTo>
                  <a:pt x="647950" y="531913"/>
                </a:lnTo>
                <a:lnTo>
                  <a:pt x="649950" y="518058"/>
                </a:lnTo>
                <a:lnTo>
                  <a:pt x="651961" y="504119"/>
                </a:lnTo>
                <a:lnTo>
                  <a:pt x="653961" y="490110"/>
                </a:lnTo>
                <a:lnTo>
                  <a:pt x="655972" y="476049"/>
                </a:lnTo>
                <a:lnTo>
                  <a:pt x="657972" y="461949"/>
                </a:lnTo>
                <a:lnTo>
                  <a:pt x="659983" y="447826"/>
                </a:lnTo>
                <a:lnTo>
                  <a:pt x="661983" y="433698"/>
                </a:lnTo>
                <a:lnTo>
                  <a:pt x="663994" y="419576"/>
                </a:lnTo>
                <a:lnTo>
                  <a:pt x="665994" y="405477"/>
                </a:lnTo>
                <a:lnTo>
                  <a:pt x="668005" y="391417"/>
                </a:lnTo>
                <a:lnTo>
                  <a:pt x="670016" y="377409"/>
                </a:lnTo>
                <a:lnTo>
                  <a:pt x="672016" y="363469"/>
                </a:lnTo>
                <a:lnTo>
                  <a:pt x="674027" y="349612"/>
                </a:lnTo>
                <a:lnTo>
                  <a:pt x="676027" y="335852"/>
                </a:lnTo>
                <a:lnTo>
                  <a:pt x="678038" y="322203"/>
                </a:lnTo>
                <a:lnTo>
                  <a:pt x="680038" y="308681"/>
                </a:lnTo>
                <a:lnTo>
                  <a:pt x="682049" y="295298"/>
                </a:lnTo>
                <a:lnTo>
                  <a:pt x="684050" y="282069"/>
                </a:lnTo>
                <a:lnTo>
                  <a:pt x="686061" y="269008"/>
                </a:lnTo>
                <a:lnTo>
                  <a:pt x="688061" y="256127"/>
                </a:lnTo>
                <a:lnTo>
                  <a:pt x="690072" y="243440"/>
                </a:lnTo>
                <a:lnTo>
                  <a:pt x="692072" y="230961"/>
                </a:lnTo>
                <a:lnTo>
                  <a:pt x="694083" y="218702"/>
                </a:lnTo>
                <a:lnTo>
                  <a:pt x="696094" y="206675"/>
                </a:lnTo>
                <a:lnTo>
                  <a:pt x="698094" y="194891"/>
                </a:lnTo>
                <a:lnTo>
                  <a:pt x="700105" y="183365"/>
                </a:lnTo>
                <a:lnTo>
                  <a:pt x="702105" y="172106"/>
                </a:lnTo>
                <a:lnTo>
                  <a:pt x="704116" y="161126"/>
                </a:lnTo>
                <a:lnTo>
                  <a:pt x="706116" y="150435"/>
                </a:lnTo>
                <a:lnTo>
                  <a:pt x="708127" y="140047"/>
                </a:lnTo>
                <a:lnTo>
                  <a:pt x="710127" y="129967"/>
                </a:lnTo>
                <a:lnTo>
                  <a:pt x="712138" y="120209"/>
                </a:lnTo>
                <a:lnTo>
                  <a:pt x="714138" y="110780"/>
                </a:lnTo>
                <a:lnTo>
                  <a:pt x="716149" y="101690"/>
                </a:lnTo>
                <a:lnTo>
                  <a:pt x="718160" y="92948"/>
                </a:lnTo>
                <a:lnTo>
                  <a:pt x="720160" y="84562"/>
                </a:lnTo>
                <a:lnTo>
                  <a:pt x="722171" y="76539"/>
                </a:lnTo>
                <a:lnTo>
                  <a:pt x="724171" y="68886"/>
                </a:lnTo>
                <a:lnTo>
                  <a:pt x="726182" y="61611"/>
                </a:lnTo>
                <a:lnTo>
                  <a:pt x="728183" y="54720"/>
                </a:lnTo>
                <a:lnTo>
                  <a:pt x="730193" y="48218"/>
                </a:lnTo>
                <a:lnTo>
                  <a:pt x="732194" y="42113"/>
                </a:lnTo>
                <a:lnTo>
                  <a:pt x="734205" y="36407"/>
                </a:lnTo>
                <a:lnTo>
                  <a:pt x="736205" y="31106"/>
                </a:lnTo>
                <a:lnTo>
                  <a:pt x="738216" y="26213"/>
                </a:lnTo>
                <a:lnTo>
                  <a:pt x="740226" y="21733"/>
                </a:lnTo>
                <a:lnTo>
                  <a:pt x="742227" y="17668"/>
                </a:lnTo>
                <a:lnTo>
                  <a:pt x="744238" y="14021"/>
                </a:lnTo>
                <a:lnTo>
                  <a:pt x="746238" y="10793"/>
                </a:lnTo>
                <a:lnTo>
                  <a:pt x="748249" y="7986"/>
                </a:lnTo>
                <a:lnTo>
                  <a:pt x="750249" y="5601"/>
                </a:lnTo>
                <a:lnTo>
                  <a:pt x="752260" y="3638"/>
                </a:lnTo>
                <a:lnTo>
                  <a:pt x="754260" y="2098"/>
                </a:lnTo>
                <a:lnTo>
                  <a:pt x="756271" y="979"/>
                </a:lnTo>
                <a:lnTo>
                  <a:pt x="758271" y="280"/>
                </a:lnTo>
                <a:lnTo>
                  <a:pt x="760282" y="0"/>
                </a:lnTo>
                <a:lnTo>
                  <a:pt x="762293" y="137"/>
                </a:lnTo>
                <a:lnTo>
                  <a:pt x="764293" y="687"/>
                </a:lnTo>
                <a:lnTo>
                  <a:pt x="766304" y="1649"/>
                </a:lnTo>
                <a:lnTo>
                  <a:pt x="768304" y="3018"/>
                </a:lnTo>
                <a:lnTo>
                  <a:pt x="770315" y="4790"/>
                </a:lnTo>
                <a:lnTo>
                  <a:pt x="772316" y="6960"/>
                </a:lnTo>
                <a:lnTo>
                  <a:pt x="774326" y="9524"/>
                </a:lnTo>
                <a:lnTo>
                  <a:pt x="776327" y="12476"/>
                </a:lnTo>
                <a:lnTo>
                  <a:pt x="778337" y="15810"/>
                </a:lnTo>
                <a:lnTo>
                  <a:pt x="780338" y="19520"/>
                </a:lnTo>
                <a:lnTo>
                  <a:pt x="782349" y="23599"/>
                </a:lnTo>
                <a:lnTo>
                  <a:pt x="784349" y="28039"/>
                </a:lnTo>
                <a:lnTo>
                  <a:pt x="786360" y="32834"/>
                </a:lnTo>
                <a:lnTo>
                  <a:pt x="788371" y="37976"/>
                </a:lnTo>
                <a:lnTo>
                  <a:pt x="790371" y="43455"/>
                </a:lnTo>
                <a:lnTo>
                  <a:pt x="792382" y="49264"/>
                </a:lnTo>
                <a:lnTo>
                  <a:pt x="794382" y="55393"/>
                </a:lnTo>
                <a:lnTo>
                  <a:pt x="796393" y="61833"/>
                </a:lnTo>
                <a:lnTo>
                  <a:pt x="798393" y="68574"/>
                </a:lnTo>
                <a:lnTo>
                  <a:pt x="800404" y="75608"/>
                </a:lnTo>
                <a:lnTo>
                  <a:pt x="802404" y="82924"/>
                </a:lnTo>
                <a:lnTo>
                  <a:pt x="804415" y="90510"/>
                </a:lnTo>
                <a:lnTo>
                  <a:pt x="806415" y="98356"/>
                </a:lnTo>
                <a:lnTo>
                  <a:pt x="808426" y="106453"/>
                </a:lnTo>
                <a:lnTo>
                  <a:pt x="810437" y="114788"/>
                </a:lnTo>
                <a:lnTo>
                  <a:pt x="812437" y="123351"/>
                </a:lnTo>
                <a:lnTo>
                  <a:pt x="814448" y="132131"/>
                </a:lnTo>
                <a:lnTo>
                  <a:pt x="816448" y="141115"/>
                </a:lnTo>
                <a:lnTo>
                  <a:pt x="818459" y="150292"/>
                </a:lnTo>
                <a:lnTo>
                  <a:pt x="820460" y="159652"/>
                </a:lnTo>
                <a:lnTo>
                  <a:pt x="822470" y="169182"/>
                </a:lnTo>
                <a:lnTo>
                  <a:pt x="824471" y="178870"/>
                </a:lnTo>
                <a:lnTo>
                  <a:pt x="826481" y="188704"/>
                </a:lnTo>
                <a:lnTo>
                  <a:pt x="828482" y="198672"/>
                </a:lnTo>
                <a:lnTo>
                  <a:pt x="830493" y="208764"/>
                </a:lnTo>
                <a:lnTo>
                  <a:pt x="832503" y="218967"/>
                </a:lnTo>
                <a:lnTo>
                  <a:pt x="834504" y="229269"/>
                </a:lnTo>
                <a:lnTo>
                  <a:pt x="836515" y="239658"/>
                </a:lnTo>
                <a:lnTo>
                  <a:pt x="838515" y="250124"/>
                </a:lnTo>
                <a:lnTo>
                  <a:pt x="840526" y="260653"/>
                </a:lnTo>
                <a:lnTo>
                  <a:pt x="842526" y="271237"/>
                </a:lnTo>
                <a:lnTo>
                  <a:pt x="844537" y="281861"/>
                </a:lnTo>
                <a:lnTo>
                  <a:pt x="846537" y="292517"/>
                </a:lnTo>
                <a:lnTo>
                  <a:pt x="848548" y="303191"/>
                </a:lnTo>
                <a:lnTo>
                  <a:pt x="850548" y="313875"/>
                </a:lnTo>
                <a:lnTo>
                  <a:pt x="852559" y="324557"/>
                </a:lnTo>
                <a:lnTo>
                  <a:pt x="854570" y="335227"/>
                </a:lnTo>
                <a:lnTo>
                  <a:pt x="856570" y="345874"/>
                </a:lnTo>
                <a:lnTo>
                  <a:pt x="858581" y="356488"/>
                </a:lnTo>
                <a:lnTo>
                  <a:pt x="860581" y="367061"/>
                </a:lnTo>
                <a:lnTo>
                  <a:pt x="862592" y="377581"/>
                </a:lnTo>
                <a:lnTo>
                  <a:pt x="864592" y="388042"/>
                </a:lnTo>
                <a:lnTo>
                  <a:pt x="866603" y="398430"/>
                </a:lnTo>
                <a:lnTo>
                  <a:pt x="868604" y="408742"/>
                </a:lnTo>
                <a:lnTo>
                  <a:pt x="870614" y="418967"/>
                </a:lnTo>
                <a:lnTo>
                  <a:pt x="872615" y="429095"/>
                </a:lnTo>
                <a:lnTo>
                  <a:pt x="874625" y="439121"/>
                </a:lnTo>
                <a:lnTo>
                  <a:pt x="876626" y="449036"/>
                </a:lnTo>
                <a:lnTo>
                  <a:pt x="878637" y="458833"/>
                </a:lnTo>
                <a:lnTo>
                  <a:pt x="880648" y="468507"/>
                </a:lnTo>
                <a:lnTo>
                  <a:pt x="882648" y="478049"/>
                </a:lnTo>
                <a:lnTo>
                  <a:pt x="884659" y="487454"/>
                </a:lnTo>
                <a:lnTo>
                  <a:pt x="886659" y="496716"/>
                </a:lnTo>
                <a:lnTo>
                  <a:pt x="888670" y="505829"/>
                </a:lnTo>
                <a:lnTo>
                  <a:pt x="890670" y="514788"/>
                </a:lnTo>
                <a:lnTo>
                  <a:pt x="892681" y="523588"/>
                </a:lnTo>
                <a:lnTo>
                  <a:pt x="894681" y="532225"/>
                </a:lnTo>
                <a:lnTo>
                  <a:pt x="896692" y="540695"/>
                </a:lnTo>
                <a:lnTo>
                  <a:pt x="898692" y="548994"/>
                </a:lnTo>
                <a:lnTo>
                  <a:pt x="900703" y="557116"/>
                </a:lnTo>
                <a:lnTo>
                  <a:pt x="902714" y="565062"/>
                </a:lnTo>
                <a:lnTo>
                  <a:pt x="904714" y="572826"/>
                </a:lnTo>
                <a:lnTo>
                  <a:pt x="906725" y="580407"/>
                </a:lnTo>
                <a:lnTo>
                  <a:pt x="908725" y="587803"/>
                </a:lnTo>
                <a:lnTo>
                  <a:pt x="910736" y="595011"/>
                </a:lnTo>
                <a:lnTo>
                  <a:pt x="912736" y="602030"/>
                </a:lnTo>
                <a:lnTo>
                  <a:pt x="914747" y="608859"/>
                </a:lnTo>
                <a:lnTo>
                  <a:pt x="916748" y="615497"/>
                </a:lnTo>
                <a:lnTo>
                  <a:pt x="918758" y="621942"/>
                </a:lnTo>
                <a:lnTo>
                  <a:pt x="920759" y="628196"/>
                </a:lnTo>
                <a:lnTo>
                  <a:pt x="922770" y="634257"/>
                </a:lnTo>
                <a:lnTo>
                  <a:pt x="924780" y="640126"/>
                </a:lnTo>
                <a:lnTo>
                  <a:pt x="926781" y="645804"/>
                </a:lnTo>
                <a:lnTo>
                  <a:pt x="928792" y="651291"/>
                </a:lnTo>
                <a:lnTo>
                  <a:pt x="930792" y="656589"/>
                </a:lnTo>
                <a:lnTo>
                  <a:pt x="932803" y="661698"/>
                </a:lnTo>
                <a:lnTo>
                  <a:pt x="934803" y="666619"/>
                </a:lnTo>
                <a:lnTo>
                  <a:pt x="936814" y="671356"/>
                </a:lnTo>
                <a:lnTo>
                  <a:pt x="938814" y="675909"/>
                </a:lnTo>
                <a:lnTo>
                  <a:pt x="940825" y="680282"/>
                </a:lnTo>
                <a:lnTo>
                  <a:pt x="942825" y="684475"/>
                </a:lnTo>
                <a:lnTo>
                  <a:pt x="944836" y="688494"/>
                </a:lnTo>
                <a:lnTo>
                  <a:pt x="946847" y="692338"/>
                </a:lnTo>
                <a:lnTo>
                  <a:pt x="948847" y="696012"/>
                </a:lnTo>
                <a:lnTo>
                  <a:pt x="950858" y="699520"/>
                </a:lnTo>
                <a:lnTo>
                  <a:pt x="952858" y="702863"/>
                </a:lnTo>
                <a:lnTo>
                  <a:pt x="954869" y="706045"/>
                </a:lnTo>
                <a:lnTo>
                  <a:pt x="956869" y="709071"/>
                </a:lnTo>
                <a:lnTo>
                  <a:pt x="958880" y="711945"/>
                </a:lnTo>
                <a:lnTo>
                  <a:pt x="960880" y="714669"/>
                </a:lnTo>
                <a:lnTo>
                  <a:pt x="962891" y="717247"/>
                </a:lnTo>
                <a:lnTo>
                  <a:pt x="964892" y="719684"/>
                </a:lnTo>
                <a:lnTo>
                  <a:pt x="966903" y="721984"/>
                </a:lnTo>
                <a:lnTo>
                  <a:pt x="968903" y="724151"/>
                </a:lnTo>
                <a:lnTo>
                  <a:pt x="970914" y="726191"/>
                </a:lnTo>
                <a:lnTo>
                  <a:pt x="972924" y="728105"/>
                </a:lnTo>
                <a:lnTo>
                  <a:pt x="974925" y="729901"/>
                </a:lnTo>
                <a:lnTo>
                  <a:pt x="976936" y="731582"/>
                </a:lnTo>
                <a:lnTo>
                  <a:pt x="978936" y="733152"/>
                </a:lnTo>
                <a:lnTo>
                  <a:pt x="980947" y="734615"/>
                </a:lnTo>
                <a:lnTo>
                  <a:pt x="982947" y="735978"/>
                </a:lnTo>
                <a:lnTo>
                  <a:pt x="984958" y="737244"/>
                </a:lnTo>
                <a:lnTo>
                  <a:pt x="986958" y="738419"/>
                </a:lnTo>
                <a:lnTo>
                  <a:pt x="988969" y="739506"/>
                </a:lnTo>
                <a:lnTo>
                  <a:pt x="990969" y="740510"/>
                </a:lnTo>
                <a:lnTo>
                  <a:pt x="992980" y="741437"/>
                </a:lnTo>
                <a:lnTo>
                  <a:pt x="994991" y="742290"/>
                </a:lnTo>
                <a:lnTo>
                  <a:pt x="996991" y="743076"/>
                </a:lnTo>
                <a:lnTo>
                  <a:pt x="999002" y="743796"/>
                </a:lnTo>
                <a:lnTo>
                  <a:pt x="1001002" y="744459"/>
                </a:lnTo>
                <a:lnTo>
                  <a:pt x="1003013" y="745065"/>
                </a:lnTo>
                <a:lnTo>
                  <a:pt x="1005013" y="745622"/>
                </a:lnTo>
                <a:lnTo>
                  <a:pt x="1007024" y="746133"/>
                </a:lnTo>
                <a:lnTo>
                  <a:pt x="1009025" y="746602"/>
                </a:lnTo>
                <a:lnTo>
                  <a:pt x="1011035" y="747035"/>
                </a:lnTo>
                <a:lnTo>
                  <a:pt x="1013036" y="747434"/>
                </a:lnTo>
                <a:lnTo>
                  <a:pt x="1015047" y="747805"/>
                </a:lnTo>
                <a:lnTo>
                  <a:pt x="1017057" y="748153"/>
                </a:lnTo>
                <a:lnTo>
                  <a:pt x="1019058" y="748478"/>
                </a:lnTo>
                <a:lnTo>
                  <a:pt x="1021068" y="748790"/>
                </a:lnTo>
                <a:lnTo>
                  <a:pt x="1023069" y="749087"/>
                </a:lnTo>
                <a:lnTo>
                  <a:pt x="1025080" y="749377"/>
                </a:lnTo>
                <a:lnTo>
                  <a:pt x="1027080" y="749662"/>
                </a:lnTo>
                <a:lnTo>
                  <a:pt x="1029091" y="749946"/>
                </a:lnTo>
                <a:lnTo>
                  <a:pt x="1031091" y="750233"/>
                </a:lnTo>
                <a:lnTo>
                  <a:pt x="1033102" y="750526"/>
                </a:lnTo>
                <a:lnTo>
                  <a:pt x="1035102" y="750828"/>
                </a:lnTo>
                <a:lnTo>
                  <a:pt x="1037113" y="751143"/>
                </a:lnTo>
                <a:lnTo>
                  <a:pt x="1039124" y="751475"/>
                </a:lnTo>
                <a:lnTo>
                  <a:pt x="1041124" y="751826"/>
                </a:lnTo>
                <a:lnTo>
                  <a:pt x="1043135" y="752199"/>
                </a:lnTo>
                <a:lnTo>
                  <a:pt x="1045135" y="752596"/>
                </a:lnTo>
                <a:lnTo>
                  <a:pt x="1047146" y="753023"/>
                </a:lnTo>
                <a:lnTo>
                  <a:pt x="1049146" y="753479"/>
                </a:lnTo>
                <a:lnTo>
                  <a:pt x="1051157" y="753969"/>
                </a:lnTo>
                <a:lnTo>
                  <a:pt x="1053158" y="754495"/>
                </a:lnTo>
                <a:lnTo>
                  <a:pt x="1055168" y="755059"/>
                </a:lnTo>
                <a:lnTo>
                  <a:pt x="1057169" y="755664"/>
                </a:lnTo>
                <a:lnTo>
                  <a:pt x="1059179" y="756311"/>
                </a:lnTo>
                <a:lnTo>
                  <a:pt x="1061190" y="757003"/>
                </a:lnTo>
                <a:lnTo>
                  <a:pt x="1063191" y="757743"/>
                </a:lnTo>
                <a:lnTo>
                  <a:pt x="1065201" y="758531"/>
                </a:lnTo>
                <a:lnTo>
                  <a:pt x="1067202" y="759369"/>
                </a:lnTo>
                <a:lnTo>
                  <a:pt x="1069213" y="760260"/>
                </a:lnTo>
                <a:lnTo>
                  <a:pt x="1071213" y="761204"/>
                </a:lnTo>
                <a:lnTo>
                  <a:pt x="1073224" y="762204"/>
                </a:lnTo>
                <a:lnTo>
                  <a:pt x="1075224" y="763260"/>
                </a:lnTo>
                <a:lnTo>
                  <a:pt x="1077235" y="764375"/>
                </a:lnTo>
                <a:lnTo>
                  <a:pt x="1079235" y="765549"/>
                </a:lnTo>
                <a:lnTo>
                  <a:pt x="1081246" y="766783"/>
                </a:lnTo>
                <a:lnTo>
                  <a:pt x="1083246" y="768077"/>
                </a:lnTo>
                <a:lnTo>
                  <a:pt x="1085257" y="769435"/>
                </a:lnTo>
                <a:lnTo>
                  <a:pt x="1087268" y="770855"/>
                </a:lnTo>
                <a:lnTo>
                  <a:pt x="1089268" y="772339"/>
                </a:lnTo>
                <a:lnTo>
                  <a:pt x="1091279" y="773888"/>
                </a:lnTo>
                <a:lnTo>
                  <a:pt x="1093279" y="775501"/>
                </a:lnTo>
                <a:lnTo>
                  <a:pt x="1095290" y="777181"/>
                </a:lnTo>
                <a:lnTo>
                  <a:pt x="1097290" y="778925"/>
                </a:lnTo>
                <a:lnTo>
                  <a:pt x="1099301" y="780736"/>
                </a:lnTo>
                <a:lnTo>
                  <a:pt x="1101302" y="782613"/>
                </a:lnTo>
                <a:lnTo>
                  <a:pt x="1103312" y="784557"/>
                </a:lnTo>
                <a:lnTo>
                  <a:pt x="1105313" y="786567"/>
                </a:lnTo>
                <a:lnTo>
                  <a:pt x="1107323" y="788645"/>
                </a:lnTo>
                <a:lnTo>
                  <a:pt x="1109334" y="790788"/>
                </a:lnTo>
                <a:lnTo>
                  <a:pt x="1111335" y="792998"/>
                </a:lnTo>
                <a:lnTo>
                  <a:pt x="1113346" y="795274"/>
                </a:lnTo>
                <a:lnTo>
                  <a:pt x="1115346" y="797615"/>
                </a:lnTo>
                <a:lnTo>
                  <a:pt x="1117357" y="800023"/>
                </a:lnTo>
                <a:lnTo>
                  <a:pt x="1119357" y="802494"/>
                </a:lnTo>
                <a:lnTo>
                  <a:pt x="1121368" y="805031"/>
                </a:lnTo>
                <a:lnTo>
                  <a:pt x="1123368" y="807632"/>
                </a:lnTo>
                <a:lnTo>
                  <a:pt x="1125379" y="810296"/>
                </a:lnTo>
                <a:lnTo>
                  <a:pt x="1127379" y="813024"/>
                </a:lnTo>
                <a:lnTo>
                  <a:pt x="1129390" y="815812"/>
                </a:lnTo>
                <a:lnTo>
                  <a:pt x="1131401" y="818663"/>
                </a:lnTo>
                <a:lnTo>
                  <a:pt x="1133401" y="821573"/>
                </a:lnTo>
                <a:lnTo>
                  <a:pt x="1135412" y="824544"/>
                </a:lnTo>
                <a:lnTo>
                  <a:pt x="1137412" y="827573"/>
                </a:lnTo>
                <a:lnTo>
                  <a:pt x="1139423" y="830660"/>
                </a:lnTo>
                <a:lnTo>
                  <a:pt x="1141423" y="833803"/>
                </a:lnTo>
                <a:lnTo>
                  <a:pt x="1143434" y="837003"/>
                </a:lnTo>
                <a:lnTo>
                  <a:pt x="1145434" y="840256"/>
                </a:lnTo>
                <a:lnTo>
                  <a:pt x="1147445" y="843563"/>
                </a:lnTo>
                <a:lnTo>
                  <a:pt x="1149446" y="846923"/>
                </a:lnTo>
                <a:lnTo>
                  <a:pt x="1151456" y="850333"/>
                </a:lnTo>
                <a:lnTo>
                  <a:pt x="1153467" y="853794"/>
                </a:lnTo>
                <a:lnTo>
                  <a:pt x="1155468" y="857304"/>
                </a:lnTo>
                <a:lnTo>
                  <a:pt x="1157478" y="860861"/>
                </a:lnTo>
                <a:lnTo>
                  <a:pt x="1159479" y="864463"/>
                </a:lnTo>
                <a:lnTo>
                  <a:pt x="1161490" y="868111"/>
                </a:lnTo>
                <a:lnTo>
                  <a:pt x="1163490" y="871803"/>
                </a:lnTo>
                <a:lnTo>
                  <a:pt x="1165501" y="875536"/>
                </a:lnTo>
                <a:lnTo>
                  <a:pt x="1167501" y="879310"/>
                </a:lnTo>
                <a:lnTo>
                  <a:pt x="1169512" y="883123"/>
                </a:lnTo>
                <a:lnTo>
                  <a:pt x="1171512" y="886973"/>
                </a:lnTo>
                <a:lnTo>
                  <a:pt x="1173523" y="890861"/>
                </a:lnTo>
                <a:lnTo>
                  <a:pt x="1175523" y="894783"/>
                </a:lnTo>
                <a:lnTo>
                  <a:pt x="1177534" y="898738"/>
                </a:lnTo>
                <a:lnTo>
                  <a:pt x="1179545" y="902726"/>
                </a:lnTo>
                <a:lnTo>
                  <a:pt x="1181545" y="906743"/>
                </a:lnTo>
                <a:lnTo>
                  <a:pt x="1183556" y="910790"/>
                </a:lnTo>
                <a:lnTo>
                  <a:pt x="1185556" y="914864"/>
                </a:lnTo>
                <a:lnTo>
                  <a:pt x="1187567" y="918965"/>
                </a:lnTo>
                <a:lnTo>
                  <a:pt x="1189567" y="923089"/>
                </a:lnTo>
                <a:lnTo>
                  <a:pt x="1191578" y="927236"/>
                </a:lnTo>
                <a:lnTo>
                  <a:pt x="1193578" y="931405"/>
                </a:lnTo>
                <a:lnTo>
                  <a:pt x="1195589" y="935594"/>
                </a:lnTo>
                <a:lnTo>
                  <a:pt x="1197590" y="939800"/>
                </a:lnTo>
                <a:lnTo>
                  <a:pt x="1199600" y="944024"/>
                </a:lnTo>
                <a:lnTo>
                  <a:pt x="1201611" y="948264"/>
                </a:lnTo>
                <a:lnTo>
                  <a:pt x="1203612" y="952516"/>
                </a:lnTo>
                <a:lnTo>
                  <a:pt x="1205622" y="956782"/>
                </a:lnTo>
                <a:lnTo>
                  <a:pt x="1207623" y="961057"/>
                </a:lnTo>
                <a:lnTo>
                  <a:pt x="1209634" y="965344"/>
                </a:lnTo>
                <a:lnTo>
                  <a:pt x="1211634" y="969632"/>
                </a:lnTo>
                <a:lnTo>
                  <a:pt x="1213645" y="973939"/>
                </a:lnTo>
                <a:lnTo>
                  <a:pt x="1215645" y="978236"/>
                </a:lnTo>
                <a:lnTo>
                  <a:pt x="1217656" y="982554"/>
                </a:lnTo>
                <a:lnTo>
                  <a:pt x="1219656" y="986862"/>
                </a:lnTo>
                <a:lnTo>
                  <a:pt x="1221667" y="991169"/>
                </a:lnTo>
                <a:lnTo>
                  <a:pt x="1223678" y="995477"/>
                </a:lnTo>
                <a:lnTo>
                  <a:pt x="1225678" y="999784"/>
                </a:lnTo>
                <a:lnTo>
                  <a:pt x="1227689" y="1004092"/>
                </a:lnTo>
                <a:lnTo>
                  <a:pt x="1229689" y="1008399"/>
                </a:lnTo>
                <a:lnTo>
                  <a:pt x="1231700" y="1012685"/>
                </a:lnTo>
                <a:lnTo>
                  <a:pt x="1233700" y="1016972"/>
                </a:lnTo>
                <a:lnTo>
                  <a:pt x="1235711" y="1021258"/>
                </a:lnTo>
                <a:lnTo>
                  <a:pt x="1237711" y="1025523"/>
                </a:lnTo>
                <a:lnTo>
                  <a:pt x="1239722" y="1029778"/>
                </a:lnTo>
                <a:lnTo>
                  <a:pt x="1241723" y="1034022"/>
                </a:lnTo>
                <a:lnTo>
                  <a:pt x="1243733" y="1038255"/>
                </a:lnTo>
                <a:lnTo>
                  <a:pt x="1245744" y="1042467"/>
                </a:lnTo>
                <a:lnTo>
                  <a:pt x="1247745" y="1046669"/>
                </a:lnTo>
                <a:lnTo>
                  <a:pt x="1249755" y="1050849"/>
                </a:lnTo>
                <a:lnTo>
                  <a:pt x="1251756" y="1055019"/>
                </a:lnTo>
                <a:lnTo>
                  <a:pt x="1253767" y="1059168"/>
                </a:lnTo>
                <a:lnTo>
                  <a:pt x="1255767" y="1063295"/>
                </a:lnTo>
                <a:lnTo>
                  <a:pt x="1257778" y="1067402"/>
                </a:lnTo>
                <a:lnTo>
                  <a:pt x="1259778" y="1071476"/>
                </a:lnTo>
                <a:lnTo>
                  <a:pt x="1261789" y="1075540"/>
                </a:lnTo>
                <a:lnTo>
                  <a:pt x="1263789" y="1079573"/>
                </a:lnTo>
                <a:lnTo>
                  <a:pt x="1265800" y="1083584"/>
                </a:lnTo>
                <a:lnTo>
                  <a:pt x="1267800" y="1087563"/>
                </a:lnTo>
                <a:lnTo>
                  <a:pt x="1269811" y="1091521"/>
                </a:lnTo>
                <a:lnTo>
                  <a:pt x="1271822" y="1095458"/>
                </a:lnTo>
                <a:lnTo>
                  <a:pt x="1273822" y="1099353"/>
                </a:lnTo>
                <a:lnTo>
                  <a:pt x="1275833" y="1103227"/>
                </a:lnTo>
                <a:lnTo>
                  <a:pt x="1277833" y="1107068"/>
                </a:lnTo>
                <a:lnTo>
                  <a:pt x="1279844" y="1110878"/>
                </a:lnTo>
                <a:lnTo>
                  <a:pt x="1281844" y="1114657"/>
                </a:lnTo>
                <a:lnTo>
                  <a:pt x="1283855" y="1118403"/>
                </a:lnTo>
                <a:lnTo>
                  <a:pt x="1285855" y="1122118"/>
                </a:lnTo>
                <a:lnTo>
                  <a:pt x="1287866" y="1125801"/>
                </a:lnTo>
                <a:lnTo>
                  <a:pt x="1289867" y="1129442"/>
                </a:lnTo>
                <a:lnTo>
                  <a:pt x="1291877" y="1133061"/>
                </a:lnTo>
                <a:lnTo>
                  <a:pt x="1293888" y="1136639"/>
                </a:lnTo>
                <a:lnTo>
                  <a:pt x="1295889" y="1140173"/>
                </a:lnTo>
                <a:lnTo>
                  <a:pt x="1297899" y="1143677"/>
                </a:lnTo>
                <a:lnTo>
                  <a:pt x="1299900" y="1147148"/>
                </a:lnTo>
                <a:lnTo>
                  <a:pt x="1301911" y="1150577"/>
                </a:lnTo>
                <a:lnTo>
                  <a:pt x="1303911" y="1153974"/>
                </a:lnTo>
                <a:lnTo>
                  <a:pt x="1305922" y="1157329"/>
                </a:lnTo>
                <a:lnTo>
                  <a:pt x="1307922" y="1160652"/>
                </a:lnTo>
                <a:lnTo>
                  <a:pt x="1309933" y="1163933"/>
                </a:lnTo>
                <a:lnTo>
                  <a:pt x="1311933" y="1167172"/>
                </a:lnTo>
                <a:lnTo>
                  <a:pt x="1313944" y="1170368"/>
                </a:lnTo>
                <a:lnTo>
                  <a:pt x="1315955" y="1173532"/>
                </a:lnTo>
                <a:lnTo>
                  <a:pt x="1317955" y="1176655"/>
                </a:lnTo>
                <a:lnTo>
                  <a:pt x="1319966" y="1179745"/>
                </a:lnTo>
                <a:lnTo>
                  <a:pt x="1321966" y="1182782"/>
                </a:lnTo>
                <a:lnTo>
                  <a:pt x="1323977" y="1185788"/>
                </a:lnTo>
                <a:lnTo>
                  <a:pt x="1325977" y="1188751"/>
                </a:lnTo>
                <a:lnTo>
                  <a:pt x="1327988" y="1191672"/>
                </a:lnTo>
                <a:lnTo>
                  <a:pt x="1329988" y="1194551"/>
                </a:lnTo>
                <a:lnTo>
                  <a:pt x="1331999" y="1197398"/>
                </a:lnTo>
                <a:lnTo>
                  <a:pt x="1333999" y="1200203"/>
                </a:lnTo>
                <a:lnTo>
                  <a:pt x="1336010" y="1202954"/>
                </a:lnTo>
                <a:lnTo>
                  <a:pt x="1338021" y="1205674"/>
                </a:lnTo>
                <a:lnTo>
                  <a:pt x="1340022" y="1208362"/>
                </a:lnTo>
                <a:lnTo>
                  <a:pt x="1342032" y="1210998"/>
                </a:lnTo>
                <a:lnTo>
                  <a:pt x="1344033" y="1213591"/>
                </a:lnTo>
                <a:lnTo>
                  <a:pt x="1346043" y="1216152"/>
                </a:lnTo>
                <a:lnTo>
                  <a:pt x="1348044" y="1218671"/>
                </a:lnTo>
                <a:lnTo>
                  <a:pt x="1350055" y="1221147"/>
                </a:lnTo>
                <a:lnTo>
                  <a:pt x="1352055" y="1223581"/>
                </a:lnTo>
                <a:lnTo>
                  <a:pt x="1354066" y="1225984"/>
                </a:lnTo>
                <a:lnTo>
                  <a:pt x="1356066" y="1228333"/>
                </a:lnTo>
                <a:lnTo>
                  <a:pt x="1358077" y="1230651"/>
                </a:lnTo>
                <a:lnTo>
                  <a:pt x="1360077" y="1232937"/>
                </a:lnTo>
                <a:lnTo>
                  <a:pt x="1362088" y="1235170"/>
                </a:lnTo>
                <a:lnTo>
                  <a:pt x="1364099" y="1237372"/>
                </a:lnTo>
                <a:lnTo>
                  <a:pt x="1366099" y="1239531"/>
                </a:lnTo>
                <a:lnTo>
                  <a:pt x="1368110" y="1241658"/>
                </a:lnTo>
                <a:lnTo>
                  <a:pt x="1370110" y="1243743"/>
                </a:lnTo>
                <a:lnTo>
                  <a:pt x="1372121" y="1245785"/>
                </a:lnTo>
                <a:lnTo>
                  <a:pt x="1374121" y="1247796"/>
                </a:lnTo>
                <a:lnTo>
                  <a:pt x="1376132" y="1249765"/>
                </a:lnTo>
                <a:lnTo>
                  <a:pt x="1378132" y="1251702"/>
                </a:lnTo>
                <a:lnTo>
                  <a:pt x="1380143" y="1253596"/>
                </a:lnTo>
                <a:lnTo>
                  <a:pt x="1382144" y="1255459"/>
                </a:lnTo>
                <a:lnTo>
                  <a:pt x="1384154" y="1257279"/>
                </a:lnTo>
                <a:lnTo>
                  <a:pt x="1386165" y="1259068"/>
                </a:lnTo>
                <a:lnTo>
                  <a:pt x="1388166" y="1260825"/>
                </a:lnTo>
                <a:lnTo>
                  <a:pt x="1390176" y="1262539"/>
                </a:lnTo>
                <a:lnTo>
                  <a:pt x="1392177" y="1264222"/>
                </a:lnTo>
                <a:lnTo>
                  <a:pt x="1394187" y="1265862"/>
                </a:lnTo>
                <a:lnTo>
                  <a:pt x="1396188" y="1267481"/>
                </a:lnTo>
                <a:lnTo>
                  <a:pt x="1398199" y="1269058"/>
                </a:lnTo>
                <a:lnTo>
                  <a:pt x="1400199" y="1270604"/>
                </a:lnTo>
                <a:lnTo>
                  <a:pt x="1402210" y="1272128"/>
                </a:lnTo>
                <a:lnTo>
                  <a:pt x="1404210" y="1273609"/>
                </a:lnTo>
                <a:lnTo>
                  <a:pt x="1406221" y="1275049"/>
                </a:lnTo>
                <a:lnTo>
                  <a:pt x="1408232" y="1276467"/>
                </a:lnTo>
                <a:lnTo>
                  <a:pt x="1410232" y="1277853"/>
                </a:lnTo>
                <a:lnTo>
                  <a:pt x="1412243" y="1279219"/>
                </a:lnTo>
                <a:lnTo>
                  <a:pt x="1414243" y="1280542"/>
                </a:lnTo>
                <a:lnTo>
                  <a:pt x="1416254" y="1281833"/>
                </a:lnTo>
                <a:lnTo>
                  <a:pt x="1418254" y="1283103"/>
                </a:lnTo>
                <a:lnTo>
                  <a:pt x="1420265" y="1284341"/>
                </a:lnTo>
                <a:lnTo>
                  <a:pt x="1422265" y="1285547"/>
                </a:lnTo>
                <a:lnTo>
                  <a:pt x="1424276" y="1286722"/>
                </a:lnTo>
                <a:lnTo>
                  <a:pt x="1426277" y="1287876"/>
                </a:lnTo>
                <a:lnTo>
                  <a:pt x="1428287" y="1288998"/>
                </a:lnTo>
                <a:lnTo>
                  <a:pt x="1430298" y="1290098"/>
                </a:lnTo>
                <a:lnTo>
                  <a:pt x="1432298" y="1291167"/>
                </a:lnTo>
                <a:lnTo>
                  <a:pt x="1434309" y="1292215"/>
                </a:lnTo>
                <a:lnTo>
                  <a:pt x="1436310" y="1293242"/>
                </a:lnTo>
                <a:lnTo>
                  <a:pt x="1438320" y="1294226"/>
                </a:lnTo>
                <a:lnTo>
                  <a:pt x="1440321" y="1295200"/>
                </a:lnTo>
                <a:lnTo>
                  <a:pt x="1442331" y="1296141"/>
                </a:lnTo>
                <a:lnTo>
                  <a:pt x="1444332" y="1297062"/>
                </a:lnTo>
                <a:lnTo>
                  <a:pt x="1446343" y="1297962"/>
                </a:lnTo>
                <a:lnTo>
                  <a:pt x="1448343" y="1298840"/>
                </a:lnTo>
                <a:lnTo>
                  <a:pt x="1450354" y="1299698"/>
                </a:lnTo>
                <a:lnTo>
                  <a:pt x="1452354" y="1300523"/>
                </a:lnTo>
                <a:lnTo>
                  <a:pt x="1454365" y="1301327"/>
                </a:lnTo>
                <a:lnTo>
                  <a:pt x="1456376" y="1302121"/>
                </a:lnTo>
                <a:lnTo>
                  <a:pt x="1458376" y="1302883"/>
                </a:lnTo>
                <a:lnTo>
                  <a:pt x="1460387" y="1303635"/>
                </a:lnTo>
                <a:lnTo>
                  <a:pt x="1462387" y="1304354"/>
                </a:lnTo>
                <a:lnTo>
                  <a:pt x="1464398" y="1305063"/>
                </a:lnTo>
                <a:lnTo>
                  <a:pt x="1466398" y="1305751"/>
                </a:lnTo>
                <a:lnTo>
                  <a:pt x="1468409" y="1306418"/>
                </a:lnTo>
                <a:lnTo>
                  <a:pt x="1470409" y="1307064"/>
                </a:lnTo>
                <a:lnTo>
                  <a:pt x="1472420" y="1307699"/>
                </a:lnTo>
                <a:lnTo>
                  <a:pt x="1474421" y="1308312"/>
                </a:lnTo>
                <a:lnTo>
                  <a:pt x="1476431" y="1308905"/>
                </a:lnTo>
                <a:lnTo>
                  <a:pt x="1478442" y="1309487"/>
                </a:lnTo>
                <a:lnTo>
                  <a:pt x="1480442" y="1310048"/>
                </a:lnTo>
                <a:lnTo>
                  <a:pt x="1482453" y="1310598"/>
                </a:lnTo>
                <a:lnTo>
                  <a:pt x="1484454" y="1311128"/>
                </a:lnTo>
                <a:lnTo>
                  <a:pt x="1486464" y="1311636"/>
                </a:lnTo>
                <a:lnTo>
                  <a:pt x="1488465" y="1312144"/>
                </a:lnTo>
                <a:lnTo>
                  <a:pt x="1490476" y="1312620"/>
                </a:lnTo>
                <a:lnTo>
                  <a:pt x="1492476" y="1313096"/>
                </a:lnTo>
                <a:lnTo>
                  <a:pt x="1494487" y="1313551"/>
                </a:lnTo>
                <a:lnTo>
                  <a:pt x="1496487" y="1313996"/>
                </a:lnTo>
                <a:lnTo>
                  <a:pt x="1498498" y="1314419"/>
                </a:lnTo>
                <a:lnTo>
                  <a:pt x="1500509" y="1314842"/>
                </a:lnTo>
                <a:lnTo>
                  <a:pt x="1502509" y="1315245"/>
                </a:lnTo>
                <a:lnTo>
                  <a:pt x="1504520" y="1315636"/>
                </a:lnTo>
                <a:lnTo>
                  <a:pt x="1506520" y="1316017"/>
                </a:lnTo>
                <a:lnTo>
                  <a:pt x="1508531" y="1316388"/>
                </a:lnTo>
                <a:lnTo>
                  <a:pt x="1510531" y="1316737"/>
                </a:lnTo>
                <a:lnTo>
                  <a:pt x="1512542" y="1317086"/>
                </a:lnTo>
                <a:lnTo>
                  <a:pt x="1514542" y="1317414"/>
                </a:lnTo>
                <a:lnTo>
                  <a:pt x="1516553" y="1317742"/>
                </a:lnTo>
                <a:lnTo>
                  <a:pt x="1518553" y="1318049"/>
                </a:lnTo>
                <a:lnTo>
                  <a:pt x="1520564" y="1318356"/>
                </a:lnTo>
                <a:lnTo>
                  <a:pt x="1522575" y="1318652"/>
                </a:lnTo>
                <a:lnTo>
                  <a:pt x="1524575" y="1318938"/>
                </a:lnTo>
                <a:lnTo>
                  <a:pt x="1526586" y="1319203"/>
                </a:lnTo>
                <a:lnTo>
                  <a:pt x="1528586" y="1319467"/>
                </a:lnTo>
                <a:lnTo>
                  <a:pt x="1530597" y="1319732"/>
                </a:lnTo>
                <a:lnTo>
                  <a:pt x="1532598" y="1319975"/>
                </a:lnTo>
                <a:lnTo>
                  <a:pt x="1534609" y="1320219"/>
                </a:lnTo>
                <a:lnTo>
                  <a:pt x="1536609" y="1320452"/>
                </a:lnTo>
                <a:lnTo>
                  <a:pt x="1538620" y="1320674"/>
                </a:lnTo>
                <a:lnTo>
                  <a:pt x="1540620" y="1320886"/>
                </a:lnTo>
                <a:lnTo>
                  <a:pt x="1542631" y="1321097"/>
                </a:lnTo>
                <a:lnTo>
                  <a:pt x="1544631" y="1321298"/>
                </a:lnTo>
                <a:lnTo>
                  <a:pt x="1546642" y="1321489"/>
                </a:lnTo>
                <a:lnTo>
                  <a:pt x="1548653" y="1321679"/>
                </a:lnTo>
                <a:lnTo>
                  <a:pt x="1550653" y="1321859"/>
                </a:lnTo>
                <a:lnTo>
                  <a:pt x="1552664" y="1322039"/>
                </a:lnTo>
                <a:lnTo>
                  <a:pt x="1554664" y="1322208"/>
                </a:lnTo>
                <a:lnTo>
                  <a:pt x="1556675" y="1322367"/>
                </a:lnTo>
                <a:lnTo>
                  <a:pt x="1558675" y="1322526"/>
                </a:lnTo>
                <a:lnTo>
                  <a:pt x="1560686" y="1322674"/>
                </a:lnTo>
                <a:lnTo>
                  <a:pt x="1562686" y="1322822"/>
                </a:lnTo>
                <a:lnTo>
                  <a:pt x="1564697" y="1322960"/>
                </a:lnTo>
                <a:lnTo>
                  <a:pt x="1566697" y="1323097"/>
                </a:lnTo>
                <a:lnTo>
                  <a:pt x="1568708" y="1323224"/>
                </a:lnTo>
                <a:lnTo>
                  <a:pt x="1570719" y="1323351"/>
                </a:lnTo>
                <a:lnTo>
                  <a:pt x="1572719" y="1323478"/>
                </a:lnTo>
                <a:lnTo>
                  <a:pt x="1574730" y="1323595"/>
                </a:lnTo>
                <a:lnTo>
                  <a:pt x="1576731" y="1323711"/>
                </a:lnTo>
                <a:lnTo>
                  <a:pt x="1578741" y="1323817"/>
                </a:lnTo>
                <a:lnTo>
                  <a:pt x="1580742" y="1323923"/>
                </a:lnTo>
                <a:lnTo>
                  <a:pt x="1582753" y="1324018"/>
                </a:lnTo>
                <a:lnTo>
                  <a:pt x="1584753" y="1324113"/>
                </a:lnTo>
                <a:lnTo>
                  <a:pt x="1586764" y="1324209"/>
                </a:lnTo>
                <a:lnTo>
                  <a:pt x="1588764" y="1324293"/>
                </a:lnTo>
                <a:lnTo>
                  <a:pt x="1590775" y="1324389"/>
                </a:lnTo>
                <a:lnTo>
                  <a:pt x="1592786" y="1324463"/>
                </a:lnTo>
                <a:lnTo>
                  <a:pt x="1594786" y="1324547"/>
                </a:lnTo>
                <a:lnTo>
                  <a:pt x="1596797" y="1324621"/>
                </a:lnTo>
                <a:lnTo>
                  <a:pt x="1598797" y="1324696"/>
                </a:lnTo>
                <a:lnTo>
                  <a:pt x="1600808" y="1324770"/>
                </a:lnTo>
                <a:lnTo>
                  <a:pt x="1602808" y="1324833"/>
                </a:lnTo>
                <a:lnTo>
                  <a:pt x="1604819" y="1324897"/>
                </a:lnTo>
                <a:lnTo>
                  <a:pt x="1606819" y="1324960"/>
                </a:lnTo>
                <a:lnTo>
                  <a:pt x="1608830" y="1325024"/>
                </a:lnTo>
                <a:lnTo>
                  <a:pt x="1610830" y="1325077"/>
                </a:lnTo>
                <a:lnTo>
                  <a:pt x="1612841" y="1325130"/>
                </a:lnTo>
                <a:lnTo>
                  <a:pt x="1614852" y="1325182"/>
                </a:lnTo>
                <a:lnTo>
                  <a:pt x="1616852" y="1325235"/>
                </a:lnTo>
                <a:lnTo>
                  <a:pt x="1618863" y="1325288"/>
                </a:lnTo>
                <a:lnTo>
                  <a:pt x="1620864" y="1325331"/>
                </a:lnTo>
                <a:lnTo>
                  <a:pt x="1622874" y="1325373"/>
                </a:lnTo>
                <a:lnTo>
                  <a:pt x="1624875" y="1325426"/>
                </a:lnTo>
                <a:lnTo>
                  <a:pt x="1626885" y="1325458"/>
                </a:lnTo>
                <a:lnTo>
                  <a:pt x="1628886" y="1325500"/>
                </a:lnTo>
                <a:lnTo>
                  <a:pt x="1630897" y="1325542"/>
                </a:lnTo>
                <a:lnTo>
                  <a:pt x="1632897" y="1325574"/>
                </a:lnTo>
                <a:lnTo>
                  <a:pt x="1634908" y="1325606"/>
                </a:lnTo>
                <a:lnTo>
                  <a:pt x="1636918" y="1325648"/>
                </a:lnTo>
                <a:lnTo>
                  <a:pt x="1638919" y="1325680"/>
                </a:lnTo>
                <a:lnTo>
                  <a:pt x="1640930" y="1325701"/>
                </a:lnTo>
                <a:lnTo>
                  <a:pt x="1642930" y="1325733"/>
                </a:lnTo>
                <a:lnTo>
                  <a:pt x="1644941" y="1325765"/>
                </a:lnTo>
                <a:lnTo>
                  <a:pt x="1646941" y="1325786"/>
                </a:lnTo>
                <a:lnTo>
                  <a:pt x="1648952" y="1325817"/>
                </a:lnTo>
                <a:lnTo>
                  <a:pt x="1650952" y="1325839"/>
                </a:lnTo>
                <a:lnTo>
                  <a:pt x="1652963" y="1325860"/>
                </a:lnTo>
                <a:lnTo>
                  <a:pt x="1654963" y="1325881"/>
                </a:lnTo>
                <a:lnTo>
                  <a:pt x="1656974" y="1325913"/>
                </a:lnTo>
                <a:lnTo>
                  <a:pt x="1658974" y="1325923"/>
                </a:lnTo>
                <a:lnTo>
                  <a:pt x="1660985" y="1325944"/>
                </a:lnTo>
                <a:lnTo>
                  <a:pt x="1662996" y="1325966"/>
                </a:lnTo>
                <a:lnTo>
                  <a:pt x="1664996" y="1325987"/>
                </a:lnTo>
                <a:lnTo>
                  <a:pt x="1667007" y="1325997"/>
                </a:lnTo>
                <a:lnTo>
                  <a:pt x="1669008" y="1326018"/>
                </a:lnTo>
                <a:lnTo>
                  <a:pt x="1671018" y="1326029"/>
                </a:lnTo>
                <a:lnTo>
                  <a:pt x="1673019" y="1326050"/>
                </a:lnTo>
                <a:lnTo>
                  <a:pt x="1675029" y="1326061"/>
                </a:lnTo>
                <a:lnTo>
                  <a:pt x="1677030" y="1326071"/>
                </a:lnTo>
                <a:lnTo>
                  <a:pt x="1679041" y="1326093"/>
                </a:lnTo>
                <a:lnTo>
                  <a:pt x="1681041" y="1326103"/>
                </a:lnTo>
                <a:lnTo>
                  <a:pt x="1683052" y="1326114"/>
                </a:lnTo>
                <a:lnTo>
                  <a:pt x="1685063" y="1326124"/>
                </a:lnTo>
                <a:lnTo>
                  <a:pt x="1687063" y="1326135"/>
                </a:lnTo>
                <a:lnTo>
                  <a:pt x="1689074" y="1326145"/>
                </a:lnTo>
                <a:lnTo>
                  <a:pt x="1691074" y="1326156"/>
                </a:lnTo>
                <a:lnTo>
                  <a:pt x="1693085" y="1326167"/>
                </a:lnTo>
                <a:lnTo>
                  <a:pt x="1695085" y="1326177"/>
                </a:lnTo>
                <a:lnTo>
                  <a:pt x="1697096" y="1326177"/>
                </a:lnTo>
                <a:lnTo>
                  <a:pt x="1699096" y="1326188"/>
                </a:lnTo>
                <a:lnTo>
                  <a:pt x="1701107" y="1326198"/>
                </a:lnTo>
                <a:lnTo>
                  <a:pt x="1703107" y="1326209"/>
                </a:lnTo>
                <a:lnTo>
                  <a:pt x="1705118" y="1326209"/>
                </a:lnTo>
                <a:lnTo>
                  <a:pt x="1707129" y="1326220"/>
                </a:lnTo>
                <a:lnTo>
                  <a:pt x="1709129" y="1326220"/>
                </a:lnTo>
                <a:lnTo>
                  <a:pt x="1711140" y="1326230"/>
                </a:lnTo>
                <a:lnTo>
                  <a:pt x="1713140" y="1326230"/>
                </a:lnTo>
                <a:lnTo>
                  <a:pt x="1715151" y="1326241"/>
                </a:lnTo>
                <a:lnTo>
                  <a:pt x="1717152" y="1326241"/>
                </a:lnTo>
                <a:lnTo>
                  <a:pt x="1719162" y="1326251"/>
                </a:lnTo>
                <a:lnTo>
                  <a:pt x="1721163" y="1326251"/>
                </a:lnTo>
                <a:lnTo>
                  <a:pt x="1723173" y="1326262"/>
                </a:lnTo>
                <a:lnTo>
                  <a:pt x="1725174" y="1326262"/>
                </a:lnTo>
                <a:lnTo>
                  <a:pt x="1727185" y="1326272"/>
                </a:lnTo>
                <a:lnTo>
                  <a:pt x="1729196" y="1326272"/>
                </a:lnTo>
                <a:lnTo>
                  <a:pt x="1731196" y="1326272"/>
                </a:lnTo>
                <a:lnTo>
                  <a:pt x="1733207" y="1326283"/>
                </a:lnTo>
                <a:lnTo>
                  <a:pt x="1735207" y="1326283"/>
                </a:lnTo>
                <a:lnTo>
                  <a:pt x="1737218" y="1326283"/>
                </a:lnTo>
                <a:lnTo>
                  <a:pt x="1739218" y="1326283"/>
                </a:lnTo>
                <a:lnTo>
                  <a:pt x="1741229" y="1326294"/>
                </a:lnTo>
                <a:lnTo>
                  <a:pt x="1743229" y="1326294"/>
                </a:lnTo>
                <a:lnTo>
                  <a:pt x="1745240" y="1326294"/>
                </a:lnTo>
                <a:lnTo>
                  <a:pt x="1747240" y="1326294"/>
                </a:lnTo>
                <a:lnTo>
                  <a:pt x="1749251" y="1326304"/>
                </a:lnTo>
                <a:lnTo>
                  <a:pt x="1751251" y="1326304"/>
                </a:lnTo>
                <a:lnTo>
                  <a:pt x="1753262" y="1326304"/>
                </a:lnTo>
                <a:lnTo>
                  <a:pt x="1755273" y="1326304"/>
                </a:lnTo>
                <a:lnTo>
                  <a:pt x="1757273" y="1326304"/>
                </a:lnTo>
                <a:lnTo>
                  <a:pt x="1759284" y="1326315"/>
                </a:lnTo>
                <a:lnTo>
                  <a:pt x="1761285" y="1326315"/>
                </a:lnTo>
                <a:lnTo>
                  <a:pt x="1763295" y="1326315"/>
                </a:lnTo>
                <a:lnTo>
                  <a:pt x="1765295" y="1326315"/>
                </a:lnTo>
                <a:lnTo>
                  <a:pt x="1767306" y="1326315"/>
                </a:lnTo>
                <a:lnTo>
                  <a:pt x="1769307" y="1326315"/>
                </a:lnTo>
                <a:lnTo>
                  <a:pt x="1771318" y="1326315"/>
                </a:lnTo>
                <a:lnTo>
                  <a:pt x="1773318" y="1326315"/>
                </a:lnTo>
                <a:lnTo>
                  <a:pt x="1775329" y="1326325"/>
                </a:lnTo>
                <a:lnTo>
                  <a:pt x="1777340" y="1326325"/>
                </a:lnTo>
                <a:lnTo>
                  <a:pt x="1779340" y="1326325"/>
                </a:lnTo>
                <a:lnTo>
                  <a:pt x="1781351" y="1326325"/>
                </a:lnTo>
                <a:lnTo>
                  <a:pt x="1783351" y="1326325"/>
                </a:lnTo>
                <a:lnTo>
                  <a:pt x="1785362" y="1326325"/>
                </a:lnTo>
                <a:lnTo>
                  <a:pt x="1787362" y="1326325"/>
                </a:lnTo>
                <a:lnTo>
                  <a:pt x="1789373" y="1326325"/>
                </a:lnTo>
                <a:lnTo>
                  <a:pt x="1791373" y="1326325"/>
                </a:lnTo>
                <a:lnTo>
                  <a:pt x="1793384" y="1326325"/>
                </a:lnTo>
                <a:lnTo>
                  <a:pt x="1795384" y="1326325"/>
                </a:lnTo>
                <a:lnTo>
                  <a:pt x="1797395" y="1326325"/>
                </a:lnTo>
                <a:lnTo>
                  <a:pt x="1799406" y="1326325"/>
                </a:lnTo>
                <a:lnTo>
                  <a:pt x="1801406" y="1326336"/>
                </a:lnTo>
                <a:lnTo>
                  <a:pt x="1803417" y="1326336"/>
                </a:lnTo>
                <a:lnTo>
                  <a:pt x="1805417" y="1326336"/>
                </a:lnTo>
                <a:lnTo>
                  <a:pt x="1807428" y="1326336"/>
                </a:lnTo>
                <a:lnTo>
                  <a:pt x="1809429" y="1326336"/>
                </a:lnTo>
                <a:lnTo>
                  <a:pt x="1811439" y="1326336"/>
                </a:lnTo>
                <a:lnTo>
                  <a:pt x="1813439" y="1326336"/>
                </a:lnTo>
                <a:lnTo>
                  <a:pt x="1815450" y="1326336"/>
                </a:lnTo>
                <a:lnTo>
                  <a:pt x="1817451" y="1326336"/>
                </a:lnTo>
                <a:lnTo>
                  <a:pt x="1819462" y="1326336"/>
                </a:lnTo>
                <a:lnTo>
                  <a:pt x="1821472" y="1326336"/>
                </a:lnTo>
                <a:lnTo>
                  <a:pt x="1823473" y="1326336"/>
                </a:lnTo>
                <a:lnTo>
                  <a:pt x="1825484" y="1326336"/>
                </a:lnTo>
                <a:lnTo>
                  <a:pt x="1827484" y="1326336"/>
                </a:lnTo>
                <a:lnTo>
                  <a:pt x="1829495" y="1326336"/>
                </a:lnTo>
                <a:lnTo>
                  <a:pt x="1831495" y="1326336"/>
                </a:lnTo>
                <a:lnTo>
                  <a:pt x="1833506" y="1326336"/>
                </a:lnTo>
                <a:lnTo>
                  <a:pt x="1835506" y="1326336"/>
                </a:lnTo>
                <a:lnTo>
                  <a:pt x="1837517" y="1326336"/>
                </a:lnTo>
                <a:lnTo>
                  <a:pt x="1839517" y="1326336"/>
                </a:lnTo>
                <a:lnTo>
                  <a:pt x="1841528" y="1326336"/>
                </a:lnTo>
                <a:lnTo>
                  <a:pt x="1843528" y="1326336"/>
                </a:lnTo>
                <a:lnTo>
                  <a:pt x="1845539" y="1326336"/>
                </a:lnTo>
                <a:lnTo>
                  <a:pt x="1847550" y="1326336"/>
                </a:lnTo>
                <a:lnTo>
                  <a:pt x="1849550" y="1326336"/>
                </a:lnTo>
                <a:lnTo>
                  <a:pt x="1851561" y="1326336"/>
                </a:lnTo>
                <a:lnTo>
                  <a:pt x="1853561" y="1326336"/>
                </a:lnTo>
                <a:lnTo>
                  <a:pt x="1855572" y="1326336"/>
                </a:lnTo>
                <a:lnTo>
                  <a:pt x="1857573" y="1326336"/>
                </a:lnTo>
                <a:lnTo>
                  <a:pt x="1859583" y="1326336"/>
                </a:lnTo>
                <a:lnTo>
                  <a:pt x="1861584" y="1326336"/>
                </a:lnTo>
                <a:lnTo>
                  <a:pt x="1863595" y="1326336"/>
                </a:lnTo>
                <a:lnTo>
                  <a:pt x="1865595" y="1326336"/>
                </a:lnTo>
                <a:lnTo>
                  <a:pt x="1867606" y="1326336"/>
                </a:lnTo>
                <a:lnTo>
                  <a:pt x="1869616" y="1326336"/>
                </a:lnTo>
                <a:lnTo>
                  <a:pt x="1871617" y="1326336"/>
                </a:lnTo>
                <a:lnTo>
                  <a:pt x="1873628" y="1326336"/>
                </a:lnTo>
                <a:lnTo>
                  <a:pt x="1875628" y="1326336"/>
                </a:lnTo>
                <a:lnTo>
                  <a:pt x="1877639" y="1326336"/>
                </a:lnTo>
                <a:lnTo>
                  <a:pt x="1879639" y="1326336"/>
                </a:lnTo>
                <a:lnTo>
                  <a:pt x="1881650" y="1326336"/>
                </a:lnTo>
                <a:lnTo>
                  <a:pt x="1883650" y="1326336"/>
                </a:lnTo>
                <a:lnTo>
                  <a:pt x="1885661" y="1326336"/>
                </a:lnTo>
                <a:lnTo>
                  <a:pt x="1887661" y="1326336"/>
                </a:lnTo>
                <a:lnTo>
                  <a:pt x="1889672" y="1326336"/>
                </a:lnTo>
                <a:lnTo>
                  <a:pt x="1891683" y="1326336"/>
                </a:lnTo>
                <a:lnTo>
                  <a:pt x="1893683" y="1326336"/>
                </a:lnTo>
                <a:lnTo>
                  <a:pt x="1895694" y="1326336"/>
                </a:lnTo>
                <a:lnTo>
                  <a:pt x="1897694" y="1326336"/>
                </a:lnTo>
                <a:lnTo>
                  <a:pt x="1899705" y="1326336"/>
                </a:lnTo>
                <a:lnTo>
                  <a:pt x="1901705" y="1326336"/>
                </a:lnTo>
                <a:lnTo>
                  <a:pt x="1903716" y="1326336"/>
                </a:lnTo>
                <a:lnTo>
                  <a:pt x="1905717" y="1326336"/>
                </a:lnTo>
                <a:lnTo>
                  <a:pt x="1907727" y="1326336"/>
                </a:lnTo>
                <a:lnTo>
                  <a:pt x="1909728" y="1326336"/>
                </a:lnTo>
                <a:lnTo>
                  <a:pt x="1911739" y="1326336"/>
                </a:lnTo>
                <a:lnTo>
                  <a:pt x="1913749" y="1326336"/>
                </a:lnTo>
                <a:lnTo>
                  <a:pt x="1915750" y="1326336"/>
                </a:lnTo>
                <a:lnTo>
                  <a:pt x="1917760" y="1326336"/>
                </a:lnTo>
                <a:lnTo>
                  <a:pt x="1919761" y="1326336"/>
                </a:lnTo>
                <a:lnTo>
                  <a:pt x="1921772" y="1326336"/>
                </a:lnTo>
                <a:lnTo>
                  <a:pt x="1923772" y="1326336"/>
                </a:lnTo>
                <a:lnTo>
                  <a:pt x="1925783" y="1326336"/>
                </a:lnTo>
                <a:lnTo>
                  <a:pt x="1927783" y="1326336"/>
                </a:lnTo>
                <a:lnTo>
                  <a:pt x="1929794" y="1326336"/>
                </a:lnTo>
                <a:lnTo>
                  <a:pt x="1931794" y="1326336"/>
                </a:lnTo>
                <a:lnTo>
                  <a:pt x="1933805" y="1326336"/>
                </a:lnTo>
                <a:lnTo>
                  <a:pt x="1935805" y="1326336"/>
                </a:lnTo>
                <a:lnTo>
                  <a:pt x="1937816" y="1326336"/>
                </a:lnTo>
                <a:lnTo>
                  <a:pt x="1939827" y="1326336"/>
                </a:lnTo>
                <a:lnTo>
                  <a:pt x="1941827" y="1326336"/>
                </a:lnTo>
                <a:lnTo>
                  <a:pt x="1943838" y="1326336"/>
                </a:lnTo>
                <a:lnTo>
                  <a:pt x="1945838" y="1326336"/>
                </a:lnTo>
                <a:lnTo>
                  <a:pt x="1947849" y="1326336"/>
                </a:lnTo>
                <a:lnTo>
                  <a:pt x="1949850" y="1326336"/>
                </a:lnTo>
                <a:lnTo>
                  <a:pt x="1951860" y="1326336"/>
                </a:lnTo>
                <a:lnTo>
                  <a:pt x="1953861" y="1326336"/>
                </a:lnTo>
                <a:lnTo>
                  <a:pt x="1955871" y="1326336"/>
                </a:lnTo>
                <a:lnTo>
                  <a:pt x="1957872" y="1326336"/>
                </a:lnTo>
                <a:lnTo>
                  <a:pt x="1959883" y="1326336"/>
                </a:lnTo>
                <a:lnTo>
                  <a:pt x="1961893" y="1326336"/>
                </a:lnTo>
                <a:lnTo>
                  <a:pt x="1963894" y="1326336"/>
                </a:lnTo>
                <a:lnTo>
                  <a:pt x="1965904" y="1326336"/>
                </a:lnTo>
                <a:lnTo>
                  <a:pt x="1967905" y="1326336"/>
                </a:lnTo>
                <a:lnTo>
                  <a:pt x="1969916" y="1326336"/>
                </a:lnTo>
                <a:lnTo>
                  <a:pt x="1971916" y="1326336"/>
                </a:lnTo>
                <a:lnTo>
                  <a:pt x="1973927" y="1326336"/>
                </a:lnTo>
                <a:lnTo>
                  <a:pt x="1975927" y="1326336"/>
                </a:lnTo>
                <a:lnTo>
                  <a:pt x="1977938" y="1326336"/>
                </a:lnTo>
                <a:lnTo>
                  <a:pt x="1979938" y="1326336"/>
                </a:lnTo>
                <a:lnTo>
                  <a:pt x="1981949" y="1326336"/>
                </a:lnTo>
                <a:lnTo>
                  <a:pt x="1983960" y="1326336"/>
                </a:lnTo>
                <a:lnTo>
                  <a:pt x="1985960" y="1326336"/>
                </a:lnTo>
                <a:lnTo>
                  <a:pt x="1987971" y="1326336"/>
                </a:lnTo>
                <a:lnTo>
                  <a:pt x="1989971" y="1326336"/>
                </a:lnTo>
                <a:lnTo>
                  <a:pt x="1991982" y="1326336"/>
                </a:lnTo>
                <a:lnTo>
                  <a:pt x="1993982" y="1326336"/>
                </a:lnTo>
                <a:lnTo>
                  <a:pt x="1995993" y="1326336"/>
                </a:lnTo>
                <a:lnTo>
                  <a:pt x="1997994" y="1326336"/>
                </a:lnTo>
                <a:lnTo>
                  <a:pt x="2000004" y="1326336"/>
                </a:lnTo>
                <a:lnTo>
                  <a:pt x="2002005" y="1326336"/>
                </a:lnTo>
                <a:lnTo>
                  <a:pt x="2004015" y="1326336"/>
                </a:lnTo>
              </a:path>
            </a:pathLst>
          </a:custGeom>
          <a:noFill/>
          <a:ln w="33782" cap="rnd">
            <a:solidFill>
              <a:srgbClr val="009AF9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pic>
        <p:nvPicPr>
          <p:cNvPr id="727" name="mog_anim.mp4">
            <a:hlinkClick r:id="" action="ppaction://media"/>
            <a:extLst>
              <a:ext uri="{FF2B5EF4-FFF2-40B4-BE49-F238E27FC236}">
                <a16:creationId xmlns:a16="http://schemas.microsoft.com/office/drawing/2014/main" id="{4FDD4D57-F547-ED8F-F701-B32ECF48D0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463540" y="1174064"/>
            <a:ext cx="2852875" cy="19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34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2" dur="10000" fill="hold"/>
                                        <p:tgtEl>
                                          <p:spTgt spid="7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3" fill="hold" display="0">
                  <p:stCondLst>
                    <p:cond delay="indefinite"/>
                  </p:stCondLst>
                </p:cTn>
                <p:tgtEl>
                  <p:spTgt spid="727"/>
                </p:tgtEl>
              </p:cMediaNode>
            </p:video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359" grpId="0"/>
      <p:bldP spid="360" grpId="0"/>
      <p:bldP spid="419" grpId="0" animBg="1"/>
      <p:bldP spid="469" grpId="0" animBg="1"/>
      <p:bldP spid="519" grpId="0" animBg="1"/>
      <p:bldP spid="569" grpId="0" animBg="1"/>
      <p:bldP spid="619" grpId="0" animBg="1"/>
      <p:bldP spid="7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5132-C5A4-7D20-3158-43C96E2E1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Text Placeholder 512">
                <a:extLst>
                  <a:ext uri="{FF2B5EF4-FFF2-40B4-BE49-F238E27FC236}">
                    <a16:creationId xmlns:a16="http://schemas.microsoft.com/office/drawing/2014/main" id="{9DA2A3A1-0743-E3F2-CBC0-6657011EB4B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3857861"/>
                <a:ext cx="6877051" cy="945914"/>
              </a:xfrm>
            </p:spPr>
            <p:txBody>
              <a:bodyPr/>
              <a:lstStyle/>
              <a:p>
                <a:r>
                  <a:rPr lang="en-US" dirty="0"/>
                  <a:t>Only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both the first and second moment (that is, mean and variance) are matched with that of the approximation!</a:t>
                </a:r>
              </a:p>
              <a:p>
                <a:r>
                  <a:rPr lang="en-US" dirty="0"/>
                  <a:t>The case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is a limit case.</a:t>
                </a:r>
              </a:p>
            </p:txBody>
          </p:sp>
        </mc:Choice>
        <mc:Fallback>
          <p:sp>
            <p:nvSpPr>
              <p:cNvPr id="513" name="Text Placeholder 512">
                <a:extLst>
                  <a:ext uri="{FF2B5EF4-FFF2-40B4-BE49-F238E27FC236}">
                    <a16:creationId xmlns:a16="http://schemas.microsoft.com/office/drawing/2014/main" id="{9DA2A3A1-0743-E3F2-CBC0-6657011EB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3857861"/>
                <a:ext cx="6877051" cy="945914"/>
              </a:xfrm>
              <a:blipFill>
                <a:blip r:embed="rId2"/>
                <a:stretch>
                  <a:fillRect t="-1316" r="-1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331DBDF-95CD-D3D7-7148-B919502D68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-Divergence with a Gaussian and Moment Matching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F565A60-DB80-F009-A308-011DAC34F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1AC17F59-C49A-BEE7-7DBA-CBC0974BA42C}"/>
              </a:ext>
            </a:extLst>
          </p:cNvPr>
          <p:cNvCxnSpPr>
            <a:cxnSpLocks/>
            <a:endCxn id="323" idx="25"/>
          </p:cNvCxnSpPr>
          <p:nvPr/>
        </p:nvCxnSpPr>
        <p:spPr bwMode="gray">
          <a:xfrm flipV="1">
            <a:off x="1746685" y="2180929"/>
            <a:ext cx="0" cy="11395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1004A4F8-A209-C46C-7BCD-25930CD72045}"/>
              </a:ext>
            </a:extLst>
          </p:cNvPr>
          <p:cNvCxnSpPr>
            <a:cxnSpLocks/>
            <a:endCxn id="224" idx="25"/>
          </p:cNvCxnSpPr>
          <p:nvPr/>
        </p:nvCxnSpPr>
        <p:spPr bwMode="gray">
          <a:xfrm flipV="1">
            <a:off x="5588080" y="1984986"/>
            <a:ext cx="0" cy="13355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02D86C9D-23C6-42B5-43F8-59F173028A59}"/>
              </a:ext>
            </a:extLst>
          </p:cNvPr>
          <p:cNvGrpSpPr/>
          <p:nvPr/>
        </p:nvGrpSpPr>
        <p:grpSpPr>
          <a:xfrm>
            <a:off x="4384739" y="1285950"/>
            <a:ext cx="3634559" cy="2324777"/>
            <a:chOff x="4384739" y="1285950"/>
            <a:chExt cx="3634559" cy="2324777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5B533555-F8C5-9E37-581B-FABC255ABB45}"/>
                </a:ext>
              </a:extLst>
            </p:cNvPr>
            <p:cNvSpPr/>
            <p:nvPr/>
          </p:nvSpPr>
          <p:spPr>
            <a:xfrm>
              <a:off x="5323778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F1026309-F40A-E3F6-6BBF-E22B86507545}"/>
                </a:ext>
              </a:extLst>
            </p:cNvPr>
            <p:cNvSpPr/>
            <p:nvPr/>
          </p:nvSpPr>
          <p:spPr>
            <a:xfrm>
              <a:off x="5965101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76321812-1A6A-3221-EF2C-369B117083F0}"/>
                </a:ext>
              </a:extLst>
            </p:cNvPr>
            <p:cNvSpPr/>
            <p:nvPr/>
          </p:nvSpPr>
          <p:spPr>
            <a:xfrm>
              <a:off x="6606420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0DAE2B6-6B74-D8A2-0775-FA7927DED252}"/>
                </a:ext>
              </a:extLst>
            </p:cNvPr>
            <p:cNvSpPr/>
            <p:nvPr/>
          </p:nvSpPr>
          <p:spPr>
            <a:xfrm>
              <a:off x="7247740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6A883F4-46D6-0C5A-2D8D-663C711BA817}"/>
                </a:ext>
              </a:extLst>
            </p:cNvPr>
            <p:cNvSpPr/>
            <p:nvPr/>
          </p:nvSpPr>
          <p:spPr>
            <a:xfrm>
              <a:off x="7889059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BCAFEF8C-7E58-E6B0-4B49-69B8B04DACF7}"/>
                </a:ext>
              </a:extLst>
            </p:cNvPr>
            <p:cNvSpPr/>
            <p:nvPr/>
          </p:nvSpPr>
          <p:spPr>
            <a:xfrm>
              <a:off x="4718372" y="3221832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85753891-4E69-B7EC-0BF1-588F39A1D4CF}"/>
                </a:ext>
              </a:extLst>
            </p:cNvPr>
            <p:cNvSpPr/>
            <p:nvPr/>
          </p:nvSpPr>
          <p:spPr>
            <a:xfrm>
              <a:off x="4718372" y="2925581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DDF08178-7208-1959-0521-9021CAE01CF4}"/>
                </a:ext>
              </a:extLst>
            </p:cNvPr>
            <p:cNvSpPr/>
            <p:nvPr/>
          </p:nvSpPr>
          <p:spPr>
            <a:xfrm>
              <a:off x="4718372" y="2629332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6DF1A500-FE28-1A15-23CE-A6E4B1CD84B6}"/>
                </a:ext>
              </a:extLst>
            </p:cNvPr>
            <p:cNvSpPr/>
            <p:nvPr/>
          </p:nvSpPr>
          <p:spPr>
            <a:xfrm>
              <a:off x="4718372" y="2333082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EFAC73D-66D8-3465-EB67-1604EEE74975}"/>
                </a:ext>
              </a:extLst>
            </p:cNvPr>
            <p:cNvSpPr/>
            <p:nvPr/>
          </p:nvSpPr>
          <p:spPr>
            <a:xfrm>
              <a:off x="4718372" y="2036830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EF994131-CA2F-B376-B3CD-AEA274A1998A}"/>
                </a:ext>
              </a:extLst>
            </p:cNvPr>
            <p:cNvSpPr/>
            <p:nvPr/>
          </p:nvSpPr>
          <p:spPr>
            <a:xfrm>
              <a:off x="4718372" y="1740579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2571EA40-D47E-C76F-AE51-439B08ABCAF2}"/>
                </a:ext>
              </a:extLst>
            </p:cNvPr>
            <p:cNvSpPr/>
            <p:nvPr/>
          </p:nvSpPr>
          <p:spPr>
            <a:xfrm>
              <a:off x="4718372" y="1444329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CF7DF721-B7F3-A651-0EAE-EED873B53E8E}"/>
                </a:ext>
              </a:extLst>
            </p:cNvPr>
            <p:cNvSpPr/>
            <p:nvPr/>
          </p:nvSpPr>
          <p:spPr>
            <a:xfrm>
              <a:off x="4718372" y="3320189"/>
              <a:ext cx="3263041" cy="1531"/>
            </a:xfrm>
            <a:custGeom>
              <a:avLst/>
              <a:gdLst>
                <a:gd name="csX0" fmla="*/ 0 w 3263041"/>
                <a:gd name="csY0" fmla="*/ 0 h 1531"/>
                <a:gd name="csX1" fmla="*/ 3263041 w 326304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63041" h="1531">
                  <a:moveTo>
                    <a:pt x="0" y="0"/>
                  </a:moveTo>
                  <a:lnTo>
                    <a:pt x="3263041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405880A6-1815-3F81-EEB8-71F8C4426B44}"/>
                </a:ext>
              </a:extLst>
            </p:cNvPr>
            <p:cNvSpPr/>
            <p:nvPr/>
          </p:nvSpPr>
          <p:spPr>
            <a:xfrm>
              <a:off x="5323778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072AF172-FEDF-7E6A-2B58-65BC86CA6B47}"/>
                </a:ext>
              </a:extLst>
            </p:cNvPr>
            <p:cNvSpPr/>
            <p:nvPr/>
          </p:nvSpPr>
          <p:spPr>
            <a:xfrm>
              <a:off x="5965101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6B42F432-AD76-6F0E-70F7-DB22BF1B4582}"/>
                </a:ext>
              </a:extLst>
            </p:cNvPr>
            <p:cNvSpPr/>
            <p:nvPr/>
          </p:nvSpPr>
          <p:spPr>
            <a:xfrm>
              <a:off x="6606420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8DA0D800-2EDE-825B-6DB8-9C82A409BDE2}"/>
                </a:ext>
              </a:extLst>
            </p:cNvPr>
            <p:cNvSpPr/>
            <p:nvPr/>
          </p:nvSpPr>
          <p:spPr>
            <a:xfrm>
              <a:off x="7247740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3632E6BC-6078-86C0-3972-DAADCC62BA3C}"/>
                </a:ext>
              </a:extLst>
            </p:cNvPr>
            <p:cNvSpPr/>
            <p:nvPr/>
          </p:nvSpPr>
          <p:spPr>
            <a:xfrm>
              <a:off x="7889059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882BEAA4-0886-8275-72BE-2A687EDE2B8D}"/>
                </a:ext>
              </a:extLst>
            </p:cNvPr>
            <p:cNvSpPr/>
            <p:nvPr/>
          </p:nvSpPr>
          <p:spPr>
            <a:xfrm>
              <a:off x="5231163" y="3371075"/>
              <a:ext cx="64018" cy="96075"/>
            </a:xfrm>
            <a:custGeom>
              <a:avLst/>
              <a:gdLst>
                <a:gd name="csX0" fmla="*/ 32009 w 64018"/>
                <a:gd name="csY0" fmla="*/ 9923 h 96075"/>
                <a:gd name="csX1" fmla="*/ 17431 w 64018"/>
                <a:gd name="csY1" fmla="*/ 19478 h 96075"/>
                <a:gd name="csX2" fmla="*/ 12594 w 64018"/>
                <a:gd name="csY2" fmla="*/ 48068 h 96075"/>
                <a:gd name="csX3" fmla="*/ 17431 w 64018"/>
                <a:gd name="csY3" fmla="*/ 76673 h 96075"/>
                <a:gd name="csX4" fmla="*/ 32009 w 64018"/>
                <a:gd name="csY4" fmla="*/ 86152 h 96075"/>
                <a:gd name="csX5" fmla="*/ 46588 w 64018"/>
                <a:gd name="csY5" fmla="*/ 76673 h 96075"/>
                <a:gd name="csX6" fmla="*/ 51488 w 64018"/>
                <a:gd name="csY6" fmla="*/ 48068 h 96075"/>
                <a:gd name="csX7" fmla="*/ 46588 w 64018"/>
                <a:gd name="csY7" fmla="*/ 19478 h 96075"/>
                <a:gd name="csX8" fmla="*/ 32009 w 64018"/>
                <a:gd name="csY8" fmla="*/ 9923 h 96075"/>
                <a:gd name="csX9" fmla="*/ 32009 w 64018"/>
                <a:gd name="csY9" fmla="*/ 0 h 96075"/>
                <a:gd name="csX10" fmla="*/ 55768 w 64018"/>
                <a:gd name="csY10" fmla="*/ 12342 h 96075"/>
                <a:gd name="csX11" fmla="*/ 64019 w 64018"/>
                <a:gd name="csY11" fmla="*/ 48068 h 96075"/>
                <a:gd name="csX12" fmla="*/ 55768 w 64018"/>
                <a:gd name="csY12" fmla="*/ 83794 h 96075"/>
                <a:gd name="csX13" fmla="*/ 32009 w 64018"/>
                <a:gd name="csY13" fmla="*/ 96075 h 96075"/>
                <a:gd name="csX14" fmla="*/ 8190 w 64018"/>
                <a:gd name="csY14" fmla="*/ 83794 h 96075"/>
                <a:gd name="csX15" fmla="*/ 0 w 64018"/>
                <a:gd name="csY15" fmla="*/ 48068 h 96075"/>
                <a:gd name="csX16" fmla="*/ 8190 w 64018"/>
                <a:gd name="csY16" fmla="*/ 12342 h 96075"/>
                <a:gd name="csX17" fmla="*/ 32009 w 64018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8" h="96075">
                  <a:moveTo>
                    <a:pt x="32009" y="9923"/>
                  </a:moveTo>
                  <a:cubicBezTo>
                    <a:pt x="25558" y="9923"/>
                    <a:pt x="20699" y="13108"/>
                    <a:pt x="17431" y="19478"/>
                  </a:cubicBezTo>
                  <a:cubicBezTo>
                    <a:pt x="14206" y="25798"/>
                    <a:pt x="12594" y="35328"/>
                    <a:pt x="12594" y="48068"/>
                  </a:cubicBezTo>
                  <a:cubicBezTo>
                    <a:pt x="12594" y="60768"/>
                    <a:pt x="14206" y="70303"/>
                    <a:pt x="17431" y="76673"/>
                  </a:cubicBezTo>
                  <a:cubicBezTo>
                    <a:pt x="20699" y="82993"/>
                    <a:pt x="25558" y="86152"/>
                    <a:pt x="32009" y="86152"/>
                  </a:cubicBezTo>
                  <a:cubicBezTo>
                    <a:pt x="38502" y="86152"/>
                    <a:pt x="43362" y="82993"/>
                    <a:pt x="46588" y="76673"/>
                  </a:cubicBezTo>
                  <a:cubicBezTo>
                    <a:pt x="49854" y="70303"/>
                    <a:pt x="51488" y="60768"/>
                    <a:pt x="51488" y="48068"/>
                  </a:cubicBezTo>
                  <a:cubicBezTo>
                    <a:pt x="51488" y="35328"/>
                    <a:pt x="49854" y="25798"/>
                    <a:pt x="46588" y="19478"/>
                  </a:cubicBezTo>
                  <a:cubicBezTo>
                    <a:pt x="43362" y="13108"/>
                    <a:pt x="38502" y="9923"/>
                    <a:pt x="32009" y="9923"/>
                  </a:cubicBezTo>
                  <a:moveTo>
                    <a:pt x="32009" y="0"/>
                  </a:moveTo>
                  <a:cubicBezTo>
                    <a:pt x="42390" y="0"/>
                    <a:pt x="50309" y="4114"/>
                    <a:pt x="55768" y="12342"/>
                  </a:cubicBezTo>
                  <a:cubicBezTo>
                    <a:pt x="61268" y="20530"/>
                    <a:pt x="64019" y="32439"/>
                    <a:pt x="64019" y="48068"/>
                  </a:cubicBezTo>
                  <a:cubicBezTo>
                    <a:pt x="64019" y="63657"/>
                    <a:pt x="61268" y="75566"/>
                    <a:pt x="55768" y="83794"/>
                  </a:cubicBezTo>
                  <a:cubicBezTo>
                    <a:pt x="50309" y="91982"/>
                    <a:pt x="42390" y="96075"/>
                    <a:pt x="32009" y="96075"/>
                  </a:cubicBezTo>
                  <a:cubicBezTo>
                    <a:pt x="21629" y="96075"/>
                    <a:pt x="13689" y="91982"/>
                    <a:pt x="8190" y="83794"/>
                  </a:cubicBezTo>
                  <a:cubicBezTo>
                    <a:pt x="2730" y="75566"/>
                    <a:pt x="0" y="63657"/>
                    <a:pt x="0" y="48068"/>
                  </a:cubicBezTo>
                  <a:cubicBezTo>
                    <a:pt x="0" y="32439"/>
                    <a:pt x="2730" y="20530"/>
                    <a:pt x="8190" y="12342"/>
                  </a:cubicBezTo>
                  <a:cubicBezTo>
                    <a:pt x="13689" y="4114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6C9D6255-E3E4-E840-EAC2-E3F3596FFACF}"/>
                </a:ext>
              </a:extLst>
            </p:cNvPr>
            <p:cNvSpPr/>
            <p:nvPr/>
          </p:nvSpPr>
          <p:spPr>
            <a:xfrm>
              <a:off x="5317202" y="3449601"/>
              <a:ext cx="13089" cy="15757"/>
            </a:xfrm>
            <a:custGeom>
              <a:avLst/>
              <a:gdLst>
                <a:gd name="csX0" fmla="*/ 0 w 13089"/>
                <a:gd name="csY0" fmla="*/ 0 h 15757"/>
                <a:gd name="csX1" fmla="*/ 13090 w 13089"/>
                <a:gd name="csY1" fmla="*/ 0 h 15757"/>
                <a:gd name="csX2" fmla="*/ 13090 w 13089"/>
                <a:gd name="csY2" fmla="*/ 15757 h 15757"/>
                <a:gd name="csX3" fmla="*/ 0 w 13089"/>
                <a:gd name="csY3" fmla="*/ 15757 h 15757"/>
                <a:gd name="csX4" fmla="*/ 0 w 13089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89" h="15757">
                  <a:moveTo>
                    <a:pt x="0" y="0"/>
                  </a:moveTo>
                  <a:lnTo>
                    <a:pt x="13090" y="0"/>
                  </a:lnTo>
                  <a:lnTo>
                    <a:pt x="13090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6EDB12CB-AA08-49F8-2DE4-6447C48CC88E}"/>
                </a:ext>
              </a:extLst>
            </p:cNvPr>
            <p:cNvSpPr/>
            <p:nvPr/>
          </p:nvSpPr>
          <p:spPr>
            <a:xfrm>
              <a:off x="5352375" y="3371075"/>
              <a:ext cx="64017" cy="96075"/>
            </a:xfrm>
            <a:custGeom>
              <a:avLst/>
              <a:gdLst>
                <a:gd name="csX0" fmla="*/ 32009 w 64017"/>
                <a:gd name="csY0" fmla="*/ 9923 h 96075"/>
                <a:gd name="csX1" fmla="*/ 17431 w 64017"/>
                <a:gd name="csY1" fmla="*/ 19478 h 96075"/>
                <a:gd name="csX2" fmla="*/ 12592 w 64017"/>
                <a:gd name="csY2" fmla="*/ 48068 h 96075"/>
                <a:gd name="csX3" fmla="*/ 17431 w 64017"/>
                <a:gd name="csY3" fmla="*/ 76673 h 96075"/>
                <a:gd name="csX4" fmla="*/ 32009 w 64017"/>
                <a:gd name="csY4" fmla="*/ 86152 h 96075"/>
                <a:gd name="csX5" fmla="*/ 46586 w 64017"/>
                <a:gd name="csY5" fmla="*/ 76673 h 96075"/>
                <a:gd name="csX6" fmla="*/ 51488 w 64017"/>
                <a:gd name="csY6" fmla="*/ 48068 h 96075"/>
                <a:gd name="csX7" fmla="*/ 46586 w 64017"/>
                <a:gd name="csY7" fmla="*/ 19478 h 96075"/>
                <a:gd name="csX8" fmla="*/ 32009 w 64017"/>
                <a:gd name="csY8" fmla="*/ 9923 h 96075"/>
                <a:gd name="csX9" fmla="*/ 32009 w 64017"/>
                <a:gd name="csY9" fmla="*/ 0 h 96075"/>
                <a:gd name="csX10" fmla="*/ 55768 w 64017"/>
                <a:gd name="csY10" fmla="*/ 12342 h 96075"/>
                <a:gd name="csX11" fmla="*/ 64017 w 64017"/>
                <a:gd name="csY11" fmla="*/ 48068 h 96075"/>
                <a:gd name="csX12" fmla="*/ 55768 w 64017"/>
                <a:gd name="csY12" fmla="*/ 83794 h 96075"/>
                <a:gd name="csX13" fmla="*/ 32009 w 64017"/>
                <a:gd name="csY13" fmla="*/ 96075 h 96075"/>
                <a:gd name="csX14" fmla="*/ 8188 w 64017"/>
                <a:gd name="csY14" fmla="*/ 83794 h 96075"/>
                <a:gd name="csX15" fmla="*/ 0 w 64017"/>
                <a:gd name="csY15" fmla="*/ 48068 h 96075"/>
                <a:gd name="csX16" fmla="*/ 8188 w 64017"/>
                <a:gd name="csY16" fmla="*/ 12342 h 96075"/>
                <a:gd name="csX17" fmla="*/ 32009 w 64017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75">
                  <a:moveTo>
                    <a:pt x="32009" y="9923"/>
                  </a:moveTo>
                  <a:cubicBezTo>
                    <a:pt x="25557" y="9923"/>
                    <a:pt x="20698" y="13108"/>
                    <a:pt x="17431" y="19478"/>
                  </a:cubicBezTo>
                  <a:cubicBezTo>
                    <a:pt x="14205" y="25798"/>
                    <a:pt x="12592" y="35328"/>
                    <a:pt x="12592" y="48068"/>
                  </a:cubicBezTo>
                  <a:cubicBezTo>
                    <a:pt x="12592" y="60768"/>
                    <a:pt x="14205" y="70303"/>
                    <a:pt x="17431" y="76673"/>
                  </a:cubicBezTo>
                  <a:cubicBezTo>
                    <a:pt x="20698" y="82993"/>
                    <a:pt x="25557" y="86152"/>
                    <a:pt x="32009" y="86152"/>
                  </a:cubicBezTo>
                  <a:cubicBezTo>
                    <a:pt x="38502" y="86152"/>
                    <a:pt x="43361" y="82993"/>
                    <a:pt x="46586" y="76673"/>
                  </a:cubicBezTo>
                  <a:cubicBezTo>
                    <a:pt x="49854" y="70303"/>
                    <a:pt x="51488" y="60768"/>
                    <a:pt x="51488" y="48068"/>
                  </a:cubicBezTo>
                  <a:cubicBezTo>
                    <a:pt x="51488" y="35328"/>
                    <a:pt x="49854" y="25798"/>
                    <a:pt x="46586" y="19478"/>
                  </a:cubicBezTo>
                  <a:cubicBezTo>
                    <a:pt x="43361" y="13108"/>
                    <a:pt x="38502" y="9923"/>
                    <a:pt x="32009" y="9923"/>
                  </a:cubicBezTo>
                  <a:moveTo>
                    <a:pt x="32009" y="0"/>
                  </a:moveTo>
                  <a:cubicBezTo>
                    <a:pt x="42389" y="0"/>
                    <a:pt x="50308" y="4114"/>
                    <a:pt x="55768" y="12342"/>
                  </a:cubicBezTo>
                  <a:cubicBezTo>
                    <a:pt x="61267" y="20530"/>
                    <a:pt x="64017" y="32439"/>
                    <a:pt x="64017" y="48068"/>
                  </a:cubicBezTo>
                  <a:cubicBezTo>
                    <a:pt x="64017" y="63657"/>
                    <a:pt x="61267" y="75566"/>
                    <a:pt x="55768" y="83794"/>
                  </a:cubicBezTo>
                  <a:cubicBezTo>
                    <a:pt x="50308" y="91982"/>
                    <a:pt x="42389" y="96075"/>
                    <a:pt x="32009" y="96075"/>
                  </a:cubicBezTo>
                  <a:cubicBezTo>
                    <a:pt x="21629" y="96075"/>
                    <a:pt x="13689" y="91982"/>
                    <a:pt x="8188" y="83794"/>
                  </a:cubicBezTo>
                  <a:cubicBezTo>
                    <a:pt x="2729" y="75566"/>
                    <a:pt x="0" y="63657"/>
                    <a:pt x="0" y="48068"/>
                  </a:cubicBezTo>
                  <a:cubicBezTo>
                    <a:pt x="0" y="32439"/>
                    <a:pt x="2729" y="20530"/>
                    <a:pt x="8188" y="12342"/>
                  </a:cubicBezTo>
                  <a:cubicBezTo>
                    <a:pt x="13689" y="4114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2626EDD3-02BF-E1F8-AA13-E385126356C8}"/>
                </a:ext>
              </a:extLst>
            </p:cNvPr>
            <p:cNvSpPr/>
            <p:nvPr/>
          </p:nvSpPr>
          <p:spPr>
            <a:xfrm>
              <a:off x="5874282" y="3371075"/>
              <a:ext cx="58813" cy="94283"/>
            </a:xfrm>
            <a:custGeom>
              <a:avLst/>
              <a:gdLst>
                <a:gd name="csX0" fmla="*/ 15074 w 58813"/>
                <a:gd name="csY0" fmla="*/ 83733 h 94283"/>
                <a:gd name="csX1" fmla="*/ 58814 w 58813"/>
                <a:gd name="csY1" fmla="*/ 83733 h 94283"/>
                <a:gd name="csX2" fmla="*/ 58814 w 58813"/>
                <a:gd name="csY2" fmla="*/ 94284 h 94283"/>
                <a:gd name="csX3" fmla="*/ 0 w 58813"/>
                <a:gd name="csY3" fmla="*/ 94284 h 94283"/>
                <a:gd name="csX4" fmla="*/ 0 w 58813"/>
                <a:gd name="csY4" fmla="*/ 83733 h 94283"/>
                <a:gd name="csX5" fmla="*/ 19417 w 58813"/>
                <a:gd name="csY5" fmla="*/ 63948 h 94283"/>
                <a:gd name="csX6" fmla="*/ 34925 w 58813"/>
                <a:gd name="csY6" fmla="*/ 47885 h 94283"/>
                <a:gd name="csX7" fmla="*/ 43301 w 58813"/>
                <a:gd name="csY7" fmla="*/ 36476 h 94283"/>
                <a:gd name="csX8" fmla="*/ 45721 w 58813"/>
                <a:gd name="csY8" fmla="*/ 27227 h 94283"/>
                <a:gd name="csX9" fmla="*/ 40514 w 58813"/>
                <a:gd name="csY9" fmla="*/ 15191 h 94283"/>
                <a:gd name="csX10" fmla="*/ 27046 w 58813"/>
                <a:gd name="csY10" fmla="*/ 10536 h 94283"/>
                <a:gd name="csX11" fmla="*/ 14578 w 58813"/>
                <a:gd name="csY11" fmla="*/ 12587 h 94283"/>
                <a:gd name="csX12" fmla="*/ 620 w 58813"/>
                <a:gd name="csY12" fmla="*/ 18789 h 94283"/>
                <a:gd name="csX13" fmla="*/ 620 w 58813"/>
                <a:gd name="csY13" fmla="*/ 6141 h 94283"/>
                <a:gd name="csX14" fmla="*/ 14764 w 58813"/>
                <a:gd name="csY14" fmla="*/ 1547 h 94283"/>
                <a:gd name="csX15" fmla="*/ 26798 w 58813"/>
                <a:gd name="csY15" fmla="*/ 0 h 94283"/>
                <a:gd name="csX16" fmla="*/ 49748 w 58813"/>
                <a:gd name="csY16" fmla="*/ 7197 h 94283"/>
                <a:gd name="csX17" fmla="*/ 58308 w 58813"/>
                <a:gd name="csY17" fmla="*/ 26415 h 94283"/>
                <a:gd name="csX18" fmla="*/ 56134 w 58813"/>
                <a:gd name="csY18" fmla="*/ 37272 h 94283"/>
                <a:gd name="csX19" fmla="*/ 48385 w 58813"/>
                <a:gd name="csY19" fmla="*/ 49309 h 94283"/>
                <a:gd name="csX20" fmla="*/ 38524 w 58813"/>
                <a:gd name="csY20" fmla="*/ 59737 h 94283"/>
                <a:gd name="csX21" fmla="*/ 15074 w 58813"/>
                <a:gd name="csY21" fmla="*/ 83733 h 9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8813" h="94283">
                  <a:moveTo>
                    <a:pt x="15074" y="83733"/>
                  </a:moveTo>
                  <a:lnTo>
                    <a:pt x="58814" y="83733"/>
                  </a:lnTo>
                  <a:lnTo>
                    <a:pt x="58814" y="94284"/>
                  </a:lnTo>
                  <a:lnTo>
                    <a:pt x="0" y="94284"/>
                  </a:lnTo>
                  <a:lnTo>
                    <a:pt x="0" y="83733"/>
                  </a:lnTo>
                  <a:cubicBezTo>
                    <a:pt x="4756" y="78812"/>
                    <a:pt x="11229" y="72217"/>
                    <a:pt x="19417" y="63948"/>
                  </a:cubicBezTo>
                  <a:cubicBezTo>
                    <a:pt x="27647" y="55638"/>
                    <a:pt x="32816" y="50284"/>
                    <a:pt x="34925" y="47885"/>
                  </a:cubicBezTo>
                  <a:cubicBezTo>
                    <a:pt x="38937" y="43372"/>
                    <a:pt x="41729" y="39569"/>
                    <a:pt x="43301" y="36476"/>
                  </a:cubicBezTo>
                  <a:cubicBezTo>
                    <a:pt x="44914" y="33332"/>
                    <a:pt x="45721" y="30249"/>
                    <a:pt x="45721" y="27227"/>
                  </a:cubicBezTo>
                  <a:cubicBezTo>
                    <a:pt x="45721" y="22306"/>
                    <a:pt x="43985" y="18294"/>
                    <a:pt x="40514" y="15191"/>
                  </a:cubicBezTo>
                  <a:cubicBezTo>
                    <a:pt x="37077" y="12087"/>
                    <a:pt x="32588" y="10536"/>
                    <a:pt x="27046" y="10536"/>
                  </a:cubicBezTo>
                  <a:cubicBezTo>
                    <a:pt x="23118" y="10536"/>
                    <a:pt x="18962" y="11220"/>
                    <a:pt x="14578" y="12587"/>
                  </a:cubicBezTo>
                  <a:cubicBezTo>
                    <a:pt x="10235" y="13955"/>
                    <a:pt x="5583" y="16023"/>
                    <a:pt x="620" y="18789"/>
                  </a:cubicBezTo>
                  <a:lnTo>
                    <a:pt x="620" y="6141"/>
                  </a:lnTo>
                  <a:cubicBezTo>
                    <a:pt x="5665" y="4109"/>
                    <a:pt x="10380" y="2578"/>
                    <a:pt x="14764" y="1547"/>
                  </a:cubicBezTo>
                  <a:cubicBezTo>
                    <a:pt x="19147" y="516"/>
                    <a:pt x="23159" y="0"/>
                    <a:pt x="26798" y="0"/>
                  </a:cubicBezTo>
                  <a:cubicBezTo>
                    <a:pt x="36392" y="0"/>
                    <a:pt x="44042" y="2399"/>
                    <a:pt x="49748" y="7197"/>
                  </a:cubicBezTo>
                  <a:cubicBezTo>
                    <a:pt x="55455" y="11985"/>
                    <a:pt x="58308" y="18391"/>
                    <a:pt x="58308" y="26415"/>
                  </a:cubicBezTo>
                  <a:cubicBezTo>
                    <a:pt x="58308" y="30223"/>
                    <a:pt x="57584" y="33842"/>
                    <a:pt x="56134" y="37272"/>
                  </a:cubicBezTo>
                  <a:cubicBezTo>
                    <a:pt x="54735" y="40662"/>
                    <a:pt x="52152" y="44674"/>
                    <a:pt x="48385" y="49309"/>
                  </a:cubicBezTo>
                  <a:cubicBezTo>
                    <a:pt x="47354" y="50513"/>
                    <a:pt x="44067" y="53989"/>
                    <a:pt x="38524" y="59737"/>
                  </a:cubicBezTo>
                  <a:cubicBezTo>
                    <a:pt x="32981" y="65444"/>
                    <a:pt x="25165" y="73442"/>
                    <a:pt x="15074" y="83733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CFCED7AB-ECE5-A1F1-3061-44C73DEA1A31}"/>
                </a:ext>
              </a:extLst>
            </p:cNvPr>
            <p:cNvSpPr/>
            <p:nvPr/>
          </p:nvSpPr>
          <p:spPr>
            <a:xfrm>
              <a:off x="5959389" y="3449601"/>
              <a:ext cx="13092" cy="15757"/>
            </a:xfrm>
            <a:custGeom>
              <a:avLst/>
              <a:gdLst>
                <a:gd name="csX0" fmla="*/ 0 w 13092"/>
                <a:gd name="csY0" fmla="*/ 0 h 15757"/>
                <a:gd name="csX1" fmla="*/ 13093 w 13092"/>
                <a:gd name="csY1" fmla="*/ 0 h 15757"/>
                <a:gd name="csX2" fmla="*/ 13093 w 13092"/>
                <a:gd name="csY2" fmla="*/ 15757 h 15757"/>
                <a:gd name="csX3" fmla="*/ 0 w 13092"/>
                <a:gd name="csY3" fmla="*/ 15757 h 15757"/>
                <a:gd name="csX4" fmla="*/ 0 w 13092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92" h="15757">
                  <a:moveTo>
                    <a:pt x="0" y="0"/>
                  </a:moveTo>
                  <a:lnTo>
                    <a:pt x="13093" y="0"/>
                  </a:lnTo>
                  <a:lnTo>
                    <a:pt x="13093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94BD0F31-06FC-4499-E3EF-36DB1A9F3988}"/>
                </a:ext>
              </a:extLst>
            </p:cNvPr>
            <p:cNvSpPr/>
            <p:nvPr/>
          </p:nvSpPr>
          <p:spPr>
            <a:xfrm>
              <a:off x="5995987" y="3372744"/>
              <a:ext cx="59920" cy="94406"/>
            </a:xfrm>
            <a:custGeom>
              <a:avLst/>
              <a:gdLst>
                <a:gd name="csX0" fmla="*/ 3905 w 59920"/>
                <a:gd name="csY0" fmla="*/ 0 h 94406"/>
                <a:gd name="csX1" fmla="*/ 53106 w 59920"/>
                <a:gd name="csY1" fmla="*/ 0 h 94406"/>
                <a:gd name="csX2" fmla="*/ 53106 w 59920"/>
                <a:gd name="csY2" fmla="*/ 10551 h 94406"/>
                <a:gd name="csX3" fmla="*/ 15390 w 59920"/>
                <a:gd name="csY3" fmla="*/ 10551 h 94406"/>
                <a:gd name="csX4" fmla="*/ 15390 w 59920"/>
                <a:gd name="csY4" fmla="*/ 33245 h 94406"/>
                <a:gd name="csX5" fmla="*/ 20841 w 59920"/>
                <a:gd name="csY5" fmla="*/ 31882 h 94406"/>
                <a:gd name="csX6" fmla="*/ 26308 w 59920"/>
                <a:gd name="csY6" fmla="*/ 31392 h 94406"/>
                <a:gd name="csX7" fmla="*/ 50871 w 59920"/>
                <a:gd name="csY7" fmla="*/ 39891 h 94406"/>
                <a:gd name="csX8" fmla="*/ 59921 w 59920"/>
                <a:gd name="csY8" fmla="*/ 62907 h 94406"/>
                <a:gd name="csX9" fmla="*/ 50626 w 59920"/>
                <a:gd name="csY9" fmla="*/ 86168 h 94406"/>
                <a:gd name="csX10" fmla="*/ 24379 w 59920"/>
                <a:gd name="csY10" fmla="*/ 94406 h 94406"/>
                <a:gd name="csX11" fmla="*/ 12465 w 59920"/>
                <a:gd name="csY11" fmla="*/ 93426 h 94406"/>
                <a:gd name="csX12" fmla="*/ 0 w 59920"/>
                <a:gd name="csY12" fmla="*/ 90440 h 94406"/>
                <a:gd name="csX13" fmla="*/ 0 w 59920"/>
                <a:gd name="csY13" fmla="*/ 77853 h 94406"/>
                <a:gd name="csX14" fmla="*/ 11546 w 59920"/>
                <a:gd name="csY14" fmla="*/ 82385 h 94406"/>
                <a:gd name="csX15" fmla="*/ 24134 w 59920"/>
                <a:gd name="csY15" fmla="*/ 83871 h 94406"/>
                <a:gd name="csX16" fmla="*/ 41131 w 59920"/>
                <a:gd name="csY16" fmla="*/ 78220 h 94406"/>
                <a:gd name="csX17" fmla="*/ 47395 w 59920"/>
                <a:gd name="csY17" fmla="*/ 62907 h 94406"/>
                <a:gd name="csX18" fmla="*/ 41131 w 59920"/>
                <a:gd name="csY18" fmla="*/ 47578 h 94406"/>
                <a:gd name="csX19" fmla="*/ 24134 w 59920"/>
                <a:gd name="csY19" fmla="*/ 41928 h 94406"/>
                <a:gd name="csX20" fmla="*/ 14088 w 59920"/>
                <a:gd name="csY20" fmla="*/ 43046 h 94406"/>
                <a:gd name="csX21" fmla="*/ 3905 w 59920"/>
                <a:gd name="csY21" fmla="*/ 46522 h 94406"/>
                <a:gd name="csX22" fmla="*/ 3905 w 59920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0" h="94406">
                  <a:moveTo>
                    <a:pt x="3905" y="0"/>
                  </a:moveTo>
                  <a:lnTo>
                    <a:pt x="53106" y="0"/>
                  </a:lnTo>
                  <a:lnTo>
                    <a:pt x="53106" y="10551"/>
                  </a:lnTo>
                  <a:lnTo>
                    <a:pt x="15390" y="10551"/>
                  </a:lnTo>
                  <a:lnTo>
                    <a:pt x="15390" y="33245"/>
                  </a:lnTo>
                  <a:cubicBezTo>
                    <a:pt x="17207" y="32633"/>
                    <a:pt x="19024" y="32178"/>
                    <a:pt x="20841" y="31882"/>
                  </a:cubicBezTo>
                  <a:cubicBezTo>
                    <a:pt x="22669" y="31556"/>
                    <a:pt x="24491" y="31392"/>
                    <a:pt x="26308" y="31392"/>
                  </a:cubicBezTo>
                  <a:cubicBezTo>
                    <a:pt x="36650" y="31392"/>
                    <a:pt x="44837" y="34225"/>
                    <a:pt x="50871" y="39891"/>
                  </a:cubicBezTo>
                  <a:cubicBezTo>
                    <a:pt x="56904" y="45557"/>
                    <a:pt x="59921" y="53229"/>
                    <a:pt x="59921" y="62907"/>
                  </a:cubicBezTo>
                  <a:cubicBezTo>
                    <a:pt x="59921" y="72871"/>
                    <a:pt x="56822" y="80624"/>
                    <a:pt x="50626" y="86168"/>
                  </a:cubicBezTo>
                  <a:cubicBezTo>
                    <a:pt x="44419" y="91660"/>
                    <a:pt x="35670" y="94406"/>
                    <a:pt x="24379" y="94406"/>
                  </a:cubicBezTo>
                  <a:cubicBezTo>
                    <a:pt x="20489" y="94406"/>
                    <a:pt x="16518" y="94080"/>
                    <a:pt x="12465" y="93426"/>
                  </a:cubicBezTo>
                  <a:cubicBezTo>
                    <a:pt x="8453" y="92763"/>
                    <a:pt x="4298" y="91767"/>
                    <a:pt x="0" y="90440"/>
                  </a:cubicBezTo>
                  <a:lnTo>
                    <a:pt x="0" y="77853"/>
                  </a:lnTo>
                  <a:cubicBezTo>
                    <a:pt x="3726" y="79874"/>
                    <a:pt x="7575" y="81385"/>
                    <a:pt x="11546" y="82385"/>
                  </a:cubicBezTo>
                  <a:cubicBezTo>
                    <a:pt x="15518" y="83376"/>
                    <a:pt x="19713" y="83871"/>
                    <a:pt x="24134" y="83871"/>
                  </a:cubicBezTo>
                  <a:cubicBezTo>
                    <a:pt x="31290" y="83871"/>
                    <a:pt x="36956" y="81987"/>
                    <a:pt x="41131" y="78220"/>
                  </a:cubicBezTo>
                  <a:cubicBezTo>
                    <a:pt x="45307" y="74463"/>
                    <a:pt x="47395" y="69359"/>
                    <a:pt x="47395" y="62907"/>
                  </a:cubicBezTo>
                  <a:cubicBezTo>
                    <a:pt x="47395" y="56455"/>
                    <a:pt x="45307" y="51345"/>
                    <a:pt x="41131" y="47578"/>
                  </a:cubicBezTo>
                  <a:cubicBezTo>
                    <a:pt x="36956" y="43811"/>
                    <a:pt x="31290" y="41928"/>
                    <a:pt x="24134" y="41928"/>
                  </a:cubicBezTo>
                  <a:cubicBezTo>
                    <a:pt x="20785" y="41928"/>
                    <a:pt x="17437" y="42300"/>
                    <a:pt x="14088" y="43046"/>
                  </a:cubicBezTo>
                  <a:cubicBezTo>
                    <a:pt x="10781" y="43791"/>
                    <a:pt x="7386" y="44950"/>
                    <a:pt x="3905" y="46522"/>
                  </a:cubicBezTo>
                  <a:lnTo>
                    <a:pt x="3905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8CC4C9BA-FFB2-9A8C-A2D1-F5D92787479B}"/>
                </a:ext>
              </a:extLst>
            </p:cNvPr>
            <p:cNvSpPr/>
            <p:nvPr/>
          </p:nvSpPr>
          <p:spPr>
            <a:xfrm>
              <a:off x="6514510" y="3372744"/>
              <a:ext cx="59936" cy="94406"/>
            </a:xfrm>
            <a:custGeom>
              <a:avLst/>
              <a:gdLst>
                <a:gd name="csX0" fmla="*/ 3920 w 59936"/>
                <a:gd name="csY0" fmla="*/ 0 h 94406"/>
                <a:gd name="csX1" fmla="*/ 53106 w 59936"/>
                <a:gd name="csY1" fmla="*/ 0 h 94406"/>
                <a:gd name="csX2" fmla="*/ 53106 w 59936"/>
                <a:gd name="csY2" fmla="*/ 10551 h 94406"/>
                <a:gd name="csX3" fmla="*/ 15390 w 59936"/>
                <a:gd name="csY3" fmla="*/ 10551 h 94406"/>
                <a:gd name="csX4" fmla="*/ 15390 w 59936"/>
                <a:gd name="csY4" fmla="*/ 33245 h 94406"/>
                <a:gd name="csX5" fmla="*/ 20857 w 59936"/>
                <a:gd name="csY5" fmla="*/ 31882 h 94406"/>
                <a:gd name="csX6" fmla="*/ 26308 w 59936"/>
                <a:gd name="csY6" fmla="*/ 31392 h 94406"/>
                <a:gd name="csX7" fmla="*/ 50871 w 59936"/>
                <a:gd name="csY7" fmla="*/ 39891 h 94406"/>
                <a:gd name="csX8" fmla="*/ 59936 w 59936"/>
                <a:gd name="csY8" fmla="*/ 62907 h 94406"/>
                <a:gd name="csX9" fmla="*/ 50626 w 59936"/>
                <a:gd name="csY9" fmla="*/ 86168 h 94406"/>
                <a:gd name="csX10" fmla="*/ 24379 w 59936"/>
                <a:gd name="csY10" fmla="*/ 94406 h 94406"/>
                <a:gd name="csX11" fmla="*/ 12480 w 59936"/>
                <a:gd name="csY11" fmla="*/ 93426 h 94406"/>
                <a:gd name="csX12" fmla="*/ 0 w 59936"/>
                <a:gd name="csY12" fmla="*/ 90440 h 94406"/>
                <a:gd name="csX13" fmla="*/ 0 w 59936"/>
                <a:gd name="csY13" fmla="*/ 77853 h 94406"/>
                <a:gd name="csX14" fmla="*/ 11546 w 59936"/>
                <a:gd name="csY14" fmla="*/ 82385 h 94406"/>
                <a:gd name="csX15" fmla="*/ 24134 w 59936"/>
                <a:gd name="csY15" fmla="*/ 83871 h 94406"/>
                <a:gd name="csX16" fmla="*/ 41131 w 59936"/>
                <a:gd name="csY16" fmla="*/ 78220 h 94406"/>
                <a:gd name="csX17" fmla="*/ 47395 w 59936"/>
                <a:gd name="csY17" fmla="*/ 62907 h 94406"/>
                <a:gd name="csX18" fmla="*/ 41131 w 59936"/>
                <a:gd name="csY18" fmla="*/ 47578 h 94406"/>
                <a:gd name="csX19" fmla="*/ 24134 w 59936"/>
                <a:gd name="csY19" fmla="*/ 41928 h 94406"/>
                <a:gd name="csX20" fmla="*/ 14088 w 59936"/>
                <a:gd name="csY20" fmla="*/ 43046 h 94406"/>
                <a:gd name="csX21" fmla="*/ 3920 w 59936"/>
                <a:gd name="csY21" fmla="*/ 46522 h 94406"/>
                <a:gd name="csX22" fmla="*/ 3920 w 59936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36" h="94406">
                  <a:moveTo>
                    <a:pt x="3920" y="0"/>
                  </a:moveTo>
                  <a:lnTo>
                    <a:pt x="53106" y="0"/>
                  </a:lnTo>
                  <a:lnTo>
                    <a:pt x="53106" y="10551"/>
                  </a:lnTo>
                  <a:lnTo>
                    <a:pt x="15390" y="10551"/>
                  </a:lnTo>
                  <a:lnTo>
                    <a:pt x="15390" y="33245"/>
                  </a:lnTo>
                  <a:cubicBezTo>
                    <a:pt x="17207" y="32633"/>
                    <a:pt x="19029" y="32178"/>
                    <a:pt x="20857" y="31882"/>
                  </a:cubicBezTo>
                  <a:cubicBezTo>
                    <a:pt x="22674" y="31556"/>
                    <a:pt x="24491" y="31392"/>
                    <a:pt x="26308" y="31392"/>
                  </a:cubicBezTo>
                  <a:cubicBezTo>
                    <a:pt x="36650" y="31392"/>
                    <a:pt x="44837" y="34225"/>
                    <a:pt x="50871" y="39891"/>
                  </a:cubicBezTo>
                  <a:cubicBezTo>
                    <a:pt x="56914" y="45557"/>
                    <a:pt x="59936" y="53229"/>
                    <a:pt x="59936" y="62907"/>
                  </a:cubicBezTo>
                  <a:cubicBezTo>
                    <a:pt x="59936" y="72871"/>
                    <a:pt x="56833" y="80624"/>
                    <a:pt x="50626" y="86168"/>
                  </a:cubicBezTo>
                  <a:cubicBezTo>
                    <a:pt x="44419" y="91660"/>
                    <a:pt x="35670" y="94406"/>
                    <a:pt x="24379" y="94406"/>
                  </a:cubicBezTo>
                  <a:cubicBezTo>
                    <a:pt x="20499" y="94406"/>
                    <a:pt x="16533" y="94080"/>
                    <a:pt x="12480" y="93426"/>
                  </a:cubicBezTo>
                  <a:cubicBezTo>
                    <a:pt x="8468" y="92763"/>
                    <a:pt x="4308" y="91767"/>
                    <a:pt x="0" y="90440"/>
                  </a:cubicBezTo>
                  <a:lnTo>
                    <a:pt x="0" y="77853"/>
                  </a:lnTo>
                  <a:cubicBezTo>
                    <a:pt x="3726" y="79874"/>
                    <a:pt x="7575" y="81385"/>
                    <a:pt x="11546" y="82385"/>
                  </a:cubicBezTo>
                  <a:cubicBezTo>
                    <a:pt x="15518" y="83376"/>
                    <a:pt x="19713" y="83871"/>
                    <a:pt x="24134" y="83871"/>
                  </a:cubicBezTo>
                  <a:cubicBezTo>
                    <a:pt x="31290" y="83871"/>
                    <a:pt x="36956" y="81987"/>
                    <a:pt x="41131" y="78220"/>
                  </a:cubicBezTo>
                  <a:cubicBezTo>
                    <a:pt x="45307" y="74463"/>
                    <a:pt x="47395" y="69359"/>
                    <a:pt x="47395" y="62907"/>
                  </a:cubicBezTo>
                  <a:cubicBezTo>
                    <a:pt x="47395" y="56455"/>
                    <a:pt x="45307" y="51345"/>
                    <a:pt x="41131" y="47578"/>
                  </a:cubicBezTo>
                  <a:cubicBezTo>
                    <a:pt x="36956" y="43811"/>
                    <a:pt x="31290" y="41928"/>
                    <a:pt x="24134" y="41928"/>
                  </a:cubicBezTo>
                  <a:cubicBezTo>
                    <a:pt x="20785" y="41928"/>
                    <a:pt x="17437" y="42300"/>
                    <a:pt x="14088" y="43046"/>
                  </a:cubicBezTo>
                  <a:cubicBezTo>
                    <a:pt x="10781" y="43791"/>
                    <a:pt x="7391" y="44950"/>
                    <a:pt x="3920" y="46522"/>
                  </a:cubicBezTo>
                  <a:lnTo>
                    <a:pt x="392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8015E688-C12B-CC1B-AB4C-69BA596D8831}"/>
                </a:ext>
              </a:extLst>
            </p:cNvPr>
            <p:cNvSpPr/>
            <p:nvPr/>
          </p:nvSpPr>
          <p:spPr>
            <a:xfrm>
              <a:off x="6599131" y="3449601"/>
              <a:ext cx="13092" cy="15757"/>
            </a:xfrm>
            <a:custGeom>
              <a:avLst/>
              <a:gdLst>
                <a:gd name="csX0" fmla="*/ 0 w 13092"/>
                <a:gd name="csY0" fmla="*/ 0 h 15757"/>
                <a:gd name="csX1" fmla="*/ 13093 w 13092"/>
                <a:gd name="csY1" fmla="*/ 0 h 15757"/>
                <a:gd name="csX2" fmla="*/ 13093 w 13092"/>
                <a:gd name="csY2" fmla="*/ 15757 h 15757"/>
                <a:gd name="csX3" fmla="*/ 0 w 13092"/>
                <a:gd name="csY3" fmla="*/ 15757 h 15757"/>
                <a:gd name="csX4" fmla="*/ 0 w 13092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92" h="15757">
                  <a:moveTo>
                    <a:pt x="0" y="0"/>
                  </a:moveTo>
                  <a:lnTo>
                    <a:pt x="13093" y="0"/>
                  </a:lnTo>
                  <a:lnTo>
                    <a:pt x="13093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5282E3D8-E131-E727-189D-B41695079735}"/>
                </a:ext>
              </a:extLst>
            </p:cNvPr>
            <p:cNvSpPr/>
            <p:nvPr/>
          </p:nvSpPr>
          <p:spPr>
            <a:xfrm>
              <a:off x="6634306" y="3371075"/>
              <a:ext cx="64009" cy="96075"/>
            </a:xfrm>
            <a:custGeom>
              <a:avLst/>
              <a:gdLst>
                <a:gd name="csX0" fmla="*/ 32005 w 64009"/>
                <a:gd name="csY0" fmla="*/ 9923 h 96075"/>
                <a:gd name="csX1" fmla="*/ 17426 w 64009"/>
                <a:gd name="csY1" fmla="*/ 19478 h 96075"/>
                <a:gd name="csX2" fmla="*/ 12587 w 64009"/>
                <a:gd name="csY2" fmla="*/ 48068 h 96075"/>
                <a:gd name="csX3" fmla="*/ 17426 w 64009"/>
                <a:gd name="csY3" fmla="*/ 76673 h 96075"/>
                <a:gd name="csX4" fmla="*/ 32005 w 64009"/>
                <a:gd name="csY4" fmla="*/ 86152 h 96075"/>
                <a:gd name="csX5" fmla="*/ 46583 w 64009"/>
                <a:gd name="csY5" fmla="*/ 76673 h 96075"/>
                <a:gd name="csX6" fmla="*/ 51483 w 64009"/>
                <a:gd name="csY6" fmla="*/ 48068 h 96075"/>
                <a:gd name="csX7" fmla="*/ 46583 w 64009"/>
                <a:gd name="csY7" fmla="*/ 19478 h 96075"/>
                <a:gd name="csX8" fmla="*/ 32005 w 64009"/>
                <a:gd name="csY8" fmla="*/ 9923 h 96075"/>
                <a:gd name="csX9" fmla="*/ 32005 w 64009"/>
                <a:gd name="csY9" fmla="*/ 0 h 96075"/>
                <a:gd name="csX10" fmla="*/ 55755 w 64009"/>
                <a:gd name="csY10" fmla="*/ 12342 h 96075"/>
                <a:gd name="csX11" fmla="*/ 64009 w 64009"/>
                <a:gd name="csY11" fmla="*/ 48068 h 96075"/>
                <a:gd name="csX12" fmla="*/ 55755 w 64009"/>
                <a:gd name="csY12" fmla="*/ 83794 h 96075"/>
                <a:gd name="csX13" fmla="*/ 32005 w 64009"/>
                <a:gd name="csY13" fmla="*/ 96075 h 96075"/>
                <a:gd name="csX14" fmla="*/ 8177 w 64009"/>
                <a:gd name="csY14" fmla="*/ 83794 h 96075"/>
                <a:gd name="csX15" fmla="*/ 0 w 64009"/>
                <a:gd name="csY15" fmla="*/ 48068 h 96075"/>
                <a:gd name="csX16" fmla="*/ 8177 w 64009"/>
                <a:gd name="csY16" fmla="*/ 12342 h 96075"/>
                <a:gd name="csX17" fmla="*/ 32005 w 64009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09" h="96075">
                  <a:moveTo>
                    <a:pt x="32005" y="9923"/>
                  </a:moveTo>
                  <a:cubicBezTo>
                    <a:pt x="25553" y="9923"/>
                    <a:pt x="20693" y="13108"/>
                    <a:pt x="17426" y="19478"/>
                  </a:cubicBezTo>
                  <a:cubicBezTo>
                    <a:pt x="14200" y="25798"/>
                    <a:pt x="12587" y="35328"/>
                    <a:pt x="12587" y="48068"/>
                  </a:cubicBezTo>
                  <a:cubicBezTo>
                    <a:pt x="12587" y="60768"/>
                    <a:pt x="14200" y="70303"/>
                    <a:pt x="17426" y="76673"/>
                  </a:cubicBezTo>
                  <a:cubicBezTo>
                    <a:pt x="20693" y="82993"/>
                    <a:pt x="25553" y="86152"/>
                    <a:pt x="32005" y="86152"/>
                  </a:cubicBezTo>
                  <a:cubicBezTo>
                    <a:pt x="38497" y="86152"/>
                    <a:pt x="43357" y="82993"/>
                    <a:pt x="46583" y="76673"/>
                  </a:cubicBezTo>
                  <a:cubicBezTo>
                    <a:pt x="49850" y="70303"/>
                    <a:pt x="51483" y="60768"/>
                    <a:pt x="51483" y="48068"/>
                  </a:cubicBezTo>
                  <a:cubicBezTo>
                    <a:pt x="51483" y="35328"/>
                    <a:pt x="49850" y="25798"/>
                    <a:pt x="46583" y="19478"/>
                  </a:cubicBezTo>
                  <a:cubicBezTo>
                    <a:pt x="43357" y="13108"/>
                    <a:pt x="38497" y="9923"/>
                    <a:pt x="32005" y="9923"/>
                  </a:cubicBezTo>
                  <a:moveTo>
                    <a:pt x="32005" y="0"/>
                  </a:moveTo>
                  <a:cubicBezTo>
                    <a:pt x="42387" y="0"/>
                    <a:pt x="50304" y="4114"/>
                    <a:pt x="55755" y="12342"/>
                  </a:cubicBezTo>
                  <a:cubicBezTo>
                    <a:pt x="61258" y="20530"/>
                    <a:pt x="64009" y="32439"/>
                    <a:pt x="64009" y="48068"/>
                  </a:cubicBezTo>
                  <a:cubicBezTo>
                    <a:pt x="64009" y="63657"/>
                    <a:pt x="61258" y="75566"/>
                    <a:pt x="55755" y="83794"/>
                  </a:cubicBezTo>
                  <a:cubicBezTo>
                    <a:pt x="50304" y="91982"/>
                    <a:pt x="42387" y="96075"/>
                    <a:pt x="32005" y="96075"/>
                  </a:cubicBezTo>
                  <a:cubicBezTo>
                    <a:pt x="21622" y="96075"/>
                    <a:pt x="13680" y="91982"/>
                    <a:pt x="8177" y="83794"/>
                  </a:cubicBezTo>
                  <a:cubicBezTo>
                    <a:pt x="2726" y="75566"/>
                    <a:pt x="0" y="63657"/>
                    <a:pt x="0" y="48068"/>
                  </a:cubicBezTo>
                  <a:cubicBezTo>
                    <a:pt x="0" y="32439"/>
                    <a:pt x="2726" y="20530"/>
                    <a:pt x="8177" y="12342"/>
                  </a:cubicBezTo>
                  <a:cubicBezTo>
                    <a:pt x="13680" y="4114"/>
                    <a:pt x="21622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D54C3D0E-F632-2485-8886-2A71EA05759C}"/>
                </a:ext>
              </a:extLst>
            </p:cNvPr>
            <p:cNvSpPr/>
            <p:nvPr/>
          </p:nvSpPr>
          <p:spPr>
            <a:xfrm>
              <a:off x="7157483" y="3372744"/>
              <a:ext cx="59553" cy="92614"/>
            </a:xfrm>
            <a:custGeom>
              <a:avLst/>
              <a:gdLst>
                <a:gd name="csX0" fmla="*/ 0 w 59553"/>
                <a:gd name="csY0" fmla="*/ 0 h 92614"/>
                <a:gd name="csX1" fmla="*/ 59553 w 59553"/>
                <a:gd name="csY1" fmla="*/ 0 h 92614"/>
                <a:gd name="csX2" fmla="*/ 59553 w 59553"/>
                <a:gd name="csY2" fmla="*/ 5329 h 92614"/>
                <a:gd name="csX3" fmla="*/ 25925 w 59553"/>
                <a:gd name="csY3" fmla="*/ 92615 h 92614"/>
                <a:gd name="csX4" fmla="*/ 12833 w 59553"/>
                <a:gd name="csY4" fmla="*/ 92615 h 92614"/>
                <a:gd name="csX5" fmla="*/ 44470 w 59553"/>
                <a:gd name="csY5" fmla="*/ 10551 h 92614"/>
                <a:gd name="csX6" fmla="*/ 0 w 59553"/>
                <a:gd name="csY6" fmla="*/ 10551 h 92614"/>
                <a:gd name="csX7" fmla="*/ 0 w 59553"/>
                <a:gd name="csY7" fmla="*/ 0 h 92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9553" h="92614">
                  <a:moveTo>
                    <a:pt x="0" y="0"/>
                  </a:moveTo>
                  <a:lnTo>
                    <a:pt x="59553" y="0"/>
                  </a:lnTo>
                  <a:lnTo>
                    <a:pt x="59553" y="5329"/>
                  </a:lnTo>
                  <a:lnTo>
                    <a:pt x="25925" y="92615"/>
                  </a:lnTo>
                  <a:lnTo>
                    <a:pt x="12833" y="92615"/>
                  </a:lnTo>
                  <a:lnTo>
                    <a:pt x="44470" y="10551"/>
                  </a:lnTo>
                  <a:lnTo>
                    <a:pt x="0" y="10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28044724-9CE5-8457-BB01-A95877EE0CF1}"/>
                </a:ext>
              </a:extLst>
            </p:cNvPr>
            <p:cNvSpPr/>
            <p:nvPr/>
          </p:nvSpPr>
          <p:spPr>
            <a:xfrm>
              <a:off x="7241477" y="3449601"/>
              <a:ext cx="13077" cy="15757"/>
            </a:xfrm>
            <a:custGeom>
              <a:avLst/>
              <a:gdLst>
                <a:gd name="csX0" fmla="*/ 0 w 13077"/>
                <a:gd name="csY0" fmla="*/ 0 h 15757"/>
                <a:gd name="csX1" fmla="*/ 13077 w 13077"/>
                <a:gd name="csY1" fmla="*/ 0 h 15757"/>
                <a:gd name="csX2" fmla="*/ 13077 w 13077"/>
                <a:gd name="csY2" fmla="*/ 15757 h 15757"/>
                <a:gd name="csX3" fmla="*/ 0 w 13077"/>
                <a:gd name="csY3" fmla="*/ 15757 h 15757"/>
                <a:gd name="csX4" fmla="*/ 0 w 13077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77" h="15757">
                  <a:moveTo>
                    <a:pt x="0" y="0"/>
                  </a:moveTo>
                  <a:lnTo>
                    <a:pt x="13077" y="0"/>
                  </a:lnTo>
                  <a:lnTo>
                    <a:pt x="13077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BFC18990-871F-1B54-1B33-8C31FCA62C21}"/>
                </a:ext>
              </a:extLst>
            </p:cNvPr>
            <p:cNvSpPr/>
            <p:nvPr/>
          </p:nvSpPr>
          <p:spPr>
            <a:xfrm>
              <a:off x="7278075" y="3372744"/>
              <a:ext cx="59920" cy="94406"/>
            </a:xfrm>
            <a:custGeom>
              <a:avLst/>
              <a:gdLst>
                <a:gd name="csX0" fmla="*/ 3905 w 59920"/>
                <a:gd name="csY0" fmla="*/ 0 h 94406"/>
                <a:gd name="csX1" fmla="*/ 53091 w 59920"/>
                <a:gd name="csY1" fmla="*/ 0 h 94406"/>
                <a:gd name="csX2" fmla="*/ 53091 w 59920"/>
                <a:gd name="csY2" fmla="*/ 10551 h 94406"/>
                <a:gd name="csX3" fmla="*/ 15375 w 59920"/>
                <a:gd name="csY3" fmla="*/ 10551 h 94406"/>
                <a:gd name="csX4" fmla="*/ 15375 w 59920"/>
                <a:gd name="csY4" fmla="*/ 33245 h 94406"/>
                <a:gd name="csX5" fmla="*/ 20841 w 59920"/>
                <a:gd name="csY5" fmla="*/ 31882 h 94406"/>
                <a:gd name="csX6" fmla="*/ 26293 w 59920"/>
                <a:gd name="csY6" fmla="*/ 31392 h 94406"/>
                <a:gd name="csX7" fmla="*/ 50855 w 59920"/>
                <a:gd name="csY7" fmla="*/ 39891 h 94406"/>
                <a:gd name="csX8" fmla="*/ 59921 w 59920"/>
                <a:gd name="csY8" fmla="*/ 62907 h 94406"/>
                <a:gd name="csX9" fmla="*/ 50610 w 59920"/>
                <a:gd name="csY9" fmla="*/ 86168 h 94406"/>
                <a:gd name="csX10" fmla="*/ 24379 w 59920"/>
                <a:gd name="csY10" fmla="*/ 94406 h 94406"/>
                <a:gd name="csX11" fmla="*/ 12465 w 59920"/>
                <a:gd name="csY11" fmla="*/ 93426 h 94406"/>
                <a:gd name="csX12" fmla="*/ 0 w 59920"/>
                <a:gd name="csY12" fmla="*/ 90440 h 94406"/>
                <a:gd name="csX13" fmla="*/ 0 w 59920"/>
                <a:gd name="csY13" fmla="*/ 77853 h 94406"/>
                <a:gd name="csX14" fmla="*/ 11531 w 59920"/>
                <a:gd name="csY14" fmla="*/ 82385 h 94406"/>
                <a:gd name="csX15" fmla="*/ 24134 w 59920"/>
                <a:gd name="csY15" fmla="*/ 83871 h 94406"/>
                <a:gd name="csX16" fmla="*/ 41131 w 59920"/>
                <a:gd name="csY16" fmla="*/ 78220 h 94406"/>
                <a:gd name="csX17" fmla="*/ 47395 w 59920"/>
                <a:gd name="csY17" fmla="*/ 62907 h 94406"/>
                <a:gd name="csX18" fmla="*/ 41131 w 59920"/>
                <a:gd name="csY18" fmla="*/ 47578 h 94406"/>
                <a:gd name="csX19" fmla="*/ 24134 w 59920"/>
                <a:gd name="csY19" fmla="*/ 41928 h 94406"/>
                <a:gd name="csX20" fmla="*/ 14073 w 59920"/>
                <a:gd name="csY20" fmla="*/ 43046 h 94406"/>
                <a:gd name="csX21" fmla="*/ 3905 w 59920"/>
                <a:gd name="csY21" fmla="*/ 46522 h 94406"/>
                <a:gd name="csX22" fmla="*/ 3905 w 59920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0" h="94406">
                  <a:moveTo>
                    <a:pt x="3905" y="0"/>
                  </a:moveTo>
                  <a:lnTo>
                    <a:pt x="53091" y="0"/>
                  </a:lnTo>
                  <a:lnTo>
                    <a:pt x="53091" y="10551"/>
                  </a:lnTo>
                  <a:lnTo>
                    <a:pt x="15375" y="10551"/>
                  </a:lnTo>
                  <a:lnTo>
                    <a:pt x="15375" y="33245"/>
                  </a:lnTo>
                  <a:cubicBezTo>
                    <a:pt x="17202" y="32633"/>
                    <a:pt x="19024" y="32178"/>
                    <a:pt x="20841" y="31882"/>
                  </a:cubicBezTo>
                  <a:cubicBezTo>
                    <a:pt x="22658" y="31556"/>
                    <a:pt x="24476" y="31392"/>
                    <a:pt x="26293" y="31392"/>
                  </a:cubicBezTo>
                  <a:cubicBezTo>
                    <a:pt x="36634" y="31392"/>
                    <a:pt x="44822" y="34225"/>
                    <a:pt x="50855" y="39891"/>
                  </a:cubicBezTo>
                  <a:cubicBezTo>
                    <a:pt x="56899" y="45557"/>
                    <a:pt x="59921" y="53229"/>
                    <a:pt x="59921" y="62907"/>
                  </a:cubicBezTo>
                  <a:cubicBezTo>
                    <a:pt x="59921" y="72871"/>
                    <a:pt x="56817" y="80624"/>
                    <a:pt x="50610" y="86168"/>
                  </a:cubicBezTo>
                  <a:cubicBezTo>
                    <a:pt x="44414" y="91660"/>
                    <a:pt x="35670" y="94406"/>
                    <a:pt x="24379" y="94406"/>
                  </a:cubicBezTo>
                  <a:cubicBezTo>
                    <a:pt x="20489" y="94406"/>
                    <a:pt x="16518" y="94080"/>
                    <a:pt x="12465" y="93426"/>
                  </a:cubicBezTo>
                  <a:cubicBezTo>
                    <a:pt x="8453" y="92763"/>
                    <a:pt x="4298" y="91767"/>
                    <a:pt x="0" y="90440"/>
                  </a:cubicBezTo>
                  <a:lnTo>
                    <a:pt x="0" y="77853"/>
                  </a:lnTo>
                  <a:cubicBezTo>
                    <a:pt x="3716" y="79874"/>
                    <a:pt x="7560" y="81385"/>
                    <a:pt x="11531" y="82385"/>
                  </a:cubicBezTo>
                  <a:cubicBezTo>
                    <a:pt x="15502" y="83376"/>
                    <a:pt x="19703" y="83871"/>
                    <a:pt x="24134" y="83871"/>
                  </a:cubicBezTo>
                  <a:cubicBezTo>
                    <a:pt x="31280" y="83871"/>
                    <a:pt x="36946" y="81987"/>
                    <a:pt x="41131" y="78220"/>
                  </a:cubicBezTo>
                  <a:cubicBezTo>
                    <a:pt x="45307" y="74463"/>
                    <a:pt x="47395" y="69359"/>
                    <a:pt x="47395" y="62907"/>
                  </a:cubicBezTo>
                  <a:cubicBezTo>
                    <a:pt x="47395" y="56455"/>
                    <a:pt x="45307" y="51345"/>
                    <a:pt x="41131" y="47578"/>
                  </a:cubicBezTo>
                  <a:cubicBezTo>
                    <a:pt x="36946" y="43811"/>
                    <a:pt x="31280" y="41928"/>
                    <a:pt x="24134" y="41928"/>
                  </a:cubicBezTo>
                  <a:cubicBezTo>
                    <a:pt x="20775" y="41928"/>
                    <a:pt x="17421" y="42300"/>
                    <a:pt x="14073" y="43046"/>
                  </a:cubicBezTo>
                  <a:cubicBezTo>
                    <a:pt x="10765" y="43791"/>
                    <a:pt x="7376" y="44950"/>
                    <a:pt x="3905" y="46522"/>
                  </a:cubicBezTo>
                  <a:lnTo>
                    <a:pt x="3905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D7DB1464-BDA3-DF4C-B3D7-790CD9EC7A03}"/>
                </a:ext>
              </a:extLst>
            </p:cNvPr>
            <p:cNvSpPr/>
            <p:nvPr/>
          </p:nvSpPr>
          <p:spPr>
            <a:xfrm>
              <a:off x="7758820" y="3372744"/>
              <a:ext cx="55143" cy="92614"/>
            </a:xfrm>
            <a:custGeom>
              <a:avLst/>
              <a:gdLst>
                <a:gd name="csX0" fmla="*/ 1792 w 55143"/>
                <a:gd name="csY0" fmla="*/ 82064 h 92614"/>
                <a:gd name="csX1" fmla="*/ 22266 w 55143"/>
                <a:gd name="csY1" fmla="*/ 82064 h 92614"/>
                <a:gd name="csX2" fmla="*/ 22266 w 55143"/>
                <a:gd name="csY2" fmla="*/ 11408 h 92614"/>
                <a:gd name="csX3" fmla="*/ 0 w 55143"/>
                <a:gd name="csY3" fmla="*/ 15880 h 92614"/>
                <a:gd name="csX4" fmla="*/ 0 w 55143"/>
                <a:gd name="csY4" fmla="*/ 4472 h 92614"/>
                <a:gd name="csX5" fmla="*/ 22143 w 55143"/>
                <a:gd name="csY5" fmla="*/ 0 h 92614"/>
                <a:gd name="csX6" fmla="*/ 34669 w 55143"/>
                <a:gd name="csY6" fmla="*/ 0 h 92614"/>
                <a:gd name="csX7" fmla="*/ 34669 w 55143"/>
                <a:gd name="csY7" fmla="*/ 82064 h 92614"/>
                <a:gd name="csX8" fmla="*/ 55143 w 55143"/>
                <a:gd name="csY8" fmla="*/ 82064 h 92614"/>
                <a:gd name="csX9" fmla="*/ 55143 w 55143"/>
                <a:gd name="csY9" fmla="*/ 92615 h 92614"/>
                <a:gd name="csX10" fmla="*/ 1792 w 55143"/>
                <a:gd name="csY10" fmla="*/ 92615 h 92614"/>
                <a:gd name="csX11" fmla="*/ 1792 w 55143"/>
                <a:gd name="csY11" fmla="*/ 82064 h 92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5143" h="92614">
                  <a:moveTo>
                    <a:pt x="1792" y="82064"/>
                  </a:moveTo>
                  <a:lnTo>
                    <a:pt x="22266" y="82064"/>
                  </a:lnTo>
                  <a:lnTo>
                    <a:pt x="22266" y="11408"/>
                  </a:lnTo>
                  <a:lnTo>
                    <a:pt x="0" y="15880"/>
                  </a:lnTo>
                  <a:lnTo>
                    <a:pt x="0" y="4472"/>
                  </a:lnTo>
                  <a:lnTo>
                    <a:pt x="22143" y="0"/>
                  </a:lnTo>
                  <a:lnTo>
                    <a:pt x="34669" y="0"/>
                  </a:lnTo>
                  <a:lnTo>
                    <a:pt x="34669" y="82064"/>
                  </a:lnTo>
                  <a:lnTo>
                    <a:pt x="55143" y="82064"/>
                  </a:lnTo>
                  <a:lnTo>
                    <a:pt x="55143" y="92615"/>
                  </a:lnTo>
                  <a:lnTo>
                    <a:pt x="1792" y="92615"/>
                  </a:lnTo>
                  <a:lnTo>
                    <a:pt x="1792" y="82064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1A705095-AAEA-E815-B7AC-1433B7D00A93}"/>
                </a:ext>
              </a:extLst>
            </p:cNvPr>
            <p:cNvSpPr/>
            <p:nvPr/>
          </p:nvSpPr>
          <p:spPr>
            <a:xfrm>
              <a:off x="7834069" y="3371075"/>
              <a:ext cx="64009" cy="96075"/>
            </a:xfrm>
            <a:custGeom>
              <a:avLst/>
              <a:gdLst>
                <a:gd name="csX0" fmla="*/ 32005 w 64009"/>
                <a:gd name="csY0" fmla="*/ 9923 h 96075"/>
                <a:gd name="csX1" fmla="*/ 17426 w 64009"/>
                <a:gd name="csY1" fmla="*/ 19478 h 96075"/>
                <a:gd name="csX2" fmla="*/ 12587 w 64009"/>
                <a:gd name="csY2" fmla="*/ 48068 h 96075"/>
                <a:gd name="csX3" fmla="*/ 17426 w 64009"/>
                <a:gd name="csY3" fmla="*/ 76673 h 96075"/>
                <a:gd name="csX4" fmla="*/ 32005 w 64009"/>
                <a:gd name="csY4" fmla="*/ 86152 h 96075"/>
                <a:gd name="csX5" fmla="*/ 46583 w 64009"/>
                <a:gd name="csY5" fmla="*/ 76673 h 96075"/>
                <a:gd name="csX6" fmla="*/ 51483 w 64009"/>
                <a:gd name="csY6" fmla="*/ 48068 h 96075"/>
                <a:gd name="csX7" fmla="*/ 46583 w 64009"/>
                <a:gd name="csY7" fmla="*/ 19478 h 96075"/>
                <a:gd name="csX8" fmla="*/ 32005 w 64009"/>
                <a:gd name="csY8" fmla="*/ 9923 h 96075"/>
                <a:gd name="csX9" fmla="*/ 32005 w 64009"/>
                <a:gd name="csY9" fmla="*/ 0 h 96075"/>
                <a:gd name="csX10" fmla="*/ 55771 w 64009"/>
                <a:gd name="csY10" fmla="*/ 12342 h 96075"/>
                <a:gd name="csX11" fmla="*/ 64010 w 64009"/>
                <a:gd name="csY11" fmla="*/ 48068 h 96075"/>
                <a:gd name="csX12" fmla="*/ 55771 w 64009"/>
                <a:gd name="csY12" fmla="*/ 83794 h 96075"/>
                <a:gd name="csX13" fmla="*/ 32005 w 64009"/>
                <a:gd name="csY13" fmla="*/ 96075 h 96075"/>
                <a:gd name="csX14" fmla="*/ 8177 w 64009"/>
                <a:gd name="csY14" fmla="*/ 83794 h 96075"/>
                <a:gd name="csX15" fmla="*/ 0 w 64009"/>
                <a:gd name="csY15" fmla="*/ 48068 h 96075"/>
                <a:gd name="csX16" fmla="*/ 8177 w 64009"/>
                <a:gd name="csY16" fmla="*/ 12342 h 96075"/>
                <a:gd name="csX17" fmla="*/ 32005 w 64009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09" h="96075">
                  <a:moveTo>
                    <a:pt x="32005" y="9923"/>
                  </a:moveTo>
                  <a:cubicBezTo>
                    <a:pt x="25553" y="9923"/>
                    <a:pt x="20693" y="13108"/>
                    <a:pt x="17426" y="19478"/>
                  </a:cubicBezTo>
                  <a:cubicBezTo>
                    <a:pt x="14200" y="25798"/>
                    <a:pt x="12587" y="35328"/>
                    <a:pt x="12587" y="48068"/>
                  </a:cubicBezTo>
                  <a:cubicBezTo>
                    <a:pt x="12587" y="60768"/>
                    <a:pt x="14200" y="70303"/>
                    <a:pt x="17426" y="76673"/>
                  </a:cubicBezTo>
                  <a:cubicBezTo>
                    <a:pt x="20693" y="82993"/>
                    <a:pt x="25553" y="86152"/>
                    <a:pt x="32005" y="86152"/>
                  </a:cubicBezTo>
                  <a:cubicBezTo>
                    <a:pt x="38497" y="86152"/>
                    <a:pt x="43357" y="82993"/>
                    <a:pt x="46583" y="76673"/>
                  </a:cubicBezTo>
                  <a:cubicBezTo>
                    <a:pt x="49850" y="70303"/>
                    <a:pt x="51483" y="60768"/>
                    <a:pt x="51483" y="48068"/>
                  </a:cubicBezTo>
                  <a:cubicBezTo>
                    <a:pt x="51483" y="35328"/>
                    <a:pt x="49850" y="25798"/>
                    <a:pt x="46583" y="19478"/>
                  </a:cubicBezTo>
                  <a:cubicBezTo>
                    <a:pt x="43357" y="13108"/>
                    <a:pt x="38497" y="9923"/>
                    <a:pt x="32005" y="9923"/>
                  </a:cubicBezTo>
                  <a:moveTo>
                    <a:pt x="32005" y="0"/>
                  </a:moveTo>
                  <a:cubicBezTo>
                    <a:pt x="42387" y="0"/>
                    <a:pt x="50309" y="4114"/>
                    <a:pt x="55771" y="12342"/>
                  </a:cubicBezTo>
                  <a:cubicBezTo>
                    <a:pt x="61263" y="20530"/>
                    <a:pt x="64010" y="32439"/>
                    <a:pt x="64010" y="48068"/>
                  </a:cubicBezTo>
                  <a:cubicBezTo>
                    <a:pt x="64010" y="63657"/>
                    <a:pt x="61263" y="75566"/>
                    <a:pt x="55771" y="83794"/>
                  </a:cubicBezTo>
                  <a:cubicBezTo>
                    <a:pt x="50309" y="91982"/>
                    <a:pt x="42387" y="96075"/>
                    <a:pt x="32005" y="96075"/>
                  </a:cubicBezTo>
                  <a:cubicBezTo>
                    <a:pt x="21622" y="96075"/>
                    <a:pt x="13680" y="91982"/>
                    <a:pt x="8177" y="83794"/>
                  </a:cubicBezTo>
                  <a:cubicBezTo>
                    <a:pt x="2726" y="75566"/>
                    <a:pt x="0" y="63657"/>
                    <a:pt x="0" y="48068"/>
                  </a:cubicBezTo>
                  <a:cubicBezTo>
                    <a:pt x="0" y="32439"/>
                    <a:pt x="2726" y="20530"/>
                    <a:pt x="8177" y="12342"/>
                  </a:cubicBezTo>
                  <a:cubicBezTo>
                    <a:pt x="13680" y="4114"/>
                    <a:pt x="21622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7348A89-39E4-6507-A0D1-7C891B6ED43F}"/>
                </a:ext>
              </a:extLst>
            </p:cNvPr>
            <p:cNvSpPr/>
            <p:nvPr/>
          </p:nvSpPr>
          <p:spPr>
            <a:xfrm>
              <a:off x="7920099" y="3449601"/>
              <a:ext cx="13092" cy="15757"/>
            </a:xfrm>
            <a:custGeom>
              <a:avLst/>
              <a:gdLst>
                <a:gd name="csX0" fmla="*/ 0 w 13092"/>
                <a:gd name="csY0" fmla="*/ 0 h 15757"/>
                <a:gd name="csX1" fmla="*/ 13093 w 13092"/>
                <a:gd name="csY1" fmla="*/ 0 h 15757"/>
                <a:gd name="csX2" fmla="*/ 13093 w 13092"/>
                <a:gd name="csY2" fmla="*/ 15757 h 15757"/>
                <a:gd name="csX3" fmla="*/ 0 w 13092"/>
                <a:gd name="csY3" fmla="*/ 15757 h 15757"/>
                <a:gd name="csX4" fmla="*/ 0 w 13092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92" h="15757">
                  <a:moveTo>
                    <a:pt x="0" y="0"/>
                  </a:moveTo>
                  <a:lnTo>
                    <a:pt x="13093" y="0"/>
                  </a:lnTo>
                  <a:lnTo>
                    <a:pt x="13093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1E6C2FC8-DDDB-75DE-1023-E28009346975}"/>
                </a:ext>
              </a:extLst>
            </p:cNvPr>
            <p:cNvSpPr/>
            <p:nvPr/>
          </p:nvSpPr>
          <p:spPr>
            <a:xfrm>
              <a:off x="7955274" y="3371075"/>
              <a:ext cx="64024" cy="96075"/>
            </a:xfrm>
            <a:custGeom>
              <a:avLst/>
              <a:gdLst>
                <a:gd name="csX0" fmla="*/ 32005 w 64024"/>
                <a:gd name="csY0" fmla="*/ 9923 h 96075"/>
                <a:gd name="csX1" fmla="*/ 17442 w 64024"/>
                <a:gd name="csY1" fmla="*/ 19478 h 96075"/>
                <a:gd name="csX2" fmla="*/ 12603 w 64024"/>
                <a:gd name="csY2" fmla="*/ 48068 h 96075"/>
                <a:gd name="csX3" fmla="*/ 17442 w 64024"/>
                <a:gd name="csY3" fmla="*/ 76673 h 96075"/>
                <a:gd name="csX4" fmla="*/ 32005 w 64024"/>
                <a:gd name="csY4" fmla="*/ 86152 h 96075"/>
                <a:gd name="csX5" fmla="*/ 46583 w 64024"/>
                <a:gd name="csY5" fmla="*/ 76673 h 96075"/>
                <a:gd name="csX6" fmla="*/ 51483 w 64024"/>
                <a:gd name="csY6" fmla="*/ 48068 h 96075"/>
                <a:gd name="csX7" fmla="*/ 46583 w 64024"/>
                <a:gd name="csY7" fmla="*/ 19478 h 96075"/>
                <a:gd name="csX8" fmla="*/ 32005 w 64024"/>
                <a:gd name="csY8" fmla="*/ 9923 h 96075"/>
                <a:gd name="csX9" fmla="*/ 32005 w 64024"/>
                <a:gd name="csY9" fmla="*/ 0 h 96075"/>
                <a:gd name="csX10" fmla="*/ 55771 w 64024"/>
                <a:gd name="csY10" fmla="*/ 12342 h 96075"/>
                <a:gd name="csX11" fmla="*/ 64025 w 64024"/>
                <a:gd name="csY11" fmla="*/ 48068 h 96075"/>
                <a:gd name="csX12" fmla="*/ 55771 w 64024"/>
                <a:gd name="csY12" fmla="*/ 83794 h 96075"/>
                <a:gd name="csX13" fmla="*/ 32005 w 64024"/>
                <a:gd name="csY13" fmla="*/ 96075 h 96075"/>
                <a:gd name="csX14" fmla="*/ 8193 w 64024"/>
                <a:gd name="csY14" fmla="*/ 83794 h 96075"/>
                <a:gd name="csX15" fmla="*/ 0 w 64024"/>
                <a:gd name="csY15" fmla="*/ 48068 h 96075"/>
                <a:gd name="csX16" fmla="*/ 8193 w 64024"/>
                <a:gd name="csY16" fmla="*/ 12342 h 96075"/>
                <a:gd name="csX17" fmla="*/ 32005 w 64024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24" h="96075">
                  <a:moveTo>
                    <a:pt x="32005" y="9923"/>
                  </a:moveTo>
                  <a:cubicBezTo>
                    <a:pt x="25563" y="9923"/>
                    <a:pt x="20709" y="13108"/>
                    <a:pt x="17442" y="19478"/>
                  </a:cubicBezTo>
                  <a:cubicBezTo>
                    <a:pt x="14216" y="25798"/>
                    <a:pt x="12603" y="35328"/>
                    <a:pt x="12603" y="48068"/>
                  </a:cubicBezTo>
                  <a:cubicBezTo>
                    <a:pt x="12603" y="60768"/>
                    <a:pt x="14216" y="70303"/>
                    <a:pt x="17442" y="76673"/>
                  </a:cubicBezTo>
                  <a:cubicBezTo>
                    <a:pt x="20709" y="82993"/>
                    <a:pt x="25563" y="86152"/>
                    <a:pt x="32005" y="86152"/>
                  </a:cubicBezTo>
                  <a:cubicBezTo>
                    <a:pt x="38498" y="86152"/>
                    <a:pt x="43357" y="82993"/>
                    <a:pt x="46583" y="76673"/>
                  </a:cubicBezTo>
                  <a:cubicBezTo>
                    <a:pt x="49850" y="70303"/>
                    <a:pt x="51483" y="60768"/>
                    <a:pt x="51483" y="48068"/>
                  </a:cubicBezTo>
                  <a:cubicBezTo>
                    <a:pt x="51483" y="35328"/>
                    <a:pt x="49850" y="25798"/>
                    <a:pt x="46583" y="19478"/>
                  </a:cubicBezTo>
                  <a:cubicBezTo>
                    <a:pt x="43357" y="13108"/>
                    <a:pt x="38498" y="9923"/>
                    <a:pt x="32005" y="9923"/>
                  </a:cubicBezTo>
                  <a:moveTo>
                    <a:pt x="32005" y="0"/>
                  </a:moveTo>
                  <a:cubicBezTo>
                    <a:pt x="42387" y="0"/>
                    <a:pt x="50309" y="4114"/>
                    <a:pt x="55771" y="12342"/>
                  </a:cubicBezTo>
                  <a:cubicBezTo>
                    <a:pt x="61274" y="20530"/>
                    <a:pt x="64025" y="32439"/>
                    <a:pt x="64025" y="48068"/>
                  </a:cubicBezTo>
                  <a:cubicBezTo>
                    <a:pt x="64025" y="63657"/>
                    <a:pt x="61274" y="75566"/>
                    <a:pt x="55771" y="83794"/>
                  </a:cubicBezTo>
                  <a:cubicBezTo>
                    <a:pt x="50309" y="91982"/>
                    <a:pt x="42387" y="96075"/>
                    <a:pt x="32005" y="96075"/>
                  </a:cubicBezTo>
                  <a:cubicBezTo>
                    <a:pt x="21633" y="96075"/>
                    <a:pt x="13695" y="91982"/>
                    <a:pt x="8193" y="83794"/>
                  </a:cubicBezTo>
                  <a:cubicBezTo>
                    <a:pt x="2731" y="75566"/>
                    <a:pt x="0" y="63657"/>
                    <a:pt x="0" y="48068"/>
                  </a:cubicBezTo>
                  <a:cubicBezTo>
                    <a:pt x="0" y="32439"/>
                    <a:pt x="2731" y="20530"/>
                    <a:pt x="8193" y="12342"/>
                  </a:cubicBezTo>
                  <a:cubicBezTo>
                    <a:pt x="13695" y="4114"/>
                    <a:pt x="21633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C27B9A90-6292-0378-F739-FD7DA584F221}"/>
                </a:ext>
              </a:extLst>
            </p:cNvPr>
            <p:cNvSpPr/>
            <p:nvPr/>
          </p:nvSpPr>
          <p:spPr>
            <a:xfrm>
              <a:off x="6303355" y="3544161"/>
              <a:ext cx="82416" cy="66566"/>
            </a:xfrm>
            <a:custGeom>
              <a:avLst/>
              <a:gdLst>
                <a:gd name="csX0" fmla="*/ 82416 w 82416"/>
                <a:gd name="csY0" fmla="*/ 8683 h 66566"/>
                <a:gd name="csX1" fmla="*/ 81987 w 82416"/>
                <a:gd name="csY1" fmla="*/ 10689 h 66566"/>
                <a:gd name="csX2" fmla="*/ 80410 w 82416"/>
                <a:gd name="csY2" fmla="*/ 15773 h 66566"/>
                <a:gd name="csX3" fmla="*/ 77409 w 82416"/>
                <a:gd name="csY3" fmla="*/ 23598 h 66566"/>
                <a:gd name="csX4" fmla="*/ 72524 w 82416"/>
                <a:gd name="csY4" fmla="*/ 32924 h 66566"/>
                <a:gd name="csX5" fmla="*/ 65495 w 82416"/>
                <a:gd name="csY5" fmla="*/ 43183 h 66566"/>
                <a:gd name="csX6" fmla="*/ 64209 w 82416"/>
                <a:gd name="csY6" fmla="*/ 45266 h 66566"/>
                <a:gd name="csX7" fmla="*/ 64056 w 82416"/>
                <a:gd name="csY7" fmla="*/ 48344 h 66566"/>
                <a:gd name="csX8" fmla="*/ 68573 w 82416"/>
                <a:gd name="csY8" fmla="*/ 63274 h 66566"/>
                <a:gd name="csX9" fmla="*/ 69155 w 82416"/>
                <a:gd name="csY9" fmla="*/ 63274 h 66566"/>
                <a:gd name="csX10" fmla="*/ 70655 w 82416"/>
                <a:gd name="csY10" fmla="*/ 62830 h 66566"/>
                <a:gd name="csX11" fmla="*/ 72815 w 82416"/>
                <a:gd name="csY11" fmla="*/ 61758 h 66566"/>
                <a:gd name="csX12" fmla="*/ 74959 w 82416"/>
                <a:gd name="csY12" fmla="*/ 59614 h 66566"/>
                <a:gd name="csX13" fmla="*/ 76827 w 82416"/>
                <a:gd name="csY13" fmla="*/ 56093 h 66566"/>
                <a:gd name="csX14" fmla="*/ 78772 w 82416"/>
                <a:gd name="csY14" fmla="*/ 54653 h 66566"/>
                <a:gd name="csX15" fmla="*/ 80487 w 82416"/>
                <a:gd name="csY15" fmla="*/ 56093 h 66566"/>
                <a:gd name="csX16" fmla="*/ 76903 w 82416"/>
                <a:gd name="csY16" fmla="*/ 62616 h 66566"/>
                <a:gd name="csX17" fmla="*/ 68144 w 82416"/>
                <a:gd name="csY17" fmla="*/ 66567 h 66566"/>
                <a:gd name="csX18" fmla="*/ 59691 w 82416"/>
                <a:gd name="csY18" fmla="*/ 63336 h 66566"/>
                <a:gd name="csX19" fmla="*/ 54806 w 82416"/>
                <a:gd name="csY19" fmla="*/ 54163 h 66566"/>
                <a:gd name="csX20" fmla="*/ 23812 w 82416"/>
                <a:gd name="csY20" fmla="*/ 66567 h 66566"/>
                <a:gd name="csX21" fmla="*/ 6462 w 82416"/>
                <a:gd name="csY21" fmla="*/ 59461 h 66566"/>
                <a:gd name="csX22" fmla="*/ 0 w 82416"/>
                <a:gd name="csY22" fmla="*/ 41683 h 66566"/>
                <a:gd name="csX23" fmla="*/ 5589 w 82416"/>
                <a:gd name="csY23" fmla="*/ 21806 h 66566"/>
                <a:gd name="csX24" fmla="*/ 20443 w 82416"/>
                <a:gd name="csY24" fmla="*/ 6095 h 66566"/>
                <a:gd name="csX25" fmla="*/ 39524 w 82416"/>
                <a:gd name="csY25" fmla="*/ 0 h 66566"/>
                <a:gd name="csX26" fmla="*/ 46277 w 82416"/>
                <a:gd name="csY26" fmla="*/ 934 h 66566"/>
                <a:gd name="csX27" fmla="*/ 52861 w 82416"/>
                <a:gd name="csY27" fmla="*/ 4012 h 66566"/>
                <a:gd name="csX28" fmla="*/ 58604 w 82416"/>
                <a:gd name="csY28" fmla="*/ 9617 h 66566"/>
                <a:gd name="csX29" fmla="*/ 62555 w 82416"/>
                <a:gd name="csY29" fmla="*/ 18284 h 66566"/>
                <a:gd name="csX30" fmla="*/ 64056 w 82416"/>
                <a:gd name="csY30" fmla="*/ 30274 h 66566"/>
                <a:gd name="csX31" fmla="*/ 64056 w 82416"/>
                <a:gd name="csY31" fmla="*/ 39386 h 66566"/>
                <a:gd name="csX32" fmla="*/ 78480 w 82416"/>
                <a:gd name="csY32" fmla="*/ 10260 h 66566"/>
                <a:gd name="csX33" fmla="*/ 79629 w 82416"/>
                <a:gd name="csY33" fmla="*/ 7381 h 66566"/>
                <a:gd name="csX34" fmla="*/ 80624 w 82416"/>
                <a:gd name="csY34" fmla="*/ 7167 h 66566"/>
                <a:gd name="csX35" fmla="*/ 81773 w 82416"/>
                <a:gd name="csY35" fmla="*/ 7595 h 66566"/>
                <a:gd name="csX36" fmla="*/ 82355 w 82416"/>
                <a:gd name="csY36" fmla="*/ 8315 h 66566"/>
                <a:gd name="csX37" fmla="*/ 82416 w 82416"/>
                <a:gd name="csY37" fmla="*/ 8683 h 66566"/>
                <a:gd name="csX38" fmla="*/ 54224 w 82416"/>
                <a:gd name="csY38" fmla="*/ 50350 h 66566"/>
                <a:gd name="csX39" fmla="*/ 53949 w 82416"/>
                <a:gd name="csY39" fmla="*/ 33934 h 66566"/>
                <a:gd name="csX40" fmla="*/ 53949 w 82416"/>
                <a:gd name="csY40" fmla="*/ 29846 h 66566"/>
                <a:gd name="csX41" fmla="*/ 53796 w 82416"/>
                <a:gd name="csY41" fmla="*/ 25466 h 66566"/>
                <a:gd name="csX42" fmla="*/ 53367 w 82416"/>
                <a:gd name="csY42" fmla="*/ 20795 h 66566"/>
                <a:gd name="csX43" fmla="*/ 52647 w 82416"/>
                <a:gd name="csY43" fmla="*/ 16431 h 66566"/>
                <a:gd name="csX44" fmla="*/ 51437 w 82416"/>
                <a:gd name="csY44" fmla="*/ 12189 h 66566"/>
                <a:gd name="csX45" fmla="*/ 49569 w 82416"/>
                <a:gd name="csY45" fmla="*/ 8683 h 66566"/>
                <a:gd name="csX46" fmla="*/ 47058 w 82416"/>
                <a:gd name="csY46" fmla="*/ 5742 h 66566"/>
                <a:gd name="csX47" fmla="*/ 43689 w 82416"/>
                <a:gd name="csY47" fmla="*/ 3935 h 66566"/>
                <a:gd name="csX48" fmla="*/ 39386 w 82416"/>
                <a:gd name="csY48" fmla="*/ 3231 h 66566"/>
                <a:gd name="csX49" fmla="*/ 33352 w 82416"/>
                <a:gd name="csY49" fmla="*/ 4303 h 66566"/>
                <a:gd name="csX50" fmla="*/ 26477 w 82416"/>
                <a:gd name="csY50" fmla="*/ 8529 h 66566"/>
                <a:gd name="csX51" fmla="*/ 19371 w 82416"/>
                <a:gd name="csY51" fmla="*/ 16707 h 66566"/>
                <a:gd name="csX52" fmla="*/ 13414 w 82416"/>
                <a:gd name="csY52" fmla="*/ 31775 h 66566"/>
                <a:gd name="csX53" fmla="*/ 10903 w 82416"/>
                <a:gd name="csY53" fmla="*/ 47272 h 66566"/>
                <a:gd name="csX54" fmla="*/ 14272 w 82416"/>
                <a:gd name="csY54" fmla="*/ 58956 h 66566"/>
                <a:gd name="csX55" fmla="*/ 24103 w 82416"/>
                <a:gd name="csY55" fmla="*/ 63274 h 66566"/>
                <a:gd name="csX56" fmla="*/ 54224 w 82416"/>
                <a:gd name="csY56" fmla="*/ 50350 h 66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</a:cxnLst>
              <a:rect l="l" t="t" r="r" b="b"/>
              <a:pathLst>
                <a:path w="82416" h="66566">
                  <a:moveTo>
                    <a:pt x="82416" y="8683"/>
                  </a:moveTo>
                  <a:cubicBezTo>
                    <a:pt x="82324" y="9152"/>
                    <a:pt x="82181" y="9821"/>
                    <a:pt x="81987" y="10689"/>
                  </a:cubicBezTo>
                  <a:cubicBezTo>
                    <a:pt x="81804" y="11495"/>
                    <a:pt x="81278" y="13190"/>
                    <a:pt x="80410" y="15773"/>
                  </a:cubicBezTo>
                  <a:cubicBezTo>
                    <a:pt x="79553" y="18355"/>
                    <a:pt x="78552" y="20964"/>
                    <a:pt x="77409" y="23598"/>
                  </a:cubicBezTo>
                  <a:cubicBezTo>
                    <a:pt x="76306" y="26180"/>
                    <a:pt x="74678" y="29289"/>
                    <a:pt x="72524" y="32924"/>
                  </a:cubicBezTo>
                  <a:cubicBezTo>
                    <a:pt x="70421" y="36507"/>
                    <a:pt x="68078" y="39927"/>
                    <a:pt x="65495" y="43183"/>
                  </a:cubicBezTo>
                  <a:cubicBezTo>
                    <a:pt x="64780" y="44041"/>
                    <a:pt x="64352" y="44735"/>
                    <a:pt x="64209" y="45266"/>
                  </a:cubicBezTo>
                  <a:cubicBezTo>
                    <a:pt x="64107" y="45746"/>
                    <a:pt x="64056" y="46772"/>
                    <a:pt x="64056" y="48344"/>
                  </a:cubicBezTo>
                  <a:cubicBezTo>
                    <a:pt x="64056" y="58298"/>
                    <a:pt x="65561" y="63274"/>
                    <a:pt x="68573" y="63274"/>
                  </a:cubicBezTo>
                  <a:cubicBezTo>
                    <a:pt x="68716" y="63274"/>
                    <a:pt x="68910" y="63274"/>
                    <a:pt x="69155" y="63274"/>
                  </a:cubicBezTo>
                  <a:cubicBezTo>
                    <a:pt x="69441" y="63223"/>
                    <a:pt x="69941" y="63075"/>
                    <a:pt x="70655" y="62830"/>
                  </a:cubicBezTo>
                  <a:cubicBezTo>
                    <a:pt x="71421" y="62544"/>
                    <a:pt x="72141" y="62187"/>
                    <a:pt x="72815" y="61758"/>
                  </a:cubicBezTo>
                  <a:cubicBezTo>
                    <a:pt x="73478" y="61278"/>
                    <a:pt x="74193" y="60564"/>
                    <a:pt x="74959" y="59614"/>
                  </a:cubicBezTo>
                  <a:cubicBezTo>
                    <a:pt x="75724" y="58604"/>
                    <a:pt x="76347" y="57430"/>
                    <a:pt x="76827" y="56093"/>
                  </a:cubicBezTo>
                  <a:cubicBezTo>
                    <a:pt x="77256" y="55133"/>
                    <a:pt x="77904" y="54653"/>
                    <a:pt x="78772" y="54653"/>
                  </a:cubicBezTo>
                  <a:cubicBezTo>
                    <a:pt x="79915" y="54653"/>
                    <a:pt x="80487" y="55133"/>
                    <a:pt x="80487" y="56093"/>
                  </a:cubicBezTo>
                  <a:cubicBezTo>
                    <a:pt x="80487" y="57818"/>
                    <a:pt x="79292" y="59992"/>
                    <a:pt x="76903" y="62616"/>
                  </a:cubicBezTo>
                  <a:cubicBezTo>
                    <a:pt x="74514" y="65250"/>
                    <a:pt x="71595" y="66567"/>
                    <a:pt x="68144" y="66567"/>
                  </a:cubicBezTo>
                  <a:cubicBezTo>
                    <a:pt x="64847" y="66567"/>
                    <a:pt x="62029" y="65490"/>
                    <a:pt x="59691" y="63336"/>
                  </a:cubicBezTo>
                  <a:cubicBezTo>
                    <a:pt x="57394" y="61141"/>
                    <a:pt x="55766" y="58083"/>
                    <a:pt x="54806" y="54163"/>
                  </a:cubicBezTo>
                  <a:cubicBezTo>
                    <a:pt x="44475" y="62432"/>
                    <a:pt x="34144" y="66567"/>
                    <a:pt x="23812" y="66567"/>
                  </a:cubicBezTo>
                  <a:cubicBezTo>
                    <a:pt x="16543" y="66567"/>
                    <a:pt x="10760" y="64198"/>
                    <a:pt x="6462" y="59461"/>
                  </a:cubicBezTo>
                  <a:cubicBezTo>
                    <a:pt x="2154" y="54684"/>
                    <a:pt x="0" y="48757"/>
                    <a:pt x="0" y="41683"/>
                  </a:cubicBezTo>
                  <a:cubicBezTo>
                    <a:pt x="0" y="34883"/>
                    <a:pt x="1863" y="28258"/>
                    <a:pt x="5589" y="21806"/>
                  </a:cubicBezTo>
                  <a:cubicBezTo>
                    <a:pt x="9367" y="15344"/>
                    <a:pt x="14318" y="10107"/>
                    <a:pt x="20443" y="6095"/>
                  </a:cubicBezTo>
                  <a:cubicBezTo>
                    <a:pt x="26609" y="2032"/>
                    <a:pt x="32970" y="0"/>
                    <a:pt x="39524" y="0"/>
                  </a:cubicBezTo>
                  <a:cubicBezTo>
                    <a:pt x="41821" y="0"/>
                    <a:pt x="44072" y="311"/>
                    <a:pt x="46277" y="934"/>
                  </a:cubicBezTo>
                  <a:cubicBezTo>
                    <a:pt x="48472" y="1506"/>
                    <a:pt x="50667" y="2532"/>
                    <a:pt x="52861" y="4012"/>
                  </a:cubicBezTo>
                  <a:cubicBezTo>
                    <a:pt x="55067" y="5492"/>
                    <a:pt x="56981" y="7361"/>
                    <a:pt x="58604" y="9617"/>
                  </a:cubicBezTo>
                  <a:cubicBezTo>
                    <a:pt x="60237" y="11863"/>
                    <a:pt x="61554" y="14752"/>
                    <a:pt x="62555" y="18284"/>
                  </a:cubicBezTo>
                  <a:cubicBezTo>
                    <a:pt x="63555" y="21826"/>
                    <a:pt x="64056" y="25823"/>
                    <a:pt x="64056" y="30274"/>
                  </a:cubicBezTo>
                  <a:lnTo>
                    <a:pt x="64056" y="39386"/>
                  </a:lnTo>
                  <a:cubicBezTo>
                    <a:pt x="70375" y="31392"/>
                    <a:pt x="75183" y="21683"/>
                    <a:pt x="78480" y="10260"/>
                  </a:cubicBezTo>
                  <a:cubicBezTo>
                    <a:pt x="78960" y="8534"/>
                    <a:pt x="79343" y="7575"/>
                    <a:pt x="79629" y="7381"/>
                  </a:cubicBezTo>
                  <a:cubicBezTo>
                    <a:pt x="79823" y="7238"/>
                    <a:pt x="80155" y="7167"/>
                    <a:pt x="80624" y="7167"/>
                  </a:cubicBezTo>
                  <a:cubicBezTo>
                    <a:pt x="81104" y="7167"/>
                    <a:pt x="81487" y="7310"/>
                    <a:pt x="81773" y="7595"/>
                  </a:cubicBezTo>
                  <a:cubicBezTo>
                    <a:pt x="82110" y="7840"/>
                    <a:pt x="82304" y="8080"/>
                    <a:pt x="82355" y="8315"/>
                  </a:cubicBezTo>
                  <a:lnTo>
                    <a:pt x="82416" y="8683"/>
                  </a:lnTo>
                  <a:moveTo>
                    <a:pt x="54224" y="50350"/>
                  </a:moveTo>
                  <a:cubicBezTo>
                    <a:pt x="54041" y="48676"/>
                    <a:pt x="53949" y="43204"/>
                    <a:pt x="53949" y="33934"/>
                  </a:cubicBezTo>
                  <a:cubicBezTo>
                    <a:pt x="53949" y="32158"/>
                    <a:pt x="53949" y="30795"/>
                    <a:pt x="53949" y="29846"/>
                  </a:cubicBezTo>
                  <a:cubicBezTo>
                    <a:pt x="53949" y="28835"/>
                    <a:pt x="53898" y="27375"/>
                    <a:pt x="53796" y="25466"/>
                  </a:cubicBezTo>
                  <a:cubicBezTo>
                    <a:pt x="53704" y="23547"/>
                    <a:pt x="53561" y="21990"/>
                    <a:pt x="53367" y="20795"/>
                  </a:cubicBezTo>
                  <a:cubicBezTo>
                    <a:pt x="53224" y="19601"/>
                    <a:pt x="52984" y="18146"/>
                    <a:pt x="52647" y="16431"/>
                  </a:cubicBezTo>
                  <a:cubicBezTo>
                    <a:pt x="52320" y="14706"/>
                    <a:pt x="51917" y="13292"/>
                    <a:pt x="51437" y="12189"/>
                  </a:cubicBezTo>
                  <a:cubicBezTo>
                    <a:pt x="50958" y="11087"/>
                    <a:pt x="50335" y="9918"/>
                    <a:pt x="49569" y="8683"/>
                  </a:cubicBezTo>
                  <a:cubicBezTo>
                    <a:pt x="48855" y="7437"/>
                    <a:pt x="48017" y="6457"/>
                    <a:pt x="47058" y="5742"/>
                  </a:cubicBezTo>
                  <a:cubicBezTo>
                    <a:pt x="46149" y="5018"/>
                    <a:pt x="45026" y="4415"/>
                    <a:pt x="43689" y="3935"/>
                  </a:cubicBezTo>
                  <a:cubicBezTo>
                    <a:pt x="42392" y="3466"/>
                    <a:pt x="40958" y="3231"/>
                    <a:pt x="39386" y="3231"/>
                  </a:cubicBezTo>
                  <a:cubicBezTo>
                    <a:pt x="37426" y="3231"/>
                    <a:pt x="35415" y="3588"/>
                    <a:pt x="33352" y="4303"/>
                  </a:cubicBezTo>
                  <a:cubicBezTo>
                    <a:pt x="31351" y="4967"/>
                    <a:pt x="29060" y="6375"/>
                    <a:pt x="26477" y="8529"/>
                  </a:cubicBezTo>
                  <a:cubicBezTo>
                    <a:pt x="23894" y="10632"/>
                    <a:pt x="21525" y="13358"/>
                    <a:pt x="19371" y="16707"/>
                  </a:cubicBezTo>
                  <a:cubicBezTo>
                    <a:pt x="17125" y="20249"/>
                    <a:pt x="15140" y="25272"/>
                    <a:pt x="13414" y="31775"/>
                  </a:cubicBezTo>
                  <a:cubicBezTo>
                    <a:pt x="11740" y="38227"/>
                    <a:pt x="10903" y="43393"/>
                    <a:pt x="10903" y="47272"/>
                  </a:cubicBezTo>
                  <a:cubicBezTo>
                    <a:pt x="10903" y="52152"/>
                    <a:pt x="12026" y="56047"/>
                    <a:pt x="14272" y="58956"/>
                  </a:cubicBezTo>
                  <a:cubicBezTo>
                    <a:pt x="16518" y="61835"/>
                    <a:pt x="19795" y="63274"/>
                    <a:pt x="24103" y="63274"/>
                  </a:cubicBezTo>
                  <a:cubicBezTo>
                    <a:pt x="34383" y="63274"/>
                    <a:pt x="44424" y="58966"/>
                    <a:pt x="54224" y="5035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0B0423A5-F49A-4285-C037-C8A848538FA5}"/>
                </a:ext>
              </a:extLst>
            </p:cNvPr>
            <p:cNvSpPr/>
            <p:nvPr/>
          </p:nvSpPr>
          <p:spPr>
            <a:xfrm>
              <a:off x="4718372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6DB590AA-205E-921F-6A10-1C57FA7DDF19}"/>
                </a:ext>
              </a:extLst>
            </p:cNvPr>
            <p:cNvSpPr/>
            <p:nvPr/>
          </p:nvSpPr>
          <p:spPr>
            <a:xfrm>
              <a:off x="4718372" y="3221832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122D1A79-1392-251A-2E09-0EB2F91ABE79}"/>
                </a:ext>
              </a:extLst>
            </p:cNvPr>
            <p:cNvSpPr/>
            <p:nvPr/>
          </p:nvSpPr>
          <p:spPr>
            <a:xfrm>
              <a:off x="4718372" y="2925581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76AE9580-ED61-A585-86AE-15D0349C66BC}"/>
                </a:ext>
              </a:extLst>
            </p:cNvPr>
            <p:cNvSpPr/>
            <p:nvPr/>
          </p:nvSpPr>
          <p:spPr>
            <a:xfrm>
              <a:off x="4718372" y="2629332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8FF2D9F8-DD0F-DFFC-1269-1A9A93E431FB}"/>
                </a:ext>
              </a:extLst>
            </p:cNvPr>
            <p:cNvSpPr/>
            <p:nvPr/>
          </p:nvSpPr>
          <p:spPr>
            <a:xfrm>
              <a:off x="4718372" y="2333082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BBF1B020-6F30-7BFD-6D47-03790CA11E92}"/>
                </a:ext>
              </a:extLst>
            </p:cNvPr>
            <p:cNvSpPr/>
            <p:nvPr/>
          </p:nvSpPr>
          <p:spPr>
            <a:xfrm>
              <a:off x="4718372" y="2036830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09152DE6-0497-6E24-E58C-25667DC8F519}"/>
                </a:ext>
              </a:extLst>
            </p:cNvPr>
            <p:cNvSpPr/>
            <p:nvPr/>
          </p:nvSpPr>
          <p:spPr>
            <a:xfrm>
              <a:off x="4718372" y="1740579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4D5B09AC-F518-ED6B-3D83-7B98726772DC}"/>
                </a:ext>
              </a:extLst>
            </p:cNvPr>
            <p:cNvSpPr/>
            <p:nvPr/>
          </p:nvSpPr>
          <p:spPr>
            <a:xfrm>
              <a:off x="4718372" y="1444329"/>
              <a:ext cx="28939" cy="1531"/>
            </a:xfrm>
            <a:custGeom>
              <a:avLst/>
              <a:gdLst>
                <a:gd name="csX0" fmla="*/ 0 w 28939"/>
                <a:gd name="csY0" fmla="*/ 0 h 1531"/>
                <a:gd name="csX1" fmla="*/ 28939 w 2893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9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9EDA3B-FE51-E190-E7F3-C1C4A46D2EED}"/>
                </a:ext>
              </a:extLst>
            </p:cNvPr>
            <p:cNvSpPr/>
            <p:nvPr/>
          </p:nvSpPr>
          <p:spPr>
            <a:xfrm>
              <a:off x="4604439" y="3173855"/>
              <a:ext cx="58806" cy="94283"/>
            </a:xfrm>
            <a:custGeom>
              <a:avLst/>
              <a:gdLst>
                <a:gd name="csX0" fmla="*/ 15073 w 58806"/>
                <a:gd name="csY0" fmla="*/ 83748 h 94283"/>
                <a:gd name="csX1" fmla="*/ 58806 w 58806"/>
                <a:gd name="csY1" fmla="*/ 83748 h 94283"/>
                <a:gd name="csX2" fmla="*/ 58806 w 58806"/>
                <a:gd name="csY2" fmla="*/ 94284 h 94283"/>
                <a:gd name="csX3" fmla="*/ 0 w 58806"/>
                <a:gd name="csY3" fmla="*/ 94284 h 94283"/>
                <a:gd name="csX4" fmla="*/ 0 w 58806"/>
                <a:gd name="csY4" fmla="*/ 83748 h 94283"/>
                <a:gd name="csX5" fmla="*/ 19416 w 58806"/>
                <a:gd name="csY5" fmla="*/ 63948 h 94283"/>
                <a:gd name="csX6" fmla="*/ 34923 w 58806"/>
                <a:gd name="csY6" fmla="*/ 47885 h 94283"/>
                <a:gd name="csX7" fmla="*/ 43298 w 58806"/>
                <a:gd name="csY7" fmla="*/ 36476 h 94283"/>
                <a:gd name="csX8" fmla="*/ 45718 w 58806"/>
                <a:gd name="csY8" fmla="*/ 27227 h 94283"/>
                <a:gd name="csX9" fmla="*/ 40507 w 58806"/>
                <a:gd name="csY9" fmla="*/ 15191 h 94283"/>
                <a:gd name="csX10" fmla="*/ 27045 w 58806"/>
                <a:gd name="csY10" fmla="*/ 10536 h 94283"/>
                <a:gd name="csX11" fmla="*/ 14577 w 58806"/>
                <a:gd name="csY11" fmla="*/ 12587 h 94283"/>
                <a:gd name="csX12" fmla="*/ 620 w 58806"/>
                <a:gd name="csY12" fmla="*/ 18789 h 94283"/>
                <a:gd name="csX13" fmla="*/ 620 w 58806"/>
                <a:gd name="csY13" fmla="*/ 6141 h 94283"/>
                <a:gd name="csX14" fmla="*/ 14764 w 58806"/>
                <a:gd name="csY14" fmla="*/ 1547 h 94283"/>
                <a:gd name="csX15" fmla="*/ 26797 w 58806"/>
                <a:gd name="csY15" fmla="*/ 0 h 94283"/>
                <a:gd name="csX16" fmla="*/ 49750 w 58806"/>
                <a:gd name="csY16" fmla="*/ 7197 h 94283"/>
                <a:gd name="csX17" fmla="*/ 58310 w 58806"/>
                <a:gd name="csY17" fmla="*/ 26415 h 94283"/>
                <a:gd name="csX18" fmla="*/ 56138 w 58806"/>
                <a:gd name="csY18" fmla="*/ 37272 h 94283"/>
                <a:gd name="csX19" fmla="*/ 48385 w 58806"/>
                <a:gd name="csY19" fmla="*/ 49309 h 94283"/>
                <a:gd name="csX20" fmla="*/ 38522 w 58806"/>
                <a:gd name="csY20" fmla="*/ 59737 h 94283"/>
                <a:gd name="csX21" fmla="*/ 15073 w 58806"/>
                <a:gd name="csY21" fmla="*/ 83748 h 9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8806" h="94283">
                  <a:moveTo>
                    <a:pt x="15073" y="83748"/>
                  </a:moveTo>
                  <a:lnTo>
                    <a:pt x="58806" y="83748"/>
                  </a:lnTo>
                  <a:lnTo>
                    <a:pt x="58806" y="94284"/>
                  </a:lnTo>
                  <a:lnTo>
                    <a:pt x="0" y="94284"/>
                  </a:lnTo>
                  <a:lnTo>
                    <a:pt x="0" y="83748"/>
                  </a:lnTo>
                  <a:cubicBezTo>
                    <a:pt x="4755" y="78818"/>
                    <a:pt x="11227" y="72217"/>
                    <a:pt x="19416" y="63948"/>
                  </a:cubicBezTo>
                  <a:cubicBezTo>
                    <a:pt x="27645" y="55638"/>
                    <a:pt x="32814" y="50284"/>
                    <a:pt x="34923" y="47885"/>
                  </a:cubicBezTo>
                  <a:cubicBezTo>
                    <a:pt x="38935" y="43383"/>
                    <a:pt x="41726" y="39580"/>
                    <a:pt x="43298" y="36476"/>
                  </a:cubicBezTo>
                  <a:cubicBezTo>
                    <a:pt x="44911" y="33332"/>
                    <a:pt x="45718" y="30249"/>
                    <a:pt x="45718" y="27227"/>
                  </a:cubicBezTo>
                  <a:cubicBezTo>
                    <a:pt x="45718" y="22306"/>
                    <a:pt x="43981" y="18294"/>
                    <a:pt x="40507" y="15191"/>
                  </a:cubicBezTo>
                  <a:cubicBezTo>
                    <a:pt x="37074" y="12087"/>
                    <a:pt x="32587" y="10536"/>
                    <a:pt x="27045" y="10536"/>
                  </a:cubicBezTo>
                  <a:cubicBezTo>
                    <a:pt x="23116" y="10536"/>
                    <a:pt x="18960" y="11220"/>
                    <a:pt x="14577" y="12587"/>
                  </a:cubicBezTo>
                  <a:cubicBezTo>
                    <a:pt x="10235" y="13955"/>
                    <a:pt x="5583" y="16023"/>
                    <a:pt x="620" y="18789"/>
                  </a:cubicBezTo>
                  <a:lnTo>
                    <a:pt x="620" y="6141"/>
                  </a:lnTo>
                  <a:cubicBezTo>
                    <a:pt x="5665" y="4109"/>
                    <a:pt x="10380" y="2578"/>
                    <a:pt x="14764" y="1547"/>
                  </a:cubicBezTo>
                  <a:cubicBezTo>
                    <a:pt x="19147" y="516"/>
                    <a:pt x="23158" y="0"/>
                    <a:pt x="26797" y="0"/>
                  </a:cubicBezTo>
                  <a:cubicBezTo>
                    <a:pt x="36392" y="0"/>
                    <a:pt x="44043" y="2399"/>
                    <a:pt x="49750" y="7197"/>
                  </a:cubicBezTo>
                  <a:cubicBezTo>
                    <a:pt x="55457" y="11995"/>
                    <a:pt x="58310" y="18402"/>
                    <a:pt x="58310" y="26415"/>
                  </a:cubicBezTo>
                  <a:cubicBezTo>
                    <a:pt x="58310" y="30223"/>
                    <a:pt x="57586" y="33842"/>
                    <a:pt x="56138" y="37272"/>
                  </a:cubicBezTo>
                  <a:cubicBezTo>
                    <a:pt x="54733" y="40672"/>
                    <a:pt x="52148" y="44684"/>
                    <a:pt x="48385" y="49309"/>
                  </a:cubicBezTo>
                  <a:cubicBezTo>
                    <a:pt x="47351" y="50513"/>
                    <a:pt x="44063" y="53990"/>
                    <a:pt x="38522" y="59737"/>
                  </a:cubicBezTo>
                  <a:cubicBezTo>
                    <a:pt x="32980" y="65444"/>
                    <a:pt x="25163" y="73448"/>
                    <a:pt x="15073" y="83748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3085B07-1909-6130-D458-D32551A10C48}"/>
                </a:ext>
              </a:extLst>
            </p:cNvPr>
            <p:cNvSpPr/>
            <p:nvPr/>
          </p:nvSpPr>
          <p:spPr>
            <a:xfrm>
              <a:off x="4602267" y="2877605"/>
              <a:ext cx="60977" cy="96090"/>
            </a:xfrm>
            <a:custGeom>
              <a:avLst/>
              <a:gdLst>
                <a:gd name="csX0" fmla="*/ 41871 w 60977"/>
                <a:gd name="csY0" fmla="*/ 44347 h 96090"/>
                <a:gd name="csX1" fmla="*/ 55890 w 60977"/>
                <a:gd name="csY1" fmla="*/ 52356 h 96090"/>
                <a:gd name="csX2" fmla="*/ 60977 w 60977"/>
                <a:gd name="csY2" fmla="*/ 67363 h 96090"/>
                <a:gd name="csX3" fmla="*/ 51549 w 60977"/>
                <a:gd name="csY3" fmla="*/ 88572 h 96090"/>
                <a:gd name="csX4" fmla="*/ 24751 w 60977"/>
                <a:gd name="csY4" fmla="*/ 96091 h 96090"/>
                <a:gd name="csX5" fmla="*/ 12716 w 60977"/>
                <a:gd name="csY5" fmla="*/ 94912 h 96090"/>
                <a:gd name="csX6" fmla="*/ 0 w 60977"/>
                <a:gd name="csY6" fmla="*/ 91497 h 96090"/>
                <a:gd name="csX7" fmla="*/ 0 w 60977"/>
                <a:gd name="csY7" fmla="*/ 79399 h 96090"/>
                <a:gd name="csX8" fmla="*/ 11413 w 60977"/>
                <a:gd name="csY8" fmla="*/ 83993 h 96090"/>
                <a:gd name="csX9" fmla="*/ 24379 w 60977"/>
                <a:gd name="csY9" fmla="*/ 85540 h 96090"/>
                <a:gd name="csX10" fmla="*/ 42306 w 60977"/>
                <a:gd name="csY10" fmla="*/ 80885 h 96090"/>
                <a:gd name="csX11" fmla="*/ 48509 w 60977"/>
                <a:gd name="csY11" fmla="*/ 67363 h 96090"/>
                <a:gd name="csX12" fmla="*/ 42739 w 60977"/>
                <a:gd name="csY12" fmla="*/ 54592 h 96090"/>
                <a:gd name="csX13" fmla="*/ 26798 w 60977"/>
                <a:gd name="csY13" fmla="*/ 49937 h 96090"/>
                <a:gd name="csX14" fmla="*/ 16004 w 60977"/>
                <a:gd name="csY14" fmla="*/ 49937 h 96090"/>
                <a:gd name="csX15" fmla="*/ 16004 w 60977"/>
                <a:gd name="csY15" fmla="*/ 39631 h 96090"/>
                <a:gd name="csX16" fmla="*/ 27294 w 60977"/>
                <a:gd name="csY16" fmla="*/ 39631 h 96090"/>
                <a:gd name="csX17" fmla="*/ 41438 w 60977"/>
                <a:gd name="csY17" fmla="*/ 35971 h 96090"/>
                <a:gd name="csX18" fmla="*/ 46338 w 60977"/>
                <a:gd name="csY18" fmla="*/ 25313 h 96090"/>
                <a:gd name="csX19" fmla="*/ 41251 w 60977"/>
                <a:gd name="csY19" fmla="*/ 14395 h 96090"/>
                <a:gd name="csX20" fmla="*/ 26798 w 60977"/>
                <a:gd name="csY20" fmla="*/ 10536 h 96090"/>
                <a:gd name="csX21" fmla="*/ 15756 w 60977"/>
                <a:gd name="csY21" fmla="*/ 11653 h 96090"/>
                <a:gd name="csX22" fmla="*/ 2792 w 60977"/>
                <a:gd name="csY22" fmla="*/ 15130 h 96090"/>
                <a:gd name="csX23" fmla="*/ 2792 w 60977"/>
                <a:gd name="csY23" fmla="*/ 3966 h 96090"/>
                <a:gd name="csX24" fmla="*/ 16128 w 60977"/>
                <a:gd name="csY24" fmla="*/ 995 h 96090"/>
                <a:gd name="csX25" fmla="*/ 27915 w 60977"/>
                <a:gd name="csY25" fmla="*/ 0 h 96090"/>
                <a:gd name="csX26" fmla="*/ 50494 w 60977"/>
                <a:gd name="csY26" fmla="*/ 6508 h 96090"/>
                <a:gd name="csX27" fmla="*/ 58806 w 60977"/>
                <a:gd name="csY27" fmla="*/ 23996 h 96090"/>
                <a:gd name="csX28" fmla="*/ 54402 w 60977"/>
                <a:gd name="csY28" fmla="*/ 37027 h 96090"/>
                <a:gd name="csX29" fmla="*/ 41871 w 60977"/>
                <a:gd name="csY29" fmla="*/ 44347 h 96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0977" h="96090">
                  <a:moveTo>
                    <a:pt x="41871" y="44347"/>
                  </a:moveTo>
                  <a:cubicBezTo>
                    <a:pt x="47868" y="45633"/>
                    <a:pt x="52541" y="48303"/>
                    <a:pt x="55890" y="52356"/>
                  </a:cubicBezTo>
                  <a:cubicBezTo>
                    <a:pt x="59282" y="56409"/>
                    <a:pt x="60977" y="61411"/>
                    <a:pt x="60977" y="67363"/>
                  </a:cubicBezTo>
                  <a:cubicBezTo>
                    <a:pt x="60977" y="76500"/>
                    <a:pt x="57835" y="83570"/>
                    <a:pt x="51549" y="88572"/>
                  </a:cubicBezTo>
                  <a:cubicBezTo>
                    <a:pt x="45262" y="93584"/>
                    <a:pt x="36330" y="96091"/>
                    <a:pt x="24751" y="96091"/>
                  </a:cubicBezTo>
                  <a:cubicBezTo>
                    <a:pt x="20863" y="96091"/>
                    <a:pt x="16852" y="95698"/>
                    <a:pt x="12716" y="94912"/>
                  </a:cubicBezTo>
                  <a:cubicBezTo>
                    <a:pt x="8622" y="94166"/>
                    <a:pt x="4384" y="93028"/>
                    <a:pt x="0" y="91497"/>
                  </a:cubicBezTo>
                  <a:lnTo>
                    <a:pt x="0" y="79399"/>
                  </a:lnTo>
                  <a:cubicBezTo>
                    <a:pt x="3473" y="81421"/>
                    <a:pt x="7277" y="82952"/>
                    <a:pt x="11413" y="83993"/>
                  </a:cubicBezTo>
                  <a:cubicBezTo>
                    <a:pt x="15549" y="85024"/>
                    <a:pt x="19871" y="85540"/>
                    <a:pt x="24379" y="85540"/>
                  </a:cubicBezTo>
                  <a:cubicBezTo>
                    <a:pt x="32235" y="85540"/>
                    <a:pt x="38211" y="83988"/>
                    <a:pt x="42306" y="80885"/>
                  </a:cubicBezTo>
                  <a:cubicBezTo>
                    <a:pt x="46442" y="77781"/>
                    <a:pt x="48509" y="73274"/>
                    <a:pt x="48509" y="67363"/>
                  </a:cubicBezTo>
                  <a:cubicBezTo>
                    <a:pt x="48509" y="61901"/>
                    <a:pt x="46586" y="57644"/>
                    <a:pt x="42739" y="54592"/>
                  </a:cubicBezTo>
                  <a:cubicBezTo>
                    <a:pt x="38936" y="51488"/>
                    <a:pt x="33622" y="49937"/>
                    <a:pt x="26798" y="49937"/>
                  </a:cubicBezTo>
                  <a:lnTo>
                    <a:pt x="16004" y="49937"/>
                  </a:lnTo>
                  <a:lnTo>
                    <a:pt x="16004" y="39631"/>
                  </a:lnTo>
                  <a:lnTo>
                    <a:pt x="27294" y="39631"/>
                  </a:lnTo>
                  <a:cubicBezTo>
                    <a:pt x="33456" y="39631"/>
                    <a:pt x="38171" y="38411"/>
                    <a:pt x="41438" y="35971"/>
                  </a:cubicBezTo>
                  <a:cubicBezTo>
                    <a:pt x="44705" y="33490"/>
                    <a:pt x="46338" y="29937"/>
                    <a:pt x="46338" y="25313"/>
                  </a:cubicBezTo>
                  <a:cubicBezTo>
                    <a:pt x="46338" y="20556"/>
                    <a:pt x="44642" y="16916"/>
                    <a:pt x="41251" y="14395"/>
                  </a:cubicBezTo>
                  <a:cubicBezTo>
                    <a:pt x="37901" y="11822"/>
                    <a:pt x="33084" y="10536"/>
                    <a:pt x="26798" y="10536"/>
                  </a:cubicBezTo>
                  <a:cubicBezTo>
                    <a:pt x="23365" y="10536"/>
                    <a:pt x="19684" y="10908"/>
                    <a:pt x="15756" y="11653"/>
                  </a:cubicBezTo>
                  <a:cubicBezTo>
                    <a:pt x="11827" y="12399"/>
                    <a:pt x="7506" y="13557"/>
                    <a:pt x="2792" y="15130"/>
                  </a:cubicBezTo>
                  <a:lnTo>
                    <a:pt x="2792" y="3966"/>
                  </a:lnTo>
                  <a:cubicBezTo>
                    <a:pt x="7547" y="2639"/>
                    <a:pt x="11992" y="1649"/>
                    <a:pt x="16128" y="995"/>
                  </a:cubicBezTo>
                  <a:cubicBezTo>
                    <a:pt x="20304" y="332"/>
                    <a:pt x="24233" y="0"/>
                    <a:pt x="27915" y="0"/>
                  </a:cubicBezTo>
                  <a:cubicBezTo>
                    <a:pt x="37426" y="0"/>
                    <a:pt x="44953" y="2169"/>
                    <a:pt x="50494" y="6508"/>
                  </a:cubicBezTo>
                  <a:cubicBezTo>
                    <a:pt x="56035" y="10806"/>
                    <a:pt x="58806" y="16635"/>
                    <a:pt x="58806" y="23996"/>
                  </a:cubicBezTo>
                  <a:cubicBezTo>
                    <a:pt x="58806" y="29131"/>
                    <a:pt x="57338" y="33475"/>
                    <a:pt x="54402" y="37027"/>
                  </a:cubicBezTo>
                  <a:cubicBezTo>
                    <a:pt x="51466" y="40539"/>
                    <a:pt x="47289" y="42979"/>
                    <a:pt x="41871" y="44347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391B13B4-1D6B-F663-D3EB-F3C6C0B5FA00}"/>
                </a:ext>
              </a:extLst>
            </p:cNvPr>
            <p:cNvSpPr/>
            <p:nvPr/>
          </p:nvSpPr>
          <p:spPr>
            <a:xfrm>
              <a:off x="4595753" y="2583025"/>
              <a:ext cx="67491" cy="92614"/>
            </a:xfrm>
            <a:custGeom>
              <a:avLst/>
              <a:gdLst>
                <a:gd name="csX0" fmla="*/ 41810 w 67491"/>
                <a:gd name="csY0" fmla="*/ 10918 h 92614"/>
                <a:gd name="csX1" fmla="*/ 10174 w 67491"/>
                <a:gd name="csY1" fmla="*/ 60357 h 92614"/>
                <a:gd name="csX2" fmla="*/ 41810 w 67491"/>
                <a:gd name="csY2" fmla="*/ 60357 h 92614"/>
                <a:gd name="csX3" fmla="*/ 41810 w 67491"/>
                <a:gd name="csY3" fmla="*/ 10918 h 92614"/>
                <a:gd name="csX4" fmla="*/ 38522 w 67491"/>
                <a:gd name="csY4" fmla="*/ 0 h 92614"/>
                <a:gd name="csX5" fmla="*/ 54279 w 67491"/>
                <a:gd name="csY5" fmla="*/ 0 h 92614"/>
                <a:gd name="csX6" fmla="*/ 54279 w 67491"/>
                <a:gd name="csY6" fmla="*/ 60357 h 92614"/>
                <a:gd name="csX7" fmla="*/ 67492 w 67491"/>
                <a:gd name="csY7" fmla="*/ 60357 h 92614"/>
                <a:gd name="csX8" fmla="*/ 67492 w 67491"/>
                <a:gd name="csY8" fmla="*/ 70779 h 92614"/>
                <a:gd name="csX9" fmla="*/ 54279 w 67491"/>
                <a:gd name="csY9" fmla="*/ 70779 h 92614"/>
                <a:gd name="csX10" fmla="*/ 54279 w 67491"/>
                <a:gd name="csY10" fmla="*/ 92615 h 92614"/>
                <a:gd name="csX11" fmla="*/ 41810 w 67491"/>
                <a:gd name="csY11" fmla="*/ 92615 h 92614"/>
                <a:gd name="csX12" fmla="*/ 41810 w 67491"/>
                <a:gd name="csY12" fmla="*/ 70779 h 92614"/>
                <a:gd name="csX13" fmla="*/ 0 w 67491"/>
                <a:gd name="csY13" fmla="*/ 70779 h 92614"/>
                <a:gd name="csX14" fmla="*/ 0 w 67491"/>
                <a:gd name="csY14" fmla="*/ 58684 h 92614"/>
                <a:gd name="csX15" fmla="*/ 38522 w 67491"/>
                <a:gd name="csY15" fmla="*/ 0 h 92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67491" h="92614">
                  <a:moveTo>
                    <a:pt x="41810" y="10918"/>
                  </a:moveTo>
                  <a:lnTo>
                    <a:pt x="10174" y="60357"/>
                  </a:lnTo>
                  <a:lnTo>
                    <a:pt x="41810" y="60357"/>
                  </a:lnTo>
                  <a:lnTo>
                    <a:pt x="41810" y="10918"/>
                  </a:lnTo>
                  <a:moveTo>
                    <a:pt x="38522" y="0"/>
                  </a:moveTo>
                  <a:lnTo>
                    <a:pt x="54279" y="0"/>
                  </a:lnTo>
                  <a:lnTo>
                    <a:pt x="54279" y="60357"/>
                  </a:lnTo>
                  <a:lnTo>
                    <a:pt x="67492" y="60357"/>
                  </a:lnTo>
                  <a:lnTo>
                    <a:pt x="67492" y="70779"/>
                  </a:lnTo>
                  <a:lnTo>
                    <a:pt x="54279" y="70779"/>
                  </a:lnTo>
                  <a:lnTo>
                    <a:pt x="54279" y="92615"/>
                  </a:lnTo>
                  <a:lnTo>
                    <a:pt x="41810" y="92615"/>
                  </a:lnTo>
                  <a:lnTo>
                    <a:pt x="41810" y="70779"/>
                  </a:lnTo>
                  <a:lnTo>
                    <a:pt x="0" y="70779"/>
                  </a:lnTo>
                  <a:lnTo>
                    <a:pt x="0" y="58684"/>
                  </a:lnTo>
                  <a:lnTo>
                    <a:pt x="38522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8320D556-64BF-2193-2E93-CB0CC0646807}"/>
                </a:ext>
              </a:extLst>
            </p:cNvPr>
            <p:cNvSpPr/>
            <p:nvPr/>
          </p:nvSpPr>
          <p:spPr>
            <a:xfrm>
              <a:off x="4603321" y="2286774"/>
              <a:ext cx="59923" cy="94412"/>
            </a:xfrm>
            <a:custGeom>
              <a:avLst/>
              <a:gdLst>
                <a:gd name="csX0" fmla="*/ 3908 w 59923"/>
                <a:gd name="csY0" fmla="*/ 0 h 94412"/>
                <a:gd name="csX1" fmla="*/ 53100 w 59923"/>
                <a:gd name="csY1" fmla="*/ 0 h 94412"/>
                <a:gd name="csX2" fmla="*/ 53100 w 59923"/>
                <a:gd name="csY2" fmla="*/ 10545 h 94412"/>
                <a:gd name="csX3" fmla="*/ 15385 w 59923"/>
                <a:gd name="csY3" fmla="*/ 10545 h 94412"/>
                <a:gd name="csX4" fmla="*/ 15385 w 59923"/>
                <a:gd name="csY4" fmla="*/ 33250 h 94412"/>
                <a:gd name="csX5" fmla="*/ 20843 w 59923"/>
                <a:gd name="csY5" fmla="*/ 31884 h 94412"/>
                <a:gd name="csX6" fmla="*/ 26302 w 59923"/>
                <a:gd name="csY6" fmla="*/ 31388 h 94412"/>
                <a:gd name="csX7" fmla="*/ 50868 w 59923"/>
                <a:gd name="csY7" fmla="*/ 39886 h 94412"/>
                <a:gd name="csX8" fmla="*/ 59924 w 59923"/>
                <a:gd name="csY8" fmla="*/ 62901 h 94412"/>
                <a:gd name="csX9" fmla="*/ 50620 w 59923"/>
                <a:gd name="csY9" fmla="*/ 86163 h 94412"/>
                <a:gd name="csX10" fmla="*/ 24379 w 59923"/>
                <a:gd name="csY10" fmla="*/ 94413 h 94412"/>
                <a:gd name="csX11" fmla="*/ 12470 w 59923"/>
                <a:gd name="csY11" fmla="*/ 93420 h 94412"/>
                <a:gd name="csX12" fmla="*/ 0 w 59923"/>
                <a:gd name="csY12" fmla="*/ 90443 h 94412"/>
                <a:gd name="csX13" fmla="*/ 0 w 59923"/>
                <a:gd name="csY13" fmla="*/ 77851 h 94412"/>
                <a:gd name="csX14" fmla="*/ 11539 w 59923"/>
                <a:gd name="csY14" fmla="*/ 82379 h 94412"/>
                <a:gd name="csX15" fmla="*/ 24131 w 59923"/>
                <a:gd name="csY15" fmla="*/ 83868 h 94412"/>
                <a:gd name="csX16" fmla="*/ 41128 w 59923"/>
                <a:gd name="csY16" fmla="*/ 78223 h 94412"/>
                <a:gd name="csX17" fmla="*/ 47393 w 59923"/>
                <a:gd name="csY17" fmla="*/ 62901 h 94412"/>
                <a:gd name="csX18" fmla="*/ 41128 w 59923"/>
                <a:gd name="csY18" fmla="*/ 47578 h 94412"/>
                <a:gd name="csX19" fmla="*/ 24131 w 59923"/>
                <a:gd name="csY19" fmla="*/ 41934 h 94412"/>
                <a:gd name="csX20" fmla="*/ 14082 w 59923"/>
                <a:gd name="csY20" fmla="*/ 43050 h 94412"/>
                <a:gd name="csX21" fmla="*/ 3908 w 59923"/>
                <a:gd name="csY21" fmla="*/ 46523 h 94412"/>
                <a:gd name="csX22" fmla="*/ 3908 w 59923"/>
                <a:gd name="csY22" fmla="*/ 0 h 944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3" h="94412">
                  <a:moveTo>
                    <a:pt x="3908" y="0"/>
                  </a:moveTo>
                  <a:lnTo>
                    <a:pt x="53100" y="0"/>
                  </a:lnTo>
                  <a:lnTo>
                    <a:pt x="53100" y="10545"/>
                  </a:lnTo>
                  <a:lnTo>
                    <a:pt x="15385" y="10545"/>
                  </a:lnTo>
                  <a:lnTo>
                    <a:pt x="15385" y="33250"/>
                  </a:lnTo>
                  <a:cubicBezTo>
                    <a:pt x="17204" y="32629"/>
                    <a:pt x="19024" y="32174"/>
                    <a:pt x="20843" y="31884"/>
                  </a:cubicBezTo>
                  <a:cubicBezTo>
                    <a:pt x="22663" y="31553"/>
                    <a:pt x="24483" y="31388"/>
                    <a:pt x="26302" y="31388"/>
                  </a:cubicBezTo>
                  <a:cubicBezTo>
                    <a:pt x="36641" y="31388"/>
                    <a:pt x="44829" y="34221"/>
                    <a:pt x="50868" y="39886"/>
                  </a:cubicBezTo>
                  <a:cubicBezTo>
                    <a:pt x="56905" y="45552"/>
                    <a:pt x="59924" y="53224"/>
                    <a:pt x="59924" y="62901"/>
                  </a:cubicBezTo>
                  <a:cubicBezTo>
                    <a:pt x="59924" y="72868"/>
                    <a:pt x="56822" y="80622"/>
                    <a:pt x="50620" y="86163"/>
                  </a:cubicBezTo>
                  <a:cubicBezTo>
                    <a:pt x="44416" y="91663"/>
                    <a:pt x="35669" y="94413"/>
                    <a:pt x="24379" y="94413"/>
                  </a:cubicBezTo>
                  <a:cubicBezTo>
                    <a:pt x="20492" y="94413"/>
                    <a:pt x="16523" y="94082"/>
                    <a:pt x="12470" y="93420"/>
                  </a:cubicBezTo>
                  <a:cubicBezTo>
                    <a:pt x="8458" y="92759"/>
                    <a:pt x="4301" y="91766"/>
                    <a:pt x="0" y="90443"/>
                  </a:cubicBezTo>
                  <a:lnTo>
                    <a:pt x="0" y="77851"/>
                  </a:lnTo>
                  <a:cubicBezTo>
                    <a:pt x="3722" y="79877"/>
                    <a:pt x="7568" y="81386"/>
                    <a:pt x="11539" y="82379"/>
                  </a:cubicBezTo>
                  <a:cubicBezTo>
                    <a:pt x="15509" y="83372"/>
                    <a:pt x="19706" y="83868"/>
                    <a:pt x="24131" y="83868"/>
                  </a:cubicBezTo>
                  <a:cubicBezTo>
                    <a:pt x="31285" y="83868"/>
                    <a:pt x="36951" y="81986"/>
                    <a:pt x="41128" y="78223"/>
                  </a:cubicBezTo>
                  <a:cubicBezTo>
                    <a:pt x="45305" y="74459"/>
                    <a:pt x="47393" y="69352"/>
                    <a:pt x="47393" y="62901"/>
                  </a:cubicBezTo>
                  <a:cubicBezTo>
                    <a:pt x="47393" y="56449"/>
                    <a:pt x="45305" y="51341"/>
                    <a:pt x="41128" y="47578"/>
                  </a:cubicBezTo>
                  <a:cubicBezTo>
                    <a:pt x="36951" y="43815"/>
                    <a:pt x="31285" y="41934"/>
                    <a:pt x="24131" y="41934"/>
                  </a:cubicBezTo>
                  <a:cubicBezTo>
                    <a:pt x="20781" y="41934"/>
                    <a:pt x="17432" y="42306"/>
                    <a:pt x="14082" y="43050"/>
                  </a:cubicBezTo>
                  <a:cubicBezTo>
                    <a:pt x="10773" y="43795"/>
                    <a:pt x="7382" y="44952"/>
                    <a:pt x="3908" y="46523"/>
                  </a:cubicBezTo>
                  <a:lnTo>
                    <a:pt x="3908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BD37D778-DF92-D09A-A399-A136A6AB6DB9}"/>
                </a:ext>
              </a:extLst>
            </p:cNvPr>
            <p:cNvSpPr/>
            <p:nvPr/>
          </p:nvSpPr>
          <p:spPr>
            <a:xfrm>
              <a:off x="4599289" y="1988848"/>
              <a:ext cx="63955" cy="96087"/>
            </a:xfrm>
            <a:custGeom>
              <a:avLst/>
              <a:gdLst>
                <a:gd name="csX0" fmla="*/ 33064 w 63955"/>
                <a:gd name="csY0" fmla="*/ 42987 h 96087"/>
                <a:gd name="csX1" fmla="*/ 19665 w 63955"/>
                <a:gd name="csY1" fmla="*/ 48757 h 96087"/>
                <a:gd name="csX2" fmla="*/ 14764 w 63955"/>
                <a:gd name="csY2" fmla="*/ 64575 h 96087"/>
                <a:gd name="csX3" fmla="*/ 19665 w 63955"/>
                <a:gd name="csY3" fmla="*/ 80393 h 96087"/>
                <a:gd name="csX4" fmla="*/ 33064 w 63955"/>
                <a:gd name="csY4" fmla="*/ 86163 h 96087"/>
                <a:gd name="csX5" fmla="*/ 46401 w 63955"/>
                <a:gd name="csY5" fmla="*/ 80393 h 96087"/>
                <a:gd name="csX6" fmla="*/ 51364 w 63955"/>
                <a:gd name="csY6" fmla="*/ 64575 h 96087"/>
                <a:gd name="csX7" fmla="*/ 46401 w 63955"/>
                <a:gd name="csY7" fmla="*/ 48757 h 96087"/>
                <a:gd name="csX8" fmla="*/ 33064 w 63955"/>
                <a:gd name="csY8" fmla="*/ 42987 h 96087"/>
                <a:gd name="csX9" fmla="*/ 57939 w 63955"/>
                <a:gd name="csY9" fmla="*/ 3721 h 96087"/>
                <a:gd name="csX10" fmla="*/ 57939 w 63955"/>
                <a:gd name="csY10" fmla="*/ 15136 h 96087"/>
                <a:gd name="csX11" fmla="*/ 48385 w 63955"/>
                <a:gd name="csY11" fmla="*/ 11724 h 96087"/>
                <a:gd name="csX12" fmla="*/ 38894 w 63955"/>
                <a:gd name="csY12" fmla="*/ 10545 h 96087"/>
                <a:gd name="csX13" fmla="*/ 19913 w 63955"/>
                <a:gd name="csY13" fmla="*/ 18920 h 96087"/>
                <a:gd name="csX14" fmla="*/ 12470 w 63955"/>
                <a:gd name="csY14" fmla="*/ 44229 h 96087"/>
                <a:gd name="csX15" fmla="*/ 21650 w 63955"/>
                <a:gd name="csY15" fmla="*/ 35979 h 96087"/>
                <a:gd name="csX16" fmla="*/ 33809 w 63955"/>
                <a:gd name="csY16" fmla="*/ 33063 h 96087"/>
                <a:gd name="csX17" fmla="*/ 55829 w 63955"/>
                <a:gd name="csY17" fmla="*/ 41562 h 96087"/>
                <a:gd name="csX18" fmla="*/ 63956 w 63955"/>
                <a:gd name="csY18" fmla="*/ 64575 h 96087"/>
                <a:gd name="csX19" fmla="*/ 55520 w 63955"/>
                <a:gd name="csY19" fmla="*/ 87465 h 96087"/>
                <a:gd name="csX20" fmla="*/ 33064 w 63955"/>
                <a:gd name="csY20" fmla="*/ 96088 h 96087"/>
                <a:gd name="csX21" fmla="*/ 8499 w 63955"/>
                <a:gd name="csY21" fmla="*/ 83805 h 96087"/>
                <a:gd name="csX22" fmla="*/ 0 w 63955"/>
                <a:gd name="csY22" fmla="*/ 48074 h 96087"/>
                <a:gd name="csX23" fmla="*/ 10422 w 63955"/>
                <a:gd name="csY23" fmla="*/ 13088 h 96087"/>
                <a:gd name="csX24" fmla="*/ 38398 w 63955"/>
                <a:gd name="csY24" fmla="*/ 0 h 96087"/>
                <a:gd name="csX25" fmla="*/ 47889 w 63955"/>
                <a:gd name="csY25" fmla="*/ 930 h 96087"/>
                <a:gd name="csX26" fmla="*/ 57939 w 63955"/>
                <a:gd name="csY26" fmla="*/ 3721 h 96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63955" h="96087">
                  <a:moveTo>
                    <a:pt x="33064" y="42987"/>
                  </a:moveTo>
                  <a:cubicBezTo>
                    <a:pt x="27439" y="42987"/>
                    <a:pt x="22973" y="44911"/>
                    <a:pt x="19665" y="48757"/>
                  </a:cubicBezTo>
                  <a:cubicBezTo>
                    <a:pt x="16397" y="52603"/>
                    <a:pt x="14764" y="57875"/>
                    <a:pt x="14764" y="64575"/>
                  </a:cubicBezTo>
                  <a:cubicBezTo>
                    <a:pt x="14764" y="71233"/>
                    <a:pt x="16397" y="76506"/>
                    <a:pt x="19665" y="80393"/>
                  </a:cubicBezTo>
                  <a:cubicBezTo>
                    <a:pt x="22973" y="84240"/>
                    <a:pt x="27439" y="86163"/>
                    <a:pt x="33064" y="86163"/>
                  </a:cubicBezTo>
                  <a:cubicBezTo>
                    <a:pt x="38688" y="86163"/>
                    <a:pt x="43134" y="84240"/>
                    <a:pt x="46401" y="80393"/>
                  </a:cubicBezTo>
                  <a:cubicBezTo>
                    <a:pt x="49709" y="76506"/>
                    <a:pt x="51364" y="71233"/>
                    <a:pt x="51364" y="64575"/>
                  </a:cubicBezTo>
                  <a:cubicBezTo>
                    <a:pt x="51364" y="57875"/>
                    <a:pt x="49709" y="52603"/>
                    <a:pt x="46401" y="48757"/>
                  </a:cubicBezTo>
                  <a:cubicBezTo>
                    <a:pt x="43134" y="44911"/>
                    <a:pt x="38688" y="42987"/>
                    <a:pt x="33064" y="42987"/>
                  </a:cubicBezTo>
                  <a:moveTo>
                    <a:pt x="57939" y="3721"/>
                  </a:moveTo>
                  <a:lnTo>
                    <a:pt x="57939" y="15136"/>
                  </a:lnTo>
                  <a:cubicBezTo>
                    <a:pt x="54796" y="13646"/>
                    <a:pt x="51611" y="12509"/>
                    <a:pt x="48385" y="11724"/>
                  </a:cubicBezTo>
                  <a:cubicBezTo>
                    <a:pt x="45201" y="10938"/>
                    <a:pt x="42037" y="10545"/>
                    <a:pt x="38894" y="10545"/>
                  </a:cubicBezTo>
                  <a:cubicBezTo>
                    <a:pt x="30624" y="10545"/>
                    <a:pt x="24297" y="13336"/>
                    <a:pt x="19913" y="18920"/>
                  </a:cubicBezTo>
                  <a:cubicBezTo>
                    <a:pt x="15571" y="24503"/>
                    <a:pt x="13089" y="32939"/>
                    <a:pt x="12470" y="44229"/>
                  </a:cubicBezTo>
                  <a:cubicBezTo>
                    <a:pt x="14909" y="40631"/>
                    <a:pt x="17970" y="37880"/>
                    <a:pt x="21650" y="35979"/>
                  </a:cubicBezTo>
                  <a:cubicBezTo>
                    <a:pt x="25330" y="34035"/>
                    <a:pt x="29383" y="33063"/>
                    <a:pt x="33809" y="33063"/>
                  </a:cubicBezTo>
                  <a:cubicBezTo>
                    <a:pt x="43113" y="33063"/>
                    <a:pt x="50453" y="35896"/>
                    <a:pt x="55829" y="41562"/>
                  </a:cubicBezTo>
                  <a:cubicBezTo>
                    <a:pt x="61247" y="47186"/>
                    <a:pt x="63956" y="54857"/>
                    <a:pt x="63956" y="64575"/>
                  </a:cubicBezTo>
                  <a:cubicBezTo>
                    <a:pt x="63956" y="74087"/>
                    <a:pt x="61144" y="81717"/>
                    <a:pt x="55520" y="87465"/>
                  </a:cubicBezTo>
                  <a:cubicBezTo>
                    <a:pt x="49896" y="93213"/>
                    <a:pt x="42411" y="96088"/>
                    <a:pt x="33064" y="96088"/>
                  </a:cubicBezTo>
                  <a:cubicBezTo>
                    <a:pt x="22353" y="96088"/>
                    <a:pt x="14165" y="91994"/>
                    <a:pt x="8499" y="83805"/>
                  </a:cubicBezTo>
                  <a:cubicBezTo>
                    <a:pt x="2833" y="75576"/>
                    <a:pt x="0" y="63665"/>
                    <a:pt x="0" y="48074"/>
                  </a:cubicBezTo>
                  <a:cubicBezTo>
                    <a:pt x="0" y="33435"/>
                    <a:pt x="3474" y="21773"/>
                    <a:pt x="10422" y="13088"/>
                  </a:cubicBezTo>
                  <a:cubicBezTo>
                    <a:pt x="17369" y="4363"/>
                    <a:pt x="26695" y="0"/>
                    <a:pt x="38398" y="0"/>
                  </a:cubicBezTo>
                  <a:cubicBezTo>
                    <a:pt x="41541" y="0"/>
                    <a:pt x="44705" y="310"/>
                    <a:pt x="47889" y="930"/>
                  </a:cubicBezTo>
                  <a:cubicBezTo>
                    <a:pt x="51115" y="1550"/>
                    <a:pt x="54465" y="2481"/>
                    <a:pt x="57939" y="3721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CA5F6239-C36B-4460-68D2-9840A599CE45}"/>
                </a:ext>
              </a:extLst>
            </p:cNvPr>
            <p:cNvSpPr/>
            <p:nvPr/>
          </p:nvSpPr>
          <p:spPr>
            <a:xfrm>
              <a:off x="4603693" y="1694272"/>
              <a:ext cx="59551" cy="92614"/>
            </a:xfrm>
            <a:custGeom>
              <a:avLst/>
              <a:gdLst>
                <a:gd name="csX0" fmla="*/ 0 w 59551"/>
                <a:gd name="csY0" fmla="*/ 0 h 92614"/>
                <a:gd name="csX1" fmla="*/ 59552 w 59551"/>
                <a:gd name="csY1" fmla="*/ 0 h 92614"/>
                <a:gd name="csX2" fmla="*/ 59552 w 59551"/>
                <a:gd name="csY2" fmla="*/ 5335 h 92614"/>
                <a:gd name="csX3" fmla="*/ 25930 w 59551"/>
                <a:gd name="csY3" fmla="*/ 92615 h 92614"/>
                <a:gd name="csX4" fmla="*/ 12842 w 59551"/>
                <a:gd name="csY4" fmla="*/ 92615 h 92614"/>
                <a:gd name="csX5" fmla="*/ 44477 w 59551"/>
                <a:gd name="csY5" fmla="*/ 10545 h 92614"/>
                <a:gd name="csX6" fmla="*/ 0 w 59551"/>
                <a:gd name="csY6" fmla="*/ 10545 h 92614"/>
                <a:gd name="csX7" fmla="*/ 0 w 59551"/>
                <a:gd name="csY7" fmla="*/ 0 h 92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9551" h="92614">
                  <a:moveTo>
                    <a:pt x="0" y="0"/>
                  </a:moveTo>
                  <a:lnTo>
                    <a:pt x="59552" y="0"/>
                  </a:lnTo>
                  <a:lnTo>
                    <a:pt x="59552" y="5335"/>
                  </a:lnTo>
                  <a:lnTo>
                    <a:pt x="25930" y="92615"/>
                  </a:lnTo>
                  <a:lnTo>
                    <a:pt x="12842" y="92615"/>
                  </a:lnTo>
                  <a:lnTo>
                    <a:pt x="44477" y="10545"/>
                  </a:lnTo>
                  <a:lnTo>
                    <a:pt x="0" y="10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4CFA1A1E-D765-8437-2E0B-9C285302DE20}"/>
                </a:ext>
              </a:extLst>
            </p:cNvPr>
            <p:cNvSpPr/>
            <p:nvPr/>
          </p:nvSpPr>
          <p:spPr>
            <a:xfrm>
              <a:off x="4599724" y="1396346"/>
              <a:ext cx="63520" cy="96087"/>
            </a:xfrm>
            <a:custGeom>
              <a:avLst/>
              <a:gdLst>
                <a:gd name="csX0" fmla="*/ 31760 w 63520"/>
                <a:gd name="csY0" fmla="*/ 50309 h 96087"/>
                <a:gd name="csX1" fmla="*/ 17679 w 63520"/>
                <a:gd name="csY1" fmla="*/ 55085 h 96087"/>
                <a:gd name="csX2" fmla="*/ 12592 w 63520"/>
                <a:gd name="csY2" fmla="*/ 68236 h 96087"/>
                <a:gd name="csX3" fmla="*/ 17679 w 63520"/>
                <a:gd name="csY3" fmla="*/ 81387 h 96087"/>
                <a:gd name="csX4" fmla="*/ 31760 w 63520"/>
                <a:gd name="csY4" fmla="*/ 86163 h 96087"/>
                <a:gd name="csX5" fmla="*/ 45842 w 63520"/>
                <a:gd name="csY5" fmla="*/ 81387 h 96087"/>
                <a:gd name="csX6" fmla="*/ 50990 w 63520"/>
                <a:gd name="csY6" fmla="*/ 68236 h 96087"/>
                <a:gd name="csX7" fmla="*/ 45842 w 63520"/>
                <a:gd name="csY7" fmla="*/ 55085 h 96087"/>
                <a:gd name="csX8" fmla="*/ 31760 w 63520"/>
                <a:gd name="csY8" fmla="*/ 50309 h 96087"/>
                <a:gd name="csX9" fmla="*/ 19230 w 63520"/>
                <a:gd name="csY9" fmla="*/ 44974 h 96087"/>
                <a:gd name="csX10" fmla="*/ 6637 w 63520"/>
                <a:gd name="csY10" fmla="*/ 37467 h 96087"/>
                <a:gd name="csX11" fmla="*/ 2171 w 63520"/>
                <a:gd name="csY11" fmla="*/ 24007 h 96087"/>
                <a:gd name="csX12" fmla="*/ 10049 w 63520"/>
                <a:gd name="csY12" fmla="*/ 6451 h 96087"/>
                <a:gd name="csX13" fmla="*/ 31760 w 63520"/>
                <a:gd name="csY13" fmla="*/ 0 h 96087"/>
                <a:gd name="csX14" fmla="*/ 53472 w 63520"/>
                <a:gd name="csY14" fmla="*/ 6451 h 96087"/>
                <a:gd name="csX15" fmla="*/ 61350 w 63520"/>
                <a:gd name="csY15" fmla="*/ 24007 h 96087"/>
                <a:gd name="csX16" fmla="*/ 56821 w 63520"/>
                <a:gd name="csY16" fmla="*/ 37467 h 96087"/>
                <a:gd name="csX17" fmla="*/ 44353 w 63520"/>
                <a:gd name="csY17" fmla="*/ 44974 h 96087"/>
                <a:gd name="csX18" fmla="*/ 58434 w 63520"/>
                <a:gd name="csY18" fmla="*/ 53224 h 96087"/>
                <a:gd name="csX19" fmla="*/ 63521 w 63520"/>
                <a:gd name="csY19" fmla="*/ 68236 h 96087"/>
                <a:gd name="csX20" fmla="*/ 55270 w 63520"/>
                <a:gd name="csY20" fmla="*/ 88892 h 96087"/>
                <a:gd name="csX21" fmla="*/ 31760 w 63520"/>
                <a:gd name="csY21" fmla="*/ 96088 h 96087"/>
                <a:gd name="csX22" fmla="*/ 8188 w 63520"/>
                <a:gd name="csY22" fmla="*/ 88892 h 96087"/>
                <a:gd name="csX23" fmla="*/ 0 w 63520"/>
                <a:gd name="csY23" fmla="*/ 68236 h 96087"/>
                <a:gd name="csX24" fmla="*/ 5087 w 63520"/>
                <a:gd name="csY24" fmla="*/ 53224 h 96087"/>
                <a:gd name="csX25" fmla="*/ 19230 w 63520"/>
                <a:gd name="csY25" fmla="*/ 44974 h 96087"/>
                <a:gd name="csX26" fmla="*/ 14639 w 63520"/>
                <a:gd name="csY26" fmla="*/ 25186 h 96087"/>
                <a:gd name="csX27" fmla="*/ 19106 w 63520"/>
                <a:gd name="csY27" fmla="*/ 36413 h 96087"/>
                <a:gd name="csX28" fmla="*/ 31760 w 63520"/>
                <a:gd name="csY28" fmla="*/ 40445 h 96087"/>
                <a:gd name="csX29" fmla="*/ 44353 w 63520"/>
                <a:gd name="csY29" fmla="*/ 36413 h 96087"/>
                <a:gd name="csX30" fmla="*/ 48943 w 63520"/>
                <a:gd name="csY30" fmla="*/ 25186 h 96087"/>
                <a:gd name="csX31" fmla="*/ 44353 w 63520"/>
                <a:gd name="csY31" fmla="*/ 13957 h 96087"/>
                <a:gd name="csX32" fmla="*/ 31760 w 63520"/>
                <a:gd name="csY32" fmla="*/ 9925 h 96087"/>
                <a:gd name="csX33" fmla="*/ 19106 w 63520"/>
                <a:gd name="csY33" fmla="*/ 13957 h 96087"/>
                <a:gd name="csX34" fmla="*/ 14639 w 63520"/>
                <a:gd name="csY34" fmla="*/ 25186 h 96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63520" h="96087">
                  <a:moveTo>
                    <a:pt x="31760" y="50309"/>
                  </a:moveTo>
                  <a:cubicBezTo>
                    <a:pt x="25805" y="50309"/>
                    <a:pt x="21111" y="51901"/>
                    <a:pt x="17679" y="55085"/>
                  </a:cubicBezTo>
                  <a:cubicBezTo>
                    <a:pt x="14288" y="58269"/>
                    <a:pt x="12592" y="62653"/>
                    <a:pt x="12592" y="68236"/>
                  </a:cubicBezTo>
                  <a:cubicBezTo>
                    <a:pt x="12592" y="73819"/>
                    <a:pt x="14288" y="78203"/>
                    <a:pt x="17679" y="81387"/>
                  </a:cubicBezTo>
                  <a:cubicBezTo>
                    <a:pt x="21111" y="84571"/>
                    <a:pt x="25805" y="86163"/>
                    <a:pt x="31760" y="86163"/>
                  </a:cubicBezTo>
                  <a:cubicBezTo>
                    <a:pt x="37716" y="86163"/>
                    <a:pt x="42410" y="84571"/>
                    <a:pt x="45842" y="81387"/>
                  </a:cubicBezTo>
                  <a:cubicBezTo>
                    <a:pt x="49274" y="78161"/>
                    <a:pt x="50990" y="73777"/>
                    <a:pt x="50990" y="68236"/>
                  </a:cubicBezTo>
                  <a:cubicBezTo>
                    <a:pt x="50990" y="62653"/>
                    <a:pt x="49274" y="58269"/>
                    <a:pt x="45842" y="55085"/>
                  </a:cubicBezTo>
                  <a:cubicBezTo>
                    <a:pt x="42450" y="51901"/>
                    <a:pt x="37756" y="50309"/>
                    <a:pt x="31760" y="50309"/>
                  </a:cubicBezTo>
                  <a:moveTo>
                    <a:pt x="19230" y="44974"/>
                  </a:moveTo>
                  <a:cubicBezTo>
                    <a:pt x="13853" y="43650"/>
                    <a:pt x="9656" y="41148"/>
                    <a:pt x="6637" y="37467"/>
                  </a:cubicBezTo>
                  <a:cubicBezTo>
                    <a:pt x="3660" y="33787"/>
                    <a:pt x="2171" y="29300"/>
                    <a:pt x="2171" y="24007"/>
                  </a:cubicBezTo>
                  <a:cubicBezTo>
                    <a:pt x="2171" y="16604"/>
                    <a:pt x="4797" y="10752"/>
                    <a:pt x="10049" y="6451"/>
                  </a:cubicBezTo>
                  <a:cubicBezTo>
                    <a:pt x="15342" y="2150"/>
                    <a:pt x="22579" y="0"/>
                    <a:pt x="31760" y="0"/>
                  </a:cubicBezTo>
                  <a:cubicBezTo>
                    <a:pt x="40982" y="0"/>
                    <a:pt x="48220" y="2150"/>
                    <a:pt x="53472" y="6451"/>
                  </a:cubicBezTo>
                  <a:cubicBezTo>
                    <a:pt x="58724" y="10752"/>
                    <a:pt x="61350" y="16604"/>
                    <a:pt x="61350" y="24007"/>
                  </a:cubicBezTo>
                  <a:cubicBezTo>
                    <a:pt x="61350" y="29300"/>
                    <a:pt x="59840" y="33787"/>
                    <a:pt x="56821" y="37467"/>
                  </a:cubicBezTo>
                  <a:cubicBezTo>
                    <a:pt x="53843" y="41148"/>
                    <a:pt x="49687" y="43650"/>
                    <a:pt x="44353" y="44974"/>
                  </a:cubicBezTo>
                  <a:cubicBezTo>
                    <a:pt x="50391" y="46379"/>
                    <a:pt x="55084" y="49130"/>
                    <a:pt x="58434" y="53224"/>
                  </a:cubicBezTo>
                  <a:cubicBezTo>
                    <a:pt x="61825" y="57318"/>
                    <a:pt x="63521" y="62322"/>
                    <a:pt x="63521" y="68236"/>
                  </a:cubicBezTo>
                  <a:cubicBezTo>
                    <a:pt x="63521" y="77210"/>
                    <a:pt x="60771" y="84095"/>
                    <a:pt x="55270" y="88892"/>
                  </a:cubicBezTo>
                  <a:cubicBezTo>
                    <a:pt x="49812" y="93689"/>
                    <a:pt x="41975" y="96088"/>
                    <a:pt x="31760" y="96088"/>
                  </a:cubicBezTo>
                  <a:cubicBezTo>
                    <a:pt x="21546" y="96088"/>
                    <a:pt x="13689" y="93689"/>
                    <a:pt x="8188" y="88892"/>
                  </a:cubicBezTo>
                  <a:cubicBezTo>
                    <a:pt x="2729" y="84095"/>
                    <a:pt x="0" y="77210"/>
                    <a:pt x="0" y="68236"/>
                  </a:cubicBezTo>
                  <a:cubicBezTo>
                    <a:pt x="0" y="62322"/>
                    <a:pt x="1696" y="57318"/>
                    <a:pt x="5087" y="53224"/>
                  </a:cubicBezTo>
                  <a:cubicBezTo>
                    <a:pt x="8477" y="49130"/>
                    <a:pt x="13192" y="46379"/>
                    <a:pt x="19230" y="44974"/>
                  </a:cubicBezTo>
                  <a:moveTo>
                    <a:pt x="14639" y="25186"/>
                  </a:moveTo>
                  <a:cubicBezTo>
                    <a:pt x="14639" y="29983"/>
                    <a:pt x="16128" y="33725"/>
                    <a:pt x="19106" y="36413"/>
                  </a:cubicBezTo>
                  <a:cubicBezTo>
                    <a:pt x="22125" y="39101"/>
                    <a:pt x="26343" y="40445"/>
                    <a:pt x="31760" y="40445"/>
                  </a:cubicBezTo>
                  <a:cubicBezTo>
                    <a:pt x="37137" y="40445"/>
                    <a:pt x="41335" y="39101"/>
                    <a:pt x="44353" y="36413"/>
                  </a:cubicBezTo>
                  <a:cubicBezTo>
                    <a:pt x="47413" y="33725"/>
                    <a:pt x="48943" y="29983"/>
                    <a:pt x="48943" y="25186"/>
                  </a:cubicBezTo>
                  <a:cubicBezTo>
                    <a:pt x="48943" y="20388"/>
                    <a:pt x="47413" y="16645"/>
                    <a:pt x="44353" y="13957"/>
                  </a:cubicBezTo>
                  <a:cubicBezTo>
                    <a:pt x="41335" y="11269"/>
                    <a:pt x="37137" y="9925"/>
                    <a:pt x="31760" y="9925"/>
                  </a:cubicBezTo>
                  <a:cubicBezTo>
                    <a:pt x="26343" y="9925"/>
                    <a:pt x="22125" y="11269"/>
                    <a:pt x="19106" y="13957"/>
                  </a:cubicBezTo>
                  <a:cubicBezTo>
                    <a:pt x="16128" y="16645"/>
                    <a:pt x="14639" y="20388"/>
                    <a:pt x="14639" y="25186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1D053EDF-4324-E5D4-CB46-C27B65600F9A}"/>
                </a:ext>
              </a:extLst>
            </p:cNvPr>
            <p:cNvSpPr/>
            <p:nvPr/>
          </p:nvSpPr>
          <p:spPr>
            <a:xfrm>
              <a:off x="4432276" y="2601232"/>
              <a:ext cx="64991" cy="77688"/>
            </a:xfrm>
            <a:custGeom>
              <a:avLst/>
              <a:gdLst>
                <a:gd name="csX0" fmla="*/ 3515 w 64991"/>
                <a:gd name="csY0" fmla="*/ 0 h 77688"/>
                <a:gd name="csX1" fmla="*/ 8536 w 64991"/>
                <a:gd name="csY1" fmla="*/ 7174 h 77688"/>
                <a:gd name="csX2" fmla="*/ 8536 w 64991"/>
                <a:gd name="csY2" fmla="*/ 23314 h 77688"/>
                <a:gd name="csX3" fmla="*/ 24533 w 64991"/>
                <a:gd name="csY3" fmla="*/ 18795 h 77688"/>
                <a:gd name="csX4" fmla="*/ 40387 w 64991"/>
                <a:gd name="csY4" fmla="*/ 22168 h 77688"/>
                <a:gd name="csX5" fmla="*/ 53299 w 64991"/>
                <a:gd name="csY5" fmla="*/ 30775 h 77688"/>
                <a:gd name="csX6" fmla="*/ 61835 w 64991"/>
                <a:gd name="csY6" fmla="*/ 42611 h 77688"/>
                <a:gd name="csX7" fmla="*/ 64992 w 64991"/>
                <a:gd name="csY7" fmla="*/ 55667 h 77688"/>
                <a:gd name="csX8" fmla="*/ 58320 w 64991"/>
                <a:gd name="csY8" fmla="*/ 71593 h 77688"/>
                <a:gd name="csX9" fmla="*/ 41750 w 64991"/>
                <a:gd name="csY9" fmla="*/ 77689 h 77688"/>
                <a:gd name="csX10" fmla="*/ 30702 w 64991"/>
                <a:gd name="csY10" fmla="*/ 75896 h 77688"/>
                <a:gd name="csX11" fmla="*/ 19512 w 64991"/>
                <a:gd name="csY11" fmla="*/ 70516 h 77688"/>
                <a:gd name="csX12" fmla="*/ 9684 w 64991"/>
                <a:gd name="csY12" fmla="*/ 62411 h 77688"/>
                <a:gd name="csX13" fmla="*/ 2654 w 64991"/>
                <a:gd name="csY13" fmla="*/ 51722 h 77688"/>
                <a:gd name="csX14" fmla="*/ 0 w 64991"/>
                <a:gd name="csY14" fmla="*/ 39240 h 77688"/>
                <a:gd name="csX15" fmla="*/ 0 w 64991"/>
                <a:gd name="csY15" fmla="*/ 5739 h 77688"/>
                <a:gd name="csX16" fmla="*/ 143 w 64991"/>
                <a:gd name="csY16" fmla="*/ 3014 h 77688"/>
                <a:gd name="csX17" fmla="*/ 1076 w 64991"/>
                <a:gd name="csY17" fmla="*/ 1005 h 77688"/>
                <a:gd name="csX18" fmla="*/ 3515 w 64991"/>
                <a:gd name="csY18" fmla="*/ 0 h 77688"/>
                <a:gd name="csX19" fmla="*/ 22812 w 64991"/>
                <a:gd name="csY19" fmla="*/ 28193 h 77688"/>
                <a:gd name="csX20" fmla="*/ 19584 w 64991"/>
                <a:gd name="csY20" fmla="*/ 28408 h 77688"/>
                <a:gd name="csX21" fmla="*/ 15925 w 64991"/>
                <a:gd name="csY21" fmla="*/ 29412 h 77688"/>
                <a:gd name="csX22" fmla="*/ 12267 w 64991"/>
                <a:gd name="csY22" fmla="*/ 31564 h 77688"/>
                <a:gd name="csX23" fmla="*/ 9612 w 64991"/>
                <a:gd name="csY23" fmla="*/ 35582 h 77688"/>
                <a:gd name="csX24" fmla="*/ 8536 w 64991"/>
                <a:gd name="csY24" fmla="*/ 41678 h 77688"/>
                <a:gd name="csX25" fmla="*/ 11262 w 64991"/>
                <a:gd name="csY25" fmla="*/ 52080 h 77688"/>
                <a:gd name="csX26" fmla="*/ 20731 w 64991"/>
                <a:gd name="csY26" fmla="*/ 61693 h 77688"/>
                <a:gd name="csX27" fmla="*/ 33931 w 64991"/>
                <a:gd name="csY27" fmla="*/ 66858 h 77688"/>
                <a:gd name="csX28" fmla="*/ 45839 w 64991"/>
                <a:gd name="csY28" fmla="*/ 68579 h 77688"/>
                <a:gd name="csX29" fmla="*/ 57603 w 64991"/>
                <a:gd name="csY29" fmla="*/ 64921 h 77688"/>
                <a:gd name="csX30" fmla="*/ 61692 w 64991"/>
                <a:gd name="csY30" fmla="*/ 55523 h 77688"/>
                <a:gd name="csX31" fmla="*/ 58536 w 64991"/>
                <a:gd name="csY31" fmla="*/ 45552 h 77688"/>
                <a:gd name="csX32" fmla="*/ 49210 w 64991"/>
                <a:gd name="csY32" fmla="*/ 36155 h 77688"/>
                <a:gd name="csX33" fmla="*/ 36154 w 64991"/>
                <a:gd name="csY33" fmla="*/ 30417 h 77688"/>
                <a:gd name="csX34" fmla="*/ 22812 w 64991"/>
                <a:gd name="csY34" fmla="*/ 28193 h 77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64991" h="77688">
                  <a:moveTo>
                    <a:pt x="3515" y="0"/>
                  </a:moveTo>
                  <a:cubicBezTo>
                    <a:pt x="6863" y="0"/>
                    <a:pt x="8536" y="2391"/>
                    <a:pt x="8536" y="7174"/>
                  </a:cubicBezTo>
                  <a:lnTo>
                    <a:pt x="8536" y="23314"/>
                  </a:lnTo>
                  <a:cubicBezTo>
                    <a:pt x="12841" y="20302"/>
                    <a:pt x="18173" y="18795"/>
                    <a:pt x="24533" y="18795"/>
                  </a:cubicBezTo>
                  <a:cubicBezTo>
                    <a:pt x="29985" y="18795"/>
                    <a:pt x="35270" y="19919"/>
                    <a:pt x="40387" y="22168"/>
                  </a:cubicBezTo>
                  <a:cubicBezTo>
                    <a:pt x="45456" y="24366"/>
                    <a:pt x="49760" y="27236"/>
                    <a:pt x="53299" y="30775"/>
                  </a:cubicBezTo>
                  <a:cubicBezTo>
                    <a:pt x="56838" y="34267"/>
                    <a:pt x="59683" y="38212"/>
                    <a:pt x="61835" y="42611"/>
                  </a:cubicBezTo>
                  <a:cubicBezTo>
                    <a:pt x="63940" y="47011"/>
                    <a:pt x="64992" y="51363"/>
                    <a:pt x="64992" y="55667"/>
                  </a:cubicBezTo>
                  <a:cubicBezTo>
                    <a:pt x="64992" y="62219"/>
                    <a:pt x="62768" y="67527"/>
                    <a:pt x="58320" y="71593"/>
                  </a:cubicBezTo>
                  <a:cubicBezTo>
                    <a:pt x="53873" y="75657"/>
                    <a:pt x="48349" y="77689"/>
                    <a:pt x="41750" y="77689"/>
                  </a:cubicBezTo>
                  <a:cubicBezTo>
                    <a:pt x="38259" y="77689"/>
                    <a:pt x="34576" y="77091"/>
                    <a:pt x="30702" y="75896"/>
                  </a:cubicBezTo>
                  <a:cubicBezTo>
                    <a:pt x="26829" y="74652"/>
                    <a:pt x="23099" y="72859"/>
                    <a:pt x="19512" y="70516"/>
                  </a:cubicBezTo>
                  <a:cubicBezTo>
                    <a:pt x="15877" y="68173"/>
                    <a:pt x="12601" y="65471"/>
                    <a:pt x="9684" y="62411"/>
                  </a:cubicBezTo>
                  <a:cubicBezTo>
                    <a:pt x="6767" y="59302"/>
                    <a:pt x="4424" y="55739"/>
                    <a:pt x="2654" y="51722"/>
                  </a:cubicBezTo>
                  <a:cubicBezTo>
                    <a:pt x="885" y="47657"/>
                    <a:pt x="0" y="43496"/>
                    <a:pt x="0" y="39240"/>
                  </a:cubicBezTo>
                  <a:lnTo>
                    <a:pt x="0" y="5739"/>
                  </a:lnTo>
                  <a:cubicBezTo>
                    <a:pt x="0" y="4544"/>
                    <a:pt x="48" y="3635"/>
                    <a:pt x="143" y="3014"/>
                  </a:cubicBezTo>
                  <a:cubicBezTo>
                    <a:pt x="191" y="2344"/>
                    <a:pt x="502" y="1674"/>
                    <a:pt x="1076" y="1005"/>
                  </a:cubicBezTo>
                  <a:cubicBezTo>
                    <a:pt x="1602" y="335"/>
                    <a:pt x="2415" y="0"/>
                    <a:pt x="3515" y="0"/>
                  </a:cubicBezTo>
                  <a:moveTo>
                    <a:pt x="22812" y="28193"/>
                  </a:moveTo>
                  <a:cubicBezTo>
                    <a:pt x="21664" y="28193"/>
                    <a:pt x="20588" y="28265"/>
                    <a:pt x="19584" y="28408"/>
                  </a:cubicBezTo>
                  <a:cubicBezTo>
                    <a:pt x="18532" y="28552"/>
                    <a:pt x="17312" y="28886"/>
                    <a:pt x="15925" y="29412"/>
                  </a:cubicBezTo>
                  <a:cubicBezTo>
                    <a:pt x="14490" y="29938"/>
                    <a:pt x="13271" y="30655"/>
                    <a:pt x="12267" y="31564"/>
                  </a:cubicBezTo>
                  <a:cubicBezTo>
                    <a:pt x="11215" y="32472"/>
                    <a:pt x="10330" y="33812"/>
                    <a:pt x="9612" y="35582"/>
                  </a:cubicBezTo>
                  <a:cubicBezTo>
                    <a:pt x="8895" y="37303"/>
                    <a:pt x="8536" y="39335"/>
                    <a:pt x="8536" y="41678"/>
                  </a:cubicBezTo>
                  <a:cubicBezTo>
                    <a:pt x="8536" y="44979"/>
                    <a:pt x="9445" y="48446"/>
                    <a:pt x="11262" y="52080"/>
                  </a:cubicBezTo>
                  <a:cubicBezTo>
                    <a:pt x="13080" y="55715"/>
                    <a:pt x="16236" y="58919"/>
                    <a:pt x="20731" y="61693"/>
                  </a:cubicBezTo>
                  <a:cubicBezTo>
                    <a:pt x="24557" y="63989"/>
                    <a:pt x="28957" y="65710"/>
                    <a:pt x="33931" y="66858"/>
                  </a:cubicBezTo>
                  <a:cubicBezTo>
                    <a:pt x="38904" y="68005"/>
                    <a:pt x="42874" y="68579"/>
                    <a:pt x="45839" y="68579"/>
                  </a:cubicBezTo>
                  <a:cubicBezTo>
                    <a:pt x="50908" y="68579"/>
                    <a:pt x="54829" y="67360"/>
                    <a:pt x="57603" y="64921"/>
                  </a:cubicBezTo>
                  <a:cubicBezTo>
                    <a:pt x="60329" y="62434"/>
                    <a:pt x="61692" y="59301"/>
                    <a:pt x="61692" y="55523"/>
                  </a:cubicBezTo>
                  <a:cubicBezTo>
                    <a:pt x="61692" y="52414"/>
                    <a:pt x="60640" y="49091"/>
                    <a:pt x="58536" y="45552"/>
                  </a:cubicBezTo>
                  <a:cubicBezTo>
                    <a:pt x="56384" y="42013"/>
                    <a:pt x="53275" y="38880"/>
                    <a:pt x="49210" y="36155"/>
                  </a:cubicBezTo>
                  <a:cubicBezTo>
                    <a:pt x="45671" y="33764"/>
                    <a:pt x="41319" y="31851"/>
                    <a:pt x="36154" y="30417"/>
                  </a:cubicBezTo>
                  <a:cubicBezTo>
                    <a:pt x="30989" y="28934"/>
                    <a:pt x="26542" y="28193"/>
                    <a:pt x="22812" y="28193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759D9137-F42B-4771-2E9B-4DF5DFEF6744}"/>
                </a:ext>
              </a:extLst>
            </p:cNvPr>
            <p:cNvSpPr/>
            <p:nvPr/>
          </p:nvSpPr>
          <p:spPr>
            <a:xfrm>
              <a:off x="4384739" y="2545241"/>
              <a:ext cx="68492" cy="41074"/>
            </a:xfrm>
            <a:custGeom>
              <a:avLst/>
              <a:gdLst>
                <a:gd name="csX0" fmla="*/ 68492 w 68492"/>
                <a:gd name="csY0" fmla="*/ 41075 h 41074"/>
                <a:gd name="csX1" fmla="*/ 66082 w 68492"/>
                <a:gd name="csY1" fmla="*/ 40925 h 41074"/>
                <a:gd name="csX2" fmla="*/ 64676 w 68492"/>
                <a:gd name="csY2" fmla="*/ 39920 h 41074"/>
                <a:gd name="csX3" fmla="*/ 42682 w 68492"/>
                <a:gd name="csY3" fmla="*/ 20186 h 41074"/>
                <a:gd name="csX4" fmla="*/ 19935 w 68492"/>
                <a:gd name="csY4" fmla="*/ 9390 h 41074"/>
                <a:gd name="csX5" fmla="*/ 8135 w 68492"/>
                <a:gd name="csY5" fmla="*/ 13006 h 41074"/>
                <a:gd name="csX6" fmla="*/ 3214 w 68492"/>
                <a:gd name="csY6" fmla="*/ 23149 h 41074"/>
                <a:gd name="csX7" fmla="*/ 5976 w 68492"/>
                <a:gd name="csY7" fmla="*/ 31484 h 41074"/>
                <a:gd name="csX8" fmla="*/ 13658 w 68492"/>
                <a:gd name="csY8" fmla="*/ 37058 h 41074"/>
                <a:gd name="csX9" fmla="*/ 13558 w 68492"/>
                <a:gd name="csY9" fmla="*/ 35701 h 41074"/>
                <a:gd name="csX10" fmla="*/ 15165 w 68492"/>
                <a:gd name="csY10" fmla="*/ 31735 h 41074"/>
                <a:gd name="csX11" fmla="*/ 18931 w 68492"/>
                <a:gd name="csY11" fmla="*/ 30279 h 41074"/>
                <a:gd name="csX12" fmla="*/ 23048 w 68492"/>
                <a:gd name="csY12" fmla="*/ 32086 h 41074"/>
                <a:gd name="csX13" fmla="*/ 24354 w 68492"/>
                <a:gd name="csY13" fmla="*/ 35602 h 41074"/>
                <a:gd name="csX14" fmla="*/ 24203 w 68492"/>
                <a:gd name="csY14" fmla="*/ 37259 h 41074"/>
                <a:gd name="csX15" fmla="*/ 22647 w 68492"/>
                <a:gd name="csY15" fmla="*/ 39619 h 41074"/>
                <a:gd name="csX16" fmla="*/ 18630 w 68492"/>
                <a:gd name="csY16" fmla="*/ 41075 h 41074"/>
                <a:gd name="csX17" fmla="*/ 5724 w 68492"/>
                <a:gd name="csY17" fmla="*/ 35652 h 41074"/>
                <a:gd name="csX18" fmla="*/ 0 w 68492"/>
                <a:gd name="csY18" fmla="*/ 21843 h 41074"/>
                <a:gd name="csX19" fmla="*/ 5624 w 68492"/>
                <a:gd name="csY19" fmla="*/ 6226 h 41074"/>
                <a:gd name="csX20" fmla="*/ 19935 w 68492"/>
                <a:gd name="csY20" fmla="*/ 0 h 41074"/>
                <a:gd name="csX21" fmla="*/ 25810 w 68492"/>
                <a:gd name="csY21" fmla="*/ 954 h 41074"/>
                <a:gd name="csX22" fmla="*/ 30731 w 68492"/>
                <a:gd name="csY22" fmla="*/ 3113 h 41074"/>
                <a:gd name="csX23" fmla="*/ 36355 w 68492"/>
                <a:gd name="csY23" fmla="*/ 7632 h 41074"/>
                <a:gd name="csX24" fmla="*/ 42280 w 68492"/>
                <a:gd name="csY24" fmla="*/ 13607 h 41074"/>
                <a:gd name="csX25" fmla="*/ 49963 w 68492"/>
                <a:gd name="csY25" fmla="*/ 22244 h 41074"/>
                <a:gd name="csX26" fmla="*/ 60559 w 68492"/>
                <a:gd name="csY26" fmla="*/ 33141 h 41074"/>
                <a:gd name="csX27" fmla="*/ 60559 w 68492"/>
                <a:gd name="csY27" fmla="*/ 14612 h 41074"/>
                <a:gd name="csX28" fmla="*/ 59755 w 68492"/>
                <a:gd name="csY28" fmla="*/ 4870 h 41074"/>
                <a:gd name="csX29" fmla="*/ 50616 w 68492"/>
                <a:gd name="csY29" fmla="*/ 2611 h 41074"/>
                <a:gd name="csX30" fmla="*/ 50616 w 68492"/>
                <a:gd name="csY30" fmla="*/ 0 h 41074"/>
                <a:gd name="csX31" fmla="*/ 68492 w 68492"/>
                <a:gd name="csY31" fmla="*/ 2913 h 41074"/>
                <a:gd name="csX32" fmla="*/ 68492 w 68492"/>
                <a:gd name="csY32" fmla="*/ 41075 h 410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68492" h="41074">
                  <a:moveTo>
                    <a:pt x="68492" y="41075"/>
                  </a:moveTo>
                  <a:cubicBezTo>
                    <a:pt x="67254" y="41075"/>
                    <a:pt x="66450" y="41025"/>
                    <a:pt x="66082" y="40925"/>
                  </a:cubicBezTo>
                  <a:cubicBezTo>
                    <a:pt x="65714" y="40791"/>
                    <a:pt x="65245" y="40456"/>
                    <a:pt x="64676" y="39920"/>
                  </a:cubicBezTo>
                  <a:lnTo>
                    <a:pt x="42682" y="20186"/>
                  </a:lnTo>
                  <a:cubicBezTo>
                    <a:pt x="34581" y="12989"/>
                    <a:pt x="26999" y="9390"/>
                    <a:pt x="19935" y="9390"/>
                  </a:cubicBezTo>
                  <a:cubicBezTo>
                    <a:pt x="15349" y="9390"/>
                    <a:pt x="11415" y="10595"/>
                    <a:pt x="8135" y="13006"/>
                  </a:cubicBezTo>
                  <a:cubicBezTo>
                    <a:pt x="4854" y="15382"/>
                    <a:pt x="3214" y="18763"/>
                    <a:pt x="3214" y="23149"/>
                  </a:cubicBezTo>
                  <a:cubicBezTo>
                    <a:pt x="3214" y="26162"/>
                    <a:pt x="4134" y="28940"/>
                    <a:pt x="5976" y="31484"/>
                  </a:cubicBezTo>
                  <a:cubicBezTo>
                    <a:pt x="7817" y="34028"/>
                    <a:pt x="10378" y="35886"/>
                    <a:pt x="13658" y="37058"/>
                  </a:cubicBezTo>
                  <a:cubicBezTo>
                    <a:pt x="13591" y="36857"/>
                    <a:pt x="13558" y="36405"/>
                    <a:pt x="13558" y="35701"/>
                  </a:cubicBezTo>
                  <a:cubicBezTo>
                    <a:pt x="13558" y="33994"/>
                    <a:pt x="14093" y="32672"/>
                    <a:pt x="15165" y="31735"/>
                  </a:cubicBezTo>
                  <a:cubicBezTo>
                    <a:pt x="16236" y="30764"/>
                    <a:pt x="17491" y="30279"/>
                    <a:pt x="18931" y="30279"/>
                  </a:cubicBezTo>
                  <a:cubicBezTo>
                    <a:pt x="20772" y="30279"/>
                    <a:pt x="22144" y="30881"/>
                    <a:pt x="23048" y="32086"/>
                  </a:cubicBezTo>
                  <a:cubicBezTo>
                    <a:pt x="23919" y="33258"/>
                    <a:pt x="24354" y="34430"/>
                    <a:pt x="24354" y="35602"/>
                  </a:cubicBezTo>
                  <a:cubicBezTo>
                    <a:pt x="24354" y="36070"/>
                    <a:pt x="24304" y="36623"/>
                    <a:pt x="24203" y="37259"/>
                  </a:cubicBezTo>
                  <a:cubicBezTo>
                    <a:pt x="24103" y="37861"/>
                    <a:pt x="23584" y="38648"/>
                    <a:pt x="22647" y="39619"/>
                  </a:cubicBezTo>
                  <a:cubicBezTo>
                    <a:pt x="21676" y="40589"/>
                    <a:pt x="20337" y="41075"/>
                    <a:pt x="18630" y="41075"/>
                  </a:cubicBezTo>
                  <a:cubicBezTo>
                    <a:pt x="13842" y="41075"/>
                    <a:pt x="9541" y="39267"/>
                    <a:pt x="5724" y="35652"/>
                  </a:cubicBezTo>
                  <a:cubicBezTo>
                    <a:pt x="1908" y="32003"/>
                    <a:pt x="0" y="27400"/>
                    <a:pt x="0" y="21843"/>
                  </a:cubicBezTo>
                  <a:cubicBezTo>
                    <a:pt x="0" y="15549"/>
                    <a:pt x="1875" y="10344"/>
                    <a:pt x="5624" y="6226"/>
                  </a:cubicBezTo>
                  <a:cubicBezTo>
                    <a:pt x="9340" y="2075"/>
                    <a:pt x="14110" y="0"/>
                    <a:pt x="19935" y="0"/>
                  </a:cubicBezTo>
                  <a:cubicBezTo>
                    <a:pt x="21977" y="0"/>
                    <a:pt x="23935" y="318"/>
                    <a:pt x="25810" y="954"/>
                  </a:cubicBezTo>
                  <a:cubicBezTo>
                    <a:pt x="27651" y="1556"/>
                    <a:pt x="29292" y="2276"/>
                    <a:pt x="30731" y="3113"/>
                  </a:cubicBezTo>
                  <a:cubicBezTo>
                    <a:pt x="32171" y="3917"/>
                    <a:pt x="34045" y="5423"/>
                    <a:pt x="36355" y="7632"/>
                  </a:cubicBezTo>
                  <a:cubicBezTo>
                    <a:pt x="38665" y="9841"/>
                    <a:pt x="40640" y="11833"/>
                    <a:pt x="42280" y="13607"/>
                  </a:cubicBezTo>
                  <a:cubicBezTo>
                    <a:pt x="43921" y="15382"/>
                    <a:pt x="46482" y="18261"/>
                    <a:pt x="49963" y="22244"/>
                  </a:cubicBezTo>
                  <a:lnTo>
                    <a:pt x="60559" y="33141"/>
                  </a:lnTo>
                  <a:lnTo>
                    <a:pt x="60559" y="14612"/>
                  </a:lnTo>
                  <a:cubicBezTo>
                    <a:pt x="60559" y="8587"/>
                    <a:pt x="60291" y="5339"/>
                    <a:pt x="59755" y="4870"/>
                  </a:cubicBezTo>
                  <a:cubicBezTo>
                    <a:pt x="58784" y="4201"/>
                    <a:pt x="55738" y="3448"/>
                    <a:pt x="50616" y="2611"/>
                  </a:cubicBezTo>
                  <a:lnTo>
                    <a:pt x="50616" y="0"/>
                  </a:lnTo>
                  <a:lnTo>
                    <a:pt x="68492" y="2913"/>
                  </a:lnTo>
                  <a:lnTo>
                    <a:pt x="68492" y="41075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024085C8-4F44-1CB4-63AB-A6B6D30B00C3}"/>
                </a:ext>
              </a:extLst>
            </p:cNvPr>
            <p:cNvSpPr/>
            <p:nvPr/>
          </p:nvSpPr>
          <p:spPr>
            <a:xfrm>
              <a:off x="4492029" y="2539918"/>
              <a:ext cx="47251" cy="46397"/>
            </a:xfrm>
            <a:custGeom>
              <a:avLst/>
              <a:gdLst>
                <a:gd name="csX0" fmla="*/ 36305 w 47251"/>
                <a:gd name="csY0" fmla="*/ 46398 h 46397"/>
                <a:gd name="csX1" fmla="*/ 22948 w 47251"/>
                <a:gd name="csY1" fmla="*/ 36104 h 46397"/>
                <a:gd name="csX2" fmla="*/ 19232 w 47251"/>
                <a:gd name="csY2" fmla="*/ 17174 h 46397"/>
                <a:gd name="csX3" fmla="*/ 15466 w 47251"/>
                <a:gd name="csY3" fmla="*/ 17174 h 46397"/>
                <a:gd name="csX4" fmla="*/ 5724 w 47251"/>
                <a:gd name="csY4" fmla="*/ 20538 h 46397"/>
                <a:gd name="csX5" fmla="*/ 2310 w 47251"/>
                <a:gd name="csY5" fmla="*/ 28069 h 46397"/>
                <a:gd name="csX6" fmla="*/ 7030 w 47251"/>
                <a:gd name="csY6" fmla="*/ 39217 h 46397"/>
                <a:gd name="csX7" fmla="*/ 8687 w 47251"/>
                <a:gd name="csY7" fmla="*/ 35049 h 46397"/>
                <a:gd name="csX8" fmla="*/ 11750 w 47251"/>
                <a:gd name="csY8" fmla="*/ 33945 h 46397"/>
                <a:gd name="csX9" fmla="*/ 15165 w 47251"/>
                <a:gd name="csY9" fmla="*/ 35250 h 46397"/>
                <a:gd name="csX10" fmla="*/ 16470 w 47251"/>
                <a:gd name="csY10" fmla="*/ 38665 h 46397"/>
                <a:gd name="csX11" fmla="*/ 15215 w 47251"/>
                <a:gd name="csY11" fmla="*/ 42079 h 46397"/>
                <a:gd name="csX12" fmla="*/ 11650 w 47251"/>
                <a:gd name="csY12" fmla="*/ 43435 h 46397"/>
                <a:gd name="csX13" fmla="*/ 3314 w 47251"/>
                <a:gd name="csY13" fmla="*/ 38916 h 46397"/>
                <a:gd name="csX14" fmla="*/ 0 w 47251"/>
                <a:gd name="csY14" fmla="*/ 27869 h 46397"/>
                <a:gd name="csX15" fmla="*/ 5674 w 47251"/>
                <a:gd name="csY15" fmla="*/ 13808 h 46397"/>
                <a:gd name="csX16" fmla="*/ 9691 w 47251"/>
                <a:gd name="csY16" fmla="*/ 11197 h 46397"/>
                <a:gd name="csX17" fmla="*/ 13457 w 47251"/>
                <a:gd name="csY17" fmla="*/ 10193 h 46397"/>
                <a:gd name="csX18" fmla="*/ 17826 w 47251"/>
                <a:gd name="csY18" fmla="*/ 10093 h 46397"/>
                <a:gd name="csX19" fmla="*/ 38364 w 47251"/>
                <a:gd name="csY19" fmla="*/ 10093 h 46397"/>
                <a:gd name="csX20" fmla="*/ 39970 w 47251"/>
                <a:gd name="csY20" fmla="*/ 9892 h 46397"/>
                <a:gd name="csX21" fmla="*/ 42281 w 47251"/>
                <a:gd name="csY21" fmla="*/ 8787 h 46397"/>
                <a:gd name="csX22" fmla="*/ 43536 w 47251"/>
                <a:gd name="csY22" fmla="*/ 6277 h 46397"/>
                <a:gd name="csX23" fmla="*/ 36958 w 47251"/>
                <a:gd name="csY23" fmla="*/ 2611 h 46397"/>
                <a:gd name="csX24" fmla="*/ 31183 w 47251"/>
                <a:gd name="csY24" fmla="*/ 2611 h 46397"/>
                <a:gd name="csX25" fmla="*/ 31183 w 47251"/>
                <a:gd name="csY25" fmla="*/ 0 h 46397"/>
                <a:gd name="csX26" fmla="*/ 36958 w 47251"/>
                <a:gd name="csY26" fmla="*/ 0 h 46397"/>
                <a:gd name="csX27" fmla="*/ 44590 w 47251"/>
                <a:gd name="csY27" fmla="*/ 2913 h 46397"/>
                <a:gd name="csX28" fmla="*/ 46699 w 47251"/>
                <a:gd name="csY28" fmla="*/ 8436 h 46397"/>
                <a:gd name="csX29" fmla="*/ 44189 w 47251"/>
                <a:gd name="csY29" fmla="*/ 14010 h 46397"/>
                <a:gd name="csX30" fmla="*/ 38263 w 47251"/>
                <a:gd name="csY30" fmla="*/ 16469 h 46397"/>
                <a:gd name="csX31" fmla="*/ 44742 w 47251"/>
                <a:gd name="csY31" fmla="*/ 21592 h 46397"/>
                <a:gd name="csX32" fmla="*/ 47251 w 47251"/>
                <a:gd name="csY32" fmla="*/ 29928 h 46397"/>
                <a:gd name="csX33" fmla="*/ 46297 w 47251"/>
                <a:gd name="csY33" fmla="*/ 37158 h 46397"/>
                <a:gd name="csX34" fmla="*/ 42834 w 47251"/>
                <a:gd name="csY34" fmla="*/ 43536 h 46397"/>
                <a:gd name="csX35" fmla="*/ 36305 w 47251"/>
                <a:gd name="csY35" fmla="*/ 46398 h 46397"/>
                <a:gd name="csX36" fmla="*/ 36205 w 47251"/>
                <a:gd name="csY36" fmla="*/ 38464 h 46397"/>
                <a:gd name="csX37" fmla="*/ 42481 w 47251"/>
                <a:gd name="csY37" fmla="*/ 35752 h 46397"/>
                <a:gd name="csX38" fmla="*/ 44942 w 47251"/>
                <a:gd name="csY38" fmla="*/ 29224 h 46397"/>
                <a:gd name="csX39" fmla="*/ 41628 w 47251"/>
                <a:gd name="csY39" fmla="*/ 21039 h 46397"/>
                <a:gd name="csX40" fmla="*/ 31685 w 47251"/>
                <a:gd name="csY40" fmla="*/ 17174 h 46397"/>
                <a:gd name="csX41" fmla="*/ 21391 w 47251"/>
                <a:gd name="csY41" fmla="*/ 17174 h 46397"/>
                <a:gd name="csX42" fmla="*/ 26363 w 47251"/>
                <a:gd name="csY42" fmla="*/ 33544 h 46397"/>
                <a:gd name="csX43" fmla="*/ 36205 w 47251"/>
                <a:gd name="csY43" fmla="*/ 38464 h 46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7251" h="46397">
                  <a:moveTo>
                    <a:pt x="36305" y="46398"/>
                  </a:moveTo>
                  <a:cubicBezTo>
                    <a:pt x="30480" y="46398"/>
                    <a:pt x="26028" y="42967"/>
                    <a:pt x="22948" y="36104"/>
                  </a:cubicBezTo>
                  <a:cubicBezTo>
                    <a:pt x="20973" y="31987"/>
                    <a:pt x="19734" y="25677"/>
                    <a:pt x="19232" y="17174"/>
                  </a:cubicBezTo>
                  <a:lnTo>
                    <a:pt x="15466" y="17174"/>
                  </a:lnTo>
                  <a:cubicBezTo>
                    <a:pt x="11214" y="17174"/>
                    <a:pt x="7967" y="18295"/>
                    <a:pt x="5724" y="20538"/>
                  </a:cubicBezTo>
                  <a:cubicBezTo>
                    <a:pt x="3448" y="22747"/>
                    <a:pt x="2310" y="25258"/>
                    <a:pt x="2310" y="28069"/>
                  </a:cubicBezTo>
                  <a:cubicBezTo>
                    <a:pt x="2310" y="33091"/>
                    <a:pt x="3883" y="36807"/>
                    <a:pt x="7030" y="39217"/>
                  </a:cubicBezTo>
                  <a:cubicBezTo>
                    <a:pt x="7097" y="37176"/>
                    <a:pt x="7649" y="35786"/>
                    <a:pt x="8687" y="35049"/>
                  </a:cubicBezTo>
                  <a:cubicBezTo>
                    <a:pt x="9691" y="34313"/>
                    <a:pt x="10712" y="33945"/>
                    <a:pt x="11750" y="33945"/>
                  </a:cubicBezTo>
                  <a:cubicBezTo>
                    <a:pt x="13123" y="33945"/>
                    <a:pt x="14261" y="34380"/>
                    <a:pt x="15165" y="35250"/>
                  </a:cubicBezTo>
                  <a:cubicBezTo>
                    <a:pt x="16035" y="36087"/>
                    <a:pt x="16470" y="37225"/>
                    <a:pt x="16470" y="38665"/>
                  </a:cubicBezTo>
                  <a:cubicBezTo>
                    <a:pt x="16470" y="40038"/>
                    <a:pt x="16052" y="41176"/>
                    <a:pt x="15215" y="42079"/>
                  </a:cubicBezTo>
                  <a:cubicBezTo>
                    <a:pt x="14345" y="42983"/>
                    <a:pt x="13156" y="43435"/>
                    <a:pt x="11650" y="43435"/>
                  </a:cubicBezTo>
                  <a:cubicBezTo>
                    <a:pt x="8302" y="43435"/>
                    <a:pt x="5523" y="41928"/>
                    <a:pt x="3314" y="38916"/>
                  </a:cubicBezTo>
                  <a:cubicBezTo>
                    <a:pt x="1105" y="35869"/>
                    <a:pt x="0" y="32187"/>
                    <a:pt x="0" y="27869"/>
                  </a:cubicBezTo>
                  <a:cubicBezTo>
                    <a:pt x="0" y="22245"/>
                    <a:pt x="1891" y="17558"/>
                    <a:pt x="5674" y="13808"/>
                  </a:cubicBezTo>
                  <a:cubicBezTo>
                    <a:pt x="6846" y="12637"/>
                    <a:pt x="8185" y="11767"/>
                    <a:pt x="9691" y="11197"/>
                  </a:cubicBezTo>
                  <a:cubicBezTo>
                    <a:pt x="11198" y="10595"/>
                    <a:pt x="12453" y="10260"/>
                    <a:pt x="13457" y="10193"/>
                  </a:cubicBezTo>
                  <a:cubicBezTo>
                    <a:pt x="14428" y="10126"/>
                    <a:pt x="15884" y="10093"/>
                    <a:pt x="17826" y="10093"/>
                  </a:cubicBezTo>
                  <a:lnTo>
                    <a:pt x="38364" y="10093"/>
                  </a:lnTo>
                  <a:cubicBezTo>
                    <a:pt x="38765" y="10093"/>
                    <a:pt x="39301" y="10026"/>
                    <a:pt x="39970" y="9892"/>
                  </a:cubicBezTo>
                  <a:cubicBezTo>
                    <a:pt x="40640" y="9759"/>
                    <a:pt x="41410" y="9390"/>
                    <a:pt x="42281" y="8787"/>
                  </a:cubicBezTo>
                  <a:cubicBezTo>
                    <a:pt x="43118" y="8151"/>
                    <a:pt x="43536" y="7314"/>
                    <a:pt x="43536" y="6277"/>
                  </a:cubicBezTo>
                  <a:cubicBezTo>
                    <a:pt x="43536" y="3799"/>
                    <a:pt x="41344" y="2577"/>
                    <a:pt x="36958" y="2611"/>
                  </a:cubicBezTo>
                  <a:lnTo>
                    <a:pt x="31183" y="2611"/>
                  </a:lnTo>
                  <a:lnTo>
                    <a:pt x="31183" y="0"/>
                  </a:lnTo>
                  <a:lnTo>
                    <a:pt x="36958" y="0"/>
                  </a:lnTo>
                  <a:cubicBezTo>
                    <a:pt x="40606" y="0"/>
                    <a:pt x="43150" y="971"/>
                    <a:pt x="44590" y="2913"/>
                  </a:cubicBezTo>
                  <a:cubicBezTo>
                    <a:pt x="45996" y="4821"/>
                    <a:pt x="46699" y="6662"/>
                    <a:pt x="46699" y="8436"/>
                  </a:cubicBezTo>
                  <a:cubicBezTo>
                    <a:pt x="46699" y="10713"/>
                    <a:pt x="45862" y="12571"/>
                    <a:pt x="44189" y="14010"/>
                  </a:cubicBezTo>
                  <a:cubicBezTo>
                    <a:pt x="42514" y="15450"/>
                    <a:pt x="40539" y="16269"/>
                    <a:pt x="38263" y="16469"/>
                  </a:cubicBezTo>
                  <a:cubicBezTo>
                    <a:pt x="40874" y="17508"/>
                    <a:pt x="43034" y="19215"/>
                    <a:pt x="44742" y="21592"/>
                  </a:cubicBezTo>
                  <a:cubicBezTo>
                    <a:pt x="46415" y="23936"/>
                    <a:pt x="47251" y="26715"/>
                    <a:pt x="47251" y="29928"/>
                  </a:cubicBezTo>
                  <a:cubicBezTo>
                    <a:pt x="47251" y="32405"/>
                    <a:pt x="46933" y="34815"/>
                    <a:pt x="46297" y="37158"/>
                  </a:cubicBezTo>
                  <a:cubicBezTo>
                    <a:pt x="45695" y="39468"/>
                    <a:pt x="44540" y="41594"/>
                    <a:pt x="42834" y="43536"/>
                  </a:cubicBezTo>
                  <a:cubicBezTo>
                    <a:pt x="41092" y="45444"/>
                    <a:pt x="38916" y="46398"/>
                    <a:pt x="36305" y="46398"/>
                  </a:cubicBezTo>
                  <a:moveTo>
                    <a:pt x="36205" y="38464"/>
                  </a:moveTo>
                  <a:cubicBezTo>
                    <a:pt x="38748" y="38464"/>
                    <a:pt x="40841" y="37560"/>
                    <a:pt x="42481" y="35752"/>
                  </a:cubicBezTo>
                  <a:cubicBezTo>
                    <a:pt x="44122" y="33945"/>
                    <a:pt x="44942" y="31769"/>
                    <a:pt x="44942" y="29224"/>
                  </a:cubicBezTo>
                  <a:cubicBezTo>
                    <a:pt x="44942" y="26345"/>
                    <a:pt x="43838" y="23617"/>
                    <a:pt x="41628" y="21039"/>
                  </a:cubicBezTo>
                  <a:cubicBezTo>
                    <a:pt x="39385" y="18462"/>
                    <a:pt x="36071" y="17174"/>
                    <a:pt x="31685" y="17174"/>
                  </a:cubicBezTo>
                  <a:lnTo>
                    <a:pt x="21391" y="17174"/>
                  </a:lnTo>
                  <a:cubicBezTo>
                    <a:pt x="21659" y="24772"/>
                    <a:pt x="23316" y="30229"/>
                    <a:pt x="26363" y="33544"/>
                  </a:cubicBezTo>
                  <a:cubicBezTo>
                    <a:pt x="29375" y="36824"/>
                    <a:pt x="32656" y="38464"/>
                    <a:pt x="36205" y="3846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FD1B9972-6B72-F038-E648-6F900746191D}"/>
                </a:ext>
              </a:extLst>
            </p:cNvPr>
            <p:cNvSpPr/>
            <p:nvPr/>
          </p:nvSpPr>
          <p:spPr>
            <a:xfrm>
              <a:off x="4492682" y="2492906"/>
              <a:ext cx="65378" cy="50717"/>
            </a:xfrm>
            <a:custGeom>
              <a:avLst/>
              <a:gdLst>
                <a:gd name="csX0" fmla="*/ 62215 w 65378"/>
                <a:gd name="csY0" fmla="*/ 50718 h 50717"/>
                <a:gd name="csX1" fmla="*/ 61512 w 65378"/>
                <a:gd name="csY1" fmla="*/ 43989 h 50717"/>
                <a:gd name="csX2" fmla="*/ 57597 w 65378"/>
                <a:gd name="csY2" fmla="*/ 42683 h 50717"/>
                <a:gd name="csX3" fmla="*/ 9440 w 65378"/>
                <a:gd name="csY3" fmla="*/ 42683 h 50717"/>
                <a:gd name="csX4" fmla="*/ 5172 w 65378"/>
                <a:gd name="csY4" fmla="*/ 43989 h 50717"/>
                <a:gd name="csX5" fmla="*/ 4318 w 65378"/>
                <a:gd name="csY5" fmla="*/ 50718 h 50717"/>
                <a:gd name="csX6" fmla="*/ 1105 w 65378"/>
                <a:gd name="csY6" fmla="*/ 50718 h 50717"/>
                <a:gd name="csX7" fmla="*/ 0 w 65378"/>
                <a:gd name="csY7" fmla="*/ 35903 h 50717"/>
                <a:gd name="csX8" fmla="*/ 6779 w 65378"/>
                <a:gd name="csY8" fmla="*/ 35903 h 50717"/>
                <a:gd name="csX9" fmla="*/ 0 w 65378"/>
                <a:gd name="csY9" fmla="*/ 21492 h 50717"/>
                <a:gd name="csX10" fmla="*/ 6779 w 65378"/>
                <a:gd name="csY10" fmla="*/ 6378 h 50717"/>
                <a:gd name="csX11" fmla="*/ 23249 w 65378"/>
                <a:gd name="csY11" fmla="*/ 0 h 50717"/>
                <a:gd name="csX12" fmla="*/ 39819 w 65378"/>
                <a:gd name="csY12" fmla="*/ 6779 h 50717"/>
                <a:gd name="csX13" fmla="*/ 46599 w 65378"/>
                <a:gd name="csY13" fmla="*/ 22948 h 50717"/>
                <a:gd name="csX14" fmla="*/ 43988 w 65378"/>
                <a:gd name="csY14" fmla="*/ 31535 h 50717"/>
                <a:gd name="csX15" fmla="*/ 39368 w 65378"/>
                <a:gd name="csY15" fmla="*/ 35602 h 50717"/>
                <a:gd name="csX16" fmla="*/ 40322 w 65378"/>
                <a:gd name="csY16" fmla="*/ 35602 h 50717"/>
                <a:gd name="csX17" fmla="*/ 57597 w 65378"/>
                <a:gd name="csY17" fmla="*/ 35602 h 50717"/>
                <a:gd name="csX18" fmla="*/ 61563 w 65378"/>
                <a:gd name="csY18" fmla="*/ 34297 h 50717"/>
                <a:gd name="csX19" fmla="*/ 62215 w 65378"/>
                <a:gd name="csY19" fmla="*/ 27568 h 50717"/>
                <a:gd name="csX20" fmla="*/ 65379 w 65378"/>
                <a:gd name="csY20" fmla="*/ 27568 h 50717"/>
                <a:gd name="csX21" fmla="*/ 65077 w 65378"/>
                <a:gd name="csY21" fmla="*/ 39168 h 50717"/>
                <a:gd name="csX22" fmla="*/ 65379 w 65378"/>
                <a:gd name="csY22" fmla="*/ 50718 h 50717"/>
                <a:gd name="csX23" fmla="*/ 62215 w 65378"/>
                <a:gd name="csY23" fmla="*/ 50718 h 50717"/>
                <a:gd name="csX24" fmla="*/ 33744 w 65378"/>
                <a:gd name="csY24" fmla="*/ 35602 h 50717"/>
                <a:gd name="csX25" fmla="*/ 35853 w 65378"/>
                <a:gd name="csY25" fmla="*/ 35401 h 50717"/>
                <a:gd name="csX26" fmla="*/ 38063 w 65378"/>
                <a:gd name="csY26" fmla="*/ 34145 h 50717"/>
                <a:gd name="csX27" fmla="*/ 44289 w 65378"/>
                <a:gd name="csY27" fmla="*/ 23451 h 50717"/>
                <a:gd name="csX28" fmla="*/ 44289 w 65378"/>
                <a:gd name="csY28" fmla="*/ 23350 h 50717"/>
                <a:gd name="csX29" fmla="*/ 38313 w 65378"/>
                <a:gd name="csY29" fmla="*/ 13006 h 50717"/>
                <a:gd name="csX30" fmla="*/ 23249 w 65378"/>
                <a:gd name="csY30" fmla="*/ 8537 h 50717"/>
                <a:gd name="csX31" fmla="*/ 8587 w 65378"/>
                <a:gd name="csY31" fmla="*/ 12604 h 50717"/>
                <a:gd name="csX32" fmla="*/ 2561 w 65378"/>
                <a:gd name="csY32" fmla="*/ 22296 h 50717"/>
                <a:gd name="csX33" fmla="*/ 4720 w 65378"/>
                <a:gd name="csY33" fmla="*/ 29827 h 50717"/>
                <a:gd name="csX34" fmla="*/ 10796 w 65378"/>
                <a:gd name="csY34" fmla="*/ 35602 h 50717"/>
                <a:gd name="csX35" fmla="*/ 33744 w 65378"/>
                <a:gd name="csY35" fmla="*/ 35602 h 50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65378" h="50717">
                  <a:moveTo>
                    <a:pt x="62215" y="50718"/>
                  </a:moveTo>
                  <a:cubicBezTo>
                    <a:pt x="62215" y="47068"/>
                    <a:pt x="61981" y="44825"/>
                    <a:pt x="61512" y="43989"/>
                  </a:cubicBezTo>
                  <a:cubicBezTo>
                    <a:pt x="61077" y="43118"/>
                    <a:pt x="59772" y="42683"/>
                    <a:pt x="57597" y="42683"/>
                  </a:cubicBezTo>
                  <a:lnTo>
                    <a:pt x="9440" y="42683"/>
                  </a:lnTo>
                  <a:cubicBezTo>
                    <a:pt x="7164" y="42683"/>
                    <a:pt x="5741" y="43118"/>
                    <a:pt x="5172" y="43989"/>
                  </a:cubicBezTo>
                  <a:cubicBezTo>
                    <a:pt x="4603" y="44825"/>
                    <a:pt x="4318" y="47068"/>
                    <a:pt x="4318" y="50718"/>
                  </a:cubicBezTo>
                  <a:lnTo>
                    <a:pt x="1105" y="50718"/>
                  </a:lnTo>
                  <a:lnTo>
                    <a:pt x="0" y="35903"/>
                  </a:lnTo>
                  <a:lnTo>
                    <a:pt x="6779" y="35903"/>
                  </a:lnTo>
                  <a:cubicBezTo>
                    <a:pt x="2260" y="31786"/>
                    <a:pt x="0" y="26982"/>
                    <a:pt x="0" y="21492"/>
                  </a:cubicBezTo>
                  <a:cubicBezTo>
                    <a:pt x="0" y="15667"/>
                    <a:pt x="2260" y="10629"/>
                    <a:pt x="6779" y="6378"/>
                  </a:cubicBezTo>
                  <a:cubicBezTo>
                    <a:pt x="11298" y="2126"/>
                    <a:pt x="16788" y="0"/>
                    <a:pt x="23249" y="0"/>
                  </a:cubicBezTo>
                  <a:cubicBezTo>
                    <a:pt x="29777" y="0"/>
                    <a:pt x="35300" y="2260"/>
                    <a:pt x="39819" y="6779"/>
                  </a:cubicBezTo>
                  <a:cubicBezTo>
                    <a:pt x="44339" y="11299"/>
                    <a:pt x="46599" y="16688"/>
                    <a:pt x="46599" y="22948"/>
                  </a:cubicBezTo>
                  <a:cubicBezTo>
                    <a:pt x="46599" y="26363"/>
                    <a:pt x="45728" y="29225"/>
                    <a:pt x="43988" y="31535"/>
                  </a:cubicBezTo>
                  <a:cubicBezTo>
                    <a:pt x="42213" y="33811"/>
                    <a:pt x="40673" y="35167"/>
                    <a:pt x="39368" y="35602"/>
                  </a:cubicBezTo>
                  <a:lnTo>
                    <a:pt x="40322" y="35602"/>
                  </a:lnTo>
                  <a:lnTo>
                    <a:pt x="57597" y="35602"/>
                  </a:lnTo>
                  <a:cubicBezTo>
                    <a:pt x="59806" y="35602"/>
                    <a:pt x="61128" y="35167"/>
                    <a:pt x="61563" y="34297"/>
                  </a:cubicBezTo>
                  <a:cubicBezTo>
                    <a:pt x="61998" y="33426"/>
                    <a:pt x="62215" y="31183"/>
                    <a:pt x="62215" y="27568"/>
                  </a:cubicBezTo>
                  <a:lnTo>
                    <a:pt x="65379" y="27568"/>
                  </a:lnTo>
                  <a:cubicBezTo>
                    <a:pt x="65178" y="34766"/>
                    <a:pt x="65077" y="38632"/>
                    <a:pt x="65077" y="39168"/>
                  </a:cubicBezTo>
                  <a:cubicBezTo>
                    <a:pt x="65077" y="39837"/>
                    <a:pt x="65178" y="43687"/>
                    <a:pt x="65379" y="50718"/>
                  </a:cubicBezTo>
                  <a:lnTo>
                    <a:pt x="62215" y="50718"/>
                  </a:lnTo>
                  <a:moveTo>
                    <a:pt x="33744" y="35602"/>
                  </a:moveTo>
                  <a:cubicBezTo>
                    <a:pt x="34782" y="35602"/>
                    <a:pt x="35485" y="35535"/>
                    <a:pt x="35853" y="35401"/>
                  </a:cubicBezTo>
                  <a:cubicBezTo>
                    <a:pt x="36221" y="35234"/>
                    <a:pt x="36958" y="34815"/>
                    <a:pt x="38063" y="34145"/>
                  </a:cubicBezTo>
                  <a:cubicBezTo>
                    <a:pt x="42214" y="31434"/>
                    <a:pt x="44289" y="27869"/>
                    <a:pt x="44289" y="23451"/>
                  </a:cubicBezTo>
                  <a:cubicBezTo>
                    <a:pt x="44289" y="23417"/>
                    <a:pt x="44289" y="23383"/>
                    <a:pt x="44289" y="23350"/>
                  </a:cubicBezTo>
                  <a:cubicBezTo>
                    <a:pt x="44289" y="19434"/>
                    <a:pt x="42297" y="15985"/>
                    <a:pt x="38313" y="13006"/>
                  </a:cubicBezTo>
                  <a:cubicBezTo>
                    <a:pt x="34296" y="10027"/>
                    <a:pt x="29275" y="8537"/>
                    <a:pt x="23249" y="8537"/>
                  </a:cubicBezTo>
                  <a:cubicBezTo>
                    <a:pt x="17491" y="8537"/>
                    <a:pt x="12604" y="9893"/>
                    <a:pt x="8587" y="12604"/>
                  </a:cubicBezTo>
                  <a:cubicBezTo>
                    <a:pt x="4569" y="15316"/>
                    <a:pt x="2561" y="18546"/>
                    <a:pt x="2561" y="22296"/>
                  </a:cubicBezTo>
                  <a:cubicBezTo>
                    <a:pt x="2561" y="24974"/>
                    <a:pt x="3281" y="27484"/>
                    <a:pt x="4720" y="29827"/>
                  </a:cubicBezTo>
                  <a:cubicBezTo>
                    <a:pt x="6160" y="32171"/>
                    <a:pt x="8185" y="34096"/>
                    <a:pt x="10796" y="35602"/>
                  </a:cubicBezTo>
                  <a:lnTo>
                    <a:pt x="33744" y="35602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E72FB6A0-F217-E5DC-4781-E8609E7326CF}"/>
                </a:ext>
              </a:extLst>
            </p:cNvPr>
            <p:cNvSpPr/>
            <p:nvPr/>
          </p:nvSpPr>
          <p:spPr>
            <a:xfrm>
              <a:off x="4492682" y="2436001"/>
              <a:ext cx="65378" cy="50716"/>
            </a:xfrm>
            <a:custGeom>
              <a:avLst/>
              <a:gdLst>
                <a:gd name="csX0" fmla="*/ 62215 w 65378"/>
                <a:gd name="csY0" fmla="*/ 50716 h 50716"/>
                <a:gd name="csX1" fmla="*/ 61512 w 65378"/>
                <a:gd name="csY1" fmla="*/ 43987 h 50716"/>
                <a:gd name="csX2" fmla="*/ 57597 w 65378"/>
                <a:gd name="csY2" fmla="*/ 42681 h 50716"/>
                <a:gd name="csX3" fmla="*/ 9440 w 65378"/>
                <a:gd name="csY3" fmla="*/ 42681 h 50716"/>
                <a:gd name="csX4" fmla="*/ 5172 w 65378"/>
                <a:gd name="csY4" fmla="*/ 43987 h 50716"/>
                <a:gd name="csX5" fmla="*/ 4318 w 65378"/>
                <a:gd name="csY5" fmla="*/ 50716 h 50716"/>
                <a:gd name="csX6" fmla="*/ 1105 w 65378"/>
                <a:gd name="csY6" fmla="*/ 50716 h 50716"/>
                <a:gd name="csX7" fmla="*/ 0 w 65378"/>
                <a:gd name="csY7" fmla="*/ 35903 h 50716"/>
                <a:gd name="csX8" fmla="*/ 6779 w 65378"/>
                <a:gd name="csY8" fmla="*/ 35903 h 50716"/>
                <a:gd name="csX9" fmla="*/ 0 w 65378"/>
                <a:gd name="csY9" fmla="*/ 21491 h 50716"/>
                <a:gd name="csX10" fmla="*/ 6779 w 65378"/>
                <a:gd name="csY10" fmla="*/ 6376 h 50716"/>
                <a:gd name="csX11" fmla="*/ 23249 w 65378"/>
                <a:gd name="csY11" fmla="*/ 0 h 50716"/>
                <a:gd name="csX12" fmla="*/ 39819 w 65378"/>
                <a:gd name="csY12" fmla="*/ 6779 h 50716"/>
                <a:gd name="csX13" fmla="*/ 46599 w 65378"/>
                <a:gd name="csY13" fmla="*/ 22947 h 50716"/>
                <a:gd name="csX14" fmla="*/ 43988 w 65378"/>
                <a:gd name="csY14" fmla="*/ 31535 h 50716"/>
                <a:gd name="csX15" fmla="*/ 39368 w 65378"/>
                <a:gd name="csY15" fmla="*/ 35602 h 50716"/>
                <a:gd name="csX16" fmla="*/ 40322 w 65378"/>
                <a:gd name="csY16" fmla="*/ 35602 h 50716"/>
                <a:gd name="csX17" fmla="*/ 57597 w 65378"/>
                <a:gd name="csY17" fmla="*/ 35602 h 50716"/>
                <a:gd name="csX18" fmla="*/ 61563 w 65378"/>
                <a:gd name="csY18" fmla="*/ 34296 h 50716"/>
                <a:gd name="csX19" fmla="*/ 62215 w 65378"/>
                <a:gd name="csY19" fmla="*/ 27567 h 50716"/>
                <a:gd name="csX20" fmla="*/ 65379 w 65378"/>
                <a:gd name="csY20" fmla="*/ 27567 h 50716"/>
                <a:gd name="csX21" fmla="*/ 65077 w 65378"/>
                <a:gd name="csY21" fmla="*/ 39167 h 50716"/>
                <a:gd name="csX22" fmla="*/ 65379 w 65378"/>
                <a:gd name="csY22" fmla="*/ 50716 h 50716"/>
                <a:gd name="csX23" fmla="*/ 62215 w 65378"/>
                <a:gd name="csY23" fmla="*/ 50716 h 50716"/>
                <a:gd name="csX24" fmla="*/ 33744 w 65378"/>
                <a:gd name="csY24" fmla="*/ 35602 h 50716"/>
                <a:gd name="csX25" fmla="*/ 35853 w 65378"/>
                <a:gd name="csY25" fmla="*/ 35401 h 50716"/>
                <a:gd name="csX26" fmla="*/ 38063 w 65378"/>
                <a:gd name="csY26" fmla="*/ 34145 h 50716"/>
                <a:gd name="csX27" fmla="*/ 44289 w 65378"/>
                <a:gd name="csY27" fmla="*/ 23449 h 50716"/>
                <a:gd name="csX28" fmla="*/ 44289 w 65378"/>
                <a:gd name="csY28" fmla="*/ 23350 h 50716"/>
                <a:gd name="csX29" fmla="*/ 38313 w 65378"/>
                <a:gd name="csY29" fmla="*/ 13006 h 50716"/>
                <a:gd name="csX30" fmla="*/ 23249 w 65378"/>
                <a:gd name="csY30" fmla="*/ 8536 h 50716"/>
                <a:gd name="csX31" fmla="*/ 8587 w 65378"/>
                <a:gd name="csY31" fmla="*/ 12603 h 50716"/>
                <a:gd name="csX32" fmla="*/ 2561 w 65378"/>
                <a:gd name="csY32" fmla="*/ 22295 h 50716"/>
                <a:gd name="csX33" fmla="*/ 4720 w 65378"/>
                <a:gd name="csY33" fmla="*/ 29827 h 50716"/>
                <a:gd name="csX34" fmla="*/ 10796 w 65378"/>
                <a:gd name="csY34" fmla="*/ 35602 h 50716"/>
                <a:gd name="csX35" fmla="*/ 33744 w 65378"/>
                <a:gd name="csY35" fmla="*/ 35602 h 507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65378" h="50716">
                  <a:moveTo>
                    <a:pt x="62215" y="50716"/>
                  </a:moveTo>
                  <a:cubicBezTo>
                    <a:pt x="62215" y="47067"/>
                    <a:pt x="61981" y="44824"/>
                    <a:pt x="61512" y="43987"/>
                  </a:cubicBezTo>
                  <a:cubicBezTo>
                    <a:pt x="61077" y="43117"/>
                    <a:pt x="59772" y="42681"/>
                    <a:pt x="57597" y="42681"/>
                  </a:cubicBezTo>
                  <a:lnTo>
                    <a:pt x="9440" y="42681"/>
                  </a:lnTo>
                  <a:cubicBezTo>
                    <a:pt x="7164" y="42681"/>
                    <a:pt x="5741" y="43117"/>
                    <a:pt x="5172" y="43987"/>
                  </a:cubicBezTo>
                  <a:cubicBezTo>
                    <a:pt x="4603" y="44824"/>
                    <a:pt x="4318" y="47067"/>
                    <a:pt x="4318" y="50716"/>
                  </a:cubicBezTo>
                  <a:lnTo>
                    <a:pt x="1105" y="50716"/>
                  </a:lnTo>
                  <a:lnTo>
                    <a:pt x="0" y="35903"/>
                  </a:lnTo>
                  <a:lnTo>
                    <a:pt x="6779" y="35903"/>
                  </a:lnTo>
                  <a:cubicBezTo>
                    <a:pt x="2260" y="31785"/>
                    <a:pt x="0" y="26981"/>
                    <a:pt x="0" y="21491"/>
                  </a:cubicBezTo>
                  <a:cubicBezTo>
                    <a:pt x="0" y="15666"/>
                    <a:pt x="2260" y="10628"/>
                    <a:pt x="6779" y="6376"/>
                  </a:cubicBezTo>
                  <a:cubicBezTo>
                    <a:pt x="11298" y="2125"/>
                    <a:pt x="16788" y="0"/>
                    <a:pt x="23249" y="0"/>
                  </a:cubicBezTo>
                  <a:cubicBezTo>
                    <a:pt x="29777" y="0"/>
                    <a:pt x="35300" y="2260"/>
                    <a:pt x="39819" y="6779"/>
                  </a:cubicBezTo>
                  <a:cubicBezTo>
                    <a:pt x="44339" y="11298"/>
                    <a:pt x="46599" y="16687"/>
                    <a:pt x="46599" y="22947"/>
                  </a:cubicBezTo>
                  <a:cubicBezTo>
                    <a:pt x="46599" y="26362"/>
                    <a:pt x="45728" y="29224"/>
                    <a:pt x="43988" y="31535"/>
                  </a:cubicBezTo>
                  <a:cubicBezTo>
                    <a:pt x="42213" y="33811"/>
                    <a:pt x="40673" y="35167"/>
                    <a:pt x="39368" y="35602"/>
                  </a:cubicBezTo>
                  <a:lnTo>
                    <a:pt x="40322" y="35602"/>
                  </a:lnTo>
                  <a:lnTo>
                    <a:pt x="57597" y="35602"/>
                  </a:lnTo>
                  <a:cubicBezTo>
                    <a:pt x="59806" y="35602"/>
                    <a:pt x="61128" y="35166"/>
                    <a:pt x="61563" y="34296"/>
                  </a:cubicBezTo>
                  <a:cubicBezTo>
                    <a:pt x="61998" y="33426"/>
                    <a:pt x="62215" y="31183"/>
                    <a:pt x="62215" y="27567"/>
                  </a:cubicBezTo>
                  <a:lnTo>
                    <a:pt x="65379" y="27567"/>
                  </a:lnTo>
                  <a:cubicBezTo>
                    <a:pt x="65178" y="34764"/>
                    <a:pt x="65077" y="38631"/>
                    <a:pt x="65077" y="39167"/>
                  </a:cubicBezTo>
                  <a:cubicBezTo>
                    <a:pt x="65077" y="39836"/>
                    <a:pt x="65178" y="43686"/>
                    <a:pt x="65379" y="50716"/>
                  </a:cubicBezTo>
                  <a:lnTo>
                    <a:pt x="62215" y="50716"/>
                  </a:lnTo>
                  <a:moveTo>
                    <a:pt x="33744" y="35602"/>
                  </a:moveTo>
                  <a:cubicBezTo>
                    <a:pt x="34782" y="35602"/>
                    <a:pt x="35485" y="35535"/>
                    <a:pt x="35853" y="35401"/>
                  </a:cubicBezTo>
                  <a:cubicBezTo>
                    <a:pt x="36221" y="35234"/>
                    <a:pt x="36958" y="34815"/>
                    <a:pt x="38063" y="34145"/>
                  </a:cubicBezTo>
                  <a:cubicBezTo>
                    <a:pt x="42214" y="31434"/>
                    <a:pt x="44289" y="27869"/>
                    <a:pt x="44289" y="23449"/>
                  </a:cubicBezTo>
                  <a:cubicBezTo>
                    <a:pt x="44289" y="23416"/>
                    <a:pt x="44289" y="23383"/>
                    <a:pt x="44289" y="23350"/>
                  </a:cubicBezTo>
                  <a:cubicBezTo>
                    <a:pt x="44289" y="19433"/>
                    <a:pt x="42297" y="15984"/>
                    <a:pt x="38313" y="13006"/>
                  </a:cubicBezTo>
                  <a:cubicBezTo>
                    <a:pt x="34296" y="10026"/>
                    <a:pt x="29275" y="8536"/>
                    <a:pt x="23249" y="8536"/>
                  </a:cubicBezTo>
                  <a:cubicBezTo>
                    <a:pt x="17491" y="8536"/>
                    <a:pt x="12604" y="9891"/>
                    <a:pt x="8587" y="12603"/>
                  </a:cubicBezTo>
                  <a:cubicBezTo>
                    <a:pt x="4569" y="15314"/>
                    <a:pt x="2561" y="18545"/>
                    <a:pt x="2561" y="22295"/>
                  </a:cubicBezTo>
                  <a:cubicBezTo>
                    <a:pt x="2561" y="24972"/>
                    <a:pt x="3281" y="27483"/>
                    <a:pt x="4720" y="29827"/>
                  </a:cubicBezTo>
                  <a:cubicBezTo>
                    <a:pt x="6160" y="32170"/>
                    <a:pt x="8185" y="34095"/>
                    <a:pt x="10796" y="35602"/>
                  </a:cubicBezTo>
                  <a:lnTo>
                    <a:pt x="33744" y="35602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700D58CD-0510-BF2F-5202-152B7EF4A006}"/>
                </a:ext>
              </a:extLst>
            </p:cNvPr>
            <p:cNvSpPr/>
            <p:nvPr/>
          </p:nvSpPr>
          <p:spPr>
            <a:xfrm>
              <a:off x="4492682" y="2389500"/>
              <a:ext cx="45443" cy="34546"/>
            </a:xfrm>
            <a:custGeom>
              <a:avLst/>
              <a:gdLst>
                <a:gd name="csX0" fmla="*/ 45444 w 45443"/>
                <a:gd name="csY0" fmla="*/ 34547 h 34546"/>
                <a:gd name="csX1" fmla="*/ 42280 w 45443"/>
                <a:gd name="csY1" fmla="*/ 34547 h 34546"/>
                <a:gd name="csX2" fmla="*/ 41628 w 45443"/>
                <a:gd name="csY2" fmla="*/ 27818 h 34546"/>
                <a:gd name="csX3" fmla="*/ 37610 w 45443"/>
                <a:gd name="csY3" fmla="*/ 26513 h 34546"/>
                <a:gd name="csX4" fmla="*/ 10043 w 45443"/>
                <a:gd name="csY4" fmla="*/ 26513 h 34546"/>
                <a:gd name="csX5" fmla="*/ 5273 w 45443"/>
                <a:gd name="csY5" fmla="*/ 27869 h 34546"/>
                <a:gd name="csX6" fmla="*/ 4318 w 45443"/>
                <a:gd name="csY6" fmla="*/ 34547 h 34546"/>
                <a:gd name="csX7" fmla="*/ 1105 w 45443"/>
                <a:gd name="csY7" fmla="*/ 34547 h 34546"/>
                <a:gd name="csX8" fmla="*/ 0 w 45443"/>
                <a:gd name="csY8" fmla="*/ 20237 h 34546"/>
                <a:gd name="csX9" fmla="*/ 11298 w 45443"/>
                <a:gd name="csY9" fmla="*/ 20237 h 34546"/>
                <a:gd name="csX10" fmla="*/ 3465 w 45443"/>
                <a:gd name="csY10" fmla="*/ 15716 h 34546"/>
                <a:gd name="csX11" fmla="*/ 0 w 45443"/>
                <a:gd name="csY11" fmla="*/ 7582 h 34546"/>
                <a:gd name="csX12" fmla="*/ 1858 w 45443"/>
                <a:gd name="csY12" fmla="*/ 2159 h 34546"/>
                <a:gd name="csX13" fmla="*/ 6277 w 45443"/>
                <a:gd name="csY13" fmla="*/ 0 h 34546"/>
                <a:gd name="csX14" fmla="*/ 9691 w 45443"/>
                <a:gd name="csY14" fmla="*/ 1406 h 34546"/>
                <a:gd name="csX15" fmla="*/ 10796 w 45443"/>
                <a:gd name="csY15" fmla="*/ 4418 h 34546"/>
                <a:gd name="csX16" fmla="*/ 9641 w 45443"/>
                <a:gd name="csY16" fmla="*/ 7582 h 34546"/>
                <a:gd name="csX17" fmla="*/ 6377 w 45443"/>
                <a:gd name="csY17" fmla="*/ 8837 h 34546"/>
                <a:gd name="csX18" fmla="*/ 4168 w 45443"/>
                <a:gd name="csY18" fmla="*/ 8285 h 34546"/>
                <a:gd name="csX19" fmla="*/ 2812 w 45443"/>
                <a:gd name="csY19" fmla="*/ 7231 h 34546"/>
                <a:gd name="csX20" fmla="*/ 2360 w 45443"/>
                <a:gd name="csY20" fmla="*/ 6478 h 34546"/>
                <a:gd name="csX21" fmla="*/ 2260 w 45443"/>
                <a:gd name="csY21" fmla="*/ 7582 h 34546"/>
                <a:gd name="csX22" fmla="*/ 7934 w 45443"/>
                <a:gd name="csY22" fmla="*/ 16520 h 34546"/>
                <a:gd name="csX23" fmla="*/ 21592 w 45443"/>
                <a:gd name="csY23" fmla="*/ 19734 h 34546"/>
                <a:gd name="csX24" fmla="*/ 37410 w 45443"/>
                <a:gd name="csY24" fmla="*/ 19734 h 34546"/>
                <a:gd name="csX25" fmla="*/ 41326 w 45443"/>
                <a:gd name="csY25" fmla="*/ 18529 h 34546"/>
                <a:gd name="csX26" fmla="*/ 42280 w 45443"/>
                <a:gd name="csY26" fmla="*/ 11900 h 34546"/>
                <a:gd name="csX27" fmla="*/ 42280 w 45443"/>
                <a:gd name="csY27" fmla="*/ 9741 h 34546"/>
                <a:gd name="csX28" fmla="*/ 45444 w 45443"/>
                <a:gd name="csY28" fmla="*/ 9741 h 34546"/>
                <a:gd name="csX29" fmla="*/ 45142 w 45443"/>
                <a:gd name="csY29" fmla="*/ 22797 h 34546"/>
                <a:gd name="csX30" fmla="*/ 45193 w 45443"/>
                <a:gd name="csY30" fmla="*/ 26011 h 34546"/>
                <a:gd name="csX31" fmla="*/ 45343 w 45443"/>
                <a:gd name="csY31" fmla="*/ 30530 h 34546"/>
                <a:gd name="csX32" fmla="*/ 45444 w 45443"/>
                <a:gd name="csY32" fmla="*/ 34547 h 34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45443" h="34546">
                  <a:moveTo>
                    <a:pt x="45444" y="34547"/>
                  </a:moveTo>
                  <a:lnTo>
                    <a:pt x="42280" y="34547"/>
                  </a:lnTo>
                  <a:cubicBezTo>
                    <a:pt x="42280" y="30898"/>
                    <a:pt x="42063" y="28655"/>
                    <a:pt x="41628" y="27818"/>
                  </a:cubicBezTo>
                  <a:cubicBezTo>
                    <a:pt x="41159" y="26948"/>
                    <a:pt x="39820" y="26513"/>
                    <a:pt x="37610" y="26513"/>
                  </a:cubicBezTo>
                  <a:lnTo>
                    <a:pt x="10043" y="26513"/>
                  </a:lnTo>
                  <a:cubicBezTo>
                    <a:pt x="7499" y="26513"/>
                    <a:pt x="5909" y="26965"/>
                    <a:pt x="5273" y="27869"/>
                  </a:cubicBezTo>
                  <a:cubicBezTo>
                    <a:pt x="4636" y="28739"/>
                    <a:pt x="4318" y="30966"/>
                    <a:pt x="4318" y="34547"/>
                  </a:cubicBezTo>
                  <a:lnTo>
                    <a:pt x="1105" y="34547"/>
                  </a:lnTo>
                  <a:lnTo>
                    <a:pt x="0" y="20237"/>
                  </a:lnTo>
                  <a:lnTo>
                    <a:pt x="11298" y="20237"/>
                  </a:lnTo>
                  <a:cubicBezTo>
                    <a:pt x="8352" y="19266"/>
                    <a:pt x="5741" y="17759"/>
                    <a:pt x="3465" y="15716"/>
                  </a:cubicBezTo>
                  <a:cubicBezTo>
                    <a:pt x="1155" y="13641"/>
                    <a:pt x="0" y="10929"/>
                    <a:pt x="0" y="7582"/>
                  </a:cubicBezTo>
                  <a:cubicBezTo>
                    <a:pt x="0" y="5372"/>
                    <a:pt x="619" y="3565"/>
                    <a:pt x="1858" y="2159"/>
                  </a:cubicBezTo>
                  <a:cubicBezTo>
                    <a:pt x="3096" y="720"/>
                    <a:pt x="4569" y="0"/>
                    <a:pt x="6277" y="0"/>
                  </a:cubicBezTo>
                  <a:cubicBezTo>
                    <a:pt x="7783" y="0"/>
                    <a:pt x="8921" y="469"/>
                    <a:pt x="9691" y="1406"/>
                  </a:cubicBezTo>
                  <a:cubicBezTo>
                    <a:pt x="10428" y="2309"/>
                    <a:pt x="10796" y="3313"/>
                    <a:pt x="10796" y="4418"/>
                  </a:cubicBezTo>
                  <a:cubicBezTo>
                    <a:pt x="10796" y="5657"/>
                    <a:pt x="10411" y="6712"/>
                    <a:pt x="9641" y="7582"/>
                  </a:cubicBezTo>
                  <a:cubicBezTo>
                    <a:pt x="8838" y="8419"/>
                    <a:pt x="7750" y="8837"/>
                    <a:pt x="6377" y="8837"/>
                  </a:cubicBezTo>
                  <a:cubicBezTo>
                    <a:pt x="5540" y="8837"/>
                    <a:pt x="4804" y="8653"/>
                    <a:pt x="4168" y="8285"/>
                  </a:cubicBezTo>
                  <a:cubicBezTo>
                    <a:pt x="3498" y="7883"/>
                    <a:pt x="3046" y="7532"/>
                    <a:pt x="2812" y="7231"/>
                  </a:cubicBezTo>
                  <a:cubicBezTo>
                    <a:pt x="2578" y="6930"/>
                    <a:pt x="2427" y="6679"/>
                    <a:pt x="2360" y="6478"/>
                  </a:cubicBezTo>
                  <a:cubicBezTo>
                    <a:pt x="2293" y="6611"/>
                    <a:pt x="2260" y="6979"/>
                    <a:pt x="2260" y="7582"/>
                  </a:cubicBezTo>
                  <a:cubicBezTo>
                    <a:pt x="2260" y="11365"/>
                    <a:pt x="4151" y="14345"/>
                    <a:pt x="7934" y="16520"/>
                  </a:cubicBezTo>
                  <a:cubicBezTo>
                    <a:pt x="11683" y="18663"/>
                    <a:pt x="16236" y="19734"/>
                    <a:pt x="21592" y="19734"/>
                  </a:cubicBezTo>
                  <a:lnTo>
                    <a:pt x="37410" y="19734"/>
                  </a:lnTo>
                  <a:cubicBezTo>
                    <a:pt x="39385" y="19734"/>
                    <a:pt x="40690" y="19333"/>
                    <a:pt x="41326" y="18529"/>
                  </a:cubicBezTo>
                  <a:cubicBezTo>
                    <a:pt x="41962" y="17692"/>
                    <a:pt x="42280" y="15482"/>
                    <a:pt x="42280" y="11900"/>
                  </a:cubicBezTo>
                  <a:lnTo>
                    <a:pt x="42280" y="9741"/>
                  </a:lnTo>
                  <a:lnTo>
                    <a:pt x="45444" y="9741"/>
                  </a:lnTo>
                  <a:cubicBezTo>
                    <a:pt x="45243" y="12486"/>
                    <a:pt x="45142" y="16838"/>
                    <a:pt x="45142" y="22797"/>
                  </a:cubicBezTo>
                  <a:cubicBezTo>
                    <a:pt x="45142" y="23634"/>
                    <a:pt x="45159" y="24705"/>
                    <a:pt x="45193" y="26011"/>
                  </a:cubicBezTo>
                  <a:cubicBezTo>
                    <a:pt x="45227" y="27317"/>
                    <a:pt x="45277" y="28823"/>
                    <a:pt x="45343" y="30530"/>
                  </a:cubicBezTo>
                  <a:cubicBezTo>
                    <a:pt x="45410" y="32237"/>
                    <a:pt x="45444" y="33576"/>
                    <a:pt x="45444" y="34547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5327E985-5894-8F05-F697-F106557E22CB}"/>
                </a:ext>
              </a:extLst>
            </p:cNvPr>
            <p:cNvSpPr/>
            <p:nvPr/>
          </p:nvSpPr>
          <p:spPr>
            <a:xfrm>
              <a:off x="4492029" y="2334924"/>
              <a:ext cx="47251" cy="45595"/>
            </a:xfrm>
            <a:custGeom>
              <a:avLst/>
              <a:gdLst>
                <a:gd name="csX0" fmla="*/ 40573 w 47251"/>
                <a:gd name="csY0" fmla="*/ 38816 h 45595"/>
                <a:gd name="csX1" fmla="*/ 24103 w 47251"/>
                <a:gd name="csY1" fmla="*/ 45595 h 45595"/>
                <a:gd name="csX2" fmla="*/ 7181 w 47251"/>
                <a:gd name="csY2" fmla="*/ 38968 h 45595"/>
                <a:gd name="csX3" fmla="*/ 0 w 47251"/>
                <a:gd name="csY3" fmla="*/ 22748 h 45595"/>
                <a:gd name="csX4" fmla="*/ 7130 w 47251"/>
                <a:gd name="csY4" fmla="*/ 6729 h 45595"/>
                <a:gd name="csX5" fmla="*/ 24103 w 47251"/>
                <a:gd name="csY5" fmla="*/ 0 h 45595"/>
                <a:gd name="csX6" fmla="*/ 40523 w 47251"/>
                <a:gd name="csY6" fmla="*/ 6779 h 45595"/>
                <a:gd name="csX7" fmla="*/ 47251 w 47251"/>
                <a:gd name="csY7" fmla="*/ 22849 h 45595"/>
                <a:gd name="csX8" fmla="*/ 40573 w 47251"/>
                <a:gd name="csY8" fmla="*/ 38816 h 45595"/>
                <a:gd name="csX9" fmla="*/ 23249 w 47251"/>
                <a:gd name="csY9" fmla="*/ 37058 h 45595"/>
                <a:gd name="csX10" fmla="*/ 37761 w 47251"/>
                <a:gd name="csY10" fmla="*/ 34447 h 45595"/>
                <a:gd name="csX11" fmla="*/ 44640 w 47251"/>
                <a:gd name="csY11" fmla="*/ 22748 h 45595"/>
                <a:gd name="csX12" fmla="*/ 42582 w 47251"/>
                <a:gd name="csY12" fmla="*/ 15768 h 45595"/>
                <a:gd name="csX13" fmla="*/ 37058 w 47251"/>
                <a:gd name="csY13" fmla="*/ 10797 h 45595"/>
                <a:gd name="csX14" fmla="*/ 23249 w 47251"/>
                <a:gd name="csY14" fmla="*/ 8537 h 45595"/>
                <a:gd name="csX15" fmla="*/ 8988 w 47251"/>
                <a:gd name="csY15" fmla="*/ 11249 h 45595"/>
                <a:gd name="csX16" fmla="*/ 2310 w 47251"/>
                <a:gd name="csY16" fmla="*/ 22849 h 45595"/>
                <a:gd name="csX17" fmla="*/ 4067 w 47251"/>
                <a:gd name="csY17" fmla="*/ 29426 h 45595"/>
                <a:gd name="csX18" fmla="*/ 9189 w 47251"/>
                <a:gd name="csY18" fmla="*/ 34599 h 45595"/>
                <a:gd name="csX19" fmla="*/ 23249 w 47251"/>
                <a:gd name="csY19" fmla="*/ 37058 h 45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7251" h="45595">
                  <a:moveTo>
                    <a:pt x="40573" y="38816"/>
                  </a:moveTo>
                  <a:cubicBezTo>
                    <a:pt x="36087" y="43336"/>
                    <a:pt x="30597" y="45595"/>
                    <a:pt x="24103" y="45595"/>
                  </a:cubicBezTo>
                  <a:cubicBezTo>
                    <a:pt x="17575" y="45595"/>
                    <a:pt x="11934" y="43386"/>
                    <a:pt x="7181" y="38968"/>
                  </a:cubicBezTo>
                  <a:cubicBezTo>
                    <a:pt x="2394" y="34514"/>
                    <a:pt x="0" y="29108"/>
                    <a:pt x="0" y="22748"/>
                  </a:cubicBezTo>
                  <a:cubicBezTo>
                    <a:pt x="0" y="16521"/>
                    <a:pt x="2377" y="11182"/>
                    <a:pt x="7130" y="6729"/>
                  </a:cubicBezTo>
                  <a:cubicBezTo>
                    <a:pt x="11850" y="2243"/>
                    <a:pt x="17508" y="0"/>
                    <a:pt x="24103" y="0"/>
                  </a:cubicBezTo>
                  <a:cubicBezTo>
                    <a:pt x="30564" y="0"/>
                    <a:pt x="36037" y="2260"/>
                    <a:pt x="40523" y="6779"/>
                  </a:cubicBezTo>
                  <a:cubicBezTo>
                    <a:pt x="45009" y="11265"/>
                    <a:pt x="47251" y="16621"/>
                    <a:pt x="47251" y="22849"/>
                  </a:cubicBezTo>
                  <a:cubicBezTo>
                    <a:pt x="47251" y="28942"/>
                    <a:pt x="45025" y="34264"/>
                    <a:pt x="40573" y="38816"/>
                  </a:cubicBezTo>
                  <a:moveTo>
                    <a:pt x="23249" y="37058"/>
                  </a:moveTo>
                  <a:cubicBezTo>
                    <a:pt x="29911" y="37058"/>
                    <a:pt x="34748" y="36188"/>
                    <a:pt x="37761" y="34447"/>
                  </a:cubicBezTo>
                  <a:cubicBezTo>
                    <a:pt x="42347" y="31769"/>
                    <a:pt x="44640" y="27870"/>
                    <a:pt x="44640" y="22748"/>
                  </a:cubicBezTo>
                  <a:cubicBezTo>
                    <a:pt x="44640" y="20204"/>
                    <a:pt x="43954" y="17877"/>
                    <a:pt x="42582" y="15768"/>
                  </a:cubicBezTo>
                  <a:cubicBezTo>
                    <a:pt x="41209" y="13625"/>
                    <a:pt x="39368" y="11968"/>
                    <a:pt x="37058" y="10797"/>
                  </a:cubicBezTo>
                  <a:cubicBezTo>
                    <a:pt x="34045" y="9290"/>
                    <a:pt x="29442" y="8537"/>
                    <a:pt x="23249" y="8537"/>
                  </a:cubicBezTo>
                  <a:cubicBezTo>
                    <a:pt x="16654" y="8537"/>
                    <a:pt x="11901" y="9441"/>
                    <a:pt x="8988" y="11249"/>
                  </a:cubicBezTo>
                  <a:cubicBezTo>
                    <a:pt x="4536" y="13927"/>
                    <a:pt x="2310" y="17793"/>
                    <a:pt x="2310" y="22849"/>
                  </a:cubicBezTo>
                  <a:cubicBezTo>
                    <a:pt x="2310" y="25058"/>
                    <a:pt x="2896" y="27250"/>
                    <a:pt x="4067" y="29426"/>
                  </a:cubicBezTo>
                  <a:cubicBezTo>
                    <a:pt x="5206" y="31569"/>
                    <a:pt x="6913" y="33293"/>
                    <a:pt x="9189" y="34599"/>
                  </a:cubicBezTo>
                  <a:cubicBezTo>
                    <a:pt x="12202" y="36238"/>
                    <a:pt x="16889" y="37058"/>
                    <a:pt x="23249" y="37058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3E7DBA9B-3E9B-FCA0-CC90-9295098C3973}"/>
                </a:ext>
              </a:extLst>
            </p:cNvPr>
            <p:cNvSpPr/>
            <p:nvPr/>
          </p:nvSpPr>
          <p:spPr>
            <a:xfrm>
              <a:off x="4493787" y="2282108"/>
              <a:ext cx="44339" cy="51821"/>
            </a:xfrm>
            <a:custGeom>
              <a:avLst/>
              <a:gdLst>
                <a:gd name="csX0" fmla="*/ 44339 w 44339"/>
                <a:gd name="csY0" fmla="*/ 51822 h 51821"/>
                <a:gd name="csX1" fmla="*/ 41176 w 44339"/>
                <a:gd name="csY1" fmla="*/ 51822 h 51821"/>
                <a:gd name="csX2" fmla="*/ 34999 w 44339"/>
                <a:gd name="csY2" fmla="*/ 38666 h 51821"/>
                <a:gd name="csX3" fmla="*/ 22747 w 44339"/>
                <a:gd name="csY3" fmla="*/ 29025 h 51821"/>
                <a:gd name="csX4" fmla="*/ 9490 w 44339"/>
                <a:gd name="csY4" fmla="*/ 39217 h 51821"/>
                <a:gd name="csX5" fmla="*/ 4067 w 44339"/>
                <a:gd name="csY5" fmla="*/ 44441 h 51821"/>
                <a:gd name="csX6" fmla="*/ 3214 w 44339"/>
                <a:gd name="csY6" fmla="*/ 51319 h 51821"/>
                <a:gd name="csX7" fmla="*/ 0 w 44339"/>
                <a:gd name="csY7" fmla="*/ 51319 h 51821"/>
                <a:gd name="csX8" fmla="*/ 301 w 44339"/>
                <a:gd name="csY8" fmla="*/ 41579 h 51821"/>
                <a:gd name="csX9" fmla="*/ 0 w 44339"/>
                <a:gd name="csY9" fmla="*/ 30431 h 51821"/>
                <a:gd name="csX10" fmla="*/ 3214 w 44339"/>
                <a:gd name="csY10" fmla="*/ 30431 h 51821"/>
                <a:gd name="csX11" fmla="*/ 5775 w 44339"/>
                <a:gd name="csY11" fmla="*/ 34046 h 51821"/>
                <a:gd name="csX12" fmla="*/ 7633 w 44339"/>
                <a:gd name="csY12" fmla="*/ 33143 h 51821"/>
                <a:gd name="csX13" fmla="*/ 18027 w 44339"/>
                <a:gd name="csY13" fmla="*/ 25108 h 51821"/>
                <a:gd name="csX14" fmla="*/ 9993 w 44339"/>
                <a:gd name="csY14" fmla="*/ 18731 h 51821"/>
                <a:gd name="csX15" fmla="*/ 6377 w 44339"/>
                <a:gd name="csY15" fmla="*/ 17174 h 51821"/>
                <a:gd name="csX16" fmla="*/ 3214 w 44339"/>
                <a:gd name="csY16" fmla="*/ 20186 h 51821"/>
                <a:gd name="csX17" fmla="*/ 0 w 44339"/>
                <a:gd name="csY17" fmla="*/ 20186 h 51821"/>
                <a:gd name="csX18" fmla="*/ 301 w 44339"/>
                <a:gd name="csY18" fmla="*/ 10295 h 51821"/>
                <a:gd name="csX19" fmla="*/ 0 w 44339"/>
                <a:gd name="csY19" fmla="*/ 1859 h 51821"/>
                <a:gd name="csX20" fmla="*/ 3214 w 44339"/>
                <a:gd name="csY20" fmla="*/ 1859 h 51821"/>
                <a:gd name="csX21" fmla="*/ 8536 w 44339"/>
                <a:gd name="csY21" fmla="*/ 14111 h 51821"/>
                <a:gd name="csX22" fmla="*/ 20186 w 44339"/>
                <a:gd name="csY22" fmla="*/ 23550 h 51821"/>
                <a:gd name="csX23" fmla="*/ 37961 w 44339"/>
                <a:gd name="csY23" fmla="*/ 9793 h 51821"/>
                <a:gd name="csX24" fmla="*/ 40673 w 44339"/>
                <a:gd name="csY24" fmla="*/ 6277 h 51821"/>
                <a:gd name="csX25" fmla="*/ 41176 w 44339"/>
                <a:gd name="csY25" fmla="*/ 0 h 51821"/>
                <a:gd name="csX26" fmla="*/ 44339 w 44339"/>
                <a:gd name="csY26" fmla="*/ 0 h 51821"/>
                <a:gd name="csX27" fmla="*/ 44038 w 44339"/>
                <a:gd name="csY27" fmla="*/ 9892 h 51821"/>
                <a:gd name="csX28" fmla="*/ 44339 w 44339"/>
                <a:gd name="csY28" fmla="*/ 20990 h 51821"/>
                <a:gd name="csX29" fmla="*/ 41176 w 44339"/>
                <a:gd name="csY29" fmla="*/ 20990 h 51821"/>
                <a:gd name="csX30" fmla="*/ 40272 w 44339"/>
                <a:gd name="csY30" fmla="*/ 18229 h 51821"/>
                <a:gd name="csX31" fmla="*/ 38565 w 44339"/>
                <a:gd name="csY31" fmla="*/ 17275 h 51821"/>
                <a:gd name="csX32" fmla="*/ 35200 w 44339"/>
                <a:gd name="csY32" fmla="*/ 19434 h 51821"/>
                <a:gd name="csX33" fmla="*/ 24906 w 44339"/>
                <a:gd name="csY33" fmla="*/ 27267 h 51821"/>
                <a:gd name="csX34" fmla="*/ 36305 w 44339"/>
                <a:gd name="csY34" fmla="*/ 36104 h 51821"/>
                <a:gd name="csX35" fmla="*/ 37961 w 44339"/>
                <a:gd name="csY35" fmla="*/ 36507 h 51821"/>
                <a:gd name="csX36" fmla="*/ 41176 w 44339"/>
                <a:gd name="csY36" fmla="*/ 33544 h 51821"/>
                <a:gd name="csX37" fmla="*/ 44339 w 44339"/>
                <a:gd name="csY37" fmla="*/ 33544 h 51821"/>
                <a:gd name="csX38" fmla="*/ 44038 w 44339"/>
                <a:gd name="csY38" fmla="*/ 43286 h 51821"/>
                <a:gd name="csX39" fmla="*/ 44339 w 44339"/>
                <a:gd name="csY39" fmla="*/ 51822 h 51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44339" h="51821">
                  <a:moveTo>
                    <a:pt x="44339" y="51822"/>
                  </a:moveTo>
                  <a:lnTo>
                    <a:pt x="41176" y="51822"/>
                  </a:lnTo>
                  <a:cubicBezTo>
                    <a:pt x="41176" y="46465"/>
                    <a:pt x="39117" y="42080"/>
                    <a:pt x="34999" y="38666"/>
                  </a:cubicBezTo>
                  <a:cubicBezTo>
                    <a:pt x="34999" y="38666"/>
                    <a:pt x="30915" y="35452"/>
                    <a:pt x="22747" y="29025"/>
                  </a:cubicBezTo>
                  <a:lnTo>
                    <a:pt x="9490" y="39217"/>
                  </a:lnTo>
                  <a:cubicBezTo>
                    <a:pt x="6411" y="41628"/>
                    <a:pt x="4603" y="43369"/>
                    <a:pt x="4067" y="44441"/>
                  </a:cubicBezTo>
                  <a:cubicBezTo>
                    <a:pt x="3498" y="45478"/>
                    <a:pt x="3214" y="47771"/>
                    <a:pt x="3214" y="51319"/>
                  </a:cubicBezTo>
                  <a:lnTo>
                    <a:pt x="0" y="51319"/>
                  </a:lnTo>
                  <a:cubicBezTo>
                    <a:pt x="201" y="48508"/>
                    <a:pt x="301" y="45261"/>
                    <a:pt x="301" y="41579"/>
                  </a:cubicBezTo>
                  <a:cubicBezTo>
                    <a:pt x="301" y="39536"/>
                    <a:pt x="201" y="35820"/>
                    <a:pt x="0" y="30431"/>
                  </a:cubicBezTo>
                  <a:lnTo>
                    <a:pt x="3214" y="30431"/>
                  </a:lnTo>
                  <a:cubicBezTo>
                    <a:pt x="3348" y="32841"/>
                    <a:pt x="4201" y="34046"/>
                    <a:pt x="5775" y="34046"/>
                  </a:cubicBezTo>
                  <a:cubicBezTo>
                    <a:pt x="6310" y="34046"/>
                    <a:pt x="6930" y="33745"/>
                    <a:pt x="7633" y="33143"/>
                  </a:cubicBezTo>
                  <a:lnTo>
                    <a:pt x="18027" y="25108"/>
                  </a:lnTo>
                  <a:lnTo>
                    <a:pt x="9993" y="18731"/>
                  </a:lnTo>
                  <a:cubicBezTo>
                    <a:pt x="8754" y="17693"/>
                    <a:pt x="7549" y="17174"/>
                    <a:pt x="6377" y="17174"/>
                  </a:cubicBezTo>
                  <a:cubicBezTo>
                    <a:pt x="4469" y="17174"/>
                    <a:pt x="3415" y="18178"/>
                    <a:pt x="3214" y="20186"/>
                  </a:cubicBezTo>
                  <a:lnTo>
                    <a:pt x="0" y="20186"/>
                  </a:lnTo>
                  <a:cubicBezTo>
                    <a:pt x="201" y="17508"/>
                    <a:pt x="301" y="14211"/>
                    <a:pt x="301" y="10295"/>
                  </a:cubicBezTo>
                  <a:cubicBezTo>
                    <a:pt x="301" y="7349"/>
                    <a:pt x="201" y="4537"/>
                    <a:pt x="0" y="1859"/>
                  </a:cubicBezTo>
                  <a:lnTo>
                    <a:pt x="3214" y="1859"/>
                  </a:lnTo>
                  <a:cubicBezTo>
                    <a:pt x="3348" y="7081"/>
                    <a:pt x="5122" y="11165"/>
                    <a:pt x="8536" y="14111"/>
                  </a:cubicBezTo>
                  <a:cubicBezTo>
                    <a:pt x="9976" y="15417"/>
                    <a:pt x="13859" y="18563"/>
                    <a:pt x="20186" y="23550"/>
                  </a:cubicBezTo>
                  <a:lnTo>
                    <a:pt x="37961" y="9793"/>
                  </a:lnTo>
                  <a:cubicBezTo>
                    <a:pt x="39402" y="8688"/>
                    <a:pt x="40306" y="7516"/>
                    <a:pt x="40673" y="6277"/>
                  </a:cubicBezTo>
                  <a:cubicBezTo>
                    <a:pt x="41008" y="5039"/>
                    <a:pt x="41176" y="2946"/>
                    <a:pt x="41176" y="0"/>
                  </a:cubicBezTo>
                  <a:lnTo>
                    <a:pt x="44339" y="0"/>
                  </a:lnTo>
                  <a:cubicBezTo>
                    <a:pt x="44138" y="3080"/>
                    <a:pt x="44038" y="6377"/>
                    <a:pt x="44038" y="9892"/>
                  </a:cubicBezTo>
                  <a:cubicBezTo>
                    <a:pt x="44038" y="11132"/>
                    <a:pt x="44138" y="14831"/>
                    <a:pt x="44339" y="20990"/>
                  </a:cubicBezTo>
                  <a:lnTo>
                    <a:pt x="41176" y="20990"/>
                  </a:lnTo>
                  <a:cubicBezTo>
                    <a:pt x="41109" y="19752"/>
                    <a:pt x="40808" y="18831"/>
                    <a:pt x="40272" y="18229"/>
                  </a:cubicBezTo>
                  <a:cubicBezTo>
                    <a:pt x="39702" y="17593"/>
                    <a:pt x="39133" y="17275"/>
                    <a:pt x="38565" y="17275"/>
                  </a:cubicBezTo>
                  <a:cubicBezTo>
                    <a:pt x="38297" y="17275"/>
                    <a:pt x="37176" y="17995"/>
                    <a:pt x="35200" y="19434"/>
                  </a:cubicBezTo>
                  <a:lnTo>
                    <a:pt x="24906" y="27267"/>
                  </a:lnTo>
                  <a:cubicBezTo>
                    <a:pt x="31066" y="32490"/>
                    <a:pt x="34865" y="35435"/>
                    <a:pt x="36305" y="36104"/>
                  </a:cubicBezTo>
                  <a:cubicBezTo>
                    <a:pt x="36908" y="36373"/>
                    <a:pt x="37460" y="36507"/>
                    <a:pt x="37961" y="36507"/>
                  </a:cubicBezTo>
                  <a:cubicBezTo>
                    <a:pt x="39803" y="36507"/>
                    <a:pt x="40874" y="35519"/>
                    <a:pt x="41176" y="33544"/>
                  </a:cubicBezTo>
                  <a:lnTo>
                    <a:pt x="44339" y="33544"/>
                  </a:lnTo>
                  <a:cubicBezTo>
                    <a:pt x="44138" y="38464"/>
                    <a:pt x="44038" y="41712"/>
                    <a:pt x="44038" y="43286"/>
                  </a:cubicBezTo>
                  <a:cubicBezTo>
                    <a:pt x="44038" y="46299"/>
                    <a:pt x="44138" y="49144"/>
                    <a:pt x="44339" y="5182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20BD3106-8607-418D-8908-C9F22A6A19E9}"/>
                </a:ext>
              </a:extLst>
            </p:cNvPr>
            <p:cNvSpPr/>
            <p:nvPr/>
          </p:nvSpPr>
          <p:spPr>
            <a:xfrm>
              <a:off x="4469332" y="2259511"/>
              <a:ext cx="68793" cy="21994"/>
            </a:xfrm>
            <a:custGeom>
              <a:avLst/>
              <a:gdLst>
                <a:gd name="csX0" fmla="*/ 68794 w 68793"/>
                <a:gd name="csY0" fmla="*/ 21994 h 21994"/>
                <a:gd name="csX1" fmla="*/ 65630 w 68793"/>
                <a:gd name="csY1" fmla="*/ 21994 h 21994"/>
                <a:gd name="csX2" fmla="*/ 64978 w 68793"/>
                <a:gd name="csY2" fmla="*/ 15266 h 21994"/>
                <a:gd name="csX3" fmla="*/ 60960 w 68793"/>
                <a:gd name="csY3" fmla="*/ 14010 h 21994"/>
                <a:gd name="csX4" fmla="*/ 33292 w 68793"/>
                <a:gd name="csY4" fmla="*/ 14010 h 21994"/>
                <a:gd name="csX5" fmla="*/ 28572 w 68793"/>
                <a:gd name="csY5" fmla="*/ 15316 h 21994"/>
                <a:gd name="csX6" fmla="*/ 27668 w 68793"/>
                <a:gd name="csY6" fmla="*/ 21592 h 21994"/>
                <a:gd name="csX7" fmla="*/ 24455 w 68793"/>
                <a:gd name="csY7" fmla="*/ 21592 h 21994"/>
                <a:gd name="csX8" fmla="*/ 23350 w 68793"/>
                <a:gd name="csY8" fmla="*/ 7231 h 21994"/>
                <a:gd name="csX9" fmla="*/ 61061 w 68793"/>
                <a:gd name="csY9" fmla="*/ 7231 h 21994"/>
                <a:gd name="csX10" fmla="*/ 64877 w 68793"/>
                <a:gd name="csY10" fmla="*/ 6127 h 21994"/>
                <a:gd name="csX11" fmla="*/ 65630 w 68793"/>
                <a:gd name="csY11" fmla="*/ 0 h 21994"/>
                <a:gd name="csX12" fmla="*/ 68794 w 68793"/>
                <a:gd name="csY12" fmla="*/ 0 h 21994"/>
                <a:gd name="csX13" fmla="*/ 68492 w 68793"/>
                <a:gd name="csY13" fmla="*/ 10696 h 21994"/>
                <a:gd name="csX14" fmla="*/ 68794 w 68793"/>
                <a:gd name="csY14" fmla="*/ 21994 h 21994"/>
                <a:gd name="csX15" fmla="*/ 5423 w 68793"/>
                <a:gd name="csY15" fmla="*/ 17676 h 21994"/>
                <a:gd name="csX16" fmla="*/ 1707 w 68793"/>
                <a:gd name="csY16" fmla="*/ 16119 h 21994"/>
                <a:gd name="csX17" fmla="*/ 0 w 68793"/>
                <a:gd name="csY17" fmla="*/ 12252 h 21994"/>
                <a:gd name="csX18" fmla="*/ 1557 w 68793"/>
                <a:gd name="csY18" fmla="*/ 8385 h 21994"/>
                <a:gd name="csX19" fmla="*/ 5473 w 68793"/>
                <a:gd name="csY19" fmla="*/ 6779 h 21994"/>
                <a:gd name="csX20" fmla="*/ 9390 w 68793"/>
                <a:gd name="csY20" fmla="*/ 8385 h 21994"/>
                <a:gd name="csX21" fmla="*/ 10897 w 68793"/>
                <a:gd name="csY21" fmla="*/ 12252 h 21994"/>
                <a:gd name="csX22" fmla="*/ 9240 w 68793"/>
                <a:gd name="csY22" fmla="*/ 16169 h 21994"/>
                <a:gd name="csX23" fmla="*/ 5423 w 68793"/>
                <a:gd name="csY23" fmla="*/ 17676 h 21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8793" h="21994">
                  <a:moveTo>
                    <a:pt x="68794" y="21994"/>
                  </a:moveTo>
                  <a:lnTo>
                    <a:pt x="65630" y="21994"/>
                  </a:lnTo>
                  <a:cubicBezTo>
                    <a:pt x="65630" y="18346"/>
                    <a:pt x="65413" y="16103"/>
                    <a:pt x="64978" y="15266"/>
                  </a:cubicBezTo>
                  <a:cubicBezTo>
                    <a:pt x="64509" y="14429"/>
                    <a:pt x="63170" y="14010"/>
                    <a:pt x="60960" y="14010"/>
                  </a:cubicBezTo>
                  <a:lnTo>
                    <a:pt x="33292" y="14010"/>
                  </a:lnTo>
                  <a:cubicBezTo>
                    <a:pt x="30748" y="14010"/>
                    <a:pt x="29175" y="14445"/>
                    <a:pt x="28572" y="15316"/>
                  </a:cubicBezTo>
                  <a:cubicBezTo>
                    <a:pt x="27969" y="16152"/>
                    <a:pt x="27668" y="18244"/>
                    <a:pt x="27668" y="21592"/>
                  </a:cubicBezTo>
                  <a:lnTo>
                    <a:pt x="24455" y="21592"/>
                  </a:lnTo>
                  <a:lnTo>
                    <a:pt x="23350" y="7231"/>
                  </a:lnTo>
                  <a:lnTo>
                    <a:pt x="61061" y="7231"/>
                  </a:lnTo>
                  <a:cubicBezTo>
                    <a:pt x="63102" y="7231"/>
                    <a:pt x="64374" y="6863"/>
                    <a:pt x="64877" y="6127"/>
                  </a:cubicBezTo>
                  <a:cubicBezTo>
                    <a:pt x="65379" y="5390"/>
                    <a:pt x="65630" y="3347"/>
                    <a:pt x="65630" y="0"/>
                  </a:cubicBezTo>
                  <a:lnTo>
                    <a:pt x="68794" y="0"/>
                  </a:lnTo>
                  <a:cubicBezTo>
                    <a:pt x="68593" y="6997"/>
                    <a:pt x="68492" y="10563"/>
                    <a:pt x="68492" y="10696"/>
                  </a:cubicBezTo>
                  <a:cubicBezTo>
                    <a:pt x="68492" y="11633"/>
                    <a:pt x="68593" y="15400"/>
                    <a:pt x="68794" y="21994"/>
                  </a:cubicBezTo>
                  <a:moveTo>
                    <a:pt x="5423" y="17676"/>
                  </a:moveTo>
                  <a:cubicBezTo>
                    <a:pt x="4051" y="17676"/>
                    <a:pt x="2812" y="17157"/>
                    <a:pt x="1707" y="16119"/>
                  </a:cubicBezTo>
                  <a:cubicBezTo>
                    <a:pt x="569" y="15048"/>
                    <a:pt x="0" y="13759"/>
                    <a:pt x="0" y="12252"/>
                  </a:cubicBezTo>
                  <a:cubicBezTo>
                    <a:pt x="0" y="10746"/>
                    <a:pt x="519" y="9457"/>
                    <a:pt x="1557" y="8385"/>
                  </a:cubicBezTo>
                  <a:cubicBezTo>
                    <a:pt x="2561" y="7315"/>
                    <a:pt x="3867" y="6779"/>
                    <a:pt x="5473" y="6779"/>
                  </a:cubicBezTo>
                  <a:cubicBezTo>
                    <a:pt x="7047" y="6779"/>
                    <a:pt x="8352" y="7315"/>
                    <a:pt x="9390" y="8385"/>
                  </a:cubicBezTo>
                  <a:cubicBezTo>
                    <a:pt x="10394" y="9457"/>
                    <a:pt x="10897" y="10746"/>
                    <a:pt x="10897" y="12252"/>
                  </a:cubicBezTo>
                  <a:cubicBezTo>
                    <a:pt x="10897" y="13825"/>
                    <a:pt x="10344" y="15131"/>
                    <a:pt x="9240" y="16169"/>
                  </a:cubicBezTo>
                  <a:cubicBezTo>
                    <a:pt x="8135" y="17174"/>
                    <a:pt x="6863" y="17676"/>
                    <a:pt x="5423" y="17676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95ABD2C2-F799-1326-82C4-851CFF0E88B2}"/>
                </a:ext>
              </a:extLst>
            </p:cNvPr>
            <p:cNvSpPr/>
            <p:nvPr/>
          </p:nvSpPr>
          <p:spPr>
            <a:xfrm>
              <a:off x="4492682" y="2172191"/>
              <a:ext cx="45443" cy="80292"/>
            </a:xfrm>
            <a:custGeom>
              <a:avLst/>
              <a:gdLst>
                <a:gd name="csX0" fmla="*/ 45444 w 45443"/>
                <a:gd name="csY0" fmla="*/ 80292 h 80292"/>
                <a:gd name="csX1" fmla="*/ 42280 w 45443"/>
                <a:gd name="csY1" fmla="*/ 80292 h 80292"/>
                <a:gd name="csX2" fmla="*/ 41628 w 45443"/>
                <a:gd name="csY2" fmla="*/ 73563 h 80292"/>
                <a:gd name="csX3" fmla="*/ 37610 w 45443"/>
                <a:gd name="csY3" fmla="*/ 72308 h 80292"/>
                <a:gd name="csX4" fmla="*/ 10043 w 45443"/>
                <a:gd name="csY4" fmla="*/ 72308 h 80292"/>
                <a:gd name="csX5" fmla="*/ 5273 w 45443"/>
                <a:gd name="csY5" fmla="*/ 73665 h 80292"/>
                <a:gd name="csX6" fmla="*/ 4318 w 45443"/>
                <a:gd name="csY6" fmla="*/ 80292 h 80292"/>
                <a:gd name="csX7" fmla="*/ 1105 w 45443"/>
                <a:gd name="csY7" fmla="*/ 80292 h 80292"/>
                <a:gd name="csX8" fmla="*/ 0 w 45443"/>
                <a:gd name="csY8" fmla="*/ 65830 h 80292"/>
                <a:gd name="csX9" fmla="*/ 10796 w 45443"/>
                <a:gd name="csY9" fmla="*/ 65830 h 80292"/>
                <a:gd name="csX10" fmla="*/ 0 w 45443"/>
                <a:gd name="csY10" fmla="*/ 50617 h 80292"/>
                <a:gd name="csX11" fmla="*/ 10043 w 45443"/>
                <a:gd name="csY11" fmla="*/ 36908 h 80292"/>
                <a:gd name="csX12" fmla="*/ 3063 w 45443"/>
                <a:gd name="csY12" fmla="*/ 31484 h 80292"/>
                <a:gd name="csX13" fmla="*/ 0 w 45443"/>
                <a:gd name="csY13" fmla="*/ 21993 h 80292"/>
                <a:gd name="csX14" fmla="*/ 3816 w 45443"/>
                <a:gd name="csY14" fmla="*/ 11197 h 80292"/>
                <a:gd name="csX15" fmla="*/ 9239 w 45443"/>
                <a:gd name="csY15" fmla="*/ 8487 h 80292"/>
                <a:gd name="csX16" fmla="*/ 19533 w 45443"/>
                <a:gd name="csY16" fmla="*/ 8033 h 80292"/>
                <a:gd name="csX17" fmla="*/ 39167 w 45443"/>
                <a:gd name="csY17" fmla="*/ 8033 h 80292"/>
                <a:gd name="csX18" fmla="*/ 41828 w 45443"/>
                <a:gd name="csY18" fmla="*/ 6277 h 80292"/>
                <a:gd name="csX19" fmla="*/ 42280 w 45443"/>
                <a:gd name="csY19" fmla="*/ 0 h 80292"/>
                <a:gd name="csX20" fmla="*/ 45444 w 45443"/>
                <a:gd name="csY20" fmla="*/ 0 h 80292"/>
                <a:gd name="csX21" fmla="*/ 45142 w 45443"/>
                <a:gd name="csY21" fmla="*/ 11499 h 80292"/>
                <a:gd name="csX22" fmla="*/ 45444 w 45443"/>
                <a:gd name="csY22" fmla="*/ 23149 h 80292"/>
                <a:gd name="csX23" fmla="*/ 42280 w 45443"/>
                <a:gd name="csY23" fmla="*/ 23149 h 80292"/>
                <a:gd name="csX24" fmla="*/ 41628 w 45443"/>
                <a:gd name="csY24" fmla="*/ 16420 h 80292"/>
                <a:gd name="csX25" fmla="*/ 37610 w 45443"/>
                <a:gd name="csY25" fmla="*/ 15114 h 80292"/>
                <a:gd name="csX26" fmla="*/ 13658 w 45443"/>
                <a:gd name="csY26" fmla="*/ 15114 h 80292"/>
                <a:gd name="csX27" fmla="*/ 5373 w 45443"/>
                <a:gd name="csY27" fmla="*/ 16721 h 80292"/>
                <a:gd name="csX28" fmla="*/ 2260 w 45443"/>
                <a:gd name="csY28" fmla="*/ 22746 h 80292"/>
                <a:gd name="csX29" fmla="*/ 6729 w 45443"/>
                <a:gd name="csY29" fmla="*/ 32339 h 80292"/>
                <a:gd name="csX30" fmla="*/ 18730 w 45443"/>
                <a:gd name="csY30" fmla="*/ 36606 h 80292"/>
                <a:gd name="csX31" fmla="*/ 37610 w 45443"/>
                <a:gd name="csY31" fmla="*/ 36606 h 80292"/>
                <a:gd name="csX32" fmla="*/ 41628 w 45443"/>
                <a:gd name="csY32" fmla="*/ 35351 h 80292"/>
                <a:gd name="csX33" fmla="*/ 42280 w 45443"/>
                <a:gd name="csY33" fmla="*/ 28572 h 80292"/>
                <a:gd name="csX34" fmla="*/ 45444 w 45443"/>
                <a:gd name="csY34" fmla="*/ 28572 h 80292"/>
                <a:gd name="csX35" fmla="*/ 45142 w 45443"/>
                <a:gd name="csY35" fmla="*/ 40121 h 80292"/>
                <a:gd name="csX36" fmla="*/ 45444 w 45443"/>
                <a:gd name="csY36" fmla="*/ 51721 h 80292"/>
                <a:gd name="csX37" fmla="*/ 42280 w 45443"/>
                <a:gd name="csY37" fmla="*/ 51721 h 80292"/>
                <a:gd name="csX38" fmla="*/ 41628 w 45443"/>
                <a:gd name="csY38" fmla="*/ 44992 h 80292"/>
                <a:gd name="csX39" fmla="*/ 37610 w 45443"/>
                <a:gd name="csY39" fmla="*/ 43686 h 80292"/>
                <a:gd name="csX40" fmla="*/ 13658 w 45443"/>
                <a:gd name="csY40" fmla="*/ 43686 h 80292"/>
                <a:gd name="csX41" fmla="*/ 5373 w 45443"/>
                <a:gd name="csY41" fmla="*/ 45294 h 80292"/>
                <a:gd name="csX42" fmla="*/ 2260 w 45443"/>
                <a:gd name="csY42" fmla="*/ 51319 h 80292"/>
                <a:gd name="csX43" fmla="*/ 6729 w 45443"/>
                <a:gd name="csY43" fmla="*/ 60910 h 80292"/>
                <a:gd name="csX44" fmla="*/ 18730 w 45443"/>
                <a:gd name="csY44" fmla="*/ 65178 h 80292"/>
                <a:gd name="csX45" fmla="*/ 37610 w 45443"/>
                <a:gd name="csY45" fmla="*/ 65178 h 80292"/>
                <a:gd name="csX46" fmla="*/ 41628 w 45443"/>
                <a:gd name="csY46" fmla="*/ 63922 h 80292"/>
                <a:gd name="csX47" fmla="*/ 42280 w 45443"/>
                <a:gd name="csY47" fmla="*/ 57194 h 80292"/>
                <a:gd name="csX48" fmla="*/ 45444 w 45443"/>
                <a:gd name="csY48" fmla="*/ 57194 h 80292"/>
                <a:gd name="csX49" fmla="*/ 45142 w 45443"/>
                <a:gd name="csY49" fmla="*/ 68692 h 80292"/>
                <a:gd name="csX50" fmla="*/ 45444 w 45443"/>
                <a:gd name="csY50" fmla="*/ 80292 h 80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45443" h="80292">
                  <a:moveTo>
                    <a:pt x="45444" y="80292"/>
                  </a:moveTo>
                  <a:lnTo>
                    <a:pt x="42280" y="80292"/>
                  </a:lnTo>
                  <a:cubicBezTo>
                    <a:pt x="42280" y="76643"/>
                    <a:pt x="42063" y="74401"/>
                    <a:pt x="41628" y="73563"/>
                  </a:cubicBezTo>
                  <a:cubicBezTo>
                    <a:pt x="41159" y="72726"/>
                    <a:pt x="39820" y="72308"/>
                    <a:pt x="37610" y="72308"/>
                  </a:cubicBezTo>
                  <a:lnTo>
                    <a:pt x="10043" y="72308"/>
                  </a:lnTo>
                  <a:cubicBezTo>
                    <a:pt x="7499" y="72308"/>
                    <a:pt x="5909" y="72760"/>
                    <a:pt x="5273" y="73665"/>
                  </a:cubicBezTo>
                  <a:cubicBezTo>
                    <a:pt x="4636" y="74534"/>
                    <a:pt x="4318" y="76743"/>
                    <a:pt x="4318" y="80292"/>
                  </a:cubicBezTo>
                  <a:lnTo>
                    <a:pt x="1105" y="80292"/>
                  </a:lnTo>
                  <a:lnTo>
                    <a:pt x="0" y="65830"/>
                  </a:lnTo>
                  <a:lnTo>
                    <a:pt x="10796" y="65830"/>
                  </a:lnTo>
                  <a:cubicBezTo>
                    <a:pt x="3599" y="62616"/>
                    <a:pt x="0" y="57545"/>
                    <a:pt x="0" y="50617"/>
                  </a:cubicBezTo>
                  <a:cubicBezTo>
                    <a:pt x="0" y="42582"/>
                    <a:pt x="3348" y="38013"/>
                    <a:pt x="10043" y="36908"/>
                  </a:cubicBezTo>
                  <a:cubicBezTo>
                    <a:pt x="7432" y="35736"/>
                    <a:pt x="5105" y="33928"/>
                    <a:pt x="3063" y="31484"/>
                  </a:cubicBezTo>
                  <a:cubicBezTo>
                    <a:pt x="1021" y="29006"/>
                    <a:pt x="0" y="25843"/>
                    <a:pt x="0" y="21993"/>
                  </a:cubicBezTo>
                  <a:cubicBezTo>
                    <a:pt x="0" y="16839"/>
                    <a:pt x="1272" y="13240"/>
                    <a:pt x="3816" y="11197"/>
                  </a:cubicBezTo>
                  <a:cubicBezTo>
                    <a:pt x="5524" y="9691"/>
                    <a:pt x="7331" y="8788"/>
                    <a:pt x="9239" y="8487"/>
                  </a:cubicBezTo>
                  <a:cubicBezTo>
                    <a:pt x="11148" y="8184"/>
                    <a:pt x="14579" y="8033"/>
                    <a:pt x="19533" y="8033"/>
                  </a:cubicBezTo>
                  <a:lnTo>
                    <a:pt x="39167" y="8033"/>
                  </a:lnTo>
                  <a:cubicBezTo>
                    <a:pt x="40607" y="7967"/>
                    <a:pt x="41494" y="7382"/>
                    <a:pt x="41828" y="6277"/>
                  </a:cubicBezTo>
                  <a:cubicBezTo>
                    <a:pt x="42130" y="5172"/>
                    <a:pt x="42280" y="3080"/>
                    <a:pt x="42280" y="0"/>
                  </a:cubicBezTo>
                  <a:lnTo>
                    <a:pt x="45444" y="0"/>
                  </a:lnTo>
                  <a:cubicBezTo>
                    <a:pt x="45243" y="6996"/>
                    <a:pt x="45142" y="10829"/>
                    <a:pt x="45142" y="11499"/>
                  </a:cubicBezTo>
                  <a:cubicBezTo>
                    <a:pt x="45142" y="12035"/>
                    <a:pt x="45243" y="15918"/>
                    <a:pt x="45444" y="23149"/>
                  </a:cubicBezTo>
                  <a:lnTo>
                    <a:pt x="42280" y="23149"/>
                  </a:lnTo>
                  <a:cubicBezTo>
                    <a:pt x="42280" y="19499"/>
                    <a:pt x="42063" y="17257"/>
                    <a:pt x="41628" y="16420"/>
                  </a:cubicBezTo>
                  <a:cubicBezTo>
                    <a:pt x="41159" y="15550"/>
                    <a:pt x="39820" y="15114"/>
                    <a:pt x="37610" y="15114"/>
                  </a:cubicBezTo>
                  <a:lnTo>
                    <a:pt x="13658" y="15114"/>
                  </a:lnTo>
                  <a:cubicBezTo>
                    <a:pt x="10177" y="15114"/>
                    <a:pt x="7415" y="15650"/>
                    <a:pt x="5373" y="16721"/>
                  </a:cubicBezTo>
                  <a:cubicBezTo>
                    <a:pt x="3297" y="17793"/>
                    <a:pt x="2260" y="19801"/>
                    <a:pt x="2260" y="22746"/>
                  </a:cubicBezTo>
                  <a:cubicBezTo>
                    <a:pt x="2260" y="26295"/>
                    <a:pt x="3749" y="29492"/>
                    <a:pt x="6729" y="32339"/>
                  </a:cubicBezTo>
                  <a:cubicBezTo>
                    <a:pt x="9708" y="35184"/>
                    <a:pt x="13708" y="36606"/>
                    <a:pt x="18730" y="36606"/>
                  </a:cubicBezTo>
                  <a:lnTo>
                    <a:pt x="37610" y="36606"/>
                  </a:lnTo>
                  <a:cubicBezTo>
                    <a:pt x="39820" y="36606"/>
                    <a:pt x="41159" y="36188"/>
                    <a:pt x="41628" y="35351"/>
                  </a:cubicBezTo>
                  <a:cubicBezTo>
                    <a:pt x="42063" y="34480"/>
                    <a:pt x="42280" y="32220"/>
                    <a:pt x="42280" y="28572"/>
                  </a:cubicBezTo>
                  <a:lnTo>
                    <a:pt x="45444" y="28572"/>
                  </a:lnTo>
                  <a:cubicBezTo>
                    <a:pt x="45243" y="35569"/>
                    <a:pt x="45142" y="39418"/>
                    <a:pt x="45142" y="40121"/>
                  </a:cubicBezTo>
                  <a:cubicBezTo>
                    <a:pt x="45142" y="40657"/>
                    <a:pt x="45243" y="44523"/>
                    <a:pt x="45444" y="51721"/>
                  </a:cubicBezTo>
                  <a:lnTo>
                    <a:pt x="42280" y="51721"/>
                  </a:lnTo>
                  <a:cubicBezTo>
                    <a:pt x="42280" y="48072"/>
                    <a:pt x="42063" y="45829"/>
                    <a:pt x="41628" y="44992"/>
                  </a:cubicBezTo>
                  <a:cubicBezTo>
                    <a:pt x="41159" y="44121"/>
                    <a:pt x="39820" y="43686"/>
                    <a:pt x="37610" y="43686"/>
                  </a:cubicBezTo>
                  <a:lnTo>
                    <a:pt x="13658" y="43686"/>
                  </a:lnTo>
                  <a:cubicBezTo>
                    <a:pt x="10177" y="43686"/>
                    <a:pt x="7415" y="44222"/>
                    <a:pt x="5373" y="45294"/>
                  </a:cubicBezTo>
                  <a:cubicBezTo>
                    <a:pt x="3297" y="46365"/>
                    <a:pt x="2260" y="48373"/>
                    <a:pt x="2260" y="51319"/>
                  </a:cubicBezTo>
                  <a:cubicBezTo>
                    <a:pt x="2260" y="54868"/>
                    <a:pt x="3749" y="58065"/>
                    <a:pt x="6729" y="60910"/>
                  </a:cubicBezTo>
                  <a:cubicBezTo>
                    <a:pt x="9708" y="63755"/>
                    <a:pt x="13708" y="65178"/>
                    <a:pt x="18730" y="65178"/>
                  </a:cubicBezTo>
                  <a:lnTo>
                    <a:pt x="37610" y="65178"/>
                  </a:lnTo>
                  <a:cubicBezTo>
                    <a:pt x="39820" y="65178"/>
                    <a:pt x="41159" y="64759"/>
                    <a:pt x="41628" y="63922"/>
                  </a:cubicBezTo>
                  <a:cubicBezTo>
                    <a:pt x="42063" y="63052"/>
                    <a:pt x="42280" y="60809"/>
                    <a:pt x="42280" y="57194"/>
                  </a:cubicBezTo>
                  <a:lnTo>
                    <a:pt x="45444" y="57194"/>
                  </a:lnTo>
                  <a:cubicBezTo>
                    <a:pt x="45243" y="64191"/>
                    <a:pt x="45142" y="68024"/>
                    <a:pt x="45142" y="68692"/>
                  </a:cubicBezTo>
                  <a:cubicBezTo>
                    <a:pt x="45142" y="69228"/>
                    <a:pt x="45243" y="73095"/>
                    <a:pt x="45444" y="8029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80FA0A57-494D-EA3E-BAD5-DE8639CB50AC}"/>
                </a:ext>
              </a:extLst>
            </p:cNvPr>
            <p:cNvSpPr/>
            <p:nvPr/>
          </p:nvSpPr>
          <p:spPr>
            <a:xfrm>
              <a:off x="4492029" y="2120059"/>
              <a:ext cx="47251" cy="46397"/>
            </a:xfrm>
            <a:custGeom>
              <a:avLst/>
              <a:gdLst>
                <a:gd name="csX0" fmla="*/ 36305 w 47251"/>
                <a:gd name="csY0" fmla="*/ 46398 h 46397"/>
                <a:gd name="csX1" fmla="*/ 22948 w 47251"/>
                <a:gd name="csY1" fmla="*/ 36104 h 46397"/>
                <a:gd name="csX2" fmla="*/ 19232 w 47251"/>
                <a:gd name="csY2" fmla="*/ 17174 h 46397"/>
                <a:gd name="csX3" fmla="*/ 15466 w 47251"/>
                <a:gd name="csY3" fmla="*/ 17174 h 46397"/>
                <a:gd name="csX4" fmla="*/ 5724 w 47251"/>
                <a:gd name="csY4" fmla="*/ 20538 h 46397"/>
                <a:gd name="csX5" fmla="*/ 2310 w 47251"/>
                <a:gd name="csY5" fmla="*/ 28069 h 46397"/>
                <a:gd name="csX6" fmla="*/ 7030 w 47251"/>
                <a:gd name="csY6" fmla="*/ 39217 h 46397"/>
                <a:gd name="csX7" fmla="*/ 8687 w 47251"/>
                <a:gd name="csY7" fmla="*/ 35049 h 46397"/>
                <a:gd name="csX8" fmla="*/ 11750 w 47251"/>
                <a:gd name="csY8" fmla="*/ 33945 h 46397"/>
                <a:gd name="csX9" fmla="*/ 15165 w 47251"/>
                <a:gd name="csY9" fmla="*/ 35251 h 46397"/>
                <a:gd name="csX10" fmla="*/ 16470 w 47251"/>
                <a:gd name="csY10" fmla="*/ 38665 h 46397"/>
                <a:gd name="csX11" fmla="*/ 15215 w 47251"/>
                <a:gd name="csY11" fmla="*/ 42079 h 46397"/>
                <a:gd name="csX12" fmla="*/ 11650 w 47251"/>
                <a:gd name="csY12" fmla="*/ 43436 h 46397"/>
                <a:gd name="csX13" fmla="*/ 3314 w 47251"/>
                <a:gd name="csY13" fmla="*/ 38916 h 46397"/>
                <a:gd name="csX14" fmla="*/ 0 w 47251"/>
                <a:gd name="csY14" fmla="*/ 27869 h 46397"/>
                <a:gd name="csX15" fmla="*/ 5674 w 47251"/>
                <a:gd name="csY15" fmla="*/ 13810 h 46397"/>
                <a:gd name="csX16" fmla="*/ 9691 w 47251"/>
                <a:gd name="csY16" fmla="*/ 11197 h 46397"/>
                <a:gd name="csX17" fmla="*/ 13457 w 47251"/>
                <a:gd name="csY17" fmla="*/ 10194 h 46397"/>
                <a:gd name="csX18" fmla="*/ 17826 w 47251"/>
                <a:gd name="csY18" fmla="*/ 10093 h 46397"/>
                <a:gd name="csX19" fmla="*/ 38364 w 47251"/>
                <a:gd name="csY19" fmla="*/ 10093 h 46397"/>
                <a:gd name="csX20" fmla="*/ 39970 w 47251"/>
                <a:gd name="csY20" fmla="*/ 9892 h 46397"/>
                <a:gd name="csX21" fmla="*/ 42281 w 47251"/>
                <a:gd name="csY21" fmla="*/ 8787 h 46397"/>
                <a:gd name="csX22" fmla="*/ 43536 w 47251"/>
                <a:gd name="csY22" fmla="*/ 6277 h 46397"/>
                <a:gd name="csX23" fmla="*/ 36958 w 47251"/>
                <a:gd name="csY23" fmla="*/ 2611 h 46397"/>
                <a:gd name="csX24" fmla="*/ 31183 w 47251"/>
                <a:gd name="csY24" fmla="*/ 2611 h 46397"/>
                <a:gd name="csX25" fmla="*/ 31183 w 47251"/>
                <a:gd name="csY25" fmla="*/ 0 h 46397"/>
                <a:gd name="csX26" fmla="*/ 36958 w 47251"/>
                <a:gd name="csY26" fmla="*/ 0 h 46397"/>
                <a:gd name="csX27" fmla="*/ 44590 w 47251"/>
                <a:gd name="csY27" fmla="*/ 2913 h 46397"/>
                <a:gd name="csX28" fmla="*/ 46699 w 47251"/>
                <a:gd name="csY28" fmla="*/ 8436 h 46397"/>
                <a:gd name="csX29" fmla="*/ 44189 w 47251"/>
                <a:gd name="csY29" fmla="*/ 14010 h 46397"/>
                <a:gd name="csX30" fmla="*/ 38263 w 47251"/>
                <a:gd name="csY30" fmla="*/ 16471 h 46397"/>
                <a:gd name="csX31" fmla="*/ 44742 w 47251"/>
                <a:gd name="csY31" fmla="*/ 21592 h 46397"/>
                <a:gd name="csX32" fmla="*/ 47251 w 47251"/>
                <a:gd name="csY32" fmla="*/ 29928 h 46397"/>
                <a:gd name="csX33" fmla="*/ 46297 w 47251"/>
                <a:gd name="csY33" fmla="*/ 37159 h 46397"/>
                <a:gd name="csX34" fmla="*/ 42834 w 47251"/>
                <a:gd name="csY34" fmla="*/ 43536 h 46397"/>
                <a:gd name="csX35" fmla="*/ 36305 w 47251"/>
                <a:gd name="csY35" fmla="*/ 46398 h 46397"/>
                <a:gd name="csX36" fmla="*/ 36205 w 47251"/>
                <a:gd name="csY36" fmla="*/ 38464 h 46397"/>
                <a:gd name="csX37" fmla="*/ 42481 w 47251"/>
                <a:gd name="csY37" fmla="*/ 35752 h 46397"/>
                <a:gd name="csX38" fmla="*/ 44942 w 47251"/>
                <a:gd name="csY38" fmla="*/ 29225 h 46397"/>
                <a:gd name="csX39" fmla="*/ 41628 w 47251"/>
                <a:gd name="csY39" fmla="*/ 21041 h 46397"/>
                <a:gd name="csX40" fmla="*/ 31685 w 47251"/>
                <a:gd name="csY40" fmla="*/ 17174 h 46397"/>
                <a:gd name="csX41" fmla="*/ 21391 w 47251"/>
                <a:gd name="csY41" fmla="*/ 17174 h 46397"/>
                <a:gd name="csX42" fmla="*/ 26363 w 47251"/>
                <a:gd name="csY42" fmla="*/ 33544 h 46397"/>
                <a:gd name="csX43" fmla="*/ 36205 w 47251"/>
                <a:gd name="csY43" fmla="*/ 38464 h 46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7251" h="46397">
                  <a:moveTo>
                    <a:pt x="36305" y="46398"/>
                  </a:moveTo>
                  <a:cubicBezTo>
                    <a:pt x="30480" y="46398"/>
                    <a:pt x="26028" y="42967"/>
                    <a:pt x="22948" y="36104"/>
                  </a:cubicBezTo>
                  <a:cubicBezTo>
                    <a:pt x="20973" y="31987"/>
                    <a:pt x="19734" y="25677"/>
                    <a:pt x="19232" y="17174"/>
                  </a:cubicBezTo>
                  <a:lnTo>
                    <a:pt x="15466" y="17174"/>
                  </a:lnTo>
                  <a:cubicBezTo>
                    <a:pt x="11214" y="17174"/>
                    <a:pt x="7967" y="18295"/>
                    <a:pt x="5724" y="20538"/>
                  </a:cubicBezTo>
                  <a:cubicBezTo>
                    <a:pt x="3448" y="22747"/>
                    <a:pt x="2310" y="25258"/>
                    <a:pt x="2310" y="28069"/>
                  </a:cubicBezTo>
                  <a:cubicBezTo>
                    <a:pt x="2310" y="33091"/>
                    <a:pt x="3883" y="36807"/>
                    <a:pt x="7030" y="39217"/>
                  </a:cubicBezTo>
                  <a:cubicBezTo>
                    <a:pt x="7097" y="37176"/>
                    <a:pt x="7649" y="35786"/>
                    <a:pt x="8687" y="35049"/>
                  </a:cubicBezTo>
                  <a:cubicBezTo>
                    <a:pt x="9691" y="34313"/>
                    <a:pt x="10712" y="33945"/>
                    <a:pt x="11750" y="33945"/>
                  </a:cubicBezTo>
                  <a:cubicBezTo>
                    <a:pt x="13123" y="33945"/>
                    <a:pt x="14261" y="34380"/>
                    <a:pt x="15165" y="35251"/>
                  </a:cubicBezTo>
                  <a:cubicBezTo>
                    <a:pt x="16035" y="36087"/>
                    <a:pt x="16470" y="37225"/>
                    <a:pt x="16470" y="38665"/>
                  </a:cubicBezTo>
                  <a:cubicBezTo>
                    <a:pt x="16470" y="40038"/>
                    <a:pt x="16052" y="41176"/>
                    <a:pt x="15215" y="42079"/>
                  </a:cubicBezTo>
                  <a:cubicBezTo>
                    <a:pt x="14345" y="42984"/>
                    <a:pt x="13156" y="43436"/>
                    <a:pt x="11650" y="43436"/>
                  </a:cubicBezTo>
                  <a:cubicBezTo>
                    <a:pt x="8302" y="43436"/>
                    <a:pt x="5523" y="41929"/>
                    <a:pt x="3314" y="38916"/>
                  </a:cubicBezTo>
                  <a:cubicBezTo>
                    <a:pt x="1105" y="35869"/>
                    <a:pt x="0" y="32187"/>
                    <a:pt x="0" y="27869"/>
                  </a:cubicBezTo>
                  <a:cubicBezTo>
                    <a:pt x="0" y="22245"/>
                    <a:pt x="1891" y="17558"/>
                    <a:pt x="5674" y="13810"/>
                  </a:cubicBezTo>
                  <a:cubicBezTo>
                    <a:pt x="6846" y="12638"/>
                    <a:pt x="8185" y="11767"/>
                    <a:pt x="9691" y="11197"/>
                  </a:cubicBezTo>
                  <a:cubicBezTo>
                    <a:pt x="11198" y="10595"/>
                    <a:pt x="12453" y="10260"/>
                    <a:pt x="13457" y="10194"/>
                  </a:cubicBezTo>
                  <a:cubicBezTo>
                    <a:pt x="14428" y="10127"/>
                    <a:pt x="15884" y="10093"/>
                    <a:pt x="17826" y="10093"/>
                  </a:cubicBezTo>
                  <a:lnTo>
                    <a:pt x="38364" y="10093"/>
                  </a:lnTo>
                  <a:cubicBezTo>
                    <a:pt x="38765" y="10093"/>
                    <a:pt x="39301" y="10026"/>
                    <a:pt x="39970" y="9892"/>
                  </a:cubicBezTo>
                  <a:cubicBezTo>
                    <a:pt x="40640" y="9759"/>
                    <a:pt x="41410" y="9390"/>
                    <a:pt x="42281" y="8787"/>
                  </a:cubicBezTo>
                  <a:cubicBezTo>
                    <a:pt x="43118" y="8151"/>
                    <a:pt x="43536" y="7314"/>
                    <a:pt x="43536" y="6277"/>
                  </a:cubicBezTo>
                  <a:cubicBezTo>
                    <a:pt x="43536" y="3799"/>
                    <a:pt x="41344" y="2577"/>
                    <a:pt x="36958" y="2611"/>
                  </a:cubicBezTo>
                  <a:lnTo>
                    <a:pt x="31183" y="2611"/>
                  </a:lnTo>
                  <a:lnTo>
                    <a:pt x="31183" y="0"/>
                  </a:lnTo>
                  <a:lnTo>
                    <a:pt x="36958" y="0"/>
                  </a:lnTo>
                  <a:cubicBezTo>
                    <a:pt x="40606" y="0"/>
                    <a:pt x="43150" y="971"/>
                    <a:pt x="44590" y="2913"/>
                  </a:cubicBezTo>
                  <a:cubicBezTo>
                    <a:pt x="45996" y="4821"/>
                    <a:pt x="46699" y="6662"/>
                    <a:pt x="46699" y="8436"/>
                  </a:cubicBezTo>
                  <a:cubicBezTo>
                    <a:pt x="46699" y="10713"/>
                    <a:pt x="45862" y="12571"/>
                    <a:pt x="44189" y="14010"/>
                  </a:cubicBezTo>
                  <a:cubicBezTo>
                    <a:pt x="42514" y="15450"/>
                    <a:pt x="40539" y="16270"/>
                    <a:pt x="38263" y="16471"/>
                  </a:cubicBezTo>
                  <a:cubicBezTo>
                    <a:pt x="40874" y="17508"/>
                    <a:pt x="43034" y="19215"/>
                    <a:pt x="44742" y="21592"/>
                  </a:cubicBezTo>
                  <a:cubicBezTo>
                    <a:pt x="46415" y="23936"/>
                    <a:pt x="47251" y="26715"/>
                    <a:pt x="47251" y="29928"/>
                  </a:cubicBezTo>
                  <a:cubicBezTo>
                    <a:pt x="47251" y="32405"/>
                    <a:pt x="46933" y="34815"/>
                    <a:pt x="46297" y="37159"/>
                  </a:cubicBezTo>
                  <a:cubicBezTo>
                    <a:pt x="45695" y="39468"/>
                    <a:pt x="44540" y="41594"/>
                    <a:pt x="42834" y="43536"/>
                  </a:cubicBezTo>
                  <a:cubicBezTo>
                    <a:pt x="41092" y="45444"/>
                    <a:pt x="38916" y="46398"/>
                    <a:pt x="36305" y="46398"/>
                  </a:cubicBezTo>
                  <a:moveTo>
                    <a:pt x="36205" y="38464"/>
                  </a:moveTo>
                  <a:cubicBezTo>
                    <a:pt x="38748" y="38464"/>
                    <a:pt x="40841" y="37560"/>
                    <a:pt x="42481" y="35752"/>
                  </a:cubicBezTo>
                  <a:cubicBezTo>
                    <a:pt x="44122" y="33945"/>
                    <a:pt x="44942" y="31769"/>
                    <a:pt x="44942" y="29225"/>
                  </a:cubicBezTo>
                  <a:cubicBezTo>
                    <a:pt x="44942" y="26347"/>
                    <a:pt x="43838" y="23618"/>
                    <a:pt x="41628" y="21041"/>
                  </a:cubicBezTo>
                  <a:cubicBezTo>
                    <a:pt x="39385" y="18463"/>
                    <a:pt x="36071" y="17174"/>
                    <a:pt x="31685" y="17174"/>
                  </a:cubicBezTo>
                  <a:lnTo>
                    <a:pt x="21391" y="17174"/>
                  </a:lnTo>
                  <a:cubicBezTo>
                    <a:pt x="21659" y="24772"/>
                    <a:pt x="23316" y="30229"/>
                    <a:pt x="26363" y="33544"/>
                  </a:cubicBezTo>
                  <a:cubicBezTo>
                    <a:pt x="29375" y="36824"/>
                    <a:pt x="32656" y="38464"/>
                    <a:pt x="36205" y="3846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D3ACCAD2-AC08-3F38-C10B-035D307A2E7E}"/>
                </a:ext>
              </a:extLst>
            </p:cNvPr>
            <p:cNvSpPr/>
            <p:nvPr/>
          </p:nvSpPr>
          <p:spPr>
            <a:xfrm>
              <a:off x="4474856" y="2085402"/>
              <a:ext cx="64424" cy="32188"/>
            </a:xfrm>
            <a:custGeom>
              <a:avLst/>
              <a:gdLst>
                <a:gd name="csX0" fmla="*/ 22145 w 64424"/>
                <a:gd name="csY0" fmla="*/ 32188 h 32188"/>
                <a:gd name="csX1" fmla="*/ 19885 w 64424"/>
                <a:gd name="csY1" fmla="*/ 32188 h 32188"/>
                <a:gd name="csX2" fmla="*/ 16370 w 64424"/>
                <a:gd name="csY2" fmla="*/ 24354 h 32188"/>
                <a:gd name="csX3" fmla="*/ 8888 w 64424"/>
                <a:gd name="csY3" fmla="*/ 20137 h 32188"/>
                <a:gd name="csX4" fmla="*/ 0 w 64424"/>
                <a:gd name="csY4" fmla="*/ 18932 h 32188"/>
                <a:gd name="csX5" fmla="*/ 0 w 64424"/>
                <a:gd name="csY5" fmla="*/ 16370 h 32188"/>
                <a:gd name="csX6" fmla="*/ 18931 w 64424"/>
                <a:gd name="csY6" fmla="*/ 16370 h 32188"/>
                <a:gd name="csX7" fmla="*/ 18931 w 64424"/>
                <a:gd name="csY7" fmla="*/ 1658 h 32188"/>
                <a:gd name="csX8" fmla="*/ 22145 w 64424"/>
                <a:gd name="csY8" fmla="*/ 1658 h 32188"/>
                <a:gd name="csX9" fmla="*/ 22145 w 64424"/>
                <a:gd name="csY9" fmla="*/ 16370 h 32188"/>
                <a:gd name="csX10" fmla="*/ 50716 w 64424"/>
                <a:gd name="csY10" fmla="*/ 16370 h 32188"/>
                <a:gd name="csX11" fmla="*/ 61814 w 64424"/>
                <a:gd name="csY11" fmla="*/ 9441 h 32188"/>
                <a:gd name="csX12" fmla="*/ 58802 w 64424"/>
                <a:gd name="csY12" fmla="*/ 4520 h 32188"/>
                <a:gd name="csX13" fmla="*/ 50315 w 64424"/>
                <a:gd name="csY13" fmla="*/ 2562 h 32188"/>
                <a:gd name="csX14" fmla="*/ 44641 w 64424"/>
                <a:gd name="csY14" fmla="*/ 2562 h 32188"/>
                <a:gd name="csX15" fmla="*/ 44641 w 64424"/>
                <a:gd name="csY15" fmla="*/ 0 h 32188"/>
                <a:gd name="csX16" fmla="*/ 50516 w 64424"/>
                <a:gd name="csY16" fmla="*/ 0 h 32188"/>
                <a:gd name="csX17" fmla="*/ 60258 w 64424"/>
                <a:gd name="csY17" fmla="*/ 2562 h 32188"/>
                <a:gd name="csX18" fmla="*/ 64425 w 64424"/>
                <a:gd name="csY18" fmla="*/ 10194 h 32188"/>
                <a:gd name="csX19" fmla="*/ 63922 w 64424"/>
                <a:gd name="csY19" fmla="*/ 13911 h 32188"/>
                <a:gd name="csX20" fmla="*/ 62266 w 64424"/>
                <a:gd name="csY20" fmla="*/ 18128 h 32188"/>
                <a:gd name="csX21" fmla="*/ 57998 w 64424"/>
                <a:gd name="csY21" fmla="*/ 21994 h 32188"/>
                <a:gd name="csX22" fmla="*/ 50516 w 64424"/>
                <a:gd name="csY22" fmla="*/ 23451 h 32188"/>
                <a:gd name="csX23" fmla="*/ 22145 w 64424"/>
                <a:gd name="csY23" fmla="*/ 23451 h 32188"/>
                <a:gd name="csX24" fmla="*/ 22145 w 64424"/>
                <a:gd name="csY24" fmla="*/ 32188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24" h="32188">
                  <a:moveTo>
                    <a:pt x="22145" y="32188"/>
                  </a:moveTo>
                  <a:lnTo>
                    <a:pt x="19885" y="32188"/>
                  </a:lnTo>
                  <a:cubicBezTo>
                    <a:pt x="19751" y="29041"/>
                    <a:pt x="18579" y="26430"/>
                    <a:pt x="16370" y="24354"/>
                  </a:cubicBezTo>
                  <a:cubicBezTo>
                    <a:pt x="14127" y="22245"/>
                    <a:pt x="11633" y="20839"/>
                    <a:pt x="8888" y="20137"/>
                  </a:cubicBezTo>
                  <a:cubicBezTo>
                    <a:pt x="6143" y="19400"/>
                    <a:pt x="3180" y="18998"/>
                    <a:pt x="0" y="18932"/>
                  </a:cubicBezTo>
                  <a:lnTo>
                    <a:pt x="0" y="16370"/>
                  </a:lnTo>
                  <a:lnTo>
                    <a:pt x="18931" y="16370"/>
                  </a:lnTo>
                  <a:lnTo>
                    <a:pt x="18931" y="1658"/>
                  </a:lnTo>
                  <a:lnTo>
                    <a:pt x="22145" y="1658"/>
                  </a:lnTo>
                  <a:lnTo>
                    <a:pt x="22145" y="16370"/>
                  </a:lnTo>
                  <a:lnTo>
                    <a:pt x="50716" y="16370"/>
                  </a:lnTo>
                  <a:cubicBezTo>
                    <a:pt x="58115" y="16370"/>
                    <a:pt x="61814" y="14060"/>
                    <a:pt x="61814" y="9441"/>
                  </a:cubicBezTo>
                  <a:cubicBezTo>
                    <a:pt x="61814" y="7466"/>
                    <a:pt x="60810" y="5826"/>
                    <a:pt x="58802" y="4520"/>
                  </a:cubicBezTo>
                  <a:cubicBezTo>
                    <a:pt x="56759" y="3215"/>
                    <a:pt x="53930" y="2562"/>
                    <a:pt x="50315" y="2562"/>
                  </a:cubicBezTo>
                  <a:lnTo>
                    <a:pt x="44641" y="2562"/>
                  </a:lnTo>
                  <a:lnTo>
                    <a:pt x="44641" y="0"/>
                  </a:lnTo>
                  <a:lnTo>
                    <a:pt x="50516" y="0"/>
                  </a:lnTo>
                  <a:cubicBezTo>
                    <a:pt x="54232" y="0"/>
                    <a:pt x="57479" y="854"/>
                    <a:pt x="60258" y="2562"/>
                  </a:cubicBezTo>
                  <a:cubicBezTo>
                    <a:pt x="63036" y="4269"/>
                    <a:pt x="64425" y="6813"/>
                    <a:pt x="64425" y="10194"/>
                  </a:cubicBezTo>
                  <a:cubicBezTo>
                    <a:pt x="64425" y="11432"/>
                    <a:pt x="64257" y="12671"/>
                    <a:pt x="63922" y="13911"/>
                  </a:cubicBezTo>
                  <a:cubicBezTo>
                    <a:pt x="63621" y="15115"/>
                    <a:pt x="63069" y="16521"/>
                    <a:pt x="62266" y="18128"/>
                  </a:cubicBezTo>
                  <a:cubicBezTo>
                    <a:pt x="61428" y="19701"/>
                    <a:pt x="60006" y="20990"/>
                    <a:pt x="57998" y="21994"/>
                  </a:cubicBezTo>
                  <a:cubicBezTo>
                    <a:pt x="55956" y="22965"/>
                    <a:pt x="53462" y="23451"/>
                    <a:pt x="50516" y="23451"/>
                  </a:cubicBezTo>
                  <a:lnTo>
                    <a:pt x="22145" y="23451"/>
                  </a:lnTo>
                  <a:lnTo>
                    <a:pt x="22145" y="32188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BF2729E0-E4E5-DC48-50A6-BF95AC7FF448}"/>
                </a:ext>
              </a:extLst>
            </p:cNvPr>
            <p:cNvSpPr/>
            <p:nvPr/>
          </p:nvSpPr>
          <p:spPr>
            <a:xfrm>
              <a:off x="4469332" y="2057345"/>
              <a:ext cx="68793" cy="21992"/>
            </a:xfrm>
            <a:custGeom>
              <a:avLst/>
              <a:gdLst>
                <a:gd name="csX0" fmla="*/ 68794 w 68793"/>
                <a:gd name="csY0" fmla="*/ 21993 h 21992"/>
                <a:gd name="csX1" fmla="*/ 65630 w 68793"/>
                <a:gd name="csY1" fmla="*/ 21993 h 21992"/>
                <a:gd name="csX2" fmla="*/ 64978 w 68793"/>
                <a:gd name="csY2" fmla="*/ 15264 h 21992"/>
                <a:gd name="csX3" fmla="*/ 60960 w 68793"/>
                <a:gd name="csY3" fmla="*/ 14009 h 21992"/>
                <a:gd name="csX4" fmla="*/ 33292 w 68793"/>
                <a:gd name="csY4" fmla="*/ 14009 h 21992"/>
                <a:gd name="csX5" fmla="*/ 28572 w 68793"/>
                <a:gd name="csY5" fmla="*/ 15315 h 21992"/>
                <a:gd name="csX6" fmla="*/ 27668 w 68793"/>
                <a:gd name="csY6" fmla="*/ 21592 h 21992"/>
                <a:gd name="csX7" fmla="*/ 24455 w 68793"/>
                <a:gd name="csY7" fmla="*/ 21592 h 21992"/>
                <a:gd name="csX8" fmla="*/ 23350 w 68793"/>
                <a:gd name="csY8" fmla="*/ 7231 h 21992"/>
                <a:gd name="csX9" fmla="*/ 61061 w 68793"/>
                <a:gd name="csY9" fmla="*/ 7231 h 21992"/>
                <a:gd name="csX10" fmla="*/ 64877 w 68793"/>
                <a:gd name="csY10" fmla="*/ 6125 h 21992"/>
                <a:gd name="csX11" fmla="*/ 65630 w 68793"/>
                <a:gd name="csY11" fmla="*/ 0 h 21992"/>
                <a:gd name="csX12" fmla="*/ 68794 w 68793"/>
                <a:gd name="csY12" fmla="*/ 0 h 21992"/>
                <a:gd name="csX13" fmla="*/ 68492 w 68793"/>
                <a:gd name="csY13" fmla="*/ 10695 h 21992"/>
                <a:gd name="csX14" fmla="*/ 68794 w 68793"/>
                <a:gd name="csY14" fmla="*/ 21993 h 21992"/>
                <a:gd name="csX15" fmla="*/ 5423 w 68793"/>
                <a:gd name="csY15" fmla="*/ 17675 h 21992"/>
                <a:gd name="csX16" fmla="*/ 1707 w 68793"/>
                <a:gd name="csY16" fmla="*/ 16119 h 21992"/>
                <a:gd name="csX17" fmla="*/ 0 w 68793"/>
                <a:gd name="csY17" fmla="*/ 12252 h 21992"/>
                <a:gd name="csX18" fmla="*/ 1557 w 68793"/>
                <a:gd name="csY18" fmla="*/ 8386 h 21992"/>
                <a:gd name="csX19" fmla="*/ 5473 w 68793"/>
                <a:gd name="csY19" fmla="*/ 6778 h 21992"/>
                <a:gd name="csX20" fmla="*/ 9390 w 68793"/>
                <a:gd name="csY20" fmla="*/ 8386 h 21992"/>
                <a:gd name="csX21" fmla="*/ 10897 w 68793"/>
                <a:gd name="csY21" fmla="*/ 12252 h 21992"/>
                <a:gd name="csX22" fmla="*/ 9240 w 68793"/>
                <a:gd name="csY22" fmla="*/ 16168 h 21992"/>
                <a:gd name="csX23" fmla="*/ 5423 w 68793"/>
                <a:gd name="csY23" fmla="*/ 17675 h 21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8793" h="21992">
                  <a:moveTo>
                    <a:pt x="68794" y="21993"/>
                  </a:moveTo>
                  <a:lnTo>
                    <a:pt x="65630" y="21993"/>
                  </a:lnTo>
                  <a:cubicBezTo>
                    <a:pt x="65630" y="18344"/>
                    <a:pt x="65413" y="16101"/>
                    <a:pt x="64978" y="15264"/>
                  </a:cubicBezTo>
                  <a:cubicBezTo>
                    <a:pt x="64509" y="14427"/>
                    <a:pt x="63170" y="14009"/>
                    <a:pt x="60960" y="14009"/>
                  </a:cubicBezTo>
                  <a:lnTo>
                    <a:pt x="33292" y="14009"/>
                  </a:lnTo>
                  <a:cubicBezTo>
                    <a:pt x="30748" y="14009"/>
                    <a:pt x="29175" y="14444"/>
                    <a:pt x="28572" y="15315"/>
                  </a:cubicBezTo>
                  <a:cubicBezTo>
                    <a:pt x="27969" y="16152"/>
                    <a:pt x="27668" y="18244"/>
                    <a:pt x="27668" y="21592"/>
                  </a:cubicBezTo>
                  <a:lnTo>
                    <a:pt x="24455" y="21592"/>
                  </a:lnTo>
                  <a:lnTo>
                    <a:pt x="23350" y="7231"/>
                  </a:lnTo>
                  <a:lnTo>
                    <a:pt x="61061" y="7231"/>
                  </a:lnTo>
                  <a:cubicBezTo>
                    <a:pt x="63102" y="7231"/>
                    <a:pt x="64374" y="6862"/>
                    <a:pt x="64877" y="6125"/>
                  </a:cubicBezTo>
                  <a:cubicBezTo>
                    <a:pt x="65379" y="5389"/>
                    <a:pt x="65630" y="3347"/>
                    <a:pt x="65630" y="0"/>
                  </a:cubicBezTo>
                  <a:lnTo>
                    <a:pt x="68794" y="0"/>
                  </a:lnTo>
                  <a:cubicBezTo>
                    <a:pt x="68593" y="6996"/>
                    <a:pt x="68492" y="10561"/>
                    <a:pt x="68492" y="10695"/>
                  </a:cubicBezTo>
                  <a:cubicBezTo>
                    <a:pt x="68492" y="11632"/>
                    <a:pt x="68593" y="15398"/>
                    <a:pt x="68794" y="21993"/>
                  </a:cubicBezTo>
                  <a:moveTo>
                    <a:pt x="5423" y="17675"/>
                  </a:moveTo>
                  <a:cubicBezTo>
                    <a:pt x="4051" y="17675"/>
                    <a:pt x="2812" y="17156"/>
                    <a:pt x="1707" y="16119"/>
                  </a:cubicBezTo>
                  <a:cubicBezTo>
                    <a:pt x="569" y="15047"/>
                    <a:pt x="0" y="13758"/>
                    <a:pt x="0" y="12252"/>
                  </a:cubicBezTo>
                  <a:cubicBezTo>
                    <a:pt x="0" y="10745"/>
                    <a:pt x="519" y="9456"/>
                    <a:pt x="1557" y="8386"/>
                  </a:cubicBezTo>
                  <a:cubicBezTo>
                    <a:pt x="2561" y="7314"/>
                    <a:pt x="3867" y="6778"/>
                    <a:pt x="5473" y="6778"/>
                  </a:cubicBezTo>
                  <a:cubicBezTo>
                    <a:pt x="7047" y="6778"/>
                    <a:pt x="8352" y="7314"/>
                    <a:pt x="9390" y="8386"/>
                  </a:cubicBezTo>
                  <a:cubicBezTo>
                    <a:pt x="10394" y="9456"/>
                    <a:pt x="10897" y="10745"/>
                    <a:pt x="10897" y="12252"/>
                  </a:cubicBezTo>
                  <a:cubicBezTo>
                    <a:pt x="10897" y="13825"/>
                    <a:pt x="10344" y="15131"/>
                    <a:pt x="9240" y="16168"/>
                  </a:cubicBezTo>
                  <a:cubicBezTo>
                    <a:pt x="8135" y="17172"/>
                    <a:pt x="6863" y="17675"/>
                    <a:pt x="5423" y="17675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1524F1A1-5943-0EE1-3A2E-075DDD0B1F93}"/>
                </a:ext>
              </a:extLst>
            </p:cNvPr>
            <p:cNvSpPr/>
            <p:nvPr/>
          </p:nvSpPr>
          <p:spPr>
            <a:xfrm>
              <a:off x="4492029" y="2002664"/>
              <a:ext cx="47251" cy="45595"/>
            </a:xfrm>
            <a:custGeom>
              <a:avLst/>
              <a:gdLst>
                <a:gd name="csX0" fmla="*/ 40573 w 47251"/>
                <a:gd name="csY0" fmla="*/ 38816 h 45595"/>
                <a:gd name="csX1" fmla="*/ 24103 w 47251"/>
                <a:gd name="csY1" fmla="*/ 45595 h 45595"/>
                <a:gd name="csX2" fmla="*/ 7181 w 47251"/>
                <a:gd name="csY2" fmla="*/ 38966 h 45595"/>
                <a:gd name="csX3" fmla="*/ 0 w 47251"/>
                <a:gd name="csY3" fmla="*/ 22748 h 45595"/>
                <a:gd name="csX4" fmla="*/ 7130 w 47251"/>
                <a:gd name="csY4" fmla="*/ 6729 h 45595"/>
                <a:gd name="csX5" fmla="*/ 24103 w 47251"/>
                <a:gd name="csY5" fmla="*/ 0 h 45595"/>
                <a:gd name="csX6" fmla="*/ 40523 w 47251"/>
                <a:gd name="csY6" fmla="*/ 6779 h 45595"/>
                <a:gd name="csX7" fmla="*/ 47251 w 47251"/>
                <a:gd name="csY7" fmla="*/ 22847 h 45595"/>
                <a:gd name="csX8" fmla="*/ 40573 w 47251"/>
                <a:gd name="csY8" fmla="*/ 38816 h 45595"/>
                <a:gd name="csX9" fmla="*/ 23249 w 47251"/>
                <a:gd name="csY9" fmla="*/ 37058 h 45595"/>
                <a:gd name="csX10" fmla="*/ 37761 w 47251"/>
                <a:gd name="csY10" fmla="*/ 34447 h 45595"/>
                <a:gd name="csX11" fmla="*/ 44640 w 47251"/>
                <a:gd name="csY11" fmla="*/ 22748 h 45595"/>
                <a:gd name="csX12" fmla="*/ 42582 w 47251"/>
                <a:gd name="csY12" fmla="*/ 15768 h 45595"/>
                <a:gd name="csX13" fmla="*/ 37058 w 47251"/>
                <a:gd name="csY13" fmla="*/ 10796 h 45595"/>
                <a:gd name="csX14" fmla="*/ 23249 w 47251"/>
                <a:gd name="csY14" fmla="*/ 8537 h 45595"/>
                <a:gd name="csX15" fmla="*/ 8988 w 47251"/>
                <a:gd name="csY15" fmla="*/ 11248 h 45595"/>
                <a:gd name="csX16" fmla="*/ 2310 w 47251"/>
                <a:gd name="csY16" fmla="*/ 22847 h 45595"/>
                <a:gd name="csX17" fmla="*/ 4067 w 47251"/>
                <a:gd name="csY17" fmla="*/ 29426 h 45595"/>
                <a:gd name="csX18" fmla="*/ 9189 w 47251"/>
                <a:gd name="csY18" fmla="*/ 34597 h 45595"/>
                <a:gd name="csX19" fmla="*/ 23249 w 47251"/>
                <a:gd name="csY19" fmla="*/ 37058 h 45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7251" h="45595">
                  <a:moveTo>
                    <a:pt x="40573" y="38816"/>
                  </a:moveTo>
                  <a:cubicBezTo>
                    <a:pt x="36087" y="43336"/>
                    <a:pt x="30597" y="45595"/>
                    <a:pt x="24103" y="45595"/>
                  </a:cubicBezTo>
                  <a:cubicBezTo>
                    <a:pt x="17575" y="45595"/>
                    <a:pt x="11934" y="43386"/>
                    <a:pt x="7181" y="38966"/>
                  </a:cubicBezTo>
                  <a:cubicBezTo>
                    <a:pt x="2394" y="34514"/>
                    <a:pt x="0" y="29108"/>
                    <a:pt x="0" y="22748"/>
                  </a:cubicBezTo>
                  <a:cubicBezTo>
                    <a:pt x="0" y="16520"/>
                    <a:pt x="2377" y="11181"/>
                    <a:pt x="7130" y="6729"/>
                  </a:cubicBezTo>
                  <a:cubicBezTo>
                    <a:pt x="11850" y="2243"/>
                    <a:pt x="17508" y="0"/>
                    <a:pt x="24103" y="0"/>
                  </a:cubicBezTo>
                  <a:cubicBezTo>
                    <a:pt x="30564" y="0"/>
                    <a:pt x="36037" y="2260"/>
                    <a:pt x="40523" y="6779"/>
                  </a:cubicBezTo>
                  <a:cubicBezTo>
                    <a:pt x="45009" y="11265"/>
                    <a:pt x="47251" y="16621"/>
                    <a:pt x="47251" y="22847"/>
                  </a:cubicBezTo>
                  <a:cubicBezTo>
                    <a:pt x="47251" y="28940"/>
                    <a:pt x="45025" y="34263"/>
                    <a:pt x="40573" y="38816"/>
                  </a:cubicBezTo>
                  <a:moveTo>
                    <a:pt x="23249" y="37058"/>
                  </a:moveTo>
                  <a:cubicBezTo>
                    <a:pt x="29911" y="37058"/>
                    <a:pt x="34748" y="36188"/>
                    <a:pt x="37761" y="34447"/>
                  </a:cubicBezTo>
                  <a:cubicBezTo>
                    <a:pt x="42347" y="31769"/>
                    <a:pt x="44640" y="27870"/>
                    <a:pt x="44640" y="22748"/>
                  </a:cubicBezTo>
                  <a:cubicBezTo>
                    <a:pt x="44640" y="20203"/>
                    <a:pt x="43954" y="17876"/>
                    <a:pt x="42582" y="15768"/>
                  </a:cubicBezTo>
                  <a:cubicBezTo>
                    <a:pt x="41209" y="13625"/>
                    <a:pt x="39368" y="11968"/>
                    <a:pt x="37058" y="10796"/>
                  </a:cubicBezTo>
                  <a:cubicBezTo>
                    <a:pt x="34045" y="9290"/>
                    <a:pt x="29442" y="8537"/>
                    <a:pt x="23249" y="8537"/>
                  </a:cubicBezTo>
                  <a:cubicBezTo>
                    <a:pt x="16654" y="8537"/>
                    <a:pt x="11901" y="9441"/>
                    <a:pt x="8988" y="11248"/>
                  </a:cubicBezTo>
                  <a:cubicBezTo>
                    <a:pt x="4536" y="13926"/>
                    <a:pt x="2310" y="17793"/>
                    <a:pt x="2310" y="22847"/>
                  </a:cubicBezTo>
                  <a:cubicBezTo>
                    <a:pt x="2310" y="25057"/>
                    <a:pt x="2896" y="27249"/>
                    <a:pt x="4067" y="29426"/>
                  </a:cubicBezTo>
                  <a:cubicBezTo>
                    <a:pt x="5206" y="31569"/>
                    <a:pt x="6913" y="33293"/>
                    <a:pt x="9189" y="34597"/>
                  </a:cubicBezTo>
                  <a:cubicBezTo>
                    <a:pt x="12202" y="36238"/>
                    <a:pt x="16889" y="37058"/>
                    <a:pt x="23249" y="37058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03E8AC7-99B6-A6E7-4F7B-6182AF65509E}"/>
                </a:ext>
              </a:extLst>
            </p:cNvPr>
            <p:cNvSpPr/>
            <p:nvPr/>
          </p:nvSpPr>
          <p:spPr>
            <a:xfrm>
              <a:off x="4492682" y="1947671"/>
              <a:ext cx="45443" cy="51720"/>
            </a:xfrm>
            <a:custGeom>
              <a:avLst/>
              <a:gdLst>
                <a:gd name="csX0" fmla="*/ 45444 w 45443"/>
                <a:gd name="csY0" fmla="*/ 51721 h 51720"/>
                <a:gd name="csX1" fmla="*/ 42280 w 45443"/>
                <a:gd name="csY1" fmla="*/ 51721 h 51720"/>
                <a:gd name="csX2" fmla="*/ 41628 w 45443"/>
                <a:gd name="csY2" fmla="*/ 44992 h 51720"/>
                <a:gd name="csX3" fmla="*/ 37610 w 45443"/>
                <a:gd name="csY3" fmla="*/ 43736 h 51720"/>
                <a:gd name="csX4" fmla="*/ 10043 w 45443"/>
                <a:gd name="csY4" fmla="*/ 43736 h 51720"/>
                <a:gd name="csX5" fmla="*/ 5273 w 45443"/>
                <a:gd name="csY5" fmla="*/ 45093 h 51720"/>
                <a:gd name="csX6" fmla="*/ 4318 w 45443"/>
                <a:gd name="csY6" fmla="*/ 51721 h 51720"/>
                <a:gd name="csX7" fmla="*/ 1105 w 45443"/>
                <a:gd name="csY7" fmla="*/ 51721 h 51720"/>
                <a:gd name="csX8" fmla="*/ 0 w 45443"/>
                <a:gd name="csY8" fmla="*/ 37259 h 51720"/>
                <a:gd name="csX9" fmla="*/ 10796 w 45443"/>
                <a:gd name="csY9" fmla="*/ 37259 h 51720"/>
                <a:gd name="csX10" fmla="*/ 0 w 45443"/>
                <a:gd name="csY10" fmla="*/ 22045 h 51720"/>
                <a:gd name="csX11" fmla="*/ 3816 w 45443"/>
                <a:gd name="csY11" fmla="*/ 11248 h 51720"/>
                <a:gd name="csX12" fmla="*/ 9239 w 45443"/>
                <a:gd name="csY12" fmla="*/ 8537 h 51720"/>
                <a:gd name="csX13" fmla="*/ 19533 w 45443"/>
                <a:gd name="csY13" fmla="*/ 8035 h 51720"/>
                <a:gd name="csX14" fmla="*/ 39167 w 45443"/>
                <a:gd name="csY14" fmla="*/ 8035 h 51720"/>
                <a:gd name="csX15" fmla="*/ 41828 w 45443"/>
                <a:gd name="csY15" fmla="*/ 6277 h 51720"/>
                <a:gd name="csX16" fmla="*/ 42280 w 45443"/>
                <a:gd name="csY16" fmla="*/ 0 h 51720"/>
                <a:gd name="csX17" fmla="*/ 45444 w 45443"/>
                <a:gd name="csY17" fmla="*/ 0 h 51720"/>
                <a:gd name="csX18" fmla="*/ 45142 w 45443"/>
                <a:gd name="csY18" fmla="*/ 11549 h 51720"/>
                <a:gd name="csX19" fmla="*/ 45444 w 45443"/>
                <a:gd name="csY19" fmla="*/ 23149 h 51720"/>
                <a:gd name="csX20" fmla="*/ 42280 w 45443"/>
                <a:gd name="csY20" fmla="*/ 23149 h 51720"/>
                <a:gd name="csX21" fmla="*/ 41628 w 45443"/>
                <a:gd name="csY21" fmla="*/ 16420 h 51720"/>
                <a:gd name="csX22" fmla="*/ 37610 w 45443"/>
                <a:gd name="csY22" fmla="*/ 15114 h 51720"/>
                <a:gd name="csX23" fmla="*/ 13658 w 45443"/>
                <a:gd name="csY23" fmla="*/ 15114 h 51720"/>
                <a:gd name="csX24" fmla="*/ 5373 w 45443"/>
                <a:gd name="csY24" fmla="*/ 16722 h 51720"/>
                <a:gd name="csX25" fmla="*/ 2260 w 45443"/>
                <a:gd name="csY25" fmla="*/ 22748 h 51720"/>
                <a:gd name="csX26" fmla="*/ 6729 w 45443"/>
                <a:gd name="csY26" fmla="*/ 32339 h 51720"/>
                <a:gd name="csX27" fmla="*/ 18730 w 45443"/>
                <a:gd name="csY27" fmla="*/ 36606 h 51720"/>
                <a:gd name="csX28" fmla="*/ 37610 w 45443"/>
                <a:gd name="csY28" fmla="*/ 36606 h 51720"/>
                <a:gd name="csX29" fmla="*/ 41628 w 45443"/>
                <a:gd name="csY29" fmla="*/ 35351 h 51720"/>
                <a:gd name="csX30" fmla="*/ 42280 w 45443"/>
                <a:gd name="csY30" fmla="*/ 28622 h 51720"/>
                <a:gd name="csX31" fmla="*/ 45444 w 45443"/>
                <a:gd name="csY31" fmla="*/ 28622 h 51720"/>
                <a:gd name="csX32" fmla="*/ 45142 w 45443"/>
                <a:gd name="csY32" fmla="*/ 40121 h 51720"/>
                <a:gd name="csX33" fmla="*/ 45444 w 45443"/>
                <a:gd name="csY33" fmla="*/ 51721 h 51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45443" h="51720">
                  <a:moveTo>
                    <a:pt x="45444" y="51721"/>
                  </a:moveTo>
                  <a:lnTo>
                    <a:pt x="42280" y="51721"/>
                  </a:lnTo>
                  <a:cubicBezTo>
                    <a:pt x="42280" y="48072"/>
                    <a:pt x="42063" y="45829"/>
                    <a:pt x="41628" y="44992"/>
                  </a:cubicBezTo>
                  <a:cubicBezTo>
                    <a:pt x="41159" y="44155"/>
                    <a:pt x="39820" y="43736"/>
                    <a:pt x="37610" y="43736"/>
                  </a:cubicBezTo>
                  <a:lnTo>
                    <a:pt x="10043" y="43736"/>
                  </a:lnTo>
                  <a:cubicBezTo>
                    <a:pt x="7499" y="43736"/>
                    <a:pt x="5909" y="44188"/>
                    <a:pt x="5273" y="45093"/>
                  </a:cubicBezTo>
                  <a:cubicBezTo>
                    <a:pt x="4636" y="45963"/>
                    <a:pt x="4318" y="48172"/>
                    <a:pt x="4318" y="51721"/>
                  </a:cubicBezTo>
                  <a:lnTo>
                    <a:pt x="1105" y="51721"/>
                  </a:lnTo>
                  <a:lnTo>
                    <a:pt x="0" y="37259"/>
                  </a:lnTo>
                  <a:lnTo>
                    <a:pt x="10796" y="37259"/>
                  </a:lnTo>
                  <a:cubicBezTo>
                    <a:pt x="3599" y="34045"/>
                    <a:pt x="0" y="28974"/>
                    <a:pt x="0" y="22045"/>
                  </a:cubicBezTo>
                  <a:cubicBezTo>
                    <a:pt x="0" y="16890"/>
                    <a:pt x="1272" y="13290"/>
                    <a:pt x="3816" y="11248"/>
                  </a:cubicBezTo>
                  <a:cubicBezTo>
                    <a:pt x="5524" y="9742"/>
                    <a:pt x="7331" y="8838"/>
                    <a:pt x="9239" y="8537"/>
                  </a:cubicBezTo>
                  <a:cubicBezTo>
                    <a:pt x="11148" y="8202"/>
                    <a:pt x="14579" y="8035"/>
                    <a:pt x="19533" y="8035"/>
                  </a:cubicBezTo>
                  <a:lnTo>
                    <a:pt x="39167" y="8035"/>
                  </a:lnTo>
                  <a:cubicBezTo>
                    <a:pt x="40607" y="7967"/>
                    <a:pt x="41494" y="7382"/>
                    <a:pt x="41828" y="6277"/>
                  </a:cubicBezTo>
                  <a:cubicBezTo>
                    <a:pt x="42130" y="5172"/>
                    <a:pt x="42280" y="3080"/>
                    <a:pt x="42280" y="0"/>
                  </a:cubicBezTo>
                  <a:lnTo>
                    <a:pt x="45444" y="0"/>
                  </a:lnTo>
                  <a:cubicBezTo>
                    <a:pt x="45243" y="6996"/>
                    <a:pt x="45142" y="10846"/>
                    <a:pt x="45142" y="11549"/>
                  </a:cubicBezTo>
                  <a:cubicBezTo>
                    <a:pt x="45142" y="12085"/>
                    <a:pt x="45243" y="15952"/>
                    <a:pt x="45444" y="23149"/>
                  </a:cubicBezTo>
                  <a:lnTo>
                    <a:pt x="42280" y="23149"/>
                  </a:lnTo>
                  <a:cubicBezTo>
                    <a:pt x="42280" y="19500"/>
                    <a:pt x="42063" y="17258"/>
                    <a:pt x="41628" y="16420"/>
                  </a:cubicBezTo>
                  <a:cubicBezTo>
                    <a:pt x="41159" y="15550"/>
                    <a:pt x="39820" y="15114"/>
                    <a:pt x="37610" y="15114"/>
                  </a:cubicBezTo>
                  <a:lnTo>
                    <a:pt x="13658" y="15114"/>
                  </a:lnTo>
                  <a:cubicBezTo>
                    <a:pt x="10177" y="15114"/>
                    <a:pt x="7415" y="15650"/>
                    <a:pt x="5373" y="16722"/>
                  </a:cubicBezTo>
                  <a:cubicBezTo>
                    <a:pt x="3297" y="17793"/>
                    <a:pt x="2260" y="19802"/>
                    <a:pt x="2260" y="22748"/>
                  </a:cubicBezTo>
                  <a:cubicBezTo>
                    <a:pt x="2260" y="26295"/>
                    <a:pt x="3749" y="29492"/>
                    <a:pt x="6729" y="32339"/>
                  </a:cubicBezTo>
                  <a:cubicBezTo>
                    <a:pt x="9708" y="35184"/>
                    <a:pt x="13708" y="36606"/>
                    <a:pt x="18730" y="36606"/>
                  </a:cubicBezTo>
                  <a:lnTo>
                    <a:pt x="37610" y="36606"/>
                  </a:lnTo>
                  <a:cubicBezTo>
                    <a:pt x="39820" y="36606"/>
                    <a:pt x="41159" y="36188"/>
                    <a:pt x="41628" y="35351"/>
                  </a:cubicBezTo>
                  <a:cubicBezTo>
                    <a:pt x="42063" y="34481"/>
                    <a:pt x="42280" y="32238"/>
                    <a:pt x="42280" y="28622"/>
                  </a:cubicBezTo>
                  <a:lnTo>
                    <a:pt x="45444" y="28622"/>
                  </a:lnTo>
                  <a:cubicBezTo>
                    <a:pt x="45243" y="35619"/>
                    <a:pt x="45142" y="39452"/>
                    <a:pt x="45142" y="40121"/>
                  </a:cubicBezTo>
                  <a:cubicBezTo>
                    <a:pt x="45142" y="40657"/>
                    <a:pt x="45243" y="44523"/>
                    <a:pt x="45444" y="51721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223" name="Freeform 222">
            <a:extLst>
              <a:ext uri="{FF2B5EF4-FFF2-40B4-BE49-F238E27FC236}">
                <a16:creationId xmlns:a16="http://schemas.microsoft.com/office/drawing/2014/main" id="{CD06F887-6784-4E4E-D16B-62AFC90214D2}"/>
              </a:ext>
            </a:extLst>
          </p:cNvPr>
          <p:cNvSpPr/>
          <p:nvPr/>
        </p:nvSpPr>
        <p:spPr>
          <a:xfrm>
            <a:off x="4810722" y="1343522"/>
            <a:ext cx="3078337" cy="1919088"/>
          </a:xfrm>
          <a:custGeom>
            <a:avLst/>
            <a:gdLst>
              <a:gd name="csX0" fmla="*/ 0 w 3078337"/>
              <a:gd name="csY0" fmla="*/ 1919088 h 1919088"/>
              <a:gd name="csX1" fmla="*/ 31095 w 3078337"/>
              <a:gd name="csY1" fmla="*/ 1908032 h 1919088"/>
              <a:gd name="csX2" fmla="*/ 62189 w 3078337"/>
              <a:gd name="csY2" fmla="*/ 1895460 h 1919088"/>
              <a:gd name="csX3" fmla="*/ 93284 w 3078337"/>
              <a:gd name="csY3" fmla="*/ 1881157 h 1919088"/>
              <a:gd name="csX4" fmla="*/ 124377 w 3078337"/>
              <a:gd name="csY4" fmla="*/ 1864741 h 1919088"/>
              <a:gd name="csX5" fmla="*/ 155473 w 3078337"/>
              <a:gd name="csY5" fmla="*/ 1845722 h 1919088"/>
              <a:gd name="csX6" fmla="*/ 186566 w 3078337"/>
              <a:gd name="csY6" fmla="*/ 1823380 h 1919088"/>
              <a:gd name="csX7" fmla="*/ 217661 w 3078337"/>
              <a:gd name="csY7" fmla="*/ 1796720 h 1919088"/>
              <a:gd name="csX8" fmla="*/ 248755 w 3078337"/>
              <a:gd name="csY8" fmla="*/ 1764562 h 1919088"/>
              <a:gd name="csX9" fmla="*/ 279848 w 3078337"/>
              <a:gd name="csY9" fmla="*/ 1725421 h 1919088"/>
              <a:gd name="csX10" fmla="*/ 310944 w 3078337"/>
              <a:gd name="csY10" fmla="*/ 1676664 h 1919088"/>
              <a:gd name="csX11" fmla="*/ 342037 w 3078337"/>
              <a:gd name="csY11" fmla="*/ 1615304 h 1919088"/>
              <a:gd name="csX12" fmla="*/ 373132 w 3078337"/>
              <a:gd name="csY12" fmla="*/ 1538125 h 1919088"/>
              <a:gd name="csX13" fmla="*/ 404226 w 3078337"/>
              <a:gd name="csY13" fmla="*/ 1440411 h 1919088"/>
              <a:gd name="csX14" fmla="*/ 435321 w 3078337"/>
              <a:gd name="csY14" fmla="*/ 1320609 h 1919088"/>
              <a:gd name="csX15" fmla="*/ 466415 w 3078337"/>
              <a:gd name="csY15" fmla="*/ 1192537 h 1919088"/>
              <a:gd name="csX16" fmla="*/ 497510 w 3078337"/>
              <a:gd name="csY16" fmla="*/ 1076030 h 1919088"/>
              <a:gd name="csX17" fmla="*/ 528603 w 3078337"/>
              <a:gd name="csY17" fmla="*/ 985636 h 1919088"/>
              <a:gd name="csX18" fmla="*/ 559698 w 3078337"/>
              <a:gd name="csY18" fmla="*/ 916196 h 1919088"/>
              <a:gd name="csX19" fmla="*/ 590792 w 3078337"/>
              <a:gd name="csY19" fmla="*/ 859542 h 1919088"/>
              <a:gd name="csX20" fmla="*/ 621886 w 3078337"/>
              <a:gd name="csY20" fmla="*/ 811103 h 1919088"/>
              <a:gd name="csX21" fmla="*/ 652981 w 3078337"/>
              <a:gd name="csY21" fmla="*/ 768688 h 1919088"/>
              <a:gd name="csX22" fmla="*/ 684074 w 3078337"/>
              <a:gd name="csY22" fmla="*/ 730705 h 1919088"/>
              <a:gd name="csX23" fmla="*/ 715169 w 3078337"/>
              <a:gd name="csY23" fmla="*/ 695647 h 1919088"/>
              <a:gd name="csX24" fmla="*/ 746263 w 3078337"/>
              <a:gd name="csY24" fmla="*/ 664016 h 1919088"/>
              <a:gd name="csX25" fmla="*/ 777358 w 3078337"/>
              <a:gd name="csY25" fmla="*/ 634320 h 1919088"/>
              <a:gd name="csX26" fmla="*/ 808452 w 3078337"/>
              <a:gd name="csY26" fmla="*/ 606524 h 1919088"/>
              <a:gd name="csX27" fmla="*/ 839547 w 3078337"/>
              <a:gd name="csY27" fmla="*/ 581108 h 1919088"/>
              <a:gd name="csX28" fmla="*/ 870640 w 3078337"/>
              <a:gd name="csY28" fmla="*/ 556812 h 1919088"/>
              <a:gd name="csX29" fmla="*/ 901736 w 3078337"/>
              <a:gd name="csY29" fmla="*/ 533727 h 1919088"/>
              <a:gd name="csX30" fmla="*/ 932829 w 3078337"/>
              <a:gd name="csY30" fmla="*/ 512439 h 1919088"/>
              <a:gd name="csX31" fmla="*/ 963924 w 3078337"/>
              <a:gd name="csY31" fmla="*/ 492127 h 1919088"/>
              <a:gd name="csX32" fmla="*/ 995018 w 3078337"/>
              <a:gd name="csY32" fmla="*/ 472885 h 1919088"/>
              <a:gd name="csX33" fmla="*/ 1026111 w 3078337"/>
              <a:gd name="csY33" fmla="*/ 454628 h 1919088"/>
              <a:gd name="csX34" fmla="*/ 1057207 w 3078337"/>
              <a:gd name="csY34" fmla="*/ 436808 h 1919088"/>
              <a:gd name="csX35" fmla="*/ 1088300 w 3078337"/>
              <a:gd name="csY35" fmla="*/ 420238 h 1919088"/>
              <a:gd name="csX36" fmla="*/ 1119388 w 3078337"/>
              <a:gd name="csY36" fmla="*/ 404026 h 1919088"/>
              <a:gd name="csX37" fmla="*/ 1150489 w 3078337"/>
              <a:gd name="csY37" fmla="*/ 388869 h 1919088"/>
              <a:gd name="csX38" fmla="*/ 1181590 w 3078337"/>
              <a:gd name="csY38" fmla="*/ 374825 h 1919088"/>
              <a:gd name="csX39" fmla="*/ 1212676 w 3078337"/>
              <a:gd name="csY39" fmla="*/ 360564 h 1919088"/>
              <a:gd name="csX40" fmla="*/ 1243777 w 3078337"/>
              <a:gd name="csY40" fmla="*/ 347573 h 1919088"/>
              <a:gd name="csX41" fmla="*/ 1274863 w 3078337"/>
              <a:gd name="csY41" fmla="*/ 334572 h 1919088"/>
              <a:gd name="csX42" fmla="*/ 1305964 w 3078337"/>
              <a:gd name="csY42" fmla="*/ 322181 h 1919088"/>
              <a:gd name="csX43" fmla="*/ 1337050 w 3078337"/>
              <a:gd name="csY43" fmla="*/ 310693 h 1919088"/>
              <a:gd name="csX44" fmla="*/ 1368152 w 3078337"/>
              <a:gd name="csY44" fmla="*/ 299488 h 1919088"/>
              <a:gd name="csX45" fmla="*/ 1399237 w 3078337"/>
              <a:gd name="csY45" fmla="*/ 288564 h 1919088"/>
              <a:gd name="csX46" fmla="*/ 1430339 w 3078337"/>
              <a:gd name="csY46" fmla="*/ 278157 h 1919088"/>
              <a:gd name="csX47" fmla="*/ 1461425 w 3078337"/>
              <a:gd name="csY47" fmla="*/ 267670 h 1919088"/>
              <a:gd name="csX48" fmla="*/ 1492526 w 3078337"/>
              <a:gd name="csY48" fmla="*/ 257954 h 1919088"/>
              <a:gd name="csX49" fmla="*/ 1523627 w 3078337"/>
              <a:gd name="csY49" fmla="*/ 248971 h 1919088"/>
              <a:gd name="csX50" fmla="*/ 1554713 w 3078337"/>
              <a:gd name="csY50" fmla="*/ 239653 h 1919088"/>
              <a:gd name="csX51" fmla="*/ 1585814 w 3078337"/>
              <a:gd name="csY51" fmla="*/ 231094 h 1919088"/>
              <a:gd name="csX52" fmla="*/ 1616900 w 3078337"/>
              <a:gd name="csY52" fmla="*/ 222548 h 1919088"/>
              <a:gd name="csX53" fmla="*/ 1648002 w 3078337"/>
              <a:gd name="csY53" fmla="*/ 214163 h 1919088"/>
              <a:gd name="csX54" fmla="*/ 1679087 w 3078337"/>
              <a:gd name="csY54" fmla="*/ 206028 h 1919088"/>
              <a:gd name="csX55" fmla="*/ 1710189 w 3078337"/>
              <a:gd name="csY55" fmla="*/ 198454 h 1919088"/>
              <a:gd name="csX56" fmla="*/ 1741275 w 3078337"/>
              <a:gd name="csY56" fmla="*/ 191211 h 1919088"/>
              <a:gd name="csX57" fmla="*/ 1772376 w 3078337"/>
              <a:gd name="csY57" fmla="*/ 183683 h 1919088"/>
              <a:gd name="csX58" fmla="*/ 1803462 w 3078337"/>
              <a:gd name="csY58" fmla="*/ 176561 h 1919088"/>
              <a:gd name="csX59" fmla="*/ 1834563 w 3078337"/>
              <a:gd name="csY59" fmla="*/ 170414 h 1919088"/>
              <a:gd name="csX60" fmla="*/ 1865664 w 3078337"/>
              <a:gd name="csY60" fmla="*/ 163358 h 1919088"/>
              <a:gd name="csX61" fmla="*/ 1896750 w 3078337"/>
              <a:gd name="csY61" fmla="*/ 157243 h 1919088"/>
              <a:gd name="csX62" fmla="*/ 1927852 w 3078337"/>
              <a:gd name="csY62" fmla="*/ 150632 h 1919088"/>
              <a:gd name="csX63" fmla="*/ 1958937 w 3078337"/>
              <a:gd name="csY63" fmla="*/ 145435 h 1919088"/>
              <a:gd name="csX64" fmla="*/ 1990039 w 3078337"/>
              <a:gd name="csY64" fmla="*/ 138576 h 1919088"/>
              <a:gd name="csX65" fmla="*/ 2021125 w 3078337"/>
              <a:gd name="csY65" fmla="*/ 133050 h 1919088"/>
              <a:gd name="csX66" fmla="*/ 2052226 w 3078337"/>
              <a:gd name="csY66" fmla="*/ 127785 h 1919088"/>
              <a:gd name="csX67" fmla="*/ 2083312 w 3078337"/>
              <a:gd name="csY67" fmla="*/ 122229 h 1919088"/>
              <a:gd name="csX68" fmla="*/ 2114413 w 3078337"/>
              <a:gd name="csY68" fmla="*/ 116629 h 1919088"/>
              <a:gd name="csX69" fmla="*/ 2145499 w 3078337"/>
              <a:gd name="csY69" fmla="*/ 111564 h 1919088"/>
              <a:gd name="csX70" fmla="*/ 2176600 w 3078337"/>
              <a:gd name="csY70" fmla="*/ 106504 h 1919088"/>
              <a:gd name="csX71" fmla="*/ 2207702 w 3078337"/>
              <a:gd name="csY71" fmla="*/ 101791 h 1919088"/>
              <a:gd name="csX72" fmla="*/ 2238787 w 3078337"/>
              <a:gd name="csY72" fmla="*/ 96756 h 1919088"/>
              <a:gd name="csX73" fmla="*/ 2269889 w 3078337"/>
              <a:gd name="csY73" fmla="*/ 92650 h 1919088"/>
              <a:gd name="csX74" fmla="*/ 2300975 w 3078337"/>
              <a:gd name="csY74" fmla="*/ 87580 h 1919088"/>
              <a:gd name="csX75" fmla="*/ 2332076 w 3078337"/>
              <a:gd name="csY75" fmla="*/ 83066 h 1919088"/>
              <a:gd name="csX76" fmla="*/ 2363162 w 3078337"/>
              <a:gd name="csY76" fmla="*/ 78435 h 1919088"/>
              <a:gd name="csX77" fmla="*/ 2394263 w 3078337"/>
              <a:gd name="csY77" fmla="*/ 74547 h 1919088"/>
              <a:gd name="csX78" fmla="*/ 2425349 w 3078337"/>
              <a:gd name="csY78" fmla="*/ 70447 h 1919088"/>
              <a:gd name="csX79" fmla="*/ 2456450 w 3078337"/>
              <a:gd name="csY79" fmla="*/ 64636 h 1919088"/>
              <a:gd name="csX80" fmla="*/ 2487536 w 3078337"/>
              <a:gd name="csY80" fmla="*/ 62419 h 1919088"/>
              <a:gd name="csX81" fmla="*/ 2518637 w 3078337"/>
              <a:gd name="csY81" fmla="*/ 57606 h 1919088"/>
              <a:gd name="csX82" fmla="*/ 2549739 w 3078337"/>
              <a:gd name="csY82" fmla="*/ 54859 h 1919088"/>
              <a:gd name="csX83" fmla="*/ 2580825 w 3078337"/>
              <a:gd name="csY83" fmla="*/ 51329 h 1919088"/>
              <a:gd name="csX84" fmla="*/ 2611926 w 3078337"/>
              <a:gd name="csY84" fmla="*/ 47130 h 1919088"/>
              <a:gd name="csX85" fmla="*/ 2643012 w 3078337"/>
              <a:gd name="csY85" fmla="*/ 43378 h 1919088"/>
              <a:gd name="csX86" fmla="*/ 2674113 w 3078337"/>
              <a:gd name="csY86" fmla="*/ 39139 h 1919088"/>
              <a:gd name="csX87" fmla="*/ 2705199 w 3078337"/>
              <a:gd name="csY87" fmla="*/ 36227 h 1919088"/>
              <a:gd name="csX88" fmla="*/ 2736300 w 3078337"/>
              <a:gd name="csY88" fmla="*/ 33382 h 1919088"/>
              <a:gd name="csX89" fmla="*/ 2767386 w 3078337"/>
              <a:gd name="csY89" fmla="*/ 29803 h 1919088"/>
              <a:gd name="csX90" fmla="*/ 2798487 w 3078337"/>
              <a:gd name="csY90" fmla="*/ 26515 h 1919088"/>
              <a:gd name="csX91" fmla="*/ 2829589 w 3078337"/>
              <a:gd name="csY91" fmla="*/ 23861 h 1919088"/>
              <a:gd name="csX92" fmla="*/ 2860675 w 3078337"/>
              <a:gd name="csY92" fmla="*/ 20513 h 1919088"/>
              <a:gd name="csX93" fmla="*/ 2891776 w 3078337"/>
              <a:gd name="csY93" fmla="*/ 17831 h 1919088"/>
              <a:gd name="csX94" fmla="*/ 2922862 w 3078337"/>
              <a:gd name="csY94" fmla="*/ 14296 h 1919088"/>
              <a:gd name="csX95" fmla="*/ 2953963 w 3078337"/>
              <a:gd name="csY95" fmla="*/ 11762 h 1919088"/>
              <a:gd name="csX96" fmla="*/ 2985049 w 3078337"/>
              <a:gd name="csY96" fmla="*/ 8432 h 1919088"/>
              <a:gd name="csX97" fmla="*/ 3016150 w 3078337"/>
              <a:gd name="csY97" fmla="*/ 5797 h 1919088"/>
              <a:gd name="csX98" fmla="*/ 3047236 w 3078337"/>
              <a:gd name="csY98" fmla="*/ 2763 h 1919088"/>
              <a:gd name="csX99" fmla="*/ 3078337 w 3078337"/>
              <a:gd name="csY99" fmla="*/ 0 h 1919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3078337" h="1919088">
                <a:moveTo>
                  <a:pt x="0" y="1919088"/>
                </a:moveTo>
                <a:lnTo>
                  <a:pt x="31095" y="1908032"/>
                </a:lnTo>
                <a:lnTo>
                  <a:pt x="62189" y="1895460"/>
                </a:lnTo>
                <a:lnTo>
                  <a:pt x="93284" y="1881157"/>
                </a:lnTo>
                <a:lnTo>
                  <a:pt x="124377" y="1864741"/>
                </a:lnTo>
                <a:lnTo>
                  <a:pt x="155473" y="1845722"/>
                </a:lnTo>
                <a:lnTo>
                  <a:pt x="186566" y="1823380"/>
                </a:lnTo>
                <a:lnTo>
                  <a:pt x="217661" y="1796720"/>
                </a:lnTo>
                <a:lnTo>
                  <a:pt x="248755" y="1764562"/>
                </a:lnTo>
                <a:lnTo>
                  <a:pt x="279848" y="1725421"/>
                </a:lnTo>
                <a:lnTo>
                  <a:pt x="310944" y="1676664"/>
                </a:lnTo>
                <a:lnTo>
                  <a:pt x="342037" y="1615304"/>
                </a:lnTo>
                <a:lnTo>
                  <a:pt x="373132" y="1538125"/>
                </a:lnTo>
                <a:lnTo>
                  <a:pt x="404226" y="1440411"/>
                </a:lnTo>
                <a:lnTo>
                  <a:pt x="435321" y="1320609"/>
                </a:lnTo>
                <a:lnTo>
                  <a:pt x="466415" y="1192537"/>
                </a:lnTo>
                <a:lnTo>
                  <a:pt x="497510" y="1076030"/>
                </a:lnTo>
                <a:lnTo>
                  <a:pt x="528603" y="985636"/>
                </a:lnTo>
                <a:lnTo>
                  <a:pt x="559698" y="916196"/>
                </a:lnTo>
                <a:lnTo>
                  <a:pt x="590792" y="859542"/>
                </a:lnTo>
                <a:lnTo>
                  <a:pt x="621886" y="811103"/>
                </a:lnTo>
                <a:lnTo>
                  <a:pt x="652981" y="768688"/>
                </a:lnTo>
                <a:lnTo>
                  <a:pt x="684074" y="730705"/>
                </a:lnTo>
                <a:lnTo>
                  <a:pt x="715169" y="695647"/>
                </a:lnTo>
                <a:lnTo>
                  <a:pt x="746263" y="664016"/>
                </a:lnTo>
                <a:lnTo>
                  <a:pt x="777358" y="634320"/>
                </a:lnTo>
                <a:lnTo>
                  <a:pt x="808452" y="606524"/>
                </a:lnTo>
                <a:lnTo>
                  <a:pt x="839547" y="581108"/>
                </a:lnTo>
                <a:lnTo>
                  <a:pt x="870640" y="556812"/>
                </a:lnTo>
                <a:lnTo>
                  <a:pt x="901736" y="533727"/>
                </a:lnTo>
                <a:lnTo>
                  <a:pt x="932829" y="512439"/>
                </a:lnTo>
                <a:lnTo>
                  <a:pt x="963924" y="492127"/>
                </a:lnTo>
                <a:lnTo>
                  <a:pt x="995018" y="472885"/>
                </a:lnTo>
                <a:lnTo>
                  <a:pt x="1026111" y="454628"/>
                </a:lnTo>
                <a:lnTo>
                  <a:pt x="1057207" y="436808"/>
                </a:lnTo>
                <a:lnTo>
                  <a:pt x="1088300" y="420238"/>
                </a:lnTo>
                <a:lnTo>
                  <a:pt x="1119388" y="404026"/>
                </a:lnTo>
                <a:lnTo>
                  <a:pt x="1150489" y="388869"/>
                </a:lnTo>
                <a:lnTo>
                  <a:pt x="1181590" y="374825"/>
                </a:lnTo>
                <a:lnTo>
                  <a:pt x="1212676" y="360564"/>
                </a:lnTo>
                <a:lnTo>
                  <a:pt x="1243777" y="347573"/>
                </a:lnTo>
                <a:lnTo>
                  <a:pt x="1274863" y="334572"/>
                </a:lnTo>
                <a:lnTo>
                  <a:pt x="1305964" y="322181"/>
                </a:lnTo>
                <a:lnTo>
                  <a:pt x="1337050" y="310693"/>
                </a:lnTo>
                <a:lnTo>
                  <a:pt x="1368152" y="299488"/>
                </a:lnTo>
                <a:lnTo>
                  <a:pt x="1399237" y="288564"/>
                </a:lnTo>
                <a:lnTo>
                  <a:pt x="1430339" y="278157"/>
                </a:lnTo>
                <a:lnTo>
                  <a:pt x="1461425" y="267670"/>
                </a:lnTo>
                <a:lnTo>
                  <a:pt x="1492526" y="257954"/>
                </a:lnTo>
                <a:lnTo>
                  <a:pt x="1523627" y="248971"/>
                </a:lnTo>
                <a:lnTo>
                  <a:pt x="1554713" y="239653"/>
                </a:lnTo>
                <a:lnTo>
                  <a:pt x="1585814" y="231094"/>
                </a:lnTo>
                <a:lnTo>
                  <a:pt x="1616900" y="222548"/>
                </a:lnTo>
                <a:lnTo>
                  <a:pt x="1648002" y="214163"/>
                </a:lnTo>
                <a:lnTo>
                  <a:pt x="1679087" y="206028"/>
                </a:lnTo>
                <a:lnTo>
                  <a:pt x="1710189" y="198454"/>
                </a:lnTo>
                <a:lnTo>
                  <a:pt x="1741275" y="191211"/>
                </a:lnTo>
                <a:lnTo>
                  <a:pt x="1772376" y="183683"/>
                </a:lnTo>
                <a:lnTo>
                  <a:pt x="1803462" y="176561"/>
                </a:lnTo>
                <a:lnTo>
                  <a:pt x="1834563" y="170414"/>
                </a:lnTo>
                <a:lnTo>
                  <a:pt x="1865664" y="163358"/>
                </a:lnTo>
                <a:lnTo>
                  <a:pt x="1896750" y="157243"/>
                </a:lnTo>
                <a:lnTo>
                  <a:pt x="1927852" y="150632"/>
                </a:lnTo>
                <a:lnTo>
                  <a:pt x="1958937" y="145435"/>
                </a:lnTo>
                <a:lnTo>
                  <a:pt x="1990039" y="138576"/>
                </a:lnTo>
                <a:lnTo>
                  <a:pt x="2021125" y="133050"/>
                </a:lnTo>
                <a:lnTo>
                  <a:pt x="2052226" y="127785"/>
                </a:lnTo>
                <a:lnTo>
                  <a:pt x="2083312" y="122229"/>
                </a:lnTo>
                <a:lnTo>
                  <a:pt x="2114413" y="116629"/>
                </a:lnTo>
                <a:lnTo>
                  <a:pt x="2145499" y="111564"/>
                </a:lnTo>
                <a:lnTo>
                  <a:pt x="2176600" y="106504"/>
                </a:lnTo>
                <a:lnTo>
                  <a:pt x="2207702" y="101791"/>
                </a:lnTo>
                <a:lnTo>
                  <a:pt x="2238787" y="96756"/>
                </a:lnTo>
                <a:lnTo>
                  <a:pt x="2269889" y="92650"/>
                </a:lnTo>
                <a:lnTo>
                  <a:pt x="2300975" y="87580"/>
                </a:lnTo>
                <a:lnTo>
                  <a:pt x="2332076" y="83066"/>
                </a:lnTo>
                <a:lnTo>
                  <a:pt x="2363162" y="78435"/>
                </a:lnTo>
                <a:lnTo>
                  <a:pt x="2394263" y="74547"/>
                </a:lnTo>
                <a:lnTo>
                  <a:pt x="2425349" y="70447"/>
                </a:lnTo>
                <a:lnTo>
                  <a:pt x="2456450" y="64636"/>
                </a:lnTo>
                <a:lnTo>
                  <a:pt x="2487536" y="62419"/>
                </a:lnTo>
                <a:lnTo>
                  <a:pt x="2518637" y="57606"/>
                </a:lnTo>
                <a:lnTo>
                  <a:pt x="2549739" y="54859"/>
                </a:lnTo>
                <a:lnTo>
                  <a:pt x="2580825" y="51329"/>
                </a:lnTo>
                <a:lnTo>
                  <a:pt x="2611926" y="47130"/>
                </a:lnTo>
                <a:lnTo>
                  <a:pt x="2643012" y="43378"/>
                </a:lnTo>
                <a:lnTo>
                  <a:pt x="2674113" y="39139"/>
                </a:lnTo>
                <a:lnTo>
                  <a:pt x="2705199" y="36227"/>
                </a:lnTo>
                <a:lnTo>
                  <a:pt x="2736300" y="33382"/>
                </a:lnTo>
                <a:lnTo>
                  <a:pt x="2767386" y="29803"/>
                </a:lnTo>
                <a:lnTo>
                  <a:pt x="2798487" y="26515"/>
                </a:lnTo>
                <a:lnTo>
                  <a:pt x="2829589" y="23861"/>
                </a:lnTo>
                <a:lnTo>
                  <a:pt x="2860675" y="20513"/>
                </a:lnTo>
                <a:lnTo>
                  <a:pt x="2891776" y="17831"/>
                </a:lnTo>
                <a:lnTo>
                  <a:pt x="2922862" y="14296"/>
                </a:lnTo>
                <a:lnTo>
                  <a:pt x="2953963" y="11762"/>
                </a:lnTo>
                <a:lnTo>
                  <a:pt x="2985049" y="8432"/>
                </a:lnTo>
                <a:lnTo>
                  <a:pt x="3016150" y="5797"/>
                </a:lnTo>
                <a:lnTo>
                  <a:pt x="3047236" y="2763"/>
                </a:lnTo>
                <a:lnTo>
                  <a:pt x="3078337" y="0"/>
                </a:lnTo>
              </a:path>
            </a:pathLst>
          </a:custGeom>
          <a:noFill/>
          <a:ln w="18336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61514A92-1B03-6031-FFDF-8436C9D9A4B1}"/>
              </a:ext>
            </a:extLst>
          </p:cNvPr>
          <p:cNvSpPr/>
          <p:nvPr/>
        </p:nvSpPr>
        <p:spPr>
          <a:xfrm>
            <a:off x="4810722" y="1984986"/>
            <a:ext cx="3078337" cy="1531"/>
          </a:xfrm>
          <a:custGeom>
            <a:avLst/>
            <a:gdLst>
              <a:gd name="csX0" fmla="*/ 0 w 3078337"/>
              <a:gd name="csY0" fmla="*/ 0 h 1531"/>
              <a:gd name="csX1" fmla="*/ 31095 w 3078337"/>
              <a:gd name="csY1" fmla="*/ 0 h 1531"/>
              <a:gd name="csX2" fmla="*/ 62189 w 3078337"/>
              <a:gd name="csY2" fmla="*/ 0 h 1531"/>
              <a:gd name="csX3" fmla="*/ 93284 w 3078337"/>
              <a:gd name="csY3" fmla="*/ 0 h 1531"/>
              <a:gd name="csX4" fmla="*/ 124377 w 3078337"/>
              <a:gd name="csY4" fmla="*/ 0 h 1531"/>
              <a:gd name="csX5" fmla="*/ 155473 w 3078337"/>
              <a:gd name="csY5" fmla="*/ 0 h 1531"/>
              <a:gd name="csX6" fmla="*/ 186566 w 3078337"/>
              <a:gd name="csY6" fmla="*/ 0 h 1531"/>
              <a:gd name="csX7" fmla="*/ 217661 w 3078337"/>
              <a:gd name="csY7" fmla="*/ 0 h 1531"/>
              <a:gd name="csX8" fmla="*/ 248755 w 3078337"/>
              <a:gd name="csY8" fmla="*/ 0 h 1531"/>
              <a:gd name="csX9" fmla="*/ 279848 w 3078337"/>
              <a:gd name="csY9" fmla="*/ 0 h 1531"/>
              <a:gd name="csX10" fmla="*/ 310944 w 3078337"/>
              <a:gd name="csY10" fmla="*/ 0 h 1531"/>
              <a:gd name="csX11" fmla="*/ 342037 w 3078337"/>
              <a:gd name="csY11" fmla="*/ 0 h 1531"/>
              <a:gd name="csX12" fmla="*/ 373132 w 3078337"/>
              <a:gd name="csY12" fmla="*/ 0 h 1531"/>
              <a:gd name="csX13" fmla="*/ 404226 w 3078337"/>
              <a:gd name="csY13" fmla="*/ 0 h 1531"/>
              <a:gd name="csX14" fmla="*/ 435321 w 3078337"/>
              <a:gd name="csY14" fmla="*/ 0 h 1531"/>
              <a:gd name="csX15" fmla="*/ 466415 w 3078337"/>
              <a:gd name="csY15" fmla="*/ 0 h 1531"/>
              <a:gd name="csX16" fmla="*/ 497510 w 3078337"/>
              <a:gd name="csY16" fmla="*/ 0 h 1531"/>
              <a:gd name="csX17" fmla="*/ 528603 w 3078337"/>
              <a:gd name="csY17" fmla="*/ 0 h 1531"/>
              <a:gd name="csX18" fmla="*/ 559698 w 3078337"/>
              <a:gd name="csY18" fmla="*/ 0 h 1531"/>
              <a:gd name="csX19" fmla="*/ 590792 w 3078337"/>
              <a:gd name="csY19" fmla="*/ 0 h 1531"/>
              <a:gd name="csX20" fmla="*/ 621886 w 3078337"/>
              <a:gd name="csY20" fmla="*/ 0 h 1531"/>
              <a:gd name="csX21" fmla="*/ 652981 w 3078337"/>
              <a:gd name="csY21" fmla="*/ 0 h 1531"/>
              <a:gd name="csX22" fmla="*/ 684074 w 3078337"/>
              <a:gd name="csY22" fmla="*/ 0 h 1531"/>
              <a:gd name="csX23" fmla="*/ 715169 w 3078337"/>
              <a:gd name="csY23" fmla="*/ 0 h 1531"/>
              <a:gd name="csX24" fmla="*/ 746263 w 3078337"/>
              <a:gd name="csY24" fmla="*/ 0 h 1531"/>
              <a:gd name="csX25" fmla="*/ 777358 w 3078337"/>
              <a:gd name="csY25" fmla="*/ 0 h 1531"/>
              <a:gd name="csX26" fmla="*/ 808452 w 3078337"/>
              <a:gd name="csY26" fmla="*/ 0 h 1531"/>
              <a:gd name="csX27" fmla="*/ 839547 w 3078337"/>
              <a:gd name="csY27" fmla="*/ 0 h 1531"/>
              <a:gd name="csX28" fmla="*/ 870640 w 3078337"/>
              <a:gd name="csY28" fmla="*/ 0 h 1531"/>
              <a:gd name="csX29" fmla="*/ 901736 w 3078337"/>
              <a:gd name="csY29" fmla="*/ 0 h 1531"/>
              <a:gd name="csX30" fmla="*/ 932829 w 3078337"/>
              <a:gd name="csY30" fmla="*/ 0 h 1531"/>
              <a:gd name="csX31" fmla="*/ 963924 w 3078337"/>
              <a:gd name="csY31" fmla="*/ 0 h 1531"/>
              <a:gd name="csX32" fmla="*/ 995018 w 3078337"/>
              <a:gd name="csY32" fmla="*/ 0 h 1531"/>
              <a:gd name="csX33" fmla="*/ 1026111 w 3078337"/>
              <a:gd name="csY33" fmla="*/ 0 h 1531"/>
              <a:gd name="csX34" fmla="*/ 1057207 w 3078337"/>
              <a:gd name="csY34" fmla="*/ 0 h 1531"/>
              <a:gd name="csX35" fmla="*/ 1088300 w 3078337"/>
              <a:gd name="csY35" fmla="*/ 0 h 1531"/>
              <a:gd name="csX36" fmla="*/ 1119388 w 3078337"/>
              <a:gd name="csY36" fmla="*/ 0 h 1531"/>
              <a:gd name="csX37" fmla="*/ 1150489 w 3078337"/>
              <a:gd name="csY37" fmla="*/ 0 h 1531"/>
              <a:gd name="csX38" fmla="*/ 1181590 w 3078337"/>
              <a:gd name="csY38" fmla="*/ 0 h 1531"/>
              <a:gd name="csX39" fmla="*/ 1212676 w 3078337"/>
              <a:gd name="csY39" fmla="*/ 0 h 1531"/>
              <a:gd name="csX40" fmla="*/ 1243777 w 3078337"/>
              <a:gd name="csY40" fmla="*/ 0 h 1531"/>
              <a:gd name="csX41" fmla="*/ 1274863 w 3078337"/>
              <a:gd name="csY41" fmla="*/ 0 h 1531"/>
              <a:gd name="csX42" fmla="*/ 1305964 w 3078337"/>
              <a:gd name="csY42" fmla="*/ 0 h 1531"/>
              <a:gd name="csX43" fmla="*/ 1337050 w 3078337"/>
              <a:gd name="csY43" fmla="*/ 0 h 1531"/>
              <a:gd name="csX44" fmla="*/ 1368152 w 3078337"/>
              <a:gd name="csY44" fmla="*/ 0 h 1531"/>
              <a:gd name="csX45" fmla="*/ 1399237 w 3078337"/>
              <a:gd name="csY45" fmla="*/ 0 h 1531"/>
              <a:gd name="csX46" fmla="*/ 1430339 w 3078337"/>
              <a:gd name="csY46" fmla="*/ 0 h 1531"/>
              <a:gd name="csX47" fmla="*/ 1461425 w 3078337"/>
              <a:gd name="csY47" fmla="*/ 0 h 1531"/>
              <a:gd name="csX48" fmla="*/ 1492526 w 3078337"/>
              <a:gd name="csY48" fmla="*/ 0 h 1531"/>
              <a:gd name="csX49" fmla="*/ 1523627 w 3078337"/>
              <a:gd name="csY49" fmla="*/ 0 h 1531"/>
              <a:gd name="csX50" fmla="*/ 1554713 w 3078337"/>
              <a:gd name="csY50" fmla="*/ 0 h 1531"/>
              <a:gd name="csX51" fmla="*/ 1585814 w 3078337"/>
              <a:gd name="csY51" fmla="*/ 0 h 1531"/>
              <a:gd name="csX52" fmla="*/ 1616900 w 3078337"/>
              <a:gd name="csY52" fmla="*/ 0 h 1531"/>
              <a:gd name="csX53" fmla="*/ 1648002 w 3078337"/>
              <a:gd name="csY53" fmla="*/ 0 h 1531"/>
              <a:gd name="csX54" fmla="*/ 1679087 w 3078337"/>
              <a:gd name="csY54" fmla="*/ 0 h 1531"/>
              <a:gd name="csX55" fmla="*/ 1710189 w 3078337"/>
              <a:gd name="csY55" fmla="*/ 0 h 1531"/>
              <a:gd name="csX56" fmla="*/ 1741275 w 3078337"/>
              <a:gd name="csY56" fmla="*/ 0 h 1531"/>
              <a:gd name="csX57" fmla="*/ 1772376 w 3078337"/>
              <a:gd name="csY57" fmla="*/ 0 h 1531"/>
              <a:gd name="csX58" fmla="*/ 1803462 w 3078337"/>
              <a:gd name="csY58" fmla="*/ 0 h 1531"/>
              <a:gd name="csX59" fmla="*/ 1834563 w 3078337"/>
              <a:gd name="csY59" fmla="*/ 0 h 1531"/>
              <a:gd name="csX60" fmla="*/ 1865664 w 3078337"/>
              <a:gd name="csY60" fmla="*/ 0 h 1531"/>
              <a:gd name="csX61" fmla="*/ 1896750 w 3078337"/>
              <a:gd name="csY61" fmla="*/ 0 h 1531"/>
              <a:gd name="csX62" fmla="*/ 1927852 w 3078337"/>
              <a:gd name="csY62" fmla="*/ 0 h 1531"/>
              <a:gd name="csX63" fmla="*/ 1958937 w 3078337"/>
              <a:gd name="csY63" fmla="*/ 0 h 1531"/>
              <a:gd name="csX64" fmla="*/ 1990039 w 3078337"/>
              <a:gd name="csY64" fmla="*/ 0 h 1531"/>
              <a:gd name="csX65" fmla="*/ 2021125 w 3078337"/>
              <a:gd name="csY65" fmla="*/ 0 h 1531"/>
              <a:gd name="csX66" fmla="*/ 2052226 w 3078337"/>
              <a:gd name="csY66" fmla="*/ 0 h 1531"/>
              <a:gd name="csX67" fmla="*/ 2083312 w 3078337"/>
              <a:gd name="csY67" fmla="*/ 0 h 1531"/>
              <a:gd name="csX68" fmla="*/ 2114413 w 3078337"/>
              <a:gd name="csY68" fmla="*/ 0 h 1531"/>
              <a:gd name="csX69" fmla="*/ 2145499 w 3078337"/>
              <a:gd name="csY69" fmla="*/ 0 h 1531"/>
              <a:gd name="csX70" fmla="*/ 2176600 w 3078337"/>
              <a:gd name="csY70" fmla="*/ 0 h 1531"/>
              <a:gd name="csX71" fmla="*/ 2207702 w 3078337"/>
              <a:gd name="csY71" fmla="*/ 0 h 1531"/>
              <a:gd name="csX72" fmla="*/ 2238787 w 3078337"/>
              <a:gd name="csY72" fmla="*/ 0 h 1531"/>
              <a:gd name="csX73" fmla="*/ 2269889 w 3078337"/>
              <a:gd name="csY73" fmla="*/ 0 h 1531"/>
              <a:gd name="csX74" fmla="*/ 2300975 w 3078337"/>
              <a:gd name="csY74" fmla="*/ 0 h 1531"/>
              <a:gd name="csX75" fmla="*/ 2332076 w 3078337"/>
              <a:gd name="csY75" fmla="*/ 0 h 1531"/>
              <a:gd name="csX76" fmla="*/ 2363162 w 3078337"/>
              <a:gd name="csY76" fmla="*/ 0 h 1531"/>
              <a:gd name="csX77" fmla="*/ 2394263 w 3078337"/>
              <a:gd name="csY77" fmla="*/ 0 h 1531"/>
              <a:gd name="csX78" fmla="*/ 2425349 w 3078337"/>
              <a:gd name="csY78" fmla="*/ 0 h 1531"/>
              <a:gd name="csX79" fmla="*/ 2456450 w 3078337"/>
              <a:gd name="csY79" fmla="*/ 0 h 1531"/>
              <a:gd name="csX80" fmla="*/ 2487536 w 3078337"/>
              <a:gd name="csY80" fmla="*/ 0 h 1531"/>
              <a:gd name="csX81" fmla="*/ 2518637 w 3078337"/>
              <a:gd name="csY81" fmla="*/ 0 h 1531"/>
              <a:gd name="csX82" fmla="*/ 2549739 w 3078337"/>
              <a:gd name="csY82" fmla="*/ 0 h 1531"/>
              <a:gd name="csX83" fmla="*/ 2580825 w 3078337"/>
              <a:gd name="csY83" fmla="*/ 0 h 1531"/>
              <a:gd name="csX84" fmla="*/ 2611926 w 3078337"/>
              <a:gd name="csY84" fmla="*/ 0 h 1531"/>
              <a:gd name="csX85" fmla="*/ 2643012 w 3078337"/>
              <a:gd name="csY85" fmla="*/ 0 h 1531"/>
              <a:gd name="csX86" fmla="*/ 2674113 w 3078337"/>
              <a:gd name="csY86" fmla="*/ 0 h 1531"/>
              <a:gd name="csX87" fmla="*/ 2705199 w 3078337"/>
              <a:gd name="csY87" fmla="*/ 0 h 1531"/>
              <a:gd name="csX88" fmla="*/ 2736300 w 3078337"/>
              <a:gd name="csY88" fmla="*/ 0 h 1531"/>
              <a:gd name="csX89" fmla="*/ 2767386 w 3078337"/>
              <a:gd name="csY89" fmla="*/ 0 h 1531"/>
              <a:gd name="csX90" fmla="*/ 2798487 w 3078337"/>
              <a:gd name="csY90" fmla="*/ 0 h 1531"/>
              <a:gd name="csX91" fmla="*/ 2829589 w 3078337"/>
              <a:gd name="csY91" fmla="*/ 0 h 1531"/>
              <a:gd name="csX92" fmla="*/ 2860675 w 3078337"/>
              <a:gd name="csY92" fmla="*/ 0 h 1531"/>
              <a:gd name="csX93" fmla="*/ 2891776 w 3078337"/>
              <a:gd name="csY93" fmla="*/ 0 h 1531"/>
              <a:gd name="csX94" fmla="*/ 2922862 w 3078337"/>
              <a:gd name="csY94" fmla="*/ 0 h 1531"/>
              <a:gd name="csX95" fmla="*/ 2953963 w 3078337"/>
              <a:gd name="csY95" fmla="*/ 0 h 1531"/>
              <a:gd name="csX96" fmla="*/ 2985049 w 3078337"/>
              <a:gd name="csY96" fmla="*/ 0 h 1531"/>
              <a:gd name="csX97" fmla="*/ 3016150 w 3078337"/>
              <a:gd name="csY97" fmla="*/ 0 h 1531"/>
              <a:gd name="csX98" fmla="*/ 3047236 w 3078337"/>
              <a:gd name="csY98" fmla="*/ 0 h 1531"/>
              <a:gd name="csX99" fmla="*/ 3078337 w 3078337"/>
              <a:gd name="csY99" fmla="*/ 0 h 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3078337" h="1531">
                <a:moveTo>
                  <a:pt x="0" y="0"/>
                </a:moveTo>
                <a:lnTo>
                  <a:pt x="31095" y="0"/>
                </a:lnTo>
                <a:lnTo>
                  <a:pt x="62189" y="0"/>
                </a:lnTo>
                <a:lnTo>
                  <a:pt x="93284" y="0"/>
                </a:lnTo>
                <a:lnTo>
                  <a:pt x="124377" y="0"/>
                </a:lnTo>
                <a:lnTo>
                  <a:pt x="155473" y="0"/>
                </a:lnTo>
                <a:lnTo>
                  <a:pt x="186566" y="0"/>
                </a:lnTo>
                <a:lnTo>
                  <a:pt x="217661" y="0"/>
                </a:lnTo>
                <a:lnTo>
                  <a:pt x="248755" y="0"/>
                </a:lnTo>
                <a:lnTo>
                  <a:pt x="279848" y="0"/>
                </a:lnTo>
                <a:lnTo>
                  <a:pt x="310944" y="0"/>
                </a:lnTo>
                <a:lnTo>
                  <a:pt x="342037" y="0"/>
                </a:lnTo>
                <a:lnTo>
                  <a:pt x="373132" y="0"/>
                </a:lnTo>
                <a:lnTo>
                  <a:pt x="404226" y="0"/>
                </a:lnTo>
                <a:lnTo>
                  <a:pt x="435321" y="0"/>
                </a:lnTo>
                <a:lnTo>
                  <a:pt x="466415" y="0"/>
                </a:lnTo>
                <a:lnTo>
                  <a:pt x="497510" y="0"/>
                </a:lnTo>
                <a:lnTo>
                  <a:pt x="528603" y="0"/>
                </a:lnTo>
                <a:lnTo>
                  <a:pt x="559698" y="0"/>
                </a:lnTo>
                <a:lnTo>
                  <a:pt x="590792" y="0"/>
                </a:lnTo>
                <a:lnTo>
                  <a:pt x="621886" y="0"/>
                </a:lnTo>
                <a:lnTo>
                  <a:pt x="652981" y="0"/>
                </a:lnTo>
                <a:lnTo>
                  <a:pt x="684074" y="0"/>
                </a:lnTo>
                <a:lnTo>
                  <a:pt x="715169" y="0"/>
                </a:lnTo>
                <a:lnTo>
                  <a:pt x="746263" y="0"/>
                </a:lnTo>
                <a:lnTo>
                  <a:pt x="777358" y="0"/>
                </a:lnTo>
                <a:lnTo>
                  <a:pt x="808452" y="0"/>
                </a:lnTo>
                <a:lnTo>
                  <a:pt x="839547" y="0"/>
                </a:lnTo>
                <a:lnTo>
                  <a:pt x="870640" y="0"/>
                </a:lnTo>
                <a:lnTo>
                  <a:pt x="901736" y="0"/>
                </a:lnTo>
                <a:lnTo>
                  <a:pt x="932829" y="0"/>
                </a:lnTo>
                <a:lnTo>
                  <a:pt x="963924" y="0"/>
                </a:lnTo>
                <a:lnTo>
                  <a:pt x="995018" y="0"/>
                </a:lnTo>
                <a:lnTo>
                  <a:pt x="1026111" y="0"/>
                </a:lnTo>
                <a:lnTo>
                  <a:pt x="1057207" y="0"/>
                </a:lnTo>
                <a:lnTo>
                  <a:pt x="1088300" y="0"/>
                </a:lnTo>
                <a:lnTo>
                  <a:pt x="1119388" y="0"/>
                </a:lnTo>
                <a:lnTo>
                  <a:pt x="1150489" y="0"/>
                </a:lnTo>
                <a:lnTo>
                  <a:pt x="1181590" y="0"/>
                </a:lnTo>
                <a:lnTo>
                  <a:pt x="1212676" y="0"/>
                </a:lnTo>
                <a:lnTo>
                  <a:pt x="1243777" y="0"/>
                </a:lnTo>
                <a:lnTo>
                  <a:pt x="1274863" y="0"/>
                </a:lnTo>
                <a:lnTo>
                  <a:pt x="1305964" y="0"/>
                </a:lnTo>
                <a:lnTo>
                  <a:pt x="1337050" y="0"/>
                </a:lnTo>
                <a:lnTo>
                  <a:pt x="1368152" y="0"/>
                </a:lnTo>
                <a:lnTo>
                  <a:pt x="1399237" y="0"/>
                </a:lnTo>
                <a:lnTo>
                  <a:pt x="1430339" y="0"/>
                </a:lnTo>
                <a:lnTo>
                  <a:pt x="1461425" y="0"/>
                </a:lnTo>
                <a:lnTo>
                  <a:pt x="1492526" y="0"/>
                </a:lnTo>
                <a:lnTo>
                  <a:pt x="1523627" y="0"/>
                </a:lnTo>
                <a:lnTo>
                  <a:pt x="1554713" y="0"/>
                </a:lnTo>
                <a:lnTo>
                  <a:pt x="1585814" y="0"/>
                </a:lnTo>
                <a:lnTo>
                  <a:pt x="1616900" y="0"/>
                </a:lnTo>
                <a:lnTo>
                  <a:pt x="1648002" y="0"/>
                </a:lnTo>
                <a:lnTo>
                  <a:pt x="1679087" y="0"/>
                </a:lnTo>
                <a:lnTo>
                  <a:pt x="1710189" y="0"/>
                </a:lnTo>
                <a:lnTo>
                  <a:pt x="1741275" y="0"/>
                </a:lnTo>
                <a:lnTo>
                  <a:pt x="1772376" y="0"/>
                </a:lnTo>
                <a:lnTo>
                  <a:pt x="1803462" y="0"/>
                </a:lnTo>
                <a:lnTo>
                  <a:pt x="1834563" y="0"/>
                </a:lnTo>
                <a:lnTo>
                  <a:pt x="1865664" y="0"/>
                </a:lnTo>
                <a:lnTo>
                  <a:pt x="1896750" y="0"/>
                </a:lnTo>
                <a:lnTo>
                  <a:pt x="1927852" y="0"/>
                </a:lnTo>
                <a:lnTo>
                  <a:pt x="1958937" y="0"/>
                </a:lnTo>
                <a:lnTo>
                  <a:pt x="1990039" y="0"/>
                </a:lnTo>
                <a:lnTo>
                  <a:pt x="2021125" y="0"/>
                </a:lnTo>
                <a:lnTo>
                  <a:pt x="2052226" y="0"/>
                </a:lnTo>
                <a:lnTo>
                  <a:pt x="2083312" y="0"/>
                </a:lnTo>
                <a:lnTo>
                  <a:pt x="2114413" y="0"/>
                </a:lnTo>
                <a:lnTo>
                  <a:pt x="2145499" y="0"/>
                </a:lnTo>
                <a:lnTo>
                  <a:pt x="2176600" y="0"/>
                </a:lnTo>
                <a:lnTo>
                  <a:pt x="2207702" y="0"/>
                </a:lnTo>
                <a:lnTo>
                  <a:pt x="2238787" y="0"/>
                </a:lnTo>
                <a:lnTo>
                  <a:pt x="2269889" y="0"/>
                </a:lnTo>
                <a:lnTo>
                  <a:pt x="2300975" y="0"/>
                </a:lnTo>
                <a:lnTo>
                  <a:pt x="2332076" y="0"/>
                </a:lnTo>
                <a:lnTo>
                  <a:pt x="2363162" y="0"/>
                </a:lnTo>
                <a:lnTo>
                  <a:pt x="2394263" y="0"/>
                </a:lnTo>
                <a:lnTo>
                  <a:pt x="2425349" y="0"/>
                </a:lnTo>
                <a:lnTo>
                  <a:pt x="2456450" y="0"/>
                </a:lnTo>
                <a:lnTo>
                  <a:pt x="2487536" y="0"/>
                </a:lnTo>
                <a:lnTo>
                  <a:pt x="2518637" y="0"/>
                </a:lnTo>
                <a:lnTo>
                  <a:pt x="2549739" y="0"/>
                </a:lnTo>
                <a:lnTo>
                  <a:pt x="2580825" y="0"/>
                </a:lnTo>
                <a:lnTo>
                  <a:pt x="2611926" y="0"/>
                </a:lnTo>
                <a:lnTo>
                  <a:pt x="2643012" y="0"/>
                </a:lnTo>
                <a:lnTo>
                  <a:pt x="2674113" y="0"/>
                </a:lnTo>
                <a:lnTo>
                  <a:pt x="2705199" y="0"/>
                </a:lnTo>
                <a:lnTo>
                  <a:pt x="2736300" y="0"/>
                </a:lnTo>
                <a:lnTo>
                  <a:pt x="2767386" y="0"/>
                </a:lnTo>
                <a:lnTo>
                  <a:pt x="2798487" y="0"/>
                </a:lnTo>
                <a:lnTo>
                  <a:pt x="2829589" y="0"/>
                </a:lnTo>
                <a:lnTo>
                  <a:pt x="2860675" y="0"/>
                </a:lnTo>
                <a:lnTo>
                  <a:pt x="2891776" y="0"/>
                </a:lnTo>
                <a:lnTo>
                  <a:pt x="2922862" y="0"/>
                </a:lnTo>
                <a:lnTo>
                  <a:pt x="2953963" y="0"/>
                </a:lnTo>
                <a:lnTo>
                  <a:pt x="2985049" y="0"/>
                </a:lnTo>
                <a:lnTo>
                  <a:pt x="3016150" y="0"/>
                </a:lnTo>
                <a:lnTo>
                  <a:pt x="3047236" y="0"/>
                </a:lnTo>
                <a:lnTo>
                  <a:pt x="3078337" y="0"/>
                </a:lnTo>
              </a:path>
            </a:pathLst>
          </a:custGeom>
          <a:noFill/>
          <a:ln w="18336" cap="rnd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8F0895E8-5182-9ED5-ADE7-C2455C9F6055}"/>
              </a:ext>
            </a:extLst>
          </p:cNvPr>
          <p:cNvGrpSpPr/>
          <p:nvPr/>
        </p:nvGrpSpPr>
        <p:grpSpPr>
          <a:xfrm>
            <a:off x="7028025" y="2571750"/>
            <a:ext cx="1078008" cy="517422"/>
            <a:chOff x="4827141" y="1353758"/>
            <a:chExt cx="1078008" cy="517422"/>
          </a:xfrm>
        </p:grpSpPr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B29D4FC7-A504-ADF3-2677-68179676FE23}"/>
                </a:ext>
              </a:extLst>
            </p:cNvPr>
            <p:cNvSpPr/>
            <p:nvPr/>
          </p:nvSpPr>
          <p:spPr>
            <a:xfrm>
              <a:off x="4827141" y="1353758"/>
              <a:ext cx="1078008" cy="517422"/>
            </a:xfrm>
            <a:custGeom>
              <a:avLst/>
              <a:gdLst>
                <a:gd name="csX0" fmla="*/ 0 w 1078008"/>
                <a:gd name="csY0" fmla="*/ 517422 h 517422"/>
                <a:gd name="csX1" fmla="*/ 1078008 w 1078008"/>
                <a:gd name="csY1" fmla="*/ 517422 h 517422"/>
                <a:gd name="csX2" fmla="*/ 1078008 w 1078008"/>
                <a:gd name="csY2" fmla="*/ 0 h 517422"/>
                <a:gd name="csX3" fmla="*/ 0 w 1078008"/>
                <a:gd name="csY3" fmla="*/ 0 h 517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78008" h="517422">
                  <a:moveTo>
                    <a:pt x="0" y="517422"/>
                  </a:moveTo>
                  <a:lnTo>
                    <a:pt x="1078008" y="517422"/>
                  </a:lnTo>
                  <a:lnTo>
                    <a:pt x="10780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E15DF1E7-1FA2-3999-FC9B-13B6ECA5A3F8}"/>
                </a:ext>
              </a:extLst>
            </p:cNvPr>
            <p:cNvSpPr/>
            <p:nvPr/>
          </p:nvSpPr>
          <p:spPr>
            <a:xfrm>
              <a:off x="4827141" y="1353758"/>
              <a:ext cx="1078008" cy="517422"/>
            </a:xfrm>
            <a:custGeom>
              <a:avLst/>
              <a:gdLst>
                <a:gd name="csX0" fmla="*/ 0 w 1078008"/>
                <a:gd name="csY0" fmla="*/ 517422 h 517422"/>
                <a:gd name="csX1" fmla="*/ 1078008 w 1078008"/>
                <a:gd name="csY1" fmla="*/ 517422 h 517422"/>
                <a:gd name="csX2" fmla="*/ 1078008 w 1078008"/>
                <a:gd name="csY2" fmla="*/ 0 h 517422"/>
                <a:gd name="csX3" fmla="*/ 0 w 1078008"/>
                <a:gd name="csY3" fmla="*/ 0 h 517422"/>
                <a:gd name="csX4" fmla="*/ 0 w 1078008"/>
                <a:gd name="csY4" fmla="*/ 517422 h 517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78008" h="517422">
                  <a:moveTo>
                    <a:pt x="0" y="517422"/>
                  </a:moveTo>
                  <a:lnTo>
                    <a:pt x="1078008" y="517422"/>
                  </a:lnTo>
                  <a:lnTo>
                    <a:pt x="1078008" y="0"/>
                  </a:lnTo>
                  <a:lnTo>
                    <a:pt x="0" y="0"/>
                  </a:lnTo>
                  <a:lnTo>
                    <a:pt x="0" y="517422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240B52E6-5CDC-7967-7768-60A2CFF52498}"/>
              </a:ext>
            </a:extLst>
          </p:cNvPr>
          <p:cNvGrpSpPr/>
          <p:nvPr/>
        </p:nvGrpSpPr>
        <p:grpSpPr>
          <a:xfrm>
            <a:off x="7064281" y="2657327"/>
            <a:ext cx="985040" cy="173321"/>
            <a:chOff x="4863397" y="1439335"/>
            <a:chExt cx="985040" cy="173321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648B5611-70C5-F1BE-599C-C6FBA1327E25}"/>
                </a:ext>
              </a:extLst>
            </p:cNvPr>
            <p:cNvSpPr/>
            <p:nvPr/>
          </p:nvSpPr>
          <p:spPr>
            <a:xfrm>
              <a:off x="4863397" y="1526232"/>
              <a:ext cx="217535" cy="1531"/>
            </a:xfrm>
            <a:custGeom>
              <a:avLst/>
              <a:gdLst>
                <a:gd name="csX0" fmla="*/ 0 w 217535"/>
                <a:gd name="csY0" fmla="*/ 0 h 1531"/>
                <a:gd name="csX1" fmla="*/ 217536 w 217535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7535" h="1531">
                  <a:moveTo>
                    <a:pt x="0" y="0"/>
                  </a:moveTo>
                  <a:lnTo>
                    <a:pt x="217536" y="0"/>
                  </a:lnTo>
                </a:path>
              </a:pathLst>
            </a:custGeom>
            <a:noFill/>
            <a:ln w="36671" cap="rnd">
              <a:solidFill>
                <a:srgbClr val="FF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F7D95A91-44FA-E394-98FE-6C078079D88E}"/>
                </a:ext>
              </a:extLst>
            </p:cNvPr>
            <p:cNvSpPr/>
            <p:nvPr/>
          </p:nvSpPr>
          <p:spPr>
            <a:xfrm>
              <a:off x="5117188" y="1486872"/>
              <a:ext cx="77688" cy="64992"/>
            </a:xfrm>
            <a:custGeom>
              <a:avLst/>
              <a:gdLst>
                <a:gd name="csX0" fmla="*/ 77689 w 77688"/>
                <a:gd name="csY0" fmla="*/ 3516 h 64992"/>
                <a:gd name="csX1" fmla="*/ 70515 w 77688"/>
                <a:gd name="csY1" fmla="*/ 8537 h 64992"/>
                <a:gd name="csX2" fmla="*/ 54374 w 77688"/>
                <a:gd name="csY2" fmla="*/ 8537 h 64992"/>
                <a:gd name="csX3" fmla="*/ 58895 w 77688"/>
                <a:gd name="csY3" fmla="*/ 24533 h 64992"/>
                <a:gd name="csX4" fmla="*/ 55523 w 77688"/>
                <a:gd name="csY4" fmla="*/ 40387 h 64992"/>
                <a:gd name="csX5" fmla="*/ 46914 w 77688"/>
                <a:gd name="csY5" fmla="*/ 53299 h 64992"/>
                <a:gd name="csX6" fmla="*/ 35078 w 77688"/>
                <a:gd name="csY6" fmla="*/ 61837 h 64992"/>
                <a:gd name="csX7" fmla="*/ 22022 w 77688"/>
                <a:gd name="csY7" fmla="*/ 64993 h 64992"/>
                <a:gd name="csX8" fmla="*/ 6098 w 77688"/>
                <a:gd name="csY8" fmla="*/ 58321 h 64992"/>
                <a:gd name="csX9" fmla="*/ 0 w 77688"/>
                <a:gd name="csY9" fmla="*/ 41750 h 64992"/>
                <a:gd name="csX10" fmla="*/ 1793 w 77688"/>
                <a:gd name="csY10" fmla="*/ 30703 h 64992"/>
                <a:gd name="csX11" fmla="*/ 7173 w 77688"/>
                <a:gd name="csY11" fmla="*/ 19512 h 64992"/>
                <a:gd name="csX12" fmla="*/ 15280 w 77688"/>
                <a:gd name="csY12" fmla="*/ 9686 h 64992"/>
                <a:gd name="csX13" fmla="*/ 25968 w 77688"/>
                <a:gd name="csY13" fmla="*/ 2655 h 64992"/>
                <a:gd name="csX14" fmla="*/ 38450 w 77688"/>
                <a:gd name="csY14" fmla="*/ 0 h 64992"/>
                <a:gd name="csX15" fmla="*/ 71949 w 77688"/>
                <a:gd name="csY15" fmla="*/ 0 h 64992"/>
                <a:gd name="csX16" fmla="*/ 74675 w 77688"/>
                <a:gd name="csY16" fmla="*/ 144 h 64992"/>
                <a:gd name="csX17" fmla="*/ 76684 w 77688"/>
                <a:gd name="csY17" fmla="*/ 1077 h 64992"/>
                <a:gd name="csX18" fmla="*/ 77689 w 77688"/>
                <a:gd name="csY18" fmla="*/ 3516 h 64992"/>
                <a:gd name="csX19" fmla="*/ 49497 w 77688"/>
                <a:gd name="csY19" fmla="*/ 22812 h 64992"/>
                <a:gd name="csX20" fmla="*/ 49281 w 77688"/>
                <a:gd name="csY20" fmla="*/ 19584 h 64992"/>
                <a:gd name="csX21" fmla="*/ 48278 w 77688"/>
                <a:gd name="csY21" fmla="*/ 15926 h 64992"/>
                <a:gd name="csX22" fmla="*/ 46125 w 77688"/>
                <a:gd name="csY22" fmla="*/ 12267 h 64992"/>
                <a:gd name="csX23" fmla="*/ 42108 w 77688"/>
                <a:gd name="csY23" fmla="*/ 9614 h 64992"/>
                <a:gd name="csX24" fmla="*/ 36011 w 77688"/>
                <a:gd name="csY24" fmla="*/ 8537 h 64992"/>
                <a:gd name="csX25" fmla="*/ 25610 w 77688"/>
                <a:gd name="csY25" fmla="*/ 11263 h 64992"/>
                <a:gd name="csX26" fmla="*/ 15996 w 77688"/>
                <a:gd name="csY26" fmla="*/ 20733 h 64992"/>
                <a:gd name="csX27" fmla="*/ 10831 w 77688"/>
                <a:gd name="csY27" fmla="*/ 33931 h 64992"/>
                <a:gd name="csX28" fmla="*/ 9110 w 77688"/>
                <a:gd name="csY28" fmla="*/ 45839 h 64992"/>
                <a:gd name="csX29" fmla="*/ 12768 w 77688"/>
                <a:gd name="csY29" fmla="*/ 57604 h 64992"/>
                <a:gd name="csX30" fmla="*/ 22166 w 77688"/>
                <a:gd name="csY30" fmla="*/ 61693 h 64992"/>
                <a:gd name="csX31" fmla="*/ 32136 w 77688"/>
                <a:gd name="csY31" fmla="*/ 58536 h 64992"/>
                <a:gd name="csX32" fmla="*/ 41534 w 77688"/>
                <a:gd name="csY32" fmla="*/ 49211 h 64992"/>
                <a:gd name="csX33" fmla="*/ 47274 w 77688"/>
                <a:gd name="csY33" fmla="*/ 36155 h 64992"/>
                <a:gd name="csX34" fmla="*/ 49497 w 77688"/>
                <a:gd name="csY34" fmla="*/ 22812 h 64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77688" h="64992">
                  <a:moveTo>
                    <a:pt x="77689" y="3516"/>
                  </a:moveTo>
                  <a:cubicBezTo>
                    <a:pt x="77689" y="6863"/>
                    <a:pt x="75297" y="8537"/>
                    <a:pt x="70515" y="8537"/>
                  </a:cubicBezTo>
                  <a:lnTo>
                    <a:pt x="54374" y="8537"/>
                  </a:lnTo>
                  <a:cubicBezTo>
                    <a:pt x="57388" y="12841"/>
                    <a:pt x="58895" y="18173"/>
                    <a:pt x="58895" y="24533"/>
                  </a:cubicBezTo>
                  <a:cubicBezTo>
                    <a:pt x="58895" y="29986"/>
                    <a:pt x="57771" y="35271"/>
                    <a:pt x="55523" y="40387"/>
                  </a:cubicBezTo>
                  <a:cubicBezTo>
                    <a:pt x="53323" y="45457"/>
                    <a:pt x="50453" y="49761"/>
                    <a:pt x="46914" y="53299"/>
                  </a:cubicBezTo>
                  <a:cubicBezTo>
                    <a:pt x="43423" y="56839"/>
                    <a:pt x="39478" y="59685"/>
                    <a:pt x="35078" y="61837"/>
                  </a:cubicBezTo>
                  <a:cubicBezTo>
                    <a:pt x="30678" y="63941"/>
                    <a:pt x="26326" y="64993"/>
                    <a:pt x="22022" y="64993"/>
                  </a:cubicBezTo>
                  <a:cubicBezTo>
                    <a:pt x="15471" y="64993"/>
                    <a:pt x="10163" y="62769"/>
                    <a:pt x="6098" y="58321"/>
                  </a:cubicBezTo>
                  <a:cubicBezTo>
                    <a:pt x="2033" y="53874"/>
                    <a:pt x="0" y="48350"/>
                    <a:pt x="0" y="41750"/>
                  </a:cubicBezTo>
                  <a:cubicBezTo>
                    <a:pt x="0" y="38260"/>
                    <a:pt x="598" y="34577"/>
                    <a:pt x="1793" y="30703"/>
                  </a:cubicBezTo>
                  <a:cubicBezTo>
                    <a:pt x="3037" y="26830"/>
                    <a:pt x="4830" y="23100"/>
                    <a:pt x="7173" y="19512"/>
                  </a:cubicBezTo>
                  <a:cubicBezTo>
                    <a:pt x="9517" y="15878"/>
                    <a:pt x="12219" y="12602"/>
                    <a:pt x="15280" y="9686"/>
                  </a:cubicBezTo>
                  <a:cubicBezTo>
                    <a:pt x="18388" y="6768"/>
                    <a:pt x="21951" y="4425"/>
                    <a:pt x="25968" y="2655"/>
                  </a:cubicBezTo>
                  <a:cubicBezTo>
                    <a:pt x="30033" y="885"/>
                    <a:pt x="34194" y="0"/>
                    <a:pt x="38450" y="0"/>
                  </a:cubicBezTo>
                  <a:lnTo>
                    <a:pt x="71949" y="0"/>
                  </a:lnTo>
                  <a:cubicBezTo>
                    <a:pt x="73145" y="0"/>
                    <a:pt x="74053" y="48"/>
                    <a:pt x="74675" y="144"/>
                  </a:cubicBezTo>
                  <a:cubicBezTo>
                    <a:pt x="75345" y="192"/>
                    <a:pt x="76015" y="503"/>
                    <a:pt x="76684" y="1077"/>
                  </a:cubicBezTo>
                  <a:cubicBezTo>
                    <a:pt x="77354" y="1602"/>
                    <a:pt x="77689" y="2415"/>
                    <a:pt x="77689" y="3516"/>
                  </a:cubicBezTo>
                  <a:moveTo>
                    <a:pt x="49497" y="22812"/>
                  </a:moveTo>
                  <a:cubicBezTo>
                    <a:pt x="49497" y="21665"/>
                    <a:pt x="49425" y="20589"/>
                    <a:pt x="49281" y="19584"/>
                  </a:cubicBezTo>
                  <a:cubicBezTo>
                    <a:pt x="49138" y="18533"/>
                    <a:pt x="48804" y="17313"/>
                    <a:pt x="48278" y="15926"/>
                  </a:cubicBezTo>
                  <a:cubicBezTo>
                    <a:pt x="47751" y="14491"/>
                    <a:pt x="47034" y="13272"/>
                    <a:pt x="46125" y="12267"/>
                  </a:cubicBezTo>
                  <a:cubicBezTo>
                    <a:pt x="45217" y="11215"/>
                    <a:pt x="43878" y="10330"/>
                    <a:pt x="42108" y="9614"/>
                  </a:cubicBezTo>
                  <a:cubicBezTo>
                    <a:pt x="40386" y="8896"/>
                    <a:pt x="38354" y="8537"/>
                    <a:pt x="36011" y="8537"/>
                  </a:cubicBezTo>
                  <a:cubicBezTo>
                    <a:pt x="32711" y="8537"/>
                    <a:pt x="29244" y="9446"/>
                    <a:pt x="25610" y="11263"/>
                  </a:cubicBezTo>
                  <a:cubicBezTo>
                    <a:pt x="21975" y="13080"/>
                    <a:pt x="18770" y="16237"/>
                    <a:pt x="15996" y="20733"/>
                  </a:cubicBezTo>
                  <a:cubicBezTo>
                    <a:pt x="13701" y="24558"/>
                    <a:pt x="11980" y="28957"/>
                    <a:pt x="10831" y="33931"/>
                  </a:cubicBezTo>
                  <a:cubicBezTo>
                    <a:pt x="9684" y="38905"/>
                    <a:pt x="9110" y="42874"/>
                    <a:pt x="9110" y="45839"/>
                  </a:cubicBezTo>
                  <a:cubicBezTo>
                    <a:pt x="9110" y="50908"/>
                    <a:pt x="10329" y="54830"/>
                    <a:pt x="12768" y="57604"/>
                  </a:cubicBezTo>
                  <a:cubicBezTo>
                    <a:pt x="15255" y="60330"/>
                    <a:pt x="18388" y="61693"/>
                    <a:pt x="22166" y="61693"/>
                  </a:cubicBezTo>
                  <a:cubicBezTo>
                    <a:pt x="25275" y="61693"/>
                    <a:pt x="28598" y="60641"/>
                    <a:pt x="32136" y="58536"/>
                  </a:cubicBezTo>
                  <a:cubicBezTo>
                    <a:pt x="35676" y="56384"/>
                    <a:pt x="38808" y="53276"/>
                    <a:pt x="41534" y="49211"/>
                  </a:cubicBezTo>
                  <a:cubicBezTo>
                    <a:pt x="43925" y="45672"/>
                    <a:pt x="45838" y="41320"/>
                    <a:pt x="47274" y="36155"/>
                  </a:cubicBezTo>
                  <a:cubicBezTo>
                    <a:pt x="48756" y="30990"/>
                    <a:pt x="49497" y="26543"/>
                    <a:pt x="49497" y="2281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08B0593A-D694-F937-4335-4E662F8E1E60}"/>
                </a:ext>
              </a:extLst>
            </p:cNvPr>
            <p:cNvSpPr/>
            <p:nvPr/>
          </p:nvSpPr>
          <p:spPr>
            <a:xfrm>
              <a:off x="5209794" y="1439335"/>
              <a:ext cx="41076" cy="68493"/>
            </a:xfrm>
            <a:custGeom>
              <a:avLst/>
              <a:gdLst>
                <a:gd name="csX0" fmla="*/ 0 w 41076"/>
                <a:gd name="csY0" fmla="*/ 68493 h 68493"/>
                <a:gd name="csX1" fmla="*/ 152 w 41076"/>
                <a:gd name="csY1" fmla="*/ 66083 h 68493"/>
                <a:gd name="csX2" fmla="*/ 1155 w 41076"/>
                <a:gd name="csY2" fmla="*/ 64677 h 68493"/>
                <a:gd name="csX3" fmla="*/ 20889 w 41076"/>
                <a:gd name="csY3" fmla="*/ 42683 h 68493"/>
                <a:gd name="csX4" fmla="*/ 31686 w 41076"/>
                <a:gd name="csY4" fmla="*/ 19936 h 68493"/>
                <a:gd name="csX5" fmla="*/ 28071 w 41076"/>
                <a:gd name="csY5" fmla="*/ 8136 h 68493"/>
                <a:gd name="csX6" fmla="*/ 17927 w 41076"/>
                <a:gd name="csY6" fmla="*/ 3214 h 68493"/>
                <a:gd name="csX7" fmla="*/ 9591 w 41076"/>
                <a:gd name="csY7" fmla="*/ 5975 h 68493"/>
                <a:gd name="csX8" fmla="*/ 4018 w 41076"/>
                <a:gd name="csY8" fmla="*/ 13659 h 68493"/>
                <a:gd name="csX9" fmla="*/ 5373 w 41076"/>
                <a:gd name="csY9" fmla="*/ 13558 h 68493"/>
                <a:gd name="csX10" fmla="*/ 9340 w 41076"/>
                <a:gd name="csY10" fmla="*/ 15165 h 68493"/>
                <a:gd name="csX11" fmla="*/ 10796 w 41076"/>
                <a:gd name="csY11" fmla="*/ 18932 h 68493"/>
                <a:gd name="csX12" fmla="*/ 8989 w 41076"/>
                <a:gd name="csY12" fmla="*/ 23050 h 68493"/>
                <a:gd name="csX13" fmla="*/ 5475 w 41076"/>
                <a:gd name="csY13" fmla="*/ 24354 h 68493"/>
                <a:gd name="csX14" fmla="*/ 3816 w 41076"/>
                <a:gd name="csY14" fmla="*/ 24204 h 68493"/>
                <a:gd name="csX15" fmla="*/ 1456 w 41076"/>
                <a:gd name="csY15" fmla="*/ 22647 h 68493"/>
                <a:gd name="csX16" fmla="*/ 0 w 41076"/>
                <a:gd name="csY16" fmla="*/ 18630 h 68493"/>
                <a:gd name="csX17" fmla="*/ 5424 w 41076"/>
                <a:gd name="csY17" fmla="*/ 5726 h 68493"/>
                <a:gd name="csX18" fmla="*/ 19232 w 41076"/>
                <a:gd name="csY18" fmla="*/ 0 h 68493"/>
                <a:gd name="csX19" fmla="*/ 34850 w 41076"/>
                <a:gd name="csY19" fmla="*/ 5625 h 68493"/>
                <a:gd name="csX20" fmla="*/ 41076 w 41076"/>
                <a:gd name="csY20" fmla="*/ 19936 h 68493"/>
                <a:gd name="csX21" fmla="*/ 40122 w 41076"/>
                <a:gd name="csY21" fmla="*/ 25811 h 68493"/>
                <a:gd name="csX22" fmla="*/ 37963 w 41076"/>
                <a:gd name="csY22" fmla="*/ 30732 h 68493"/>
                <a:gd name="csX23" fmla="*/ 33443 w 41076"/>
                <a:gd name="csY23" fmla="*/ 36355 h 68493"/>
                <a:gd name="csX24" fmla="*/ 27467 w 41076"/>
                <a:gd name="csY24" fmla="*/ 42281 h 68493"/>
                <a:gd name="csX25" fmla="*/ 18831 w 41076"/>
                <a:gd name="csY25" fmla="*/ 49964 h 68493"/>
                <a:gd name="csX26" fmla="*/ 7934 w 41076"/>
                <a:gd name="csY26" fmla="*/ 60559 h 68493"/>
                <a:gd name="csX27" fmla="*/ 26463 w 41076"/>
                <a:gd name="csY27" fmla="*/ 60559 h 68493"/>
                <a:gd name="csX28" fmla="*/ 36205 w 41076"/>
                <a:gd name="csY28" fmla="*/ 59755 h 68493"/>
                <a:gd name="csX29" fmla="*/ 38464 w 41076"/>
                <a:gd name="csY29" fmla="*/ 50616 h 68493"/>
                <a:gd name="csX30" fmla="*/ 41076 w 41076"/>
                <a:gd name="csY30" fmla="*/ 50616 h 68493"/>
                <a:gd name="csX31" fmla="*/ 38164 w 41076"/>
                <a:gd name="csY31" fmla="*/ 68493 h 68493"/>
                <a:gd name="csX32" fmla="*/ 0 w 41076"/>
                <a:gd name="csY32" fmla="*/ 68493 h 684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41076" h="68493">
                  <a:moveTo>
                    <a:pt x="0" y="68493"/>
                  </a:moveTo>
                  <a:cubicBezTo>
                    <a:pt x="0" y="67255"/>
                    <a:pt x="51" y="66451"/>
                    <a:pt x="152" y="66083"/>
                  </a:cubicBezTo>
                  <a:cubicBezTo>
                    <a:pt x="285" y="65714"/>
                    <a:pt x="620" y="65246"/>
                    <a:pt x="1155" y="64677"/>
                  </a:cubicBezTo>
                  <a:lnTo>
                    <a:pt x="20889" y="42683"/>
                  </a:lnTo>
                  <a:cubicBezTo>
                    <a:pt x="28087" y="34581"/>
                    <a:pt x="31686" y="26999"/>
                    <a:pt x="31686" y="19936"/>
                  </a:cubicBezTo>
                  <a:cubicBezTo>
                    <a:pt x="31686" y="15350"/>
                    <a:pt x="30481" y="11416"/>
                    <a:pt x="28071" y="8136"/>
                  </a:cubicBezTo>
                  <a:cubicBezTo>
                    <a:pt x="25693" y="4855"/>
                    <a:pt x="22312" y="3214"/>
                    <a:pt x="17927" y="3214"/>
                  </a:cubicBezTo>
                  <a:cubicBezTo>
                    <a:pt x="14915" y="3214"/>
                    <a:pt x="12136" y="4135"/>
                    <a:pt x="9591" y="5975"/>
                  </a:cubicBezTo>
                  <a:cubicBezTo>
                    <a:pt x="7047" y="7817"/>
                    <a:pt x="5189" y="10378"/>
                    <a:pt x="4018" y="13659"/>
                  </a:cubicBezTo>
                  <a:cubicBezTo>
                    <a:pt x="4218" y="13592"/>
                    <a:pt x="4670" y="13558"/>
                    <a:pt x="5373" y="13558"/>
                  </a:cubicBezTo>
                  <a:cubicBezTo>
                    <a:pt x="7080" y="13558"/>
                    <a:pt x="8402" y="14094"/>
                    <a:pt x="9340" y="15165"/>
                  </a:cubicBezTo>
                  <a:cubicBezTo>
                    <a:pt x="10310" y="16237"/>
                    <a:pt x="10796" y="17492"/>
                    <a:pt x="10796" y="18932"/>
                  </a:cubicBezTo>
                  <a:cubicBezTo>
                    <a:pt x="10796" y="20772"/>
                    <a:pt x="10194" y="22145"/>
                    <a:pt x="8989" y="23050"/>
                  </a:cubicBezTo>
                  <a:cubicBezTo>
                    <a:pt x="7817" y="23919"/>
                    <a:pt x="6645" y="24354"/>
                    <a:pt x="5475" y="24354"/>
                  </a:cubicBezTo>
                  <a:cubicBezTo>
                    <a:pt x="5005" y="24354"/>
                    <a:pt x="4452" y="24304"/>
                    <a:pt x="3816" y="24204"/>
                  </a:cubicBezTo>
                  <a:cubicBezTo>
                    <a:pt x="3214" y="24103"/>
                    <a:pt x="2427" y="23584"/>
                    <a:pt x="1456" y="22647"/>
                  </a:cubicBezTo>
                  <a:cubicBezTo>
                    <a:pt x="485" y="21676"/>
                    <a:pt x="0" y="20337"/>
                    <a:pt x="0" y="18630"/>
                  </a:cubicBezTo>
                  <a:cubicBezTo>
                    <a:pt x="0" y="13843"/>
                    <a:pt x="1808" y="9542"/>
                    <a:pt x="5424" y="5726"/>
                  </a:cubicBezTo>
                  <a:cubicBezTo>
                    <a:pt x="9073" y="1909"/>
                    <a:pt x="13675" y="0"/>
                    <a:pt x="19232" y="0"/>
                  </a:cubicBezTo>
                  <a:cubicBezTo>
                    <a:pt x="25526" y="0"/>
                    <a:pt x="30732" y="1875"/>
                    <a:pt x="34850" y="5625"/>
                  </a:cubicBezTo>
                  <a:cubicBezTo>
                    <a:pt x="39001" y="9341"/>
                    <a:pt x="41076" y="14111"/>
                    <a:pt x="41076" y="19936"/>
                  </a:cubicBezTo>
                  <a:cubicBezTo>
                    <a:pt x="41076" y="21978"/>
                    <a:pt x="40758" y="23936"/>
                    <a:pt x="40122" y="25811"/>
                  </a:cubicBezTo>
                  <a:cubicBezTo>
                    <a:pt x="39519" y="27652"/>
                    <a:pt x="38799" y="29293"/>
                    <a:pt x="37963" y="30732"/>
                  </a:cubicBezTo>
                  <a:cubicBezTo>
                    <a:pt x="37160" y="32172"/>
                    <a:pt x="35653" y="34046"/>
                    <a:pt x="33443" y="36355"/>
                  </a:cubicBezTo>
                  <a:cubicBezTo>
                    <a:pt x="31233" y="38665"/>
                    <a:pt x="29242" y="40641"/>
                    <a:pt x="27467" y="42281"/>
                  </a:cubicBezTo>
                  <a:cubicBezTo>
                    <a:pt x="25693" y="43921"/>
                    <a:pt x="22814" y="46482"/>
                    <a:pt x="18831" y="49964"/>
                  </a:cubicBezTo>
                  <a:lnTo>
                    <a:pt x="7934" y="60559"/>
                  </a:lnTo>
                  <a:lnTo>
                    <a:pt x="26463" y="60559"/>
                  </a:lnTo>
                  <a:cubicBezTo>
                    <a:pt x="32489" y="60559"/>
                    <a:pt x="35737" y="60291"/>
                    <a:pt x="36205" y="59755"/>
                  </a:cubicBezTo>
                  <a:cubicBezTo>
                    <a:pt x="36875" y="58785"/>
                    <a:pt x="37628" y="55738"/>
                    <a:pt x="38464" y="50616"/>
                  </a:cubicBezTo>
                  <a:lnTo>
                    <a:pt x="41076" y="50616"/>
                  </a:lnTo>
                  <a:lnTo>
                    <a:pt x="38164" y="68493"/>
                  </a:lnTo>
                  <a:lnTo>
                    <a:pt x="0" y="68493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1A18C7FC-43EB-A60C-F8B4-29B8240674AC}"/>
                </a:ext>
              </a:extLst>
            </p:cNvPr>
            <p:cNvSpPr/>
            <p:nvPr/>
          </p:nvSpPr>
          <p:spPr>
            <a:xfrm>
              <a:off x="5209794" y="1546626"/>
              <a:ext cx="46399" cy="47250"/>
            </a:xfrm>
            <a:custGeom>
              <a:avLst/>
              <a:gdLst>
                <a:gd name="csX0" fmla="*/ 0 w 46399"/>
                <a:gd name="csY0" fmla="*/ 36305 h 47250"/>
                <a:gd name="csX1" fmla="*/ 10295 w 46399"/>
                <a:gd name="csY1" fmla="*/ 22947 h 47250"/>
                <a:gd name="csX2" fmla="*/ 29225 w 46399"/>
                <a:gd name="csY2" fmla="*/ 19232 h 47250"/>
                <a:gd name="csX3" fmla="*/ 29225 w 46399"/>
                <a:gd name="csY3" fmla="*/ 15465 h 47250"/>
                <a:gd name="csX4" fmla="*/ 25861 w 46399"/>
                <a:gd name="csY4" fmla="*/ 5724 h 47250"/>
                <a:gd name="csX5" fmla="*/ 18328 w 46399"/>
                <a:gd name="csY5" fmla="*/ 2309 h 47250"/>
                <a:gd name="csX6" fmla="*/ 7180 w 46399"/>
                <a:gd name="csY6" fmla="*/ 7030 h 47250"/>
                <a:gd name="csX7" fmla="*/ 11349 w 46399"/>
                <a:gd name="csY7" fmla="*/ 8687 h 47250"/>
                <a:gd name="csX8" fmla="*/ 12454 w 46399"/>
                <a:gd name="csY8" fmla="*/ 11750 h 47250"/>
                <a:gd name="csX9" fmla="*/ 11148 w 46399"/>
                <a:gd name="csY9" fmla="*/ 15165 h 47250"/>
                <a:gd name="csX10" fmla="*/ 7733 w 46399"/>
                <a:gd name="csY10" fmla="*/ 16469 h 47250"/>
                <a:gd name="csX11" fmla="*/ 4318 w 46399"/>
                <a:gd name="csY11" fmla="*/ 15215 h 47250"/>
                <a:gd name="csX12" fmla="*/ 2963 w 46399"/>
                <a:gd name="csY12" fmla="*/ 11649 h 47250"/>
                <a:gd name="csX13" fmla="*/ 7482 w 46399"/>
                <a:gd name="csY13" fmla="*/ 3314 h 47250"/>
                <a:gd name="csX14" fmla="*/ 18529 w 46399"/>
                <a:gd name="csY14" fmla="*/ 0 h 47250"/>
                <a:gd name="csX15" fmla="*/ 32590 w 46399"/>
                <a:gd name="csY15" fmla="*/ 5674 h 47250"/>
                <a:gd name="csX16" fmla="*/ 35201 w 46399"/>
                <a:gd name="csY16" fmla="*/ 9690 h 47250"/>
                <a:gd name="csX17" fmla="*/ 36205 w 46399"/>
                <a:gd name="csY17" fmla="*/ 13457 h 47250"/>
                <a:gd name="csX18" fmla="*/ 36305 w 46399"/>
                <a:gd name="csY18" fmla="*/ 17826 h 47250"/>
                <a:gd name="csX19" fmla="*/ 36305 w 46399"/>
                <a:gd name="csY19" fmla="*/ 38363 h 47250"/>
                <a:gd name="csX20" fmla="*/ 36507 w 46399"/>
                <a:gd name="csY20" fmla="*/ 39971 h 47250"/>
                <a:gd name="csX21" fmla="*/ 37611 w 46399"/>
                <a:gd name="csY21" fmla="*/ 42280 h 47250"/>
                <a:gd name="csX22" fmla="*/ 40122 w 46399"/>
                <a:gd name="csY22" fmla="*/ 43536 h 47250"/>
                <a:gd name="csX23" fmla="*/ 43787 w 46399"/>
                <a:gd name="csY23" fmla="*/ 36957 h 47250"/>
                <a:gd name="csX24" fmla="*/ 43787 w 46399"/>
                <a:gd name="csY24" fmla="*/ 31182 h 47250"/>
                <a:gd name="csX25" fmla="*/ 46399 w 46399"/>
                <a:gd name="csY25" fmla="*/ 31182 h 47250"/>
                <a:gd name="csX26" fmla="*/ 46399 w 46399"/>
                <a:gd name="csY26" fmla="*/ 36957 h 47250"/>
                <a:gd name="csX27" fmla="*/ 43487 w 46399"/>
                <a:gd name="csY27" fmla="*/ 44591 h 47250"/>
                <a:gd name="csX28" fmla="*/ 37963 w 46399"/>
                <a:gd name="csY28" fmla="*/ 46699 h 47250"/>
                <a:gd name="csX29" fmla="*/ 32389 w 46399"/>
                <a:gd name="csY29" fmla="*/ 44188 h 47250"/>
                <a:gd name="csX30" fmla="*/ 29928 w 46399"/>
                <a:gd name="csY30" fmla="*/ 38263 h 47250"/>
                <a:gd name="csX31" fmla="*/ 24806 w 46399"/>
                <a:gd name="csY31" fmla="*/ 44741 h 47250"/>
                <a:gd name="csX32" fmla="*/ 16471 w 46399"/>
                <a:gd name="csY32" fmla="*/ 47251 h 47250"/>
                <a:gd name="csX33" fmla="*/ 9240 w 46399"/>
                <a:gd name="csY33" fmla="*/ 46297 h 47250"/>
                <a:gd name="csX34" fmla="*/ 2862 w 46399"/>
                <a:gd name="csY34" fmla="*/ 42833 h 47250"/>
                <a:gd name="csX35" fmla="*/ 0 w 46399"/>
                <a:gd name="csY35" fmla="*/ 36305 h 47250"/>
                <a:gd name="csX36" fmla="*/ 7934 w 46399"/>
                <a:gd name="csY36" fmla="*/ 36204 h 47250"/>
                <a:gd name="csX37" fmla="*/ 10646 w 46399"/>
                <a:gd name="csY37" fmla="*/ 42481 h 47250"/>
                <a:gd name="csX38" fmla="*/ 17174 w 46399"/>
                <a:gd name="csY38" fmla="*/ 44941 h 47250"/>
                <a:gd name="csX39" fmla="*/ 25359 w 46399"/>
                <a:gd name="csY39" fmla="*/ 41628 h 47250"/>
                <a:gd name="csX40" fmla="*/ 29225 w 46399"/>
                <a:gd name="csY40" fmla="*/ 31685 h 47250"/>
                <a:gd name="csX41" fmla="*/ 29225 w 46399"/>
                <a:gd name="csY41" fmla="*/ 21391 h 47250"/>
                <a:gd name="csX42" fmla="*/ 12856 w 46399"/>
                <a:gd name="csY42" fmla="*/ 26362 h 47250"/>
                <a:gd name="csX43" fmla="*/ 7934 w 46399"/>
                <a:gd name="csY43" fmla="*/ 36204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6399" h="47250">
                  <a:moveTo>
                    <a:pt x="0" y="36305"/>
                  </a:moveTo>
                  <a:cubicBezTo>
                    <a:pt x="0" y="30480"/>
                    <a:pt x="3432" y="26027"/>
                    <a:pt x="10295" y="22947"/>
                  </a:cubicBezTo>
                  <a:cubicBezTo>
                    <a:pt x="14412" y="20973"/>
                    <a:pt x="20722" y="19734"/>
                    <a:pt x="29225" y="19232"/>
                  </a:cubicBezTo>
                  <a:lnTo>
                    <a:pt x="29225" y="15465"/>
                  </a:lnTo>
                  <a:cubicBezTo>
                    <a:pt x="29225" y="11214"/>
                    <a:pt x="28104" y="7967"/>
                    <a:pt x="25861" y="5724"/>
                  </a:cubicBezTo>
                  <a:cubicBezTo>
                    <a:pt x="23652" y="3448"/>
                    <a:pt x="21141" y="2309"/>
                    <a:pt x="18328" y="2309"/>
                  </a:cubicBezTo>
                  <a:cubicBezTo>
                    <a:pt x="13307" y="2309"/>
                    <a:pt x="9591" y="3883"/>
                    <a:pt x="7180" y="7030"/>
                  </a:cubicBezTo>
                  <a:cubicBezTo>
                    <a:pt x="9223" y="7097"/>
                    <a:pt x="10613" y="7649"/>
                    <a:pt x="11349" y="8687"/>
                  </a:cubicBezTo>
                  <a:cubicBezTo>
                    <a:pt x="12086" y="9691"/>
                    <a:pt x="12454" y="10712"/>
                    <a:pt x="12454" y="11750"/>
                  </a:cubicBezTo>
                  <a:cubicBezTo>
                    <a:pt x="12454" y="13122"/>
                    <a:pt x="12019" y="14260"/>
                    <a:pt x="11148" y="15165"/>
                  </a:cubicBezTo>
                  <a:cubicBezTo>
                    <a:pt x="10311" y="16035"/>
                    <a:pt x="9173" y="16469"/>
                    <a:pt x="7733" y="16469"/>
                  </a:cubicBezTo>
                  <a:cubicBezTo>
                    <a:pt x="6361" y="16469"/>
                    <a:pt x="5223" y="16051"/>
                    <a:pt x="4318" y="15215"/>
                  </a:cubicBezTo>
                  <a:cubicBezTo>
                    <a:pt x="3415" y="14344"/>
                    <a:pt x="2963" y="13156"/>
                    <a:pt x="2963" y="11649"/>
                  </a:cubicBezTo>
                  <a:cubicBezTo>
                    <a:pt x="2963" y="8301"/>
                    <a:pt x="4469" y="5523"/>
                    <a:pt x="7482" y="3314"/>
                  </a:cubicBezTo>
                  <a:cubicBezTo>
                    <a:pt x="10528" y="1105"/>
                    <a:pt x="14211" y="0"/>
                    <a:pt x="18529" y="0"/>
                  </a:cubicBezTo>
                  <a:cubicBezTo>
                    <a:pt x="24153" y="0"/>
                    <a:pt x="28840" y="1891"/>
                    <a:pt x="32590" y="5674"/>
                  </a:cubicBezTo>
                  <a:cubicBezTo>
                    <a:pt x="33762" y="6846"/>
                    <a:pt x="34632" y="8184"/>
                    <a:pt x="35201" y="9690"/>
                  </a:cubicBezTo>
                  <a:cubicBezTo>
                    <a:pt x="35803" y="11197"/>
                    <a:pt x="36138" y="12453"/>
                    <a:pt x="36205" y="13457"/>
                  </a:cubicBezTo>
                  <a:cubicBezTo>
                    <a:pt x="36272" y="14428"/>
                    <a:pt x="36305" y="15884"/>
                    <a:pt x="36305" y="17826"/>
                  </a:cubicBezTo>
                  <a:lnTo>
                    <a:pt x="36305" y="38363"/>
                  </a:lnTo>
                  <a:cubicBezTo>
                    <a:pt x="36305" y="38765"/>
                    <a:pt x="36372" y="39301"/>
                    <a:pt x="36507" y="39971"/>
                  </a:cubicBezTo>
                  <a:cubicBezTo>
                    <a:pt x="36641" y="40640"/>
                    <a:pt x="37009" y="41410"/>
                    <a:pt x="37611" y="42280"/>
                  </a:cubicBezTo>
                  <a:cubicBezTo>
                    <a:pt x="38247" y="43117"/>
                    <a:pt x="39084" y="43536"/>
                    <a:pt x="40122" y="43536"/>
                  </a:cubicBezTo>
                  <a:cubicBezTo>
                    <a:pt x="42599" y="43536"/>
                    <a:pt x="43820" y="41343"/>
                    <a:pt x="43787" y="36957"/>
                  </a:cubicBezTo>
                  <a:lnTo>
                    <a:pt x="43787" y="31182"/>
                  </a:lnTo>
                  <a:lnTo>
                    <a:pt x="46399" y="31182"/>
                  </a:lnTo>
                  <a:lnTo>
                    <a:pt x="46399" y="36957"/>
                  </a:lnTo>
                  <a:cubicBezTo>
                    <a:pt x="46399" y="40606"/>
                    <a:pt x="45428" y="43150"/>
                    <a:pt x="43487" y="44591"/>
                  </a:cubicBezTo>
                  <a:cubicBezTo>
                    <a:pt x="41579" y="45996"/>
                    <a:pt x="39737" y="46699"/>
                    <a:pt x="37963" y="46699"/>
                  </a:cubicBezTo>
                  <a:cubicBezTo>
                    <a:pt x="35687" y="46699"/>
                    <a:pt x="33829" y="45862"/>
                    <a:pt x="32389" y="44188"/>
                  </a:cubicBezTo>
                  <a:cubicBezTo>
                    <a:pt x="30950" y="42515"/>
                    <a:pt x="30129" y="40540"/>
                    <a:pt x="29928" y="38263"/>
                  </a:cubicBezTo>
                  <a:cubicBezTo>
                    <a:pt x="28890" y="40875"/>
                    <a:pt x="27183" y="43034"/>
                    <a:pt x="24806" y="44741"/>
                  </a:cubicBezTo>
                  <a:cubicBezTo>
                    <a:pt x="22463" y="46414"/>
                    <a:pt x="19685" y="47251"/>
                    <a:pt x="16471" y="47251"/>
                  </a:cubicBezTo>
                  <a:cubicBezTo>
                    <a:pt x="13993" y="47251"/>
                    <a:pt x="11583" y="46933"/>
                    <a:pt x="9240" y="46297"/>
                  </a:cubicBezTo>
                  <a:cubicBezTo>
                    <a:pt x="6930" y="45694"/>
                    <a:pt x="4804" y="44540"/>
                    <a:pt x="2862" y="42833"/>
                  </a:cubicBezTo>
                  <a:cubicBezTo>
                    <a:pt x="954" y="41092"/>
                    <a:pt x="0" y="38916"/>
                    <a:pt x="0" y="36305"/>
                  </a:cubicBezTo>
                  <a:moveTo>
                    <a:pt x="7934" y="36204"/>
                  </a:moveTo>
                  <a:cubicBezTo>
                    <a:pt x="7934" y="38748"/>
                    <a:pt x="8838" y="40840"/>
                    <a:pt x="10646" y="42481"/>
                  </a:cubicBezTo>
                  <a:cubicBezTo>
                    <a:pt x="12454" y="44121"/>
                    <a:pt x="14630" y="44941"/>
                    <a:pt x="17174" y="44941"/>
                  </a:cubicBezTo>
                  <a:cubicBezTo>
                    <a:pt x="20053" y="44941"/>
                    <a:pt x="22781" y="43837"/>
                    <a:pt x="25359" y="41628"/>
                  </a:cubicBezTo>
                  <a:cubicBezTo>
                    <a:pt x="27937" y="39385"/>
                    <a:pt x="29225" y="36070"/>
                    <a:pt x="29225" y="31685"/>
                  </a:cubicBezTo>
                  <a:lnTo>
                    <a:pt x="29225" y="21391"/>
                  </a:lnTo>
                  <a:cubicBezTo>
                    <a:pt x="21626" y="21659"/>
                    <a:pt x="16169" y="23315"/>
                    <a:pt x="12856" y="26362"/>
                  </a:cubicBezTo>
                  <a:cubicBezTo>
                    <a:pt x="9574" y="29374"/>
                    <a:pt x="7934" y="32655"/>
                    <a:pt x="7934" y="3620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FC18188D-A4A2-4D43-804D-D6DAA51E2AE2}"/>
                </a:ext>
              </a:extLst>
            </p:cNvPr>
            <p:cNvSpPr/>
            <p:nvPr/>
          </p:nvSpPr>
          <p:spPr>
            <a:xfrm>
              <a:off x="5252487" y="1547278"/>
              <a:ext cx="50716" cy="65378"/>
            </a:xfrm>
            <a:custGeom>
              <a:avLst/>
              <a:gdLst>
                <a:gd name="csX0" fmla="*/ 0 w 50716"/>
                <a:gd name="csY0" fmla="*/ 62216 h 65378"/>
                <a:gd name="csX1" fmla="*/ 6729 w 50716"/>
                <a:gd name="csY1" fmla="*/ 61512 h 65378"/>
                <a:gd name="csX2" fmla="*/ 8033 w 50716"/>
                <a:gd name="csY2" fmla="*/ 57596 h 65378"/>
                <a:gd name="csX3" fmla="*/ 8033 w 50716"/>
                <a:gd name="csY3" fmla="*/ 9441 h 65378"/>
                <a:gd name="csX4" fmla="*/ 6729 w 50716"/>
                <a:gd name="csY4" fmla="*/ 5173 h 65378"/>
                <a:gd name="csX5" fmla="*/ 0 w 50716"/>
                <a:gd name="csY5" fmla="*/ 4318 h 65378"/>
                <a:gd name="csX6" fmla="*/ 0 w 50716"/>
                <a:gd name="csY6" fmla="*/ 1104 h 65378"/>
                <a:gd name="csX7" fmla="*/ 14813 w 50716"/>
                <a:gd name="csY7" fmla="*/ 0 h 65378"/>
                <a:gd name="csX8" fmla="*/ 14813 w 50716"/>
                <a:gd name="csY8" fmla="*/ 6779 h 65378"/>
                <a:gd name="csX9" fmla="*/ 29224 w 50716"/>
                <a:gd name="csY9" fmla="*/ 0 h 65378"/>
                <a:gd name="csX10" fmla="*/ 44340 w 50716"/>
                <a:gd name="csY10" fmla="*/ 6779 h 65378"/>
                <a:gd name="csX11" fmla="*/ 50716 w 50716"/>
                <a:gd name="csY11" fmla="*/ 23249 h 65378"/>
                <a:gd name="csX12" fmla="*/ 43937 w 50716"/>
                <a:gd name="csY12" fmla="*/ 39821 h 65378"/>
                <a:gd name="csX13" fmla="*/ 27768 w 50716"/>
                <a:gd name="csY13" fmla="*/ 46598 h 65378"/>
                <a:gd name="csX14" fmla="*/ 19181 w 50716"/>
                <a:gd name="csY14" fmla="*/ 43987 h 65378"/>
                <a:gd name="csX15" fmla="*/ 15114 w 50716"/>
                <a:gd name="csY15" fmla="*/ 39367 h 65378"/>
                <a:gd name="csX16" fmla="*/ 15114 w 50716"/>
                <a:gd name="csY16" fmla="*/ 40323 h 65378"/>
                <a:gd name="csX17" fmla="*/ 15114 w 50716"/>
                <a:gd name="csY17" fmla="*/ 57596 h 65378"/>
                <a:gd name="csX18" fmla="*/ 16420 w 50716"/>
                <a:gd name="csY18" fmla="*/ 61562 h 65378"/>
                <a:gd name="csX19" fmla="*/ 23149 w 50716"/>
                <a:gd name="csY19" fmla="*/ 62216 h 65378"/>
                <a:gd name="csX20" fmla="*/ 23149 w 50716"/>
                <a:gd name="csY20" fmla="*/ 65378 h 65378"/>
                <a:gd name="csX21" fmla="*/ 11549 w 50716"/>
                <a:gd name="csY21" fmla="*/ 65078 h 65378"/>
                <a:gd name="csX22" fmla="*/ 0 w 50716"/>
                <a:gd name="csY22" fmla="*/ 65378 h 65378"/>
                <a:gd name="csX23" fmla="*/ 0 w 50716"/>
                <a:gd name="csY23" fmla="*/ 62216 h 65378"/>
                <a:gd name="csX24" fmla="*/ 15114 w 50716"/>
                <a:gd name="csY24" fmla="*/ 33744 h 65378"/>
                <a:gd name="csX25" fmla="*/ 15315 w 50716"/>
                <a:gd name="csY25" fmla="*/ 35853 h 65378"/>
                <a:gd name="csX26" fmla="*/ 16570 w 50716"/>
                <a:gd name="csY26" fmla="*/ 38063 h 65378"/>
                <a:gd name="csX27" fmla="*/ 27265 w 50716"/>
                <a:gd name="csY27" fmla="*/ 44289 h 65378"/>
                <a:gd name="csX28" fmla="*/ 27366 w 50716"/>
                <a:gd name="csY28" fmla="*/ 44289 h 65378"/>
                <a:gd name="csX29" fmla="*/ 37710 w 50716"/>
                <a:gd name="csY29" fmla="*/ 38314 h 65378"/>
                <a:gd name="csX30" fmla="*/ 42180 w 50716"/>
                <a:gd name="csY30" fmla="*/ 23249 h 65378"/>
                <a:gd name="csX31" fmla="*/ 38112 w 50716"/>
                <a:gd name="csY31" fmla="*/ 8586 h 65378"/>
                <a:gd name="csX32" fmla="*/ 28421 w 50716"/>
                <a:gd name="csY32" fmla="*/ 2560 h 65378"/>
                <a:gd name="csX33" fmla="*/ 20889 w 50716"/>
                <a:gd name="csY33" fmla="*/ 4720 h 65378"/>
                <a:gd name="csX34" fmla="*/ 15114 w 50716"/>
                <a:gd name="csY34" fmla="*/ 10796 h 65378"/>
                <a:gd name="csX35" fmla="*/ 15114 w 50716"/>
                <a:gd name="csY35" fmla="*/ 33744 h 65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50716" h="65378">
                  <a:moveTo>
                    <a:pt x="0" y="62216"/>
                  </a:moveTo>
                  <a:cubicBezTo>
                    <a:pt x="3649" y="62216"/>
                    <a:pt x="5892" y="61981"/>
                    <a:pt x="6729" y="61512"/>
                  </a:cubicBezTo>
                  <a:cubicBezTo>
                    <a:pt x="7598" y="61077"/>
                    <a:pt x="8033" y="59772"/>
                    <a:pt x="8033" y="57596"/>
                  </a:cubicBezTo>
                  <a:lnTo>
                    <a:pt x="8033" y="9441"/>
                  </a:lnTo>
                  <a:cubicBezTo>
                    <a:pt x="8033" y="7164"/>
                    <a:pt x="7598" y="5741"/>
                    <a:pt x="6729" y="5173"/>
                  </a:cubicBezTo>
                  <a:cubicBezTo>
                    <a:pt x="5892" y="4603"/>
                    <a:pt x="3649" y="4318"/>
                    <a:pt x="0" y="4318"/>
                  </a:cubicBezTo>
                  <a:lnTo>
                    <a:pt x="0" y="1104"/>
                  </a:lnTo>
                  <a:lnTo>
                    <a:pt x="14813" y="0"/>
                  </a:lnTo>
                  <a:lnTo>
                    <a:pt x="14813" y="6779"/>
                  </a:lnTo>
                  <a:cubicBezTo>
                    <a:pt x="18931" y="2260"/>
                    <a:pt x="23735" y="0"/>
                    <a:pt x="29224" y="0"/>
                  </a:cubicBezTo>
                  <a:cubicBezTo>
                    <a:pt x="35049" y="0"/>
                    <a:pt x="40088" y="2260"/>
                    <a:pt x="44340" y="6779"/>
                  </a:cubicBezTo>
                  <a:cubicBezTo>
                    <a:pt x="48591" y="11299"/>
                    <a:pt x="50716" y="16788"/>
                    <a:pt x="50716" y="23249"/>
                  </a:cubicBezTo>
                  <a:cubicBezTo>
                    <a:pt x="50716" y="29777"/>
                    <a:pt x="48456" y="35301"/>
                    <a:pt x="43937" y="39821"/>
                  </a:cubicBezTo>
                  <a:cubicBezTo>
                    <a:pt x="39417" y="44339"/>
                    <a:pt x="34028" y="46598"/>
                    <a:pt x="27768" y="46598"/>
                  </a:cubicBezTo>
                  <a:cubicBezTo>
                    <a:pt x="24354" y="46598"/>
                    <a:pt x="21492" y="45728"/>
                    <a:pt x="19181" y="43987"/>
                  </a:cubicBezTo>
                  <a:cubicBezTo>
                    <a:pt x="16905" y="42213"/>
                    <a:pt x="15549" y="40673"/>
                    <a:pt x="15114" y="39367"/>
                  </a:cubicBezTo>
                  <a:lnTo>
                    <a:pt x="15114" y="40323"/>
                  </a:lnTo>
                  <a:lnTo>
                    <a:pt x="15114" y="57596"/>
                  </a:lnTo>
                  <a:cubicBezTo>
                    <a:pt x="15114" y="59805"/>
                    <a:pt x="15550" y="61127"/>
                    <a:pt x="16420" y="61562"/>
                  </a:cubicBezTo>
                  <a:cubicBezTo>
                    <a:pt x="17290" y="61998"/>
                    <a:pt x="19533" y="62216"/>
                    <a:pt x="23149" y="62216"/>
                  </a:cubicBezTo>
                  <a:lnTo>
                    <a:pt x="23149" y="65378"/>
                  </a:lnTo>
                  <a:cubicBezTo>
                    <a:pt x="15951" y="65178"/>
                    <a:pt x="12084" y="65078"/>
                    <a:pt x="11549" y="65078"/>
                  </a:cubicBezTo>
                  <a:cubicBezTo>
                    <a:pt x="10880" y="65078"/>
                    <a:pt x="7030" y="65178"/>
                    <a:pt x="0" y="65378"/>
                  </a:cubicBezTo>
                  <a:lnTo>
                    <a:pt x="0" y="62216"/>
                  </a:lnTo>
                  <a:moveTo>
                    <a:pt x="15114" y="33744"/>
                  </a:moveTo>
                  <a:cubicBezTo>
                    <a:pt x="15114" y="34782"/>
                    <a:pt x="15181" y="35484"/>
                    <a:pt x="15315" y="35853"/>
                  </a:cubicBezTo>
                  <a:cubicBezTo>
                    <a:pt x="15482" y="36221"/>
                    <a:pt x="15901" y="36958"/>
                    <a:pt x="16570" y="38063"/>
                  </a:cubicBezTo>
                  <a:cubicBezTo>
                    <a:pt x="19282" y="42214"/>
                    <a:pt x="22847" y="44289"/>
                    <a:pt x="27265" y="44289"/>
                  </a:cubicBezTo>
                  <a:cubicBezTo>
                    <a:pt x="27299" y="44289"/>
                    <a:pt x="27333" y="44289"/>
                    <a:pt x="27366" y="44289"/>
                  </a:cubicBezTo>
                  <a:cubicBezTo>
                    <a:pt x="31283" y="44289"/>
                    <a:pt x="34732" y="42297"/>
                    <a:pt x="37710" y="38314"/>
                  </a:cubicBezTo>
                  <a:cubicBezTo>
                    <a:pt x="40690" y="34297"/>
                    <a:pt x="42180" y="29275"/>
                    <a:pt x="42180" y="23249"/>
                  </a:cubicBezTo>
                  <a:cubicBezTo>
                    <a:pt x="42180" y="17491"/>
                    <a:pt x="40824" y="12603"/>
                    <a:pt x="38112" y="8586"/>
                  </a:cubicBezTo>
                  <a:cubicBezTo>
                    <a:pt x="35400" y="4569"/>
                    <a:pt x="32170" y="2560"/>
                    <a:pt x="28421" y="2560"/>
                  </a:cubicBezTo>
                  <a:cubicBezTo>
                    <a:pt x="25743" y="2560"/>
                    <a:pt x="23232" y="3280"/>
                    <a:pt x="20889" y="4720"/>
                  </a:cubicBezTo>
                  <a:cubicBezTo>
                    <a:pt x="18546" y="6159"/>
                    <a:pt x="16621" y="8184"/>
                    <a:pt x="15114" y="10796"/>
                  </a:cubicBezTo>
                  <a:lnTo>
                    <a:pt x="15114" y="33744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B37E9DE9-C4C0-9C08-DD31-ED0D479AD4E1}"/>
                </a:ext>
              </a:extLst>
            </p:cNvPr>
            <p:cNvSpPr/>
            <p:nvPr/>
          </p:nvSpPr>
          <p:spPr>
            <a:xfrm>
              <a:off x="5309393" y="1547278"/>
              <a:ext cx="50717" cy="65378"/>
            </a:xfrm>
            <a:custGeom>
              <a:avLst/>
              <a:gdLst>
                <a:gd name="csX0" fmla="*/ 0 w 50717"/>
                <a:gd name="csY0" fmla="*/ 62216 h 65378"/>
                <a:gd name="csX1" fmla="*/ 6729 w 50717"/>
                <a:gd name="csY1" fmla="*/ 61512 h 65378"/>
                <a:gd name="csX2" fmla="*/ 8035 w 50717"/>
                <a:gd name="csY2" fmla="*/ 57596 h 65378"/>
                <a:gd name="csX3" fmla="*/ 8035 w 50717"/>
                <a:gd name="csY3" fmla="*/ 9441 h 65378"/>
                <a:gd name="csX4" fmla="*/ 6729 w 50717"/>
                <a:gd name="csY4" fmla="*/ 5173 h 65378"/>
                <a:gd name="csX5" fmla="*/ 0 w 50717"/>
                <a:gd name="csY5" fmla="*/ 4318 h 65378"/>
                <a:gd name="csX6" fmla="*/ 0 w 50717"/>
                <a:gd name="csY6" fmla="*/ 1104 h 65378"/>
                <a:gd name="csX7" fmla="*/ 14814 w 50717"/>
                <a:gd name="csY7" fmla="*/ 0 h 65378"/>
                <a:gd name="csX8" fmla="*/ 14814 w 50717"/>
                <a:gd name="csY8" fmla="*/ 6779 h 65378"/>
                <a:gd name="csX9" fmla="*/ 29225 w 50717"/>
                <a:gd name="csY9" fmla="*/ 0 h 65378"/>
                <a:gd name="csX10" fmla="*/ 44340 w 50717"/>
                <a:gd name="csY10" fmla="*/ 6779 h 65378"/>
                <a:gd name="csX11" fmla="*/ 50718 w 50717"/>
                <a:gd name="csY11" fmla="*/ 23249 h 65378"/>
                <a:gd name="csX12" fmla="*/ 43938 w 50717"/>
                <a:gd name="csY12" fmla="*/ 39821 h 65378"/>
                <a:gd name="csX13" fmla="*/ 27769 w 50717"/>
                <a:gd name="csY13" fmla="*/ 46598 h 65378"/>
                <a:gd name="csX14" fmla="*/ 19183 w 50717"/>
                <a:gd name="csY14" fmla="*/ 43987 h 65378"/>
                <a:gd name="csX15" fmla="*/ 15116 w 50717"/>
                <a:gd name="csY15" fmla="*/ 39367 h 65378"/>
                <a:gd name="csX16" fmla="*/ 15116 w 50717"/>
                <a:gd name="csY16" fmla="*/ 40323 h 65378"/>
                <a:gd name="csX17" fmla="*/ 15116 w 50717"/>
                <a:gd name="csY17" fmla="*/ 57596 h 65378"/>
                <a:gd name="csX18" fmla="*/ 16420 w 50717"/>
                <a:gd name="csY18" fmla="*/ 61562 h 65378"/>
                <a:gd name="csX19" fmla="*/ 23149 w 50717"/>
                <a:gd name="csY19" fmla="*/ 62216 h 65378"/>
                <a:gd name="csX20" fmla="*/ 23149 w 50717"/>
                <a:gd name="csY20" fmla="*/ 65378 h 65378"/>
                <a:gd name="csX21" fmla="*/ 11549 w 50717"/>
                <a:gd name="csY21" fmla="*/ 65078 h 65378"/>
                <a:gd name="csX22" fmla="*/ 0 w 50717"/>
                <a:gd name="csY22" fmla="*/ 65378 h 65378"/>
                <a:gd name="csX23" fmla="*/ 0 w 50717"/>
                <a:gd name="csY23" fmla="*/ 62216 h 65378"/>
                <a:gd name="csX24" fmla="*/ 15116 w 50717"/>
                <a:gd name="csY24" fmla="*/ 33744 h 65378"/>
                <a:gd name="csX25" fmla="*/ 15316 w 50717"/>
                <a:gd name="csY25" fmla="*/ 35853 h 65378"/>
                <a:gd name="csX26" fmla="*/ 16570 w 50717"/>
                <a:gd name="csY26" fmla="*/ 38063 h 65378"/>
                <a:gd name="csX27" fmla="*/ 27267 w 50717"/>
                <a:gd name="csY27" fmla="*/ 44289 h 65378"/>
                <a:gd name="csX28" fmla="*/ 27368 w 50717"/>
                <a:gd name="csY28" fmla="*/ 44289 h 65378"/>
                <a:gd name="csX29" fmla="*/ 37712 w 50717"/>
                <a:gd name="csY29" fmla="*/ 38314 h 65378"/>
                <a:gd name="csX30" fmla="*/ 42180 w 50717"/>
                <a:gd name="csY30" fmla="*/ 23249 h 65378"/>
                <a:gd name="csX31" fmla="*/ 38113 w 50717"/>
                <a:gd name="csY31" fmla="*/ 8586 h 65378"/>
                <a:gd name="csX32" fmla="*/ 28421 w 50717"/>
                <a:gd name="csY32" fmla="*/ 2560 h 65378"/>
                <a:gd name="csX33" fmla="*/ 20890 w 50717"/>
                <a:gd name="csY33" fmla="*/ 4720 h 65378"/>
                <a:gd name="csX34" fmla="*/ 15116 w 50717"/>
                <a:gd name="csY34" fmla="*/ 10796 h 65378"/>
                <a:gd name="csX35" fmla="*/ 15116 w 50717"/>
                <a:gd name="csY35" fmla="*/ 33744 h 65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50717" h="65378">
                  <a:moveTo>
                    <a:pt x="0" y="62216"/>
                  </a:moveTo>
                  <a:cubicBezTo>
                    <a:pt x="3650" y="62216"/>
                    <a:pt x="5893" y="61981"/>
                    <a:pt x="6729" y="61512"/>
                  </a:cubicBezTo>
                  <a:cubicBezTo>
                    <a:pt x="7599" y="61077"/>
                    <a:pt x="8035" y="59772"/>
                    <a:pt x="8035" y="57596"/>
                  </a:cubicBezTo>
                  <a:lnTo>
                    <a:pt x="8035" y="9441"/>
                  </a:lnTo>
                  <a:cubicBezTo>
                    <a:pt x="8035" y="7164"/>
                    <a:pt x="7599" y="5741"/>
                    <a:pt x="6729" y="5173"/>
                  </a:cubicBezTo>
                  <a:cubicBezTo>
                    <a:pt x="5892" y="4603"/>
                    <a:pt x="3650" y="4318"/>
                    <a:pt x="0" y="4318"/>
                  </a:cubicBezTo>
                  <a:lnTo>
                    <a:pt x="0" y="1104"/>
                  </a:lnTo>
                  <a:lnTo>
                    <a:pt x="14814" y="0"/>
                  </a:lnTo>
                  <a:lnTo>
                    <a:pt x="14814" y="6779"/>
                  </a:lnTo>
                  <a:cubicBezTo>
                    <a:pt x="18931" y="2260"/>
                    <a:pt x="23735" y="0"/>
                    <a:pt x="29225" y="0"/>
                  </a:cubicBezTo>
                  <a:cubicBezTo>
                    <a:pt x="35051" y="0"/>
                    <a:pt x="40089" y="2260"/>
                    <a:pt x="44340" y="6779"/>
                  </a:cubicBezTo>
                  <a:cubicBezTo>
                    <a:pt x="48592" y="11299"/>
                    <a:pt x="50718" y="16788"/>
                    <a:pt x="50718" y="23249"/>
                  </a:cubicBezTo>
                  <a:cubicBezTo>
                    <a:pt x="50718" y="29777"/>
                    <a:pt x="48458" y="35301"/>
                    <a:pt x="43938" y="39821"/>
                  </a:cubicBezTo>
                  <a:cubicBezTo>
                    <a:pt x="39419" y="44339"/>
                    <a:pt x="34029" y="46598"/>
                    <a:pt x="27769" y="46598"/>
                  </a:cubicBezTo>
                  <a:cubicBezTo>
                    <a:pt x="24354" y="46598"/>
                    <a:pt x="21492" y="45728"/>
                    <a:pt x="19183" y="43987"/>
                  </a:cubicBezTo>
                  <a:cubicBezTo>
                    <a:pt x="16906" y="42213"/>
                    <a:pt x="15551" y="40673"/>
                    <a:pt x="15116" y="39367"/>
                  </a:cubicBezTo>
                  <a:lnTo>
                    <a:pt x="15116" y="40323"/>
                  </a:lnTo>
                  <a:lnTo>
                    <a:pt x="15116" y="57596"/>
                  </a:lnTo>
                  <a:cubicBezTo>
                    <a:pt x="15116" y="59805"/>
                    <a:pt x="15551" y="61127"/>
                    <a:pt x="16420" y="61562"/>
                  </a:cubicBezTo>
                  <a:cubicBezTo>
                    <a:pt x="17291" y="61998"/>
                    <a:pt x="19534" y="62216"/>
                    <a:pt x="23149" y="62216"/>
                  </a:cubicBezTo>
                  <a:lnTo>
                    <a:pt x="23149" y="65378"/>
                  </a:lnTo>
                  <a:cubicBezTo>
                    <a:pt x="15952" y="65178"/>
                    <a:pt x="12085" y="65078"/>
                    <a:pt x="11549" y="65078"/>
                  </a:cubicBezTo>
                  <a:cubicBezTo>
                    <a:pt x="10881" y="65078"/>
                    <a:pt x="7031" y="65178"/>
                    <a:pt x="0" y="65378"/>
                  </a:cubicBezTo>
                  <a:lnTo>
                    <a:pt x="0" y="62216"/>
                  </a:lnTo>
                  <a:moveTo>
                    <a:pt x="15116" y="33744"/>
                  </a:moveTo>
                  <a:cubicBezTo>
                    <a:pt x="15116" y="34782"/>
                    <a:pt x="15183" y="35484"/>
                    <a:pt x="15316" y="35853"/>
                  </a:cubicBezTo>
                  <a:cubicBezTo>
                    <a:pt x="15484" y="36221"/>
                    <a:pt x="15902" y="36958"/>
                    <a:pt x="16570" y="38063"/>
                  </a:cubicBezTo>
                  <a:cubicBezTo>
                    <a:pt x="19283" y="42214"/>
                    <a:pt x="22848" y="44289"/>
                    <a:pt x="27267" y="44289"/>
                  </a:cubicBezTo>
                  <a:cubicBezTo>
                    <a:pt x="27300" y="44289"/>
                    <a:pt x="27334" y="44289"/>
                    <a:pt x="27368" y="44289"/>
                  </a:cubicBezTo>
                  <a:cubicBezTo>
                    <a:pt x="31284" y="44289"/>
                    <a:pt x="34732" y="42297"/>
                    <a:pt x="37712" y="38314"/>
                  </a:cubicBezTo>
                  <a:cubicBezTo>
                    <a:pt x="40691" y="34297"/>
                    <a:pt x="42180" y="29275"/>
                    <a:pt x="42180" y="23249"/>
                  </a:cubicBezTo>
                  <a:cubicBezTo>
                    <a:pt x="42180" y="17491"/>
                    <a:pt x="40825" y="12603"/>
                    <a:pt x="38113" y="8586"/>
                  </a:cubicBezTo>
                  <a:cubicBezTo>
                    <a:pt x="35402" y="4569"/>
                    <a:pt x="32171" y="2560"/>
                    <a:pt x="28421" y="2560"/>
                  </a:cubicBezTo>
                  <a:cubicBezTo>
                    <a:pt x="25744" y="2560"/>
                    <a:pt x="23233" y="3280"/>
                    <a:pt x="20890" y="4720"/>
                  </a:cubicBezTo>
                  <a:cubicBezTo>
                    <a:pt x="18546" y="6159"/>
                    <a:pt x="16621" y="8184"/>
                    <a:pt x="15116" y="10796"/>
                  </a:cubicBezTo>
                  <a:lnTo>
                    <a:pt x="15116" y="33744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45177052-CE59-C759-99AF-3EC9D1F9B32C}"/>
                </a:ext>
              </a:extLst>
            </p:cNvPr>
            <p:cNvSpPr/>
            <p:nvPr/>
          </p:nvSpPr>
          <p:spPr>
            <a:xfrm>
              <a:off x="5372062" y="1547278"/>
              <a:ext cx="34548" cy="45443"/>
            </a:xfrm>
            <a:custGeom>
              <a:avLst/>
              <a:gdLst>
                <a:gd name="csX0" fmla="*/ 0 w 34548"/>
                <a:gd name="csY0" fmla="*/ 45444 h 45443"/>
                <a:gd name="csX1" fmla="*/ 0 w 34548"/>
                <a:gd name="csY1" fmla="*/ 42280 h 45443"/>
                <a:gd name="csX2" fmla="*/ 6729 w 34548"/>
                <a:gd name="csY2" fmla="*/ 41628 h 45443"/>
                <a:gd name="csX3" fmla="*/ 8035 w 34548"/>
                <a:gd name="csY3" fmla="*/ 37611 h 45443"/>
                <a:gd name="csX4" fmla="*/ 8035 w 34548"/>
                <a:gd name="csY4" fmla="*/ 10042 h 45443"/>
                <a:gd name="csX5" fmla="*/ 6678 w 34548"/>
                <a:gd name="csY5" fmla="*/ 5272 h 45443"/>
                <a:gd name="csX6" fmla="*/ 0 w 34548"/>
                <a:gd name="csY6" fmla="*/ 4318 h 45443"/>
                <a:gd name="csX7" fmla="*/ 0 w 34548"/>
                <a:gd name="csY7" fmla="*/ 1104 h 45443"/>
                <a:gd name="csX8" fmla="*/ 14312 w 34548"/>
                <a:gd name="csY8" fmla="*/ 0 h 45443"/>
                <a:gd name="csX9" fmla="*/ 14312 w 34548"/>
                <a:gd name="csY9" fmla="*/ 11298 h 45443"/>
                <a:gd name="csX10" fmla="*/ 18831 w 34548"/>
                <a:gd name="csY10" fmla="*/ 3465 h 45443"/>
                <a:gd name="csX11" fmla="*/ 26965 w 34548"/>
                <a:gd name="csY11" fmla="*/ 0 h 45443"/>
                <a:gd name="csX12" fmla="*/ 32389 w 34548"/>
                <a:gd name="csY12" fmla="*/ 1857 h 45443"/>
                <a:gd name="csX13" fmla="*/ 34548 w 34548"/>
                <a:gd name="csY13" fmla="*/ 6277 h 45443"/>
                <a:gd name="csX14" fmla="*/ 33141 w 34548"/>
                <a:gd name="csY14" fmla="*/ 9692 h 45443"/>
                <a:gd name="csX15" fmla="*/ 30129 w 34548"/>
                <a:gd name="csY15" fmla="*/ 10796 h 45443"/>
                <a:gd name="csX16" fmla="*/ 26965 w 34548"/>
                <a:gd name="csY16" fmla="*/ 9641 h 45443"/>
                <a:gd name="csX17" fmla="*/ 25709 w 34548"/>
                <a:gd name="csY17" fmla="*/ 6378 h 45443"/>
                <a:gd name="csX18" fmla="*/ 26262 w 34548"/>
                <a:gd name="csY18" fmla="*/ 4168 h 45443"/>
                <a:gd name="csX19" fmla="*/ 27317 w 34548"/>
                <a:gd name="csY19" fmla="*/ 2812 h 45443"/>
                <a:gd name="csX20" fmla="*/ 28071 w 34548"/>
                <a:gd name="csY20" fmla="*/ 2360 h 45443"/>
                <a:gd name="csX21" fmla="*/ 26965 w 34548"/>
                <a:gd name="csY21" fmla="*/ 2260 h 45443"/>
                <a:gd name="csX22" fmla="*/ 18027 w 34548"/>
                <a:gd name="csY22" fmla="*/ 7934 h 45443"/>
                <a:gd name="csX23" fmla="*/ 14814 w 34548"/>
                <a:gd name="csY23" fmla="*/ 21592 h 45443"/>
                <a:gd name="csX24" fmla="*/ 14814 w 34548"/>
                <a:gd name="csY24" fmla="*/ 37410 h 45443"/>
                <a:gd name="csX25" fmla="*/ 16019 w 34548"/>
                <a:gd name="csY25" fmla="*/ 41326 h 45443"/>
                <a:gd name="csX26" fmla="*/ 22647 w 34548"/>
                <a:gd name="csY26" fmla="*/ 42280 h 45443"/>
                <a:gd name="csX27" fmla="*/ 24806 w 34548"/>
                <a:gd name="csY27" fmla="*/ 42280 h 45443"/>
                <a:gd name="csX28" fmla="*/ 24806 w 34548"/>
                <a:gd name="csY28" fmla="*/ 45444 h 45443"/>
                <a:gd name="csX29" fmla="*/ 11750 w 34548"/>
                <a:gd name="csY29" fmla="*/ 45142 h 45443"/>
                <a:gd name="csX30" fmla="*/ 8537 w 34548"/>
                <a:gd name="csY30" fmla="*/ 45193 h 45443"/>
                <a:gd name="csX31" fmla="*/ 4017 w 34548"/>
                <a:gd name="csY31" fmla="*/ 45344 h 45443"/>
                <a:gd name="csX32" fmla="*/ 0 w 34548"/>
                <a:gd name="csY32" fmla="*/ 45444 h 4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4548" h="45443">
                  <a:moveTo>
                    <a:pt x="0" y="45444"/>
                  </a:moveTo>
                  <a:lnTo>
                    <a:pt x="0" y="42280"/>
                  </a:lnTo>
                  <a:cubicBezTo>
                    <a:pt x="3649" y="42280"/>
                    <a:pt x="5892" y="42062"/>
                    <a:pt x="6729" y="41628"/>
                  </a:cubicBezTo>
                  <a:cubicBezTo>
                    <a:pt x="7599" y="41159"/>
                    <a:pt x="8035" y="39820"/>
                    <a:pt x="8035" y="37611"/>
                  </a:cubicBezTo>
                  <a:lnTo>
                    <a:pt x="8035" y="10042"/>
                  </a:lnTo>
                  <a:cubicBezTo>
                    <a:pt x="8035" y="7498"/>
                    <a:pt x="7583" y="5908"/>
                    <a:pt x="6678" y="5272"/>
                  </a:cubicBezTo>
                  <a:cubicBezTo>
                    <a:pt x="5808" y="4636"/>
                    <a:pt x="3582" y="4318"/>
                    <a:pt x="0" y="4318"/>
                  </a:cubicBezTo>
                  <a:lnTo>
                    <a:pt x="0" y="1104"/>
                  </a:lnTo>
                  <a:lnTo>
                    <a:pt x="14312" y="0"/>
                  </a:lnTo>
                  <a:lnTo>
                    <a:pt x="14312" y="11298"/>
                  </a:lnTo>
                  <a:cubicBezTo>
                    <a:pt x="15283" y="8352"/>
                    <a:pt x="16789" y="5741"/>
                    <a:pt x="18831" y="3465"/>
                  </a:cubicBezTo>
                  <a:cubicBezTo>
                    <a:pt x="20906" y="1155"/>
                    <a:pt x="23618" y="0"/>
                    <a:pt x="26965" y="0"/>
                  </a:cubicBezTo>
                  <a:cubicBezTo>
                    <a:pt x="29174" y="0"/>
                    <a:pt x="30982" y="619"/>
                    <a:pt x="32389" y="1857"/>
                  </a:cubicBezTo>
                  <a:cubicBezTo>
                    <a:pt x="33829" y="3097"/>
                    <a:pt x="34548" y="4570"/>
                    <a:pt x="34548" y="6277"/>
                  </a:cubicBezTo>
                  <a:cubicBezTo>
                    <a:pt x="34548" y="7784"/>
                    <a:pt x="34079" y="8922"/>
                    <a:pt x="33141" y="9692"/>
                  </a:cubicBezTo>
                  <a:cubicBezTo>
                    <a:pt x="32237" y="10428"/>
                    <a:pt x="31233" y="10796"/>
                    <a:pt x="30129" y="10796"/>
                  </a:cubicBezTo>
                  <a:cubicBezTo>
                    <a:pt x="28891" y="10796"/>
                    <a:pt x="27836" y="10411"/>
                    <a:pt x="26965" y="9641"/>
                  </a:cubicBezTo>
                  <a:cubicBezTo>
                    <a:pt x="26128" y="8838"/>
                    <a:pt x="25709" y="7750"/>
                    <a:pt x="25709" y="6378"/>
                  </a:cubicBezTo>
                  <a:cubicBezTo>
                    <a:pt x="25709" y="5541"/>
                    <a:pt x="25894" y="4804"/>
                    <a:pt x="26262" y="4168"/>
                  </a:cubicBezTo>
                  <a:cubicBezTo>
                    <a:pt x="26664" y="3499"/>
                    <a:pt x="27016" y="3046"/>
                    <a:pt x="27317" y="2812"/>
                  </a:cubicBezTo>
                  <a:cubicBezTo>
                    <a:pt x="27618" y="2578"/>
                    <a:pt x="27870" y="2427"/>
                    <a:pt x="28071" y="2360"/>
                  </a:cubicBezTo>
                  <a:cubicBezTo>
                    <a:pt x="27936" y="2293"/>
                    <a:pt x="27567" y="2260"/>
                    <a:pt x="26965" y="2260"/>
                  </a:cubicBezTo>
                  <a:cubicBezTo>
                    <a:pt x="23183" y="2260"/>
                    <a:pt x="20203" y="4151"/>
                    <a:pt x="18027" y="7934"/>
                  </a:cubicBezTo>
                  <a:cubicBezTo>
                    <a:pt x="15885" y="11684"/>
                    <a:pt x="14814" y="16236"/>
                    <a:pt x="14814" y="21592"/>
                  </a:cubicBezTo>
                  <a:lnTo>
                    <a:pt x="14814" y="37410"/>
                  </a:lnTo>
                  <a:cubicBezTo>
                    <a:pt x="14814" y="39385"/>
                    <a:pt x="15216" y="40690"/>
                    <a:pt x="16019" y="41326"/>
                  </a:cubicBezTo>
                  <a:cubicBezTo>
                    <a:pt x="16855" y="41962"/>
                    <a:pt x="19064" y="42280"/>
                    <a:pt x="22647" y="42280"/>
                  </a:cubicBezTo>
                  <a:lnTo>
                    <a:pt x="24806" y="42280"/>
                  </a:lnTo>
                  <a:lnTo>
                    <a:pt x="24806" y="45444"/>
                  </a:lnTo>
                  <a:cubicBezTo>
                    <a:pt x="22061" y="45243"/>
                    <a:pt x="17709" y="45142"/>
                    <a:pt x="11750" y="45142"/>
                  </a:cubicBezTo>
                  <a:cubicBezTo>
                    <a:pt x="10914" y="45142"/>
                    <a:pt x="9843" y="45159"/>
                    <a:pt x="8537" y="45193"/>
                  </a:cubicBezTo>
                  <a:cubicBezTo>
                    <a:pt x="7231" y="45226"/>
                    <a:pt x="5725" y="45277"/>
                    <a:pt x="4017" y="45344"/>
                  </a:cubicBezTo>
                  <a:cubicBezTo>
                    <a:pt x="2310" y="45410"/>
                    <a:pt x="971" y="45444"/>
                    <a:pt x="0" y="4544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2FC63A78-554B-6AA3-5B98-E7C719785907}"/>
                </a:ext>
              </a:extLst>
            </p:cNvPr>
            <p:cNvSpPr/>
            <p:nvPr/>
          </p:nvSpPr>
          <p:spPr>
            <a:xfrm>
              <a:off x="5415590" y="1546626"/>
              <a:ext cx="45595" cy="47250"/>
            </a:xfrm>
            <a:custGeom>
              <a:avLst/>
              <a:gdLst>
                <a:gd name="csX0" fmla="*/ 6779 w 45595"/>
                <a:gd name="csY0" fmla="*/ 40573 h 47250"/>
                <a:gd name="csX1" fmla="*/ 0 w 45595"/>
                <a:gd name="csY1" fmla="*/ 24103 h 47250"/>
                <a:gd name="csX2" fmla="*/ 6629 w 45595"/>
                <a:gd name="csY2" fmla="*/ 7180 h 47250"/>
                <a:gd name="csX3" fmla="*/ 22847 w 45595"/>
                <a:gd name="csY3" fmla="*/ 0 h 47250"/>
                <a:gd name="csX4" fmla="*/ 38867 w 45595"/>
                <a:gd name="csY4" fmla="*/ 7130 h 47250"/>
                <a:gd name="csX5" fmla="*/ 45595 w 45595"/>
                <a:gd name="csY5" fmla="*/ 24103 h 47250"/>
                <a:gd name="csX6" fmla="*/ 38816 w 45595"/>
                <a:gd name="csY6" fmla="*/ 40522 h 47250"/>
                <a:gd name="csX7" fmla="*/ 22748 w 45595"/>
                <a:gd name="csY7" fmla="*/ 47251 h 47250"/>
                <a:gd name="csX8" fmla="*/ 6779 w 45595"/>
                <a:gd name="csY8" fmla="*/ 40573 h 47250"/>
                <a:gd name="csX9" fmla="*/ 8537 w 45595"/>
                <a:gd name="csY9" fmla="*/ 23249 h 47250"/>
                <a:gd name="csX10" fmla="*/ 11148 w 45595"/>
                <a:gd name="csY10" fmla="*/ 37761 h 47250"/>
                <a:gd name="csX11" fmla="*/ 22847 w 45595"/>
                <a:gd name="csY11" fmla="*/ 44640 h 47250"/>
                <a:gd name="csX12" fmla="*/ 29827 w 45595"/>
                <a:gd name="csY12" fmla="*/ 42582 h 47250"/>
                <a:gd name="csX13" fmla="*/ 34799 w 45595"/>
                <a:gd name="csY13" fmla="*/ 37058 h 47250"/>
                <a:gd name="csX14" fmla="*/ 37058 w 45595"/>
                <a:gd name="csY14" fmla="*/ 23249 h 47250"/>
                <a:gd name="csX15" fmla="*/ 34348 w 45595"/>
                <a:gd name="csY15" fmla="*/ 8987 h 47250"/>
                <a:gd name="csX16" fmla="*/ 22748 w 45595"/>
                <a:gd name="csY16" fmla="*/ 2309 h 47250"/>
                <a:gd name="csX17" fmla="*/ 16169 w 45595"/>
                <a:gd name="csY17" fmla="*/ 4067 h 47250"/>
                <a:gd name="csX18" fmla="*/ 10998 w 45595"/>
                <a:gd name="csY18" fmla="*/ 9189 h 47250"/>
                <a:gd name="csX19" fmla="*/ 8537 w 45595"/>
                <a:gd name="csY19" fmla="*/ 23249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5595" h="47250">
                  <a:moveTo>
                    <a:pt x="6779" y="40573"/>
                  </a:moveTo>
                  <a:cubicBezTo>
                    <a:pt x="2260" y="36087"/>
                    <a:pt x="0" y="30597"/>
                    <a:pt x="0" y="24103"/>
                  </a:cubicBezTo>
                  <a:cubicBezTo>
                    <a:pt x="0" y="17575"/>
                    <a:pt x="2210" y="11934"/>
                    <a:pt x="6629" y="7180"/>
                  </a:cubicBezTo>
                  <a:cubicBezTo>
                    <a:pt x="11081" y="2393"/>
                    <a:pt x="16487" y="0"/>
                    <a:pt x="22847" y="0"/>
                  </a:cubicBezTo>
                  <a:cubicBezTo>
                    <a:pt x="29075" y="0"/>
                    <a:pt x="34415" y="2377"/>
                    <a:pt x="38867" y="7130"/>
                  </a:cubicBezTo>
                  <a:cubicBezTo>
                    <a:pt x="43352" y="11850"/>
                    <a:pt x="45595" y="17508"/>
                    <a:pt x="45595" y="24103"/>
                  </a:cubicBezTo>
                  <a:cubicBezTo>
                    <a:pt x="45595" y="30563"/>
                    <a:pt x="43336" y="36036"/>
                    <a:pt x="38816" y="40522"/>
                  </a:cubicBezTo>
                  <a:cubicBezTo>
                    <a:pt x="34330" y="45008"/>
                    <a:pt x="28974" y="47251"/>
                    <a:pt x="22748" y="47251"/>
                  </a:cubicBezTo>
                  <a:cubicBezTo>
                    <a:pt x="16655" y="47251"/>
                    <a:pt x="11332" y="45025"/>
                    <a:pt x="6779" y="40573"/>
                  </a:cubicBezTo>
                  <a:moveTo>
                    <a:pt x="8537" y="23249"/>
                  </a:moveTo>
                  <a:cubicBezTo>
                    <a:pt x="8537" y="29911"/>
                    <a:pt x="9408" y="34748"/>
                    <a:pt x="11148" y="37761"/>
                  </a:cubicBezTo>
                  <a:cubicBezTo>
                    <a:pt x="13826" y="42347"/>
                    <a:pt x="17726" y="44640"/>
                    <a:pt x="22847" y="44640"/>
                  </a:cubicBezTo>
                  <a:cubicBezTo>
                    <a:pt x="25393" y="44640"/>
                    <a:pt x="27719" y="43954"/>
                    <a:pt x="29827" y="42582"/>
                  </a:cubicBezTo>
                  <a:cubicBezTo>
                    <a:pt x="31970" y="41209"/>
                    <a:pt x="33628" y="39367"/>
                    <a:pt x="34799" y="37058"/>
                  </a:cubicBezTo>
                  <a:cubicBezTo>
                    <a:pt x="36305" y="34045"/>
                    <a:pt x="37058" y="29442"/>
                    <a:pt x="37058" y="23249"/>
                  </a:cubicBezTo>
                  <a:cubicBezTo>
                    <a:pt x="37058" y="16654"/>
                    <a:pt x="36155" y="11900"/>
                    <a:pt x="34348" y="8987"/>
                  </a:cubicBezTo>
                  <a:cubicBezTo>
                    <a:pt x="31669" y="4535"/>
                    <a:pt x="27802" y="2309"/>
                    <a:pt x="22748" y="2309"/>
                  </a:cubicBezTo>
                  <a:cubicBezTo>
                    <a:pt x="20539" y="2309"/>
                    <a:pt x="18346" y="2895"/>
                    <a:pt x="16169" y="4067"/>
                  </a:cubicBezTo>
                  <a:cubicBezTo>
                    <a:pt x="14027" y="5205"/>
                    <a:pt x="12304" y="6913"/>
                    <a:pt x="10998" y="9189"/>
                  </a:cubicBezTo>
                  <a:cubicBezTo>
                    <a:pt x="9357" y="12202"/>
                    <a:pt x="8537" y="16888"/>
                    <a:pt x="8537" y="23249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D29DF2DB-DE30-1A67-36A8-6A07F6294311}"/>
                </a:ext>
              </a:extLst>
            </p:cNvPr>
            <p:cNvSpPr/>
            <p:nvPr/>
          </p:nvSpPr>
          <p:spPr>
            <a:xfrm>
              <a:off x="5462179" y="1548382"/>
              <a:ext cx="51821" cy="44339"/>
            </a:xfrm>
            <a:custGeom>
              <a:avLst/>
              <a:gdLst>
                <a:gd name="csX0" fmla="*/ 0 w 51821"/>
                <a:gd name="csY0" fmla="*/ 44340 h 44339"/>
                <a:gd name="csX1" fmla="*/ 0 w 51821"/>
                <a:gd name="csY1" fmla="*/ 41176 h 44339"/>
                <a:gd name="csX2" fmla="*/ 13157 w 51821"/>
                <a:gd name="csY2" fmla="*/ 35000 h 44339"/>
                <a:gd name="csX3" fmla="*/ 22798 w 51821"/>
                <a:gd name="csY3" fmla="*/ 22748 h 44339"/>
                <a:gd name="csX4" fmla="*/ 12604 w 51821"/>
                <a:gd name="csY4" fmla="*/ 9491 h 44339"/>
                <a:gd name="csX5" fmla="*/ 7383 w 51821"/>
                <a:gd name="csY5" fmla="*/ 4069 h 44339"/>
                <a:gd name="csX6" fmla="*/ 502 w 51821"/>
                <a:gd name="csY6" fmla="*/ 3214 h 44339"/>
                <a:gd name="csX7" fmla="*/ 502 w 51821"/>
                <a:gd name="csY7" fmla="*/ 0 h 44339"/>
                <a:gd name="csX8" fmla="*/ 10245 w 51821"/>
                <a:gd name="csY8" fmla="*/ 302 h 44339"/>
                <a:gd name="csX9" fmla="*/ 21391 w 51821"/>
                <a:gd name="csY9" fmla="*/ 0 h 44339"/>
                <a:gd name="csX10" fmla="*/ 21391 w 51821"/>
                <a:gd name="csY10" fmla="*/ 3214 h 44339"/>
                <a:gd name="csX11" fmla="*/ 17776 w 51821"/>
                <a:gd name="csY11" fmla="*/ 5775 h 44339"/>
                <a:gd name="csX12" fmla="*/ 18681 w 51821"/>
                <a:gd name="csY12" fmla="*/ 7634 h 44339"/>
                <a:gd name="csX13" fmla="*/ 26714 w 51821"/>
                <a:gd name="csY13" fmla="*/ 18028 h 44339"/>
                <a:gd name="csX14" fmla="*/ 33092 w 51821"/>
                <a:gd name="csY14" fmla="*/ 9993 h 44339"/>
                <a:gd name="csX15" fmla="*/ 34648 w 51821"/>
                <a:gd name="csY15" fmla="*/ 6378 h 44339"/>
                <a:gd name="csX16" fmla="*/ 31636 w 51821"/>
                <a:gd name="csY16" fmla="*/ 3214 h 44339"/>
                <a:gd name="csX17" fmla="*/ 31636 w 51821"/>
                <a:gd name="csY17" fmla="*/ 0 h 44339"/>
                <a:gd name="csX18" fmla="*/ 41528 w 51821"/>
                <a:gd name="csY18" fmla="*/ 302 h 44339"/>
                <a:gd name="csX19" fmla="*/ 49964 w 51821"/>
                <a:gd name="csY19" fmla="*/ 0 h 44339"/>
                <a:gd name="csX20" fmla="*/ 49964 w 51821"/>
                <a:gd name="csY20" fmla="*/ 3214 h 44339"/>
                <a:gd name="csX21" fmla="*/ 37712 w 51821"/>
                <a:gd name="csY21" fmla="*/ 8537 h 44339"/>
                <a:gd name="csX22" fmla="*/ 28271 w 51821"/>
                <a:gd name="csY22" fmla="*/ 20187 h 44339"/>
                <a:gd name="csX23" fmla="*/ 42030 w 51821"/>
                <a:gd name="csY23" fmla="*/ 37963 h 44339"/>
                <a:gd name="csX24" fmla="*/ 45545 w 51821"/>
                <a:gd name="csY24" fmla="*/ 40674 h 44339"/>
                <a:gd name="csX25" fmla="*/ 51822 w 51821"/>
                <a:gd name="csY25" fmla="*/ 41176 h 44339"/>
                <a:gd name="csX26" fmla="*/ 51822 w 51821"/>
                <a:gd name="csY26" fmla="*/ 44340 h 44339"/>
                <a:gd name="csX27" fmla="*/ 41929 w 51821"/>
                <a:gd name="csY27" fmla="*/ 44038 h 44339"/>
                <a:gd name="csX28" fmla="*/ 30832 w 51821"/>
                <a:gd name="csY28" fmla="*/ 44340 h 44339"/>
                <a:gd name="csX29" fmla="*/ 30832 w 51821"/>
                <a:gd name="csY29" fmla="*/ 41176 h 44339"/>
                <a:gd name="csX30" fmla="*/ 33594 w 51821"/>
                <a:gd name="csY30" fmla="*/ 40272 h 44339"/>
                <a:gd name="csX31" fmla="*/ 34548 w 51821"/>
                <a:gd name="csY31" fmla="*/ 38565 h 44339"/>
                <a:gd name="csX32" fmla="*/ 32389 w 51821"/>
                <a:gd name="csY32" fmla="*/ 35201 h 44339"/>
                <a:gd name="csX33" fmla="*/ 24555 w 51821"/>
                <a:gd name="csY33" fmla="*/ 24907 h 44339"/>
                <a:gd name="csX34" fmla="*/ 15718 w 51821"/>
                <a:gd name="csY34" fmla="*/ 36306 h 44339"/>
                <a:gd name="csX35" fmla="*/ 15316 w 51821"/>
                <a:gd name="csY35" fmla="*/ 37963 h 44339"/>
                <a:gd name="csX36" fmla="*/ 18278 w 51821"/>
                <a:gd name="csY36" fmla="*/ 41176 h 44339"/>
                <a:gd name="csX37" fmla="*/ 18278 w 51821"/>
                <a:gd name="csY37" fmla="*/ 44340 h 44339"/>
                <a:gd name="csX38" fmla="*/ 8537 w 51821"/>
                <a:gd name="csY38" fmla="*/ 44038 h 44339"/>
                <a:gd name="csX39" fmla="*/ 0 w 51821"/>
                <a:gd name="csY39" fmla="*/ 44340 h 443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51821" h="44339">
                  <a:moveTo>
                    <a:pt x="0" y="44340"/>
                  </a:moveTo>
                  <a:lnTo>
                    <a:pt x="0" y="41176"/>
                  </a:lnTo>
                  <a:cubicBezTo>
                    <a:pt x="5357" y="41176"/>
                    <a:pt x="9742" y="39117"/>
                    <a:pt x="13157" y="35000"/>
                  </a:cubicBezTo>
                  <a:cubicBezTo>
                    <a:pt x="13157" y="35000"/>
                    <a:pt x="16371" y="30916"/>
                    <a:pt x="22798" y="22748"/>
                  </a:cubicBezTo>
                  <a:lnTo>
                    <a:pt x="12604" y="9491"/>
                  </a:lnTo>
                  <a:cubicBezTo>
                    <a:pt x="10194" y="6411"/>
                    <a:pt x="8453" y="4604"/>
                    <a:pt x="7383" y="4069"/>
                  </a:cubicBezTo>
                  <a:cubicBezTo>
                    <a:pt x="6344" y="3499"/>
                    <a:pt x="4051" y="3214"/>
                    <a:pt x="502" y="3214"/>
                  </a:cubicBezTo>
                  <a:lnTo>
                    <a:pt x="502" y="0"/>
                  </a:lnTo>
                  <a:cubicBezTo>
                    <a:pt x="3315" y="201"/>
                    <a:pt x="6562" y="302"/>
                    <a:pt x="10245" y="302"/>
                  </a:cubicBezTo>
                  <a:cubicBezTo>
                    <a:pt x="12286" y="302"/>
                    <a:pt x="16002" y="201"/>
                    <a:pt x="21391" y="0"/>
                  </a:cubicBezTo>
                  <a:lnTo>
                    <a:pt x="21391" y="3214"/>
                  </a:lnTo>
                  <a:cubicBezTo>
                    <a:pt x="18981" y="3348"/>
                    <a:pt x="17776" y="4201"/>
                    <a:pt x="17776" y="5775"/>
                  </a:cubicBezTo>
                  <a:cubicBezTo>
                    <a:pt x="17776" y="6311"/>
                    <a:pt x="18077" y="6930"/>
                    <a:pt x="18681" y="7634"/>
                  </a:cubicBezTo>
                  <a:lnTo>
                    <a:pt x="26714" y="18028"/>
                  </a:lnTo>
                  <a:lnTo>
                    <a:pt x="33092" y="9993"/>
                  </a:lnTo>
                  <a:cubicBezTo>
                    <a:pt x="34129" y="8755"/>
                    <a:pt x="34648" y="7550"/>
                    <a:pt x="34648" y="6378"/>
                  </a:cubicBezTo>
                  <a:cubicBezTo>
                    <a:pt x="34648" y="4470"/>
                    <a:pt x="33644" y="3415"/>
                    <a:pt x="31636" y="3214"/>
                  </a:cubicBezTo>
                  <a:lnTo>
                    <a:pt x="31636" y="0"/>
                  </a:lnTo>
                  <a:cubicBezTo>
                    <a:pt x="34313" y="201"/>
                    <a:pt x="37611" y="302"/>
                    <a:pt x="41528" y="302"/>
                  </a:cubicBezTo>
                  <a:cubicBezTo>
                    <a:pt x="44473" y="302"/>
                    <a:pt x="47285" y="201"/>
                    <a:pt x="49964" y="0"/>
                  </a:cubicBezTo>
                  <a:lnTo>
                    <a:pt x="49964" y="3214"/>
                  </a:lnTo>
                  <a:cubicBezTo>
                    <a:pt x="44741" y="3348"/>
                    <a:pt x="40657" y="5122"/>
                    <a:pt x="37712" y="8537"/>
                  </a:cubicBezTo>
                  <a:cubicBezTo>
                    <a:pt x="36406" y="9977"/>
                    <a:pt x="33259" y="13860"/>
                    <a:pt x="28271" y="20187"/>
                  </a:cubicBezTo>
                  <a:lnTo>
                    <a:pt x="42030" y="37963"/>
                  </a:lnTo>
                  <a:cubicBezTo>
                    <a:pt x="43135" y="39403"/>
                    <a:pt x="44306" y="40306"/>
                    <a:pt x="45545" y="40674"/>
                  </a:cubicBezTo>
                  <a:cubicBezTo>
                    <a:pt x="46783" y="41008"/>
                    <a:pt x="48875" y="41176"/>
                    <a:pt x="51822" y="41176"/>
                  </a:cubicBezTo>
                  <a:lnTo>
                    <a:pt x="51822" y="44340"/>
                  </a:lnTo>
                  <a:cubicBezTo>
                    <a:pt x="48742" y="44138"/>
                    <a:pt x="45444" y="44038"/>
                    <a:pt x="41929" y="44038"/>
                  </a:cubicBezTo>
                  <a:cubicBezTo>
                    <a:pt x="40691" y="44038"/>
                    <a:pt x="36992" y="44138"/>
                    <a:pt x="30832" y="44340"/>
                  </a:cubicBezTo>
                  <a:lnTo>
                    <a:pt x="30832" y="41176"/>
                  </a:lnTo>
                  <a:cubicBezTo>
                    <a:pt x="32071" y="41110"/>
                    <a:pt x="32992" y="40808"/>
                    <a:pt x="33594" y="40272"/>
                  </a:cubicBezTo>
                  <a:cubicBezTo>
                    <a:pt x="34230" y="39704"/>
                    <a:pt x="34548" y="39135"/>
                    <a:pt x="34548" y="38565"/>
                  </a:cubicBezTo>
                  <a:cubicBezTo>
                    <a:pt x="34548" y="38297"/>
                    <a:pt x="33829" y="37176"/>
                    <a:pt x="32389" y="35201"/>
                  </a:cubicBezTo>
                  <a:lnTo>
                    <a:pt x="24555" y="24907"/>
                  </a:lnTo>
                  <a:cubicBezTo>
                    <a:pt x="19333" y="31067"/>
                    <a:pt x="16387" y="34867"/>
                    <a:pt x="15718" y="36306"/>
                  </a:cubicBezTo>
                  <a:cubicBezTo>
                    <a:pt x="15450" y="36909"/>
                    <a:pt x="15316" y="37461"/>
                    <a:pt x="15316" y="37963"/>
                  </a:cubicBezTo>
                  <a:cubicBezTo>
                    <a:pt x="15316" y="39804"/>
                    <a:pt x="16304" y="40875"/>
                    <a:pt x="18278" y="41176"/>
                  </a:cubicBezTo>
                  <a:lnTo>
                    <a:pt x="18278" y="44340"/>
                  </a:lnTo>
                  <a:cubicBezTo>
                    <a:pt x="13357" y="44138"/>
                    <a:pt x="10110" y="44038"/>
                    <a:pt x="8537" y="44038"/>
                  </a:cubicBezTo>
                  <a:cubicBezTo>
                    <a:pt x="5525" y="44038"/>
                    <a:pt x="2679" y="44138"/>
                    <a:pt x="0" y="4434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1CB71411-5B6C-E2B9-0BDD-29C714CC9AAA}"/>
                </a:ext>
              </a:extLst>
            </p:cNvPr>
            <p:cNvSpPr/>
            <p:nvPr/>
          </p:nvSpPr>
          <p:spPr>
            <a:xfrm>
              <a:off x="5514606" y="1523928"/>
              <a:ext cx="21992" cy="68793"/>
            </a:xfrm>
            <a:custGeom>
              <a:avLst/>
              <a:gdLst>
                <a:gd name="csX0" fmla="*/ 0 w 21992"/>
                <a:gd name="csY0" fmla="*/ 68793 h 68793"/>
                <a:gd name="csX1" fmla="*/ 0 w 21992"/>
                <a:gd name="csY1" fmla="*/ 65630 h 68793"/>
                <a:gd name="csX2" fmla="*/ 6729 w 21992"/>
                <a:gd name="csY2" fmla="*/ 64977 h 68793"/>
                <a:gd name="csX3" fmla="*/ 7983 w 21992"/>
                <a:gd name="csY3" fmla="*/ 60961 h 68793"/>
                <a:gd name="csX4" fmla="*/ 7983 w 21992"/>
                <a:gd name="csY4" fmla="*/ 33293 h 68793"/>
                <a:gd name="csX5" fmla="*/ 6678 w 21992"/>
                <a:gd name="csY5" fmla="*/ 28572 h 68793"/>
                <a:gd name="csX6" fmla="*/ 401 w 21992"/>
                <a:gd name="csY6" fmla="*/ 27668 h 68793"/>
                <a:gd name="csX7" fmla="*/ 401 w 21992"/>
                <a:gd name="csY7" fmla="*/ 24454 h 68793"/>
                <a:gd name="csX8" fmla="*/ 14762 w 21992"/>
                <a:gd name="csY8" fmla="*/ 23350 h 68793"/>
                <a:gd name="csX9" fmla="*/ 14762 w 21992"/>
                <a:gd name="csY9" fmla="*/ 61060 h 68793"/>
                <a:gd name="csX10" fmla="*/ 15868 w 21992"/>
                <a:gd name="csY10" fmla="*/ 64878 h 68793"/>
                <a:gd name="csX11" fmla="*/ 21993 w 21992"/>
                <a:gd name="csY11" fmla="*/ 65630 h 68793"/>
                <a:gd name="csX12" fmla="*/ 21993 w 21992"/>
                <a:gd name="csY12" fmla="*/ 68793 h 68793"/>
                <a:gd name="csX13" fmla="*/ 11298 w 21992"/>
                <a:gd name="csY13" fmla="*/ 68492 h 68793"/>
                <a:gd name="csX14" fmla="*/ 0 w 21992"/>
                <a:gd name="csY14" fmla="*/ 68793 h 68793"/>
                <a:gd name="csX15" fmla="*/ 4318 w 21992"/>
                <a:gd name="csY15" fmla="*/ 5422 h 68793"/>
                <a:gd name="csX16" fmla="*/ 5874 w 21992"/>
                <a:gd name="csY16" fmla="*/ 1707 h 68793"/>
                <a:gd name="csX17" fmla="*/ 9741 w 21992"/>
                <a:gd name="csY17" fmla="*/ 0 h 68793"/>
                <a:gd name="csX18" fmla="*/ 13607 w 21992"/>
                <a:gd name="csY18" fmla="*/ 1557 h 68793"/>
                <a:gd name="csX19" fmla="*/ 15214 w 21992"/>
                <a:gd name="csY19" fmla="*/ 5473 h 68793"/>
                <a:gd name="csX20" fmla="*/ 13607 w 21992"/>
                <a:gd name="csY20" fmla="*/ 9390 h 68793"/>
                <a:gd name="csX21" fmla="*/ 9741 w 21992"/>
                <a:gd name="csY21" fmla="*/ 10897 h 68793"/>
                <a:gd name="csX22" fmla="*/ 5824 w 21992"/>
                <a:gd name="csY22" fmla="*/ 9240 h 68793"/>
                <a:gd name="csX23" fmla="*/ 4318 w 21992"/>
                <a:gd name="csY23" fmla="*/ 5422 h 6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92" h="68793">
                  <a:moveTo>
                    <a:pt x="0" y="68793"/>
                  </a:moveTo>
                  <a:lnTo>
                    <a:pt x="0" y="65630"/>
                  </a:lnTo>
                  <a:cubicBezTo>
                    <a:pt x="3649" y="65630"/>
                    <a:pt x="5891" y="65412"/>
                    <a:pt x="6729" y="64977"/>
                  </a:cubicBezTo>
                  <a:cubicBezTo>
                    <a:pt x="7565" y="64509"/>
                    <a:pt x="7983" y="63170"/>
                    <a:pt x="7983" y="60961"/>
                  </a:cubicBezTo>
                  <a:lnTo>
                    <a:pt x="7983" y="33293"/>
                  </a:lnTo>
                  <a:cubicBezTo>
                    <a:pt x="7983" y="30749"/>
                    <a:pt x="7548" y="29175"/>
                    <a:pt x="6678" y="28572"/>
                  </a:cubicBezTo>
                  <a:cubicBezTo>
                    <a:pt x="5841" y="27969"/>
                    <a:pt x="3749" y="27668"/>
                    <a:pt x="401" y="27668"/>
                  </a:cubicBezTo>
                  <a:lnTo>
                    <a:pt x="401" y="24454"/>
                  </a:lnTo>
                  <a:lnTo>
                    <a:pt x="14762" y="23350"/>
                  </a:lnTo>
                  <a:lnTo>
                    <a:pt x="14762" y="61060"/>
                  </a:lnTo>
                  <a:cubicBezTo>
                    <a:pt x="14762" y="63103"/>
                    <a:pt x="15131" y="64375"/>
                    <a:pt x="15868" y="64878"/>
                  </a:cubicBezTo>
                  <a:cubicBezTo>
                    <a:pt x="16604" y="65379"/>
                    <a:pt x="18645" y="65630"/>
                    <a:pt x="21993" y="65630"/>
                  </a:cubicBezTo>
                  <a:lnTo>
                    <a:pt x="21993" y="68793"/>
                  </a:lnTo>
                  <a:cubicBezTo>
                    <a:pt x="14997" y="68592"/>
                    <a:pt x="11432" y="68492"/>
                    <a:pt x="11298" y="68492"/>
                  </a:cubicBezTo>
                  <a:cubicBezTo>
                    <a:pt x="10360" y="68492"/>
                    <a:pt x="6594" y="68592"/>
                    <a:pt x="0" y="68793"/>
                  </a:cubicBezTo>
                  <a:moveTo>
                    <a:pt x="4318" y="5422"/>
                  </a:moveTo>
                  <a:cubicBezTo>
                    <a:pt x="4318" y="4050"/>
                    <a:pt x="4837" y="2812"/>
                    <a:pt x="5874" y="1707"/>
                  </a:cubicBezTo>
                  <a:cubicBezTo>
                    <a:pt x="6945" y="569"/>
                    <a:pt x="8234" y="0"/>
                    <a:pt x="9741" y="0"/>
                  </a:cubicBezTo>
                  <a:cubicBezTo>
                    <a:pt x="11248" y="0"/>
                    <a:pt x="12536" y="519"/>
                    <a:pt x="13607" y="1557"/>
                  </a:cubicBezTo>
                  <a:cubicBezTo>
                    <a:pt x="14678" y="2561"/>
                    <a:pt x="15214" y="3866"/>
                    <a:pt x="15214" y="5473"/>
                  </a:cubicBezTo>
                  <a:cubicBezTo>
                    <a:pt x="15214" y="7046"/>
                    <a:pt x="14678" y="8352"/>
                    <a:pt x="13607" y="9390"/>
                  </a:cubicBezTo>
                  <a:cubicBezTo>
                    <a:pt x="12536" y="10395"/>
                    <a:pt x="11248" y="10897"/>
                    <a:pt x="9741" y="10897"/>
                  </a:cubicBezTo>
                  <a:cubicBezTo>
                    <a:pt x="8168" y="10897"/>
                    <a:pt x="6862" y="10345"/>
                    <a:pt x="5824" y="9240"/>
                  </a:cubicBezTo>
                  <a:cubicBezTo>
                    <a:pt x="4820" y="8135"/>
                    <a:pt x="4318" y="6863"/>
                    <a:pt x="4318" y="542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1B96C241-9FA0-0494-93A9-3AC2F25D9626}"/>
                </a:ext>
              </a:extLst>
            </p:cNvPr>
            <p:cNvSpPr/>
            <p:nvPr/>
          </p:nvSpPr>
          <p:spPr>
            <a:xfrm>
              <a:off x="5543626" y="1547278"/>
              <a:ext cx="80293" cy="45443"/>
            </a:xfrm>
            <a:custGeom>
              <a:avLst/>
              <a:gdLst>
                <a:gd name="csX0" fmla="*/ 0 w 80293"/>
                <a:gd name="csY0" fmla="*/ 45444 h 45443"/>
                <a:gd name="csX1" fmla="*/ 0 w 80293"/>
                <a:gd name="csY1" fmla="*/ 42280 h 45443"/>
                <a:gd name="csX2" fmla="*/ 6729 w 80293"/>
                <a:gd name="csY2" fmla="*/ 41628 h 45443"/>
                <a:gd name="csX3" fmla="*/ 7984 w 80293"/>
                <a:gd name="csY3" fmla="*/ 37611 h 45443"/>
                <a:gd name="csX4" fmla="*/ 7984 w 80293"/>
                <a:gd name="csY4" fmla="*/ 10042 h 45443"/>
                <a:gd name="csX5" fmla="*/ 6629 w 80293"/>
                <a:gd name="csY5" fmla="*/ 5272 h 45443"/>
                <a:gd name="csX6" fmla="*/ 0 w 80293"/>
                <a:gd name="csY6" fmla="*/ 4318 h 45443"/>
                <a:gd name="csX7" fmla="*/ 0 w 80293"/>
                <a:gd name="csY7" fmla="*/ 1104 h 45443"/>
                <a:gd name="csX8" fmla="*/ 14462 w 80293"/>
                <a:gd name="csY8" fmla="*/ 0 h 45443"/>
                <a:gd name="csX9" fmla="*/ 14462 w 80293"/>
                <a:gd name="csY9" fmla="*/ 10796 h 45443"/>
                <a:gd name="csX10" fmla="*/ 29677 w 80293"/>
                <a:gd name="csY10" fmla="*/ 0 h 45443"/>
                <a:gd name="csX11" fmla="*/ 43386 w 80293"/>
                <a:gd name="csY11" fmla="*/ 10042 h 45443"/>
                <a:gd name="csX12" fmla="*/ 48808 w 80293"/>
                <a:gd name="csY12" fmla="*/ 3063 h 45443"/>
                <a:gd name="csX13" fmla="*/ 58299 w 80293"/>
                <a:gd name="csY13" fmla="*/ 0 h 45443"/>
                <a:gd name="csX14" fmla="*/ 69095 w 80293"/>
                <a:gd name="csY14" fmla="*/ 3816 h 45443"/>
                <a:gd name="csX15" fmla="*/ 71807 w 80293"/>
                <a:gd name="csY15" fmla="*/ 9240 h 45443"/>
                <a:gd name="csX16" fmla="*/ 72259 w 80293"/>
                <a:gd name="csY16" fmla="*/ 19534 h 45443"/>
                <a:gd name="csX17" fmla="*/ 72259 w 80293"/>
                <a:gd name="csY17" fmla="*/ 39167 h 45443"/>
                <a:gd name="csX18" fmla="*/ 74017 w 80293"/>
                <a:gd name="csY18" fmla="*/ 41828 h 45443"/>
                <a:gd name="csX19" fmla="*/ 80294 w 80293"/>
                <a:gd name="csY19" fmla="*/ 42280 h 45443"/>
                <a:gd name="csX20" fmla="*/ 80294 w 80293"/>
                <a:gd name="csY20" fmla="*/ 45444 h 45443"/>
                <a:gd name="csX21" fmla="*/ 68793 w 80293"/>
                <a:gd name="csY21" fmla="*/ 45142 h 45443"/>
                <a:gd name="csX22" fmla="*/ 57145 w 80293"/>
                <a:gd name="csY22" fmla="*/ 45444 h 45443"/>
                <a:gd name="csX23" fmla="*/ 57145 w 80293"/>
                <a:gd name="csY23" fmla="*/ 42280 h 45443"/>
                <a:gd name="csX24" fmla="*/ 63873 w 80293"/>
                <a:gd name="csY24" fmla="*/ 41628 h 45443"/>
                <a:gd name="csX25" fmla="*/ 65178 w 80293"/>
                <a:gd name="csY25" fmla="*/ 37611 h 45443"/>
                <a:gd name="csX26" fmla="*/ 65178 w 80293"/>
                <a:gd name="csY26" fmla="*/ 13658 h 45443"/>
                <a:gd name="csX27" fmla="*/ 63571 w 80293"/>
                <a:gd name="csY27" fmla="*/ 5373 h 45443"/>
                <a:gd name="csX28" fmla="*/ 57546 w 80293"/>
                <a:gd name="csY28" fmla="*/ 2260 h 45443"/>
                <a:gd name="csX29" fmla="*/ 47955 w 80293"/>
                <a:gd name="csY29" fmla="*/ 6729 h 45443"/>
                <a:gd name="csX30" fmla="*/ 43687 w 80293"/>
                <a:gd name="csY30" fmla="*/ 18730 h 45443"/>
                <a:gd name="csX31" fmla="*/ 43687 w 80293"/>
                <a:gd name="csY31" fmla="*/ 37611 h 45443"/>
                <a:gd name="csX32" fmla="*/ 44941 w 80293"/>
                <a:gd name="csY32" fmla="*/ 41628 h 45443"/>
                <a:gd name="csX33" fmla="*/ 51721 w 80293"/>
                <a:gd name="csY33" fmla="*/ 42280 h 45443"/>
                <a:gd name="csX34" fmla="*/ 51721 w 80293"/>
                <a:gd name="csY34" fmla="*/ 45444 h 45443"/>
                <a:gd name="csX35" fmla="*/ 40171 w 80293"/>
                <a:gd name="csY35" fmla="*/ 45142 h 45443"/>
                <a:gd name="csX36" fmla="*/ 28572 w 80293"/>
                <a:gd name="csY36" fmla="*/ 45444 h 45443"/>
                <a:gd name="csX37" fmla="*/ 28572 w 80293"/>
                <a:gd name="csY37" fmla="*/ 42280 h 45443"/>
                <a:gd name="csX38" fmla="*/ 35300 w 80293"/>
                <a:gd name="csY38" fmla="*/ 41628 h 45443"/>
                <a:gd name="csX39" fmla="*/ 36606 w 80293"/>
                <a:gd name="csY39" fmla="*/ 37611 h 45443"/>
                <a:gd name="csX40" fmla="*/ 36606 w 80293"/>
                <a:gd name="csY40" fmla="*/ 13658 h 45443"/>
                <a:gd name="csX41" fmla="*/ 35000 w 80293"/>
                <a:gd name="csY41" fmla="*/ 5373 h 45443"/>
                <a:gd name="csX42" fmla="*/ 28974 w 80293"/>
                <a:gd name="csY42" fmla="*/ 2260 h 45443"/>
                <a:gd name="csX43" fmla="*/ 19384 w 80293"/>
                <a:gd name="csY43" fmla="*/ 6729 h 45443"/>
                <a:gd name="csX44" fmla="*/ 15114 w 80293"/>
                <a:gd name="csY44" fmla="*/ 18730 h 45443"/>
                <a:gd name="csX45" fmla="*/ 15114 w 80293"/>
                <a:gd name="csY45" fmla="*/ 37611 h 45443"/>
                <a:gd name="csX46" fmla="*/ 16370 w 80293"/>
                <a:gd name="csY46" fmla="*/ 41628 h 45443"/>
                <a:gd name="csX47" fmla="*/ 23099 w 80293"/>
                <a:gd name="csY47" fmla="*/ 42280 h 45443"/>
                <a:gd name="csX48" fmla="*/ 23099 w 80293"/>
                <a:gd name="csY48" fmla="*/ 45444 h 45443"/>
                <a:gd name="csX49" fmla="*/ 11600 w 80293"/>
                <a:gd name="csY49" fmla="*/ 45142 h 45443"/>
                <a:gd name="csX50" fmla="*/ 0 w 80293"/>
                <a:gd name="csY50" fmla="*/ 45444 h 4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80293" h="45443">
                  <a:moveTo>
                    <a:pt x="0" y="45444"/>
                  </a:moveTo>
                  <a:lnTo>
                    <a:pt x="0" y="42280"/>
                  </a:lnTo>
                  <a:cubicBezTo>
                    <a:pt x="3649" y="42280"/>
                    <a:pt x="5892" y="42062"/>
                    <a:pt x="6729" y="41628"/>
                  </a:cubicBezTo>
                  <a:cubicBezTo>
                    <a:pt x="7566" y="41159"/>
                    <a:pt x="7984" y="39820"/>
                    <a:pt x="7984" y="37611"/>
                  </a:cubicBezTo>
                  <a:lnTo>
                    <a:pt x="7984" y="10042"/>
                  </a:lnTo>
                  <a:cubicBezTo>
                    <a:pt x="7984" y="7498"/>
                    <a:pt x="7533" y="5908"/>
                    <a:pt x="6629" y="5272"/>
                  </a:cubicBezTo>
                  <a:cubicBezTo>
                    <a:pt x="5758" y="4636"/>
                    <a:pt x="3549" y="4318"/>
                    <a:pt x="0" y="4318"/>
                  </a:cubicBezTo>
                  <a:lnTo>
                    <a:pt x="0" y="1104"/>
                  </a:lnTo>
                  <a:lnTo>
                    <a:pt x="14462" y="0"/>
                  </a:lnTo>
                  <a:lnTo>
                    <a:pt x="14462" y="10796"/>
                  </a:lnTo>
                  <a:cubicBezTo>
                    <a:pt x="17676" y="3599"/>
                    <a:pt x="22747" y="0"/>
                    <a:pt x="29677" y="0"/>
                  </a:cubicBezTo>
                  <a:cubicBezTo>
                    <a:pt x="37711" y="0"/>
                    <a:pt x="42281" y="3347"/>
                    <a:pt x="43386" y="10042"/>
                  </a:cubicBezTo>
                  <a:cubicBezTo>
                    <a:pt x="44558" y="7432"/>
                    <a:pt x="46365" y="5105"/>
                    <a:pt x="48808" y="3063"/>
                  </a:cubicBezTo>
                  <a:cubicBezTo>
                    <a:pt x="51286" y="1021"/>
                    <a:pt x="54449" y="0"/>
                    <a:pt x="58299" y="0"/>
                  </a:cubicBezTo>
                  <a:cubicBezTo>
                    <a:pt x="63455" y="0"/>
                    <a:pt x="67053" y="1272"/>
                    <a:pt x="69095" y="3816"/>
                  </a:cubicBezTo>
                  <a:cubicBezTo>
                    <a:pt x="70602" y="5524"/>
                    <a:pt x="71506" y="7332"/>
                    <a:pt x="71807" y="9240"/>
                  </a:cubicBezTo>
                  <a:cubicBezTo>
                    <a:pt x="72108" y="11148"/>
                    <a:pt x="72259" y="14579"/>
                    <a:pt x="72259" y="19534"/>
                  </a:cubicBezTo>
                  <a:lnTo>
                    <a:pt x="72259" y="39167"/>
                  </a:lnTo>
                  <a:cubicBezTo>
                    <a:pt x="72326" y="40606"/>
                    <a:pt x="72912" y="41493"/>
                    <a:pt x="74017" y="41828"/>
                  </a:cubicBezTo>
                  <a:cubicBezTo>
                    <a:pt x="75121" y="42129"/>
                    <a:pt x="77214" y="42280"/>
                    <a:pt x="80294" y="42280"/>
                  </a:cubicBezTo>
                  <a:lnTo>
                    <a:pt x="80294" y="45444"/>
                  </a:lnTo>
                  <a:cubicBezTo>
                    <a:pt x="73296" y="45243"/>
                    <a:pt x="69463" y="45142"/>
                    <a:pt x="68793" y="45142"/>
                  </a:cubicBezTo>
                  <a:cubicBezTo>
                    <a:pt x="68258" y="45142"/>
                    <a:pt x="64375" y="45243"/>
                    <a:pt x="57145" y="45444"/>
                  </a:cubicBezTo>
                  <a:lnTo>
                    <a:pt x="57145" y="42280"/>
                  </a:lnTo>
                  <a:cubicBezTo>
                    <a:pt x="60793" y="42280"/>
                    <a:pt x="63036" y="42062"/>
                    <a:pt x="63873" y="41628"/>
                  </a:cubicBezTo>
                  <a:cubicBezTo>
                    <a:pt x="64743" y="41159"/>
                    <a:pt x="65178" y="39820"/>
                    <a:pt x="65178" y="37611"/>
                  </a:cubicBezTo>
                  <a:lnTo>
                    <a:pt x="65178" y="13658"/>
                  </a:lnTo>
                  <a:cubicBezTo>
                    <a:pt x="65178" y="10177"/>
                    <a:pt x="64642" y="7415"/>
                    <a:pt x="63571" y="5373"/>
                  </a:cubicBezTo>
                  <a:cubicBezTo>
                    <a:pt x="62501" y="3298"/>
                    <a:pt x="60492" y="2260"/>
                    <a:pt x="57546" y="2260"/>
                  </a:cubicBezTo>
                  <a:cubicBezTo>
                    <a:pt x="53997" y="2260"/>
                    <a:pt x="50800" y="3750"/>
                    <a:pt x="47955" y="6729"/>
                  </a:cubicBezTo>
                  <a:cubicBezTo>
                    <a:pt x="45110" y="9708"/>
                    <a:pt x="43687" y="13708"/>
                    <a:pt x="43687" y="18730"/>
                  </a:cubicBezTo>
                  <a:lnTo>
                    <a:pt x="43687" y="37611"/>
                  </a:lnTo>
                  <a:cubicBezTo>
                    <a:pt x="43687" y="39820"/>
                    <a:pt x="44105" y="41159"/>
                    <a:pt x="44941" y="41628"/>
                  </a:cubicBezTo>
                  <a:cubicBezTo>
                    <a:pt x="45812" y="42062"/>
                    <a:pt x="48072" y="42280"/>
                    <a:pt x="51721" y="42280"/>
                  </a:cubicBezTo>
                  <a:lnTo>
                    <a:pt x="51721" y="45444"/>
                  </a:lnTo>
                  <a:cubicBezTo>
                    <a:pt x="44724" y="45243"/>
                    <a:pt x="40875" y="45142"/>
                    <a:pt x="40171" y="45142"/>
                  </a:cubicBezTo>
                  <a:cubicBezTo>
                    <a:pt x="39636" y="45142"/>
                    <a:pt x="35770" y="45243"/>
                    <a:pt x="28572" y="45444"/>
                  </a:cubicBezTo>
                  <a:lnTo>
                    <a:pt x="28572" y="42280"/>
                  </a:lnTo>
                  <a:cubicBezTo>
                    <a:pt x="32221" y="42280"/>
                    <a:pt x="34464" y="42062"/>
                    <a:pt x="35300" y="41628"/>
                  </a:cubicBezTo>
                  <a:cubicBezTo>
                    <a:pt x="36171" y="41159"/>
                    <a:pt x="36606" y="39820"/>
                    <a:pt x="36606" y="37611"/>
                  </a:cubicBezTo>
                  <a:lnTo>
                    <a:pt x="36606" y="13658"/>
                  </a:lnTo>
                  <a:cubicBezTo>
                    <a:pt x="36606" y="10177"/>
                    <a:pt x="36071" y="7415"/>
                    <a:pt x="35000" y="5373"/>
                  </a:cubicBezTo>
                  <a:cubicBezTo>
                    <a:pt x="33928" y="3298"/>
                    <a:pt x="31920" y="2260"/>
                    <a:pt x="28974" y="2260"/>
                  </a:cubicBezTo>
                  <a:cubicBezTo>
                    <a:pt x="25426" y="2260"/>
                    <a:pt x="22229" y="3750"/>
                    <a:pt x="19384" y="6729"/>
                  </a:cubicBezTo>
                  <a:cubicBezTo>
                    <a:pt x="16537" y="9708"/>
                    <a:pt x="15114" y="13708"/>
                    <a:pt x="15114" y="18730"/>
                  </a:cubicBezTo>
                  <a:lnTo>
                    <a:pt x="15114" y="37611"/>
                  </a:lnTo>
                  <a:cubicBezTo>
                    <a:pt x="15114" y="39820"/>
                    <a:pt x="15533" y="41159"/>
                    <a:pt x="16370" y="41628"/>
                  </a:cubicBezTo>
                  <a:cubicBezTo>
                    <a:pt x="17241" y="42062"/>
                    <a:pt x="19484" y="42280"/>
                    <a:pt x="23099" y="42280"/>
                  </a:cubicBezTo>
                  <a:lnTo>
                    <a:pt x="23099" y="45444"/>
                  </a:lnTo>
                  <a:cubicBezTo>
                    <a:pt x="16102" y="45243"/>
                    <a:pt x="12269" y="45142"/>
                    <a:pt x="11600" y="45142"/>
                  </a:cubicBezTo>
                  <a:cubicBezTo>
                    <a:pt x="11064" y="45142"/>
                    <a:pt x="7197" y="45243"/>
                    <a:pt x="0" y="4544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ACD0F7DF-6151-ED16-AF43-63E1B01C9994}"/>
                </a:ext>
              </a:extLst>
            </p:cNvPr>
            <p:cNvSpPr/>
            <p:nvPr/>
          </p:nvSpPr>
          <p:spPr>
            <a:xfrm>
              <a:off x="5629653" y="1546626"/>
              <a:ext cx="46397" cy="47250"/>
            </a:xfrm>
            <a:custGeom>
              <a:avLst/>
              <a:gdLst>
                <a:gd name="csX0" fmla="*/ 0 w 46397"/>
                <a:gd name="csY0" fmla="*/ 36305 h 47250"/>
                <a:gd name="csX1" fmla="*/ 10294 w 46397"/>
                <a:gd name="csY1" fmla="*/ 22947 h 47250"/>
                <a:gd name="csX2" fmla="*/ 29225 w 46397"/>
                <a:gd name="csY2" fmla="*/ 19232 h 47250"/>
                <a:gd name="csX3" fmla="*/ 29225 w 46397"/>
                <a:gd name="csY3" fmla="*/ 15465 h 47250"/>
                <a:gd name="csX4" fmla="*/ 25861 w 46397"/>
                <a:gd name="csY4" fmla="*/ 5724 h 47250"/>
                <a:gd name="csX5" fmla="*/ 18328 w 46397"/>
                <a:gd name="csY5" fmla="*/ 2309 h 47250"/>
                <a:gd name="csX6" fmla="*/ 7180 w 46397"/>
                <a:gd name="csY6" fmla="*/ 7030 h 47250"/>
                <a:gd name="csX7" fmla="*/ 11349 w 46397"/>
                <a:gd name="csY7" fmla="*/ 8687 h 47250"/>
                <a:gd name="csX8" fmla="*/ 12453 w 46397"/>
                <a:gd name="csY8" fmla="*/ 11750 h 47250"/>
                <a:gd name="csX9" fmla="*/ 11148 w 46397"/>
                <a:gd name="csY9" fmla="*/ 15165 h 47250"/>
                <a:gd name="csX10" fmla="*/ 7733 w 46397"/>
                <a:gd name="csY10" fmla="*/ 16469 h 47250"/>
                <a:gd name="csX11" fmla="*/ 4318 w 46397"/>
                <a:gd name="csY11" fmla="*/ 15215 h 47250"/>
                <a:gd name="csX12" fmla="*/ 2963 w 46397"/>
                <a:gd name="csY12" fmla="*/ 11649 h 47250"/>
                <a:gd name="csX13" fmla="*/ 7482 w 46397"/>
                <a:gd name="csY13" fmla="*/ 3314 h 47250"/>
                <a:gd name="csX14" fmla="*/ 18529 w 46397"/>
                <a:gd name="csY14" fmla="*/ 0 h 47250"/>
                <a:gd name="csX15" fmla="*/ 32590 w 46397"/>
                <a:gd name="csY15" fmla="*/ 5674 h 47250"/>
                <a:gd name="csX16" fmla="*/ 35201 w 46397"/>
                <a:gd name="csY16" fmla="*/ 9690 h 47250"/>
                <a:gd name="csX17" fmla="*/ 36205 w 46397"/>
                <a:gd name="csY17" fmla="*/ 13457 h 47250"/>
                <a:gd name="csX18" fmla="*/ 36305 w 46397"/>
                <a:gd name="csY18" fmla="*/ 17826 h 47250"/>
                <a:gd name="csX19" fmla="*/ 36305 w 46397"/>
                <a:gd name="csY19" fmla="*/ 38363 h 47250"/>
                <a:gd name="csX20" fmla="*/ 36505 w 46397"/>
                <a:gd name="csY20" fmla="*/ 39971 h 47250"/>
                <a:gd name="csX21" fmla="*/ 37611 w 46397"/>
                <a:gd name="csY21" fmla="*/ 42280 h 47250"/>
                <a:gd name="csX22" fmla="*/ 40121 w 46397"/>
                <a:gd name="csY22" fmla="*/ 43536 h 47250"/>
                <a:gd name="csX23" fmla="*/ 43787 w 46397"/>
                <a:gd name="csY23" fmla="*/ 36957 h 47250"/>
                <a:gd name="csX24" fmla="*/ 43787 w 46397"/>
                <a:gd name="csY24" fmla="*/ 31182 h 47250"/>
                <a:gd name="csX25" fmla="*/ 46398 w 46397"/>
                <a:gd name="csY25" fmla="*/ 31182 h 47250"/>
                <a:gd name="csX26" fmla="*/ 46398 w 46397"/>
                <a:gd name="csY26" fmla="*/ 36957 h 47250"/>
                <a:gd name="csX27" fmla="*/ 43485 w 46397"/>
                <a:gd name="csY27" fmla="*/ 44591 h 47250"/>
                <a:gd name="csX28" fmla="*/ 37962 w 46397"/>
                <a:gd name="csY28" fmla="*/ 46699 h 47250"/>
                <a:gd name="csX29" fmla="*/ 32389 w 46397"/>
                <a:gd name="csY29" fmla="*/ 44188 h 47250"/>
                <a:gd name="csX30" fmla="*/ 29928 w 46397"/>
                <a:gd name="csY30" fmla="*/ 38263 h 47250"/>
                <a:gd name="csX31" fmla="*/ 24806 w 46397"/>
                <a:gd name="csY31" fmla="*/ 44741 h 47250"/>
                <a:gd name="csX32" fmla="*/ 16471 w 46397"/>
                <a:gd name="csY32" fmla="*/ 47251 h 47250"/>
                <a:gd name="csX33" fmla="*/ 9240 w 46397"/>
                <a:gd name="csY33" fmla="*/ 46297 h 47250"/>
                <a:gd name="csX34" fmla="*/ 2862 w 46397"/>
                <a:gd name="csY34" fmla="*/ 42833 h 47250"/>
                <a:gd name="csX35" fmla="*/ 0 w 46397"/>
                <a:gd name="csY35" fmla="*/ 36305 h 47250"/>
                <a:gd name="csX36" fmla="*/ 7934 w 46397"/>
                <a:gd name="csY36" fmla="*/ 36204 h 47250"/>
                <a:gd name="csX37" fmla="*/ 10646 w 46397"/>
                <a:gd name="csY37" fmla="*/ 42481 h 47250"/>
                <a:gd name="csX38" fmla="*/ 17174 w 46397"/>
                <a:gd name="csY38" fmla="*/ 44941 h 47250"/>
                <a:gd name="csX39" fmla="*/ 25359 w 46397"/>
                <a:gd name="csY39" fmla="*/ 41628 h 47250"/>
                <a:gd name="csX40" fmla="*/ 29225 w 46397"/>
                <a:gd name="csY40" fmla="*/ 31685 h 47250"/>
                <a:gd name="csX41" fmla="*/ 29225 w 46397"/>
                <a:gd name="csY41" fmla="*/ 21391 h 47250"/>
                <a:gd name="csX42" fmla="*/ 12856 w 46397"/>
                <a:gd name="csY42" fmla="*/ 26362 h 47250"/>
                <a:gd name="csX43" fmla="*/ 7934 w 46397"/>
                <a:gd name="csY43" fmla="*/ 36204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6397" h="47250">
                  <a:moveTo>
                    <a:pt x="0" y="36305"/>
                  </a:moveTo>
                  <a:cubicBezTo>
                    <a:pt x="0" y="30480"/>
                    <a:pt x="3431" y="26027"/>
                    <a:pt x="10294" y="22947"/>
                  </a:cubicBezTo>
                  <a:cubicBezTo>
                    <a:pt x="14412" y="20973"/>
                    <a:pt x="20722" y="19734"/>
                    <a:pt x="29225" y="19232"/>
                  </a:cubicBezTo>
                  <a:lnTo>
                    <a:pt x="29225" y="15465"/>
                  </a:lnTo>
                  <a:cubicBezTo>
                    <a:pt x="29225" y="11214"/>
                    <a:pt x="28104" y="7967"/>
                    <a:pt x="25861" y="5724"/>
                  </a:cubicBezTo>
                  <a:cubicBezTo>
                    <a:pt x="23651" y="3448"/>
                    <a:pt x="21140" y="2309"/>
                    <a:pt x="18328" y="2309"/>
                  </a:cubicBezTo>
                  <a:cubicBezTo>
                    <a:pt x="13307" y="2309"/>
                    <a:pt x="9591" y="3883"/>
                    <a:pt x="7180" y="7030"/>
                  </a:cubicBezTo>
                  <a:cubicBezTo>
                    <a:pt x="9223" y="7097"/>
                    <a:pt x="10613" y="7649"/>
                    <a:pt x="11349" y="8687"/>
                  </a:cubicBezTo>
                  <a:cubicBezTo>
                    <a:pt x="12085" y="9691"/>
                    <a:pt x="12453" y="10712"/>
                    <a:pt x="12453" y="11750"/>
                  </a:cubicBezTo>
                  <a:cubicBezTo>
                    <a:pt x="12453" y="13122"/>
                    <a:pt x="12018" y="14260"/>
                    <a:pt x="11148" y="15165"/>
                  </a:cubicBezTo>
                  <a:cubicBezTo>
                    <a:pt x="10311" y="16035"/>
                    <a:pt x="9173" y="16469"/>
                    <a:pt x="7733" y="16469"/>
                  </a:cubicBezTo>
                  <a:cubicBezTo>
                    <a:pt x="6361" y="16469"/>
                    <a:pt x="5223" y="16051"/>
                    <a:pt x="4318" y="15215"/>
                  </a:cubicBezTo>
                  <a:cubicBezTo>
                    <a:pt x="3415" y="14344"/>
                    <a:pt x="2963" y="13156"/>
                    <a:pt x="2963" y="11649"/>
                  </a:cubicBezTo>
                  <a:cubicBezTo>
                    <a:pt x="2963" y="8301"/>
                    <a:pt x="4469" y="5523"/>
                    <a:pt x="7482" y="3314"/>
                  </a:cubicBezTo>
                  <a:cubicBezTo>
                    <a:pt x="10528" y="1105"/>
                    <a:pt x="14211" y="0"/>
                    <a:pt x="18529" y="0"/>
                  </a:cubicBezTo>
                  <a:cubicBezTo>
                    <a:pt x="24153" y="0"/>
                    <a:pt x="28840" y="1891"/>
                    <a:pt x="32590" y="5674"/>
                  </a:cubicBezTo>
                  <a:cubicBezTo>
                    <a:pt x="33761" y="6846"/>
                    <a:pt x="34631" y="8184"/>
                    <a:pt x="35201" y="9690"/>
                  </a:cubicBezTo>
                  <a:cubicBezTo>
                    <a:pt x="35803" y="11197"/>
                    <a:pt x="36138" y="12453"/>
                    <a:pt x="36205" y="13457"/>
                  </a:cubicBezTo>
                  <a:cubicBezTo>
                    <a:pt x="36272" y="14428"/>
                    <a:pt x="36305" y="15884"/>
                    <a:pt x="36305" y="17826"/>
                  </a:cubicBezTo>
                  <a:lnTo>
                    <a:pt x="36305" y="38363"/>
                  </a:lnTo>
                  <a:cubicBezTo>
                    <a:pt x="36305" y="38765"/>
                    <a:pt x="36372" y="39301"/>
                    <a:pt x="36505" y="39971"/>
                  </a:cubicBezTo>
                  <a:cubicBezTo>
                    <a:pt x="36640" y="40640"/>
                    <a:pt x="37009" y="41410"/>
                    <a:pt x="37611" y="42280"/>
                  </a:cubicBezTo>
                  <a:cubicBezTo>
                    <a:pt x="38247" y="43117"/>
                    <a:pt x="39084" y="43536"/>
                    <a:pt x="40121" y="43536"/>
                  </a:cubicBezTo>
                  <a:cubicBezTo>
                    <a:pt x="42598" y="43536"/>
                    <a:pt x="43820" y="41343"/>
                    <a:pt x="43787" y="36957"/>
                  </a:cubicBezTo>
                  <a:lnTo>
                    <a:pt x="43787" y="31182"/>
                  </a:lnTo>
                  <a:lnTo>
                    <a:pt x="46398" y="31182"/>
                  </a:lnTo>
                  <a:lnTo>
                    <a:pt x="46398" y="36957"/>
                  </a:lnTo>
                  <a:cubicBezTo>
                    <a:pt x="46398" y="40606"/>
                    <a:pt x="45427" y="43150"/>
                    <a:pt x="43485" y="44591"/>
                  </a:cubicBezTo>
                  <a:cubicBezTo>
                    <a:pt x="41577" y="45996"/>
                    <a:pt x="39736" y="46699"/>
                    <a:pt x="37962" y="46699"/>
                  </a:cubicBezTo>
                  <a:cubicBezTo>
                    <a:pt x="35686" y="46699"/>
                    <a:pt x="33829" y="45862"/>
                    <a:pt x="32389" y="44188"/>
                  </a:cubicBezTo>
                  <a:cubicBezTo>
                    <a:pt x="30950" y="42515"/>
                    <a:pt x="30129" y="40540"/>
                    <a:pt x="29928" y="38263"/>
                  </a:cubicBezTo>
                  <a:cubicBezTo>
                    <a:pt x="28890" y="40875"/>
                    <a:pt x="27183" y="43034"/>
                    <a:pt x="24806" y="44741"/>
                  </a:cubicBezTo>
                  <a:cubicBezTo>
                    <a:pt x="22463" y="46414"/>
                    <a:pt x="19685" y="47251"/>
                    <a:pt x="16471" y="47251"/>
                  </a:cubicBezTo>
                  <a:cubicBezTo>
                    <a:pt x="13993" y="47251"/>
                    <a:pt x="11583" y="46933"/>
                    <a:pt x="9240" y="46297"/>
                  </a:cubicBezTo>
                  <a:cubicBezTo>
                    <a:pt x="6930" y="45694"/>
                    <a:pt x="4804" y="44540"/>
                    <a:pt x="2862" y="42833"/>
                  </a:cubicBezTo>
                  <a:cubicBezTo>
                    <a:pt x="954" y="41092"/>
                    <a:pt x="0" y="38916"/>
                    <a:pt x="0" y="36305"/>
                  </a:cubicBezTo>
                  <a:moveTo>
                    <a:pt x="7934" y="36204"/>
                  </a:moveTo>
                  <a:cubicBezTo>
                    <a:pt x="7934" y="38748"/>
                    <a:pt x="8838" y="40840"/>
                    <a:pt x="10646" y="42481"/>
                  </a:cubicBezTo>
                  <a:cubicBezTo>
                    <a:pt x="12454" y="44121"/>
                    <a:pt x="14630" y="44941"/>
                    <a:pt x="17174" y="44941"/>
                  </a:cubicBezTo>
                  <a:cubicBezTo>
                    <a:pt x="20053" y="44941"/>
                    <a:pt x="22781" y="43837"/>
                    <a:pt x="25359" y="41628"/>
                  </a:cubicBezTo>
                  <a:cubicBezTo>
                    <a:pt x="27937" y="39385"/>
                    <a:pt x="29225" y="36070"/>
                    <a:pt x="29225" y="31685"/>
                  </a:cubicBezTo>
                  <a:lnTo>
                    <a:pt x="29225" y="21391"/>
                  </a:lnTo>
                  <a:cubicBezTo>
                    <a:pt x="21626" y="21659"/>
                    <a:pt x="16169" y="23315"/>
                    <a:pt x="12856" y="26362"/>
                  </a:cubicBezTo>
                  <a:cubicBezTo>
                    <a:pt x="9574" y="29374"/>
                    <a:pt x="7934" y="32655"/>
                    <a:pt x="7934" y="3620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52A092C0-73C2-61C0-5365-F26E2ACFCBE9}"/>
                </a:ext>
              </a:extLst>
            </p:cNvPr>
            <p:cNvSpPr/>
            <p:nvPr/>
          </p:nvSpPr>
          <p:spPr>
            <a:xfrm>
              <a:off x="5678520" y="1529452"/>
              <a:ext cx="32186" cy="64424"/>
            </a:xfrm>
            <a:custGeom>
              <a:avLst/>
              <a:gdLst>
                <a:gd name="csX0" fmla="*/ 0 w 32186"/>
                <a:gd name="csY0" fmla="*/ 22145 h 64424"/>
                <a:gd name="csX1" fmla="*/ 0 w 32186"/>
                <a:gd name="csY1" fmla="*/ 19884 h 64424"/>
                <a:gd name="csX2" fmla="*/ 7833 w 32186"/>
                <a:gd name="csY2" fmla="*/ 16370 h 64424"/>
                <a:gd name="csX3" fmla="*/ 12052 w 32186"/>
                <a:gd name="csY3" fmla="*/ 8888 h 64424"/>
                <a:gd name="csX4" fmla="*/ 13257 w 32186"/>
                <a:gd name="csY4" fmla="*/ 0 h 64424"/>
                <a:gd name="csX5" fmla="*/ 15817 w 32186"/>
                <a:gd name="csY5" fmla="*/ 0 h 64424"/>
                <a:gd name="csX6" fmla="*/ 15817 w 32186"/>
                <a:gd name="csY6" fmla="*/ 18930 h 64424"/>
                <a:gd name="csX7" fmla="*/ 30530 w 32186"/>
                <a:gd name="csY7" fmla="*/ 18930 h 64424"/>
                <a:gd name="csX8" fmla="*/ 30530 w 32186"/>
                <a:gd name="csY8" fmla="*/ 22145 h 64424"/>
                <a:gd name="csX9" fmla="*/ 15817 w 32186"/>
                <a:gd name="csY9" fmla="*/ 22145 h 64424"/>
                <a:gd name="csX10" fmla="*/ 15817 w 32186"/>
                <a:gd name="csY10" fmla="*/ 50716 h 64424"/>
                <a:gd name="csX11" fmla="*/ 22746 w 32186"/>
                <a:gd name="csY11" fmla="*/ 61814 h 64424"/>
                <a:gd name="csX12" fmla="*/ 27668 w 32186"/>
                <a:gd name="csY12" fmla="*/ 58801 h 64424"/>
                <a:gd name="csX13" fmla="*/ 29627 w 32186"/>
                <a:gd name="csY13" fmla="*/ 50315 h 64424"/>
                <a:gd name="csX14" fmla="*/ 29627 w 32186"/>
                <a:gd name="csY14" fmla="*/ 44641 h 64424"/>
                <a:gd name="csX15" fmla="*/ 32187 w 32186"/>
                <a:gd name="csY15" fmla="*/ 44641 h 64424"/>
                <a:gd name="csX16" fmla="*/ 32187 w 32186"/>
                <a:gd name="csY16" fmla="*/ 50515 h 64424"/>
                <a:gd name="csX17" fmla="*/ 29627 w 32186"/>
                <a:gd name="csY17" fmla="*/ 60258 h 64424"/>
                <a:gd name="csX18" fmla="*/ 21993 w 32186"/>
                <a:gd name="csY18" fmla="*/ 64424 h 64424"/>
                <a:gd name="csX19" fmla="*/ 18278 w 32186"/>
                <a:gd name="csY19" fmla="*/ 63924 h 64424"/>
                <a:gd name="csX20" fmla="*/ 14059 w 32186"/>
                <a:gd name="csY20" fmla="*/ 62265 h 64424"/>
                <a:gd name="csX21" fmla="*/ 10192 w 32186"/>
                <a:gd name="csY21" fmla="*/ 57997 h 64424"/>
                <a:gd name="csX22" fmla="*/ 8736 w 32186"/>
                <a:gd name="csY22" fmla="*/ 50515 h 64424"/>
                <a:gd name="csX23" fmla="*/ 8736 w 32186"/>
                <a:gd name="csY23" fmla="*/ 22145 h 64424"/>
                <a:gd name="csX24" fmla="*/ 0 w 32186"/>
                <a:gd name="csY24" fmla="*/ 22145 h 64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2186" h="64424">
                  <a:moveTo>
                    <a:pt x="0" y="22145"/>
                  </a:moveTo>
                  <a:lnTo>
                    <a:pt x="0" y="19884"/>
                  </a:lnTo>
                  <a:cubicBezTo>
                    <a:pt x="3146" y="19751"/>
                    <a:pt x="5757" y="18579"/>
                    <a:pt x="7833" y="16370"/>
                  </a:cubicBezTo>
                  <a:cubicBezTo>
                    <a:pt x="9942" y="14127"/>
                    <a:pt x="11348" y="11633"/>
                    <a:pt x="12052" y="8888"/>
                  </a:cubicBezTo>
                  <a:cubicBezTo>
                    <a:pt x="12788" y="6143"/>
                    <a:pt x="13189" y="3180"/>
                    <a:pt x="13257" y="0"/>
                  </a:cubicBezTo>
                  <a:lnTo>
                    <a:pt x="15817" y="0"/>
                  </a:lnTo>
                  <a:lnTo>
                    <a:pt x="15817" y="18930"/>
                  </a:lnTo>
                  <a:lnTo>
                    <a:pt x="30530" y="18930"/>
                  </a:lnTo>
                  <a:lnTo>
                    <a:pt x="30530" y="22145"/>
                  </a:lnTo>
                  <a:lnTo>
                    <a:pt x="15817" y="22145"/>
                  </a:lnTo>
                  <a:lnTo>
                    <a:pt x="15817" y="50716"/>
                  </a:lnTo>
                  <a:cubicBezTo>
                    <a:pt x="15817" y="58114"/>
                    <a:pt x="18127" y="61814"/>
                    <a:pt x="22746" y="61814"/>
                  </a:cubicBezTo>
                  <a:cubicBezTo>
                    <a:pt x="24722" y="61814"/>
                    <a:pt x="26362" y="60810"/>
                    <a:pt x="27668" y="58801"/>
                  </a:cubicBezTo>
                  <a:cubicBezTo>
                    <a:pt x="28974" y="56760"/>
                    <a:pt x="29627" y="53931"/>
                    <a:pt x="29627" y="50315"/>
                  </a:cubicBezTo>
                  <a:lnTo>
                    <a:pt x="29627" y="44641"/>
                  </a:lnTo>
                  <a:lnTo>
                    <a:pt x="32187" y="44641"/>
                  </a:lnTo>
                  <a:lnTo>
                    <a:pt x="32187" y="50515"/>
                  </a:lnTo>
                  <a:cubicBezTo>
                    <a:pt x="32187" y="54231"/>
                    <a:pt x="31333" y="57479"/>
                    <a:pt x="29627" y="60258"/>
                  </a:cubicBezTo>
                  <a:cubicBezTo>
                    <a:pt x="27919" y="63036"/>
                    <a:pt x="25374" y="64424"/>
                    <a:pt x="21993" y="64424"/>
                  </a:cubicBezTo>
                  <a:cubicBezTo>
                    <a:pt x="20755" y="64424"/>
                    <a:pt x="19516" y="64258"/>
                    <a:pt x="18278" y="63924"/>
                  </a:cubicBezTo>
                  <a:cubicBezTo>
                    <a:pt x="17072" y="63622"/>
                    <a:pt x="15666" y="63069"/>
                    <a:pt x="14059" y="62265"/>
                  </a:cubicBezTo>
                  <a:cubicBezTo>
                    <a:pt x="12486" y="61429"/>
                    <a:pt x="11197" y="60007"/>
                    <a:pt x="10192" y="57997"/>
                  </a:cubicBezTo>
                  <a:cubicBezTo>
                    <a:pt x="9222" y="55956"/>
                    <a:pt x="8736" y="53462"/>
                    <a:pt x="8736" y="50515"/>
                  </a:cubicBezTo>
                  <a:lnTo>
                    <a:pt x="8736" y="22145"/>
                  </a:lnTo>
                  <a:lnTo>
                    <a:pt x="0" y="22145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D682432D-CE44-0A33-EA91-1C0C1FBA1660}"/>
                </a:ext>
              </a:extLst>
            </p:cNvPr>
            <p:cNvSpPr/>
            <p:nvPr/>
          </p:nvSpPr>
          <p:spPr>
            <a:xfrm>
              <a:off x="5716771" y="1523928"/>
              <a:ext cx="21994" cy="68793"/>
            </a:xfrm>
            <a:custGeom>
              <a:avLst/>
              <a:gdLst>
                <a:gd name="csX0" fmla="*/ 0 w 21994"/>
                <a:gd name="csY0" fmla="*/ 68793 h 68793"/>
                <a:gd name="csX1" fmla="*/ 0 w 21994"/>
                <a:gd name="csY1" fmla="*/ 65630 h 68793"/>
                <a:gd name="csX2" fmla="*/ 6729 w 21994"/>
                <a:gd name="csY2" fmla="*/ 64977 h 68793"/>
                <a:gd name="csX3" fmla="*/ 7984 w 21994"/>
                <a:gd name="csY3" fmla="*/ 60961 h 68793"/>
                <a:gd name="csX4" fmla="*/ 7984 w 21994"/>
                <a:gd name="csY4" fmla="*/ 33293 h 68793"/>
                <a:gd name="csX5" fmla="*/ 6678 w 21994"/>
                <a:gd name="csY5" fmla="*/ 28572 h 68793"/>
                <a:gd name="csX6" fmla="*/ 401 w 21994"/>
                <a:gd name="csY6" fmla="*/ 27668 h 68793"/>
                <a:gd name="csX7" fmla="*/ 401 w 21994"/>
                <a:gd name="csY7" fmla="*/ 24454 h 68793"/>
                <a:gd name="csX8" fmla="*/ 14764 w 21994"/>
                <a:gd name="csY8" fmla="*/ 23350 h 68793"/>
                <a:gd name="csX9" fmla="*/ 14764 w 21994"/>
                <a:gd name="csY9" fmla="*/ 61060 h 68793"/>
                <a:gd name="csX10" fmla="*/ 15868 w 21994"/>
                <a:gd name="csY10" fmla="*/ 64878 h 68793"/>
                <a:gd name="csX11" fmla="*/ 21995 w 21994"/>
                <a:gd name="csY11" fmla="*/ 65630 h 68793"/>
                <a:gd name="csX12" fmla="*/ 21995 w 21994"/>
                <a:gd name="csY12" fmla="*/ 68793 h 68793"/>
                <a:gd name="csX13" fmla="*/ 11298 w 21994"/>
                <a:gd name="csY13" fmla="*/ 68492 h 68793"/>
                <a:gd name="csX14" fmla="*/ 0 w 21994"/>
                <a:gd name="csY14" fmla="*/ 68793 h 68793"/>
                <a:gd name="csX15" fmla="*/ 4318 w 21994"/>
                <a:gd name="csY15" fmla="*/ 5422 h 68793"/>
                <a:gd name="csX16" fmla="*/ 5876 w 21994"/>
                <a:gd name="csY16" fmla="*/ 1707 h 68793"/>
                <a:gd name="csX17" fmla="*/ 9742 w 21994"/>
                <a:gd name="csY17" fmla="*/ 0 h 68793"/>
                <a:gd name="csX18" fmla="*/ 13609 w 21994"/>
                <a:gd name="csY18" fmla="*/ 1557 h 68793"/>
                <a:gd name="csX19" fmla="*/ 15215 w 21994"/>
                <a:gd name="csY19" fmla="*/ 5473 h 68793"/>
                <a:gd name="csX20" fmla="*/ 13609 w 21994"/>
                <a:gd name="csY20" fmla="*/ 9390 h 68793"/>
                <a:gd name="csX21" fmla="*/ 9742 w 21994"/>
                <a:gd name="csY21" fmla="*/ 10897 h 68793"/>
                <a:gd name="csX22" fmla="*/ 5825 w 21994"/>
                <a:gd name="csY22" fmla="*/ 9240 h 68793"/>
                <a:gd name="csX23" fmla="*/ 4318 w 21994"/>
                <a:gd name="csY23" fmla="*/ 5422 h 6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94" h="68793">
                  <a:moveTo>
                    <a:pt x="0" y="68793"/>
                  </a:moveTo>
                  <a:lnTo>
                    <a:pt x="0" y="65630"/>
                  </a:lnTo>
                  <a:cubicBezTo>
                    <a:pt x="3649" y="65630"/>
                    <a:pt x="5892" y="65412"/>
                    <a:pt x="6729" y="64977"/>
                  </a:cubicBezTo>
                  <a:cubicBezTo>
                    <a:pt x="7566" y="64509"/>
                    <a:pt x="7984" y="63170"/>
                    <a:pt x="7984" y="60961"/>
                  </a:cubicBezTo>
                  <a:lnTo>
                    <a:pt x="7984" y="33293"/>
                  </a:lnTo>
                  <a:cubicBezTo>
                    <a:pt x="7984" y="30749"/>
                    <a:pt x="7549" y="29175"/>
                    <a:pt x="6678" y="28572"/>
                  </a:cubicBezTo>
                  <a:cubicBezTo>
                    <a:pt x="5842" y="27969"/>
                    <a:pt x="3750" y="27668"/>
                    <a:pt x="401" y="27668"/>
                  </a:cubicBezTo>
                  <a:lnTo>
                    <a:pt x="401" y="24454"/>
                  </a:lnTo>
                  <a:lnTo>
                    <a:pt x="14764" y="23350"/>
                  </a:lnTo>
                  <a:lnTo>
                    <a:pt x="14764" y="61060"/>
                  </a:lnTo>
                  <a:cubicBezTo>
                    <a:pt x="14764" y="63103"/>
                    <a:pt x="15132" y="64375"/>
                    <a:pt x="15868" y="64878"/>
                  </a:cubicBezTo>
                  <a:cubicBezTo>
                    <a:pt x="16605" y="65379"/>
                    <a:pt x="18647" y="65630"/>
                    <a:pt x="21995" y="65630"/>
                  </a:cubicBezTo>
                  <a:lnTo>
                    <a:pt x="21995" y="68793"/>
                  </a:lnTo>
                  <a:cubicBezTo>
                    <a:pt x="14997" y="68592"/>
                    <a:pt x="11432" y="68492"/>
                    <a:pt x="11298" y="68492"/>
                  </a:cubicBezTo>
                  <a:cubicBezTo>
                    <a:pt x="10361" y="68492"/>
                    <a:pt x="6595" y="68592"/>
                    <a:pt x="0" y="68793"/>
                  </a:cubicBezTo>
                  <a:moveTo>
                    <a:pt x="4318" y="5422"/>
                  </a:moveTo>
                  <a:cubicBezTo>
                    <a:pt x="4318" y="4050"/>
                    <a:pt x="4838" y="2812"/>
                    <a:pt x="5876" y="1707"/>
                  </a:cubicBezTo>
                  <a:cubicBezTo>
                    <a:pt x="6947" y="569"/>
                    <a:pt x="8236" y="0"/>
                    <a:pt x="9742" y="0"/>
                  </a:cubicBezTo>
                  <a:cubicBezTo>
                    <a:pt x="11248" y="0"/>
                    <a:pt x="12537" y="519"/>
                    <a:pt x="13609" y="1557"/>
                  </a:cubicBezTo>
                  <a:cubicBezTo>
                    <a:pt x="14680" y="2561"/>
                    <a:pt x="15215" y="3866"/>
                    <a:pt x="15215" y="5473"/>
                  </a:cubicBezTo>
                  <a:cubicBezTo>
                    <a:pt x="15215" y="7046"/>
                    <a:pt x="14680" y="8352"/>
                    <a:pt x="13609" y="9390"/>
                  </a:cubicBezTo>
                  <a:cubicBezTo>
                    <a:pt x="12537" y="10395"/>
                    <a:pt x="11248" y="10897"/>
                    <a:pt x="9742" y="10897"/>
                  </a:cubicBezTo>
                  <a:cubicBezTo>
                    <a:pt x="8169" y="10897"/>
                    <a:pt x="6863" y="10345"/>
                    <a:pt x="5825" y="9240"/>
                  </a:cubicBezTo>
                  <a:cubicBezTo>
                    <a:pt x="4821" y="8135"/>
                    <a:pt x="4318" y="6863"/>
                    <a:pt x="4318" y="542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2D4FC519-8183-E756-884B-7179A353DF6E}"/>
                </a:ext>
              </a:extLst>
            </p:cNvPr>
            <p:cNvSpPr/>
            <p:nvPr/>
          </p:nvSpPr>
          <p:spPr>
            <a:xfrm>
              <a:off x="5747851" y="1546626"/>
              <a:ext cx="45593" cy="47250"/>
            </a:xfrm>
            <a:custGeom>
              <a:avLst/>
              <a:gdLst>
                <a:gd name="csX0" fmla="*/ 6779 w 45593"/>
                <a:gd name="csY0" fmla="*/ 40573 h 47250"/>
                <a:gd name="csX1" fmla="*/ 0 w 45593"/>
                <a:gd name="csY1" fmla="*/ 24103 h 47250"/>
                <a:gd name="csX2" fmla="*/ 6628 w 45593"/>
                <a:gd name="csY2" fmla="*/ 7180 h 47250"/>
                <a:gd name="csX3" fmla="*/ 22847 w 45593"/>
                <a:gd name="csY3" fmla="*/ 0 h 47250"/>
                <a:gd name="csX4" fmla="*/ 38865 w 45593"/>
                <a:gd name="csY4" fmla="*/ 7130 h 47250"/>
                <a:gd name="csX5" fmla="*/ 45594 w 45593"/>
                <a:gd name="csY5" fmla="*/ 24103 h 47250"/>
                <a:gd name="csX6" fmla="*/ 38815 w 45593"/>
                <a:gd name="csY6" fmla="*/ 40522 h 47250"/>
                <a:gd name="csX7" fmla="*/ 22746 w 45593"/>
                <a:gd name="csY7" fmla="*/ 47251 h 47250"/>
                <a:gd name="csX8" fmla="*/ 6779 w 45593"/>
                <a:gd name="csY8" fmla="*/ 40573 h 47250"/>
                <a:gd name="csX9" fmla="*/ 8536 w 45593"/>
                <a:gd name="csY9" fmla="*/ 23249 h 47250"/>
                <a:gd name="csX10" fmla="*/ 11147 w 45593"/>
                <a:gd name="csY10" fmla="*/ 37761 h 47250"/>
                <a:gd name="csX11" fmla="*/ 22847 w 45593"/>
                <a:gd name="csY11" fmla="*/ 44640 h 47250"/>
                <a:gd name="csX12" fmla="*/ 29827 w 45593"/>
                <a:gd name="csY12" fmla="*/ 42582 h 47250"/>
                <a:gd name="csX13" fmla="*/ 34798 w 45593"/>
                <a:gd name="csY13" fmla="*/ 37058 h 47250"/>
                <a:gd name="csX14" fmla="*/ 37058 w 45593"/>
                <a:gd name="csY14" fmla="*/ 23249 h 47250"/>
                <a:gd name="csX15" fmla="*/ 34346 w 45593"/>
                <a:gd name="csY15" fmla="*/ 8987 h 47250"/>
                <a:gd name="csX16" fmla="*/ 22746 w 45593"/>
                <a:gd name="csY16" fmla="*/ 2309 h 47250"/>
                <a:gd name="csX17" fmla="*/ 16169 w 45593"/>
                <a:gd name="csY17" fmla="*/ 4067 h 47250"/>
                <a:gd name="csX18" fmla="*/ 10997 w 45593"/>
                <a:gd name="csY18" fmla="*/ 9189 h 47250"/>
                <a:gd name="csX19" fmla="*/ 8536 w 45593"/>
                <a:gd name="csY19" fmla="*/ 23249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5593" h="47250">
                  <a:moveTo>
                    <a:pt x="6779" y="40573"/>
                  </a:moveTo>
                  <a:cubicBezTo>
                    <a:pt x="2260" y="36087"/>
                    <a:pt x="0" y="30597"/>
                    <a:pt x="0" y="24103"/>
                  </a:cubicBezTo>
                  <a:cubicBezTo>
                    <a:pt x="0" y="17575"/>
                    <a:pt x="2209" y="11934"/>
                    <a:pt x="6628" y="7180"/>
                  </a:cubicBezTo>
                  <a:cubicBezTo>
                    <a:pt x="11080" y="2393"/>
                    <a:pt x="16486" y="0"/>
                    <a:pt x="22847" y="0"/>
                  </a:cubicBezTo>
                  <a:cubicBezTo>
                    <a:pt x="29074" y="0"/>
                    <a:pt x="34413" y="2377"/>
                    <a:pt x="38865" y="7130"/>
                  </a:cubicBezTo>
                  <a:cubicBezTo>
                    <a:pt x="43351" y="11850"/>
                    <a:pt x="45594" y="17508"/>
                    <a:pt x="45594" y="24103"/>
                  </a:cubicBezTo>
                  <a:cubicBezTo>
                    <a:pt x="45594" y="30563"/>
                    <a:pt x="43334" y="36036"/>
                    <a:pt x="38815" y="40522"/>
                  </a:cubicBezTo>
                  <a:cubicBezTo>
                    <a:pt x="34329" y="45008"/>
                    <a:pt x="28973" y="47251"/>
                    <a:pt x="22746" y="47251"/>
                  </a:cubicBezTo>
                  <a:cubicBezTo>
                    <a:pt x="16654" y="47251"/>
                    <a:pt x="11331" y="45025"/>
                    <a:pt x="6779" y="40573"/>
                  </a:cubicBezTo>
                  <a:moveTo>
                    <a:pt x="8536" y="23249"/>
                  </a:moveTo>
                  <a:cubicBezTo>
                    <a:pt x="8536" y="29911"/>
                    <a:pt x="9406" y="34748"/>
                    <a:pt x="11147" y="37761"/>
                  </a:cubicBezTo>
                  <a:cubicBezTo>
                    <a:pt x="13825" y="42347"/>
                    <a:pt x="17726" y="44640"/>
                    <a:pt x="22847" y="44640"/>
                  </a:cubicBezTo>
                  <a:cubicBezTo>
                    <a:pt x="25391" y="44640"/>
                    <a:pt x="27718" y="43954"/>
                    <a:pt x="29827" y="42582"/>
                  </a:cubicBezTo>
                  <a:cubicBezTo>
                    <a:pt x="31969" y="41209"/>
                    <a:pt x="33626" y="39367"/>
                    <a:pt x="34798" y="37058"/>
                  </a:cubicBezTo>
                  <a:cubicBezTo>
                    <a:pt x="36305" y="34045"/>
                    <a:pt x="37058" y="29442"/>
                    <a:pt x="37058" y="23249"/>
                  </a:cubicBezTo>
                  <a:cubicBezTo>
                    <a:pt x="37058" y="16654"/>
                    <a:pt x="36154" y="11900"/>
                    <a:pt x="34346" y="8987"/>
                  </a:cubicBezTo>
                  <a:cubicBezTo>
                    <a:pt x="31668" y="4535"/>
                    <a:pt x="27802" y="2309"/>
                    <a:pt x="22746" y="2309"/>
                  </a:cubicBezTo>
                  <a:cubicBezTo>
                    <a:pt x="20537" y="2309"/>
                    <a:pt x="18345" y="2895"/>
                    <a:pt x="16169" y="4067"/>
                  </a:cubicBezTo>
                  <a:cubicBezTo>
                    <a:pt x="14026" y="5205"/>
                    <a:pt x="12302" y="6913"/>
                    <a:pt x="10997" y="9189"/>
                  </a:cubicBezTo>
                  <a:cubicBezTo>
                    <a:pt x="9356" y="12202"/>
                    <a:pt x="8536" y="16888"/>
                    <a:pt x="8536" y="23249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592E4CC-81D1-309A-742B-999BD8DD58E1}"/>
                </a:ext>
              </a:extLst>
            </p:cNvPr>
            <p:cNvSpPr/>
            <p:nvPr/>
          </p:nvSpPr>
          <p:spPr>
            <a:xfrm>
              <a:off x="5796717" y="1547278"/>
              <a:ext cx="51720" cy="45443"/>
            </a:xfrm>
            <a:custGeom>
              <a:avLst/>
              <a:gdLst>
                <a:gd name="csX0" fmla="*/ 0 w 51720"/>
                <a:gd name="csY0" fmla="*/ 45444 h 45443"/>
                <a:gd name="csX1" fmla="*/ 0 w 51720"/>
                <a:gd name="csY1" fmla="*/ 42280 h 45443"/>
                <a:gd name="csX2" fmla="*/ 6729 w 51720"/>
                <a:gd name="csY2" fmla="*/ 41628 h 45443"/>
                <a:gd name="csX3" fmla="*/ 7984 w 51720"/>
                <a:gd name="csY3" fmla="*/ 37611 h 45443"/>
                <a:gd name="csX4" fmla="*/ 7984 w 51720"/>
                <a:gd name="csY4" fmla="*/ 10042 h 45443"/>
                <a:gd name="csX5" fmla="*/ 6629 w 51720"/>
                <a:gd name="csY5" fmla="*/ 5272 h 45443"/>
                <a:gd name="csX6" fmla="*/ 0 w 51720"/>
                <a:gd name="csY6" fmla="*/ 4318 h 45443"/>
                <a:gd name="csX7" fmla="*/ 0 w 51720"/>
                <a:gd name="csY7" fmla="*/ 1104 h 45443"/>
                <a:gd name="csX8" fmla="*/ 14462 w 51720"/>
                <a:gd name="csY8" fmla="*/ 0 h 45443"/>
                <a:gd name="csX9" fmla="*/ 14462 w 51720"/>
                <a:gd name="csY9" fmla="*/ 10796 h 45443"/>
                <a:gd name="csX10" fmla="*/ 29677 w 51720"/>
                <a:gd name="csY10" fmla="*/ 0 h 45443"/>
                <a:gd name="csX11" fmla="*/ 40473 w 51720"/>
                <a:gd name="csY11" fmla="*/ 3816 h 45443"/>
                <a:gd name="csX12" fmla="*/ 43185 w 51720"/>
                <a:gd name="csY12" fmla="*/ 9240 h 45443"/>
                <a:gd name="csX13" fmla="*/ 43687 w 51720"/>
                <a:gd name="csY13" fmla="*/ 19534 h 45443"/>
                <a:gd name="csX14" fmla="*/ 43687 w 51720"/>
                <a:gd name="csY14" fmla="*/ 39167 h 45443"/>
                <a:gd name="csX15" fmla="*/ 45444 w 51720"/>
                <a:gd name="csY15" fmla="*/ 41828 h 45443"/>
                <a:gd name="csX16" fmla="*/ 51721 w 51720"/>
                <a:gd name="csY16" fmla="*/ 42280 h 45443"/>
                <a:gd name="csX17" fmla="*/ 51721 w 51720"/>
                <a:gd name="csY17" fmla="*/ 45444 h 45443"/>
                <a:gd name="csX18" fmla="*/ 40171 w 51720"/>
                <a:gd name="csY18" fmla="*/ 45142 h 45443"/>
                <a:gd name="csX19" fmla="*/ 28572 w 51720"/>
                <a:gd name="csY19" fmla="*/ 45444 h 45443"/>
                <a:gd name="csX20" fmla="*/ 28572 w 51720"/>
                <a:gd name="csY20" fmla="*/ 42280 h 45443"/>
                <a:gd name="csX21" fmla="*/ 35302 w 51720"/>
                <a:gd name="csY21" fmla="*/ 41628 h 45443"/>
                <a:gd name="csX22" fmla="*/ 36606 w 51720"/>
                <a:gd name="csY22" fmla="*/ 37611 h 45443"/>
                <a:gd name="csX23" fmla="*/ 36606 w 51720"/>
                <a:gd name="csY23" fmla="*/ 13658 h 45443"/>
                <a:gd name="csX24" fmla="*/ 35000 w 51720"/>
                <a:gd name="csY24" fmla="*/ 5373 h 45443"/>
                <a:gd name="csX25" fmla="*/ 28974 w 51720"/>
                <a:gd name="csY25" fmla="*/ 2260 h 45443"/>
                <a:gd name="csX26" fmla="*/ 19384 w 51720"/>
                <a:gd name="csY26" fmla="*/ 6729 h 45443"/>
                <a:gd name="csX27" fmla="*/ 15114 w 51720"/>
                <a:gd name="csY27" fmla="*/ 18730 h 45443"/>
                <a:gd name="csX28" fmla="*/ 15114 w 51720"/>
                <a:gd name="csY28" fmla="*/ 37611 h 45443"/>
                <a:gd name="csX29" fmla="*/ 16370 w 51720"/>
                <a:gd name="csY29" fmla="*/ 41628 h 45443"/>
                <a:gd name="csX30" fmla="*/ 23099 w 51720"/>
                <a:gd name="csY30" fmla="*/ 42280 h 45443"/>
                <a:gd name="csX31" fmla="*/ 23099 w 51720"/>
                <a:gd name="csY31" fmla="*/ 45444 h 45443"/>
                <a:gd name="csX32" fmla="*/ 11600 w 51720"/>
                <a:gd name="csY32" fmla="*/ 45142 h 45443"/>
                <a:gd name="csX33" fmla="*/ 0 w 51720"/>
                <a:gd name="csY33" fmla="*/ 45444 h 4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1720" h="45443">
                  <a:moveTo>
                    <a:pt x="0" y="45444"/>
                  </a:moveTo>
                  <a:lnTo>
                    <a:pt x="0" y="42280"/>
                  </a:lnTo>
                  <a:cubicBezTo>
                    <a:pt x="3649" y="42280"/>
                    <a:pt x="5892" y="42062"/>
                    <a:pt x="6729" y="41628"/>
                  </a:cubicBezTo>
                  <a:cubicBezTo>
                    <a:pt x="7566" y="41159"/>
                    <a:pt x="7984" y="39820"/>
                    <a:pt x="7984" y="37611"/>
                  </a:cubicBezTo>
                  <a:lnTo>
                    <a:pt x="7984" y="10042"/>
                  </a:lnTo>
                  <a:cubicBezTo>
                    <a:pt x="7984" y="7498"/>
                    <a:pt x="7533" y="5908"/>
                    <a:pt x="6629" y="5272"/>
                  </a:cubicBezTo>
                  <a:cubicBezTo>
                    <a:pt x="5758" y="4636"/>
                    <a:pt x="3549" y="4318"/>
                    <a:pt x="0" y="4318"/>
                  </a:cubicBezTo>
                  <a:lnTo>
                    <a:pt x="0" y="1104"/>
                  </a:lnTo>
                  <a:lnTo>
                    <a:pt x="14462" y="0"/>
                  </a:lnTo>
                  <a:lnTo>
                    <a:pt x="14462" y="10796"/>
                  </a:lnTo>
                  <a:cubicBezTo>
                    <a:pt x="17676" y="3599"/>
                    <a:pt x="22747" y="0"/>
                    <a:pt x="29677" y="0"/>
                  </a:cubicBezTo>
                  <a:cubicBezTo>
                    <a:pt x="34833" y="0"/>
                    <a:pt x="38431" y="1272"/>
                    <a:pt x="40473" y="3816"/>
                  </a:cubicBezTo>
                  <a:cubicBezTo>
                    <a:pt x="41980" y="5524"/>
                    <a:pt x="42884" y="7332"/>
                    <a:pt x="43185" y="9240"/>
                  </a:cubicBezTo>
                  <a:cubicBezTo>
                    <a:pt x="43520" y="11148"/>
                    <a:pt x="43687" y="14579"/>
                    <a:pt x="43687" y="19534"/>
                  </a:cubicBezTo>
                  <a:lnTo>
                    <a:pt x="43687" y="39167"/>
                  </a:lnTo>
                  <a:cubicBezTo>
                    <a:pt x="43754" y="40606"/>
                    <a:pt x="44339" y="41493"/>
                    <a:pt x="45444" y="41828"/>
                  </a:cubicBezTo>
                  <a:cubicBezTo>
                    <a:pt x="46548" y="42129"/>
                    <a:pt x="48641" y="42280"/>
                    <a:pt x="51721" y="42280"/>
                  </a:cubicBezTo>
                  <a:lnTo>
                    <a:pt x="51721" y="45444"/>
                  </a:lnTo>
                  <a:cubicBezTo>
                    <a:pt x="44724" y="45243"/>
                    <a:pt x="40875" y="45142"/>
                    <a:pt x="40171" y="45142"/>
                  </a:cubicBezTo>
                  <a:cubicBezTo>
                    <a:pt x="39636" y="45142"/>
                    <a:pt x="35770" y="45243"/>
                    <a:pt x="28572" y="45444"/>
                  </a:cubicBezTo>
                  <a:lnTo>
                    <a:pt x="28572" y="42280"/>
                  </a:lnTo>
                  <a:cubicBezTo>
                    <a:pt x="32221" y="42280"/>
                    <a:pt x="34465" y="42062"/>
                    <a:pt x="35302" y="41628"/>
                  </a:cubicBezTo>
                  <a:cubicBezTo>
                    <a:pt x="36171" y="41159"/>
                    <a:pt x="36606" y="39820"/>
                    <a:pt x="36606" y="37611"/>
                  </a:cubicBezTo>
                  <a:lnTo>
                    <a:pt x="36606" y="13658"/>
                  </a:lnTo>
                  <a:cubicBezTo>
                    <a:pt x="36606" y="10177"/>
                    <a:pt x="36071" y="7415"/>
                    <a:pt x="35000" y="5373"/>
                  </a:cubicBezTo>
                  <a:cubicBezTo>
                    <a:pt x="33928" y="3298"/>
                    <a:pt x="31920" y="2260"/>
                    <a:pt x="28974" y="2260"/>
                  </a:cubicBezTo>
                  <a:cubicBezTo>
                    <a:pt x="25426" y="2260"/>
                    <a:pt x="22229" y="3750"/>
                    <a:pt x="19384" y="6729"/>
                  </a:cubicBezTo>
                  <a:cubicBezTo>
                    <a:pt x="16537" y="9708"/>
                    <a:pt x="15114" y="13708"/>
                    <a:pt x="15114" y="18730"/>
                  </a:cubicBezTo>
                  <a:lnTo>
                    <a:pt x="15114" y="37611"/>
                  </a:lnTo>
                  <a:cubicBezTo>
                    <a:pt x="15114" y="39820"/>
                    <a:pt x="15533" y="41159"/>
                    <a:pt x="16370" y="41628"/>
                  </a:cubicBezTo>
                  <a:cubicBezTo>
                    <a:pt x="17241" y="42062"/>
                    <a:pt x="19484" y="42280"/>
                    <a:pt x="23099" y="42280"/>
                  </a:cubicBezTo>
                  <a:lnTo>
                    <a:pt x="23099" y="45444"/>
                  </a:lnTo>
                  <a:cubicBezTo>
                    <a:pt x="16102" y="45243"/>
                    <a:pt x="12269" y="45142"/>
                    <a:pt x="11600" y="45142"/>
                  </a:cubicBezTo>
                  <a:cubicBezTo>
                    <a:pt x="11064" y="45142"/>
                    <a:pt x="7197" y="45243"/>
                    <a:pt x="0" y="4544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E572ABAD-4D9B-3D16-278B-6BBC09106358}"/>
              </a:ext>
            </a:extLst>
          </p:cNvPr>
          <p:cNvGrpSpPr/>
          <p:nvPr/>
        </p:nvGrpSpPr>
        <p:grpSpPr>
          <a:xfrm>
            <a:off x="7064281" y="2836740"/>
            <a:ext cx="400126" cy="159445"/>
            <a:chOff x="4863397" y="1618748"/>
            <a:chExt cx="400126" cy="159445"/>
          </a:xfrm>
        </p:grpSpPr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6F408FC4-ED3F-1FFF-1CD4-B9FDCCB50986}"/>
                </a:ext>
              </a:extLst>
            </p:cNvPr>
            <p:cNvSpPr/>
            <p:nvPr/>
          </p:nvSpPr>
          <p:spPr>
            <a:xfrm>
              <a:off x="4863397" y="1698706"/>
              <a:ext cx="217535" cy="1531"/>
            </a:xfrm>
            <a:custGeom>
              <a:avLst/>
              <a:gdLst>
                <a:gd name="csX0" fmla="*/ 0 w 217535"/>
                <a:gd name="csY0" fmla="*/ 0 h 1531"/>
                <a:gd name="csX1" fmla="*/ 217536 w 217535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7535" h="1531">
                  <a:moveTo>
                    <a:pt x="0" y="0"/>
                  </a:moveTo>
                  <a:lnTo>
                    <a:pt x="217536" y="0"/>
                  </a:lnTo>
                </a:path>
              </a:pathLst>
            </a:custGeom>
            <a:noFill/>
            <a:ln w="36671" cap="rnd">
              <a:solidFill>
                <a:srgbClr val="0000FF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3E4588DD-7719-C934-F9E1-092B53C5938E}"/>
                </a:ext>
              </a:extLst>
            </p:cNvPr>
            <p:cNvSpPr/>
            <p:nvPr/>
          </p:nvSpPr>
          <p:spPr>
            <a:xfrm>
              <a:off x="5117188" y="1666285"/>
              <a:ext cx="77688" cy="64992"/>
            </a:xfrm>
            <a:custGeom>
              <a:avLst/>
              <a:gdLst>
                <a:gd name="csX0" fmla="*/ 77689 w 77688"/>
                <a:gd name="csY0" fmla="*/ 3516 h 64992"/>
                <a:gd name="csX1" fmla="*/ 70515 w 77688"/>
                <a:gd name="csY1" fmla="*/ 8537 h 64992"/>
                <a:gd name="csX2" fmla="*/ 54374 w 77688"/>
                <a:gd name="csY2" fmla="*/ 8537 h 64992"/>
                <a:gd name="csX3" fmla="*/ 58895 w 77688"/>
                <a:gd name="csY3" fmla="*/ 24533 h 64992"/>
                <a:gd name="csX4" fmla="*/ 55523 w 77688"/>
                <a:gd name="csY4" fmla="*/ 40387 h 64992"/>
                <a:gd name="csX5" fmla="*/ 46914 w 77688"/>
                <a:gd name="csY5" fmla="*/ 53299 h 64992"/>
                <a:gd name="csX6" fmla="*/ 35078 w 77688"/>
                <a:gd name="csY6" fmla="*/ 61836 h 64992"/>
                <a:gd name="csX7" fmla="*/ 22022 w 77688"/>
                <a:gd name="csY7" fmla="*/ 64993 h 64992"/>
                <a:gd name="csX8" fmla="*/ 6098 w 77688"/>
                <a:gd name="csY8" fmla="*/ 58321 h 64992"/>
                <a:gd name="csX9" fmla="*/ 0 w 77688"/>
                <a:gd name="csY9" fmla="*/ 41750 h 64992"/>
                <a:gd name="csX10" fmla="*/ 1793 w 77688"/>
                <a:gd name="csY10" fmla="*/ 30703 h 64992"/>
                <a:gd name="csX11" fmla="*/ 7173 w 77688"/>
                <a:gd name="csY11" fmla="*/ 19512 h 64992"/>
                <a:gd name="csX12" fmla="*/ 15280 w 77688"/>
                <a:gd name="csY12" fmla="*/ 9686 h 64992"/>
                <a:gd name="csX13" fmla="*/ 25968 w 77688"/>
                <a:gd name="csY13" fmla="*/ 2655 h 64992"/>
                <a:gd name="csX14" fmla="*/ 38450 w 77688"/>
                <a:gd name="csY14" fmla="*/ 0 h 64992"/>
                <a:gd name="csX15" fmla="*/ 71949 w 77688"/>
                <a:gd name="csY15" fmla="*/ 0 h 64992"/>
                <a:gd name="csX16" fmla="*/ 74675 w 77688"/>
                <a:gd name="csY16" fmla="*/ 144 h 64992"/>
                <a:gd name="csX17" fmla="*/ 76684 w 77688"/>
                <a:gd name="csY17" fmla="*/ 1076 h 64992"/>
                <a:gd name="csX18" fmla="*/ 77689 w 77688"/>
                <a:gd name="csY18" fmla="*/ 3516 h 64992"/>
                <a:gd name="csX19" fmla="*/ 49497 w 77688"/>
                <a:gd name="csY19" fmla="*/ 22812 h 64992"/>
                <a:gd name="csX20" fmla="*/ 49281 w 77688"/>
                <a:gd name="csY20" fmla="*/ 19584 h 64992"/>
                <a:gd name="csX21" fmla="*/ 48278 w 77688"/>
                <a:gd name="csY21" fmla="*/ 15926 h 64992"/>
                <a:gd name="csX22" fmla="*/ 46125 w 77688"/>
                <a:gd name="csY22" fmla="*/ 12267 h 64992"/>
                <a:gd name="csX23" fmla="*/ 42108 w 77688"/>
                <a:gd name="csY23" fmla="*/ 9614 h 64992"/>
                <a:gd name="csX24" fmla="*/ 36011 w 77688"/>
                <a:gd name="csY24" fmla="*/ 8537 h 64992"/>
                <a:gd name="csX25" fmla="*/ 25610 w 77688"/>
                <a:gd name="csY25" fmla="*/ 11263 h 64992"/>
                <a:gd name="csX26" fmla="*/ 15996 w 77688"/>
                <a:gd name="csY26" fmla="*/ 20733 h 64992"/>
                <a:gd name="csX27" fmla="*/ 10831 w 77688"/>
                <a:gd name="csY27" fmla="*/ 33931 h 64992"/>
                <a:gd name="csX28" fmla="*/ 9110 w 77688"/>
                <a:gd name="csY28" fmla="*/ 45839 h 64992"/>
                <a:gd name="csX29" fmla="*/ 12768 w 77688"/>
                <a:gd name="csY29" fmla="*/ 57604 h 64992"/>
                <a:gd name="csX30" fmla="*/ 22166 w 77688"/>
                <a:gd name="csY30" fmla="*/ 61693 h 64992"/>
                <a:gd name="csX31" fmla="*/ 32136 w 77688"/>
                <a:gd name="csY31" fmla="*/ 58536 h 64992"/>
                <a:gd name="csX32" fmla="*/ 41534 w 77688"/>
                <a:gd name="csY32" fmla="*/ 49211 h 64992"/>
                <a:gd name="csX33" fmla="*/ 47274 w 77688"/>
                <a:gd name="csY33" fmla="*/ 36155 h 64992"/>
                <a:gd name="csX34" fmla="*/ 49497 w 77688"/>
                <a:gd name="csY34" fmla="*/ 22812 h 64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77688" h="64992">
                  <a:moveTo>
                    <a:pt x="77689" y="3516"/>
                  </a:moveTo>
                  <a:cubicBezTo>
                    <a:pt x="77689" y="6863"/>
                    <a:pt x="75297" y="8537"/>
                    <a:pt x="70515" y="8537"/>
                  </a:cubicBezTo>
                  <a:lnTo>
                    <a:pt x="54374" y="8537"/>
                  </a:lnTo>
                  <a:cubicBezTo>
                    <a:pt x="57388" y="12841"/>
                    <a:pt x="58895" y="18173"/>
                    <a:pt x="58895" y="24533"/>
                  </a:cubicBezTo>
                  <a:cubicBezTo>
                    <a:pt x="58895" y="29986"/>
                    <a:pt x="57771" y="35271"/>
                    <a:pt x="55523" y="40387"/>
                  </a:cubicBezTo>
                  <a:cubicBezTo>
                    <a:pt x="53323" y="45457"/>
                    <a:pt x="50453" y="49761"/>
                    <a:pt x="46914" y="53299"/>
                  </a:cubicBezTo>
                  <a:cubicBezTo>
                    <a:pt x="43423" y="56839"/>
                    <a:pt x="39478" y="59684"/>
                    <a:pt x="35078" y="61836"/>
                  </a:cubicBezTo>
                  <a:cubicBezTo>
                    <a:pt x="30678" y="63941"/>
                    <a:pt x="26326" y="64993"/>
                    <a:pt x="22022" y="64993"/>
                  </a:cubicBezTo>
                  <a:cubicBezTo>
                    <a:pt x="15471" y="64993"/>
                    <a:pt x="10163" y="62769"/>
                    <a:pt x="6098" y="58321"/>
                  </a:cubicBezTo>
                  <a:cubicBezTo>
                    <a:pt x="2033" y="53874"/>
                    <a:pt x="0" y="48350"/>
                    <a:pt x="0" y="41750"/>
                  </a:cubicBezTo>
                  <a:cubicBezTo>
                    <a:pt x="0" y="38260"/>
                    <a:pt x="598" y="34577"/>
                    <a:pt x="1793" y="30703"/>
                  </a:cubicBezTo>
                  <a:cubicBezTo>
                    <a:pt x="3037" y="26830"/>
                    <a:pt x="4830" y="23100"/>
                    <a:pt x="7173" y="19512"/>
                  </a:cubicBezTo>
                  <a:cubicBezTo>
                    <a:pt x="9517" y="15878"/>
                    <a:pt x="12219" y="12602"/>
                    <a:pt x="15280" y="9686"/>
                  </a:cubicBezTo>
                  <a:cubicBezTo>
                    <a:pt x="18388" y="6768"/>
                    <a:pt x="21951" y="4424"/>
                    <a:pt x="25968" y="2655"/>
                  </a:cubicBezTo>
                  <a:cubicBezTo>
                    <a:pt x="30033" y="885"/>
                    <a:pt x="34194" y="0"/>
                    <a:pt x="38450" y="0"/>
                  </a:cubicBezTo>
                  <a:lnTo>
                    <a:pt x="71949" y="0"/>
                  </a:lnTo>
                  <a:cubicBezTo>
                    <a:pt x="73145" y="0"/>
                    <a:pt x="74053" y="48"/>
                    <a:pt x="74675" y="144"/>
                  </a:cubicBezTo>
                  <a:cubicBezTo>
                    <a:pt x="75345" y="192"/>
                    <a:pt x="76015" y="503"/>
                    <a:pt x="76684" y="1076"/>
                  </a:cubicBezTo>
                  <a:cubicBezTo>
                    <a:pt x="77354" y="1602"/>
                    <a:pt x="77689" y="2415"/>
                    <a:pt x="77689" y="3516"/>
                  </a:cubicBezTo>
                  <a:moveTo>
                    <a:pt x="49497" y="22812"/>
                  </a:moveTo>
                  <a:cubicBezTo>
                    <a:pt x="49497" y="21665"/>
                    <a:pt x="49425" y="20589"/>
                    <a:pt x="49281" y="19584"/>
                  </a:cubicBezTo>
                  <a:cubicBezTo>
                    <a:pt x="49138" y="18533"/>
                    <a:pt x="48804" y="17313"/>
                    <a:pt x="48278" y="15926"/>
                  </a:cubicBezTo>
                  <a:cubicBezTo>
                    <a:pt x="47751" y="14491"/>
                    <a:pt x="47034" y="13272"/>
                    <a:pt x="46125" y="12267"/>
                  </a:cubicBezTo>
                  <a:cubicBezTo>
                    <a:pt x="45217" y="11215"/>
                    <a:pt x="43878" y="10330"/>
                    <a:pt x="42108" y="9614"/>
                  </a:cubicBezTo>
                  <a:cubicBezTo>
                    <a:pt x="40386" y="8896"/>
                    <a:pt x="38354" y="8537"/>
                    <a:pt x="36011" y="8537"/>
                  </a:cubicBezTo>
                  <a:cubicBezTo>
                    <a:pt x="32711" y="8537"/>
                    <a:pt x="29244" y="9446"/>
                    <a:pt x="25610" y="11263"/>
                  </a:cubicBezTo>
                  <a:cubicBezTo>
                    <a:pt x="21975" y="13080"/>
                    <a:pt x="18770" y="16237"/>
                    <a:pt x="15996" y="20733"/>
                  </a:cubicBezTo>
                  <a:cubicBezTo>
                    <a:pt x="13701" y="24558"/>
                    <a:pt x="11980" y="28957"/>
                    <a:pt x="10831" y="33931"/>
                  </a:cubicBezTo>
                  <a:cubicBezTo>
                    <a:pt x="9684" y="38905"/>
                    <a:pt x="9110" y="42874"/>
                    <a:pt x="9110" y="45839"/>
                  </a:cubicBezTo>
                  <a:cubicBezTo>
                    <a:pt x="9110" y="50908"/>
                    <a:pt x="10329" y="54830"/>
                    <a:pt x="12768" y="57604"/>
                  </a:cubicBezTo>
                  <a:cubicBezTo>
                    <a:pt x="15255" y="60330"/>
                    <a:pt x="18388" y="61693"/>
                    <a:pt x="22166" y="61693"/>
                  </a:cubicBezTo>
                  <a:cubicBezTo>
                    <a:pt x="25275" y="61693"/>
                    <a:pt x="28598" y="60641"/>
                    <a:pt x="32136" y="58536"/>
                  </a:cubicBezTo>
                  <a:cubicBezTo>
                    <a:pt x="35676" y="56384"/>
                    <a:pt x="38808" y="53276"/>
                    <a:pt x="41534" y="49211"/>
                  </a:cubicBezTo>
                  <a:cubicBezTo>
                    <a:pt x="43925" y="45672"/>
                    <a:pt x="45838" y="41320"/>
                    <a:pt x="47274" y="36155"/>
                  </a:cubicBezTo>
                  <a:cubicBezTo>
                    <a:pt x="48756" y="30990"/>
                    <a:pt x="49497" y="26542"/>
                    <a:pt x="49497" y="2281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3AB2057C-E0F5-093B-5E77-AD1A3EE7397D}"/>
                </a:ext>
              </a:extLst>
            </p:cNvPr>
            <p:cNvSpPr/>
            <p:nvPr/>
          </p:nvSpPr>
          <p:spPr>
            <a:xfrm>
              <a:off x="5209794" y="1618748"/>
              <a:ext cx="41076" cy="68493"/>
            </a:xfrm>
            <a:custGeom>
              <a:avLst/>
              <a:gdLst>
                <a:gd name="csX0" fmla="*/ 0 w 41076"/>
                <a:gd name="csY0" fmla="*/ 68493 h 68493"/>
                <a:gd name="csX1" fmla="*/ 152 w 41076"/>
                <a:gd name="csY1" fmla="*/ 66083 h 68493"/>
                <a:gd name="csX2" fmla="*/ 1155 w 41076"/>
                <a:gd name="csY2" fmla="*/ 64677 h 68493"/>
                <a:gd name="csX3" fmla="*/ 20889 w 41076"/>
                <a:gd name="csY3" fmla="*/ 42683 h 68493"/>
                <a:gd name="csX4" fmla="*/ 31686 w 41076"/>
                <a:gd name="csY4" fmla="*/ 19936 h 68493"/>
                <a:gd name="csX5" fmla="*/ 28071 w 41076"/>
                <a:gd name="csY5" fmla="*/ 8136 h 68493"/>
                <a:gd name="csX6" fmla="*/ 17927 w 41076"/>
                <a:gd name="csY6" fmla="*/ 3214 h 68493"/>
                <a:gd name="csX7" fmla="*/ 9591 w 41076"/>
                <a:gd name="csY7" fmla="*/ 5977 h 68493"/>
                <a:gd name="csX8" fmla="*/ 4018 w 41076"/>
                <a:gd name="csY8" fmla="*/ 13659 h 68493"/>
                <a:gd name="csX9" fmla="*/ 5373 w 41076"/>
                <a:gd name="csY9" fmla="*/ 13558 h 68493"/>
                <a:gd name="csX10" fmla="*/ 9340 w 41076"/>
                <a:gd name="csY10" fmla="*/ 15165 h 68493"/>
                <a:gd name="csX11" fmla="*/ 10796 w 41076"/>
                <a:gd name="csY11" fmla="*/ 18932 h 68493"/>
                <a:gd name="csX12" fmla="*/ 8989 w 41076"/>
                <a:gd name="csY12" fmla="*/ 23049 h 68493"/>
                <a:gd name="csX13" fmla="*/ 5475 w 41076"/>
                <a:gd name="csY13" fmla="*/ 24354 h 68493"/>
                <a:gd name="csX14" fmla="*/ 3816 w 41076"/>
                <a:gd name="csY14" fmla="*/ 24204 h 68493"/>
                <a:gd name="csX15" fmla="*/ 1456 w 41076"/>
                <a:gd name="csY15" fmla="*/ 22647 h 68493"/>
                <a:gd name="csX16" fmla="*/ 0 w 41076"/>
                <a:gd name="csY16" fmla="*/ 18630 h 68493"/>
                <a:gd name="csX17" fmla="*/ 5424 w 41076"/>
                <a:gd name="csY17" fmla="*/ 5726 h 68493"/>
                <a:gd name="csX18" fmla="*/ 19232 w 41076"/>
                <a:gd name="csY18" fmla="*/ 0 h 68493"/>
                <a:gd name="csX19" fmla="*/ 34850 w 41076"/>
                <a:gd name="csY19" fmla="*/ 5625 h 68493"/>
                <a:gd name="csX20" fmla="*/ 41076 w 41076"/>
                <a:gd name="csY20" fmla="*/ 19936 h 68493"/>
                <a:gd name="csX21" fmla="*/ 40122 w 41076"/>
                <a:gd name="csY21" fmla="*/ 25810 h 68493"/>
                <a:gd name="csX22" fmla="*/ 37963 w 41076"/>
                <a:gd name="csY22" fmla="*/ 30732 h 68493"/>
                <a:gd name="csX23" fmla="*/ 33443 w 41076"/>
                <a:gd name="csY23" fmla="*/ 36355 h 68493"/>
                <a:gd name="csX24" fmla="*/ 27467 w 41076"/>
                <a:gd name="csY24" fmla="*/ 42281 h 68493"/>
                <a:gd name="csX25" fmla="*/ 18831 w 41076"/>
                <a:gd name="csY25" fmla="*/ 49964 h 68493"/>
                <a:gd name="csX26" fmla="*/ 7934 w 41076"/>
                <a:gd name="csY26" fmla="*/ 60559 h 68493"/>
                <a:gd name="csX27" fmla="*/ 26463 w 41076"/>
                <a:gd name="csY27" fmla="*/ 60559 h 68493"/>
                <a:gd name="csX28" fmla="*/ 36205 w 41076"/>
                <a:gd name="csY28" fmla="*/ 59755 h 68493"/>
                <a:gd name="csX29" fmla="*/ 38464 w 41076"/>
                <a:gd name="csY29" fmla="*/ 50616 h 68493"/>
                <a:gd name="csX30" fmla="*/ 41076 w 41076"/>
                <a:gd name="csY30" fmla="*/ 50616 h 68493"/>
                <a:gd name="csX31" fmla="*/ 38164 w 41076"/>
                <a:gd name="csY31" fmla="*/ 68493 h 68493"/>
                <a:gd name="csX32" fmla="*/ 0 w 41076"/>
                <a:gd name="csY32" fmla="*/ 68493 h 684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41076" h="68493">
                  <a:moveTo>
                    <a:pt x="0" y="68493"/>
                  </a:moveTo>
                  <a:cubicBezTo>
                    <a:pt x="0" y="67255"/>
                    <a:pt x="51" y="66451"/>
                    <a:pt x="152" y="66083"/>
                  </a:cubicBezTo>
                  <a:cubicBezTo>
                    <a:pt x="285" y="65714"/>
                    <a:pt x="620" y="65246"/>
                    <a:pt x="1155" y="64677"/>
                  </a:cubicBezTo>
                  <a:lnTo>
                    <a:pt x="20889" y="42683"/>
                  </a:lnTo>
                  <a:cubicBezTo>
                    <a:pt x="28087" y="34582"/>
                    <a:pt x="31686" y="27000"/>
                    <a:pt x="31686" y="19936"/>
                  </a:cubicBezTo>
                  <a:cubicBezTo>
                    <a:pt x="31686" y="15349"/>
                    <a:pt x="30481" y="11416"/>
                    <a:pt x="28071" y="8136"/>
                  </a:cubicBezTo>
                  <a:cubicBezTo>
                    <a:pt x="25693" y="4855"/>
                    <a:pt x="22312" y="3214"/>
                    <a:pt x="17927" y="3214"/>
                  </a:cubicBezTo>
                  <a:cubicBezTo>
                    <a:pt x="14915" y="3214"/>
                    <a:pt x="12136" y="4135"/>
                    <a:pt x="9591" y="5977"/>
                  </a:cubicBezTo>
                  <a:cubicBezTo>
                    <a:pt x="7047" y="7817"/>
                    <a:pt x="5189" y="10378"/>
                    <a:pt x="4018" y="13659"/>
                  </a:cubicBezTo>
                  <a:cubicBezTo>
                    <a:pt x="4218" y="13592"/>
                    <a:pt x="4670" y="13558"/>
                    <a:pt x="5373" y="13558"/>
                  </a:cubicBezTo>
                  <a:cubicBezTo>
                    <a:pt x="7080" y="13558"/>
                    <a:pt x="8402" y="14094"/>
                    <a:pt x="9340" y="15165"/>
                  </a:cubicBezTo>
                  <a:cubicBezTo>
                    <a:pt x="10310" y="16237"/>
                    <a:pt x="10796" y="17492"/>
                    <a:pt x="10796" y="18932"/>
                  </a:cubicBezTo>
                  <a:cubicBezTo>
                    <a:pt x="10796" y="20772"/>
                    <a:pt x="10194" y="22145"/>
                    <a:pt x="8989" y="23049"/>
                  </a:cubicBezTo>
                  <a:cubicBezTo>
                    <a:pt x="7817" y="23919"/>
                    <a:pt x="6645" y="24354"/>
                    <a:pt x="5475" y="24354"/>
                  </a:cubicBezTo>
                  <a:cubicBezTo>
                    <a:pt x="5005" y="24354"/>
                    <a:pt x="4452" y="24304"/>
                    <a:pt x="3816" y="24204"/>
                  </a:cubicBezTo>
                  <a:cubicBezTo>
                    <a:pt x="3214" y="24103"/>
                    <a:pt x="2427" y="23584"/>
                    <a:pt x="1456" y="22647"/>
                  </a:cubicBezTo>
                  <a:cubicBezTo>
                    <a:pt x="485" y="21676"/>
                    <a:pt x="0" y="20337"/>
                    <a:pt x="0" y="18630"/>
                  </a:cubicBezTo>
                  <a:cubicBezTo>
                    <a:pt x="0" y="13843"/>
                    <a:pt x="1808" y="9542"/>
                    <a:pt x="5424" y="5726"/>
                  </a:cubicBezTo>
                  <a:cubicBezTo>
                    <a:pt x="9073" y="1909"/>
                    <a:pt x="13675" y="0"/>
                    <a:pt x="19232" y="0"/>
                  </a:cubicBezTo>
                  <a:cubicBezTo>
                    <a:pt x="25526" y="0"/>
                    <a:pt x="30732" y="1875"/>
                    <a:pt x="34850" y="5625"/>
                  </a:cubicBezTo>
                  <a:cubicBezTo>
                    <a:pt x="39001" y="9341"/>
                    <a:pt x="41076" y="14111"/>
                    <a:pt x="41076" y="19936"/>
                  </a:cubicBezTo>
                  <a:cubicBezTo>
                    <a:pt x="41076" y="21978"/>
                    <a:pt x="40758" y="23936"/>
                    <a:pt x="40122" y="25810"/>
                  </a:cubicBezTo>
                  <a:cubicBezTo>
                    <a:pt x="39519" y="27652"/>
                    <a:pt x="38799" y="29293"/>
                    <a:pt x="37963" y="30732"/>
                  </a:cubicBezTo>
                  <a:cubicBezTo>
                    <a:pt x="37160" y="32172"/>
                    <a:pt x="35653" y="34046"/>
                    <a:pt x="33443" y="36355"/>
                  </a:cubicBezTo>
                  <a:cubicBezTo>
                    <a:pt x="31233" y="38665"/>
                    <a:pt x="29242" y="40641"/>
                    <a:pt x="27467" y="42281"/>
                  </a:cubicBezTo>
                  <a:cubicBezTo>
                    <a:pt x="25693" y="43921"/>
                    <a:pt x="22814" y="46482"/>
                    <a:pt x="18831" y="49964"/>
                  </a:cubicBezTo>
                  <a:lnTo>
                    <a:pt x="7934" y="60559"/>
                  </a:lnTo>
                  <a:lnTo>
                    <a:pt x="26463" y="60559"/>
                  </a:lnTo>
                  <a:cubicBezTo>
                    <a:pt x="32489" y="60559"/>
                    <a:pt x="35737" y="60291"/>
                    <a:pt x="36205" y="59755"/>
                  </a:cubicBezTo>
                  <a:cubicBezTo>
                    <a:pt x="36875" y="58785"/>
                    <a:pt x="37628" y="55738"/>
                    <a:pt x="38464" y="50616"/>
                  </a:cubicBezTo>
                  <a:lnTo>
                    <a:pt x="41076" y="50616"/>
                  </a:lnTo>
                  <a:lnTo>
                    <a:pt x="38164" y="68493"/>
                  </a:lnTo>
                  <a:lnTo>
                    <a:pt x="0" y="68493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97E7D0B8-826D-3539-BA6F-D590763D134C}"/>
                </a:ext>
              </a:extLst>
            </p:cNvPr>
            <p:cNvSpPr/>
            <p:nvPr/>
          </p:nvSpPr>
          <p:spPr>
            <a:xfrm>
              <a:off x="5209794" y="1712813"/>
              <a:ext cx="53729" cy="65380"/>
            </a:xfrm>
            <a:custGeom>
              <a:avLst/>
              <a:gdLst>
                <a:gd name="csX0" fmla="*/ 53730 w 53729"/>
                <a:gd name="csY0" fmla="*/ 16420 h 65380"/>
                <a:gd name="csX1" fmla="*/ 50015 w 53729"/>
                <a:gd name="csY1" fmla="*/ 30832 h 65380"/>
                <a:gd name="csX2" fmla="*/ 40574 w 53729"/>
                <a:gd name="csY2" fmla="*/ 42282 h 65380"/>
                <a:gd name="csX3" fmla="*/ 28924 w 53729"/>
                <a:gd name="csY3" fmla="*/ 46600 h 65380"/>
                <a:gd name="csX4" fmla="*/ 23050 w 53729"/>
                <a:gd name="csY4" fmla="*/ 44692 h 65380"/>
                <a:gd name="csX5" fmla="*/ 19483 w 53729"/>
                <a:gd name="csY5" fmla="*/ 39971 h 65380"/>
                <a:gd name="csX6" fmla="*/ 16471 w 53729"/>
                <a:gd name="csY6" fmla="*/ 51571 h 65380"/>
                <a:gd name="csX7" fmla="*/ 14411 w 53729"/>
                <a:gd name="csY7" fmla="*/ 60559 h 65380"/>
                <a:gd name="csX8" fmla="*/ 14512 w 53729"/>
                <a:gd name="csY8" fmla="*/ 61212 h 65380"/>
                <a:gd name="csX9" fmla="*/ 15065 w 53729"/>
                <a:gd name="csY9" fmla="*/ 61663 h 65380"/>
                <a:gd name="csX10" fmla="*/ 16621 w 53729"/>
                <a:gd name="csY10" fmla="*/ 62065 h 65380"/>
                <a:gd name="csX11" fmla="*/ 19584 w 53729"/>
                <a:gd name="csY11" fmla="*/ 62216 h 65380"/>
                <a:gd name="csX12" fmla="*/ 20889 w 53729"/>
                <a:gd name="csY12" fmla="*/ 62216 h 65380"/>
                <a:gd name="csX13" fmla="*/ 21642 w 53729"/>
                <a:gd name="csY13" fmla="*/ 62518 h 65380"/>
                <a:gd name="csX14" fmla="*/ 22045 w 53729"/>
                <a:gd name="csY14" fmla="*/ 63320 h 65380"/>
                <a:gd name="csX15" fmla="*/ 20186 w 53729"/>
                <a:gd name="csY15" fmla="*/ 65380 h 65380"/>
                <a:gd name="csX16" fmla="*/ 15114 w 53729"/>
                <a:gd name="csY16" fmla="*/ 65228 h 65380"/>
                <a:gd name="csX17" fmla="*/ 9993 w 53729"/>
                <a:gd name="csY17" fmla="*/ 65078 h 65380"/>
                <a:gd name="csX18" fmla="*/ 5625 w 53729"/>
                <a:gd name="csY18" fmla="*/ 65228 h 65380"/>
                <a:gd name="csX19" fmla="*/ 1357 w 53729"/>
                <a:gd name="csY19" fmla="*/ 65380 h 65380"/>
                <a:gd name="csX20" fmla="*/ 0 w 53729"/>
                <a:gd name="csY20" fmla="*/ 64175 h 65380"/>
                <a:gd name="csX21" fmla="*/ 201 w 53729"/>
                <a:gd name="csY21" fmla="*/ 63019 h 65380"/>
                <a:gd name="csX22" fmla="*/ 753 w 53729"/>
                <a:gd name="csY22" fmla="*/ 62417 h 65380"/>
                <a:gd name="csX23" fmla="*/ 1507 w 53729"/>
                <a:gd name="csY23" fmla="*/ 62216 h 65380"/>
                <a:gd name="csX24" fmla="*/ 2410 w 53729"/>
                <a:gd name="csY24" fmla="*/ 62216 h 65380"/>
                <a:gd name="csX25" fmla="*/ 5724 w 53729"/>
                <a:gd name="csY25" fmla="*/ 61814 h 65380"/>
                <a:gd name="csX26" fmla="*/ 7081 w 53729"/>
                <a:gd name="csY26" fmla="*/ 60709 h 65380"/>
                <a:gd name="csX27" fmla="*/ 7934 w 53729"/>
                <a:gd name="csY27" fmla="*/ 57998 h 65380"/>
                <a:gd name="csX28" fmla="*/ 19483 w 53729"/>
                <a:gd name="csY28" fmla="*/ 12203 h 65380"/>
                <a:gd name="csX29" fmla="*/ 20186 w 53729"/>
                <a:gd name="csY29" fmla="*/ 6980 h 65380"/>
                <a:gd name="csX30" fmla="*/ 19333 w 53729"/>
                <a:gd name="csY30" fmla="*/ 3265 h 65380"/>
                <a:gd name="csX31" fmla="*/ 16973 w 53729"/>
                <a:gd name="csY31" fmla="*/ 2260 h 65380"/>
                <a:gd name="csX32" fmla="*/ 12655 w 53729"/>
                <a:gd name="csY32" fmla="*/ 5373 h 65380"/>
                <a:gd name="csX33" fmla="*/ 9491 w 53729"/>
                <a:gd name="csY33" fmla="*/ 14512 h 65380"/>
                <a:gd name="csX34" fmla="*/ 8738 w 53729"/>
                <a:gd name="csY34" fmla="*/ 16521 h 65380"/>
                <a:gd name="csX35" fmla="*/ 7733 w 53729"/>
                <a:gd name="csY35" fmla="*/ 16872 h 65380"/>
                <a:gd name="csX36" fmla="*/ 6478 w 53729"/>
                <a:gd name="csY36" fmla="*/ 15819 h 65380"/>
                <a:gd name="csX37" fmla="*/ 6880 w 53729"/>
                <a:gd name="csY37" fmla="*/ 13960 h 65380"/>
                <a:gd name="csX38" fmla="*/ 8035 w 53729"/>
                <a:gd name="csY38" fmla="*/ 9892 h 65380"/>
                <a:gd name="csX39" fmla="*/ 9692 w 53729"/>
                <a:gd name="csY39" fmla="*/ 5876 h 65380"/>
                <a:gd name="csX40" fmla="*/ 10646 w 53729"/>
                <a:gd name="csY40" fmla="*/ 4118 h 65380"/>
                <a:gd name="csX41" fmla="*/ 12001 w 53729"/>
                <a:gd name="csY41" fmla="*/ 2311 h 65380"/>
                <a:gd name="csX42" fmla="*/ 14312 w 53729"/>
                <a:gd name="csY42" fmla="*/ 603 h 65380"/>
                <a:gd name="csX43" fmla="*/ 17324 w 53729"/>
                <a:gd name="csY43" fmla="*/ 0 h 65380"/>
                <a:gd name="csX44" fmla="*/ 23200 w 53729"/>
                <a:gd name="csY44" fmla="*/ 1908 h 65380"/>
                <a:gd name="csX45" fmla="*/ 26564 w 53729"/>
                <a:gd name="csY45" fmla="*/ 7683 h 65380"/>
                <a:gd name="csX46" fmla="*/ 32940 w 53729"/>
                <a:gd name="csY46" fmla="*/ 2159 h 65380"/>
                <a:gd name="csX47" fmla="*/ 40021 w 53729"/>
                <a:gd name="csY47" fmla="*/ 0 h 65380"/>
                <a:gd name="csX48" fmla="*/ 49813 w 53729"/>
                <a:gd name="csY48" fmla="*/ 4620 h 65380"/>
                <a:gd name="csX49" fmla="*/ 53730 w 53729"/>
                <a:gd name="csY49" fmla="*/ 16420 h 65380"/>
                <a:gd name="csX50" fmla="*/ 46298 w 53729"/>
                <a:gd name="csY50" fmla="*/ 11901 h 65380"/>
                <a:gd name="csX51" fmla="*/ 44540 w 53729"/>
                <a:gd name="csY51" fmla="*/ 4821 h 65380"/>
                <a:gd name="csX52" fmla="*/ 39720 w 53729"/>
                <a:gd name="csY52" fmla="*/ 2260 h 65380"/>
                <a:gd name="csX53" fmla="*/ 31385 w 53729"/>
                <a:gd name="csY53" fmla="*/ 6177 h 65380"/>
                <a:gd name="csX54" fmla="*/ 26062 w 53729"/>
                <a:gd name="csY54" fmla="*/ 13358 h 65380"/>
                <a:gd name="csX55" fmla="*/ 20990 w 53729"/>
                <a:gd name="csY55" fmla="*/ 33493 h 65380"/>
                <a:gd name="csX56" fmla="*/ 20688 w 53729"/>
                <a:gd name="csY56" fmla="*/ 35150 h 65380"/>
                <a:gd name="csX57" fmla="*/ 20840 w 53729"/>
                <a:gd name="csY57" fmla="*/ 36355 h 65380"/>
                <a:gd name="csX58" fmla="*/ 21593 w 53729"/>
                <a:gd name="csY58" fmla="*/ 38615 h 65380"/>
                <a:gd name="csX59" fmla="*/ 22999 w 53729"/>
                <a:gd name="csY59" fmla="*/ 41277 h 65380"/>
                <a:gd name="csX60" fmla="*/ 25359 w 53729"/>
                <a:gd name="csY60" fmla="*/ 43386 h 65380"/>
                <a:gd name="csX61" fmla="*/ 28824 w 53729"/>
                <a:gd name="csY61" fmla="*/ 44289 h 65380"/>
                <a:gd name="csX62" fmla="*/ 35201 w 53729"/>
                <a:gd name="csY62" fmla="*/ 41579 h 65380"/>
                <a:gd name="csX63" fmla="*/ 41076 w 53729"/>
                <a:gd name="csY63" fmla="*/ 33744 h 65380"/>
                <a:gd name="csX64" fmla="*/ 44441 w 53729"/>
                <a:gd name="csY64" fmla="*/ 23299 h 65380"/>
                <a:gd name="csX65" fmla="*/ 46298 w 53729"/>
                <a:gd name="csY65" fmla="*/ 11901 h 65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53729" h="65380">
                  <a:moveTo>
                    <a:pt x="53730" y="16420"/>
                  </a:moveTo>
                  <a:cubicBezTo>
                    <a:pt x="53730" y="21308"/>
                    <a:pt x="52491" y="26112"/>
                    <a:pt x="50015" y="30832"/>
                  </a:cubicBezTo>
                  <a:cubicBezTo>
                    <a:pt x="47571" y="35552"/>
                    <a:pt x="44424" y="39369"/>
                    <a:pt x="40574" y="42282"/>
                  </a:cubicBezTo>
                  <a:cubicBezTo>
                    <a:pt x="36724" y="45160"/>
                    <a:pt x="32841" y="46600"/>
                    <a:pt x="28924" y="46600"/>
                  </a:cubicBezTo>
                  <a:cubicBezTo>
                    <a:pt x="26581" y="46600"/>
                    <a:pt x="24623" y="45964"/>
                    <a:pt x="23050" y="44692"/>
                  </a:cubicBezTo>
                  <a:cubicBezTo>
                    <a:pt x="21509" y="43386"/>
                    <a:pt x="20320" y="41812"/>
                    <a:pt x="19483" y="39971"/>
                  </a:cubicBezTo>
                  <a:cubicBezTo>
                    <a:pt x="18847" y="42247"/>
                    <a:pt x="17843" y="46114"/>
                    <a:pt x="16471" y="51571"/>
                  </a:cubicBezTo>
                  <a:cubicBezTo>
                    <a:pt x="15098" y="57027"/>
                    <a:pt x="14411" y="60023"/>
                    <a:pt x="14411" y="60559"/>
                  </a:cubicBezTo>
                  <a:cubicBezTo>
                    <a:pt x="14411" y="60861"/>
                    <a:pt x="14445" y="61078"/>
                    <a:pt x="14512" y="61212"/>
                  </a:cubicBezTo>
                  <a:cubicBezTo>
                    <a:pt x="14580" y="61346"/>
                    <a:pt x="14764" y="61496"/>
                    <a:pt x="15065" y="61663"/>
                  </a:cubicBezTo>
                  <a:cubicBezTo>
                    <a:pt x="15366" y="61865"/>
                    <a:pt x="15885" y="61998"/>
                    <a:pt x="16621" y="62065"/>
                  </a:cubicBezTo>
                  <a:cubicBezTo>
                    <a:pt x="17358" y="62166"/>
                    <a:pt x="18346" y="62216"/>
                    <a:pt x="19584" y="62216"/>
                  </a:cubicBezTo>
                  <a:cubicBezTo>
                    <a:pt x="20220" y="62216"/>
                    <a:pt x="20655" y="62216"/>
                    <a:pt x="20889" y="62216"/>
                  </a:cubicBezTo>
                  <a:cubicBezTo>
                    <a:pt x="21157" y="62250"/>
                    <a:pt x="21408" y="62351"/>
                    <a:pt x="21642" y="62518"/>
                  </a:cubicBezTo>
                  <a:cubicBezTo>
                    <a:pt x="21911" y="62685"/>
                    <a:pt x="22045" y="62953"/>
                    <a:pt x="22045" y="63320"/>
                  </a:cubicBezTo>
                  <a:cubicBezTo>
                    <a:pt x="22045" y="64693"/>
                    <a:pt x="21425" y="65380"/>
                    <a:pt x="20186" y="65380"/>
                  </a:cubicBezTo>
                  <a:cubicBezTo>
                    <a:pt x="19081" y="65380"/>
                    <a:pt x="17391" y="65329"/>
                    <a:pt x="15114" y="65228"/>
                  </a:cubicBezTo>
                  <a:cubicBezTo>
                    <a:pt x="12839" y="65128"/>
                    <a:pt x="11132" y="65078"/>
                    <a:pt x="9993" y="65078"/>
                  </a:cubicBezTo>
                  <a:cubicBezTo>
                    <a:pt x="9023" y="65078"/>
                    <a:pt x="7566" y="65128"/>
                    <a:pt x="5625" y="65228"/>
                  </a:cubicBezTo>
                  <a:cubicBezTo>
                    <a:pt x="3683" y="65329"/>
                    <a:pt x="2260" y="65380"/>
                    <a:pt x="1357" y="65380"/>
                  </a:cubicBezTo>
                  <a:cubicBezTo>
                    <a:pt x="452" y="65380"/>
                    <a:pt x="0" y="64978"/>
                    <a:pt x="0" y="64175"/>
                  </a:cubicBezTo>
                  <a:cubicBezTo>
                    <a:pt x="0" y="63706"/>
                    <a:pt x="67" y="63321"/>
                    <a:pt x="201" y="63019"/>
                  </a:cubicBezTo>
                  <a:cubicBezTo>
                    <a:pt x="302" y="62751"/>
                    <a:pt x="486" y="62551"/>
                    <a:pt x="753" y="62417"/>
                  </a:cubicBezTo>
                  <a:cubicBezTo>
                    <a:pt x="1021" y="62317"/>
                    <a:pt x="1272" y="62250"/>
                    <a:pt x="1507" y="62216"/>
                  </a:cubicBezTo>
                  <a:cubicBezTo>
                    <a:pt x="1708" y="62216"/>
                    <a:pt x="2009" y="62216"/>
                    <a:pt x="2410" y="62216"/>
                  </a:cubicBezTo>
                  <a:cubicBezTo>
                    <a:pt x="3951" y="62216"/>
                    <a:pt x="5055" y="62082"/>
                    <a:pt x="5724" y="61814"/>
                  </a:cubicBezTo>
                  <a:cubicBezTo>
                    <a:pt x="6394" y="61580"/>
                    <a:pt x="6846" y="61212"/>
                    <a:pt x="7081" y="60709"/>
                  </a:cubicBezTo>
                  <a:cubicBezTo>
                    <a:pt x="7348" y="60241"/>
                    <a:pt x="7633" y="59337"/>
                    <a:pt x="7934" y="57998"/>
                  </a:cubicBezTo>
                  <a:lnTo>
                    <a:pt x="19483" y="12203"/>
                  </a:lnTo>
                  <a:cubicBezTo>
                    <a:pt x="19952" y="10160"/>
                    <a:pt x="20186" y="8419"/>
                    <a:pt x="20186" y="6980"/>
                  </a:cubicBezTo>
                  <a:cubicBezTo>
                    <a:pt x="20186" y="5172"/>
                    <a:pt x="19902" y="3934"/>
                    <a:pt x="19333" y="3265"/>
                  </a:cubicBezTo>
                  <a:cubicBezTo>
                    <a:pt x="18764" y="2595"/>
                    <a:pt x="17978" y="2260"/>
                    <a:pt x="16973" y="2260"/>
                  </a:cubicBezTo>
                  <a:cubicBezTo>
                    <a:pt x="15233" y="2260"/>
                    <a:pt x="13793" y="3298"/>
                    <a:pt x="12655" y="5373"/>
                  </a:cubicBezTo>
                  <a:cubicBezTo>
                    <a:pt x="11517" y="7449"/>
                    <a:pt x="10462" y="10495"/>
                    <a:pt x="9491" y="14512"/>
                  </a:cubicBezTo>
                  <a:cubicBezTo>
                    <a:pt x="9190" y="15617"/>
                    <a:pt x="8939" y="16287"/>
                    <a:pt x="8738" y="16521"/>
                  </a:cubicBezTo>
                  <a:cubicBezTo>
                    <a:pt x="8570" y="16755"/>
                    <a:pt x="8235" y="16872"/>
                    <a:pt x="7733" y="16872"/>
                  </a:cubicBezTo>
                  <a:cubicBezTo>
                    <a:pt x="6896" y="16838"/>
                    <a:pt x="6478" y="16487"/>
                    <a:pt x="6478" y="15819"/>
                  </a:cubicBezTo>
                  <a:cubicBezTo>
                    <a:pt x="6478" y="15651"/>
                    <a:pt x="6612" y="15032"/>
                    <a:pt x="6880" y="13960"/>
                  </a:cubicBezTo>
                  <a:cubicBezTo>
                    <a:pt x="7148" y="12855"/>
                    <a:pt x="7533" y="11499"/>
                    <a:pt x="8035" y="9892"/>
                  </a:cubicBezTo>
                  <a:cubicBezTo>
                    <a:pt x="8571" y="8252"/>
                    <a:pt x="9123" y="6913"/>
                    <a:pt x="9692" y="5876"/>
                  </a:cubicBezTo>
                  <a:cubicBezTo>
                    <a:pt x="10027" y="5172"/>
                    <a:pt x="10345" y="4586"/>
                    <a:pt x="10646" y="4118"/>
                  </a:cubicBezTo>
                  <a:cubicBezTo>
                    <a:pt x="10947" y="3649"/>
                    <a:pt x="11399" y="3047"/>
                    <a:pt x="12001" y="2311"/>
                  </a:cubicBezTo>
                  <a:cubicBezTo>
                    <a:pt x="12637" y="1574"/>
                    <a:pt x="13407" y="1005"/>
                    <a:pt x="14312" y="603"/>
                  </a:cubicBezTo>
                  <a:cubicBezTo>
                    <a:pt x="15215" y="201"/>
                    <a:pt x="16219" y="0"/>
                    <a:pt x="17324" y="0"/>
                  </a:cubicBezTo>
                  <a:cubicBezTo>
                    <a:pt x="19467" y="0"/>
                    <a:pt x="21425" y="636"/>
                    <a:pt x="23200" y="1908"/>
                  </a:cubicBezTo>
                  <a:cubicBezTo>
                    <a:pt x="24974" y="3180"/>
                    <a:pt x="26095" y="5105"/>
                    <a:pt x="26564" y="7683"/>
                  </a:cubicBezTo>
                  <a:cubicBezTo>
                    <a:pt x="28472" y="5440"/>
                    <a:pt x="30597" y="3599"/>
                    <a:pt x="32940" y="2159"/>
                  </a:cubicBezTo>
                  <a:cubicBezTo>
                    <a:pt x="35284" y="720"/>
                    <a:pt x="37645" y="0"/>
                    <a:pt x="40021" y="0"/>
                  </a:cubicBezTo>
                  <a:cubicBezTo>
                    <a:pt x="43971" y="0"/>
                    <a:pt x="47235" y="1540"/>
                    <a:pt x="49813" y="4620"/>
                  </a:cubicBezTo>
                  <a:cubicBezTo>
                    <a:pt x="52424" y="7666"/>
                    <a:pt x="53730" y="11600"/>
                    <a:pt x="53730" y="16420"/>
                  </a:cubicBezTo>
                  <a:moveTo>
                    <a:pt x="46298" y="11901"/>
                  </a:moveTo>
                  <a:cubicBezTo>
                    <a:pt x="46298" y="8855"/>
                    <a:pt x="45712" y="6495"/>
                    <a:pt x="44540" y="4821"/>
                  </a:cubicBezTo>
                  <a:cubicBezTo>
                    <a:pt x="43402" y="3114"/>
                    <a:pt x="41795" y="2260"/>
                    <a:pt x="39720" y="2260"/>
                  </a:cubicBezTo>
                  <a:cubicBezTo>
                    <a:pt x="37142" y="2260"/>
                    <a:pt x="34364" y="3566"/>
                    <a:pt x="31385" y="6177"/>
                  </a:cubicBezTo>
                  <a:cubicBezTo>
                    <a:pt x="28438" y="8654"/>
                    <a:pt x="26664" y="11048"/>
                    <a:pt x="26062" y="13358"/>
                  </a:cubicBezTo>
                  <a:lnTo>
                    <a:pt x="20990" y="33493"/>
                  </a:lnTo>
                  <a:lnTo>
                    <a:pt x="20688" y="35150"/>
                  </a:lnTo>
                  <a:cubicBezTo>
                    <a:pt x="20688" y="35351"/>
                    <a:pt x="20739" y="35753"/>
                    <a:pt x="20840" y="36355"/>
                  </a:cubicBezTo>
                  <a:cubicBezTo>
                    <a:pt x="20974" y="36925"/>
                    <a:pt x="21225" y="37678"/>
                    <a:pt x="21593" y="38615"/>
                  </a:cubicBezTo>
                  <a:cubicBezTo>
                    <a:pt x="21995" y="39553"/>
                    <a:pt x="22463" y="40440"/>
                    <a:pt x="22999" y="41277"/>
                  </a:cubicBezTo>
                  <a:cubicBezTo>
                    <a:pt x="23568" y="42080"/>
                    <a:pt x="24354" y="42783"/>
                    <a:pt x="25359" y="43386"/>
                  </a:cubicBezTo>
                  <a:cubicBezTo>
                    <a:pt x="26396" y="43988"/>
                    <a:pt x="27551" y="44289"/>
                    <a:pt x="28824" y="44289"/>
                  </a:cubicBezTo>
                  <a:cubicBezTo>
                    <a:pt x="30866" y="44289"/>
                    <a:pt x="32991" y="43386"/>
                    <a:pt x="35201" y="41579"/>
                  </a:cubicBezTo>
                  <a:cubicBezTo>
                    <a:pt x="37443" y="39771"/>
                    <a:pt x="39402" y="37159"/>
                    <a:pt x="41076" y="33744"/>
                  </a:cubicBezTo>
                  <a:cubicBezTo>
                    <a:pt x="42114" y="31535"/>
                    <a:pt x="43235" y="28053"/>
                    <a:pt x="44441" y="23299"/>
                  </a:cubicBezTo>
                  <a:cubicBezTo>
                    <a:pt x="45679" y="18512"/>
                    <a:pt x="46298" y="14713"/>
                    <a:pt x="46298" y="11901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10C1D1BF-DD78-B467-DAA3-80A05759B9AB}"/>
              </a:ext>
            </a:extLst>
          </p:cNvPr>
          <p:cNvGrpSpPr/>
          <p:nvPr/>
        </p:nvGrpSpPr>
        <p:grpSpPr>
          <a:xfrm>
            <a:off x="336474" y="1285950"/>
            <a:ext cx="3638248" cy="2324777"/>
            <a:chOff x="336474" y="1285950"/>
            <a:chExt cx="3638248" cy="2324777"/>
          </a:xfrm>
        </p:grpSpPr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F36E27B6-A0EC-7D0F-3E6E-CF6C339A9797}"/>
                </a:ext>
              </a:extLst>
            </p:cNvPr>
            <p:cNvSpPr/>
            <p:nvPr/>
          </p:nvSpPr>
          <p:spPr>
            <a:xfrm>
              <a:off x="1505721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E61E2DC7-AC5D-D9ED-35B1-52998B1CA569}"/>
                </a:ext>
              </a:extLst>
            </p:cNvPr>
            <p:cNvSpPr/>
            <p:nvPr/>
          </p:nvSpPr>
          <p:spPr>
            <a:xfrm>
              <a:off x="2090410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194EFADA-B5C9-A851-44DC-34D15E2BE72A}"/>
                </a:ext>
              </a:extLst>
            </p:cNvPr>
            <p:cNvSpPr/>
            <p:nvPr/>
          </p:nvSpPr>
          <p:spPr>
            <a:xfrm>
              <a:off x="2675101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D726F985-97BD-4025-ED34-CFA9572802D0}"/>
                </a:ext>
              </a:extLst>
            </p:cNvPr>
            <p:cNvSpPr/>
            <p:nvPr/>
          </p:nvSpPr>
          <p:spPr>
            <a:xfrm>
              <a:off x="3259792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5B71AB3-23D6-AC88-9D5A-B047C5C24BE7}"/>
                </a:ext>
              </a:extLst>
            </p:cNvPr>
            <p:cNvSpPr/>
            <p:nvPr/>
          </p:nvSpPr>
          <p:spPr>
            <a:xfrm>
              <a:off x="3844483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D4958EF1-A2F1-CA30-1A7E-E4CD0B09488F}"/>
                </a:ext>
              </a:extLst>
            </p:cNvPr>
            <p:cNvSpPr/>
            <p:nvPr/>
          </p:nvSpPr>
          <p:spPr>
            <a:xfrm>
              <a:off x="953772" y="2973021"/>
              <a:ext cx="2974919" cy="1531"/>
            </a:xfrm>
            <a:custGeom>
              <a:avLst/>
              <a:gdLst>
                <a:gd name="csX0" fmla="*/ 0 w 2974919"/>
                <a:gd name="csY0" fmla="*/ 0 h 1531"/>
                <a:gd name="csX1" fmla="*/ 2974919 w 297491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74919" h="1531">
                  <a:moveTo>
                    <a:pt x="0" y="0"/>
                  </a:moveTo>
                  <a:lnTo>
                    <a:pt x="2974919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B2FD9B0C-87FC-BBEC-49FA-461E599CD739}"/>
                </a:ext>
              </a:extLst>
            </p:cNvPr>
            <p:cNvSpPr/>
            <p:nvPr/>
          </p:nvSpPr>
          <p:spPr>
            <a:xfrm>
              <a:off x="953772" y="2477962"/>
              <a:ext cx="2974919" cy="1531"/>
            </a:xfrm>
            <a:custGeom>
              <a:avLst/>
              <a:gdLst>
                <a:gd name="csX0" fmla="*/ 0 w 2974919"/>
                <a:gd name="csY0" fmla="*/ 0 h 1531"/>
                <a:gd name="csX1" fmla="*/ 2974919 w 297491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74919" h="1531">
                  <a:moveTo>
                    <a:pt x="0" y="0"/>
                  </a:moveTo>
                  <a:lnTo>
                    <a:pt x="2974919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3D56D366-8B92-194F-E894-B4BF94B9E06C}"/>
                </a:ext>
              </a:extLst>
            </p:cNvPr>
            <p:cNvSpPr/>
            <p:nvPr/>
          </p:nvSpPr>
          <p:spPr>
            <a:xfrm>
              <a:off x="953772" y="1982907"/>
              <a:ext cx="2974919" cy="1531"/>
            </a:xfrm>
            <a:custGeom>
              <a:avLst/>
              <a:gdLst>
                <a:gd name="csX0" fmla="*/ 0 w 2974919"/>
                <a:gd name="csY0" fmla="*/ 0 h 1531"/>
                <a:gd name="csX1" fmla="*/ 2974919 w 297491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74919" h="1531">
                  <a:moveTo>
                    <a:pt x="0" y="0"/>
                  </a:moveTo>
                  <a:lnTo>
                    <a:pt x="2974919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47195A8A-B0D7-537A-D9D7-EEDF05895D72}"/>
                </a:ext>
              </a:extLst>
            </p:cNvPr>
            <p:cNvSpPr/>
            <p:nvPr/>
          </p:nvSpPr>
          <p:spPr>
            <a:xfrm>
              <a:off x="953772" y="1487852"/>
              <a:ext cx="2974919" cy="1531"/>
            </a:xfrm>
            <a:custGeom>
              <a:avLst/>
              <a:gdLst>
                <a:gd name="csX0" fmla="*/ 0 w 2974919"/>
                <a:gd name="csY0" fmla="*/ 0 h 1531"/>
                <a:gd name="csX1" fmla="*/ 2974919 w 297491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74919" h="1531">
                  <a:moveTo>
                    <a:pt x="0" y="0"/>
                  </a:moveTo>
                  <a:lnTo>
                    <a:pt x="2974919" y="0"/>
                  </a:lnTo>
                </a:path>
              </a:pathLst>
            </a:custGeom>
            <a:noFill/>
            <a:ln w="305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EA632D46-E5BE-C49F-1BD7-6C1B2CE32B1D}"/>
                </a:ext>
              </a:extLst>
            </p:cNvPr>
            <p:cNvSpPr/>
            <p:nvPr/>
          </p:nvSpPr>
          <p:spPr>
            <a:xfrm>
              <a:off x="953772" y="3320189"/>
              <a:ext cx="2974919" cy="1531"/>
            </a:xfrm>
            <a:custGeom>
              <a:avLst/>
              <a:gdLst>
                <a:gd name="csX0" fmla="*/ 0 w 2974919"/>
                <a:gd name="csY0" fmla="*/ 0 h 1531"/>
                <a:gd name="csX1" fmla="*/ 2974919 w 2974919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74919" h="1531">
                  <a:moveTo>
                    <a:pt x="0" y="0"/>
                  </a:moveTo>
                  <a:lnTo>
                    <a:pt x="297491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1FE7BD05-897C-1FD9-3140-6BA3A02B5B38}"/>
                </a:ext>
              </a:extLst>
            </p:cNvPr>
            <p:cNvSpPr/>
            <p:nvPr/>
          </p:nvSpPr>
          <p:spPr>
            <a:xfrm>
              <a:off x="1505721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BBB5B22B-73C9-B0A0-44C6-A3BCB578BB04}"/>
                </a:ext>
              </a:extLst>
            </p:cNvPr>
            <p:cNvSpPr/>
            <p:nvPr/>
          </p:nvSpPr>
          <p:spPr>
            <a:xfrm>
              <a:off x="2090410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5FFB20FC-5901-27F1-FD79-0A9129EE2D1A}"/>
                </a:ext>
              </a:extLst>
            </p:cNvPr>
            <p:cNvSpPr/>
            <p:nvPr/>
          </p:nvSpPr>
          <p:spPr>
            <a:xfrm>
              <a:off x="2675101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E812BA7A-0A0A-B14D-B830-92DDD338E089}"/>
                </a:ext>
              </a:extLst>
            </p:cNvPr>
            <p:cNvSpPr/>
            <p:nvPr/>
          </p:nvSpPr>
          <p:spPr>
            <a:xfrm>
              <a:off x="3259792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87F684AE-39D6-057E-C38C-524ED88A903E}"/>
                </a:ext>
              </a:extLst>
            </p:cNvPr>
            <p:cNvSpPr/>
            <p:nvPr/>
          </p:nvSpPr>
          <p:spPr>
            <a:xfrm>
              <a:off x="3844483" y="3291247"/>
              <a:ext cx="1531" cy="28942"/>
            </a:xfrm>
            <a:custGeom>
              <a:avLst/>
              <a:gdLst>
                <a:gd name="csX0" fmla="*/ 0 w 1531"/>
                <a:gd name="csY0" fmla="*/ 28942 h 28942"/>
                <a:gd name="csX1" fmla="*/ 0 w 1531"/>
                <a:gd name="csY1" fmla="*/ 0 h 28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8942">
                  <a:moveTo>
                    <a:pt x="0" y="28942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3C731B5E-530C-DFEF-2752-9F72835A9535}"/>
                </a:ext>
              </a:extLst>
            </p:cNvPr>
            <p:cNvSpPr/>
            <p:nvPr/>
          </p:nvSpPr>
          <p:spPr>
            <a:xfrm>
              <a:off x="1413107" y="3371075"/>
              <a:ext cx="64017" cy="96075"/>
            </a:xfrm>
            <a:custGeom>
              <a:avLst/>
              <a:gdLst>
                <a:gd name="csX0" fmla="*/ 32009 w 64017"/>
                <a:gd name="csY0" fmla="*/ 9923 h 96075"/>
                <a:gd name="csX1" fmla="*/ 17431 w 64017"/>
                <a:gd name="csY1" fmla="*/ 19478 h 96075"/>
                <a:gd name="csX2" fmla="*/ 12592 w 64017"/>
                <a:gd name="csY2" fmla="*/ 48068 h 96075"/>
                <a:gd name="csX3" fmla="*/ 17431 w 64017"/>
                <a:gd name="csY3" fmla="*/ 76673 h 96075"/>
                <a:gd name="csX4" fmla="*/ 32009 w 64017"/>
                <a:gd name="csY4" fmla="*/ 86152 h 96075"/>
                <a:gd name="csX5" fmla="*/ 46586 w 64017"/>
                <a:gd name="csY5" fmla="*/ 76673 h 96075"/>
                <a:gd name="csX6" fmla="*/ 51486 w 64017"/>
                <a:gd name="csY6" fmla="*/ 48068 h 96075"/>
                <a:gd name="csX7" fmla="*/ 46586 w 64017"/>
                <a:gd name="csY7" fmla="*/ 19478 h 96075"/>
                <a:gd name="csX8" fmla="*/ 32009 w 64017"/>
                <a:gd name="csY8" fmla="*/ 9923 h 96075"/>
                <a:gd name="csX9" fmla="*/ 32009 w 64017"/>
                <a:gd name="csY9" fmla="*/ 0 h 96075"/>
                <a:gd name="csX10" fmla="*/ 55766 w 64017"/>
                <a:gd name="csY10" fmla="*/ 12342 h 96075"/>
                <a:gd name="csX11" fmla="*/ 64017 w 64017"/>
                <a:gd name="csY11" fmla="*/ 48068 h 96075"/>
                <a:gd name="csX12" fmla="*/ 55766 w 64017"/>
                <a:gd name="csY12" fmla="*/ 83794 h 96075"/>
                <a:gd name="csX13" fmla="*/ 32009 w 64017"/>
                <a:gd name="csY13" fmla="*/ 96075 h 96075"/>
                <a:gd name="csX14" fmla="*/ 8188 w 64017"/>
                <a:gd name="csY14" fmla="*/ 83794 h 96075"/>
                <a:gd name="csX15" fmla="*/ 0 w 64017"/>
                <a:gd name="csY15" fmla="*/ 48068 h 96075"/>
                <a:gd name="csX16" fmla="*/ 8188 w 64017"/>
                <a:gd name="csY16" fmla="*/ 12342 h 96075"/>
                <a:gd name="csX17" fmla="*/ 32009 w 64017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75">
                  <a:moveTo>
                    <a:pt x="32009" y="9923"/>
                  </a:moveTo>
                  <a:cubicBezTo>
                    <a:pt x="25557" y="9923"/>
                    <a:pt x="20698" y="13108"/>
                    <a:pt x="17431" y="19478"/>
                  </a:cubicBezTo>
                  <a:cubicBezTo>
                    <a:pt x="14205" y="25798"/>
                    <a:pt x="12592" y="35328"/>
                    <a:pt x="12592" y="48068"/>
                  </a:cubicBezTo>
                  <a:cubicBezTo>
                    <a:pt x="12592" y="60768"/>
                    <a:pt x="14205" y="70303"/>
                    <a:pt x="17431" y="76673"/>
                  </a:cubicBezTo>
                  <a:cubicBezTo>
                    <a:pt x="20698" y="82993"/>
                    <a:pt x="25557" y="86152"/>
                    <a:pt x="32009" y="86152"/>
                  </a:cubicBezTo>
                  <a:cubicBezTo>
                    <a:pt x="38501" y="86152"/>
                    <a:pt x="43360" y="82993"/>
                    <a:pt x="46586" y="76673"/>
                  </a:cubicBezTo>
                  <a:cubicBezTo>
                    <a:pt x="49853" y="70303"/>
                    <a:pt x="51486" y="60768"/>
                    <a:pt x="51486" y="48068"/>
                  </a:cubicBezTo>
                  <a:cubicBezTo>
                    <a:pt x="51486" y="35328"/>
                    <a:pt x="49853" y="25798"/>
                    <a:pt x="46586" y="19478"/>
                  </a:cubicBezTo>
                  <a:cubicBezTo>
                    <a:pt x="43360" y="13108"/>
                    <a:pt x="38501" y="9923"/>
                    <a:pt x="32009" y="9923"/>
                  </a:cubicBezTo>
                  <a:moveTo>
                    <a:pt x="32009" y="0"/>
                  </a:moveTo>
                  <a:cubicBezTo>
                    <a:pt x="42389" y="0"/>
                    <a:pt x="50308" y="4114"/>
                    <a:pt x="55766" y="12342"/>
                  </a:cubicBezTo>
                  <a:cubicBezTo>
                    <a:pt x="61267" y="20530"/>
                    <a:pt x="64017" y="32439"/>
                    <a:pt x="64017" y="48068"/>
                  </a:cubicBezTo>
                  <a:cubicBezTo>
                    <a:pt x="64017" y="63657"/>
                    <a:pt x="61267" y="75566"/>
                    <a:pt x="55766" y="83794"/>
                  </a:cubicBezTo>
                  <a:cubicBezTo>
                    <a:pt x="50308" y="91982"/>
                    <a:pt x="42389" y="96075"/>
                    <a:pt x="32009" y="96075"/>
                  </a:cubicBezTo>
                  <a:cubicBezTo>
                    <a:pt x="21629" y="96075"/>
                    <a:pt x="13688" y="91982"/>
                    <a:pt x="8188" y="83794"/>
                  </a:cubicBezTo>
                  <a:cubicBezTo>
                    <a:pt x="2729" y="75566"/>
                    <a:pt x="0" y="63657"/>
                    <a:pt x="0" y="48068"/>
                  </a:cubicBezTo>
                  <a:cubicBezTo>
                    <a:pt x="0" y="32439"/>
                    <a:pt x="2729" y="20530"/>
                    <a:pt x="8188" y="12342"/>
                  </a:cubicBezTo>
                  <a:cubicBezTo>
                    <a:pt x="13688" y="4114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ED36AFD6-8330-05DB-51EF-52D13B8AFC93}"/>
                </a:ext>
              </a:extLst>
            </p:cNvPr>
            <p:cNvSpPr/>
            <p:nvPr/>
          </p:nvSpPr>
          <p:spPr>
            <a:xfrm>
              <a:off x="1499146" y="3449601"/>
              <a:ext cx="13088" cy="15757"/>
            </a:xfrm>
            <a:custGeom>
              <a:avLst/>
              <a:gdLst>
                <a:gd name="csX0" fmla="*/ 0 w 13088"/>
                <a:gd name="csY0" fmla="*/ 0 h 15757"/>
                <a:gd name="csX1" fmla="*/ 13088 w 13088"/>
                <a:gd name="csY1" fmla="*/ 0 h 15757"/>
                <a:gd name="csX2" fmla="*/ 13088 w 13088"/>
                <a:gd name="csY2" fmla="*/ 15757 h 15757"/>
                <a:gd name="csX3" fmla="*/ 0 w 13088"/>
                <a:gd name="csY3" fmla="*/ 15757 h 15757"/>
                <a:gd name="csX4" fmla="*/ 0 w 13088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88" h="15757">
                  <a:moveTo>
                    <a:pt x="0" y="0"/>
                  </a:moveTo>
                  <a:lnTo>
                    <a:pt x="13088" y="0"/>
                  </a:lnTo>
                  <a:lnTo>
                    <a:pt x="13088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2BD25137-2EBF-BEF5-E68E-C361E5CB96EF}"/>
                </a:ext>
              </a:extLst>
            </p:cNvPr>
            <p:cNvSpPr/>
            <p:nvPr/>
          </p:nvSpPr>
          <p:spPr>
            <a:xfrm>
              <a:off x="1534319" y="3371075"/>
              <a:ext cx="64017" cy="96075"/>
            </a:xfrm>
            <a:custGeom>
              <a:avLst/>
              <a:gdLst>
                <a:gd name="csX0" fmla="*/ 32008 w 64017"/>
                <a:gd name="csY0" fmla="*/ 9923 h 96075"/>
                <a:gd name="csX1" fmla="*/ 17431 w 64017"/>
                <a:gd name="csY1" fmla="*/ 19478 h 96075"/>
                <a:gd name="csX2" fmla="*/ 12592 w 64017"/>
                <a:gd name="csY2" fmla="*/ 48068 h 96075"/>
                <a:gd name="csX3" fmla="*/ 17431 w 64017"/>
                <a:gd name="csY3" fmla="*/ 76673 h 96075"/>
                <a:gd name="csX4" fmla="*/ 32008 w 64017"/>
                <a:gd name="csY4" fmla="*/ 86152 h 96075"/>
                <a:gd name="csX5" fmla="*/ 46586 w 64017"/>
                <a:gd name="csY5" fmla="*/ 76673 h 96075"/>
                <a:gd name="csX6" fmla="*/ 51486 w 64017"/>
                <a:gd name="csY6" fmla="*/ 48068 h 96075"/>
                <a:gd name="csX7" fmla="*/ 46586 w 64017"/>
                <a:gd name="csY7" fmla="*/ 19478 h 96075"/>
                <a:gd name="csX8" fmla="*/ 32008 w 64017"/>
                <a:gd name="csY8" fmla="*/ 9923 h 96075"/>
                <a:gd name="csX9" fmla="*/ 32008 w 64017"/>
                <a:gd name="csY9" fmla="*/ 0 h 96075"/>
                <a:gd name="csX10" fmla="*/ 55766 w 64017"/>
                <a:gd name="csY10" fmla="*/ 12342 h 96075"/>
                <a:gd name="csX11" fmla="*/ 64017 w 64017"/>
                <a:gd name="csY11" fmla="*/ 48068 h 96075"/>
                <a:gd name="csX12" fmla="*/ 55766 w 64017"/>
                <a:gd name="csY12" fmla="*/ 83794 h 96075"/>
                <a:gd name="csX13" fmla="*/ 32008 w 64017"/>
                <a:gd name="csY13" fmla="*/ 96075 h 96075"/>
                <a:gd name="csX14" fmla="*/ 8188 w 64017"/>
                <a:gd name="csY14" fmla="*/ 83794 h 96075"/>
                <a:gd name="csX15" fmla="*/ 0 w 64017"/>
                <a:gd name="csY15" fmla="*/ 48068 h 96075"/>
                <a:gd name="csX16" fmla="*/ 8188 w 64017"/>
                <a:gd name="csY16" fmla="*/ 12342 h 96075"/>
                <a:gd name="csX17" fmla="*/ 32008 w 64017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75">
                  <a:moveTo>
                    <a:pt x="32008" y="9923"/>
                  </a:moveTo>
                  <a:cubicBezTo>
                    <a:pt x="25557" y="9923"/>
                    <a:pt x="20698" y="13108"/>
                    <a:pt x="17431" y="19478"/>
                  </a:cubicBezTo>
                  <a:cubicBezTo>
                    <a:pt x="14205" y="25798"/>
                    <a:pt x="12592" y="35328"/>
                    <a:pt x="12592" y="48068"/>
                  </a:cubicBezTo>
                  <a:cubicBezTo>
                    <a:pt x="12592" y="60768"/>
                    <a:pt x="14205" y="70303"/>
                    <a:pt x="17431" y="76673"/>
                  </a:cubicBezTo>
                  <a:cubicBezTo>
                    <a:pt x="20698" y="82993"/>
                    <a:pt x="25557" y="86152"/>
                    <a:pt x="32008" y="86152"/>
                  </a:cubicBezTo>
                  <a:cubicBezTo>
                    <a:pt x="38501" y="86152"/>
                    <a:pt x="43360" y="82993"/>
                    <a:pt x="46586" y="76673"/>
                  </a:cubicBezTo>
                  <a:cubicBezTo>
                    <a:pt x="49853" y="70303"/>
                    <a:pt x="51486" y="60768"/>
                    <a:pt x="51486" y="48068"/>
                  </a:cubicBezTo>
                  <a:cubicBezTo>
                    <a:pt x="51486" y="35328"/>
                    <a:pt x="49853" y="25798"/>
                    <a:pt x="46586" y="19478"/>
                  </a:cubicBezTo>
                  <a:cubicBezTo>
                    <a:pt x="43360" y="13108"/>
                    <a:pt x="38501" y="9923"/>
                    <a:pt x="32008" y="9923"/>
                  </a:cubicBezTo>
                  <a:moveTo>
                    <a:pt x="32008" y="0"/>
                  </a:moveTo>
                  <a:cubicBezTo>
                    <a:pt x="42388" y="0"/>
                    <a:pt x="50308" y="4114"/>
                    <a:pt x="55766" y="12342"/>
                  </a:cubicBezTo>
                  <a:cubicBezTo>
                    <a:pt x="61267" y="20530"/>
                    <a:pt x="64017" y="32439"/>
                    <a:pt x="64017" y="48068"/>
                  </a:cubicBezTo>
                  <a:cubicBezTo>
                    <a:pt x="64017" y="63657"/>
                    <a:pt x="61267" y="75566"/>
                    <a:pt x="55766" y="83794"/>
                  </a:cubicBezTo>
                  <a:cubicBezTo>
                    <a:pt x="50308" y="91982"/>
                    <a:pt x="42388" y="96075"/>
                    <a:pt x="32008" y="96075"/>
                  </a:cubicBezTo>
                  <a:cubicBezTo>
                    <a:pt x="21627" y="96075"/>
                    <a:pt x="13688" y="91982"/>
                    <a:pt x="8188" y="83794"/>
                  </a:cubicBezTo>
                  <a:cubicBezTo>
                    <a:pt x="2729" y="75566"/>
                    <a:pt x="0" y="63657"/>
                    <a:pt x="0" y="48068"/>
                  </a:cubicBezTo>
                  <a:cubicBezTo>
                    <a:pt x="0" y="32439"/>
                    <a:pt x="2729" y="20530"/>
                    <a:pt x="8188" y="12342"/>
                  </a:cubicBezTo>
                  <a:cubicBezTo>
                    <a:pt x="13688" y="4114"/>
                    <a:pt x="21627" y="0"/>
                    <a:pt x="32008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27434721-4C78-61B0-8B05-E4FBB620A698}"/>
                </a:ext>
              </a:extLst>
            </p:cNvPr>
            <p:cNvSpPr/>
            <p:nvPr/>
          </p:nvSpPr>
          <p:spPr>
            <a:xfrm>
              <a:off x="1999602" y="3371075"/>
              <a:ext cx="58802" cy="94283"/>
            </a:xfrm>
            <a:custGeom>
              <a:avLst/>
              <a:gdLst>
                <a:gd name="csX0" fmla="*/ 15068 w 58802"/>
                <a:gd name="csY0" fmla="*/ 83733 h 94283"/>
                <a:gd name="csX1" fmla="*/ 58803 w 58802"/>
                <a:gd name="csY1" fmla="*/ 83733 h 94283"/>
                <a:gd name="csX2" fmla="*/ 58803 w 58802"/>
                <a:gd name="csY2" fmla="*/ 94284 h 94283"/>
                <a:gd name="csX3" fmla="*/ 0 w 58802"/>
                <a:gd name="csY3" fmla="*/ 94284 h 94283"/>
                <a:gd name="csX4" fmla="*/ 0 w 58802"/>
                <a:gd name="csY4" fmla="*/ 83733 h 94283"/>
                <a:gd name="csX5" fmla="*/ 19417 w 58802"/>
                <a:gd name="csY5" fmla="*/ 63948 h 94283"/>
                <a:gd name="csX6" fmla="*/ 34914 w 58802"/>
                <a:gd name="csY6" fmla="*/ 47885 h 94283"/>
                <a:gd name="csX7" fmla="*/ 43291 w 58802"/>
                <a:gd name="csY7" fmla="*/ 36476 h 94283"/>
                <a:gd name="csX8" fmla="*/ 45710 w 58802"/>
                <a:gd name="csY8" fmla="*/ 27227 h 94283"/>
                <a:gd name="csX9" fmla="*/ 40504 w 58802"/>
                <a:gd name="csY9" fmla="*/ 15191 h 94283"/>
                <a:gd name="csX10" fmla="*/ 27043 w 58802"/>
                <a:gd name="csY10" fmla="*/ 10536 h 94283"/>
                <a:gd name="csX11" fmla="*/ 14578 w 58802"/>
                <a:gd name="csY11" fmla="*/ 12587 h 94283"/>
                <a:gd name="csX12" fmla="*/ 613 w 58802"/>
                <a:gd name="csY12" fmla="*/ 18789 h 94283"/>
                <a:gd name="csX13" fmla="*/ 613 w 58802"/>
                <a:gd name="csY13" fmla="*/ 6141 h 94283"/>
                <a:gd name="csX14" fmla="*/ 14762 w 58802"/>
                <a:gd name="csY14" fmla="*/ 1547 h 94283"/>
                <a:gd name="csX15" fmla="*/ 26798 w 58802"/>
                <a:gd name="csY15" fmla="*/ 0 h 94283"/>
                <a:gd name="csX16" fmla="*/ 49753 w 58802"/>
                <a:gd name="csY16" fmla="*/ 7197 h 94283"/>
                <a:gd name="csX17" fmla="*/ 58313 w 58802"/>
                <a:gd name="csY17" fmla="*/ 26415 h 94283"/>
                <a:gd name="csX18" fmla="*/ 56138 w 58802"/>
                <a:gd name="csY18" fmla="*/ 37272 h 94283"/>
                <a:gd name="csX19" fmla="*/ 48375 w 58802"/>
                <a:gd name="csY19" fmla="*/ 49309 h 94283"/>
                <a:gd name="csX20" fmla="*/ 38513 w 58802"/>
                <a:gd name="csY20" fmla="*/ 59737 h 94283"/>
                <a:gd name="csX21" fmla="*/ 15068 w 58802"/>
                <a:gd name="csY21" fmla="*/ 83733 h 94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8802" h="94283">
                  <a:moveTo>
                    <a:pt x="15068" y="83733"/>
                  </a:moveTo>
                  <a:lnTo>
                    <a:pt x="58803" y="83733"/>
                  </a:lnTo>
                  <a:lnTo>
                    <a:pt x="58803" y="94284"/>
                  </a:lnTo>
                  <a:lnTo>
                    <a:pt x="0" y="94284"/>
                  </a:lnTo>
                  <a:lnTo>
                    <a:pt x="0" y="83733"/>
                  </a:lnTo>
                  <a:cubicBezTo>
                    <a:pt x="4757" y="78812"/>
                    <a:pt x="11230" y="72217"/>
                    <a:pt x="19417" y="63948"/>
                  </a:cubicBezTo>
                  <a:cubicBezTo>
                    <a:pt x="27646" y="55638"/>
                    <a:pt x="32811" y="50284"/>
                    <a:pt x="34914" y="47885"/>
                  </a:cubicBezTo>
                  <a:cubicBezTo>
                    <a:pt x="38926" y="43372"/>
                    <a:pt x="41718" y="39569"/>
                    <a:pt x="43291" y="36476"/>
                  </a:cubicBezTo>
                  <a:cubicBezTo>
                    <a:pt x="44904" y="33332"/>
                    <a:pt x="45710" y="30249"/>
                    <a:pt x="45710" y="27227"/>
                  </a:cubicBezTo>
                  <a:cubicBezTo>
                    <a:pt x="45710" y="22306"/>
                    <a:pt x="43975" y="18294"/>
                    <a:pt x="40504" y="15191"/>
                  </a:cubicBezTo>
                  <a:cubicBezTo>
                    <a:pt x="37073" y="12087"/>
                    <a:pt x="32587" y="10536"/>
                    <a:pt x="27043" y="10536"/>
                  </a:cubicBezTo>
                  <a:cubicBezTo>
                    <a:pt x="23113" y="10536"/>
                    <a:pt x="18958" y="11220"/>
                    <a:pt x="14578" y="12587"/>
                  </a:cubicBezTo>
                  <a:cubicBezTo>
                    <a:pt x="10229" y="13955"/>
                    <a:pt x="5574" y="16023"/>
                    <a:pt x="613" y="18789"/>
                  </a:cubicBezTo>
                  <a:lnTo>
                    <a:pt x="613" y="6141"/>
                  </a:lnTo>
                  <a:cubicBezTo>
                    <a:pt x="5656" y="4109"/>
                    <a:pt x="10372" y="2578"/>
                    <a:pt x="14762" y="1547"/>
                  </a:cubicBezTo>
                  <a:cubicBezTo>
                    <a:pt x="19142" y="516"/>
                    <a:pt x="23154" y="0"/>
                    <a:pt x="26798" y="0"/>
                  </a:cubicBezTo>
                  <a:cubicBezTo>
                    <a:pt x="36394" y="0"/>
                    <a:pt x="44046" y="2399"/>
                    <a:pt x="49753" y="7197"/>
                  </a:cubicBezTo>
                  <a:cubicBezTo>
                    <a:pt x="55460" y="11985"/>
                    <a:pt x="58313" y="18391"/>
                    <a:pt x="58313" y="26415"/>
                  </a:cubicBezTo>
                  <a:cubicBezTo>
                    <a:pt x="58313" y="30223"/>
                    <a:pt x="57588" y="33842"/>
                    <a:pt x="56138" y="37272"/>
                  </a:cubicBezTo>
                  <a:cubicBezTo>
                    <a:pt x="54730" y="40662"/>
                    <a:pt x="52142" y="44674"/>
                    <a:pt x="48375" y="49309"/>
                  </a:cubicBezTo>
                  <a:cubicBezTo>
                    <a:pt x="47343" y="50513"/>
                    <a:pt x="44056" y="53989"/>
                    <a:pt x="38513" y="59737"/>
                  </a:cubicBezTo>
                  <a:cubicBezTo>
                    <a:pt x="32970" y="65444"/>
                    <a:pt x="25155" y="73442"/>
                    <a:pt x="15068" y="83733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79586D6C-20D5-BDD1-6600-D667B3C0B82B}"/>
                </a:ext>
              </a:extLst>
            </p:cNvPr>
            <p:cNvSpPr/>
            <p:nvPr/>
          </p:nvSpPr>
          <p:spPr>
            <a:xfrm>
              <a:off x="2084713" y="3449601"/>
              <a:ext cx="13077" cy="15757"/>
            </a:xfrm>
            <a:custGeom>
              <a:avLst/>
              <a:gdLst>
                <a:gd name="csX0" fmla="*/ 0 w 13077"/>
                <a:gd name="csY0" fmla="*/ 0 h 15757"/>
                <a:gd name="csX1" fmla="*/ 13078 w 13077"/>
                <a:gd name="csY1" fmla="*/ 0 h 15757"/>
                <a:gd name="csX2" fmla="*/ 13078 w 13077"/>
                <a:gd name="csY2" fmla="*/ 15757 h 15757"/>
                <a:gd name="csX3" fmla="*/ 0 w 13077"/>
                <a:gd name="csY3" fmla="*/ 15757 h 15757"/>
                <a:gd name="csX4" fmla="*/ 0 w 13077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77" h="15757">
                  <a:moveTo>
                    <a:pt x="0" y="0"/>
                  </a:moveTo>
                  <a:lnTo>
                    <a:pt x="13078" y="0"/>
                  </a:lnTo>
                  <a:lnTo>
                    <a:pt x="13078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9311B5B6-70F9-E7B7-29E9-658AAF01F679}"/>
                </a:ext>
              </a:extLst>
            </p:cNvPr>
            <p:cNvSpPr/>
            <p:nvPr/>
          </p:nvSpPr>
          <p:spPr>
            <a:xfrm>
              <a:off x="2121312" y="3372744"/>
              <a:ext cx="59920" cy="94406"/>
            </a:xfrm>
            <a:custGeom>
              <a:avLst/>
              <a:gdLst>
                <a:gd name="csX0" fmla="*/ 3905 w 59920"/>
                <a:gd name="csY0" fmla="*/ 0 h 94406"/>
                <a:gd name="csX1" fmla="*/ 53091 w 59920"/>
                <a:gd name="csY1" fmla="*/ 0 h 94406"/>
                <a:gd name="csX2" fmla="*/ 53091 w 59920"/>
                <a:gd name="csY2" fmla="*/ 10551 h 94406"/>
                <a:gd name="csX3" fmla="*/ 15375 w 59920"/>
                <a:gd name="csY3" fmla="*/ 10551 h 94406"/>
                <a:gd name="csX4" fmla="*/ 15375 w 59920"/>
                <a:gd name="csY4" fmla="*/ 33245 h 94406"/>
                <a:gd name="csX5" fmla="*/ 20841 w 59920"/>
                <a:gd name="csY5" fmla="*/ 31882 h 94406"/>
                <a:gd name="csX6" fmla="*/ 26293 w 59920"/>
                <a:gd name="csY6" fmla="*/ 31392 h 94406"/>
                <a:gd name="csX7" fmla="*/ 50855 w 59920"/>
                <a:gd name="csY7" fmla="*/ 39891 h 94406"/>
                <a:gd name="csX8" fmla="*/ 59921 w 59920"/>
                <a:gd name="csY8" fmla="*/ 62907 h 94406"/>
                <a:gd name="csX9" fmla="*/ 50610 w 59920"/>
                <a:gd name="csY9" fmla="*/ 86168 h 94406"/>
                <a:gd name="csX10" fmla="*/ 24379 w 59920"/>
                <a:gd name="csY10" fmla="*/ 94406 h 94406"/>
                <a:gd name="csX11" fmla="*/ 12465 w 59920"/>
                <a:gd name="csY11" fmla="*/ 93426 h 94406"/>
                <a:gd name="csX12" fmla="*/ 0 w 59920"/>
                <a:gd name="csY12" fmla="*/ 90440 h 94406"/>
                <a:gd name="csX13" fmla="*/ 0 w 59920"/>
                <a:gd name="csY13" fmla="*/ 77853 h 94406"/>
                <a:gd name="csX14" fmla="*/ 11531 w 59920"/>
                <a:gd name="csY14" fmla="*/ 82385 h 94406"/>
                <a:gd name="csX15" fmla="*/ 24118 w 59920"/>
                <a:gd name="csY15" fmla="*/ 83871 h 94406"/>
                <a:gd name="csX16" fmla="*/ 41116 w 59920"/>
                <a:gd name="csY16" fmla="*/ 78220 h 94406"/>
                <a:gd name="csX17" fmla="*/ 47379 w 59920"/>
                <a:gd name="csY17" fmla="*/ 62907 h 94406"/>
                <a:gd name="csX18" fmla="*/ 41116 w 59920"/>
                <a:gd name="csY18" fmla="*/ 47578 h 94406"/>
                <a:gd name="csX19" fmla="*/ 24118 w 59920"/>
                <a:gd name="csY19" fmla="*/ 41928 h 94406"/>
                <a:gd name="csX20" fmla="*/ 14073 w 59920"/>
                <a:gd name="csY20" fmla="*/ 43046 h 94406"/>
                <a:gd name="csX21" fmla="*/ 3905 w 59920"/>
                <a:gd name="csY21" fmla="*/ 46522 h 94406"/>
                <a:gd name="csX22" fmla="*/ 3905 w 59920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0" h="94406">
                  <a:moveTo>
                    <a:pt x="3905" y="0"/>
                  </a:moveTo>
                  <a:lnTo>
                    <a:pt x="53091" y="0"/>
                  </a:lnTo>
                  <a:lnTo>
                    <a:pt x="53091" y="10551"/>
                  </a:lnTo>
                  <a:lnTo>
                    <a:pt x="15375" y="10551"/>
                  </a:lnTo>
                  <a:lnTo>
                    <a:pt x="15375" y="33245"/>
                  </a:lnTo>
                  <a:cubicBezTo>
                    <a:pt x="17192" y="32633"/>
                    <a:pt x="19014" y="32178"/>
                    <a:pt x="20841" y="31882"/>
                  </a:cubicBezTo>
                  <a:cubicBezTo>
                    <a:pt x="22658" y="31556"/>
                    <a:pt x="24476" y="31392"/>
                    <a:pt x="26293" y="31392"/>
                  </a:cubicBezTo>
                  <a:cubicBezTo>
                    <a:pt x="36634" y="31392"/>
                    <a:pt x="44822" y="34225"/>
                    <a:pt x="50855" y="39891"/>
                  </a:cubicBezTo>
                  <a:cubicBezTo>
                    <a:pt x="56899" y="45557"/>
                    <a:pt x="59921" y="53229"/>
                    <a:pt x="59921" y="62907"/>
                  </a:cubicBezTo>
                  <a:cubicBezTo>
                    <a:pt x="59921" y="72871"/>
                    <a:pt x="56817" y="80624"/>
                    <a:pt x="50610" y="86168"/>
                  </a:cubicBezTo>
                  <a:cubicBezTo>
                    <a:pt x="44403" y="91660"/>
                    <a:pt x="35659" y="94406"/>
                    <a:pt x="24379" y="94406"/>
                  </a:cubicBezTo>
                  <a:cubicBezTo>
                    <a:pt x="20489" y="94406"/>
                    <a:pt x="16518" y="94080"/>
                    <a:pt x="12465" y="93426"/>
                  </a:cubicBezTo>
                  <a:cubicBezTo>
                    <a:pt x="8453" y="92763"/>
                    <a:pt x="4298" y="91767"/>
                    <a:pt x="0" y="90440"/>
                  </a:cubicBezTo>
                  <a:lnTo>
                    <a:pt x="0" y="77853"/>
                  </a:lnTo>
                  <a:cubicBezTo>
                    <a:pt x="3716" y="79874"/>
                    <a:pt x="7560" y="81385"/>
                    <a:pt x="11531" y="82385"/>
                  </a:cubicBezTo>
                  <a:cubicBezTo>
                    <a:pt x="15502" y="83376"/>
                    <a:pt x="19698" y="83871"/>
                    <a:pt x="24118" y="83871"/>
                  </a:cubicBezTo>
                  <a:cubicBezTo>
                    <a:pt x="31275" y="83871"/>
                    <a:pt x="36941" y="81987"/>
                    <a:pt x="41116" y="78220"/>
                  </a:cubicBezTo>
                  <a:cubicBezTo>
                    <a:pt x="45292" y="74463"/>
                    <a:pt x="47379" y="69359"/>
                    <a:pt x="47379" y="62907"/>
                  </a:cubicBezTo>
                  <a:cubicBezTo>
                    <a:pt x="47379" y="56455"/>
                    <a:pt x="45292" y="51345"/>
                    <a:pt x="41116" y="47578"/>
                  </a:cubicBezTo>
                  <a:cubicBezTo>
                    <a:pt x="36941" y="43811"/>
                    <a:pt x="31275" y="41928"/>
                    <a:pt x="24118" y="41928"/>
                  </a:cubicBezTo>
                  <a:cubicBezTo>
                    <a:pt x="20770" y="41928"/>
                    <a:pt x="17421" y="42300"/>
                    <a:pt x="14073" y="43046"/>
                  </a:cubicBezTo>
                  <a:cubicBezTo>
                    <a:pt x="10765" y="43791"/>
                    <a:pt x="7376" y="44950"/>
                    <a:pt x="3905" y="46522"/>
                  </a:cubicBezTo>
                  <a:lnTo>
                    <a:pt x="3905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F042BBEA-1E40-63AD-A347-D6285906ED60}"/>
                </a:ext>
              </a:extLst>
            </p:cNvPr>
            <p:cNvSpPr/>
            <p:nvPr/>
          </p:nvSpPr>
          <p:spPr>
            <a:xfrm>
              <a:off x="2583206" y="3372744"/>
              <a:ext cx="59920" cy="94406"/>
            </a:xfrm>
            <a:custGeom>
              <a:avLst/>
              <a:gdLst>
                <a:gd name="csX0" fmla="*/ 3905 w 59920"/>
                <a:gd name="csY0" fmla="*/ 0 h 94406"/>
                <a:gd name="csX1" fmla="*/ 53091 w 59920"/>
                <a:gd name="csY1" fmla="*/ 0 h 94406"/>
                <a:gd name="csX2" fmla="*/ 53091 w 59920"/>
                <a:gd name="csY2" fmla="*/ 10551 h 94406"/>
                <a:gd name="csX3" fmla="*/ 15375 w 59920"/>
                <a:gd name="csY3" fmla="*/ 10551 h 94406"/>
                <a:gd name="csX4" fmla="*/ 15375 w 59920"/>
                <a:gd name="csY4" fmla="*/ 33245 h 94406"/>
                <a:gd name="csX5" fmla="*/ 20841 w 59920"/>
                <a:gd name="csY5" fmla="*/ 31882 h 94406"/>
                <a:gd name="csX6" fmla="*/ 26293 w 59920"/>
                <a:gd name="csY6" fmla="*/ 31392 h 94406"/>
                <a:gd name="csX7" fmla="*/ 50871 w 59920"/>
                <a:gd name="csY7" fmla="*/ 39891 h 94406"/>
                <a:gd name="csX8" fmla="*/ 59921 w 59920"/>
                <a:gd name="csY8" fmla="*/ 62907 h 94406"/>
                <a:gd name="csX9" fmla="*/ 50610 w 59920"/>
                <a:gd name="csY9" fmla="*/ 86168 h 94406"/>
                <a:gd name="csX10" fmla="*/ 24379 w 59920"/>
                <a:gd name="csY10" fmla="*/ 94406 h 94406"/>
                <a:gd name="csX11" fmla="*/ 12465 w 59920"/>
                <a:gd name="csY11" fmla="*/ 93426 h 94406"/>
                <a:gd name="csX12" fmla="*/ 0 w 59920"/>
                <a:gd name="csY12" fmla="*/ 90440 h 94406"/>
                <a:gd name="csX13" fmla="*/ 0 w 59920"/>
                <a:gd name="csY13" fmla="*/ 77853 h 94406"/>
                <a:gd name="csX14" fmla="*/ 11531 w 59920"/>
                <a:gd name="csY14" fmla="*/ 82385 h 94406"/>
                <a:gd name="csX15" fmla="*/ 24134 w 59920"/>
                <a:gd name="csY15" fmla="*/ 83871 h 94406"/>
                <a:gd name="csX16" fmla="*/ 41131 w 59920"/>
                <a:gd name="csY16" fmla="*/ 78220 h 94406"/>
                <a:gd name="csX17" fmla="*/ 47394 w 59920"/>
                <a:gd name="csY17" fmla="*/ 62907 h 94406"/>
                <a:gd name="csX18" fmla="*/ 41131 w 59920"/>
                <a:gd name="csY18" fmla="*/ 47578 h 94406"/>
                <a:gd name="csX19" fmla="*/ 24134 w 59920"/>
                <a:gd name="csY19" fmla="*/ 41928 h 94406"/>
                <a:gd name="csX20" fmla="*/ 14073 w 59920"/>
                <a:gd name="csY20" fmla="*/ 43046 h 94406"/>
                <a:gd name="csX21" fmla="*/ 3905 w 59920"/>
                <a:gd name="csY21" fmla="*/ 46522 h 94406"/>
                <a:gd name="csX22" fmla="*/ 3905 w 59920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0" h="94406">
                  <a:moveTo>
                    <a:pt x="3905" y="0"/>
                  </a:moveTo>
                  <a:lnTo>
                    <a:pt x="53091" y="0"/>
                  </a:lnTo>
                  <a:lnTo>
                    <a:pt x="53091" y="10551"/>
                  </a:lnTo>
                  <a:lnTo>
                    <a:pt x="15375" y="10551"/>
                  </a:lnTo>
                  <a:lnTo>
                    <a:pt x="15375" y="33245"/>
                  </a:lnTo>
                  <a:cubicBezTo>
                    <a:pt x="17202" y="32633"/>
                    <a:pt x="19024" y="32178"/>
                    <a:pt x="20841" y="31882"/>
                  </a:cubicBezTo>
                  <a:cubicBezTo>
                    <a:pt x="22658" y="31556"/>
                    <a:pt x="24476" y="31392"/>
                    <a:pt x="26293" y="31392"/>
                  </a:cubicBezTo>
                  <a:cubicBezTo>
                    <a:pt x="36634" y="31392"/>
                    <a:pt x="44827" y="34225"/>
                    <a:pt x="50871" y="39891"/>
                  </a:cubicBezTo>
                  <a:cubicBezTo>
                    <a:pt x="56904" y="45557"/>
                    <a:pt x="59921" y="53229"/>
                    <a:pt x="59921" y="62907"/>
                  </a:cubicBezTo>
                  <a:cubicBezTo>
                    <a:pt x="59921" y="72871"/>
                    <a:pt x="56817" y="80624"/>
                    <a:pt x="50610" y="86168"/>
                  </a:cubicBezTo>
                  <a:cubicBezTo>
                    <a:pt x="44414" y="91660"/>
                    <a:pt x="35670" y="94406"/>
                    <a:pt x="24379" y="94406"/>
                  </a:cubicBezTo>
                  <a:cubicBezTo>
                    <a:pt x="20489" y="94406"/>
                    <a:pt x="16518" y="94080"/>
                    <a:pt x="12465" y="93426"/>
                  </a:cubicBezTo>
                  <a:cubicBezTo>
                    <a:pt x="8453" y="92763"/>
                    <a:pt x="4298" y="91767"/>
                    <a:pt x="0" y="90440"/>
                  </a:cubicBezTo>
                  <a:lnTo>
                    <a:pt x="0" y="77853"/>
                  </a:lnTo>
                  <a:cubicBezTo>
                    <a:pt x="3716" y="79874"/>
                    <a:pt x="7560" y="81385"/>
                    <a:pt x="11531" y="82385"/>
                  </a:cubicBezTo>
                  <a:cubicBezTo>
                    <a:pt x="15502" y="83376"/>
                    <a:pt x="19703" y="83871"/>
                    <a:pt x="24134" y="83871"/>
                  </a:cubicBezTo>
                  <a:cubicBezTo>
                    <a:pt x="31280" y="83871"/>
                    <a:pt x="36946" y="81987"/>
                    <a:pt x="41131" y="78220"/>
                  </a:cubicBezTo>
                  <a:cubicBezTo>
                    <a:pt x="45307" y="74463"/>
                    <a:pt x="47394" y="69359"/>
                    <a:pt x="47394" y="62907"/>
                  </a:cubicBezTo>
                  <a:cubicBezTo>
                    <a:pt x="47394" y="56455"/>
                    <a:pt x="45307" y="51345"/>
                    <a:pt x="41131" y="47578"/>
                  </a:cubicBezTo>
                  <a:cubicBezTo>
                    <a:pt x="36946" y="43811"/>
                    <a:pt x="31280" y="41928"/>
                    <a:pt x="24134" y="41928"/>
                  </a:cubicBezTo>
                  <a:cubicBezTo>
                    <a:pt x="20785" y="41928"/>
                    <a:pt x="17432" y="42300"/>
                    <a:pt x="14073" y="43046"/>
                  </a:cubicBezTo>
                  <a:cubicBezTo>
                    <a:pt x="10765" y="43791"/>
                    <a:pt x="7376" y="44950"/>
                    <a:pt x="3905" y="46522"/>
                  </a:cubicBezTo>
                  <a:lnTo>
                    <a:pt x="3905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818226B4-A1A3-7B2B-3150-E4E55C88A2EB}"/>
                </a:ext>
              </a:extLst>
            </p:cNvPr>
            <p:cNvSpPr/>
            <p:nvPr/>
          </p:nvSpPr>
          <p:spPr>
            <a:xfrm>
              <a:off x="2667812" y="3449601"/>
              <a:ext cx="13092" cy="15757"/>
            </a:xfrm>
            <a:custGeom>
              <a:avLst/>
              <a:gdLst>
                <a:gd name="csX0" fmla="*/ 0 w 13092"/>
                <a:gd name="csY0" fmla="*/ 0 h 15757"/>
                <a:gd name="csX1" fmla="*/ 13093 w 13092"/>
                <a:gd name="csY1" fmla="*/ 0 h 15757"/>
                <a:gd name="csX2" fmla="*/ 13093 w 13092"/>
                <a:gd name="csY2" fmla="*/ 15757 h 15757"/>
                <a:gd name="csX3" fmla="*/ 0 w 13092"/>
                <a:gd name="csY3" fmla="*/ 15757 h 15757"/>
                <a:gd name="csX4" fmla="*/ 0 w 13092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92" h="15757">
                  <a:moveTo>
                    <a:pt x="0" y="0"/>
                  </a:moveTo>
                  <a:lnTo>
                    <a:pt x="13093" y="0"/>
                  </a:lnTo>
                  <a:lnTo>
                    <a:pt x="13093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88603973-3036-B3B2-EAB2-7D18DE5370EF}"/>
                </a:ext>
              </a:extLst>
            </p:cNvPr>
            <p:cNvSpPr/>
            <p:nvPr/>
          </p:nvSpPr>
          <p:spPr>
            <a:xfrm>
              <a:off x="2702986" y="3371075"/>
              <a:ext cx="64024" cy="96075"/>
            </a:xfrm>
            <a:custGeom>
              <a:avLst/>
              <a:gdLst>
                <a:gd name="csX0" fmla="*/ 32005 w 64024"/>
                <a:gd name="csY0" fmla="*/ 9923 h 96075"/>
                <a:gd name="csX1" fmla="*/ 17427 w 64024"/>
                <a:gd name="csY1" fmla="*/ 19478 h 96075"/>
                <a:gd name="csX2" fmla="*/ 12588 w 64024"/>
                <a:gd name="csY2" fmla="*/ 48068 h 96075"/>
                <a:gd name="csX3" fmla="*/ 17427 w 64024"/>
                <a:gd name="csY3" fmla="*/ 76673 h 96075"/>
                <a:gd name="csX4" fmla="*/ 32005 w 64024"/>
                <a:gd name="csY4" fmla="*/ 86152 h 96075"/>
                <a:gd name="csX5" fmla="*/ 46583 w 64024"/>
                <a:gd name="csY5" fmla="*/ 76673 h 96075"/>
                <a:gd name="csX6" fmla="*/ 51483 w 64024"/>
                <a:gd name="csY6" fmla="*/ 48068 h 96075"/>
                <a:gd name="csX7" fmla="*/ 46583 w 64024"/>
                <a:gd name="csY7" fmla="*/ 19478 h 96075"/>
                <a:gd name="csX8" fmla="*/ 32005 w 64024"/>
                <a:gd name="csY8" fmla="*/ 9923 h 96075"/>
                <a:gd name="csX9" fmla="*/ 32005 w 64024"/>
                <a:gd name="csY9" fmla="*/ 0 h 96075"/>
                <a:gd name="csX10" fmla="*/ 55771 w 64024"/>
                <a:gd name="csY10" fmla="*/ 12342 h 96075"/>
                <a:gd name="csX11" fmla="*/ 64025 w 64024"/>
                <a:gd name="csY11" fmla="*/ 48068 h 96075"/>
                <a:gd name="csX12" fmla="*/ 55771 w 64024"/>
                <a:gd name="csY12" fmla="*/ 83794 h 96075"/>
                <a:gd name="csX13" fmla="*/ 32005 w 64024"/>
                <a:gd name="csY13" fmla="*/ 96075 h 96075"/>
                <a:gd name="csX14" fmla="*/ 8193 w 64024"/>
                <a:gd name="csY14" fmla="*/ 83794 h 96075"/>
                <a:gd name="csX15" fmla="*/ 0 w 64024"/>
                <a:gd name="csY15" fmla="*/ 48068 h 96075"/>
                <a:gd name="csX16" fmla="*/ 8193 w 64024"/>
                <a:gd name="csY16" fmla="*/ 12342 h 96075"/>
                <a:gd name="csX17" fmla="*/ 32005 w 64024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24" h="96075">
                  <a:moveTo>
                    <a:pt x="32005" y="9923"/>
                  </a:moveTo>
                  <a:cubicBezTo>
                    <a:pt x="25553" y="9923"/>
                    <a:pt x="20693" y="13108"/>
                    <a:pt x="17427" y="19478"/>
                  </a:cubicBezTo>
                  <a:cubicBezTo>
                    <a:pt x="14200" y="25798"/>
                    <a:pt x="12588" y="35328"/>
                    <a:pt x="12588" y="48068"/>
                  </a:cubicBezTo>
                  <a:cubicBezTo>
                    <a:pt x="12588" y="60768"/>
                    <a:pt x="14200" y="70303"/>
                    <a:pt x="17427" y="76673"/>
                  </a:cubicBezTo>
                  <a:cubicBezTo>
                    <a:pt x="20693" y="82993"/>
                    <a:pt x="25553" y="86152"/>
                    <a:pt x="32005" y="86152"/>
                  </a:cubicBezTo>
                  <a:cubicBezTo>
                    <a:pt x="38498" y="86152"/>
                    <a:pt x="43357" y="82993"/>
                    <a:pt x="46583" y="76673"/>
                  </a:cubicBezTo>
                  <a:cubicBezTo>
                    <a:pt x="49850" y="70303"/>
                    <a:pt x="51483" y="60768"/>
                    <a:pt x="51483" y="48068"/>
                  </a:cubicBezTo>
                  <a:cubicBezTo>
                    <a:pt x="51483" y="35328"/>
                    <a:pt x="49850" y="25798"/>
                    <a:pt x="46583" y="19478"/>
                  </a:cubicBezTo>
                  <a:cubicBezTo>
                    <a:pt x="43357" y="13108"/>
                    <a:pt x="38498" y="9923"/>
                    <a:pt x="32005" y="9923"/>
                  </a:cubicBezTo>
                  <a:moveTo>
                    <a:pt x="32005" y="0"/>
                  </a:moveTo>
                  <a:cubicBezTo>
                    <a:pt x="42387" y="0"/>
                    <a:pt x="50309" y="4114"/>
                    <a:pt x="55771" y="12342"/>
                  </a:cubicBezTo>
                  <a:cubicBezTo>
                    <a:pt x="61274" y="20530"/>
                    <a:pt x="64025" y="32439"/>
                    <a:pt x="64025" y="48068"/>
                  </a:cubicBezTo>
                  <a:cubicBezTo>
                    <a:pt x="64025" y="63657"/>
                    <a:pt x="61274" y="75566"/>
                    <a:pt x="55771" y="83794"/>
                  </a:cubicBezTo>
                  <a:cubicBezTo>
                    <a:pt x="50309" y="91982"/>
                    <a:pt x="42387" y="96075"/>
                    <a:pt x="32005" y="96075"/>
                  </a:cubicBezTo>
                  <a:cubicBezTo>
                    <a:pt x="21633" y="96075"/>
                    <a:pt x="13695" y="91982"/>
                    <a:pt x="8193" y="83794"/>
                  </a:cubicBezTo>
                  <a:cubicBezTo>
                    <a:pt x="2731" y="75566"/>
                    <a:pt x="0" y="63657"/>
                    <a:pt x="0" y="48068"/>
                  </a:cubicBezTo>
                  <a:cubicBezTo>
                    <a:pt x="0" y="32439"/>
                    <a:pt x="2731" y="20530"/>
                    <a:pt x="8193" y="12342"/>
                  </a:cubicBezTo>
                  <a:cubicBezTo>
                    <a:pt x="13695" y="4114"/>
                    <a:pt x="21633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1AF1C7F6-BB17-4FF8-4BC1-7B98DCFC1FF6}"/>
                </a:ext>
              </a:extLst>
            </p:cNvPr>
            <p:cNvSpPr/>
            <p:nvPr/>
          </p:nvSpPr>
          <p:spPr>
            <a:xfrm>
              <a:off x="3169535" y="3372744"/>
              <a:ext cx="59553" cy="92614"/>
            </a:xfrm>
            <a:custGeom>
              <a:avLst/>
              <a:gdLst>
                <a:gd name="csX0" fmla="*/ 0 w 59553"/>
                <a:gd name="csY0" fmla="*/ 0 h 92614"/>
                <a:gd name="csX1" fmla="*/ 59553 w 59553"/>
                <a:gd name="csY1" fmla="*/ 0 h 92614"/>
                <a:gd name="csX2" fmla="*/ 59553 w 59553"/>
                <a:gd name="csY2" fmla="*/ 5329 h 92614"/>
                <a:gd name="csX3" fmla="*/ 25941 w 59553"/>
                <a:gd name="csY3" fmla="*/ 92615 h 92614"/>
                <a:gd name="csX4" fmla="*/ 12848 w 59553"/>
                <a:gd name="csY4" fmla="*/ 92615 h 92614"/>
                <a:gd name="csX5" fmla="*/ 44485 w 59553"/>
                <a:gd name="csY5" fmla="*/ 10551 h 92614"/>
                <a:gd name="csX6" fmla="*/ 0 w 59553"/>
                <a:gd name="csY6" fmla="*/ 10551 h 92614"/>
                <a:gd name="csX7" fmla="*/ 0 w 59553"/>
                <a:gd name="csY7" fmla="*/ 0 h 92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9553" h="92614">
                  <a:moveTo>
                    <a:pt x="0" y="0"/>
                  </a:moveTo>
                  <a:lnTo>
                    <a:pt x="59553" y="0"/>
                  </a:lnTo>
                  <a:lnTo>
                    <a:pt x="59553" y="5329"/>
                  </a:lnTo>
                  <a:lnTo>
                    <a:pt x="25941" y="92615"/>
                  </a:lnTo>
                  <a:lnTo>
                    <a:pt x="12848" y="92615"/>
                  </a:lnTo>
                  <a:lnTo>
                    <a:pt x="44485" y="10551"/>
                  </a:lnTo>
                  <a:lnTo>
                    <a:pt x="0" y="10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EBD33ECB-DC1F-1F92-B91B-AB40E0F01F0A}"/>
                </a:ext>
              </a:extLst>
            </p:cNvPr>
            <p:cNvSpPr/>
            <p:nvPr/>
          </p:nvSpPr>
          <p:spPr>
            <a:xfrm>
              <a:off x="3253529" y="3449601"/>
              <a:ext cx="13092" cy="15757"/>
            </a:xfrm>
            <a:custGeom>
              <a:avLst/>
              <a:gdLst>
                <a:gd name="csX0" fmla="*/ 0 w 13092"/>
                <a:gd name="csY0" fmla="*/ 0 h 15757"/>
                <a:gd name="csX1" fmla="*/ 13093 w 13092"/>
                <a:gd name="csY1" fmla="*/ 0 h 15757"/>
                <a:gd name="csX2" fmla="*/ 13093 w 13092"/>
                <a:gd name="csY2" fmla="*/ 15757 h 15757"/>
                <a:gd name="csX3" fmla="*/ 0 w 13092"/>
                <a:gd name="csY3" fmla="*/ 15757 h 15757"/>
                <a:gd name="csX4" fmla="*/ 0 w 13092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92" h="15757">
                  <a:moveTo>
                    <a:pt x="0" y="0"/>
                  </a:moveTo>
                  <a:lnTo>
                    <a:pt x="13093" y="0"/>
                  </a:lnTo>
                  <a:lnTo>
                    <a:pt x="13093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5D565F0E-974D-1D55-0BC1-5439FD697EFD}"/>
                </a:ext>
              </a:extLst>
            </p:cNvPr>
            <p:cNvSpPr/>
            <p:nvPr/>
          </p:nvSpPr>
          <p:spPr>
            <a:xfrm>
              <a:off x="3290127" y="3372744"/>
              <a:ext cx="59920" cy="94406"/>
            </a:xfrm>
            <a:custGeom>
              <a:avLst/>
              <a:gdLst>
                <a:gd name="csX0" fmla="*/ 3905 w 59920"/>
                <a:gd name="csY0" fmla="*/ 0 h 94406"/>
                <a:gd name="csX1" fmla="*/ 53106 w 59920"/>
                <a:gd name="csY1" fmla="*/ 0 h 94406"/>
                <a:gd name="csX2" fmla="*/ 53106 w 59920"/>
                <a:gd name="csY2" fmla="*/ 10551 h 94406"/>
                <a:gd name="csX3" fmla="*/ 15390 w 59920"/>
                <a:gd name="csY3" fmla="*/ 10551 h 94406"/>
                <a:gd name="csX4" fmla="*/ 15390 w 59920"/>
                <a:gd name="csY4" fmla="*/ 33245 h 94406"/>
                <a:gd name="csX5" fmla="*/ 20841 w 59920"/>
                <a:gd name="csY5" fmla="*/ 31882 h 94406"/>
                <a:gd name="csX6" fmla="*/ 26308 w 59920"/>
                <a:gd name="csY6" fmla="*/ 31392 h 94406"/>
                <a:gd name="csX7" fmla="*/ 50871 w 59920"/>
                <a:gd name="csY7" fmla="*/ 39891 h 94406"/>
                <a:gd name="csX8" fmla="*/ 59921 w 59920"/>
                <a:gd name="csY8" fmla="*/ 62907 h 94406"/>
                <a:gd name="csX9" fmla="*/ 50626 w 59920"/>
                <a:gd name="csY9" fmla="*/ 86168 h 94406"/>
                <a:gd name="csX10" fmla="*/ 24379 w 59920"/>
                <a:gd name="csY10" fmla="*/ 94406 h 94406"/>
                <a:gd name="csX11" fmla="*/ 12465 w 59920"/>
                <a:gd name="csY11" fmla="*/ 93426 h 94406"/>
                <a:gd name="csX12" fmla="*/ 0 w 59920"/>
                <a:gd name="csY12" fmla="*/ 90440 h 94406"/>
                <a:gd name="csX13" fmla="*/ 0 w 59920"/>
                <a:gd name="csY13" fmla="*/ 77853 h 94406"/>
                <a:gd name="csX14" fmla="*/ 11546 w 59920"/>
                <a:gd name="csY14" fmla="*/ 82385 h 94406"/>
                <a:gd name="csX15" fmla="*/ 24134 w 59920"/>
                <a:gd name="csY15" fmla="*/ 83871 h 94406"/>
                <a:gd name="csX16" fmla="*/ 41131 w 59920"/>
                <a:gd name="csY16" fmla="*/ 78220 h 94406"/>
                <a:gd name="csX17" fmla="*/ 47394 w 59920"/>
                <a:gd name="csY17" fmla="*/ 62907 h 94406"/>
                <a:gd name="csX18" fmla="*/ 41131 w 59920"/>
                <a:gd name="csY18" fmla="*/ 47578 h 94406"/>
                <a:gd name="csX19" fmla="*/ 24134 w 59920"/>
                <a:gd name="csY19" fmla="*/ 41928 h 94406"/>
                <a:gd name="csX20" fmla="*/ 14088 w 59920"/>
                <a:gd name="csY20" fmla="*/ 43046 h 94406"/>
                <a:gd name="csX21" fmla="*/ 3905 w 59920"/>
                <a:gd name="csY21" fmla="*/ 46522 h 94406"/>
                <a:gd name="csX22" fmla="*/ 3905 w 59920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0" h="94406">
                  <a:moveTo>
                    <a:pt x="3905" y="0"/>
                  </a:moveTo>
                  <a:lnTo>
                    <a:pt x="53106" y="0"/>
                  </a:lnTo>
                  <a:lnTo>
                    <a:pt x="53106" y="10551"/>
                  </a:lnTo>
                  <a:lnTo>
                    <a:pt x="15390" y="10551"/>
                  </a:lnTo>
                  <a:lnTo>
                    <a:pt x="15390" y="33245"/>
                  </a:lnTo>
                  <a:cubicBezTo>
                    <a:pt x="17207" y="32633"/>
                    <a:pt x="19024" y="32178"/>
                    <a:pt x="20841" y="31882"/>
                  </a:cubicBezTo>
                  <a:cubicBezTo>
                    <a:pt x="22669" y="31556"/>
                    <a:pt x="24491" y="31392"/>
                    <a:pt x="26308" y="31392"/>
                  </a:cubicBezTo>
                  <a:cubicBezTo>
                    <a:pt x="36650" y="31392"/>
                    <a:pt x="44837" y="34225"/>
                    <a:pt x="50871" y="39891"/>
                  </a:cubicBezTo>
                  <a:cubicBezTo>
                    <a:pt x="56904" y="45557"/>
                    <a:pt x="59921" y="53229"/>
                    <a:pt x="59921" y="62907"/>
                  </a:cubicBezTo>
                  <a:cubicBezTo>
                    <a:pt x="59921" y="72871"/>
                    <a:pt x="56822" y="80624"/>
                    <a:pt x="50626" y="86168"/>
                  </a:cubicBezTo>
                  <a:cubicBezTo>
                    <a:pt x="44419" y="91660"/>
                    <a:pt x="35670" y="94406"/>
                    <a:pt x="24379" y="94406"/>
                  </a:cubicBezTo>
                  <a:cubicBezTo>
                    <a:pt x="20489" y="94406"/>
                    <a:pt x="16518" y="94080"/>
                    <a:pt x="12465" y="93426"/>
                  </a:cubicBezTo>
                  <a:cubicBezTo>
                    <a:pt x="8463" y="92763"/>
                    <a:pt x="4308" y="91767"/>
                    <a:pt x="0" y="90440"/>
                  </a:cubicBezTo>
                  <a:lnTo>
                    <a:pt x="0" y="77853"/>
                  </a:lnTo>
                  <a:cubicBezTo>
                    <a:pt x="3726" y="79874"/>
                    <a:pt x="7575" y="81385"/>
                    <a:pt x="11546" y="82385"/>
                  </a:cubicBezTo>
                  <a:cubicBezTo>
                    <a:pt x="15517" y="83376"/>
                    <a:pt x="19713" y="83871"/>
                    <a:pt x="24134" y="83871"/>
                  </a:cubicBezTo>
                  <a:cubicBezTo>
                    <a:pt x="31290" y="83871"/>
                    <a:pt x="36956" y="81987"/>
                    <a:pt x="41131" y="78220"/>
                  </a:cubicBezTo>
                  <a:cubicBezTo>
                    <a:pt x="45307" y="74463"/>
                    <a:pt x="47394" y="69359"/>
                    <a:pt x="47394" y="62907"/>
                  </a:cubicBezTo>
                  <a:cubicBezTo>
                    <a:pt x="47394" y="56455"/>
                    <a:pt x="45307" y="51345"/>
                    <a:pt x="41131" y="47578"/>
                  </a:cubicBezTo>
                  <a:cubicBezTo>
                    <a:pt x="36956" y="43811"/>
                    <a:pt x="31290" y="41928"/>
                    <a:pt x="24134" y="41928"/>
                  </a:cubicBezTo>
                  <a:cubicBezTo>
                    <a:pt x="20785" y="41928"/>
                    <a:pt x="17437" y="42300"/>
                    <a:pt x="14088" y="43046"/>
                  </a:cubicBezTo>
                  <a:cubicBezTo>
                    <a:pt x="10780" y="43791"/>
                    <a:pt x="7386" y="44950"/>
                    <a:pt x="3905" y="46522"/>
                  </a:cubicBezTo>
                  <a:lnTo>
                    <a:pt x="3905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682E5E8-F1D2-2D7B-0F46-81E4787998B1}"/>
                </a:ext>
              </a:extLst>
            </p:cNvPr>
            <p:cNvSpPr/>
            <p:nvPr/>
          </p:nvSpPr>
          <p:spPr>
            <a:xfrm>
              <a:off x="3714259" y="3372744"/>
              <a:ext cx="55143" cy="92614"/>
            </a:xfrm>
            <a:custGeom>
              <a:avLst/>
              <a:gdLst>
                <a:gd name="csX0" fmla="*/ 1792 w 55143"/>
                <a:gd name="csY0" fmla="*/ 82064 h 92614"/>
                <a:gd name="csX1" fmla="*/ 22266 w 55143"/>
                <a:gd name="csY1" fmla="*/ 82064 h 92614"/>
                <a:gd name="csX2" fmla="*/ 22266 w 55143"/>
                <a:gd name="csY2" fmla="*/ 11408 h 92614"/>
                <a:gd name="csX3" fmla="*/ 0 w 55143"/>
                <a:gd name="csY3" fmla="*/ 15880 h 92614"/>
                <a:gd name="csX4" fmla="*/ 0 w 55143"/>
                <a:gd name="csY4" fmla="*/ 4472 h 92614"/>
                <a:gd name="csX5" fmla="*/ 22143 w 55143"/>
                <a:gd name="csY5" fmla="*/ 0 h 92614"/>
                <a:gd name="csX6" fmla="*/ 34669 w 55143"/>
                <a:gd name="csY6" fmla="*/ 0 h 92614"/>
                <a:gd name="csX7" fmla="*/ 34669 w 55143"/>
                <a:gd name="csY7" fmla="*/ 82064 h 92614"/>
                <a:gd name="csX8" fmla="*/ 55143 w 55143"/>
                <a:gd name="csY8" fmla="*/ 82064 h 92614"/>
                <a:gd name="csX9" fmla="*/ 55143 w 55143"/>
                <a:gd name="csY9" fmla="*/ 92615 h 92614"/>
                <a:gd name="csX10" fmla="*/ 1792 w 55143"/>
                <a:gd name="csY10" fmla="*/ 92615 h 92614"/>
                <a:gd name="csX11" fmla="*/ 1792 w 55143"/>
                <a:gd name="csY11" fmla="*/ 82064 h 92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5143" h="92614">
                  <a:moveTo>
                    <a:pt x="1792" y="82064"/>
                  </a:moveTo>
                  <a:lnTo>
                    <a:pt x="22266" y="82064"/>
                  </a:lnTo>
                  <a:lnTo>
                    <a:pt x="22266" y="11408"/>
                  </a:lnTo>
                  <a:lnTo>
                    <a:pt x="0" y="15880"/>
                  </a:lnTo>
                  <a:lnTo>
                    <a:pt x="0" y="4472"/>
                  </a:lnTo>
                  <a:lnTo>
                    <a:pt x="22143" y="0"/>
                  </a:lnTo>
                  <a:lnTo>
                    <a:pt x="34669" y="0"/>
                  </a:lnTo>
                  <a:lnTo>
                    <a:pt x="34669" y="82064"/>
                  </a:lnTo>
                  <a:lnTo>
                    <a:pt x="55143" y="82064"/>
                  </a:lnTo>
                  <a:lnTo>
                    <a:pt x="55143" y="92615"/>
                  </a:lnTo>
                  <a:lnTo>
                    <a:pt x="1792" y="92615"/>
                  </a:lnTo>
                  <a:lnTo>
                    <a:pt x="1792" y="82064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07C4426D-B500-BE06-F391-444A24DBD08A}"/>
                </a:ext>
              </a:extLst>
            </p:cNvPr>
            <p:cNvSpPr/>
            <p:nvPr/>
          </p:nvSpPr>
          <p:spPr>
            <a:xfrm>
              <a:off x="3789493" y="3371075"/>
              <a:ext cx="64024" cy="96075"/>
            </a:xfrm>
            <a:custGeom>
              <a:avLst/>
              <a:gdLst>
                <a:gd name="csX0" fmla="*/ 32020 w 64024"/>
                <a:gd name="csY0" fmla="*/ 9923 h 96075"/>
                <a:gd name="csX1" fmla="*/ 17442 w 64024"/>
                <a:gd name="csY1" fmla="*/ 19478 h 96075"/>
                <a:gd name="csX2" fmla="*/ 12603 w 64024"/>
                <a:gd name="csY2" fmla="*/ 48068 h 96075"/>
                <a:gd name="csX3" fmla="*/ 17442 w 64024"/>
                <a:gd name="csY3" fmla="*/ 76673 h 96075"/>
                <a:gd name="csX4" fmla="*/ 32020 w 64024"/>
                <a:gd name="csY4" fmla="*/ 86152 h 96075"/>
                <a:gd name="csX5" fmla="*/ 46583 w 64024"/>
                <a:gd name="csY5" fmla="*/ 76673 h 96075"/>
                <a:gd name="csX6" fmla="*/ 51483 w 64024"/>
                <a:gd name="csY6" fmla="*/ 48068 h 96075"/>
                <a:gd name="csX7" fmla="*/ 46583 w 64024"/>
                <a:gd name="csY7" fmla="*/ 19478 h 96075"/>
                <a:gd name="csX8" fmla="*/ 32020 w 64024"/>
                <a:gd name="csY8" fmla="*/ 9923 h 96075"/>
                <a:gd name="csX9" fmla="*/ 32020 w 64024"/>
                <a:gd name="csY9" fmla="*/ 0 h 96075"/>
                <a:gd name="csX10" fmla="*/ 55771 w 64024"/>
                <a:gd name="csY10" fmla="*/ 12342 h 96075"/>
                <a:gd name="csX11" fmla="*/ 64024 w 64024"/>
                <a:gd name="csY11" fmla="*/ 48068 h 96075"/>
                <a:gd name="csX12" fmla="*/ 55771 w 64024"/>
                <a:gd name="csY12" fmla="*/ 83794 h 96075"/>
                <a:gd name="csX13" fmla="*/ 32020 w 64024"/>
                <a:gd name="csY13" fmla="*/ 96075 h 96075"/>
                <a:gd name="csX14" fmla="*/ 8192 w 64024"/>
                <a:gd name="csY14" fmla="*/ 83794 h 96075"/>
                <a:gd name="csX15" fmla="*/ 0 w 64024"/>
                <a:gd name="csY15" fmla="*/ 48068 h 96075"/>
                <a:gd name="csX16" fmla="*/ 8192 w 64024"/>
                <a:gd name="csY16" fmla="*/ 12342 h 96075"/>
                <a:gd name="csX17" fmla="*/ 32020 w 64024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24" h="96075">
                  <a:moveTo>
                    <a:pt x="32020" y="9923"/>
                  </a:moveTo>
                  <a:cubicBezTo>
                    <a:pt x="25568" y="9923"/>
                    <a:pt x="20708" y="13108"/>
                    <a:pt x="17442" y="19478"/>
                  </a:cubicBezTo>
                  <a:cubicBezTo>
                    <a:pt x="14216" y="25798"/>
                    <a:pt x="12603" y="35328"/>
                    <a:pt x="12603" y="48068"/>
                  </a:cubicBezTo>
                  <a:cubicBezTo>
                    <a:pt x="12603" y="60768"/>
                    <a:pt x="14216" y="70303"/>
                    <a:pt x="17442" y="76673"/>
                  </a:cubicBezTo>
                  <a:cubicBezTo>
                    <a:pt x="20708" y="82993"/>
                    <a:pt x="25568" y="86152"/>
                    <a:pt x="32020" y="86152"/>
                  </a:cubicBezTo>
                  <a:cubicBezTo>
                    <a:pt x="38513" y="86152"/>
                    <a:pt x="43367" y="82993"/>
                    <a:pt x="46583" y="76673"/>
                  </a:cubicBezTo>
                  <a:cubicBezTo>
                    <a:pt x="49850" y="70303"/>
                    <a:pt x="51483" y="60768"/>
                    <a:pt x="51483" y="48068"/>
                  </a:cubicBezTo>
                  <a:cubicBezTo>
                    <a:pt x="51483" y="35328"/>
                    <a:pt x="49850" y="25798"/>
                    <a:pt x="46583" y="19478"/>
                  </a:cubicBezTo>
                  <a:cubicBezTo>
                    <a:pt x="43367" y="13108"/>
                    <a:pt x="38513" y="9923"/>
                    <a:pt x="32020" y="9923"/>
                  </a:cubicBezTo>
                  <a:moveTo>
                    <a:pt x="32020" y="0"/>
                  </a:moveTo>
                  <a:cubicBezTo>
                    <a:pt x="42392" y="0"/>
                    <a:pt x="50309" y="4114"/>
                    <a:pt x="55771" y="12342"/>
                  </a:cubicBezTo>
                  <a:cubicBezTo>
                    <a:pt x="61273" y="20530"/>
                    <a:pt x="64024" y="32439"/>
                    <a:pt x="64024" y="48068"/>
                  </a:cubicBezTo>
                  <a:cubicBezTo>
                    <a:pt x="64024" y="63657"/>
                    <a:pt x="61273" y="75566"/>
                    <a:pt x="55771" y="83794"/>
                  </a:cubicBezTo>
                  <a:cubicBezTo>
                    <a:pt x="50309" y="91982"/>
                    <a:pt x="42392" y="96075"/>
                    <a:pt x="32020" y="96075"/>
                  </a:cubicBezTo>
                  <a:cubicBezTo>
                    <a:pt x="21637" y="96075"/>
                    <a:pt x="13695" y="91982"/>
                    <a:pt x="8192" y="83794"/>
                  </a:cubicBezTo>
                  <a:cubicBezTo>
                    <a:pt x="2731" y="75566"/>
                    <a:pt x="0" y="63657"/>
                    <a:pt x="0" y="48068"/>
                  </a:cubicBezTo>
                  <a:cubicBezTo>
                    <a:pt x="0" y="32439"/>
                    <a:pt x="2731" y="20530"/>
                    <a:pt x="8192" y="12342"/>
                  </a:cubicBezTo>
                  <a:cubicBezTo>
                    <a:pt x="13695" y="4114"/>
                    <a:pt x="21637" y="0"/>
                    <a:pt x="32020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45E0CC06-A93F-9D9B-43C2-54B2B7994686}"/>
                </a:ext>
              </a:extLst>
            </p:cNvPr>
            <p:cNvSpPr/>
            <p:nvPr/>
          </p:nvSpPr>
          <p:spPr>
            <a:xfrm>
              <a:off x="3875538" y="3449601"/>
              <a:ext cx="13092" cy="15757"/>
            </a:xfrm>
            <a:custGeom>
              <a:avLst/>
              <a:gdLst>
                <a:gd name="csX0" fmla="*/ 0 w 13092"/>
                <a:gd name="csY0" fmla="*/ 0 h 15757"/>
                <a:gd name="csX1" fmla="*/ 13093 w 13092"/>
                <a:gd name="csY1" fmla="*/ 0 h 15757"/>
                <a:gd name="csX2" fmla="*/ 13093 w 13092"/>
                <a:gd name="csY2" fmla="*/ 15757 h 15757"/>
                <a:gd name="csX3" fmla="*/ 0 w 13092"/>
                <a:gd name="csY3" fmla="*/ 15757 h 15757"/>
                <a:gd name="csX4" fmla="*/ 0 w 13092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92" h="15757">
                  <a:moveTo>
                    <a:pt x="0" y="0"/>
                  </a:moveTo>
                  <a:lnTo>
                    <a:pt x="13093" y="0"/>
                  </a:lnTo>
                  <a:lnTo>
                    <a:pt x="13093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BADCAD73-5814-EF3D-636E-4FBD257D00B1}"/>
                </a:ext>
              </a:extLst>
            </p:cNvPr>
            <p:cNvSpPr/>
            <p:nvPr/>
          </p:nvSpPr>
          <p:spPr>
            <a:xfrm>
              <a:off x="3910713" y="3371075"/>
              <a:ext cx="64009" cy="96075"/>
            </a:xfrm>
            <a:custGeom>
              <a:avLst/>
              <a:gdLst>
                <a:gd name="csX0" fmla="*/ 32005 w 64009"/>
                <a:gd name="csY0" fmla="*/ 9923 h 96075"/>
                <a:gd name="csX1" fmla="*/ 17426 w 64009"/>
                <a:gd name="csY1" fmla="*/ 19478 h 96075"/>
                <a:gd name="csX2" fmla="*/ 12587 w 64009"/>
                <a:gd name="csY2" fmla="*/ 48068 h 96075"/>
                <a:gd name="csX3" fmla="*/ 17426 w 64009"/>
                <a:gd name="csY3" fmla="*/ 76673 h 96075"/>
                <a:gd name="csX4" fmla="*/ 32005 w 64009"/>
                <a:gd name="csY4" fmla="*/ 86152 h 96075"/>
                <a:gd name="csX5" fmla="*/ 46583 w 64009"/>
                <a:gd name="csY5" fmla="*/ 76673 h 96075"/>
                <a:gd name="csX6" fmla="*/ 51483 w 64009"/>
                <a:gd name="csY6" fmla="*/ 48068 h 96075"/>
                <a:gd name="csX7" fmla="*/ 46583 w 64009"/>
                <a:gd name="csY7" fmla="*/ 19478 h 96075"/>
                <a:gd name="csX8" fmla="*/ 32005 w 64009"/>
                <a:gd name="csY8" fmla="*/ 9923 h 96075"/>
                <a:gd name="csX9" fmla="*/ 32005 w 64009"/>
                <a:gd name="csY9" fmla="*/ 0 h 96075"/>
                <a:gd name="csX10" fmla="*/ 55755 w 64009"/>
                <a:gd name="csY10" fmla="*/ 12342 h 96075"/>
                <a:gd name="csX11" fmla="*/ 64010 w 64009"/>
                <a:gd name="csY11" fmla="*/ 48068 h 96075"/>
                <a:gd name="csX12" fmla="*/ 55755 w 64009"/>
                <a:gd name="csY12" fmla="*/ 83794 h 96075"/>
                <a:gd name="csX13" fmla="*/ 32005 w 64009"/>
                <a:gd name="csY13" fmla="*/ 96075 h 96075"/>
                <a:gd name="csX14" fmla="*/ 8177 w 64009"/>
                <a:gd name="csY14" fmla="*/ 83794 h 96075"/>
                <a:gd name="csX15" fmla="*/ 0 w 64009"/>
                <a:gd name="csY15" fmla="*/ 48068 h 96075"/>
                <a:gd name="csX16" fmla="*/ 8177 w 64009"/>
                <a:gd name="csY16" fmla="*/ 12342 h 96075"/>
                <a:gd name="csX17" fmla="*/ 32005 w 64009"/>
                <a:gd name="csY17" fmla="*/ 0 h 96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09" h="96075">
                  <a:moveTo>
                    <a:pt x="32005" y="9923"/>
                  </a:moveTo>
                  <a:cubicBezTo>
                    <a:pt x="25553" y="9923"/>
                    <a:pt x="20693" y="13108"/>
                    <a:pt x="17426" y="19478"/>
                  </a:cubicBezTo>
                  <a:cubicBezTo>
                    <a:pt x="14200" y="25798"/>
                    <a:pt x="12587" y="35328"/>
                    <a:pt x="12587" y="48068"/>
                  </a:cubicBezTo>
                  <a:cubicBezTo>
                    <a:pt x="12587" y="60768"/>
                    <a:pt x="14200" y="70303"/>
                    <a:pt x="17426" y="76673"/>
                  </a:cubicBezTo>
                  <a:cubicBezTo>
                    <a:pt x="20693" y="82993"/>
                    <a:pt x="25553" y="86152"/>
                    <a:pt x="32005" y="86152"/>
                  </a:cubicBezTo>
                  <a:cubicBezTo>
                    <a:pt x="38497" y="86152"/>
                    <a:pt x="43357" y="82993"/>
                    <a:pt x="46583" y="76673"/>
                  </a:cubicBezTo>
                  <a:cubicBezTo>
                    <a:pt x="49850" y="70303"/>
                    <a:pt x="51483" y="60768"/>
                    <a:pt x="51483" y="48068"/>
                  </a:cubicBezTo>
                  <a:cubicBezTo>
                    <a:pt x="51483" y="35328"/>
                    <a:pt x="49850" y="25798"/>
                    <a:pt x="46583" y="19478"/>
                  </a:cubicBezTo>
                  <a:cubicBezTo>
                    <a:pt x="43357" y="13108"/>
                    <a:pt x="38497" y="9923"/>
                    <a:pt x="32005" y="9923"/>
                  </a:cubicBezTo>
                  <a:moveTo>
                    <a:pt x="32005" y="0"/>
                  </a:moveTo>
                  <a:cubicBezTo>
                    <a:pt x="42387" y="0"/>
                    <a:pt x="50304" y="4114"/>
                    <a:pt x="55755" y="12342"/>
                  </a:cubicBezTo>
                  <a:cubicBezTo>
                    <a:pt x="61258" y="20530"/>
                    <a:pt x="64010" y="32439"/>
                    <a:pt x="64010" y="48068"/>
                  </a:cubicBezTo>
                  <a:cubicBezTo>
                    <a:pt x="64010" y="63657"/>
                    <a:pt x="61258" y="75566"/>
                    <a:pt x="55755" y="83794"/>
                  </a:cubicBezTo>
                  <a:cubicBezTo>
                    <a:pt x="50304" y="91982"/>
                    <a:pt x="42387" y="96075"/>
                    <a:pt x="32005" y="96075"/>
                  </a:cubicBezTo>
                  <a:cubicBezTo>
                    <a:pt x="21622" y="96075"/>
                    <a:pt x="13680" y="91982"/>
                    <a:pt x="8177" y="83794"/>
                  </a:cubicBezTo>
                  <a:cubicBezTo>
                    <a:pt x="2726" y="75566"/>
                    <a:pt x="0" y="63657"/>
                    <a:pt x="0" y="48068"/>
                  </a:cubicBezTo>
                  <a:cubicBezTo>
                    <a:pt x="0" y="32439"/>
                    <a:pt x="2726" y="20530"/>
                    <a:pt x="8177" y="12342"/>
                  </a:cubicBezTo>
                  <a:cubicBezTo>
                    <a:pt x="13680" y="4114"/>
                    <a:pt x="21622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E80D0F40-DD0F-2FDC-AB4F-67D60B91DA28}"/>
                </a:ext>
              </a:extLst>
            </p:cNvPr>
            <p:cNvSpPr/>
            <p:nvPr/>
          </p:nvSpPr>
          <p:spPr>
            <a:xfrm>
              <a:off x="2394699" y="3544161"/>
              <a:ext cx="82415" cy="66566"/>
            </a:xfrm>
            <a:custGeom>
              <a:avLst/>
              <a:gdLst>
                <a:gd name="csX0" fmla="*/ 82416 w 82415"/>
                <a:gd name="csY0" fmla="*/ 8683 h 66566"/>
                <a:gd name="csX1" fmla="*/ 81987 w 82415"/>
                <a:gd name="csY1" fmla="*/ 10689 h 66566"/>
                <a:gd name="csX2" fmla="*/ 80410 w 82415"/>
                <a:gd name="csY2" fmla="*/ 15773 h 66566"/>
                <a:gd name="csX3" fmla="*/ 77393 w 82415"/>
                <a:gd name="csY3" fmla="*/ 23598 h 66566"/>
                <a:gd name="csX4" fmla="*/ 72524 w 82415"/>
                <a:gd name="csY4" fmla="*/ 32924 h 66566"/>
                <a:gd name="csX5" fmla="*/ 65495 w 82415"/>
                <a:gd name="csY5" fmla="*/ 43183 h 66566"/>
                <a:gd name="csX6" fmla="*/ 64193 w 82415"/>
                <a:gd name="csY6" fmla="*/ 45266 h 66566"/>
                <a:gd name="csX7" fmla="*/ 64055 w 82415"/>
                <a:gd name="csY7" fmla="*/ 48344 h 66566"/>
                <a:gd name="csX8" fmla="*/ 68573 w 82415"/>
                <a:gd name="csY8" fmla="*/ 63274 h 66566"/>
                <a:gd name="csX9" fmla="*/ 69139 w 82415"/>
                <a:gd name="csY9" fmla="*/ 63274 h 66566"/>
                <a:gd name="csX10" fmla="*/ 70655 w 82415"/>
                <a:gd name="csY10" fmla="*/ 62830 h 66566"/>
                <a:gd name="csX11" fmla="*/ 72799 w 82415"/>
                <a:gd name="csY11" fmla="*/ 61758 h 66566"/>
                <a:gd name="csX12" fmla="*/ 74958 w 82415"/>
                <a:gd name="csY12" fmla="*/ 59614 h 66566"/>
                <a:gd name="csX13" fmla="*/ 76827 w 82415"/>
                <a:gd name="csY13" fmla="*/ 56093 h 66566"/>
                <a:gd name="csX14" fmla="*/ 78756 w 82415"/>
                <a:gd name="csY14" fmla="*/ 54653 h 66566"/>
                <a:gd name="csX15" fmla="*/ 80486 w 82415"/>
                <a:gd name="csY15" fmla="*/ 56093 h 66566"/>
                <a:gd name="csX16" fmla="*/ 76888 w 82415"/>
                <a:gd name="csY16" fmla="*/ 62616 h 66566"/>
                <a:gd name="csX17" fmla="*/ 68144 w 82415"/>
                <a:gd name="csY17" fmla="*/ 66567 h 66566"/>
                <a:gd name="csX18" fmla="*/ 59676 w 82415"/>
                <a:gd name="csY18" fmla="*/ 63336 h 66566"/>
                <a:gd name="csX19" fmla="*/ 54806 w 82415"/>
                <a:gd name="csY19" fmla="*/ 54163 h 66566"/>
                <a:gd name="csX20" fmla="*/ 23812 w 82415"/>
                <a:gd name="csY20" fmla="*/ 66567 h 66566"/>
                <a:gd name="csX21" fmla="*/ 6447 w 82415"/>
                <a:gd name="csY21" fmla="*/ 59461 h 66566"/>
                <a:gd name="csX22" fmla="*/ 0 w 82415"/>
                <a:gd name="csY22" fmla="*/ 41683 h 66566"/>
                <a:gd name="csX23" fmla="*/ 5589 w 82415"/>
                <a:gd name="csY23" fmla="*/ 21806 h 66566"/>
                <a:gd name="csX24" fmla="*/ 20443 w 82415"/>
                <a:gd name="csY24" fmla="*/ 6095 h 66566"/>
                <a:gd name="csX25" fmla="*/ 39523 w 82415"/>
                <a:gd name="csY25" fmla="*/ 0 h 66566"/>
                <a:gd name="csX26" fmla="*/ 46261 w 82415"/>
                <a:gd name="csY26" fmla="*/ 934 h 66566"/>
                <a:gd name="csX27" fmla="*/ 52861 w 82415"/>
                <a:gd name="csY27" fmla="*/ 4012 h 66566"/>
                <a:gd name="csX28" fmla="*/ 58604 w 82415"/>
                <a:gd name="csY28" fmla="*/ 9617 h 66566"/>
                <a:gd name="csX29" fmla="*/ 62555 w 82415"/>
                <a:gd name="csY29" fmla="*/ 18284 h 66566"/>
                <a:gd name="csX30" fmla="*/ 64055 w 82415"/>
                <a:gd name="csY30" fmla="*/ 30274 h 66566"/>
                <a:gd name="csX31" fmla="*/ 64055 w 82415"/>
                <a:gd name="csY31" fmla="*/ 39386 h 66566"/>
                <a:gd name="csX32" fmla="*/ 78465 w 82415"/>
                <a:gd name="csY32" fmla="*/ 10260 h 66566"/>
                <a:gd name="csX33" fmla="*/ 79614 w 82415"/>
                <a:gd name="csY33" fmla="*/ 7381 h 66566"/>
                <a:gd name="csX34" fmla="*/ 80624 w 82415"/>
                <a:gd name="csY34" fmla="*/ 7167 h 66566"/>
                <a:gd name="csX35" fmla="*/ 81773 w 82415"/>
                <a:gd name="csY35" fmla="*/ 7595 h 66566"/>
                <a:gd name="csX36" fmla="*/ 82339 w 82415"/>
                <a:gd name="csY36" fmla="*/ 8315 h 66566"/>
                <a:gd name="csX37" fmla="*/ 82416 w 82415"/>
                <a:gd name="csY37" fmla="*/ 8683 h 66566"/>
                <a:gd name="csX38" fmla="*/ 54224 w 82415"/>
                <a:gd name="csY38" fmla="*/ 50350 h 66566"/>
                <a:gd name="csX39" fmla="*/ 53933 w 82415"/>
                <a:gd name="csY39" fmla="*/ 33934 h 66566"/>
                <a:gd name="csX40" fmla="*/ 53933 w 82415"/>
                <a:gd name="csY40" fmla="*/ 29846 h 66566"/>
                <a:gd name="csX41" fmla="*/ 53796 w 82415"/>
                <a:gd name="csY41" fmla="*/ 25466 h 66566"/>
                <a:gd name="csX42" fmla="*/ 53367 w 82415"/>
                <a:gd name="csY42" fmla="*/ 20795 h 66566"/>
                <a:gd name="csX43" fmla="*/ 52647 w 82415"/>
                <a:gd name="csY43" fmla="*/ 16431 h 66566"/>
                <a:gd name="csX44" fmla="*/ 51422 w 82415"/>
                <a:gd name="csY44" fmla="*/ 12189 h 66566"/>
                <a:gd name="csX45" fmla="*/ 49569 w 82415"/>
                <a:gd name="csY45" fmla="*/ 8683 h 66566"/>
                <a:gd name="csX46" fmla="*/ 47058 w 82415"/>
                <a:gd name="csY46" fmla="*/ 5742 h 66566"/>
                <a:gd name="csX47" fmla="*/ 43673 w 82415"/>
                <a:gd name="csY47" fmla="*/ 3935 h 66566"/>
                <a:gd name="csX48" fmla="*/ 39370 w 82415"/>
                <a:gd name="csY48" fmla="*/ 3231 h 66566"/>
                <a:gd name="csX49" fmla="*/ 33352 w 82415"/>
                <a:gd name="csY49" fmla="*/ 4303 h 66566"/>
                <a:gd name="csX50" fmla="*/ 26461 w 82415"/>
                <a:gd name="csY50" fmla="*/ 8529 h 66566"/>
                <a:gd name="csX51" fmla="*/ 19356 w 82415"/>
                <a:gd name="csY51" fmla="*/ 16707 h 66566"/>
                <a:gd name="csX52" fmla="*/ 13414 w 82415"/>
                <a:gd name="csY52" fmla="*/ 31775 h 66566"/>
                <a:gd name="csX53" fmla="*/ 10903 w 82415"/>
                <a:gd name="csY53" fmla="*/ 47272 h 66566"/>
                <a:gd name="csX54" fmla="*/ 14272 w 82415"/>
                <a:gd name="csY54" fmla="*/ 58956 h 66566"/>
                <a:gd name="csX55" fmla="*/ 24103 w 82415"/>
                <a:gd name="csY55" fmla="*/ 63274 h 66566"/>
                <a:gd name="csX56" fmla="*/ 54224 w 82415"/>
                <a:gd name="csY56" fmla="*/ 50350 h 66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</a:cxnLst>
              <a:rect l="l" t="t" r="r" b="b"/>
              <a:pathLst>
                <a:path w="82415" h="66566">
                  <a:moveTo>
                    <a:pt x="82416" y="8683"/>
                  </a:moveTo>
                  <a:cubicBezTo>
                    <a:pt x="82324" y="9152"/>
                    <a:pt x="82181" y="9821"/>
                    <a:pt x="81987" y="10689"/>
                  </a:cubicBezTo>
                  <a:cubicBezTo>
                    <a:pt x="81793" y="11495"/>
                    <a:pt x="81267" y="13190"/>
                    <a:pt x="80410" y="15773"/>
                  </a:cubicBezTo>
                  <a:cubicBezTo>
                    <a:pt x="79552" y="18355"/>
                    <a:pt x="78547" y="20964"/>
                    <a:pt x="77393" y="23598"/>
                  </a:cubicBezTo>
                  <a:cubicBezTo>
                    <a:pt x="76291" y="26180"/>
                    <a:pt x="74668" y="29289"/>
                    <a:pt x="72524" y="32924"/>
                  </a:cubicBezTo>
                  <a:cubicBezTo>
                    <a:pt x="70421" y="36507"/>
                    <a:pt x="68078" y="39927"/>
                    <a:pt x="65495" y="43183"/>
                  </a:cubicBezTo>
                  <a:cubicBezTo>
                    <a:pt x="64770" y="44041"/>
                    <a:pt x="64336" y="44735"/>
                    <a:pt x="64193" y="45266"/>
                  </a:cubicBezTo>
                  <a:cubicBezTo>
                    <a:pt x="64101" y="45746"/>
                    <a:pt x="64055" y="46772"/>
                    <a:pt x="64055" y="48344"/>
                  </a:cubicBezTo>
                  <a:cubicBezTo>
                    <a:pt x="64055" y="58298"/>
                    <a:pt x="65561" y="63274"/>
                    <a:pt x="68573" y="63274"/>
                  </a:cubicBezTo>
                  <a:cubicBezTo>
                    <a:pt x="68716" y="63274"/>
                    <a:pt x="68905" y="63274"/>
                    <a:pt x="69139" y="63274"/>
                  </a:cubicBezTo>
                  <a:cubicBezTo>
                    <a:pt x="69436" y="63223"/>
                    <a:pt x="69941" y="63075"/>
                    <a:pt x="70655" y="62830"/>
                  </a:cubicBezTo>
                  <a:cubicBezTo>
                    <a:pt x="71421" y="62544"/>
                    <a:pt x="72136" y="62187"/>
                    <a:pt x="72799" y="61758"/>
                  </a:cubicBezTo>
                  <a:cubicBezTo>
                    <a:pt x="73473" y="61278"/>
                    <a:pt x="74193" y="60564"/>
                    <a:pt x="74958" y="59614"/>
                  </a:cubicBezTo>
                  <a:cubicBezTo>
                    <a:pt x="75724" y="58604"/>
                    <a:pt x="76347" y="57430"/>
                    <a:pt x="76827" y="56093"/>
                  </a:cubicBezTo>
                  <a:cubicBezTo>
                    <a:pt x="77255" y="55133"/>
                    <a:pt x="77899" y="54653"/>
                    <a:pt x="78756" y="54653"/>
                  </a:cubicBezTo>
                  <a:cubicBezTo>
                    <a:pt x="79910" y="54653"/>
                    <a:pt x="80486" y="55133"/>
                    <a:pt x="80486" y="56093"/>
                  </a:cubicBezTo>
                  <a:cubicBezTo>
                    <a:pt x="80486" y="57818"/>
                    <a:pt x="79287" y="59992"/>
                    <a:pt x="76888" y="62616"/>
                  </a:cubicBezTo>
                  <a:cubicBezTo>
                    <a:pt x="74499" y="65250"/>
                    <a:pt x="71584" y="66567"/>
                    <a:pt x="68144" y="66567"/>
                  </a:cubicBezTo>
                  <a:cubicBezTo>
                    <a:pt x="64847" y="66567"/>
                    <a:pt x="62024" y="65490"/>
                    <a:pt x="59676" y="63336"/>
                  </a:cubicBezTo>
                  <a:cubicBezTo>
                    <a:pt x="57379" y="61141"/>
                    <a:pt x="55756" y="58083"/>
                    <a:pt x="54806" y="54163"/>
                  </a:cubicBezTo>
                  <a:cubicBezTo>
                    <a:pt x="44475" y="62432"/>
                    <a:pt x="34143" y="66567"/>
                    <a:pt x="23812" y="66567"/>
                  </a:cubicBezTo>
                  <a:cubicBezTo>
                    <a:pt x="16543" y="66567"/>
                    <a:pt x="10755" y="64198"/>
                    <a:pt x="6447" y="59461"/>
                  </a:cubicBezTo>
                  <a:cubicBezTo>
                    <a:pt x="2149" y="54684"/>
                    <a:pt x="0" y="48757"/>
                    <a:pt x="0" y="41683"/>
                  </a:cubicBezTo>
                  <a:cubicBezTo>
                    <a:pt x="0" y="34883"/>
                    <a:pt x="1863" y="28258"/>
                    <a:pt x="5589" y="21806"/>
                  </a:cubicBezTo>
                  <a:cubicBezTo>
                    <a:pt x="9367" y="15344"/>
                    <a:pt x="14318" y="10107"/>
                    <a:pt x="20443" y="6095"/>
                  </a:cubicBezTo>
                  <a:cubicBezTo>
                    <a:pt x="26609" y="2032"/>
                    <a:pt x="32970" y="0"/>
                    <a:pt x="39523" y="0"/>
                  </a:cubicBezTo>
                  <a:cubicBezTo>
                    <a:pt x="41820" y="0"/>
                    <a:pt x="44066" y="311"/>
                    <a:pt x="46261" y="934"/>
                  </a:cubicBezTo>
                  <a:cubicBezTo>
                    <a:pt x="48467" y="1506"/>
                    <a:pt x="50667" y="2532"/>
                    <a:pt x="52861" y="4012"/>
                  </a:cubicBezTo>
                  <a:cubicBezTo>
                    <a:pt x="55066" y="5492"/>
                    <a:pt x="56981" y="7361"/>
                    <a:pt x="58604" y="9617"/>
                  </a:cubicBezTo>
                  <a:cubicBezTo>
                    <a:pt x="60227" y="11863"/>
                    <a:pt x="61544" y="14752"/>
                    <a:pt x="62555" y="18284"/>
                  </a:cubicBezTo>
                  <a:cubicBezTo>
                    <a:pt x="63555" y="21826"/>
                    <a:pt x="64055" y="25823"/>
                    <a:pt x="64055" y="30274"/>
                  </a:cubicBezTo>
                  <a:lnTo>
                    <a:pt x="64055" y="39386"/>
                  </a:lnTo>
                  <a:cubicBezTo>
                    <a:pt x="70364" y="31392"/>
                    <a:pt x="75168" y="21683"/>
                    <a:pt x="78465" y="10260"/>
                  </a:cubicBezTo>
                  <a:cubicBezTo>
                    <a:pt x="78945" y="8534"/>
                    <a:pt x="79328" y="7575"/>
                    <a:pt x="79614" y="7381"/>
                  </a:cubicBezTo>
                  <a:cubicBezTo>
                    <a:pt x="79808" y="7238"/>
                    <a:pt x="80145" y="7167"/>
                    <a:pt x="80624" y="7167"/>
                  </a:cubicBezTo>
                  <a:cubicBezTo>
                    <a:pt x="81104" y="7167"/>
                    <a:pt x="81487" y="7310"/>
                    <a:pt x="81773" y="7595"/>
                  </a:cubicBezTo>
                  <a:cubicBezTo>
                    <a:pt x="82110" y="7840"/>
                    <a:pt x="82299" y="8080"/>
                    <a:pt x="82339" y="8315"/>
                  </a:cubicBezTo>
                  <a:lnTo>
                    <a:pt x="82416" y="8683"/>
                  </a:lnTo>
                  <a:moveTo>
                    <a:pt x="54224" y="50350"/>
                  </a:moveTo>
                  <a:cubicBezTo>
                    <a:pt x="54030" y="48676"/>
                    <a:pt x="53933" y="43204"/>
                    <a:pt x="53933" y="33934"/>
                  </a:cubicBezTo>
                  <a:cubicBezTo>
                    <a:pt x="53933" y="32158"/>
                    <a:pt x="53933" y="30795"/>
                    <a:pt x="53933" y="29846"/>
                  </a:cubicBezTo>
                  <a:cubicBezTo>
                    <a:pt x="53933" y="28835"/>
                    <a:pt x="53887" y="27375"/>
                    <a:pt x="53796" y="25466"/>
                  </a:cubicBezTo>
                  <a:cubicBezTo>
                    <a:pt x="53704" y="23547"/>
                    <a:pt x="53561" y="21990"/>
                    <a:pt x="53367" y="20795"/>
                  </a:cubicBezTo>
                  <a:cubicBezTo>
                    <a:pt x="53224" y="19601"/>
                    <a:pt x="52984" y="18146"/>
                    <a:pt x="52647" y="16431"/>
                  </a:cubicBezTo>
                  <a:cubicBezTo>
                    <a:pt x="52310" y="14706"/>
                    <a:pt x="51902" y="13292"/>
                    <a:pt x="51422" y="12189"/>
                  </a:cubicBezTo>
                  <a:cubicBezTo>
                    <a:pt x="50952" y="11087"/>
                    <a:pt x="50335" y="9918"/>
                    <a:pt x="49569" y="8683"/>
                  </a:cubicBezTo>
                  <a:cubicBezTo>
                    <a:pt x="48844" y="7437"/>
                    <a:pt x="48007" y="6457"/>
                    <a:pt x="47058" y="5742"/>
                  </a:cubicBezTo>
                  <a:cubicBezTo>
                    <a:pt x="46149" y="5018"/>
                    <a:pt x="45021" y="4415"/>
                    <a:pt x="43673" y="3935"/>
                  </a:cubicBezTo>
                  <a:cubicBezTo>
                    <a:pt x="42387" y="3466"/>
                    <a:pt x="40953" y="3231"/>
                    <a:pt x="39370" y="3231"/>
                  </a:cubicBezTo>
                  <a:cubicBezTo>
                    <a:pt x="37410" y="3231"/>
                    <a:pt x="35404" y="3588"/>
                    <a:pt x="33352" y="4303"/>
                  </a:cubicBezTo>
                  <a:cubicBezTo>
                    <a:pt x="31341" y="4967"/>
                    <a:pt x="29044" y="6375"/>
                    <a:pt x="26461" y="8529"/>
                  </a:cubicBezTo>
                  <a:cubicBezTo>
                    <a:pt x="23879" y="10632"/>
                    <a:pt x="21510" y="13358"/>
                    <a:pt x="19356" y="16707"/>
                  </a:cubicBezTo>
                  <a:cubicBezTo>
                    <a:pt x="17110" y="20249"/>
                    <a:pt x="15130" y="25272"/>
                    <a:pt x="13414" y="31775"/>
                  </a:cubicBezTo>
                  <a:cubicBezTo>
                    <a:pt x="11740" y="38227"/>
                    <a:pt x="10903" y="43393"/>
                    <a:pt x="10903" y="47272"/>
                  </a:cubicBezTo>
                  <a:cubicBezTo>
                    <a:pt x="10903" y="52152"/>
                    <a:pt x="12026" y="56047"/>
                    <a:pt x="14272" y="58956"/>
                  </a:cubicBezTo>
                  <a:cubicBezTo>
                    <a:pt x="16518" y="61835"/>
                    <a:pt x="19795" y="63274"/>
                    <a:pt x="24103" y="63274"/>
                  </a:cubicBezTo>
                  <a:cubicBezTo>
                    <a:pt x="34383" y="63274"/>
                    <a:pt x="44424" y="58966"/>
                    <a:pt x="54224" y="5035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82652BCB-B518-566C-37BB-51DBA2118181}"/>
                </a:ext>
              </a:extLst>
            </p:cNvPr>
            <p:cNvSpPr/>
            <p:nvPr/>
          </p:nvSpPr>
          <p:spPr>
            <a:xfrm>
              <a:off x="953772" y="1285950"/>
              <a:ext cx="1531" cy="2034239"/>
            </a:xfrm>
            <a:custGeom>
              <a:avLst/>
              <a:gdLst>
                <a:gd name="csX0" fmla="*/ 0 w 1531"/>
                <a:gd name="csY0" fmla="*/ 2034239 h 2034239"/>
                <a:gd name="csX1" fmla="*/ 0 w 1531"/>
                <a:gd name="csY1" fmla="*/ 0 h 2034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1" h="2034239">
                  <a:moveTo>
                    <a:pt x="0" y="2034239"/>
                  </a:moveTo>
                  <a:lnTo>
                    <a:pt x="0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4E98259B-A27B-DB42-71BE-57317AD423E1}"/>
                </a:ext>
              </a:extLst>
            </p:cNvPr>
            <p:cNvSpPr/>
            <p:nvPr/>
          </p:nvSpPr>
          <p:spPr>
            <a:xfrm>
              <a:off x="953772" y="2973021"/>
              <a:ext cx="28938" cy="1531"/>
            </a:xfrm>
            <a:custGeom>
              <a:avLst/>
              <a:gdLst>
                <a:gd name="csX0" fmla="*/ 0 w 28938"/>
                <a:gd name="csY0" fmla="*/ 0 h 1531"/>
                <a:gd name="csX1" fmla="*/ 28939 w 28938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8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83A56947-96A9-0C24-E503-953126E26B8C}"/>
                </a:ext>
              </a:extLst>
            </p:cNvPr>
            <p:cNvSpPr/>
            <p:nvPr/>
          </p:nvSpPr>
          <p:spPr>
            <a:xfrm>
              <a:off x="953772" y="2477962"/>
              <a:ext cx="28938" cy="1531"/>
            </a:xfrm>
            <a:custGeom>
              <a:avLst/>
              <a:gdLst>
                <a:gd name="csX0" fmla="*/ 0 w 28938"/>
                <a:gd name="csY0" fmla="*/ 0 h 1531"/>
                <a:gd name="csX1" fmla="*/ 28939 w 28938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8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5FC3EA55-F75F-4E00-4B42-F56C4A9E4239}"/>
                </a:ext>
              </a:extLst>
            </p:cNvPr>
            <p:cNvSpPr/>
            <p:nvPr/>
          </p:nvSpPr>
          <p:spPr>
            <a:xfrm>
              <a:off x="953772" y="1982907"/>
              <a:ext cx="28938" cy="1531"/>
            </a:xfrm>
            <a:custGeom>
              <a:avLst/>
              <a:gdLst>
                <a:gd name="csX0" fmla="*/ 0 w 28938"/>
                <a:gd name="csY0" fmla="*/ 0 h 1531"/>
                <a:gd name="csX1" fmla="*/ 28939 w 28938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8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9AE4F097-00C8-FB05-F049-0300991B58FC}"/>
                </a:ext>
              </a:extLst>
            </p:cNvPr>
            <p:cNvSpPr/>
            <p:nvPr/>
          </p:nvSpPr>
          <p:spPr>
            <a:xfrm>
              <a:off x="953772" y="1487852"/>
              <a:ext cx="28938" cy="1531"/>
            </a:xfrm>
            <a:custGeom>
              <a:avLst/>
              <a:gdLst>
                <a:gd name="csX0" fmla="*/ 0 w 28938"/>
                <a:gd name="csY0" fmla="*/ 0 h 1531"/>
                <a:gd name="csX1" fmla="*/ 28939 w 28938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938" h="1531">
                  <a:moveTo>
                    <a:pt x="0" y="0"/>
                  </a:moveTo>
                  <a:lnTo>
                    <a:pt x="28939" y="0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C88E6FBA-612F-64B2-1CAF-C719F8EF058F}"/>
                </a:ext>
              </a:extLst>
            </p:cNvPr>
            <p:cNvSpPr/>
            <p:nvPr/>
          </p:nvSpPr>
          <p:spPr>
            <a:xfrm>
              <a:off x="533893" y="2974231"/>
              <a:ext cx="79526" cy="10535"/>
            </a:xfrm>
            <a:custGeom>
              <a:avLst/>
              <a:gdLst>
                <a:gd name="csX0" fmla="*/ 0 w 79526"/>
                <a:gd name="csY0" fmla="*/ 0 h 10535"/>
                <a:gd name="csX1" fmla="*/ 79526 w 79526"/>
                <a:gd name="csY1" fmla="*/ 0 h 10535"/>
                <a:gd name="csX2" fmla="*/ 79526 w 79526"/>
                <a:gd name="csY2" fmla="*/ 10536 h 10535"/>
                <a:gd name="csX3" fmla="*/ 0 w 79526"/>
                <a:gd name="csY3" fmla="*/ 10536 h 10535"/>
                <a:gd name="csX4" fmla="*/ 0 w 79526"/>
                <a:gd name="csY4" fmla="*/ 0 h 10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526" h="10535">
                  <a:moveTo>
                    <a:pt x="0" y="0"/>
                  </a:moveTo>
                  <a:lnTo>
                    <a:pt x="79526" y="0"/>
                  </a:lnTo>
                  <a:lnTo>
                    <a:pt x="79526" y="10536"/>
                  </a:lnTo>
                  <a:lnTo>
                    <a:pt x="0" y="10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9E45FE0A-CBEE-53EC-F149-3F49D753F597}"/>
                </a:ext>
              </a:extLst>
            </p:cNvPr>
            <p:cNvSpPr/>
            <p:nvPr/>
          </p:nvSpPr>
          <p:spPr>
            <a:xfrm>
              <a:off x="635254" y="2925030"/>
              <a:ext cx="64017" cy="96090"/>
            </a:xfrm>
            <a:custGeom>
              <a:avLst/>
              <a:gdLst>
                <a:gd name="csX0" fmla="*/ 32009 w 64017"/>
                <a:gd name="csY0" fmla="*/ 9923 h 96090"/>
                <a:gd name="csX1" fmla="*/ 17431 w 64017"/>
                <a:gd name="csY1" fmla="*/ 19478 h 96090"/>
                <a:gd name="csX2" fmla="*/ 12592 w 64017"/>
                <a:gd name="csY2" fmla="*/ 48084 h 96090"/>
                <a:gd name="csX3" fmla="*/ 17431 w 64017"/>
                <a:gd name="csY3" fmla="*/ 76674 h 96090"/>
                <a:gd name="csX4" fmla="*/ 32009 w 64017"/>
                <a:gd name="csY4" fmla="*/ 86168 h 96090"/>
                <a:gd name="csX5" fmla="*/ 46586 w 64017"/>
                <a:gd name="csY5" fmla="*/ 76674 h 96090"/>
                <a:gd name="csX6" fmla="*/ 51486 w 64017"/>
                <a:gd name="csY6" fmla="*/ 48084 h 96090"/>
                <a:gd name="csX7" fmla="*/ 46586 w 64017"/>
                <a:gd name="csY7" fmla="*/ 19478 h 96090"/>
                <a:gd name="csX8" fmla="*/ 32009 w 64017"/>
                <a:gd name="csY8" fmla="*/ 9923 h 96090"/>
                <a:gd name="csX9" fmla="*/ 32009 w 64017"/>
                <a:gd name="csY9" fmla="*/ 0 h 96090"/>
                <a:gd name="csX10" fmla="*/ 55768 w 64017"/>
                <a:gd name="csY10" fmla="*/ 12343 h 96090"/>
                <a:gd name="csX11" fmla="*/ 64017 w 64017"/>
                <a:gd name="csY11" fmla="*/ 48084 h 96090"/>
                <a:gd name="csX12" fmla="*/ 55768 w 64017"/>
                <a:gd name="csY12" fmla="*/ 83809 h 96090"/>
                <a:gd name="csX13" fmla="*/ 32009 w 64017"/>
                <a:gd name="csY13" fmla="*/ 96091 h 96090"/>
                <a:gd name="csX14" fmla="*/ 8188 w 64017"/>
                <a:gd name="csY14" fmla="*/ 83809 h 96090"/>
                <a:gd name="csX15" fmla="*/ 0 w 64017"/>
                <a:gd name="csY15" fmla="*/ 48084 h 96090"/>
                <a:gd name="csX16" fmla="*/ 8188 w 64017"/>
                <a:gd name="csY16" fmla="*/ 12343 h 96090"/>
                <a:gd name="csX17" fmla="*/ 32009 w 64017"/>
                <a:gd name="csY17" fmla="*/ 0 h 96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90">
                  <a:moveTo>
                    <a:pt x="32009" y="9923"/>
                  </a:moveTo>
                  <a:cubicBezTo>
                    <a:pt x="25557" y="9923"/>
                    <a:pt x="20698" y="13108"/>
                    <a:pt x="17431" y="19478"/>
                  </a:cubicBezTo>
                  <a:cubicBezTo>
                    <a:pt x="14205" y="25808"/>
                    <a:pt x="12592" y="35343"/>
                    <a:pt x="12592" y="48084"/>
                  </a:cubicBezTo>
                  <a:cubicBezTo>
                    <a:pt x="12592" y="60773"/>
                    <a:pt x="14205" y="70303"/>
                    <a:pt x="17431" y="76674"/>
                  </a:cubicBezTo>
                  <a:cubicBezTo>
                    <a:pt x="20698" y="83003"/>
                    <a:pt x="25557" y="86168"/>
                    <a:pt x="32009" y="86168"/>
                  </a:cubicBezTo>
                  <a:cubicBezTo>
                    <a:pt x="38502" y="86168"/>
                    <a:pt x="43361" y="83003"/>
                    <a:pt x="46586" y="76674"/>
                  </a:cubicBezTo>
                  <a:cubicBezTo>
                    <a:pt x="49853" y="70303"/>
                    <a:pt x="51486" y="60773"/>
                    <a:pt x="51486" y="48084"/>
                  </a:cubicBezTo>
                  <a:cubicBezTo>
                    <a:pt x="51486" y="35343"/>
                    <a:pt x="49853" y="25808"/>
                    <a:pt x="46586" y="19478"/>
                  </a:cubicBezTo>
                  <a:cubicBezTo>
                    <a:pt x="43361" y="13108"/>
                    <a:pt x="38502" y="9923"/>
                    <a:pt x="32009" y="9923"/>
                  </a:cubicBezTo>
                  <a:moveTo>
                    <a:pt x="32009" y="0"/>
                  </a:moveTo>
                  <a:cubicBezTo>
                    <a:pt x="42389" y="0"/>
                    <a:pt x="50308" y="4114"/>
                    <a:pt x="55768" y="12343"/>
                  </a:cubicBezTo>
                  <a:cubicBezTo>
                    <a:pt x="61267" y="20540"/>
                    <a:pt x="64017" y="32454"/>
                    <a:pt x="64017" y="48084"/>
                  </a:cubicBezTo>
                  <a:cubicBezTo>
                    <a:pt x="64017" y="63673"/>
                    <a:pt x="61267" y="75581"/>
                    <a:pt x="55768" y="83809"/>
                  </a:cubicBezTo>
                  <a:cubicBezTo>
                    <a:pt x="50308" y="91997"/>
                    <a:pt x="42389" y="96091"/>
                    <a:pt x="32009" y="96091"/>
                  </a:cubicBezTo>
                  <a:cubicBezTo>
                    <a:pt x="21629" y="96091"/>
                    <a:pt x="13689" y="91997"/>
                    <a:pt x="8188" y="83809"/>
                  </a:cubicBezTo>
                  <a:cubicBezTo>
                    <a:pt x="2729" y="75581"/>
                    <a:pt x="0" y="63673"/>
                    <a:pt x="0" y="48084"/>
                  </a:cubicBezTo>
                  <a:cubicBezTo>
                    <a:pt x="0" y="32454"/>
                    <a:pt x="2729" y="20540"/>
                    <a:pt x="8188" y="12343"/>
                  </a:cubicBezTo>
                  <a:cubicBezTo>
                    <a:pt x="13689" y="4114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2A441EF0-FD4D-A518-0DCD-976397D6C74D}"/>
                </a:ext>
              </a:extLst>
            </p:cNvPr>
            <p:cNvSpPr/>
            <p:nvPr/>
          </p:nvSpPr>
          <p:spPr>
            <a:xfrm>
              <a:off x="721293" y="3003572"/>
              <a:ext cx="13088" cy="15757"/>
            </a:xfrm>
            <a:custGeom>
              <a:avLst/>
              <a:gdLst>
                <a:gd name="csX0" fmla="*/ 0 w 13088"/>
                <a:gd name="csY0" fmla="*/ 0 h 15757"/>
                <a:gd name="csX1" fmla="*/ 13088 w 13088"/>
                <a:gd name="csY1" fmla="*/ 0 h 15757"/>
                <a:gd name="csX2" fmla="*/ 13088 w 13088"/>
                <a:gd name="csY2" fmla="*/ 15757 h 15757"/>
                <a:gd name="csX3" fmla="*/ 0 w 13088"/>
                <a:gd name="csY3" fmla="*/ 15757 h 15757"/>
                <a:gd name="csX4" fmla="*/ 0 w 13088"/>
                <a:gd name="csY4" fmla="*/ 0 h 15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88" h="15757">
                  <a:moveTo>
                    <a:pt x="0" y="0"/>
                  </a:moveTo>
                  <a:lnTo>
                    <a:pt x="13088" y="0"/>
                  </a:lnTo>
                  <a:lnTo>
                    <a:pt x="13088" y="15757"/>
                  </a:lnTo>
                  <a:lnTo>
                    <a:pt x="0" y="1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424C897C-3787-8D6F-AA1D-80D0C0E78EA6}"/>
                </a:ext>
              </a:extLst>
            </p:cNvPr>
            <p:cNvSpPr/>
            <p:nvPr/>
          </p:nvSpPr>
          <p:spPr>
            <a:xfrm>
              <a:off x="757396" y="2925030"/>
              <a:ext cx="58807" cy="94299"/>
            </a:xfrm>
            <a:custGeom>
              <a:avLst/>
              <a:gdLst>
                <a:gd name="csX0" fmla="*/ 15074 w 58807"/>
                <a:gd name="csY0" fmla="*/ 83748 h 94299"/>
                <a:gd name="csX1" fmla="*/ 58808 w 58807"/>
                <a:gd name="csY1" fmla="*/ 83748 h 94299"/>
                <a:gd name="csX2" fmla="*/ 58808 w 58807"/>
                <a:gd name="csY2" fmla="*/ 94299 h 94299"/>
                <a:gd name="csX3" fmla="*/ 0 w 58807"/>
                <a:gd name="csY3" fmla="*/ 94299 h 94299"/>
                <a:gd name="csX4" fmla="*/ 0 w 58807"/>
                <a:gd name="csY4" fmla="*/ 83748 h 94299"/>
                <a:gd name="csX5" fmla="*/ 19417 w 58807"/>
                <a:gd name="csY5" fmla="*/ 63964 h 94299"/>
                <a:gd name="csX6" fmla="*/ 34925 w 58807"/>
                <a:gd name="csY6" fmla="*/ 47900 h 94299"/>
                <a:gd name="csX7" fmla="*/ 43300 w 58807"/>
                <a:gd name="csY7" fmla="*/ 36476 h 94299"/>
                <a:gd name="csX8" fmla="*/ 45718 w 58807"/>
                <a:gd name="csY8" fmla="*/ 27242 h 94299"/>
                <a:gd name="csX9" fmla="*/ 40508 w 58807"/>
                <a:gd name="csY9" fmla="*/ 15206 h 94299"/>
                <a:gd name="csX10" fmla="*/ 27046 w 58807"/>
                <a:gd name="csY10" fmla="*/ 10551 h 94299"/>
                <a:gd name="csX11" fmla="*/ 14578 w 58807"/>
                <a:gd name="csY11" fmla="*/ 12603 h 94299"/>
                <a:gd name="csX12" fmla="*/ 620 w 58807"/>
                <a:gd name="csY12" fmla="*/ 18805 h 94299"/>
                <a:gd name="csX13" fmla="*/ 620 w 58807"/>
                <a:gd name="csY13" fmla="*/ 6141 h 94299"/>
                <a:gd name="csX14" fmla="*/ 14764 w 58807"/>
                <a:gd name="csY14" fmla="*/ 1562 h 94299"/>
                <a:gd name="csX15" fmla="*/ 26798 w 58807"/>
                <a:gd name="csY15" fmla="*/ 0 h 94299"/>
                <a:gd name="csX16" fmla="*/ 49750 w 58807"/>
                <a:gd name="csY16" fmla="*/ 7197 h 94299"/>
                <a:gd name="csX17" fmla="*/ 58311 w 58807"/>
                <a:gd name="csY17" fmla="*/ 26431 h 94299"/>
                <a:gd name="csX18" fmla="*/ 56140 w 58807"/>
                <a:gd name="csY18" fmla="*/ 37288 h 94299"/>
                <a:gd name="csX19" fmla="*/ 48385 w 58807"/>
                <a:gd name="csY19" fmla="*/ 49324 h 94299"/>
                <a:gd name="csX20" fmla="*/ 38522 w 58807"/>
                <a:gd name="csY20" fmla="*/ 59737 h 94299"/>
                <a:gd name="csX21" fmla="*/ 15074 w 58807"/>
                <a:gd name="csY21" fmla="*/ 83748 h 9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8807" h="94299">
                  <a:moveTo>
                    <a:pt x="15074" y="83748"/>
                  </a:moveTo>
                  <a:lnTo>
                    <a:pt x="58808" y="83748"/>
                  </a:lnTo>
                  <a:lnTo>
                    <a:pt x="58808" y="94299"/>
                  </a:lnTo>
                  <a:lnTo>
                    <a:pt x="0" y="94299"/>
                  </a:lnTo>
                  <a:lnTo>
                    <a:pt x="0" y="83748"/>
                  </a:lnTo>
                  <a:cubicBezTo>
                    <a:pt x="4756" y="78828"/>
                    <a:pt x="11229" y="72233"/>
                    <a:pt x="19417" y="63964"/>
                  </a:cubicBezTo>
                  <a:cubicBezTo>
                    <a:pt x="27647" y="55654"/>
                    <a:pt x="32816" y="50299"/>
                    <a:pt x="34925" y="47900"/>
                  </a:cubicBezTo>
                  <a:cubicBezTo>
                    <a:pt x="38936" y="43388"/>
                    <a:pt x="41728" y="39580"/>
                    <a:pt x="43300" y="36476"/>
                  </a:cubicBezTo>
                  <a:cubicBezTo>
                    <a:pt x="44912" y="33332"/>
                    <a:pt x="45718" y="30254"/>
                    <a:pt x="45718" y="27242"/>
                  </a:cubicBezTo>
                  <a:cubicBezTo>
                    <a:pt x="45718" y="22322"/>
                    <a:pt x="43981" y="18310"/>
                    <a:pt x="40508" y="15206"/>
                  </a:cubicBezTo>
                  <a:cubicBezTo>
                    <a:pt x="37075" y="12103"/>
                    <a:pt x="32588" y="10551"/>
                    <a:pt x="27046" y="10551"/>
                  </a:cubicBezTo>
                  <a:cubicBezTo>
                    <a:pt x="23118" y="10551"/>
                    <a:pt x="18962" y="11235"/>
                    <a:pt x="14578" y="12603"/>
                  </a:cubicBezTo>
                  <a:cubicBezTo>
                    <a:pt x="10235" y="13961"/>
                    <a:pt x="5583" y="16028"/>
                    <a:pt x="620" y="18805"/>
                  </a:cubicBezTo>
                  <a:lnTo>
                    <a:pt x="620" y="6141"/>
                  </a:lnTo>
                  <a:cubicBezTo>
                    <a:pt x="5665" y="4119"/>
                    <a:pt x="10380" y="2593"/>
                    <a:pt x="14764" y="1562"/>
                  </a:cubicBezTo>
                  <a:cubicBezTo>
                    <a:pt x="19147" y="521"/>
                    <a:pt x="23159" y="0"/>
                    <a:pt x="26798" y="0"/>
                  </a:cubicBezTo>
                  <a:cubicBezTo>
                    <a:pt x="36393" y="0"/>
                    <a:pt x="44043" y="2399"/>
                    <a:pt x="49750" y="7197"/>
                  </a:cubicBezTo>
                  <a:cubicBezTo>
                    <a:pt x="55458" y="11995"/>
                    <a:pt x="58311" y="18407"/>
                    <a:pt x="58311" y="26431"/>
                  </a:cubicBezTo>
                  <a:cubicBezTo>
                    <a:pt x="58311" y="30239"/>
                    <a:pt x="57588" y="33858"/>
                    <a:pt x="56140" y="37288"/>
                  </a:cubicBezTo>
                  <a:cubicBezTo>
                    <a:pt x="54734" y="40677"/>
                    <a:pt x="52149" y="44689"/>
                    <a:pt x="48385" y="49324"/>
                  </a:cubicBezTo>
                  <a:cubicBezTo>
                    <a:pt x="47352" y="50518"/>
                    <a:pt x="44064" y="53990"/>
                    <a:pt x="38522" y="59737"/>
                  </a:cubicBezTo>
                  <a:cubicBezTo>
                    <a:pt x="32981" y="65444"/>
                    <a:pt x="25165" y="73448"/>
                    <a:pt x="15074" y="83748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FA4B340A-F130-FB0C-F50C-F7F11F96E8AB}"/>
                </a:ext>
              </a:extLst>
            </p:cNvPr>
            <p:cNvSpPr/>
            <p:nvPr/>
          </p:nvSpPr>
          <p:spPr>
            <a:xfrm>
              <a:off x="838721" y="2926714"/>
              <a:ext cx="59922" cy="94406"/>
            </a:xfrm>
            <a:custGeom>
              <a:avLst/>
              <a:gdLst>
                <a:gd name="csX0" fmla="*/ 3908 w 59922"/>
                <a:gd name="csY0" fmla="*/ 0 h 94406"/>
                <a:gd name="csX1" fmla="*/ 53099 w 59922"/>
                <a:gd name="csY1" fmla="*/ 0 h 94406"/>
                <a:gd name="csX2" fmla="*/ 53099 w 59922"/>
                <a:gd name="csY2" fmla="*/ 10536 h 94406"/>
                <a:gd name="csX3" fmla="*/ 15384 w 59922"/>
                <a:gd name="csY3" fmla="*/ 10536 h 94406"/>
                <a:gd name="csX4" fmla="*/ 15384 w 59922"/>
                <a:gd name="csY4" fmla="*/ 33245 h 94406"/>
                <a:gd name="csX5" fmla="*/ 20843 w 59922"/>
                <a:gd name="csY5" fmla="*/ 31882 h 94406"/>
                <a:gd name="csX6" fmla="*/ 26301 w 59922"/>
                <a:gd name="csY6" fmla="*/ 31377 h 94406"/>
                <a:gd name="csX7" fmla="*/ 50866 w 59922"/>
                <a:gd name="csY7" fmla="*/ 39876 h 94406"/>
                <a:gd name="csX8" fmla="*/ 59922 w 59922"/>
                <a:gd name="csY8" fmla="*/ 62892 h 94406"/>
                <a:gd name="csX9" fmla="*/ 50618 w 59922"/>
                <a:gd name="csY9" fmla="*/ 86152 h 94406"/>
                <a:gd name="csX10" fmla="*/ 24379 w 59922"/>
                <a:gd name="csY10" fmla="*/ 94406 h 94406"/>
                <a:gd name="csX11" fmla="*/ 12468 w 59922"/>
                <a:gd name="csY11" fmla="*/ 93411 h 94406"/>
                <a:gd name="csX12" fmla="*/ 0 w 59922"/>
                <a:gd name="csY12" fmla="*/ 90440 h 94406"/>
                <a:gd name="csX13" fmla="*/ 0 w 59922"/>
                <a:gd name="csY13" fmla="*/ 77853 h 94406"/>
                <a:gd name="csX14" fmla="*/ 11537 w 59922"/>
                <a:gd name="csY14" fmla="*/ 82370 h 94406"/>
                <a:gd name="csX15" fmla="*/ 24131 w 59922"/>
                <a:gd name="csY15" fmla="*/ 83855 h 94406"/>
                <a:gd name="csX16" fmla="*/ 41127 w 59922"/>
                <a:gd name="csY16" fmla="*/ 78220 h 94406"/>
                <a:gd name="csX17" fmla="*/ 47391 w 59922"/>
                <a:gd name="csY17" fmla="*/ 62892 h 94406"/>
                <a:gd name="csX18" fmla="*/ 41127 w 59922"/>
                <a:gd name="csY18" fmla="*/ 47578 h 94406"/>
                <a:gd name="csX19" fmla="*/ 24131 w 59922"/>
                <a:gd name="csY19" fmla="*/ 41928 h 94406"/>
                <a:gd name="csX20" fmla="*/ 14081 w 59922"/>
                <a:gd name="csY20" fmla="*/ 43046 h 94406"/>
                <a:gd name="csX21" fmla="*/ 3908 w 59922"/>
                <a:gd name="csY21" fmla="*/ 46522 h 94406"/>
                <a:gd name="csX22" fmla="*/ 3908 w 59922"/>
                <a:gd name="csY22" fmla="*/ 0 h 94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2" h="94406">
                  <a:moveTo>
                    <a:pt x="3908" y="0"/>
                  </a:moveTo>
                  <a:lnTo>
                    <a:pt x="53099" y="0"/>
                  </a:lnTo>
                  <a:lnTo>
                    <a:pt x="53099" y="10536"/>
                  </a:lnTo>
                  <a:lnTo>
                    <a:pt x="15384" y="10536"/>
                  </a:lnTo>
                  <a:lnTo>
                    <a:pt x="15384" y="33245"/>
                  </a:lnTo>
                  <a:cubicBezTo>
                    <a:pt x="17203" y="32622"/>
                    <a:pt x="19023" y="32168"/>
                    <a:pt x="20843" y="31882"/>
                  </a:cubicBezTo>
                  <a:cubicBezTo>
                    <a:pt x="22662" y="31545"/>
                    <a:pt x="24481" y="31377"/>
                    <a:pt x="26301" y="31377"/>
                  </a:cubicBezTo>
                  <a:cubicBezTo>
                    <a:pt x="36640" y="31377"/>
                    <a:pt x="44829" y="34210"/>
                    <a:pt x="50866" y="39876"/>
                  </a:cubicBezTo>
                  <a:cubicBezTo>
                    <a:pt x="56904" y="45542"/>
                    <a:pt x="59922" y="53214"/>
                    <a:pt x="59922" y="62892"/>
                  </a:cubicBezTo>
                  <a:cubicBezTo>
                    <a:pt x="59922" y="72866"/>
                    <a:pt x="56821" y="80619"/>
                    <a:pt x="50618" y="86152"/>
                  </a:cubicBezTo>
                  <a:cubicBezTo>
                    <a:pt x="44415" y="91655"/>
                    <a:pt x="35669" y="94406"/>
                    <a:pt x="24379" y="94406"/>
                  </a:cubicBezTo>
                  <a:cubicBezTo>
                    <a:pt x="20491" y="94406"/>
                    <a:pt x="16521" y="94075"/>
                    <a:pt x="12468" y="93411"/>
                  </a:cubicBezTo>
                  <a:cubicBezTo>
                    <a:pt x="8457" y="92758"/>
                    <a:pt x="4301" y="91767"/>
                    <a:pt x="0" y="90440"/>
                  </a:cubicBezTo>
                  <a:lnTo>
                    <a:pt x="0" y="77853"/>
                  </a:lnTo>
                  <a:cubicBezTo>
                    <a:pt x="3721" y="79874"/>
                    <a:pt x="7567" y="81380"/>
                    <a:pt x="11537" y="82370"/>
                  </a:cubicBezTo>
                  <a:cubicBezTo>
                    <a:pt x="15507" y="83360"/>
                    <a:pt x="19705" y="83855"/>
                    <a:pt x="24131" y="83855"/>
                  </a:cubicBezTo>
                  <a:cubicBezTo>
                    <a:pt x="31285" y="83855"/>
                    <a:pt x="36950" y="81977"/>
                    <a:pt x="41127" y="78220"/>
                  </a:cubicBezTo>
                  <a:cubicBezTo>
                    <a:pt x="45303" y="74453"/>
                    <a:pt x="47391" y="69344"/>
                    <a:pt x="47391" y="62892"/>
                  </a:cubicBezTo>
                  <a:cubicBezTo>
                    <a:pt x="47391" y="56440"/>
                    <a:pt x="45303" y="51335"/>
                    <a:pt x="41127" y="47578"/>
                  </a:cubicBezTo>
                  <a:cubicBezTo>
                    <a:pt x="36950" y="43811"/>
                    <a:pt x="31285" y="41928"/>
                    <a:pt x="24131" y="41928"/>
                  </a:cubicBezTo>
                  <a:cubicBezTo>
                    <a:pt x="20780" y="41928"/>
                    <a:pt x="17430" y="42300"/>
                    <a:pt x="14081" y="43046"/>
                  </a:cubicBezTo>
                  <a:cubicBezTo>
                    <a:pt x="10772" y="43791"/>
                    <a:pt x="7381" y="44950"/>
                    <a:pt x="3908" y="46522"/>
                  </a:cubicBezTo>
                  <a:lnTo>
                    <a:pt x="3908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1402AF56-24AD-8606-2D1E-97DF58F63747}"/>
                </a:ext>
              </a:extLst>
            </p:cNvPr>
            <p:cNvSpPr/>
            <p:nvPr/>
          </p:nvSpPr>
          <p:spPr>
            <a:xfrm>
              <a:off x="632587" y="2429979"/>
              <a:ext cx="64017" cy="96089"/>
            </a:xfrm>
            <a:custGeom>
              <a:avLst/>
              <a:gdLst>
                <a:gd name="csX0" fmla="*/ 32009 w 64017"/>
                <a:gd name="csY0" fmla="*/ 9926 h 96089"/>
                <a:gd name="csX1" fmla="*/ 17431 w 64017"/>
                <a:gd name="csY1" fmla="*/ 19478 h 96089"/>
                <a:gd name="csX2" fmla="*/ 12592 w 64017"/>
                <a:gd name="csY2" fmla="*/ 48076 h 96089"/>
                <a:gd name="csX3" fmla="*/ 17431 w 64017"/>
                <a:gd name="csY3" fmla="*/ 76672 h 96089"/>
                <a:gd name="csX4" fmla="*/ 32009 w 64017"/>
                <a:gd name="csY4" fmla="*/ 86163 h 96089"/>
                <a:gd name="csX5" fmla="*/ 46586 w 64017"/>
                <a:gd name="csY5" fmla="*/ 76672 h 96089"/>
                <a:gd name="csX6" fmla="*/ 51488 w 64017"/>
                <a:gd name="csY6" fmla="*/ 48076 h 96089"/>
                <a:gd name="csX7" fmla="*/ 46586 w 64017"/>
                <a:gd name="csY7" fmla="*/ 19478 h 96089"/>
                <a:gd name="csX8" fmla="*/ 32009 w 64017"/>
                <a:gd name="csY8" fmla="*/ 9926 h 96089"/>
                <a:gd name="csX9" fmla="*/ 32009 w 64017"/>
                <a:gd name="csY9" fmla="*/ 0 h 96089"/>
                <a:gd name="csX10" fmla="*/ 55768 w 64017"/>
                <a:gd name="csY10" fmla="*/ 12346 h 96089"/>
                <a:gd name="csX11" fmla="*/ 64017 w 64017"/>
                <a:gd name="csY11" fmla="*/ 48076 h 96089"/>
                <a:gd name="csX12" fmla="*/ 55768 w 64017"/>
                <a:gd name="csY12" fmla="*/ 83807 h 96089"/>
                <a:gd name="csX13" fmla="*/ 32009 w 64017"/>
                <a:gd name="csY13" fmla="*/ 96089 h 96089"/>
                <a:gd name="csX14" fmla="*/ 8188 w 64017"/>
                <a:gd name="csY14" fmla="*/ 83807 h 96089"/>
                <a:gd name="csX15" fmla="*/ 0 w 64017"/>
                <a:gd name="csY15" fmla="*/ 48076 h 96089"/>
                <a:gd name="csX16" fmla="*/ 8188 w 64017"/>
                <a:gd name="csY16" fmla="*/ 12346 h 96089"/>
                <a:gd name="csX17" fmla="*/ 32009 w 64017"/>
                <a:gd name="csY17" fmla="*/ 0 h 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89">
                  <a:moveTo>
                    <a:pt x="32009" y="9926"/>
                  </a:moveTo>
                  <a:cubicBezTo>
                    <a:pt x="25557" y="9926"/>
                    <a:pt x="20698" y="13110"/>
                    <a:pt x="17431" y="19478"/>
                  </a:cubicBezTo>
                  <a:cubicBezTo>
                    <a:pt x="14205" y="25806"/>
                    <a:pt x="12592" y="35338"/>
                    <a:pt x="12592" y="48076"/>
                  </a:cubicBezTo>
                  <a:cubicBezTo>
                    <a:pt x="12592" y="60772"/>
                    <a:pt x="14205" y="70304"/>
                    <a:pt x="17431" y="76672"/>
                  </a:cubicBezTo>
                  <a:cubicBezTo>
                    <a:pt x="20698" y="82999"/>
                    <a:pt x="25557" y="86163"/>
                    <a:pt x="32009" y="86163"/>
                  </a:cubicBezTo>
                  <a:cubicBezTo>
                    <a:pt x="38502" y="86163"/>
                    <a:pt x="43361" y="82999"/>
                    <a:pt x="46586" y="76672"/>
                  </a:cubicBezTo>
                  <a:cubicBezTo>
                    <a:pt x="49854" y="70304"/>
                    <a:pt x="51488" y="60772"/>
                    <a:pt x="51488" y="48076"/>
                  </a:cubicBezTo>
                  <a:cubicBezTo>
                    <a:pt x="51488" y="35338"/>
                    <a:pt x="49854" y="25806"/>
                    <a:pt x="46586" y="19478"/>
                  </a:cubicBezTo>
                  <a:cubicBezTo>
                    <a:pt x="43361" y="13110"/>
                    <a:pt x="38502" y="9926"/>
                    <a:pt x="32009" y="9926"/>
                  </a:cubicBezTo>
                  <a:moveTo>
                    <a:pt x="32009" y="0"/>
                  </a:moveTo>
                  <a:cubicBezTo>
                    <a:pt x="42389" y="0"/>
                    <a:pt x="50308" y="4115"/>
                    <a:pt x="55768" y="12346"/>
                  </a:cubicBezTo>
                  <a:cubicBezTo>
                    <a:pt x="61267" y="20533"/>
                    <a:pt x="64017" y="32443"/>
                    <a:pt x="64017" y="48076"/>
                  </a:cubicBezTo>
                  <a:cubicBezTo>
                    <a:pt x="64017" y="63667"/>
                    <a:pt x="61267" y="75577"/>
                    <a:pt x="55768" y="83807"/>
                  </a:cubicBezTo>
                  <a:cubicBezTo>
                    <a:pt x="50308" y="91995"/>
                    <a:pt x="42389" y="96089"/>
                    <a:pt x="32009" y="96089"/>
                  </a:cubicBezTo>
                  <a:cubicBezTo>
                    <a:pt x="21629" y="96089"/>
                    <a:pt x="13689" y="91995"/>
                    <a:pt x="8188" y="83807"/>
                  </a:cubicBezTo>
                  <a:cubicBezTo>
                    <a:pt x="2729" y="75577"/>
                    <a:pt x="0" y="63667"/>
                    <a:pt x="0" y="48076"/>
                  </a:cubicBezTo>
                  <a:cubicBezTo>
                    <a:pt x="0" y="32443"/>
                    <a:pt x="2729" y="20533"/>
                    <a:pt x="8188" y="12346"/>
                  </a:cubicBezTo>
                  <a:cubicBezTo>
                    <a:pt x="13689" y="4115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E991F4D5-6F9E-1B36-1F9F-433C2A52BE19}"/>
                </a:ext>
              </a:extLst>
            </p:cNvPr>
            <p:cNvSpPr/>
            <p:nvPr/>
          </p:nvSpPr>
          <p:spPr>
            <a:xfrm>
              <a:off x="718626" y="2508513"/>
              <a:ext cx="13088" cy="15755"/>
            </a:xfrm>
            <a:custGeom>
              <a:avLst/>
              <a:gdLst>
                <a:gd name="csX0" fmla="*/ 0 w 13088"/>
                <a:gd name="csY0" fmla="*/ 0 h 15755"/>
                <a:gd name="csX1" fmla="*/ 13088 w 13088"/>
                <a:gd name="csY1" fmla="*/ 0 h 15755"/>
                <a:gd name="csX2" fmla="*/ 13088 w 13088"/>
                <a:gd name="csY2" fmla="*/ 15756 h 15755"/>
                <a:gd name="csX3" fmla="*/ 0 w 13088"/>
                <a:gd name="csY3" fmla="*/ 15756 h 15755"/>
                <a:gd name="csX4" fmla="*/ 0 w 13088"/>
                <a:gd name="csY4" fmla="*/ 0 h 15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88" h="15755">
                  <a:moveTo>
                    <a:pt x="0" y="0"/>
                  </a:moveTo>
                  <a:lnTo>
                    <a:pt x="13088" y="0"/>
                  </a:lnTo>
                  <a:lnTo>
                    <a:pt x="13088" y="15756"/>
                  </a:lnTo>
                  <a:lnTo>
                    <a:pt x="0" y="15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B8FBE057-BB2A-1C42-4DC7-001CF09F0999}"/>
                </a:ext>
              </a:extLst>
            </p:cNvPr>
            <p:cNvSpPr/>
            <p:nvPr/>
          </p:nvSpPr>
          <p:spPr>
            <a:xfrm>
              <a:off x="753799" y="2429979"/>
              <a:ext cx="64017" cy="96089"/>
            </a:xfrm>
            <a:custGeom>
              <a:avLst/>
              <a:gdLst>
                <a:gd name="csX0" fmla="*/ 32008 w 64017"/>
                <a:gd name="csY0" fmla="*/ 9926 h 96089"/>
                <a:gd name="csX1" fmla="*/ 17431 w 64017"/>
                <a:gd name="csY1" fmla="*/ 19478 h 96089"/>
                <a:gd name="csX2" fmla="*/ 12592 w 64017"/>
                <a:gd name="csY2" fmla="*/ 48076 h 96089"/>
                <a:gd name="csX3" fmla="*/ 17431 w 64017"/>
                <a:gd name="csY3" fmla="*/ 76672 h 96089"/>
                <a:gd name="csX4" fmla="*/ 32008 w 64017"/>
                <a:gd name="csY4" fmla="*/ 86163 h 96089"/>
                <a:gd name="csX5" fmla="*/ 46586 w 64017"/>
                <a:gd name="csY5" fmla="*/ 76672 h 96089"/>
                <a:gd name="csX6" fmla="*/ 51486 w 64017"/>
                <a:gd name="csY6" fmla="*/ 48076 h 96089"/>
                <a:gd name="csX7" fmla="*/ 46586 w 64017"/>
                <a:gd name="csY7" fmla="*/ 19478 h 96089"/>
                <a:gd name="csX8" fmla="*/ 32008 w 64017"/>
                <a:gd name="csY8" fmla="*/ 9926 h 96089"/>
                <a:gd name="csX9" fmla="*/ 32008 w 64017"/>
                <a:gd name="csY9" fmla="*/ 0 h 96089"/>
                <a:gd name="csX10" fmla="*/ 55766 w 64017"/>
                <a:gd name="csY10" fmla="*/ 12346 h 96089"/>
                <a:gd name="csX11" fmla="*/ 64017 w 64017"/>
                <a:gd name="csY11" fmla="*/ 48076 h 96089"/>
                <a:gd name="csX12" fmla="*/ 55766 w 64017"/>
                <a:gd name="csY12" fmla="*/ 83807 h 96089"/>
                <a:gd name="csX13" fmla="*/ 32008 w 64017"/>
                <a:gd name="csY13" fmla="*/ 96089 h 96089"/>
                <a:gd name="csX14" fmla="*/ 8188 w 64017"/>
                <a:gd name="csY14" fmla="*/ 83807 h 96089"/>
                <a:gd name="csX15" fmla="*/ 0 w 64017"/>
                <a:gd name="csY15" fmla="*/ 48076 h 96089"/>
                <a:gd name="csX16" fmla="*/ 8188 w 64017"/>
                <a:gd name="csY16" fmla="*/ 12346 h 96089"/>
                <a:gd name="csX17" fmla="*/ 32008 w 64017"/>
                <a:gd name="csY17" fmla="*/ 0 h 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89">
                  <a:moveTo>
                    <a:pt x="32008" y="9926"/>
                  </a:moveTo>
                  <a:cubicBezTo>
                    <a:pt x="25557" y="9926"/>
                    <a:pt x="20698" y="13110"/>
                    <a:pt x="17431" y="19478"/>
                  </a:cubicBezTo>
                  <a:cubicBezTo>
                    <a:pt x="14205" y="25806"/>
                    <a:pt x="12592" y="35338"/>
                    <a:pt x="12592" y="48076"/>
                  </a:cubicBezTo>
                  <a:cubicBezTo>
                    <a:pt x="12592" y="60772"/>
                    <a:pt x="14205" y="70304"/>
                    <a:pt x="17431" y="76672"/>
                  </a:cubicBezTo>
                  <a:cubicBezTo>
                    <a:pt x="20698" y="82999"/>
                    <a:pt x="25557" y="86163"/>
                    <a:pt x="32008" y="86163"/>
                  </a:cubicBezTo>
                  <a:cubicBezTo>
                    <a:pt x="38501" y="86163"/>
                    <a:pt x="43360" y="82999"/>
                    <a:pt x="46586" y="76672"/>
                  </a:cubicBezTo>
                  <a:cubicBezTo>
                    <a:pt x="49853" y="70304"/>
                    <a:pt x="51486" y="60772"/>
                    <a:pt x="51486" y="48076"/>
                  </a:cubicBezTo>
                  <a:cubicBezTo>
                    <a:pt x="51486" y="35338"/>
                    <a:pt x="49853" y="25806"/>
                    <a:pt x="46586" y="19478"/>
                  </a:cubicBezTo>
                  <a:cubicBezTo>
                    <a:pt x="43360" y="13110"/>
                    <a:pt x="38501" y="9926"/>
                    <a:pt x="32008" y="9926"/>
                  </a:cubicBezTo>
                  <a:moveTo>
                    <a:pt x="32008" y="0"/>
                  </a:moveTo>
                  <a:cubicBezTo>
                    <a:pt x="42388" y="0"/>
                    <a:pt x="50308" y="4115"/>
                    <a:pt x="55766" y="12346"/>
                  </a:cubicBezTo>
                  <a:cubicBezTo>
                    <a:pt x="61267" y="20533"/>
                    <a:pt x="64017" y="32443"/>
                    <a:pt x="64017" y="48076"/>
                  </a:cubicBezTo>
                  <a:cubicBezTo>
                    <a:pt x="64017" y="63667"/>
                    <a:pt x="61267" y="75577"/>
                    <a:pt x="55766" y="83807"/>
                  </a:cubicBezTo>
                  <a:cubicBezTo>
                    <a:pt x="50308" y="91995"/>
                    <a:pt x="42388" y="96089"/>
                    <a:pt x="32008" y="96089"/>
                  </a:cubicBezTo>
                  <a:cubicBezTo>
                    <a:pt x="21628" y="96089"/>
                    <a:pt x="13689" y="91995"/>
                    <a:pt x="8188" y="83807"/>
                  </a:cubicBezTo>
                  <a:cubicBezTo>
                    <a:pt x="2729" y="75577"/>
                    <a:pt x="0" y="63667"/>
                    <a:pt x="0" y="48076"/>
                  </a:cubicBezTo>
                  <a:cubicBezTo>
                    <a:pt x="0" y="32443"/>
                    <a:pt x="2729" y="20533"/>
                    <a:pt x="8188" y="12346"/>
                  </a:cubicBezTo>
                  <a:cubicBezTo>
                    <a:pt x="13689" y="4115"/>
                    <a:pt x="21628" y="0"/>
                    <a:pt x="32008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E0F81C1B-F604-1A80-FE25-237F174393F3}"/>
                </a:ext>
              </a:extLst>
            </p:cNvPr>
            <p:cNvSpPr/>
            <p:nvPr/>
          </p:nvSpPr>
          <p:spPr>
            <a:xfrm>
              <a:off x="834627" y="2429979"/>
              <a:ext cx="64017" cy="96089"/>
            </a:xfrm>
            <a:custGeom>
              <a:avLst/>
              <a:gdLst>
                <a:gd name="csX0" fmla="*/ 32009 w 64017"/>
                <a:gd name="csY0" fmla="*/ 9926 h 96089"/>
                <a:gd name="csX1" fmla="*/ 17431 w 64017"/>
                <a:gd name="csY1" fmla="*/ 19478 h 96089"/>
                <a:gd name="csX2" fmla="*/ 12592 w 64017"/>
                <a:gd name="csY2" fmla="*/ 48076 h 96089"/>
                <a:gd name="csX3" fmla="*/ 17431 w 64017"/>
                <a:gd name="csY3" fmla="*/ 76672 h 96089"/>
                <a:gd name="csX4" fmla="*/ 32009 w 64017"/>
                <a:gd name="csY4" fmla="*/ 86163 h 96089"/>
                <a:gd name="csX5" fmla="*/ 46586 w 64017"/>
                <a:gd name="csY5" fmla="*/ 76672 h 96089"/>
                <a:gd name="csX6" fmla="*/ 51486 w 64017"/>
                <a:gd name="csY6" fmla="*/ 48076 h 96089"/>
                <a:gd name="csX7" fmla="*/ 46586 w 64017"/>
                <a:gd name="csY7" fmla="*/ 19478 h 96089"/>
                <a:gd name="csX8" fmla="*/ 32009 w 64017"/>
                <a:gd name="csY8" fmla="*/ 9926 h 96089"/>
                <a:gd name="csX9" fmla="*/ 32009 w 64017"/>
                <a:gd name="csY9" fmla="*/ 0 h 96089"/>
                <a:gd name="csX10" fmla="*/ 55768 w 64017"/>
                <a:gd name="csY10" fmla="*/ 12346 h 96089"/>
                <a:gd name="csX11" fmla="*/ 64017 w 64017"/>
                <a:gd name="csY11" fmla="*/ 48076 h 96089"/>
                <a:gd name="csX12" fmla="*/ 55768 w 64017"/>
                <a:gd name="csY12" fmla="*/ 83807 h 96089"/>
                <a:gd name="csX13" fmla="*/ 32009 w 64017"/>
                <a:gd name="csY13" fmla="*/ 96089 h 96089"/>
                <a:gd name="csX14" fmla="*/ 8188 w 64017"/>
                <a:gd name="csY14" fmla="*/ 83807 h 96089"/>
                <a:gd name="csX15" fmla="*/ 0 w 64017"/>
                <a:gd name="csY15" fmla="*/ 48076 h 96089"/>
                <a:gd name="csX16" fmla="*/ 8188 w 64017"/>
                <a:gd name="csY16" fmla="*/ 12346 h 96089"/>
                <a:gd name="csX17" fmla="*/ 32009 w 64017"/>
                <a:gd name="csY17" fmla="*/ 0 h 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89">
                  <a:moveTo>
                    <a:pt x="32009" y="9926"/>
                  </a:moveTo>
                  <a:cubicBezTo>
                    <a:pt x="25557" y="9926"/>
                    <a:pt x="20698" y="13110"/>
                    <a:pt x="17431" y="19478"/>
                  </a:cubicBezTo>
                  <a:cubicBezTo>
                    <a:pt x="14205" y="25806"/>
                    <a:pt x="12592" y="35338"/>
                    <a:pt x="12592" y="48076"/>
                  </a:cubicBezTo>
                  <a:cubicBezTo>
                    <a:pt x="12592" y="60772"/>
                    <a:pt x="14205" y="70304"/>
                    <a:pt x="17431" y="76672"/>
                  </a:cubicBezTo>
                  <a:cubicBezTo>
                    <a:pt x="20698" y="82999"/>
                    <a:pt x="25557" y="86163"/>
                    <a:pt x="32009" y="86163"/>
                  </a:cubicBezTo>
                  <a:cubicBezTo>
                    <a:pt x="38502" y="86163"/>
                    <a:pt x="43361" y="82999"/>
                    <a:pt x="46586" y="76672"/>
                  </a:cubicBezTo>
                  <a:cubicBezTo>
                    <a:pt x="49853" y="70304"/>
                    <a:pt x="51486" y="60772"/>
                    <a:pt x="51486" y="48076"/>
                  </a:cubicBezTo>
                  <a:cubicBezTo>
                    <a:pt x="51486" y="35338"/>
                    <a:pt x="49853" y="25806"/>
                    <a:pt x="46586" y="19478"/>
                  </a:cubicBezTo>
                  <a:cubicBezTo>
                    <a:pt x="43361" y="13110"/>
                    <a:pt x="38502" y="9926"/>
                    <a:pt x="32009" y="9926"/>
                  </a:cubicBezTo>
                  <a:moveTo>
                    <a:pt x="32009" y="0"/>
                  </a:moveTo>
                  <a:cubicBezTo>
                    <a:pt x="42389" y="0"/>
                    <a:pt x="50308" y="4115"/>
                    <a:pt x="55768" y="12346"/>
                  </a:cubicBezTo>
                  <a:cubicBezTo>
                    <a:pt x="61267" y="20533"/>
                    <a:pt x="64017" y="32443"/>
                    <a:pt x="64017" y="48076"/>
                  </a:cubicBezTo>
                  <a:cubicBezTo>
                    <a:pt x="64017" y="63667"/>
                    <a:pt x="61267" y="75577"/>
                    <a:pt x="55768" y="83807"/>
                  </a:cubicBezTo>
                  <a:cubicBezTo>
                    <a:pt x="50308" y="91995"/>
                    <a:pt x="42389" y="96089"/>
                    <a:pt x="32009" y="96089"/>
                  </a:cubicBezTo>
                  <a:cubicBezTo>
                    <a:pt x="21629" y="96089"/>
                    <a:pt x="13689" y="91995"/>
                    <a:pt x="8188" y="83807"/>
                  </a:cubicBezTo>
                  <a:cubicBezTo>
                    <a:pt x="2729" y="75577"/>
                    <a:pt x="0" y="63667"/>
                    <a:pt x="0" y="48076"/>
                  </a:cubicBezTo>
                  <a:cubicBezTo>
                    <a:pt x="0" y="32443"/>
                    <a:pt x="2729" y="20533"/>
                    <a:pt x="8188" y="12346"/>
                  </a:cubicBezTo>
                  <a:cubicBezTo>
                    <a:pt x="13689" y="4115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E503AC4D-E7C6-AE42-8F01-2D07EFE99261}"/>
                </a:ext>
              </a:extLst>
            </p:cNvPr>
            <p:cNvSpPr/>
            <p:nvPr/>
          </p:nvSpPr>
          <p:spPr>
            <a:xfrm>
              <a:off x="635254" y="1934924"/>
              <a:ext cx="64017" cy="96089"/>
            </a:xfrm>
            <a:custGeom>
              <a:avLst/>
              <a:gdLst>
                <a:gd name="csX0" fmla="*/ 32009 w 64017"/>
                <a:gd name="csY0" fmla="*/ 9926 h 96089"/>
                <a:gd name="csX1" fmla="*/ 17431 w 64017"/>
                <a:gd name="csY1" fmla="*/ 19478 h 96089"/>
                <a:gd name="csX2" fmla="*/ 12592 w 64017"/>
                <a:gd name="csY2" fmla="*/ 48076 h 96089"/>
                <a:gd name="csX3" fmla="*/ 17431 w 64017"/>
                <a:gd name="csY3" fmla="*/ 76674 h 96089"/>
                <a:gd name="csX4" fmla="*/ 32009 w 64017"/>
                <a:gd name="csY4" fmla="*/ 86163 h 96089"/>
                <a:gd name="csX5" fmla="*/ 46586 w 64017"/>
                <a:gd name="csY5" fmla="*/ 76674 h 96089"/>
                <a:gd name="csX6" fmla="*/ 51486 w 64017"/>
                <a:gd name="csY6" fmla="*/ 48076 h 96089"/>
                <a:gd name="csX7" fmla="*/ 46586 w 64017"/>
                <a:gd name="csY7" fmla="*/ 19478 h 96089"/>
                <a:gd name="csX8" fmla="*/ 32009 w 64017"/>
                <a:gd name="csY8" fmla="*/ 9926 h 96089"/>
                <a:gd name="csX9" fmla="*/ 32009 w 64017"/>
                <a:gd name="csY9" fmla="*/ 0 h 96089"/>
                <a:gd name="csX10" fmla="*/ 55768 w 64017"/>
                <a:gd name="csY10" fmla="*/ 12346 h 96089"/>
                <a:gd name="csX11" fmla="*/ 64017 w 64017"/>
                <a:gd name="csY11" fmla="*/ 48076 h 96089"/>
                <a:gd name="csX12" fmla="*/ 55768 w 64017"/>
                <a:gd name="csY12" fmla="*/ 83806 h 96089"/>
                <a:gd name="csX13" fmla="*/ 32009 w 64017"/>
                <a:gd name="csY13" fmla="*/ 96089 h 96089"/>
                <a:gd name="csX14" fmla="*/ 8188 w 64017"/>
                <a:gd name="csY14" fmla="*/ 83806 h 96089"/>
                <a:gd name="csX15" fmla="*/ 0 w 64017"/>
                <a:gd name="csY15" fmla="*/ 48076 h 96089"/>
                <a:gd name="csX16" fmla="*/ 8188 w 64017"/>
                <a:gd name="csY16" fmla="*/ 12346 h 96089"/>
                <a:gd name="csX17" fmla="*/ 32009 w 64017"/>
                <a:gd name="csY17" fmla="*/ 0 h 960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89">
                  <a:moveTo>
                    <a:pt x="32009" y="9926"/>
                  </a:moveTo>
                  <a:cubicBezTo>
                    <a:pt x="25557" y="9926"/>
                    <a:pt x="20698" y="13110"/>
                    <a:pt x="17431" y="19478"/>
                  </a:cubicBezTo>
                  <a:cubicBezTo>
                    <a:pt x="14205" y="25806"/>
                    <a:pt x="12592" y="35338"/>
                    <a:pt x="12592" y="48076"/>
                  </a:cubicBezTo>
                  <a:cubicBezTo>
                    <a:pt x="12592" y="60772"/>
                    <a:pt x="14205" y="70304"/>
                    <a:pt x="17431" y="76674"/>
                  </a:cubicBezTo>
                  <a:cubicBezTo>
                    <a:pt x="20698" y="83000"/>
                    <a:pt x="25557" y="86163"/>
                    <a:pt x="32009" y="86163"/>
                  </a:cubicBezTo>
                  <a:cubicBezTo>
                    <a:pt x="38502" y="86163"/>
                    <a:pt x="43361" y="83000"/>
                    <a:pt x="46586" y="76674"/>
                  </a:cubicBezTo>
                  <a:cubicBezTo>
                    <a:pt x="49853" y="70304"/>
                    <a:pt x="51486" y="60772"/>
                    <a:pt x="51486" y="48076"/>
                  </a:cubicBezTo>
                  <a:cubicBezTo>
                    <a:pt x="51486" y="35338"/>
                    <a:pt x="49853" y="25806"/>
                    <a:pt x="46586" y="19478"/>
                  </a:cubicBezTo>
                  <a:cubicBezTo>
                    <a:pt x="43361" y="13110"/>
                    <a:pt x="38502" y="9926"/>
                    <a:pt x="32009" y="9926"/>
                  </a:cubicBezTo>
                  <a:moveTo>
                    <a:pt x="32009" y="0"/>
                  </a:moveTo>
                  <a:cubicBezTo>
                    <a:pt x="42389" y="0"/>
                    <a:pt x="50308" y="4115"/>
                    <a:pt x="55768" y="12346"/>
                  </a:cubicBezTo>
                  <a:cubicBezTo>
                    <a:pt x="61267" y="20534"/>
                    <a:pt x="64017" y="32444"/>
                    <a:pt x="64017" y="48076"/>
                  </a:cubicBezTo>
                  <a:cubicBezTo>
                    <a:pt x="64017" y="63667"/>
                    <a:pt x="61267" y="75577"/>
                    <a:pt x="55768" y="83806"/>
                  </a:cubicBezTo>
                  <a:cubicBezTo>
                    <a:pt x="50308" y="91995"/>
                    <a:pt x="42389" y="96089"/>
                    <a:pt x="32009" y="96089"/>
                  </a:cubicBezTo>
                  <a:cubicBezTo>
                    <a:pt x="21629" y="96089"/>
                    <a:pt x="13689" y="91995"/>
                    <a:pt x="8188" y="83806"/>
                  </a:cubicBezTo>
                  <a:cubicBezTo>
                    <a:pt x="2729" y="75577"/>
                    <a:pt x="0" y="63667"/>
                    <a:pt x="0" y="48076"/>
                  </a:cubicBezTo>
                  <a:cubicBezTo>
                    <a:pt x="0" y="32444"/>
                    <a:pt x="2729" y="20534"/>
                    <a:pt x="8188" y="12346"/>
                  </a:cubicBezTo>
                  <a:cubicBezTo>
                    <a:pt x="13689" y="4115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8451EE88-4A5B-3822-62AF-609703996BA7}"/>
                </a:ext>
              </a:extLst>
            </p:cNvPr>
            <p:cNvSpPr/>
            <p:nvPr/>
          </p:nvSpPr>
          <p:spPr>
            <a:xfrm>
              <a:off x="721293" y="2013458"/>
              <a:ext cx="13088" cy="15755"/>
            </a:xfrm>
            <a:custGeom>
              <a:avLst/>
              <a:gdLst>
                <a:gd name="csX0" fmla="*/ 0 w 13088"/>
                <a:gd name="csY0" fmla="*/ 0 h 15755"/>
                <a:gd name="csX1" fmla="*/ 13088 w 13088"/>
                <a:gd name="csY1" fmla="*/ 0 h 15755"/>
                <a:gd name="csX2" fmla="*/ 13088 w 13088"/>
                <a:gd name="csY2" fmla="*/ 15756 h 15755"/>
                <a:gd name="csX3" fmla="*/ 0 w 13088"/>
                <a:gd name="csY3" fmla="*/ 15756 h 15755"/>
                <a:gd name="csX4" fmla="*/ 0 w 13088"/>
                <a:gd name="csY4" fmla="*/ 0 h 15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88" h="15755">
                  <a:moveTo>
                    <a:pt x="0" y="0"/>
                  </a:moveTo>
                  <a:lnTo>
                    <a:pt x="13088" y="0"/>
                  </a:lnTo>
                  <a:lnTo>
                    <a:pt x="13088" y="15756"/>
                  </a:lnTo>
                  <a:lnTo>
                    <a:pt x="0" y="15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345E9106-F3BA-B35E-5BD7-ABF40090A82A}"/>
                </a:ext>
              </a:extLst>
            </p:cNvPr>
            <p:cNvSpPr/>
            <p:nvPr/>
          </p:nvSpPr>
          <p:spPr>
            <a:xfrm>
              <a:off x="757396" y="1934924"/>
              <a:ext cx="58807" cy="94289"/>
            </a:xfrm>
            <a:custGeom>
              <a:avLst/>
              <a:gdLst>
                <a:gd name="csX0" fmla="*/ 15074 w 58807"/>
                <a:gd name="csY0" fmla="*/ 83745 h 94289"/>
                <a:gd name="csX1" fmla="*/ 58808 w 58807"/>
                <a:gd name="csY1" fmla="*/ 83745 h 94289"/>
                <a:gd name="csX2" fmla="*/ 58808 w 58807"/>
                <a:gd name="csY2" fmla="*/ 94290 h 94289"/>
                <a:gd name="csX3" fmla="*/ 0 w 58807"/>
                <a:gd name="csY3" fmla="*/ 94290 h 94289"/>
                <a:gd name="csX4" fmla="*/ 0 w 58807"/>
                <a:gd name="csY4" fmla="*/ 83745 h 94289"/>
                <a:gd name="csX5" fmla="*/ 19417 w 58807"/>
                <a:gd name="csY5" fmla="*/ 63956 h 94289"/>
                <a:gd name="csX6" fmla="*/ 34925 w 58807"/>
                <a:gd name="csY6" fmla="*/ 47889 h 94289"/>
                <a:gd name="csX7" fmla="*/ 43300 w 58807"/>
                <a:gd name="csY7" fmla="*/ 36476 h 94289"/>
                <a:gd name="csX8" fmla="*/ 45718 w 58807"/>
                <a:gd name="csY8" fmla="*/ 27233 h 94289"/>
                <a:gd name="csX9" fmla="*/ 40508 w 58807"/>
                <a:gd name="csY9" fmla="*/ 15198 h 94289"/>
                <a:gd name="csX10" fmla="*/ 27046 w 58807"/>
                <a:gd name="csY10" fmla="*/ 10546 h 94289"/>
                <a:gd name="csX11" fmla="*/ 14578 w 58807"/>
                <a:gd name="csY11" fmla="*/ 12594 h 94289"/>
                <a:gd name="csX12" fmla="*/ 620 w 58807"/>
                <a:gd name="csY12" fmla="*/ 18797 h 94289"/>
                <a:gd name="csX13" fmla="*/ 620 w 58807"/>
                <a:gd name="csY13" fmla="*/ 6142 h 94289"/>
                <a:gd name="csX14" fmla="*/ 14764 w 58807"/>
                <a:gd name="csY14" fmla="*/ 1551 h 94289"/>
                <a:gd name="csX15" fmla="*/ 26798 w 58807"/>
                <a:gd name="csY15" fmla="*/ 0 h 94289"/>
                <a:gd name="csX16" fmla="*/ 49750 w 58807"/>
                <a:gd name="csY16" fmla="*/ 7196 h 94289"/>
                <a:gd name="csX17" fmla="*/ 58311 w 58807"/>
                <a:gd name="csY17" fmla="*/ 26426 h 94289"/>
                <a:gd name="csX18" fmla="*/ 56140 w 58807"/>
                <a:gd name="csY18" fmla="*/ 37282 h 94289"/>
                <a:gd name="csX19" fmla="*/ 48385 w 58807"/>
                <a:gd name="csY19" fmla="*/ 49316 h 94289"/>
                <a:gd name="csX20" fmla="*/ 38522 w 58807"/>
                <a:gd name="csY20" fmla="*/ 59739 h 94289"/>
                <a:gd name="csX21" fmla="*/ 15074 w 58807"/>
                <a:gd name="csY21" fmla="*/ 83745 h 942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58807" h="94289">
                  <a:moveTo>
                    <a:pt x="15074" y="83745"/>
                  </a:moveTo>
                  <a:lnTo>
                    <a:pt x="58808" y="83745"/>
                  </a:lnTo>
                  <a:lnTo>
                    <a:pt x="58808" y="94290"/>
                  </a:lnTo>
                  <a:lnTo>
                    <a:pt x="0" y="94290"/>
                  </a:lnTo>
                  <a:lnTo>
                    <a:pt x="0" y="83745"/>
                  </a:lnTo>
                  <a:cubicBezTo>
                    <a:pt x="4756" y="78824"/>
                    <a:pt x="11229" y="72227"/>
                    <a:pt x="19417" y="63956"/>
                  </a:cubicBezTo>
                  <a:cubicBezTo>
                    <a:pt x="27647" y="55644"/>
                    <a:pt x="32816" y="50288"/>
                    <a:pt x="34925" y="47889"/>
                  </a:cubicBezTo>
                  <a:cubicBezTo>
                    <a:pt x="38936" y="43382"/>
                    <a:pt x="41728" y="39578"/>
                    <a:pt x="43300" y="36476"/>
                  </a:cubicBezTo>
                  <a:cubicBezTo>
                    <a:pt x="44912" y="33333"/>
                    <a:pt x="45718" y="30252"/>
                    <a:pt x="45718" y="27233"/>
                  </a:cubicBezTo>
                  <a:cubicBezTo>
                    <a:pt x="45718" y="22311"/>
                    <a:pt x="43981" y="18300"/>
                    <a:pt x="40508" y="15198"/>
                  </a:cubicBezTo>
                  <a:cubicBezTo>
                    <a:pt x="37075" y="12097"/>
                    <a:pt x="32588" y="10546"/>
                    <a:pt x="27046" y="10546"/>
                  </a:cubicBezTo>
                  <a:cubicBezTo>
                    <a:pt x="23118" y="10546"/>
                    <a:pt x="18962" y="11229"/>
                    <a:pt x="14578" y="12594"/>
                  </a:cubicBezTo>
                  <a:cubicBezTo>
                    <a:pt x="10235" y="13959"/>
                    <a:pt x="5583" y="16026"/>
                    <a:pt x="620" y="18797"/>
                  </a:cubicBezTo>
                  <a:lnTo>
                    <a:pt x="620" y="6142"/>
                  </a:lnTo>
                  <a:cubicBezTo>
                    <a:pt x="5665" y="4116"/>
                    <a:pt x="10380" y="2585"/>
                    <a:pt x="14764" y="1551"/>
                  </a:cubicBezTo>
                  <a:cubicBezTo>
                    <a:pt x="19147" y="517"/>
                    <a:pt x="23159" y="0"/>
                    <a:pt x="26798" y="0"/>
                  </a:cubicBezTo>
                  <a:cubicBezTo>
                    <a:pt x="36393" y="0"/>
                    <a:pt x="44043" y="2399"/>
                    <a:pt x="49750" y="7196"/>
                  </a:cubicBezTo>
                  <a:cubicBezTo>
                    <a:pt x="55458" y="11994"/>
                    <a:pt x="58311" y="18404"/>
                    <a:pt x="58311" y="26426"/>
                  </a:cubicBezTo>
                  <a:cubicBezTo>
                    <a:pt x="58311" y="30231"/>
                    <a:pt x="57588" y="33849"/>
                    <a:pt x="56140" y="37282"/>
                  </a:cubicBezTo>
                  <a:cubicBezTo>
                    <a:pt x="54734" y="40673"/>
                    <a:pt x="52149" y="44685"/>
                    <a:pt x="48385" y="49316"/>
                  </a:cubicBezTo>
                  <a:cubicBezTo>
                    <a:pt x="47352" y="50516"/>
                    <a:pt x="44064" y="53990"/>
                    <a:pt x="38522" y="59739"/>
                  </a:cubicBezTo>
                  <a:cubicBezTo>
                    <a:pt x="32981" y="65445"/>
                    <a:pt x="25165" y="73448"/>
                    <a:pt x="15074" y="83745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3DDD4D44-78E3-AD3F-A764-128A9E8EB1C8}"/>
                </a:ext>
              </a:extLst>
            </p:cNvPr>
            <p:cNvSpPr/>
            <p:nvPr/>
          </p:nvSpPr>
          <p:spPr>
            <a:xfrm>
              <a:off x="838721" y="1936600"/>
              <a:ext cx="59922" cy="94413"/>
            </a:xfrm>
            <a:custGeom>
              <a:avLst/>
              <a:gdLst>
                <a:gd name="csX0" fmla="*/ 3908 w 59922"/>
                <a:gd name="csY0" fmla="*/ 0 h 94413"/>
                <a:gd name="csX1" fmla="*/ 53099 w 59922"/>
                <a:gd name="csY1" fmla="*/ 0 h 94413"/>
                <a:gd name="csX2" fmla="*/ 53099 w 59922"/>
                <a:gd name="csY2" fmla="*/ 10546 h 94413"/>
                <a:gd name="csX3" fmla="*/ 15384 w 59922"/>
                <a:gd name="csY3" fmla="*/ 10546 h 94413"/>
                <a:gd name="csX4" fmla="*/ 15384 w 59922"/>
                <a:gd name="csY4" fmla="*/ 33250 h 94413"/>
                <a:gd name="csX5" fmla="*/ 20843 w 59922"/>
                <a:gd name="csY5" fmla="*/ 31885 h 94413"/>
                <a:gd name="csX6" fmla="*/ 26301 w 59922"/>
                <a:gd name="csY6" fmla="*/ 31389 h 94413"/>
                <a:gd name="csX7" fmla="*/ 50866 w 59922"/>
                <a:gd name="csY7" fmla="*/ 39886 h 94413"/>
                <a:gd name="csX8" fmla="*/ 59922 w 59922"/>
                <a:gd name="csY8" fmla="*/ 62901 h 94413"/>
                <a:gd name="csX9" fmla="*/ 50618 w 59922"/>
                <a:gd name="csY9" fmla="*/ 86163 h 94413"/>
                <a:gd name="csX10" fmla="*/ 24379 w 59922"/>
                <a:gd name="csY10" fmla="*/ 94414 h 94413"/>
                <a:gd name="csX11" fmla="*/ 12468 w 59922"/>
                <a:gd name="csY11" fmla="*/ 93422 h 94413"/>
                <a:gd name="csX12" fmla="*/ 0 w 59922"/>
                <a:gd name="csY12" fmla="*/ 90443 h 94413"/>
                <a:gd name="csX13" fmla="*/ 0 w 59922"/>
                <a:gd name="csY13" fmla="*/ 77851 h 94413"/>
                <a:gd name="csX14" fmla="*/ 11537 w 59922"/>
                <a:gd name="csY14" fmla="*/ 82379 h 94413"/>
                <a:gd name="csX15" fmla="*/ 24131 w 59922"/>
                <a:gd name="csY15" fmla="*/ 83868 h 94413"/>
                <a:gd name="csX16" fmla="*/ 41127 w 59922"/>
                <a:gd name="csY16" fmla="*/ 78223 h 94413"/>
                <a:gd name="csX17" fmla="*/ 47391 w 59922"/>
                <a:gd name="csY17" fmla="*/ 62901 h 94413"/>
                <a:gd name="csX18" fmla="*/ 41127 w 59922"/>
                <a:gd name="csY18" fmla="*/ 47580 h 94413"/>
                <a:gd name="csX19" fmla="*/ 24131 w 59922"/>
                <a:gd name="csY19" fmla="*/ 41934 h 94413"/>
                <a:gd name="csX20" fmla="*/ 14081 w 59922"/>
                <a:gd name="csY20" fmla="*/ 43050 h 94413"/>
                <a:gd name="csX21" fmla="*/ 3908 w 59922"/>
                <a:gd name="csY21" fmla="*/ 46525 h 94413"/>
                <a:gd name="csX22" fmla="*/ 3908 w 59922"/>
                <a:gd name="csY22" fmla="*/ 0 h 94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2" h="94413">
                  <a:moveTo>
                    <a:pt x="3908" y="0"/>
                  </a:moveTo>
                  <a:lnTo>
                    <a:pt x="53099" y="0"/>
                  </a:lnTo>
                  <a:lnTo>
                    <a:pt x="53099" y="10546"/>
                  </a:lnTo>
                  <a:lnTo>
                    <a:pt x="15384" y="10546"/>
                  </a:lnTo>
                  <a:lnTo>
                    <a:pt x="15384" y="33250"/>
                  </a:lnTo>
                  <a:cubicBezTo>
                    <a:pt x="17203" y="32629"/>
                    <a:pt x="19023" y="32174"/>
                    <a:pt x="20843" y="31885"/>
                  </a:cubicBezTo>
                  <a:cubicBezTo>
                    <a:pt x="22662" y="31555"/>
                    <a:pt x="24481" y="31389"/>
                    <a:pt x="26301" y="31389"/>
                  </a:cubicBezTo>
                  <a:cubicBezTo>
                    <a:pt x="36640" y="31389"/>
                    <a:pt x="44829" y="34222"/>
                    <a:pt x="50866" y="39886"/>
                  </a:cubicBezTo>
                  <a:cubicBezTo>
                    <a:pt x="56904" y="45552"/>
                    <a:pt x="59922" y="53224"/>
                    <a:pt x="59922" y="62901"/>
                  </a:cubicBezTo>
                  <a:cubicBezTo>
                    <a:pt x="59922" y="72868"/>
                    <a:pt x="56821" y="80622"/>
                    <a:pt x="50618" y="86163"/>
                  </a:cubicBezTo>
                  <a:cubicBezTo>
                    <a:pt x="44415" y="91664"/>
                    <a:pt x="35669" y="94414"/>
                    <a:pt x="24379" y="94414"/>
                  </a:cubicBezTo>
                  <a:cubicBezTo>
                    <a:pt x="20491" y="94414"/>
                    <a:pt x="16521" y="94083"/>
                    <a:pt x="12468" y="93422"/>
                  </a:cubicBezTo>
                  <a:cubicBezTo>
                    <a:pt x="8457" y="92760"/>
                    <a:pt x="4301" y="91767"/>
                    <a:pt x="0" y="90443"/>
                  </a:cubicBezTo>
                  <a:lnTo>
                    <a:pt x="0" y="77851"/>
                  </a:lnTo>
                  <a:cubicBezTo>
                    <a:pt x="3721" y="79878"/>
                    <a:pt x="7567" y="81387"/>
                    <a:pt x="11537" y="82379"/>
                  </a:cubicBezTo>
                  <a:cubicBezTo>
                    <a:pt x="15507" y="83372"/>
                    <a:pt x="19705" y="83868"/>
                    <a:pt x="24131" y="83868"/>
                  </a:cubicBezTo>
                  <a:cubicBezTo>
                    <a:pt x="31285" y="83868"/>
                    <a:pt x="36950" y="81986"/>
                    <a:pt x="41127" y="78223"/>
                  </a:cubicBezTo>
                  <a:cubicBezTo>
                    <a:pt x="45303" y="74460"/>
                    <a:pt x="47391" y="69353"/>
                    <a:pt x="47391" y="62901"/>
                  </a:cubicBezTo>
                  <a:cubicBezTo>
                    <a:pt x="47391" y="56450"/>
                    <a:pt x="45303" y="51343"/>
                    <a:pt x="41127" y="47580"/>
                  </a:cubicBezTo>
                  <a:cubicBezTo>
                    <a:pt x="36950" y="43816"/>
                    <a:pt x="31285" y="41934"/>
                    <a:pt x="24131" y="41934"/>
                  </a:cubicBezTo>
                  <a:cubicBezTo>
                    <a:pt x="20780" y="41934"/>
                    <a:pt x="17430" y="42306"/>
                    <a:pt x="14081" y="43050"/>
                  </a:cubicBezTo>
                  <a:cubicBezTo>
                    <a:pt x="10772" y="43795"/>
                    <a:pt x="7381" y="44954"/>
                    <a:pt x="3908" y="46525"/>
                  </a:cubicBezTo>
                  <a:lnTo>
                    <a:pt x="3908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CD31149A-AF14-7823-F294-1969D5810DFF}"/>
                </a:ext>
              </a:extLst>
            </p:cNvPr>
            <p:cNvSpPr/>
            <p:nvPr/>
          </p:nvSpPr>
          <p:spPr>
            <a:xfrm>
              <a:off x="632587" y="1439871"/>
              <a:ext cx="64017" cy="96087"/>
            </a:xfrm>
            <a:custGeom>
              <a:avLst/>
              <a:gdLst>
                <a:gd name="csX0" fmla="*/ 32009 w 64017"/>
                <a:gd name="csY0" fmla="*/ 9925 h 96087"/>
                <a:gd name="csX1" fmla="*/ 17431 w 64017"/>
                <a:gd name="csY1" fmla="*/ 19477 h 96087"/>
                <a:gd name="csX2" fmla="*/ 12592 w 64017"/>
                <a:gd name="csY2" fmla="*/ 48074 h 96087"/>
                <a:gd name="csX3" fmla="*/ 17431 w 64017"/>
                <a:gd name="csY3" fmla="*/ 76672 h 96087"/>
                <a:gd name="csX4" fmla="*/ 32009 w 64017"/>
                <a:gd name="csY4" fmla="*/ 86163 h 96087"/>
                <a:gd name="csX5" fmla="*/ 46586 w 64017"/>
                <a:gd name="csY5" fmla="*/ 76672 h 96087"/>
                <a:gd name="csX6" fmla="*/ 51488 w 64017"/>
                <a:gd name="csY6" fmla="*/ 48074 h 96087"/>
                <a:gd name="csX7" fmla="*/ 46586 w 64017"/>
                <a:gd name="csY7" fmla="*/ 19477 h 96087"/>
                <a:gd name="csX8" fmla="*/ 32009 w 64017"/>
                <a:gd name="csY8" fmla="*/ 9925 h 96087"/>
                <a:gd name="csX9" fmla="*/ 32009 w 64017"/>
                <a:gd name="csY9" fmla="*/ 0 h 96087"/>
                <a:gd name="csX10" fmla="*/ 55768 w 64017"/>
                <a:gd name="csY10" fmla="*/ 12344 h 96087"/>
                <a:gd name="csX11" fmla="*/ 64017 w 64017"/>
                <a:gd name="csY11" fmla="*/ 48074 h 96087"/>
                <a:gd name="csX12" fmla="*/ 55768 w 64017"/>
                <a:gd name="csY12" fmla="*/ 83805 h 96087"/>
                <a:gd name="csX13" fmla="*/ 32009 w 64017"/>
                <a:gd name="csY13" fmla="*/ 96088 h 96087"/>
                <a:gd name="csX14" fmla="*/ 8188 w 64017"/>
                <a:gd name="csY14" fmla="*/ 83805 h 96087"/>
                <a:gd name="csX15" fmla="*/ 0 w 64017"/>
                <a:gd name="csY15" fmla="*/ 48074 h 96087"/>
                <a:gd name="csX16" fmla="*/ 8188 w 64017"/>
                <a:gd name="csY16" fmla="*/ 12344 h 96087"/>
                <a:gd name="csX17" fmla="*/ 32009 w 64017"/>
                <a:gd name="csY17" fmla="*/ 0 h 96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87">
                  <a:moveTo>
                    <a:pt x="32009" y="9925"/>
                  </a:moveTo>
                  <a:cubicBezTo>
                    <a:pt x="25557" y="9925"/>
                    <a:pt x="20698" y="13109"/>
                    <a:pt x="17431" y="19477"/>
                  </a:cubicBezTo>
                  <a:cubicBezTo>
                    <a:pt x="14205" y="25804"/>
                    <a:pt x="12592" y="35337"/>
                    <a:pt x="12592" y="48074"/>
                  </a:cubicBezTo>
                  <a:cubicBezTo>
                    <a:pt x="12592" y="60770"/>
                    <a:pt x="14205" y="70303"/>
                    <a:pt x="17431" y="76672"/>
                  </a:cubicBezTo>
                  <a:cubicBezTo>
                    <a:pt x="20698" y="82999"/>
                    <a:pt x="25557" y="86163"/>
                    <a:pt x="32009" y="86163"/>
                  </a:cubicBezTo>
                  <a:cubicBezTo>
                    <a:pt x="38502" y="86163"/>
                    <a:pt x="43361" y="82999"/>
                    <a:pt x="46586" y="76672"/>
                  </a:cubicBezTo>
                  <a:cubicBezTo>
                    <a:pt x="49854" y="70303"/>
                    <a:pt x="51488" y="60770"/>
                    <a:pt x="51488" y="48074"/>
                  </a:cubicBezTo>
                  <a:cubicBezTo>
                    <a:pt x="51488" y="35337"/>
                    <a:pt x="49854" y="25804"/>
                    <a:pt x="46586" y="19477"/>
                  </a:cubicBezTo>
                  <a:cubicBezTo>
                    <a:pt x="43361" y="13109"/>
                    <a:pt x="38502" y="9925"/>
                    <a:pt x="32009" y="9925"/>
                  </a:cubicBezTo>
                  <a:moveTo>
                    <a:pt x="32009" y="0"/>
                  </a:moveTo>
                  <a:cubicBezTo>
                    <a:pt x="42389" y="0"/>
                    <a:pt x="50308" y="4115"/>
                    <a:pt x="55768" y="12344"/>
                  </a:cubicBezTo>
                  <a:cubicBezTo>
                    <a:pt x="61267" y="20533"/>
                    <a:pt x="64017" y="32443"/>
                    <a:pt x="64017" y="48074"/>
                  </a:cubicBezTo>
                  <a:cubicBezTo>
                    <a:pt x="64017" y="63665"/>
                    <a:pt x="61267" y="75576"/>
                    <a:pt x="55768" y="83805"/>
                  </a:cubicBezTo>
                  <a:cubicBezTo>
                    <a:pt x="50308" y="91993"/>
                    <a:pt x="42389" y="96088"/>
                    <a:pt x="32009" y="96088"/>
                  </a:cubicBezTo>
                  <a:cubicBezTo>
                    <a:pt x="21629" y="96088"/>
                    <a:pt x="13689" y="91993"/>
                    <a:pt x="8188" y="83805"/>
                  </a:cubicBezTo>
                  <a:cubicBezTo>
                    <a:pt x="2729" y="75576"/>
                    <a:pt x="0" y="63665"/>
                    <a:pt x="0" y="48074"/>
                  </a:cubicBezTo>
                  <a:cubicBezTo>
                    <a:pt x="0" y="32443"/>
                    <a:pt x="2729" y="20533"/>
                    <a:pt x="8188" y="12344"/>
                  </a:cubicBezTo>
                  <a:cubicBezTo>
                    <a:pt x="13689" y="4115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BF917174-724A-91C3-280F-CB6E8FBD66C9}"/>
                </a:ext>
              </a:extLst>
            </p:cNvPr>
            <p:cNvSpPr/>
            <p:nvPr/>
          </p:nvSpPr>
          <p:spPr>
            <a:xfrm>
              <a:off x="718626" y="1518403"/>
              <a:ext cx="13088" cy="15755"/>
            </a:xfrm>
            <a:custGeom>
              <a:avLst/>
              <a:gdLst>
                <a:gd name="csX0" fmla="*/ 0 w 13088"/>
                <a:gd name="csY0" fmla="*/ 0 h 15755"/>
                <a:gd name="csX1" fmla="*/ 13088 w 13088"/>
                <a:gd name="csY1" fmla="*/ 0 h 15755"/>
                <a:gd name="csX2" fmla="*/ 13088 w 13088"/>
                <a:gd name="csY2" fmla="*/ 15756 h 15755"/>
                <a:gd name="csX3" fmla="*/ 0 w 13088"/>
                <a:gd name="csY3" fmla="*/ 15756 h 15755"/>
                <a:gd name="csX4" fmla="*/ 0 w 13088"/>
                <a:gd name="csY4" fmla="*/ 0 h 15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88" h="15755">
                  <a:moveTo>
                    <a:pt x="0" y="0"/>
                  </a:moveTo>
                  <a:lnTo>
                    <a:pt x="13088" y="0"/>
                  </a:lnTo>
                  <a:lnTo>
                    <a:pt x="13088" y="15756"/>
                  </a:lnTo>
                  <a:lnTo>
                    <a:pt x="0" y="15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9C78935C-19D7-9EFA-EA08-F7D53BAE076E}"/>
                </a:ext>
              </a:extLst>
            </p:cNvPr>
            <p:cNvSpPr/>
            <p:nvPr/>
          </p:nvSpPr>
          <p:spPr>
            <a:xfrm>
              <a:off x="755224" y="1441545"/>
              <a:ext cx="59923" cy="94413"/>
            </a:xfrm>
            <a:custGeom>
              <a:avLst/>
              <a:gdLst>
                <a:gd name="csX0" fmla="*/ 3908 w 59923"/>
                <a:gd name="csY0" fmla="*/ 0 h 94413"/>
                <a:gd name="csX1" fmla="*/ 53100 w 59923"/>
                <a:gd name="csY1" fmla="*/ 0 h 94413"/>
                <a:gd name="csX2" fmla="*/ 53100 w 59923"/>
                <a:gd name="csY2" fmla="*/ 10546 h 94413"/>
                <a:gd name="csX3" fmla="*/ 15385 w 59923"/>
                <a:gd name="csY3" fmla="*/ 10546 h 94413"/>
                <a:gd name="csX4" fmla="*/ 15385 w 59923"/>
                <a:gd name="csY4" fmla="*/ 33250 h 94413"/>
                <a:gd name="csX5" fmla="*/ 20843 w 59923"/>
                <a:gd name="csY5" fmla="*/ 31885 h 94413"/>
                <a:gd name="csX6" fmla="*/ 26302 w 59923"/>
                <a:gd name="csY6" fmla="*/ 31389 h 94413"/>
                <a:gd name="csX7" fmla="*/ 50868 w 59923"/>
                <a:gd name="csY7" fmla="*/ 39888 h 94413"/>
                <a:gd name="csX8" fmla="*/ 59924 w 59923"/>
                <a:gd name="csY8" fmla="*/ 62902 h 94413"/>
                <a:gd name="csX9" fmla="*/ 50620 w 59923"/>
                <a:gd name="csY9" fmla="*/ 86163 h 94413"/>
                <a:gd name="csX10" fmla="*/ 24379 w 59923"/>
                <a:gd name="csY10" fmla="*/ 94414 h 94413"/>
                <a:gd name="csX11" fmla="*/ 12470 w 59923"/>
                <a:gd name="csY11" fmla="*/ 93422 h 94413"/>
                <a:gd name="csX12" fmla="*/ 0 w 59923"/>
                <a:gd name="csY12" fmla="*/ 90445 h 94413"/>
                <a:gd name="csX13" fmla="*/ 0 w 59923"/>
                <a:gd name="csY13" fmla="*/ 77851 h 94413"/>
                <a:gd name="csX14" fmla="*/ 11539 w 59923"/>
                <a:gd name="csY14" fmla="*/ 82379 h 94413"/>
                <a:gd name="csX15" fmla="*/ 24131 w 59923"/>
                <a:gd name="csY15" fmla="*/ 83869 h 94413"/>
                <a:gd name="csX16" fmla="*/ 41128 w 59923"/>
                <a:gd name="csY16" fmla="*/ 78223 h 94413"/>
                <a:gd name="csX17" fmla="*/ 47393 w 59923"/>
                <a:gd name="csY17" fmla="*/ 62902 h 94413"/>
                <a:gd name="csX18" fmla="*/ 41128 w 59923"/>
                <a:gd name="csY18" fmla="*/ 47580 h 94413"/>
                <a:gd name="csX19" fmla="*/ 24131 w 59923"/>
                <a:gd name="csY19" fmla="*/ 41934 h 94413"/>
                <a:gd name="csX20" fmla="*/ 14082 w 59923"/>
                <a:gd name="csY20" fmla="*/ 43052 h 94413"/>
                <a:gd name="csX21" fmla="*/ 3908 w 59923"/>
                <a:gd name="csY21" fmla="*/ 46525 h 94413"/>
                <a:gd name="csX22" fmla="*/ 3908 w 59923"/>
                <a:gd name="csY22" fmla="*/ 0 h 94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9923" h="94413">
                  <a:moveTo>
                    <a:pt x="3908" y="0"/>
                  </a:moveTo>
                  <a:lnTo>
                    <a:pt x="53100" y="0"/>
                  </a:lnTo>
                  <a:lnTo>
                    <a:pt x="53100" y="10546"/>
                  </a:lnTo>
                  <a:lnTo>
                    <a:pt x="15385" y="10546"/>
                  </a:lnTo>
                  <a:lnTo>
                    <a:pt x="15385" y="33250"/>
                  </a:lnTo>
                  <a:cubicBezTo>
                    <a:pt x="17204" y="32630"/>
                    <a:pt x="19024" y="32175"/>
                    <a:pt x="20843" y="31885"/>
                  </a:cubicBezTo>
                  <a:cubicBezTo>
                    <a:pt x="22663" y="31555"/>
                    <a:pt x="24483" y="31389"/>
                    <a:pt x="26302" y="31389"/>
                  </a:cubicBezTo>
                  <a:cubicBezTo>
                    <a:pt x="36642" y="31389"/>
                    <a:pt x="44830" y="34222"/>
                    <a:pt x="50868" y="39888"/>
                  </a:cubicBezTo>
                  <a:cubicBezTo>
                    <a:pt x="56905" y="45553"/>
                    <a:pt x="59924" y="53224"/>
                    <a:pt x="59924" y="62902"/>
                  </a:cubicBezTo>
                  <a:cubicBezTo>
                    <a:pt x="59924" y="72868"/>
                    <a:pt x="56822" y="80622"/>
                    <a:pt x="50620" y="86163"/>
                  </a:cubicBezTo>
                  <a:cubicBezTo>
                    <a:pt x="44416" y="91664"/>
                    <a:pt x="35669" y="94414"/>
                    <a:pt x="24379" y="94414"/>
                  </a:cubicBezTo>
                  <a:cubicBezTo>
                    <a:pt x="20492" y="94414"/>
                    <a:pt x="16523" y="94083"/>
                    <a:pt x="12470" y="93422"/>
                  </a:cubicBezTo>
                  <a:cubicBezTo>
                    <a:pt x="8458" y="92760"/>
                    <a:pt x="4301" y="91768"/>
                    <a:pt x="0" y="90445"/>
                  </a:cubicBezTo>
                  <a:lnTo>
                    <a:pt x="0" y="77851"/>
                  </a:lnTo>
                  <a:cubicBezTo>
                    <a:pt x="3722" y="79878"/>
                    <a:pt x="7568" y="81387"/>
                    <a:pt x="11539" y="82379"/>
                  </a:cubicBezTo>
                  <a:cubicBezTo>
                    <a:pt x="15509" y="83373"/>
                    <a:pt x="19706" y="83869"/>
                    <a:pt x="24131" y="83869"/>
                  </a:cubicBezTo>
                  <a:cubicBezTo>
                    <a:pt x="31286" y="83869"/>
                    <a:pt x="36952" y="81987"/>
                    <a:pt x="41128" y="78223"/>
                  </a:cubicBezTo>
                  <a:cubicBezTo>
                    <a:pt x="45305" y="74460"/>
                    <a:pt x="47393" y="69353"/>
                    <a:pt x="47393" y="62902"/>
                  </a:cubicBezTo>
                  <a:cubicBezTo>
                    <a:pt x="47393" y="56450"/>
                    <a:pt x="45305" y="51343"/>
                    <a:pt x="41128" y="47580"/>
                  </a:cubicBezTo>
                  <a:cubicBezTo>
                    <a:pt x="36952" y="43816"/>
                    <a:pt x="31286" y="41934"/>
                    <a:pt x="24131" y="41934"/>
                  </a:cubicBezTo>
                  <a:cubicBezTo>
                    <a:pt x="20781" y="41934"/>
                    <a:pt x="17432" y="42306"/>
                    <a:pt x="14082" y="43052"/>
                  </a:cubicBezTo>
                  <a:cubicBezTo>
                    <a:pt x="10773" y="43796"/>
                    <a:pt x="7382" y="44954"/>
                    <a:pt x="3908" y="46525"/>
                  </a:cubicBezTo>
                  <a:lnTo>
                    <a:pt x="3908" y="0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ED36F68F-0277-5211-BD46-ECC38EFE2A96}"/>
                </a:ext>
              </a:extLst>
            </p:cNvPr>
            <p:cNvSpPr/>
            <p:nvPr/>
          </p:nvSpPr>
          <p:spPr>
            <a:xfrm>
              <a:off x="834627" y="1439871"/>
              <a:ext cx="64017" cy="96087"/>
            </a:xfrm>
            <a:custGeom>
              <a:avLst/>
              <a:gdLst>
                <a:gd name="csX0" fmla="*/ 32009 w 64017"/>
                <a:gd name="csY0" fmla="*/ 9925 h 96087"/>
                <a:gd name="csX1" fmla="*/ 17431 w 64017"/>
                <a:gd name="csY1" fmla="*/ 19477 h 96087"/>
                <a:gd name="csX2" fmla="*/ 12592 w 64017"/>
                <a:gd name="csY2" fmla="*/ 48074 h 96087"/>
                <a:gd name="csX3" fmla="*/ 17431 w 64017"/>
                <a:gd name="csY3" fmla="*/ 76672 h 96087"/>
                <a:gd name="csX4" fmla="*/ 32009 w 64017"/>
                <a:gd name="csY4" fmla="*/ 86163 h 96087"/>
                <a:gd name="csX5" fmla="*/ 46586 w 64017"/>
                <a:gd name="csY5" fmla="*/ 76672 h 96087"/>
                <a:gd name="csX6" fmla="*/ 51486 w 64017"/>
                <a:gd name="csY6" fmla="*/ 48074 h 96087"/>
                <a:gd name="csX7" fmla="*/ 46586 w 64017"/>
                <a:gd name="csY7" fmla="*/ 19477 h 96087"/>
                <a:gd name="csX8" fmla="*/ 32009 w 64017"/>
                <a:gd name="csY8" fmla="*/ 9925 h 96087"/>
                <a:gd name="csX9" fmla="*/ 32009 w 64017"/>
                <a:gd name="csY9" fmla="*/ 0 h 96087"/>
                <a:gd name="csX10" fmla="*/ 55768 w 64017"/>
                <a:gd name="csY10" fmla="*/ 12344 h 96087"/>
                <a:gd name="csX11" fmla="*/ 64017 w 64017"/>
                <a:gd name="csY11" fmla="*/ 48074 h 96087"/>
                <a:gd name="csX12" fmla="*/ 55768 w 64017"/>
                <a:gd name="csY12" fmla="*/ 83805 h 96087"/>
                <a:gd name="csX13" fmla="*/ 32009 w 64017"/>
                <a:gd name="csY13" fmla="*/ 96088 h 96087"/>
                <a:gd name="csX14" fmla="*/ 8188 w 64017"/>
                <a:gd name="csY14" fmla="*/ 83805 h 96087"/>
                <a:gd name="csX15" fmla="*/ 0 w 64017"/>
                <a:gd name="csY15" fmla="*/ 48074 h 96087"/>
                <a:gd name="csX16" fmla="*/ 8188 w 64017"/>
                <a:gd name="csY16" fmla="*/ 12344 h 96087"/>
                <a:gd name="csX17" fmla="*/ 32009 w 64017"/>
                <a:gd name="csY17" fmla="*/ 0 h 96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17" h="96087">
                  <a:moveTo>
                    <a:pt x="32009" y="9925"/>
                  </a:moveTo>
                  <a:cubicBezTo>
                    <a:pt x="25557" y="9925"/>
                    <a:pt x="20698" y="13109"/>
                    <a:pt x="17431" y="19477"/>
                  </a:cubicBezTo>
                  <a:cubicBezTo>
                    <a:pt x="14205" y="25804"/>
                    <a:pt x="12592" y="35337"/>
                    <a:pt x="12592" y="48074"/>
                  </a:cubicBezTo>
                  <a:cubicBezTo>
                    <a:pt x="12592" y="60770"/>
                    <a:pt x="14205" y="70303"/>
                    <a:pt x="17431" y="76672"/>
                  </a:cubicBezTo>
                  <a:cubicBezTo>
                    <a:pt x="20698" y="82999"/>
                    <a:pt x="25557" y="86163"/>
                    <a:pt x="32009" y="86163"/>
                  </a:cubicBezTo>
                  <a:cubicBezTo>
                    <a:pt x="38502" y="86163"/>
                    <a:pt x="43361" y="82999"/>
                    <a:pt x="46586" y="76672"/>
                  </a:cubicBezTo>
                  <a:cubicBezTo>
                    <a:pt x="49853" y="70303"/>
                    <a:pt x="51486" y="60770"/>
                    <a:pt x="51486" y="48074"/>
                  </a:cubicBezTo>
                  <a:cubicBezTo>
                    <a:pt x="51486" y="35337"/>
                    <a:pt x="49853" y="25804"/>
                    <a:pt x="46586" y="19477"/>
                  </a:cubicBezTo>
                  <a:cubicBezTo>
                    <a:pt x="43361" y="13109"/>
                    <a:pt x="38502" y="9925"/>
                    <a:pt x="32009" y="9925"/>
                  </a:cubicBezTo>
                  <a:moveTo>
                    <a:pt x="32009" y="0"/>
                  </a:moveTo>
                  <a:cubicBezTo>
                    <a:pt x="42389" y="0"/>
                    <a:pt x="50308" y="4115"/>
                    <a:pt x="55768" y="12344"/>
                  </a:cubicBezTo>
                  <a:cubicBezTo>
                    <a:pt x="61267" y="20533"/>
                    <a:pt x="64017" y="32443"/>
                    <a:pt x="64017" y="48074"/>
                  </a:cubicBezTo>
                  <a:cubicBezTo>
                    <a:pt x="64017" y="63665"/>
                    <a:pt x="61267" y="75576"/>
                    <a:pt x="55768" y="83805"/>
                  </a:cubicBezTo>
                  <a:cubicBezTo>
                    <a:pt x="50308" y="91993"/>
                    <a:pt x="42389" y="96088"/>
                    <a:pt x="32009" y="96088"/>
                  </a:cubicBezTo>
                  <a:cubicBezTo>
                    <a:pt x="21629" y="96088"/>
                    <a:pt x="13689" y="91993"/>
                    <a:pt x="8188" y="83805"/>
                  </a:cubicBezTo>
                  <a:cubicBezTo>
                    <a:pt x="2729" y="75576"/>
                    <a:pt x="0" y="63665"/>
                    <a:pt x="0" y="48074"/>
                  </a:cubicBezTo>
                  <a:cubicBezTo>
                    <a:pt x="0" y="32443"/>
                    <a:pt x="2729" y="20533"/>
                    <a:pt x="8188" y="12344"/>
                  </a:cubicBezTo>
                  <a:cubicBezTo>
                    <a:pt x="13689" y="4115"/>
                    <a:pt x="21629" y="0"/>
                    <a:pt x="32009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26ACFCD9-AA65-FC0B-2319-E19D87125548}"/>
                </a:ext>
              </a:extLst>
            </p:cNvPr>
            <p:cNvSpPr/>
            <p:nvPr/>
          </p:nvSpPr>
          <p:spPr>
            <a:xfrm>
              <a:off x="336474" y="2600254"/>
              <a:ext cx="96626" cy="79624"/>
            </a:xfrm>
            <a:custGeom>
              <a:avLst/>
              <a:gdLst>
                <a:gd name="csX0" fmla="*/ 43902 w 96626"/>
                <a:gd name="csY0" fmla="*/ 0 h 79624"/>
                <a:gd name="csX1" fmla="*/ 58464 w 96626"/>
                <a:gd name="csY1" fmla="*/ 4375 h 79624"/>
                <a:gd name="csX2" fmla="*/ 66570 w 96626"/>
                <a:gd name="csY2" fmla="*/ 15280 h 79624"/>
                <a:gd name="csX3" fmla="*/ 63629 w 96626"/>
                <a:gd name="csY3" fmla="*/ 23887 h 79624"/>
                <a:gd name="csX4" fmla="*/ 55810 w 96626"/>
                <a:gd name="csY4" fmla="*/ 28478 h 79624"/>
                <a:gd name="csX5" fmla="*/ 59325 w 96626"/>
                <a:gd name="csY5" fmla="*/ 31706 h 79624"/>
                <a:gd name="csX6" fmla="*/ 62624 w 96626"/>
                <a:gd name="csY6" fmla="*/ 35580 h 79624"/>
                <a:gd name="csX7" fmla="*/ 65566 w 96626"/>
                <a:gd name="csY7" fmla="*/ 41246 h 79624"/>
                <a:gd name="csX8" fmla="*/ 66570 w 96626"/>
                <a:gd name="csY8" fmla="*/ 47990 h 79624"/>
                <a:gd name="csX9" fmla="*/ 61979 w 96626"/>
                <a:gd name="csY9" fmla="*/ 62265 h 79624"/>
                <a:gd name="csX10" fmla="*/ 93542 w 96626"/>
                <a:gd name="csY10" fmla="*/ 70371 h 79624"/>
                <a:gd name="csX11" fmla="*/ 96627 w 96626"/>
                <a:gd name="csY11" fmla="*/ 75464 h 79624"/>
                <a:gd name="csX12" fmla="*/ 95479 w 96626"/>
                <a:gd name="csY12" fmla="*/ 78478 h 79624"/>
                <a:gd name="csX13" fmla="*/ 92681 w 96626"/>
                <a:gd name="csY13" fmla="*/ 79624 h 79624"/>
                <a:gd name="csX14" fmla="*/ 90314 w 96626"/>
                <a:gd name="csY14" fmla="*/ 79124 h 79624"/>
                <a:gd name="csX15" fmla="*/ 5308 w 96626"/>
                <a:gd name="csY15" fmla="*/ 58033 h 79624"/>
                <a:gd name="csX16" fmla="*/ 1722 w 96626"/>
                <a:gd name="csY16" fmla="*/ 56025 h 79624"/>
                <a:gd name="csX17" fmla="*/ 215 w 96626"/>
                <a:gd name="csY17" fmla="*/ 53658 h 79624"/>
                <a:gd name="csX18" fmla="*/ 0 w 96626"/>
                <a:gd name="csY18" fmla="*/ 52151 h 79624"/>
                <a:gd name="csX19" fmla="*/ 1076 w 96626"/>
                <a:gd name="csY19" fmla="*/ 49067 h 79624"/>
                <a:gd name="csX20" fmla="*/ 3945 w 96626"/>
                <a:gd name="csY20" fmla="*/ 47846 h 79624"/>
                <a:gd name="csX21" fmla="*/ 5882 w 96626"/>
                <a:gd name="csY21" fmla="*/ 48277 h 79624"/>
                <a:gd name="csX22" fmla="*/ 9899 w 96626"/>
                <a:gd name="csY22" fmla="*/ 49209 h 79624"/>
                <a:gd name="csX23" fmla="*/ 13343 w 96626"/>
                <a:gd name="csY23" fmla="*/ 50070 h 79624"/>
                <a:gd name="csX24" fmla="*/ 38019 w 96626"/>
                <a:gd name="csY24" fmla="*/ 56240 h 79624"/>
                <a:gd name="csX25" fmla="*/ 50501 w 96626"/>
                <a:gd name="csY25" fmla="*/ 58321 h 79624"/>
                <a:gd name="csX26" fmla="*/ 59970 w 96626"/>
                <a:gd name="csY26" fmla="*/ 55593 h 79624"/>
                <a:gd name="csX27" fmla="*/ 63270 w 96626"/>
                <a:gd name="csY27" fmla="*/ 47416 h 79624"/>
                <a:gd name="csX28" fmla="*/ 61907 w 96626"/>
                <a:gd name="csY28" fmla="*/ 40888 h 79624"/>
                <a:gd name="csX29" fmla="*/ 58536 w 96626"/>
                <a:gd name="csY29" fmla="*/ 35580 h 79624"/>
                <a:gd name="csX30" fmla="*/ 54519 w 96626"/>
                <a:gd name="csY30" fmla="*/ 31706 h 79624"/>
                <a:gd name="csX31" fmla="*/ 51004 w 96626"/>
                <a:gd name="csY31" fmla="*/ 29196 h 79624"/>
                <a:gd name="csX32" fmla="*/ 49210 w 96626"/>
                <a:gd name="csY32" fmla="*/ 28334 h 79624"/>
                <a:gd name="csX33" fmla="*/ 34218 w 96626"/>
                <a:gd name="csY33" fmla="*/ 24533 h 79624"/>
                <a:gd name="csX34" fmla="*/ 6743 w 96626"/>
                <a:gd name="csY34" fmla="*/ 17575 h 79624"/>
                <a:gd name="csX35" fmla="*/ 3874 w 96626"/>
                <a:gd name="csY35" fmla="*/ 16355 h 79624"/>
                <a:gd name="csX36" fmla="*/ 2224 w 96626"/>
                <a:gd name="csY36" fmla="*/ 14489 h 79624"/>
                <a:gd name="csX37" fmla="*/ 1722 w 96626"/>
                <a:gd name="csY37" fmla="*/ 12912 h 79624"/>
                <a:gd name="csX38" fmla="*/ 1578 w 96626"/>
                <a:gd name="csY38" fmla="*/ 11836 h 79624"/>
                <a:gd name="csX39" fmla="*/ 2654 w 96626"/>
                <a:gd name="csY39" fmla="*/ 8824 h 79624"/>
                <a:gd name="csX40" fmla="*/ 5595 w 96626"/>
                <a:gd name="csY40" fmla="*/ 7603 h 79624"/>
                <a:gd name="csX41" fmla="*/ 7676 w 96626"/>
                <a:gd name="csY41" fmla="*/ 8033 h 79624"/>
                <a:gd name="csX42" fmla="*/ 11765 w 96626"/>
                <a:gd name="csY42" fmla="*/ 8966 h 79624"/>
                <a:gd name="csX43" fmla="*/ 15423 w 96626"/>
                <a:gd name="csY43" fmla="*/ 9827 h 79624"/>
                <a:gd name="csX44" fmla="*/ 25394 w 96626"/>
                <a:gd name="csY44" fmla="*/ 12338 h 79624"/>
                <a:gd name="csX45" fmla="*/ 41248 w 96626"/>
                <a:gd name="csY45" fmla="*/ 16427 h 79624"/>
                <a:gd name="csX46" fmla="*/ 45193 w 96626"/>
                <a:gd name="csY46" fmla="*/ 17359 h 79624"/>
                <a:gd name="csX47" fmla="*/ 49784 w 96626"/>
                <a:gd name="csY47" fmla="*/ 18364 h 79624"/>
                <a:gd name="csX48" fmla="*/ 53371 w 96626"/>
                <a:gd name="csY48" fmla="*/ 19080 h 79624"/>
                <a:gd name="csX49" fmla="*/ 56527 w 96626"/>
                <a:gd name="csY49" fmla="*/ 19368 h 79624"/>
                <a:gd name="csX50" fmla="*/ 63270 w 96626"/>
                <a:gd name="csY50" fmla="*/ 14920 h 79624"/>
                <a:gd name="csX51" fmla="*/ 62266 w 96626"/>
                <a:gd name="csY51" fmla="*/ 11692 h 79624"/>
                <a:gd name="csX52" fmla="*/ 59683 w 96626"/>
                <a:gd name="csY52" fmla="*/ 9182 h 79624"/>
                <a:gd name="csX53" fmla="*/ 55594 w 96626"/>
                <a:gd name="csY53" fmla="*/ 7101 h 79624"/>
                <a:gd name="csX54" fmla="*/ 50788 w 96626"/>
                <a:gd name="csY54" fmla="*/ 5380 h 79624"/>
                <a:gd name="csX55" fmla="*/ 45121 w 96626"/>
                <a:gd name="csY55" fmla="*/ 3801 h 79624"/>
                <a:gd name="csX56" fmla="*/ 42969 w 96626"/>
                <a:gd name="csY56" fmla="*/ 3084 h 79624"/>
                <a:gd name="csX57" fmla="*/ 42467 w 96626"/>
                <a:gd name="csY57" fmla="*/ 1721 h 79624"/>
                <a:gd name="csX58" fmla="*/ 43902 w 96626"/>
                <a:gd name="csY58" fmla="*/ 0 h 79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</a:cxnLst>
              <a:rect l="l" t="t" r="r" b="b"/>
              <a:pathLst>
                <a:path w="96626" h="79624">
                  <a:moveTo>
                    <a:pt x="43902" y="0"/>
                  </a:moveTo>
                  <a:cubicBezTo>
                    <a:pt x="50071" y="1243"/>
                    <a:pt x="54925" y="2702"/>
                    <a:pt x="58464" y="4375"/>
                  </a:cubicBezTo>
                  <a:cubicBezTo>
                    <a:pt x="63868" y="7054"/>
                    <a:pt x="66570" y="10689"/>
                    <a:pt x="66570" y="15280"/>
                  </a:cubicBezTo>
                  <a:cubicBezTo>
                    <a:pt x="66570" y="18531"/>
                    <a:pt x="65590" y="21400"/>
                    <a:pt x="63629" y="23887"/>
                  </a:cubicBezTo>
                  <a:cubicBezTo>
                    <a:pt x="61668" y="26326"/>
                    <a:pt x="59062" y="27856"/>
                    <a:pt x="55810" y="28478"/>
                  </a:cubicBezTo>
                  <a:cubicBezTo>
                    <a:pt x="57292" y="29722"/>
                    <a:pt x="58464" y="30798"/>
                    <a:pt x="59325" y="31706"/>
                  </a:cubicBezTo>
                  <a:cubicBezTo>
                    <a:pt x="60186" y="32567"/>
                    <a:pt x="61285" y="33858"/>
                    <a:pt x="62624" y="35580"/>
                  </a:cubicBezTo>
                  <a:cubicBezTo>
                    <a:pt x="63916" y="37254"/>
                    <a:pt x="64896" y="39142"/>
                    <a:pt x="65566" y="41246"/>
                  </a:cubicBezTo>
                  <a:cubicBezTo>
                    <a:pt x="66235" y="43351"/>
                    <a:pt x="66570" y="45599"/>
                    <a:pt x="66570" y="47990"/>
                  </a:cubicBezTo>
                  <a:cubicBezTo>
                    <a:pt x="66570" y="53825"/>
                    <a:pt x="65040" y="58583"/>
                    <a:pt x="61979" y="62265"/>
                  </a:cubicBezTo>
                  <a:cubicBezTo>
                    <a:pt x="82017" y="67239"/>
                    <a:pt x="92538" y="69941"/>
                    <a:pt x="93542" y="70371"/>
                  </a:cubicBezTo>
                  <a:cubicBezTo>
                    <a:pt x="95599" y="71758"/>
                    <a:pt x="96627" y="73456"/>
                    <a:pt x="96627" y="75464"/>
                  </a:cubicBezTo>
                  <a:cubicBezTo>
                    <a:pt x="96627" y="76707"/>
                    <a:pt x="96244" y="77712"/>
                    <a:pt x="95479" y="78478"/>
                  </a:cubicBezTo>
                  <a:cubicBezTo>
                    <a:pt x="94762" y="79242"/>
                    <a:pt x="93829" y="79624"/>
                    <a:pt x="92681" y="79624"/>
                  </a:cubicBezTo>
                  <a:cubicBezTo>
                    <a:pt x="92299" y="79578"/>
                    <a:pt x="91510" y="79411"/>
                    <a:pt x="90314" y="79124"/>
                  </a:cubicBezTo>
                  <a:lnTo>
                    <a:pt x="5308" y="58033"/>
                  </a:lnTo>
                  <a:cubicBezTo>
                    <a:pt x="3778" y="57650"/>
                    <a:pt x="2582" y="56981"/>
                    <a:pt x="1722" y="56025"/>
                  </a:cubicBezTo>
                  <a:cubicBezTo>
                    <a:pt x="813" y="55021"/>
                    <a:pt x="311" y="54231"/>
                    <a:pt x="215" y="53658"/>
                  </a:cubicBezTo>
                  <a:cubicBezTo>
                    <a:pt x="72" y="53083"/>
                    <a:pt x="0" y="52581"/>
                    <a:pt x="0" y="52151"/>
                  </a:cubicBezTo>
                  <a:cubicBezTo>
                    <a:pt x="0" y="50860"/>
                    <a:pt x="359" y="49831"/>
                    <a:pt x="1076" y="49067"/>
                  </a:cubicBezTo>
                  <a:cubicBezTo>
                    <a:pt x="1746" y="48253"/>
                    <a:pt x="2702" y="47846"/>
                    <a:pt x="3945" y="47846"/>
                  </a:cubicBezTo>
                  <a:cubicBezTo>
                    <a:pt x="4137" y="47846"/>
                    <a:pt x="4782" y="47990"/>
                    <a:pt x="5882" y="48277"/>
                  </a:cubicBezTo>
                  <a:cubicBezTo>
                    <a:pt x="6934" y="48516"/>
                    <a:pt x="8273" y="48826"/>
                    <a:pt x="9899" y="49209"/>
                  </a:cubicBezTo>
                  <a:cubicBezTo>
                    <a:pt x="11478" y="49592"/>
                    <a:pt x="12625" y="49879"/>
                    <a:pt x="13343" y="50070"/>
                  </a:cubicBezTo>
                  <a:lnTo>
                    <a:pt x="38019" y="56240"/>
                  </a:lnTo>
                  <a:cubicBezTo>
                    <a:pt x="43663" y="57627"/>
                    <a:pt x="47823" y="58321"/>
                    <a:pt x="50501" y="58321"/>
                  </a:cubicBezTo>
                  <a:cubicBezTo>
                    <a:pt x="54566" y="58321"/>
                    <a:pt x="57723" y="57411"/>
                    <a:pt x="59970" y="55593"/>
                  </a:cubicBezTo>
                  <a:cubicBezTo>
                    <a:pt x="62170" y="53728"/>
                    <a:pt x="63270" y="51002"/>
                    <a:pt x="63270" y="47416"/>
                  </a:cubicBezTo>
                  <a:cubicBezTo>
                    <a:pt x="63270" y="45168"/>
                    <a:pt x="62816" y="42992"/>
                    <a:pt x="61907" y="40888"/>
                  </a:cubicBezTo>
                  <a:cubicBezTo>
                    <a:pt x="60951" y="38784"/>
                    <a:pt x="59827" y="37015"/>
                    <a:pt x="58536" y="35580"/>
                  </a:cubicBezTo>
                  <a:cubicBezTo>
                    <a:pt x="57244" y="34145"/>
                    <a:pt x="55905" y="32854"/>
                    <a:pt x="54519" y="31706"/>
                  </a:cubicBezTo>
                  <a:cubicBezTo>
                    <a:pt x="53084" y="30559"/>
                    <a:pt x="51912" y="29722"/>
                    <a:pt x="51004" y="29196"/>
                  </a:cubicBezTo>
                  <a:cubicBezTo>
                    <a:pt x="50047" y="28670"/>
                    <a:pt x="49449" y="28382"/>
                    <a:pt x="49210" y="28334"/>
                  </a:cubicBezTo>
                  <a:lnTo>
                    <a:pt x="34218" y="24533"/>
                  </a:lnTo>
                  <a:lnTo>
                    <a:pt x="6743" y="17575"/>
                  </a:lnTo>
                  <a:cubicBezTo>
                    <a:pt x="5595" y="17288"/>
                    <a:pt x="4639" y="16881"/>
                    <a:pt x="3874" y="16355"/>
                  </a:cubicBezTo>
                  <a:cubicBezTo>
                    <a:pt x="3061" y="15781"/>
                    <a:pt x="2511" y="15159"/>
                    <a:pt x="2224" y="14489"/>
                  </a:cubicBezTo>
                  <a:cubicBezTo>
                    <a:pt x="1937" y="13820"/>
                    <a:pt x="1769" y="13294"/>
                    <a:pt x="1722" y="12912"/>
                  </a:cubicBezTo>
                  <a:cubicBezTo>
                    <a:pt x="1626" y="12529"/>
                    <a:pt x="1578" y="12171"/>
                    <a:pt x="1578" y="11836"/>
                  </a:cubicBezTo>
                  <a:cubicBezTo>
                    <a:pt x="1578" y="10640"/>
                    <a:pt x="1937" y="9636"/>
                    <a:pt x="2654" y="8824"/>
                  </a:cubicBezTo>
                  <a:cubicBezTo>
                    <a:pt x="3372" y="8010"/>
                    <a:pt x="4352" y="7603"/>
                    <a:pt x="5595" y="7603"/>
                  </a:cubicBezTo>
                  <a:cubicBezTo>
                    <a:pt x="5834" y="7603"/>
                    <a:pt x="6528" y="7747"/>
                    <a:pt x="7676" y="8033"/>
                  </a:cubicBezTo>
                  <a:cubicBezTo>
                    <a:pt x="8776" y="8273"/>
                    <a:pt x="10139" y="8584"/>
                    <a:pt x="11765" y="8966"/>
                  </a:cubicBezTo>
                  <a:cubicBezTo>
                    <a:pt x="13343" y="9349"/>
                    <a:pt x="14562" y="9636"/>
                    <a:pt x="15423" y="9827"/>
                  </a:cubicBezTo>
                  <a:cubicBezTo>
                    <a:pt x="21449" y="11357"/>
                    <a:pt x="24772" y="12194"/>
                    <a:pt x="25394" y="12338"/>
                  </a:cubicBezTo>
                  <a:lnTo>
                    <a:pt x="41248" y="16427"/>
                  </a:lnTo>
                  <a:cubicBezTo>
                    <a:pt x="41869" y="16571"/>
                    <a:pt x="43184" y="16881"/>
                    <a:pt x="45193" y="17359"/>
                  </a:cubicBezTo>
                  <a:cubicBezTo>
                    <a:pt x="47202" y="17790"/>
                    <a:pt x="48732" y="18125"/>
                    <a:pt x="49784" y="18364"/>
                  </a:cubicBezTo>
                  <a:cubicBezTo>
                    <a:pt x="50788" y="18603"/>
                    <a:pt x="51984" y="18841"/>
                    <a:pt x="53371" y="19080"/>
                  </a:cubicBezTo>
                  <a:cubicBezTo>
                    <a:pt x="54710" y="19272"/>
                    <a:pt x="55762" y="19368"/>
                    <a:pt x="56527" y="19368"/>
                  </a:cubicBezTo>
                  <a:cubicBezTo>
                    <a:pt x="61022" y="19368"/>
                    <a:pt x="63270" y="17885"/>
                    <a:pt x="63270" y="14920"/>
                  </a:cubicBezTo>
                  <a:cubicBezTo>
                    <a:pt x="63270" y="13772"/>
                    <a:pt x="62935" y="12696"/>
                    <a:pt x="62266" y="11692"/>
                  </a:cubicBezTo>
                  <a:cubicBezTo>
                    <a:pt x="61548" y="10688"/>
                    <a:pt x="60688" y="9852"/>
                    <a:pt x="59683" y="9182"/>
                  </a:cubicBezTo>
                  <a:cubicBezTo>
                    <a:pt x="58679" y="8464"/>
                    <a:pt x="57316" y="7770"/>
                    <a:pt x="55594" y="7101"/>
                  </a:cubicBezTo>
                  <a:cubicBezTo>
                    <a:pt x="53825" y="6384"/>
                    <a:pt x="52223" y="5810"/>
                    <a:pt x="50788" y="5380"/>
                  </a:cubicBezTo>
                  <a:cubicBezTo>
                    <a:pt x="49306" y="4949"/>
                    <a:pt x="47417" y="4422"/>
                    <a:pt x="45121" y="3801"/>
                  </a:cubicBezTo>
                  <a:cubicBezTo>
                    <a:pt x="44021" y="3562"/>
                    <a:pt x="43304" y="3323"/>
                    <a:pt x="42969" y="3084"/>
                  </a:cubicBezTo>
                  <a:cubicBezTo>
                    <a:pt x="42634" y="2845"/>
                    <a:pt x="42467" y="2391"/>
                    <a:pt x="42467" y="1721"/>
                  </a:cubicBezTo>
                  <a:cubicBezTo>
                    <a:pt x="42467" y="574"/>
                    <a:pt x="42945" y="0"/>
                    <a:pt x="43902" y="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7E8331F5-FD2C-0F22-4B94-9A8B23562765}"/>
                </a:ext>
              </a:extLst>
            </p:cNvPr>
            <p:cNvSpPr/>
            <p:nvPr/>
          </p:nvSpPr>
          <p:spPr>
            <a:xfrm>
              <a:off x="427570" y="2538961"/>
              <a:ext cx="47251" cy="46397"/>
            </a:xfrm>
            <a:custGeom>
              <a:avLst/>
              <a:gdLst>
                <a:gd name="csX0" fmla="*/ 36305 w 47251"/>
                <a:gd name="csY0" fmla="*/ 46398 h 46397"/>
                <a:gd name="csX1" fmla="*/ 22948 w 47251"/>
                <a:gd name="csY1" fmla="*/ 36104 h 46397"/>
                <a:gd name="csX2" fmla="*/ 19232 w 47251"/>
                <a:gd name="csY2" fmla="*/ 17174 h 46397"/>
                <a:gd name="csX3" fmla="*/ 15466 w 47251"/>
                <a:gd name="csY3" fmla="*/ 17174 h 46397"/>
                <a:gd name="csX4" fmla="*/ 5724 w 47251"/>
                <a:gd name="csY4" fmla="*/ 20538 h 46397"/>
                <a:gd name="csX5" fmla="*/ 2310 w 47251"/>
                <a:gd name="csY5" fmla="*/ 28069 h 46397"/>
                <a:gd name="csX6" fmla="*/ 7030 w 47251"/>
                <a:gd name="csY6" fmla="*/ 39217 h 46397"/>
                <a:gd name="csX7" fmla="*/ 8687 w 47251"/>
                <a:gd name="csY7" fmla="*/ 35049 h 46397"/>
                <a:gd name="csX8" fmla="*/ 11750 w 47251"/>
                <a:gd name="csY8" fmla="*/ 33945 h 46397"/>
                <a:gd name="csX9" fmla="*/ 15165 w 47251"/>
                <a:gd name="csY9" fmla="*/ 35250 h 46397"/>
                <a:gd name="csX10" fmla="*/ 16470 w 47251"/>
                <a:gd name="csY10" fmla="*/ 38665 h 46397"/>
                <a:gd name="csX11" fmla="*/ 15215 w 47251"/>
                <a:gd name="csY11" fmla="*/ 42079 h 46397"/>
                <a:gd name="csX12" fmla="*/ 11650 w 47251"/>
                <a:gd name="csY12" fmla="*/ 43435 h 46397"/>
                <a:gd name="csX13" fmla="*/ 3314 w 47251"/>
                <a:gd name="csY13" fmla="*/ 38916 h 46397"/>
                <a:gd name="csX14" fmla="*/ 0 w 47251"/>
                <a:gd name="csY14" fmla="*/ 27869 h 46397"/>
                <a:gd name="csX15" fmla="*/ 5674 w 47251"/>
                <a:gd name="csY15" fmla="*/ 13808 h 46397"/>
                <a:gd name="csX16" fmla="*/ 9691 w 47251"/>
                <a:gd name="csY16" fmla="*/ 11197 h 46397"/>
                <a:gd name="csX17" fmla="*/ 13457 w 47251"/>
                <a:gd name="csY17" fmla="*/ 10193 h 46397"/>
                <a:gd name="csX18" fmla="*/ 17826 w 47251"/>
                <a:gd name="csY18" fmla="*/ 10093 h 46397"/>
                <a:gd name="csX19" fmla="*/ 38364 w 47251"/>
                <a:gd name="csY19" fmla="*/ 10093 h 46397"/>
                <a:gd name="csX20" fmla="*/ 39971 w 47251"/>
                <a:gd name="csY20" fmla="*/ 9892 h 46397"/>
                <a:gd name="csX21" fmla="*/ 42281 w 47251"/>
                <a:gd name="csY21" fmla="*/ 8787 h 46397"/>
                <a:gd name="csX22" fmla="*/ 43536 w 47251"/>
                <a:gd name="csY22" fmla="*/ 6277 h 46397"/>
                <a:gd name="csX23" fmla="*/ 36958 w 47251"/>
                <a:gd name="csY23" fmla="*/ 2611 h 46397"/>
                <a:gd name="csX24" fmla="*/ 31183 w 47251"/>
                <a:gd name="csY24" fmla="*/ 2611 h 46397"/>
                <a:gd name="csX25" fmla="*/ 31183 w 47251"/>
                <a:gd name="csY25" fmla="*/ 0 h 46397"/>
                <a:gd name="csX26" fmla="*/ 36958 w 47251"/>
                <a:gd name="csY26" fmla="*/ 0 h 46397"/>
                <a:gd name="csX27" fmla="*/ 44590 w 47251"/>
                <a:gd name="csY27" fmla="*/ 2913 h 46397"/>
                <a:gd name="csX28" fmla="*/ 46699 w 47251"/>
                <a:gd name="csY28" fmla="*/ 8436 h 46397"/>
                <a:gd name="csX29" fmla="*/ 44189 w 47251"/>
                <a:gd name="csY29" fmla="*/ 14010 h 46397"/>
                <a:gd name="csX30" fmla="*/ 38263 w 47251"/>
                <a:gd name="csY30" fmla="*/ 16469 h 46397"/>
                <a:gd name="csX31" fmla="*/ 44741 w 47251"/>
                <a:gd name="csY31" fmla="*/ 21592 h 46397"/>
                <a:gd name="csX32" fmla="*/ 47252 w 47251"/>
                <a:gd name="csY32" fmla="*/ 29928 h 46397"/>
                <a:gd name="csX33" fmla="*/ 46298 w 47251"/>
                <a:gd name="csY33" fmla="*/ 37158 h 46397"/>
                <a:gd name="csX34" fmla="*/ 42833 w 47251"/>
                <a:gd name="csY34" fmla="*/ 43536 h 46397"/>
                <a:gd name="csX35" fmla="*/ 36305 w 47251"/>
                <a:gd name="csY35" fmla="*/ 46398 h 46397"/>
                <a:gd name="csX36" fmla="*/ 36205 w 47251"/>
                <a:gd name="csY36" fmla="*/ 38464 h 46397"/>
                <a:gd name="csX37" fmla="*/ 42481 w 47251"/>
                <a:gd name="csY37" fmla="*/ 35752 h 46397"/>
                <a:gd name="csX38" fmla="*/ 44942 w 47251"/>
                <a:gd name="csY38" fmla="*/ 29224 h 46397"/>
                <a:gd name="csX39" fmla="*/ 41628 w 47251"/>
                <a:gd name="csY39" fmla="*/ 21039 h 46397"/>
                <a:gd name="csX40" fmla="*/ 31685 w 47251"/>
                <a:gd name="csY40" fmla="*/ 17174 h 46397"/>
                <a:gd name="csX41" fmla="*/ 21391 w 47251"/>
                <a:gd name="csY41" fmla="*/ 17174 h 46397"/>
                <a:gd name="csX42" fmla="*/ 26363 w 47251"/>
                <a:gd name="csY42" fmla="*/ 33544 h 46397"/>
                <a:gd name="csX43" fmla="*/ 36205 w 47251"/>
                <a:gd name="csY43" fmla="*/ 38464 h 46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7251" h="46397">
                  <a:moveTo>
                    <a:pt x="36305" y="46398"/>
                  </a:moveTo>
                  <a:cubicBezTo>
                    <a:pt x="30480" y="46398"/>
                    <a:pt x="26028" y="42967"/>
                    <a:pt x="22948" y="36104"/>
                  </a:cubicBezTo>
                  <a:cubicBezTo>
                    <a:pt x="20973" y="31987"/>
                    <a:pt x="19734" y="25677"/>
                    <a:pt x="19232" y="17174"/>
                  </a:cubicBezTo>
                  <a:lnTo>
                    <a:pt x="15466" y="17174"/>
                  </a:lnTo>
                  <a:cubicBezTo>
                    <a:pt x="11214" y="17174"/>
                    <a:pt x="7967" y="18295"/>
                    <a:pt x="5724" y="20538"/>
                  </a:cubicBezTo>
                  <a:cubicBezTo>
                    <a:pt x="3448" y="22747"/>
                    <a:pt x="2310" y="25258"/>
                    <a:pt x="2310" y="28069"/>
                  </a:cubicBezTo>
                  <a:cubicBezTo>
                    <a:pt x="2310" y="33091"/>
                    <a:pt x="3883" y="36807"/>
                    <a:pt x="7030" y="39217"/>
                  </a:cubicBezTo>
                  <a:cubicBezTo>
                    <a:pt x="7097" y="37176"/>
                    <a:pt x="7649" y="35786"/>
                    <a:pt x="8687" y="35049"/>
                  </a:cubicBezTo>
                  <a:cubicBezTo>
                    <a:pt x="9691" y="34313"/>
                    <a:pt x="10712" y="33945"/>
                    <a:pt x="11750" y="33945"/>
                  </a:cubicBezTo>
                  <a:cubicBezTo>
                    <a:pt x="13123" y="33945"/>
                    <a:pt x="14261" y="34380"/>
                    <a:pt x="15165" y="35250"/>
                  </a:cubicBezTo>
                  <a:cubicBezTo>
                    <a:pt x="16035" y="36087"/>
                    <a:pt x="16470" y="37225"/>
                    <a:pt x="16470" y="38665"/>
                  </a:cubicBezTo>
                  <a:cubicBezTo>
                    <a:pt x="16470" y="40038"/>
                    <a:pt x="16052" y="41176"/>
                    <a:pt x="15215" y="42079"/>
                  </a:cubicBezTo>
                  <a:cubicBezTo>
                    <a:pt x="14345" y="42983"/>
                    <a:pt x="13156" y="43435"/>
                    <a:pt x="11650" y="43435"/>
                  </a:cubicBezTo>
                  <a:cubicBezTo>
                    <a:pt x="8302" y="43435"/>
                    <a:pt x="5524" y="41928"/>
                    <a:pt x="3314" y="38916"/>
                  </a:cubicBezTo>
                  <a:cubicBezTo>
                    <a:pt x="1105" y="35869"/>
                    <a:pt x="0" y="32187"/>
                    <a:pt x="0" y="27869"/>
                  </a:cubicBezTo>
                  <a:cubicBezTo>
                    <a:pt x="0" y="22245"/>
                    <a:pt x="1891" y="17558"/>
                    <a:pt x="5674" y="13808"/>
                  </a:cubicBezTo>
                  <a:cubicBezTo>
                    <a:pt x="6846" y="12637"/>
                    <a:pt x="8185" y="11767"/>
                    <a:pt x="9691" y="11197"/>
                  </a:cubicBezTo>
                  <a:cubicBezTo>
                    <a:pt x="11198" y="10595"/>
                    <a:pt x="12453" y="10260"/>
                    <a:pt x="13457" y="10193"/>
                  </a:cubicBezTo>
                  <a:cubicBezTo>
                    <a:pt x="14428" y="10126"/>
                    <a:pt x="15884" y="10093"/>
                    <a:pt x="17826" y="10093"/>
                  </a:cubicBezTo>
                  <a:lnTo>
                    <a:pt x="38364" y="10093"/>
                  </a:lnTo>
                  <a:cubicBezTo>
                    <a:pt x="38765" y="10093"/>
                    <a:pt x="39301" y="10026"/>
                    <a:pt x="39971" y="9892"/>
                  </a:cubicBezTo>
                  <a:cubicBezTo>
                    <a:pt x="40640" y="9759"/>
                    <a:pt x="41410" y="9390"/>
                    <a:pt x="42281" y="8787"/>
                  </a:cubicBezTo>
                  <a:cubicBezTo>
                    <a:pt x="43117" y="8151"/>
                    <a:pt x="43536" y="7314"/>
                    <a:pt x="43536" y="6277"/>
                  </a:cubicBezTo>
                  <a:cubicBezTo>
                    <a:pt x="43536" y="3799"/>
                    <a:pt x="41343" y="2577"/>
                    <a:pt x="36958" y="2611"/>
                  </a:cubicBezTo>
                  <a:lnTo>
                    <a:pt x="31183" y="2611"/>
                  </a:lnTo>
                  <a:lnTo>
                    <a:pt x="31183" y="0"/>
                  </a:lnTo>
                  <a:lnTo>
                    <a:pt x="36958" y="0"/>
                  </a:lnTo>
                  <a:cubicBezTo>
                    <a:pt x="40607" y="0"/>
                    <a:pt x="43151" y="971"/>
                    <a:pt x="44590" y="2913"/>
                  </a:cubicBezTo>
                  <a:cubicBezTo>
                    <a:pt x="45996" y="4821"/>
                    <a:pt x="46699" y="6662"/>
                    <a:pt x="46699" y="8436"/>
                  </a:cubicBezTo>
                  <a:cubicBezTo>
                    <a:pt x="46699" y="10713"/>
                    <a:pt x="45862" y="12571"/>
                    <a:pt x="44189" y="14010"/>
                  </a:cubicBezTo>
                  <a:cubicBezTo>
                    <a:pt x="42515" y="15450"/>
                    <a:pt x="40540" y="16269"/>
                    <a:pt x="38263" y="16469"/>
                  </a:cubicBezTo>
                  <a:cubicBezTo>
                    <a:pt x="40875" y="17508"/>
                    <a:pt x="43034" y="19215"/>
                    <a:pt x="44741" y="21592"/>
                  </a:cubicBezTo>
                  <a:cubicBezTo>
                    <a:pt x="46415" y="23936"/>
                    <a:pt x="47252" y="26715"/>
                    <a:pt x="47252" y="29928"/>
                  </a:cubicBezTo>
                  <a:cubicBezTo>
                    <a:pt x="47252" y="32405"/>
                    <a:pt x="46934" y="34815"/>
                    <a:pt x="46298" y="37158"/>
                  </a:cubicBezTo>
                  <a:cubicBezTo>
                    <a:pt x="45695" y="39468"/>
                    <a:pt x="44540" y="41594"/>
                    <a:pt x="42833" y="43536"/>
                  </a:cubicBezTo>
                  <a:cubicBezTo>
                    <a:pt x="41092" y="45444"/>
                    <a:pt x="38916" y="46398"/>
                    <a:pt x="36305" y="46398"/>
                  </a:cubicBezTo>
                  <a:moveTo>
                    <a:pt x="36205" y="38464"/>
                  </a:moveTo>
                  <a:cubicBezTo>
                    <a:pt x="38749" y="38464"/>
                    <a:pt x="40841" y="37560"/>
                    <a:pt x="42481" y="35752"/>
                  </a:cubicBezTo>
                  <a:cubicBezTo>
                    <a:pt x="44122" y="33945"/>
                    <a:pt x="44942" y="31769"/>
                    <a:pt x="44942" y="29224"/>
                  </a:cubicBezTo>
                  <a:cubicBezTo>
                    <a:pt x="44942" y="26345"/>
                    <a:pt x="43837" y="23617"/>
                    <a:pt x="41628" y="21039"/>
                  </a:cubicBezTo>
                  <a:cubicBezTo>
                    <a:pt x="39385" y="18462"/>
                    <a:pt x="36071" y="17174"/>
                    <a:pt x="31685" y="17174"/>
                  </a:cubicBezTo>
                  <a:lnTo>
                    <a:pt x="21391" y="17174"/>
                  </a:lnTo>
                  <a:cubicBezTo>
                    <a:pt x="21659" y="24772"/>
                    <a:pt x="23316" y="30229"/>
                    <a:pt x="26363" y="33544"/>
                  </a:cubicBezTo>
                  <a:cubicBezTo>
                    <a:pt x="29375" y="36824"/>
                    <a:pt x="32656" y="38464"/>
                    <a:pt x="36205" y="3846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5FC033CE-4105-FA34-7196-7835A118A5D3}"/>
                </a:ext>
              </a:extLst>
            </p:cNvPr>
            <p:cNvSpPr/>
            <p:nvPr/>
          </p:nvSpPr>
          <p:spPr>
            <a:xfrm>
              <a:off x="428223" y="2491949"/>
              <a:ext cx="65379" cy="50717"/>
            </a:xfrm>
            <a:custGeom>
              <a:avLst/>
              <a:gdLst>
                <a:gd name="csX0" fmla="*/ 62215 w 65379"/>
                <a:gd name="csY0" fmla="*/ 50718 h 50717"/>
                <a:gd name="csX1" fmla="*/ 61512 w 65379"/>
                <a:gd name="csY1" fmla="*/ 43989 h 50717"/>
                <a:gd name="csX2" fmla="*/ 57595 w 65379"/>
                <a:gd name="csY2" fmla="*/ 42683 h 50717"/>
                <a:gd name="csX3" fmla="*/ 9440 w 65379"/>
                <a:gd name="csY3" fmla="*/ 42683 h 50717"/>
                <a:gd name="csX4" fmla="*/ 5172 w 65379"/>
                <a:gd name="csY4" fmla="*/ 43989 h 50717"/>
                <a:gd name="csX5" fmla="*/ 4318 w 65379"/>
                <a:gd name="csY5" fmla="*/ 50718 h 50717"/>
                <a:gd name="csX6" fmla="*/ 1105 w 65379"/>
                <a:gd name="csY6" fmla="*/ 50718 h 50717"/>
                <a:gd name="csX7" fmla="*/ 0 w 65379"/>
                <a:gd name="csY7" fmla="*/ 35903 h 50717"/>
                <a:gd name="csX8" fmla="*/ 6779 w 65379"/>
                <a:gd name="csY8" fmla="*/ 35903 h 50717"/>
                <a:gd name="csX9" fmla="*/ 0 w 65379"/>
                <a:gd name="csY9" fmla="*/ 21492 h 50717"/>
                <a:gd name="csX10" fmla="*/ 6779 w 65379"/>
                <a:gd name="csY10" fmla="*/ 6378 h 50717"/>
                <a:gd name="csX11" fmla="*/ 23249 w 65379"/>
                <a:gd name="csY11" fmla="*/ 0 h 50717"/>
                <a:gd name="csX12" fmla="*/ 39820 w 65379"/>
                <a:gd name="csY12" fmla="*/ 6779 h 50717"/>
                <a:gd name="csX13" fmla="*/ 46599 w 65379"/>
                <a:gd name="csY13" fmla="*/ 22948 h 50717"/>
                <a:gd name="csX14" fmla="*/ 43988 w 65379"/>
                <a:gd name="csY14" fmla="*/ 31535 h 50717"/>
                <a:gd name="csX15" fmla="*/ 39368 w 65379"/>
                <a:gd name="csY15" fmla="*/ 35602 h 50717"/>
                <a:gd name="csX16" fmla="*/ 40322 w 65379"/>
                <a:gd name="csY16" fmla="*/ 35602 h 50717"/>
                <a:gd name="csX17" fmla="*/ 57595 w 65379"/>
                <a:gd name="csY17" fmla="*/ 35602 h 50717"/>
                <a:gd name="csX18" fmla="*/ 61563 w 65379"/>
                <a:gd name="csY18" fmla="*/ 34297 h 50717"/>
                <a:gd name="csX19" fmla="*/ 62215 w 65379"/>
                <a:gd name="csY19" fmla="*/ 27568 h 50717"/>
                <a:gd name="csX20" fmla="*/ 65379 w 65379"/>
                <a:gd name="csY20" fmla="*/ 27568 h 50717"/>
                <a:gd name="csX21" fmla="*/ 65077 w 65379"/>
                <a:gd name="csY21" fmla="*/ 39168 h 50717"/>
                <a:gd name="csX22" fmla="*/ 65379 w 65379"/>
                <a:gd name="csY22" fmla="*/ 50718 h 50717"/>
                <a:gd name="csX23" fmla="*/ 62215 w 65379"/>
                <a:gd name="csY23" fmla="*/ 50718 h 50717"/>
                <a:gd name="csX24" fmla="*/ 33744 w 65379"/>
                <a:gd name="csY24" fmla="*/ 35602 h 50717"/>
                <a:gd name="csX25" fmla="*/ 35853 w 65379"/>
                <a:gd name="csY25" fmla="*/ 35401 h 50717"/>
                <a:gd name="csX26" fmla="*/ 38063 w 65379"/>
                <a:gd name="csY26" fmla="*/ 34145 h 50717"/>
                <a:gd name="csX27" fmla="*/ 44289 w 65379"/>
                <a:gd name="csY27" fmla="*/ 23451 h 50717"/>
                <a:gd name="csX28" fmla="*/ 44289 w 65379"/>
                <a:gd name="csY28" fmla="*/ 23350 h 50717"/>
                <a:gd name="csX29" fmla="*/ 38313 w 65379"/>
                <a:gd name="csY29" fmla="*/ 13006 h 50717"/>
                <a:gd name="csX30" fmla="*/ 23249 w 65379"/>
                <a:gd name="csY30" fmla="*/ 8537 h 50717"/>
                <a:gd name="csX31" fmla="*/ 8587 w 65379"/>
                <a:gd name="csY31" fmla="*/ 12604 h 50717"/>
                <a:gd name="csX32" fmla="*/ 2561 w 65379"/>
                <a:gd name="csY32" fmla="*/ 22296 h 50717"/>
                <a:gd name="csX33" fmla="*/ 4720 w 65379"/>
                <a:gd name="csY33" fmla="*/ 29827 h 50717"/>
                <a:gd name="csX34" fmla="*/ 10796 w 65379"/>
                <a:gd name="csY34" fmla="*/ 35602 h 50717"/>
                <a:gd name="csX35" fmla="*/ 33744 w 65379"/>
                <a:gd name="csY35" fmla="*/ 35602 h 50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65379" h="50717">
                  <a:moveTo>
                    <a:pt x="62215" y="50718"/>
                  </a:moveTo>
                  <a:cubicBezTo>
                    <a:pt x="62215" y="47068"/>
                    <a:pt x="61981" y="44825"/>
                    <a:pt x="61512" y="43989"/>
                  </a:cubicBezTo>
                  <a:cubicBezTo>
                    <a:pt x="61078" y="43118"/>
                    <a:pt x="59772" y="42683"/>
                    <a:pt x="57595" y="42683"/>
                  </a:cubicBezTo>
                  <a:lnTo>
                    <a:pt x="9440" y="42683"/>
                  </a:lnTo>
                  <a:cubicBezTo>
                    <a:pt x="7164" y="42683"/>
                    <a:pt x="5741" y="43118"/>
                    <a:pt x="5172" y="43989"/>
                  </a:cubicBezTo>
                  <a:cubicBezTo>
                    <a:pt x="4603" y="44825"/>
                    <a:pt x="4318" y="47068"/>
                    <a:pt x="4318" y="50718"/>
                  </a:cubicBezTo>
                  <a:lnTo>
                    <a:pt x="1105" y="50718"/>
                  </a:lnTo>
                  <a:lnTo>
                    <a:pt x="0" y="35903"/>
                  </a:lnTo>
                  <a:lnTo>
                    <a:pt x="6779" y="35903"/>
                  </a:lnTo>
                  <a:cubicBezTo>
                    <a:pt x="2260" y="31786"/>
                    <a:pt x="0" y="26982"/>
                    <a:pt x="0" y="21492"/>
                  </a:cubicBezTo>
                  <a:cubicBezTo>
                    <a:pt x="0" y="15667"/>
                    <a:pt x="2260" y="10629"/>
                    <a:pt x="6779" y="6378"/>
                  </a:cubicBezTo>
                  <a:cubicBezTo>
                    <a:pt x="11298" y="2126"/>
                    <a:pt x="16788" y="0"/>
                    <a:pt x="23249" y="0"/>
                  </a:cubicBezTo>
                  <a:cubicBezTo>
                    <a:pt x="29777" y="0"/>
                    <a:pt x="35301" y="2260"/>
                    <a:pt x="39820" y="6779"/>
                  </a:cubicBezTo>
                  <a:cubicBezTo>
                    <a:pt x="44339" y="11299"/>
                    <a:pt x="46599" y="16688"/>
                    <a:pt x="46599" y="22948"/>
                  </a:cubicBezTo>
                  <a:cubicBezTo>
                    <a:pt x="46599" y="26363"/>
                    <a:pt x="45729" y="29225"/>
                    <a:pt x="43988" y="31535"/>
                  </a:cubicBezTo>
                  <a:cubicBezTo>
                    <a:pt x="42214" y="33811"/>
                    <a:pt x="40674" y="35167"/>
                    <a:pt x="39368" y="35602"/>
                  </a:cubicBezTo>
                  <a:lnTo>
                    <a:pt x="40322" y="35602"/>
                  </a:lnTo>
                  <a:lnTo>
                    <a:pt x="57595" y="35602"/>
                  </a:lnTo>
                  <a:cubicBezTo>
                    <a:pt x="59806" y="35602"/>
                    <a:pt x="61128" y="35167"/>
                    <a:pt x="61563" y="34297"/>
                  </a:cubicBezTo>
                  <a:cubicBezTo>
                    <a:pt x="61998" y="33426"/>
                    <a:pt x="62215" y="31183"/>
                    <a:pt x="62215" y="27568"/>
                  </a:cubicBezTo>
                  <a:lnTo>
                    <a:pt x="65379" y="27568"/>
                  </a:lnTo>
                  <a:cubicBezTo>
                    <a:pt x="65178" y="34766"/>
                    <a:pt x="65077" y="38632"/>
                    <a:pt x="65077" y="39168"/>
                  </a:cubicBezTo>
                  <a:cubicBezTo>
                    <a:pt x="65077" y="39837"/>
                    <a:pt x="65178" y="43687"/>
                    <a:pt x="65379" y="50718"/>
                  </a:cubicBezTo>
                  <a:lnTo>
                    <a:pt x="62215" y="50718"/>
                  </a:lnTo>
                  <a:moveTo>
                    <a:pt x="33744" y="35602"/>
                  </a:moveTo>
                  <a:cubicBezTo>
                    <a:pt x="34782" y="35602"/>
                    <a:pt x="35485" y="35535"/>
                    <a:pt x="35853" y="35401"/>
                  </a:cubicBezTo>
                  <a:cubicBezTo>
                    <a:pt x="36221" y="35234"/>
                    <a:pt x="36958" y="34815"/>
                    <a:pt x="38063" y="34145"/>
                  </a:cubicBezTo>
                  <a:cubicBezTo>
                    <a:pt x="42214" y="31434"/>
                    <a:pt x="44289" y="27869"/>
                    <a:pt x="44289" y="23451"/>
                  </a:cubicBezTo>
                  <a:cubicBezTo>
                    <a:pt x="44289" y="23417"/>
                    <a:pt x="44289" y="23383"/>
                    <a:pt x="44289" y="23350"/>
                  </a:cubicBezTo>
                  <a:cubicBezTo>
                    <a:pt x="44289" y="19434"/>
                    <a:pt x="42297" y="15985"/>
                    <a:pt x="38313" y="13006"/>
                  </a:cubicBezTo>
                  <a:cubicBezTo>
                    <a:pt x="34296" y="10027"/>
                    <a:pt x="29275" y="8537"/>
                    <a:pt x="23249" y="8537"/>
                  </a:cubicBezTo>
                  <a:cubicBezTo>
                    <a:pt x="17491" y="8537"/>
                    <a:pt x="12604" y="9893"/>
                    <a:pt x="8587" y="12604"/>
                  </a:cubicBezTo>
                  <a:cubicBezTo>
                    <a:pt x="4569" y="15316"/>
                    <a:pt x="2561" y="18546"/>
                    <a:pt x="2561" y="22296"/>
                  </a:cubicBezTo>
                  <a:cubicBezTo>
                    <a:pt x="2561" y="24974"/>
                    <a:pt x="3281" y="27484"/>
                    <a:pt x="4720" y="29827"/>
                  </a:cubicBezTo>
                  <a:cubicBezTo>
                    <a:pt x="6160" y="32171"/>
                    <a:pt x="8185" y="34096"/>
                    <a:pt x="10796" y="35602"/>
                  </a:cubicBezTo>
                  <a:lnTo>
                    <a:pt x="33744" y="35602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EC59D5BA-0AEC-E689-02C6-21E7055A858E}"/>
                </a:ext>
              </a:extLst>
            </p:cNvPr>
            <p:cNvSpPr/>
            <p:nvPr/>
          </p:nvSpPr>
          <p:spPr>
            <a:xfrm>
              <a:off x="428223" y="2435043"/>
              <a:ext cx="65379" cy="50716"/>
            </a:xfrm>
            <a:custGeom>
              <a:avLst/>
              <a:gdLst>
                <a:gd name="csX0" fmla="*/ 62215 w 65379"/>
                <a:gd name="csY0" fmla="*/ 50716 h 50716"/>
                <a:gd name="csX1" fmla="*/ 61512 w 65379"/>
                <a:gd name="csY1" fmla="*/ 43987 h 50716"/>
                <a:gd name="csX2" fmla="*/ 57595 w 65379"/>
                <a:gd name="csY2" fmla="*/ 42681 h 50716"/>
                <a:gd name="csX3" fmla="*/ 9440 w 65379"/>
                <a:gd name="csY3" fmla="*/ 42681 h 50716"/>
                <a:gd name="csX4" fmla="*/ 5172 w 65379"/>
                <a:gd name="csY4" fmla="*/ 43987 h 50716"/>
                <a:gd name="csX5" fmla="*/ 4318 w 65379"/>
                <a:gd name="csY5" fmla="*/ 50716 h 50716"/>
                <a:gd name="csX6" fmla="*/ 1105 w 65379"/>
                <a:gd name="csY6" fmla="*/ 50716 h 50716"/>
                <a:gd name="csX7" fmla="*/ 0 w 65379"/>
                <a:gd name="csY7" fmla="*/ 35903 h 50716"/>
                <a:gd name="csX8" fmla="*/ 6779 w 65379"/>
                <a:gd name="csY8" fmla="*/ 35903 h 50716"/>
                <a:gd name="csX9" fmla="*/ 0 w 65379"/>
                <a:gd name="csY9" fmla="*/ 21491 h 50716"/>
                <a:gd name="csX10" fmla="*/ 6779 w 65379"/>
                <a:gd name="csY10" fmla="*/ 6376 h 50716"/>
                <a:gd name="csX11" fmla="*/ 23249 w 65379"/>
                <a:gd name="csY11" fmla="*/ 0 h 50716"/>
                <a:gd name="csX12" fmla="*/ 39820 w 65379"/>
                <a:gd name="csY12" fmla="*/ 6779 h 50716"/>
                <a:gd name="csX13" fmla="*/ 46599 w 65379"/>
                <a:gd name="csY13" fmla="*/ 22947 h 50716"/>
                <a:gd name="csX14" fmla="*/ 43988 w 65379"/>
                <a:gd name="csY14" fmla="*/ 31535 h 50716"/>
                <a:gd name="csX15" fmla="*/ 39368 w 65379"/>
                <a:gd name="csY15" fmla="*/ 35602 h 50716"/>
                <a:gd name="csX16" fmla="*/ 40322 w 65379"/>
                <a:gd name="csY16" fmla="*/ 35602 h 50716"/>
                <a:gd name="csX17" fmla="*/ 57595 w 65379"/>
                <a:gd name="csY17" fmla="*/ 35602 h 50716"/>
                <a:gd name="csX18" fmla="*/ 61563 w 65379"/>
                <a:gd name="csY18" fmla="*/ 34296 h 50716"/>
                <a:gd name="csX19" fmla="*/ 62215 w 65379"/>
                <a:gd name="csY19" fmla="*/ 27567 h 50716"/>
                <a:gd name="csX20" fmla="*/ 65379 w 65379"/>
                <a:gd name="csY20" fmla="*/ 27567 h 50716"/>
                <a:gd name="csX21" fmla="*/ 65077 w 65379"/>
                <a:gd name="csY21" fmla="*/ 39167 h 50716"/>
                <a:gd name="csX22" fmla="*/ 65379 w 65379"/>
                <a:gd name="csY22" fmla="*/ 50716 h 50716"/>
                <a:gd name="csX23" fmla="*/ 62215 w 65379"/>
                <a:gd name="csY23" fmla="*/ 50716 h 50716"/>
                <a:gd name="csX24" fmla="*/ 33744 w 65379"/>
                <a:gd name="csY24" fmla="*/ 35602 h 50716"/>
                <a:gd name="csX25" fmla="*/ 35853 w 65379"/>
                <a:gd name="csY25" fmla="*/ 35401 h 50716"/>
                <a:gd name="csX26" fmla="*/ 38063 w 65379"/>
                <a:gd name="csY26" fmla="*/ 34145 h 50716"/>
                <a:gd name="csX27" fmla="*/ 44289 w 65379"/>
                <a:gd name="csY27" fmla="*/ 23449 h 50716"/>
                <a:gd name="csX28" fmla="*/ 44289 w 65379"/>
                <a:gd name="csY28" fmla="*/ 23350 h 50716"/>
                <a:gd name="csX29" fmla="*/ 38313 w 65379"/>
                <a:gd name="csY29" fmla="*/ 13006 h 50716"/>
                <a:gd name="csX30" fmla="*/ 23249 w 65379"/>
                <a:gd name="csY30" fmla="*/ 8536 h 50716"/>
                <a:gd name="csX31" fmla="*/ 8587 w 65379"/>
                <a:gd name="csY31" fmla="*/ 12603 h 50716"/>
                <a:gd name="csX32" fmla="*/ 2561 w 65379"/>
                <a:gd name="csY32" fmla="*/ 22295 h 50716"/>
                <a:gd name="csX33" fmla="*/ 4720 w 65379"/>
                <a:gd name="csY33" fmla="*/ 29827 h 50716"/>
                <a:gd name="csX34" fmla="*/ 10796 w 65379"/>
                <a:gd name="csY34" fmla="*/ 35602 h 50716"/>
                <a:gd name="csX35" fmla="*/ 33744 w 65379"/>
                <a:gd name="csY35" fmla="*/ 35602 h 507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65379" h="50716">
                  <a:moveTo>
                    <a:pt x="62215" y="50716"/>
                  </a:moveTo>
                  <a:cubicBezTo>
                    <a:pt x="62215" y="47067"/>
                    <a:pt x="61981" y="44824"/>
                    <a:pt x="61512" y="43987"/>
                  </a:cubicBezTo>
                  <a:cubicBezTo>
                    <a:pt x="61078" y="43117"/>
                    <a:pt x="59772" y="42681"/>
                    <a:pt x="57595" y="42681"/>
                  </a:cubicBezTo>
                  <a:lnTo>
                    <a:pt x="9440" y="42681"/>
                  </a:lnTo>
                  <a:cubicBezTo>
                    <a:pt x="7164" y="42681"/>
                    <a:pt x="5741" y="43117"/>
                    <a:pt x="5172" y="43987"/>
                  </a:cubicBezTo>
                  <a:cubicBezTo>
                    <a:pt x="4603" y="44824"/>
                    <a:pt x="4318" y="47067"/>
                    <a:pt x="4318" y="50716"/>
                  </a:cubicBezTo>
                  <a:lnTo>
                    <a:pt x="1105" y="50716"/>
                  </a:lnTo>
                  <a:lnTo>
                    <a:pt x="0" y="35903"/>
                  </a:lnTo>
                  <a:lnTo>
                    <a:pt x="6779" y="35903"/>
                  </a:lnTo>
                  <a:cubicBezTo>
                    <a:pt x="2260" y="31785"/>
                    <a:pt x="0" y="26981"/>
                    <a:pt x="0" y="21491"/>
                  </a:cubicBezTo>
                  <a:cubicBezTo>
                    <a:pt x="0" y="15666"/>
                    <a:pt x="2260" y="10628"/>
                    <a:pt x="6779" y="6376"/>
                  </a:cubicBezTo>
                  <a:cubicBezTo>
                    <a:pt x="11298" y="2125"/>
                    <a:pt x="16788" y="0"/>
                    <a:pt x="23249" y="0"/>
                  </a:cubicBezTo>
                  <a:cubicBezTo>
                    <a:pt x="29777" y="0"/>
                    <a:pt x="35301" y="2260"/>
                    <a:pt x="39820" y="6779"/>
                  </a:cubicBezTo>
                  <a:cubicBezTo>
                    <a:pt x="44339" y="11298"/>
                    <a:pt x="46599" y="16687"/>
                    <a:pt x="46599" y="22947"/>
                  </a:cubicBezTo>
                  <a:cubicBezTo>
                    <a:pt x="46599" y="26362"/>
                    <a:pt x="45729" y="29224"/>
                    <a:pt x="43988" y="31535"/>
                  </a:cubicBezTo>
                  <a:cubicBezTo>
                    <a:pt x="42214" y="33811"/>
                    <a:pt x="40674" y="35167"/>
                    <a:pt x="39368" y="35602"/>
                  </a:cubicBezTo>
                  <a:lnTo>
                    <a:pt x="40322" y="35602"/>
                  </a:lnTo>
                  <a:lnTo>
                    <a:pt x="57595" y="35602"/>
                  </a:lnTo>
                  <a:cubicBezTo>
                    <a:pt x="59806" y="35602"/>
                    <a:pt x="61128" y="35166"/>
                    <a:pt x="61563" y="34296"/>
                  </a:cubicBezTo>
                  <a:cubicBezTo>
                    <a:pt x="61998" y="33426"/>
                    <a:pt x="62215" y="31183"/>
                    <a:pt x="62215" y="27567"/>
                  </a:cubicBezTo>
                  <a:lnTo>
                    <a:pt x="65379" y="27567"/>
                  </a:lnTo>
                  <a:cubicBezTo>
                    <a:pt x="65178" y="34764"/>
                    <a:pt x="65077" y="38631"/>
                    <a:pt x="65077" y="39167"/>
                  </a:cubicBezTo>
                  <a:cubicBezTo>
                    <a:pt x="65077" y="39836"/>
                    <a:pt x="65178" y="43686"/>
                    <a:pt x="65379" y="50716"/>
                  </a:cubicBezTo>
                  <a:lnTo>
                    <a:pt x="62215" y="50716"/>
                  </a:lnTo>
                  <a:moveTo>
                    <a:pt x="33744" y="35602"/>
                  </a:moveTo>
                  <a:cubicBezTo>
                    <a:pt x="34782" y="35602"/>
                    <a:pt x="35485" y="35535"/>
                    <a:pt x="35853" y="35401"/>
                  </a:cubicBezTo>
                  <a:cubicBezTo>
                    <a:pt x="36221" y="35234"/>
                    <a:pt x="36958" y="34815"/>
                    <a:pt x="38063" y="34145"/>
                  </a:cubicBezTo>
                  <a:cubicBezTo>
                    <a:pt x="42214" y="31434"/>
                    <a:pt x="44289" y="27869"/>
                    <a:pt x="44289" y="23449"/>
                  </a:cubicBezTo>
                  <a:cubicBezTo>
                    <a:pt x="44289" y="23416"/>
                    <a:pt x="44289" y="23383"/>
                    <a:pt x="44289" y="23350"/>
                  </a:cubicBezTo>
                  <a:cubicBezTo>
                    <a:pt x="44289" y="19433"/>
                    <a:pt x="42297" y="15984"/>
                    <a:pt x="38313" y="13006"/>
                  </a:cubicBezTo>
                  <a:cubicBezTo>
                    <a:pt x="34296" y="10026"/>
                    <a:pt x="29275" y="8536"/>
                    <a:pt x="23249" y="8536"/>
                  </a:cubicBezTo>
                  <a:cubicBezTo>
                    <a:pt x="17491" y="8536"/>
                    <a:pt x="12604" y="9891"/>
                    <a:pt x="8587" y="12603"/>
                  </a:cubicBezTo>
                  <a:cubicBezTo>
                    <a:pt x="4569" y="15314"/>
                    <a:pt x="2561" y="18545"/>
                    <a:pt x="2561" y="22295"/>
                  </a:cubicBezTo>
                  <a:cubicBezTo>
                    <a:pt x="2561" y="24972"/>
                    <a:pt x="3281" y="27483"/>
                    <a:pt x="4720" y="29827"/>
                  </a:cubicBezTo>
                  <a:cubicBezTo>
                    <a:pt x="6160" y="32170"/>
                    <a:pt x="8185" y="34095"/>
                    <a:pt x="10796" y="35602"/>
                  </a:cubicBezTo>
                  <a:lnTo>
                    <a:pt x="33744" y="35602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485039FE-997B-202D-4799-39BA9CBFE65A}"/>
                </a:ext>
              </a:extLst>
            </p:cNvPr>
            <p:cNvSpPr/>
            <p:nvPr/>
          </p:nvSpPr>
          <p:spPr>
            <a:xfrm>
              <a:off x="428223" y="2388543"/>
              <a:ext cx="45443" cy="34546"/>
            </a:xfrm>
            <a:custGeom>
              <a:avLst/>
              <a:gdLst>
                <a:gd name="csX0" fmla="*/ 45444 w 45443"/>
                <a:gd name="csY0" fmla="*/ 34547 h 34546"/>
                <a:gd name="csX1" fmla="*/ 42281 w 45443"/>
                <a:gd name="csY1" fmla="*/ 34547 h 34546"/>
                <a:gd name="csX2" fmla="*/ 41628 w 45443"/>
                <a:gd name="csY2" fmla="*/ 27818 h 34546"/>
                <a:gd name="csX3" fmla="*/ 37611 w 45443"/>
                <a:gd name="csY3" fmla="*/ 26513 h 34546"/>
                <a:gd name="csX4" fmla="*/ 10043 w 45443"/>
                <a:gd name="csY4" fmla="*/ 26513 h 34546"/>
                <a:gd name="csX5" fmla="*/ 5273 w 45443"/>
                <a:gd name="csY5" fmla="*/ 27869 h 34546"/>
                <a:gd name="csX6" fmla="*/ 4318 w 45443"/>
                <a:gd name="csY6" fmla="*/ 34547 h 34546"/>
                <a:gd name="csX7" fmla="*/ 1105 w 45443"/>
                <a:gd name="csY7" fmla="*/ 34547 h 34546"/>
                <a:gd name="csX8" fmla="*/ 0 w 45443"/>
                <a:gd name="csY8" fmla="*/ 20237 h 34546"/>
                <a:gd name="csX9" fmla="*/ 11298 w 45443"/>
                <a:gd name="csY9" fmla="*/ 20237 h 34546"/>
                <a:gd name="csX10" fmla="*/ 3465 w 45443"/>
                <a:gd name="csY10" fmla="*/ 15716 h 34546"/>
                <a:gd name="csX11" fmla="*/ 0 w 45443"/>
                <a:gd name="csY11" fmla="*/ 7582 h 34546"/>
                <a:gd name="csX12" fmla="*/ 1858 w 45443"/>
                <a:gd name="csY12" fmla="*/ 2159 h 34546"/>
                <a:gd name="csX13" fmla="*/ 6277 w 45443"/>
                <a:gd name="csY13" fmla="*/ 0 h 34546"/>
                <a:gd name="csX14" fmla="*/ 9691 w 45443"/>
                <a:gd name="csY14" fmla="*/ 1406 h 34546"/>
                <a:gd name="csX15" fmla="*/ 10796 w 45443"/>
                <a:gd name="csY15" fmla="*/ 4418 h 34546"/>
                <a:gd name="csX16" fmla="*/ 9641 w 45443"/>
                <a:gd name="csY16" fmla="*/ 7582 h 34546"/>
                <a:gd name="csX17" fmla="*/ 6377 w 45443"/>
                <a:gd name="csY17" fmla="*/ 8837 h 34546"/>
                <a:gd name="csX18" fmla="*/ 4168 w 45443"/>
                <a:gd name="csY18" fmla="*/ 8285 h 34546"/>
                <a:gd name="csX19" fmla="*/ 2812 w 45443"/>
                <a:gd name="csY19" fmla="*/ 7231 h 34546"/>
                <a:gd name="csX20" fmla="*/ 2360 w 45443"/>
                <a:gd name="csY20" fmla="*/ 6478 h 34546"/>
                <a:gd name="csX21" fmla="*/ 2260 w 45443"/>
                <a:gd name="csY21" fmla="*/ 7582 h 34546"/>
                <a:gd name="csX22" fmla="*/ 7934 w 45443"/>
                <a:gd name="csY22" fmla="*/ 16520 h 34546"/>
                <a:gd name="csX23" fmla="*/ 21592 w 45443"/>
                <a:gd name="csY23" fmla="*/ 19734 h 34546"/>
                <a:gd name="csX24" fmla="*/ 37410 w 45443"/>
                <a:gd name="csY24" fmla="*/ 19734 h 34546"/>
                <a:gd name="csX25" fmla="*/ 41326 w 45443"/>
                <a:gd name="csY25" fmla="*/ 18529 h 34546"/>
                <a:gd name="csX26" fmla="*/ 42281 w 45443"/>
                <a:gd name="csY26" fmla="*/ 11900 h 34546"/>
                <a:gd name="csX27" fmla="*/ 42281 w 45443"/>
                <a:gd name="csY27" fmla="*/ 9741 h 34546"/>
                <a:gd name="csX28" fmla="*/ 45444 w 45443"/>
                <a:gd name="csY28" fmla="*/ 9741 h 34546"/>
                <a:gd name="csX29" fmla="*/ 45143 w 45443"/>
                <a:gd name="csY29" fmla="*/ 22797 h 34546"/>
                <a:gd name="csX30" fmla="*/ 45193 w 45443"/>
                <a:gd name="csY30" fmla="*/ 26011 h 34546"/>
                <a:gd name="csX31" fmla="*/ 45344 w 45443"/>
                <a:gd name="csY31" fmla="*/ 30530 h 34546"/>
                <a:gd name="csX32" fmla="*/ 45444 w 45443"/>
                <a:gd name="csY32" fmla="*/ 34547 h 34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45443" h="34546">
                  <a:moveTo>
                    <a:pt x="45444" y="34547"/>
                  </a:moveTo>
                  <a:lnTo>
                    <a:pt x="42281" y="34547"/>
                  </a:lnTo>
                  <a:cubicBezTo>
                    <a:pt x="42281" y="30898"/>
                    <a:pt x="42063" y="28655"/>
                    <a:pt x="41628" y="27818"/>
                  </a:cubicBezTo>
                  <a:cubicBezTo>
                    <a:pt x="41159" y="26948"/>
                    <a:pt x="39820" y="26513"/>
                    <a:pt x="37611" y="26513"/>
                  </a:cubicBezTo>
                  <a:lnTo>
                    <a:pt x="10043" y="26513"/>
                  </a:lnTo>
                  <a:cubicBezTo>
                    <a:pt x="7499" y="26513"/>
                    <a:pt x="5909" y="26965"/>
                    <a:pt x="5273" y="27869"/>
                  </a:cubicBezTo>
                  <a:cubicBezTo>
                    <a:pt x="4636" y="28739"/>
                    <a:pt x="4318" y="30966"/>
                    <a:pt x="4318" y="34547"/>
                  </a:cubicBezTo>
                  <a:lnTo>
                    <a:pt x="1105" y="34547"/>
                  </a:lnTo>
                  <a:lnTo>
                    <a:pt x="0" y="20237"/>
                  </a:lnTo>
                  <a:lnTo>
                    <a:pt x="11298" y="20237"/>
                  </a:lnTo>
                  <a:cubicBezTo>
                    <a:pt x="8352" y="19266"/>
                    <a:pt x="5741" y="17759"/>
                    <a:pt x="3465" y="15716"/>
                  </a:cubicBezTo>
                  <a:cubicBezTo>
                    <a:pt x="1155" y="13641"/>
                    <a:pt x="0" y="10929"/>
                    <a:pt x="0" y="7582"/>
                  </a:cubicBezTo>
                  <a:cubicBezTo>
                    <a:pt x="0" y="5372"/>
                    <a:pt x="619" y="3565"/>
                    <a:pt x="1858" y="2159"/>
                  </a:cubicBezTo>
                  <a:cubicBezTo>
                    <a:pt x="3096" y="720"/>
                    <a:pt x="4569" y="0"/>
                    <a:pt x="6277" y="0"/>
                  </a:cubicBezTo>
                  <a:cubicBezTo>
                    <a:pt x="7783" y="0"/>
                    <a:pt x="8921" y="469"/>
                    <a:pt x="9691" y="1406"/>
                  </a:cubicBezTo>
                  <a:cubicBezTo>
                    <a:pt x="10428" y="2309"/>
                    <a:pt x="10796" y="3313"/>
                    <a:pt x="10796" y="4418"/>
                  </a:cubicBezTo>
                  <a:cubicBezTo>
                    <a:pt x="10796" y="5657"/>
                    <a:pt x="10411" y="6712"/>
                    <a:pt x="9641" y="7582"/>
                  </a:cubicBezTo>
                  <a:cubicBezTo>
                    <a:pt x="8838" y="8419"/>
                    <a:pt x="7750" y="8837"/>
                    <a:pt x="6377" y="8837"/>
                  </a:cubicBezTo>
                  <a:cubicBezTo>
                    <a:pt x="5540" y="8837"/>
                    <a:pt x="4804" y="8653"/>
                    <a:pt x="4168" y="8285"/>
                  </a:cubicBezTo>
                  <a:cubicBezTo>
                    <a:pt x="3498" y="7883"/>
                    <a:pt x="3046" y="7532"/>
                    <a:pt x="2812" y="7231"/>
                  </a:cubicBezTo>
                  <a:cubicBezTo>
                    <a:pt x="2578" y="6930"/>
                    <a:pt x="2427" y="6679"/>
                    <a:pt x="2360" y="6478"/>
                  </a:cubicBezTo>
                  <a:cubicBezTo>
                    <a:pt x="2293" y="6611"/>
                    <a:pt x="2260" y="6979"/>
                    <a:pt x="2260" y="7582"/>
                  </a:cubicBezTo>
                  <a:cubicBezTo>
                    <a:pt x="2260" y="11365"/>
                    <a:pt x="4151" y="14345"/>
                    <a:pt x="7934" y="16520"/>
                  </a:cubicBezTo>
                  <a:cubicBezTo>
                    <a:pt x="11683" y="18663"/>
                    <a:pt x="16236" y="19734"/>
                    <a:pt x="21592" y="19734"/>
                  </a:cubicBezTo>
                  <a:lnTo>
                    <a:pt x="37410" y="19734"/>
                  </a:lnTo>
                  <a:cubicBezTo>
                    <a:pt x="39385" y="19734"/>
                    <a:pt x="40690" y="19333"/>
                    <a:pt x="41326" y="18529"/>
                  </a:cubicBezTo>
                  <a:cubicBezTo>
                    <a:pt x="41962" y="17692"/>
                    <a:pt x="42281" y="15482"/>
                    <a:pt x="42281" y="11900"/>
                  </a:cubicBezTo>
                  <a:lnTo>
                    <a:pt x="42281" y="9741"/>
                  </a:lnTo>
                  <a:lnTo>
                    <a:pt x="45444" y="9741"/>
                  </a:lnTo>
                  <a:cubicBezTo>
                    <a:pt x="45243" y="12486"/>
                    <a:pt x="45143" y="16838"/>
                    <a:pt x="45143" y="22797"/>
                  </a:cubicBezTo>
                  <a:cubicBezTo>
                    <a:pt x="45143" y="23634"/>
                    <a:pt x="45159" y="24705"/>
                    <a:pt x="45193" y="26011"/>
                  </a:cubicBezTo>
                  <a:cubicBezTo>
                    <a:pt x="45226" y="27317"/>
                    <a:pt x="45277" y="28823"/>
                    <a:pt x="45344" y="30530"/>
                  </a:cubicBezTo>
                  <a:cubicBezTo>
                    <a:pt x="45410" y="32237"/>
                    <a:pt x="45444" y="33576"/>
                    <a:pt x="45444" y="34547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F9791BF9-BDB3-5F26-80FD-E53677ED0818}"/>
                </a:ext>
              </a:extLst>
            </p:cNvPr>
            <p:cNvSpPr/>
            <p:nvPr/>
          </p:nvSpPr>
          <p:spPr>
            <a:xfrm>
              <a:off x="427570" y="2333967"/>
              <a:ext cx="47251" cy="45595"/>
            </a:xfrm>
            <a:custGeom>
              <a:avLst/>
              <a:gdLst>
                <a:gd name="csX0" fmla="*/ 40573 w 47251"/>
                <a:gd name="csY0" fmla="*/ 38816 h 45595"/>
                <a:gd name="csX1" fmla="*/ 24103 w 47251"/>
                <a:gd name="csY1" fmla="*/ 45595 h 45595"/>
                <a:gd name="csX2" fmla="*/ 7181 w 47251"/>
                <a:gd name="csY2" fmla="*/ 38968 h 45595"/>
                <a:gd name="csX3" fmla="*/ 0 w 47251"/>
                <a:gd name="csY3" fmla="*/ 22748 h 45595"/>
                <a:gd name="csX4" fmla="*/ 7130 w 47251"/>
                <a:gd name="csY4" fmla="*/ 6729 h 45595"/>
                <a:gd name="csX5" fmla="*/ 24103 w 47251"/>
                <a:gd name="csY5" fmla="*/ 0 h 45595"/>
                <a:gd name="csX6" fmla="*/ 40523 w 47251"/>
                <a:gd name="csY6" fmla="*/ 6779 h 45595"/>
                <a:gd name="csX7" fmla="*/ 47252 w 47251"/>
                <a:gd name="csY7" fmla="*/ 22849 h 45595"/>
                <a:gd name="csX8" fmla="*/ 40573 w 47251"/>
                <a:gd name="csY8" fmla="*/ 38816 h 45595"/>
                <a:gd name="csX9" fmla="*/ 23249 w 47251"/>
                <a:gd name="csY9" fmla="*/ 37058 h 45595"/>
                <a:gd name="csX10" fmla="*/ 37761 w 47251"/>
                <a:gd name="csY10" fmla="*/ 34447 h 45595"/>
                <a:gd name="csX11" fmla="*/ 44641 w 47251"/>
                <a:gd name="csY11" fmla="*/ 22748 h 45595"/>
                <a:gd name="csX12" fmla="*/ 42582 w 47251"/>
                <a:gd name="csY12" fmla="*/ 15768 h 45595"/>
                <a:gd name="csX13" fmla="*/ 37058 w 47251"/>
                <a:gd name="csY13" fmla="*/ 10797 h 45595"/>
                <a:gd name="csX14" fmla="*/ 23249 w 47251"/>
                <a:gd name="csY14" fmla="*/ 8537 h 45595"/>
                <a:gd name="csX15" fmla="*/ 8988 w 47251"/>
                <a:gd name="csY15" fmla="*/ 11249 h 45595"/>
                <a:gd name="csX16" fmla="*/ 2310 w 47251"/>
                <a:gd name="csY16" fmla="*/ 22849 h 45595"/>
                <a:gd name="csX17" fmla="*/ 4067 w 47251"/>
                <a:gd name="csY17" fmla="*/ 29426 h 45595"/>
                <a:gd name="csX18" fmla="*/ 9189 w 47251"/>
                <a:gd name="csY18" fmla="*/ 34599 h 45595"/>
                <a:gd name="csX19" fmla="*/ 23249 w 47251"/>
                <a:gd name="csY19" fmla="*/ 37058 h 45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7251" h="45595">
                  <a:moveTo>
                    <a:pt x="40573" y="38816"/>
                  </a:moveTo>
                  <a:cubicBezTo>
                    <a:pt x="36087" y="43336"/>
                    <a:pt x="30597" y="45595"/>
                    <a:pt x="24103" y="45595"/>
                  </a:cubicBezTo>
                  <a:cubicBezTo>
                    <a:pt x="17575" y="45595"/>
                    <a:pt x="11934" y="43386"/>
                    <a:pt x="7181" y="38968"/>
                  </a:cubicBezTo>
                  <a:cubicBezTo>
                    <a:pt x="2394" y="34514"/>
                    <a:pt x="0" y="29108"/>
                    <a:pt x="0" y="22748"/>
                  </a:cubicBezTo>
                  <a:cubicBezTo>
                    <a:pt x="0" y="16521"/>
                    <a:pt x="2377" y="11182"/>
                    <a:pt x="7130" y="6729"/>
                  </a:cubicBezTo>
                  <a:cubicBezTo>
                    <a:pt x="11851" y="2243"/>
                    <a:pt x="17508" y="0"/>
                    <a:pt x="24103" y="0"/>
                  </a:cubicBezTo>
                  <a:cubicBezTo>
                    <a:pt x="30564" y="0"/>
                    <a:pt x="36037" y="2260"/>
                    <a:pt x="40523" y="6779"/>
                  </a:cubicBezTo>
                  <a:cubicBezTo>
                    <a:pt x="45009" y="11265"/>
                    <a:pt x="47252" y="16621"/>
                    <a:pt x="47252" y="22849"/>
                  </a:cubicBezTo>
                  <a:cubicBezTo>
                    <a:pt x="47252" y="28942"/>
                    <a:pt x="45026" y="34264"/>
                    <a:pt x="40573" y="38816"/>
                  </a:cubicBezTo>
                  <a:moveTo>
                    <a:pt x="23249" y="37058"/>
                  </a:moveTo>
                  <a:cubicBezTo>
                    <a:pt x="29911" y="37058"/>
                    <a:pt x="34748" y="36188"/>
                    <a:pt x="37761" y="34447"/>
                  </a:cubicBezTo>
                  <a:cubicBezTo>
                    <a:pt x="42347" y="31769"/>
                    <a:pt x="44641" y="27870"/>
                    <a:pt x="44641" y="22748"/>
                  </a:cubicBezTo>
                  <a:cubicBezTo>
                    <a:pt x="44641" y="20204"/>
                    <a:pt x="43954" y="17877"/>
                    <a:pt x="42582" y="15768"/>
                  </a:cubicBezTo>
                  <a:cubicBezTo>
                    <a:pt x="41209" y="13625"/>
                    <a:pt x="39368" y="11968"/>
                    <a:pt x="37058" y="10797"/>
                  </a:cubicBezTo>
                  <a:cubicBezTo>
                    <a:pt x="34045" y="9290"/>
                    <a:pt x="29442" y="8537"/>
                    <a:pt x="23249" y="8537"/>
                  </a:cubicBezTo>
                  <a:cubicBezTo>
                    <a:pt x="16654" y="8537"/>
                    <a:pt x="11901" y="9441"/>
                    <a:pt x="8988" y="11249"/>
                  </a:cubicBezTo>
                  <a:cubicBezTo>
                    <a:pt x="4536" y="13927"/>
                    <a:pt x="2310" y="17793"/>
                    <a:pt x="2310" y="22849"/>
                  </a:cubicBezTo>
                  <a:cubicBezTo>
                    <a:pt x="2310" y="25058"/>
                    <a:pt x="2896" y="27250"/>
                    <a:pt x="4067" y="29426"/>
                  </a:cubicBezTo>
                  <a:cubicBezTo>
                    <a:pt x="5206" y="31569"/>
                    <a:pt x="6913" y="33293"/>
                    <a:pt x="9189" y="34599"/>
                  </a:cubicBezTo>
                  <a:cubicBezTo>
                    <a:pt x="12202" y="36238"/>
                    <a:pt x="16889" y="37058"/>
                    <a:pt x="23249" y="37058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E77BA0A8-AE1A-95E8-0276-DA63A3890F8A}"/>
                </a:ext>
              </a:extLst>
            </p:cNvPr>
            <p:cNvSpPr/>
            <p:nvPr/>
          </p:nvSpPr>
          <p:spPr>
            <a:xfrm>
              <a:off x="429327" y="2281151"/>
              <a:ext cx="44339" cy="51821"/>
            </a:xfrm>
            <a:custGeom>
              <a:avLst/>
              <a:gdLst>
                <a:gd name="csX0" fmla="*/ 44339 w 44339"/>
                <a:gd name="csY0" fmla="*/ 51822 h 51821"/>
                <a:gd name="csX1" fmla="*/ 41176 w 44339"/>
                <a:gd name="csY1" fmla="*/ 51822 h 51821"/>
                <a:gd name="csX2" fmla="*/ 34999 w 44339"/>
                <a:gd name="csY2" fmla="*/ 38666 h 51821"/>
                <a:gd name="csX3" fmla="*/ 22747 w 44339"/>
                <a:gd name="csY3" fmla="*/ 29025 h 51821"/>
                <a:gd name="csX4" fmla="*/ 9491 w 44339"/>
                <a:gd name="csY4" fmla="*/ 39217 h 51821"/>
                <a:gd name="csX5" fmla="*/ 4067 w 44339"/>
                <a:gd name="csY5" fmla="*/ 44441 h 51821"/>
                <a:gd name="csX6" fmla="*/ 3214 w 44339"/>
                <a:gd name="csY6" fmla="*/ 51319 h 51821"/>
                <a:gd name="csX7" fmla="*/ 0 w 44339"/>
                <a:gd name="csY7" fmla="*/ 51319 h 51821"/>
                <a:gd name="csX8" fmla="*/ 301 w 44339"/>
                <a:gd name="csY8" fmla="*/ 41579 h 51821"/>
                <a:gd name="csX9" fmla="*/ 0 w 44339"/>
                <a:gd name="csY9" fmla="*/ 30431 h 51821"/>
                <a:gd name="csX10" fmla="*/ 3214 w 44339"/>
                <a:gd name="csY10" fmla="*/ 30431 h 51821"/>
                <a:gd name="csX11" fmla="*/ 5775 w 44339"/>
                <a:gd name="csY11" fmla="*/ 34046 h 51821"/>
                <a:gd name="csX12" fmla="*/ 7633 w 44339"/>
                <a:gd name="csY12" fmla="*/ 33143 h 51821"/>
                <a:gd name="csX13" fmla="*/ 18027 w 44339"/>
                <a:gd name="csY13" fmla="*/ 25108 h 51821"/>
                <a:gd name="csX14" fmla="*/ 9993 w 44339"/>
                <a:gd name="csY14" fmla="*/ 18731 h 51821"/>
                <a:gd name="csX15" fmla="*/ 6377 w 44339"/>
                <a:gd name="csY15" fmla="*/ 17174 h 51821"/>
                <a:gd name="csX16" fmla="*/ 3214 w 44339"/>
                <a:gd name="csY16" fmla="*/ 20186 h 51821"/>
                <a:gd name="csX17" fmla="*/ 0 w 44339"/>
                <a:gd name="csY17" fmla="*/ 20186 h 51821"/>
                <a:gd name="csX18" fmla="*/ 301 w 44339"/>
                <a:gd name="csY18" fmla="*/ 10295 h 51821"/>
                <a:gd name="csX19" fmla="*/ 0 w 44339"/>
                <a:gd name="csY19" fmla="*/ 1859 h 51821"/>
                <a:gd name="csX20" fmla="*/ 3214 w 44339"/>
                <a:gd name="csY20" fmla="*/ 1859 h 51821"/>
                <a:gd name="csX21" fmla="*/ 8536 w 44339"/>
                <a:gd name="csY21" fmla="*/ 14111 h 51821"/>
                <a:gd name="csX22" fmla="*/ 20186 w 44339"/>
                <a:gd name="csY22" fmla="*/ 23550 h 51821"/>
                <a:gd name="csX23" fmla="*/ 37962 w 44339"/>
                <a:gd name="csY23" fmla="*/ 9793 h 51821"/>
                <a:gd name="csX24" fmla="*/ 40674 w 44339"/>
                <a:gd name="csY24" fmla="*/ 6277 h 51821"/>
                <a:gd name="csX25" fmla="*/ 41176 w 44339"/>
                <a:gd name="csY25" fmla="*/ 0 h 51821"/>
                <a:gd name="csX26" fmla="*/ 44339 w 44339"/>
                <a:gd name="csY26" fmla="*/ 0 h 51821"/>
                <a:gd name="csX27" fmla="*/ 44038 w 44339"/>
                <a:gd name="csY27" fmla="*/ 9892 h 51821"/>
                <a:gd name="csX28" fmla="*/ 44339 w 44339"/>
                <a:gd name="csY28" fmla="*/ 20990 h 51821"/>
                <a:gd name="csX29" fmla="*/ 41176 w 44339"/>
                <a:gd name="csY29" fmla="*/ 20990 h 51821"/>
                <a:gd name="csX30" fmla="*/ 40272 w 44339"/>
                <a:gd name="csY30" fmla="*/ 18229 h 51821"/>
                <a:gd name="csX31" fmla="*/ 38565 w 44339"/>
                <a:gd name="csY31" fmla="*/ 17275 h 51821"/>
                <a:gd name="csX32" fmla="*/ 35200 w 44339"/>
                <a:gd name="csY32" fmla="*/ 19434 h 51821"/>
                <a:gd name="csX33" fmla="*/ 24906 w 44339"/>
                <a:gd name="csY33" fmla="*/ 27267 h 51821"/>
                <a:gd name="csX34" fmla="*/ 36305 w 44339"/>
                <a:gd name="csY34" fmla="*/ 36104 h 51821"/>
                <a:gd name="csX35" fmla="*/ 37962 w 44339"/>
                <a:gd name="csY35" fmla="*/ 36507 h 51821"/>
                <a:gd name="csX36" fmla="*/ 41176 w 44339"/>
                <a:gd name="csY36" fmla="*/ 33544 h 51821"/>
                <a:gd name="csX37" fmla="*/ 44339 w 44339"/>
                <a:gd name="csY37" fmla="*/ 33544 h 51821"/>
                <a:gd name="csX38" fmla="*/ 44038 w 44339"/>
                <a:gd name="csY38" fmla="*/ 43286 h 51821"/>
                <a:gd name="csX39" fmla="*/ 44339 w 44339"/>
                <a:gd name="csY39" fmla="*/ 51822 h 51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44339" h="51821">
                  <a:moveTo>
                    <a:pt x="44339" y="51822"/>
                  </a:moveTo>
                  <a:lnTo>
                    <a:pt x="41176" y="51822"/>
                  </a:lnTo>
                  <a:cubicBezTo>
                    <a:pt x="41176" y="46465"/>
                    <a:pt x="39117" y="42080"/>
                    <a:pt x="34999" y="38666"/>
                  </a:cubicBezTo>
                  <a:cubicBezTo>
                    <a:pt x="34999" y="38666"/>
                    <a:pt x="30915" y="35452"/>
                    <a:pt x="22747" y="29025"/>
                  </a:cubicBezTo>
                  <a:lnTo>
                    <a:pt x="9491" y="39217"/>
                  </a:lnTo>
                  <a:cubicBezTo>
                    <a:pt x="6411" y="41628"/>
                    <a:pt x="4603" y="43369"/>
                    <a:pt x="4067" y="44441"/>
                  </a:cubicBezTo>
                  <a:cubicBezTo>
                    <a:pt x="3498" y="45478"/>
                    <a:pt x="3214" y="47771"/>
                    <a:pt x="3214" y="51319"/>
                  </a:cubicBezTo>
                  <a:lnTo>
                    <a:pt x="0" y="51319"/>
                  </a:lnTo>
                  <a:cubicBezTo>
                    <a:pt x="201" y="48508"/>
                    <a:pt x="301" y="45261"/>
                    <a:pt x="301" y="41579"/>
                  </a:cubicBezTo>
                  <a:cubicBezTo>
                    <a:pt x="301" y="39536"/>
                    <a:pt x="201" y="35820"/>
                    <a:pt x="0" y="30431"/>
                  </a:cubicBezTo>
                  <a:lnTo>
                    <a:pt x="3214" y="30431"/>
                  </a:lnTo>
                  <a:cubicBezTo>
                    <a:pt x="3348" y="32841"/>
                    <a:pt x="4201" y="34046"/>
                    <a:pt x="5775" y="34046"/>
                  </a:cubicBezTo>
                  <a:cubicBezTo>
                    <a:pt x="6310" y="34046"/>
                    <a:pt x="6930" y="33745"/>
                    <a:pt x="7633" y="33143"/>
                  </a:cubicBezTo>
                  <a:lnTo>
                    <a:pt x="18027" y="25108"/>
                  </a:lnTo>
                  <a:lnTo>
                    <a:pt x="9993" y="18731"/>
                  </a:lnTo>
                  <a:cubicBezTo>
                    <a:pt x="8754" y="17693"/>
                    <a:pt x="7549" y="17174"/>
                    <a:pt x="6377" y="17174"/>
                  </a:cubicBezTo>
                  <a:cubicBezTo>
                    <a:pt x="4469" y="17174"/>
                    <a:pt x="3415" y="18178"/>
                    <a:pt x="3214" y="20186"/>
                  </a:cubicBezTo>
                  <a:lnTo>
                    <a:pt x="0" y="20186"/>
                  </a:lnTo>
                  <a:cubicBezTo>
                    <a:pt x="201" y="17508"/>
                    <a:pt x="301" y="14211"/>
                    <a:pt x="301" y="10295"/>
                  </a:cubicBezTo>
                  <a:cubicBezTo>
                    <a:pt x="301" y="7349"/>
                    <a:pt x="201" y="4537"/>
                    <a:pt x="0" y="1859"/>
                  </a:cubicBezTo>
                  <a:lnTo>
                    <a:pt x="3214" y="1859"/>
                  </a:lnTo>
                  <a:cubicBezTo>
                    <a:pt x="3348" y="7081"/>
                    <a:pt x="5122" y="11165"/>
                    <a:pt x="8536" y="14111"/>
                  </a:cubicBezTo>
                  <a:cubicBezTo>
                    <a:pt x="9976" y="15417"/>
                    <a:pt x="13859" y="18563"/>
                    <a:pt x="20186" y="23550"/>
                  </a:cubicBezTo>
                  <a:lnTo>
                    <a:pt x="37962" y="9793"/>
                  </a:lnTo>
                  <a:cubicBezTo>
                    <a:pt x="39401" y="8688"/>
                    <a:pt x="40305" y="7516"/>
                    <a:pt x="40674" y="6277"/>
                  </a:cubicBezTo>
                  <a:cubicBezTo>
                    <a:pt x="41008" y="5039"/>
                    <a:pt x="41176" y="2946"/>
                    <a:pt x="41176" y="0"/>
                  </a:cubicBezTo>
                  <a:lnTo>
                    <a:pt x="44339" y="0"/>
                  </a:lnTo>
                  <a:cubicBezTo>
                    <a:pt x="44138" y="3080"/>
                    <a:pt x="44038" y="6377"/>
                    <a:pt x="44038" y="9892"/>
                  </a:cubicBezTo>
                  <a:cubicBezTo>
                    <a:pt x="44038" y="11132"/>
                    <a:pt x="44138" y="14831"/>
                    <a:pt x="44339" y="20990"/>
                  </a:cubicBezTo>
                  <a:lnTo>
                    <a:pt x="41176" y="20990"/>
                  </a:lnTo>
                  <a:cubicBezTo>
                    <a:pt x="41109" y="19752"/>
                    <a:pt x="40808" y="18831"/>
                    <a:pt x="40272" y="18229"/>
                  </a:cubicBezTo>
                  <a:cubicBezTo>
                    <a:pt x="39703" y="17593"/>
                    <a:pt x="39134" y="17275"/>
                    <a:pt x="38565" y="17275"/>
                  </a:cubicBezTo>
                  <a:cubicBezTo>
                    <a:pt x="38297" y="17275"/>
                    <a:pt x="37175" y="17995"/>
                    <a:pt x="35200" y="19434"/>
                  </a:cubicBezTo>
                  <a:lnTo>
                    <a:pt x="24906" y="27267"/>
                  </a:lnTo>
                  <a:cubicBezTo>
                    <a:pt x="31066" y="32490"/>
                    <a:pt x="34866" y="35435"/>
                    <a:pt x="36305" y="36104"/>
                  </a:cubicBezTo>
                  <a:cubicBezTo>
                    <a:pt x="36908" y="36373"/>
                    <a:pt x="37460" y="36507"/>
                    <a:pt x="37962" y="36507"/>
                  </a:cubicBezTo>
                  <a:cubicBezTo>
                    <a:pt x="39803" y="36507"/>
                    <a:pt x="40874" y="35519"/>
                    <a:pt x="41176" y="33544"/>
                  </a:cubicBezTo>
                  <a:lnTo>
                    <a:pt x="44339" y="33544"/>
                  </a:lnTo>
                  <a:cubicBezTo>
                    <a:pt x="44138" y="38464"/>
                    <a:pt x="44038" y="41712"/>
                    <a:pt x="44038" y="43286"/>
                  </a:cubicBezTo>
                  <a:cubicBezTo>
                    <a:pt x="44038" y="46299"/>
                    <a:pt x="44138" y="49144"/>
                    <a:pt x="44339" y="5182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FD690FA2-2231-1A53-843F-F97980B6865E}"/>
                </a:ext>
              </a:extLst>
            </p:cNvPr>
            <p:cNvSpPr/>
            <p:nvPr/>
          </p:nvSpPr>
          <p:spPr>
            <a:xfrm>
              <a:off x="404873" y="2258553"/>
              <a:ext cx="68793" cy="21994"/>
            </a:xfrm>
            <a:custGeom>
              <a:avLst/>
              <a:gdLst>
                <a:gd name="csX0" fmla="*/ 68794 w 68793"/>
                <a:gd name="csY0" fmla="*/ 21994 h 21994"/>
                <a:gd name="csX1" fmla="*/ 65630 w 68793"/>
                <a:gd name="csY1" fmla="*/ 21994 h 21994"/>
                <a:gd name="csX2" fmla="*/ 64977 w 68793"/>
                <a:gd name="csY2" fmla="*/ 15266 h 21994"/>
                <a:gd name="csX3" fmla="*/ 60960 w 68793"/>
                <a:gd name="csY3" fmla="*/ 14010 h 21994"/>
                <a:gd name="csX4" fmla="*/ 33292 w 68793"/>
                <a:gd name="csY4" fmla="*/ 14010 h 21994"/>
                <a:gd name="csX5" fmla="*/ 28572 w 68793"/>
                <a:gd name="csY5" fmla="*/ 15316 h 21994"/>
                <a:gd name="csX6" fmla="*/ 27668 w 68793"/>
                <a:gd name="csY6" fmla="*/ 21592 h 21994"/>
                <a:gd name="csX7" fmla="*/ 24454 w 68793"/>
                <a:gd name="csY7" fmla="*/ 21592 h 21994"/>
                <a:gd name="csX8" fmla="*/ 23350 w 68793"/>
                <a:gd name="csY8" fmla="*/ 7231 h 21994"/>
                <a:gd name="csX9" fmla="*/ 61061 w 68793"/>
                <a:gd name="csY9" fmla="*/ 7231 h 21994"/>
                <a:gd name="csX10" fmla="*/ 64877 w 68793"/>
                <a:gd name="csY10" fmla="*/ 6127 h 21994"/>
                <a:gd name="csX11" fmla="*/ 65630 w 68793"/>
                <a:gd name="csY11" fmla="*/ 0 h 21994"/>
                <a:gd name="csX12" fmla="*/ 68794 w 68793"/>
                <a:gd name="csY12" fmla="*/ 0 h 21994"/>
                <a:gd name="csX13" fmla="*/ 68492 w 68793"/>
                <a:gd name="csY13" fmla="*/ 10696 h 21994"/>
                <a:gd name="csX14" fmla="*/ 68794 w 68793"/>
                <a:gd name="csY14" fmla="*/ 21994 h 21994"/>
                <a:gd name="csX15" fmla="*/ 5423 w 68793"/>
                <a:gd name="csY15" fmla="*/ 17676 h 21994"/>
                <a:gd name="csX16" fmla="*/ 1707 w 68793"/>
                <a:gd name="csY16" fmla="*/ 16119 h 21994"/>
                <a:gd name="csX17" fmla="*/ 0 w 68793"/>
                <a:gd name="csY17" fmla="*/ 12252 h 21994"/>
                <a:gd name="csX18" fmla="*/ 1557 w 68793"/>
                <a:gd name="csY18" fmla="*/ 8385 h 21994"/>
                <a:gd name="csX19" fmla="*/ 5473 w 68793"/>
                <a:gd name="csY19" fmla="*/ 6779 h 21994"/>
                <a:gd name="csX20" fmla="*/ 9390 w 68793"/>
                <a:gd name="csY20" fmla="*/ 8385 h 21994"/>
                <a:gd name="csX21" fmla="*/ 10896 w 68793"/>
                <a:gd name="csY21" fmla="*/ 12252 h 21994"/>
                <a:gd name="csX22" fmla="*/ 9239 w 68793"/>
                <a:gd name="csY22" fmla="*/ 16169 h 21994"/>
                <a:gd name="csX23" fmla="*/ 5423 w 68793"/>
                <a:gd name="csY23" fmla="*/ 17676 h 21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8793" h="21994">
                  <a:moveTo>
                    <a:pt x="68794" y="21994"/>
                  </a:moveTo>
                  <a:lnTo>
                    <a:pt x="65630" y="21994"/>
                  </a:lnTo>
                  <a:cubicBezTo>
                    <a:pt x="65630" y="18346"/>
                    <a:pt x="65413" y="16103"/>
                    <a:pt x="64977" y="15266"/>
                  </a:cubicBezTo>
                  <a:cubicBezTo>
                    <a:pt x="64509" y="14429"/>
                    <a:pt x="63170" y="14010"/>
                    <a:pt x="60960" y="14010"/>
                  </a:cubicBezTo>
                  <a:lnTo>
                    <a:pt x="33292" y="14010"/>
                  </a:lnTo>
                  <a:cubicBezTo>
                    <a:pt x="30748" y="14010"/>
                    <a:pt x="29174" y="14445"/>
                    <a:pt x="28572" y="15316"/>
                  </a:cubicBezTo>
                  <a:cubicBezTo>
                    <a:pt x="27969" y="16152"/>
                    <a:pt x="27668" y="18244"/>
                    <a:pt x="27668" y="21592"/>
                  </a:cubicBezTo>
                  <a:lnTo>
                    <a:pt x="24454" y="21592"/>
                  </a:lnTo>
                  <a:lnTo>
                    <a:pt x="23350" y="7231"/>
                  </a:lnTo>
                  <a:lnTo>
                    <a:pt x="61061" y="7231"/>
                  </a:lnTo>
                  <a:cubicBezTo>
                    <a:pt x="63103" y="7231"/>
                    <a:pt x="64375" y="6863"/>
                    <a:pt x="64877" y="6127"/>
                  </a:cubicBezTo>
                  <a:cubicBezTo>
                    <a:pt x="65379" y="5390"/>
                    <a:pt x="65630" y="3347"/>
                    <a:pt x="65630" y="0"/>
                  </a:cubicBezTo>
                  <a:lnTo>
                    <a:pt x="68794" y="0"/>
                  </a:lnTo>
                  <a:cubicBezTo>
                    <a:pt x="68593" y="6997"/>
                    <a:pt x="68492" y="10563"/>
                    <a:pt x="68492" y="10696"/>
                  </a:cubicBezTo>
                  <a:cubicBezTo>
                    <a:pt x="68492" y="11633"/>
                    <a:pt x="68593" y="15400"/>
                    <a:pt x="68794" y="21994"/>
                  </a:cubicBezTo>
                  <a:moveTo>
                    <a:pt x="5423" y="17676"/>
                  </a:moveTo>
                  <a:cubicBezTo>
                    <a:pt x="4051" y="17676"/>
                    <a:pt x="2812" y="17157"/>
                    <a:pt x="1707" y="16119"/>
                  </a:cubicBezTo>
                  <a:cubicBezTo>
                    <a:pt x="569" y="15048"/>
                    <a:pt x="0" y="13759"/>
                    <a:pt x="0" y="12252"/>
                  </a:cubicBezTo>
                  <a:cubicBezTo>
                    <a:pt x="0" y="10746"/>
                    <a:pt x="519" y="9457"/>
                    <a:pt x="1557" y="8385"/>
                  </a:cubicBezTo>
                  <a:cubicBezTo>
                    <a:pt x="2561" y="7315"/>
                    <a:pt x="3866" y="6779"/>
                    <a:pt x="5473" y="6779"/>
                  </a:cubicBezTo>
                  <a:cubicBezTo>
                    <a:pt x="7047" y="6779"/>
                    <a:pt x="8352" y="7315"/>
                    <a:pt x="9390" y="8385"/>
                  </a:cubicBezTo>
                  <a:cubicBezTo>
                    <a:pt x="10394" y="9457"/>
                    <a:pt x="10896" y="10746"/>
                    <a:pt x="10896" y="12252"/>
                  </a:cubicBezTo>
                  <a:cubicBezTo>
                    <a:pt x="10896" y="13825"/>
                    <a:pt x="10344" y="15131"/>
                    <a:pt x="9239" y="16169"/>
                  </a:cubicBezTo>
                  <a:cubicBezTo>
                    <a:pt x="8135" y="17174"/>
                    <a:pt x="6863" y="17676"/>
                    <a:pt x="5423" y="17676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4C1F791C-06AD-9A73-24C7-3C2B6A2E6058}"/>
                </a:ext>
              </a:extLst>
            </p:cNvPr>
            <p:cNvSpPr/>
            <p:nvPr/>
          </p:nvSpPr>
          <p:spPr>
            <a:xfrm>
              <a:off x="428223" y="2171234"/>
              <a:ext cx="45443" cy="80292"/>
            </a:xfrm>
            <a:custGeom>
              <a:avLst/>
              <a:gdLst>
                <a:gd name="csX0" fmla="*/ 45444 w 45443"/>
                <a:gd name="csY0" fmla="*/ 80292 h 80292"/>
                <a:gd name="csX1" fmla="*/ 42281 w 45443"/>
                <a:gd name="csY1" fmla="*/ 80292 h 80292"/>
                <a:gd name="csX2" fmla="*/ 41628 w 45443"/>
                <a:gd name="csY2" fmla="*/ 73563 h 80292"/>
                <a:gd name="csX3" fmla="*/ 37611 w 45443"/>
                <a:gd name="csY3" fmla="*/ 72308 h 80292"/>
                <a:gd name="csX4" fmla="*/ 10043 w 45443"/>
                <a:gd name="csY4" fmla="*/ 72308 h 80292"/>
                <a:gd name="csX5" fmla="*/ 5273 w 45443"/>
                <a:gd name="csY5" fmla="*/ 73665 h 80292"/>
                <a:gd name="csX6" fmla="*/ 4318 w 45443"/>
                <a:gd name="csY6" fmla="*/ 80292 h 80292"/>
                <a:gd name="csX7" fmla="*/ 1105 w 45443"/>
                <a:gd name="csY7" fmla="*/ 80292 h 80292"/>
                <a:gd name="csX8" fmla="*/ 0 w 45443"/>
                <a:gd name="csY8" fmla="*/ 65830 h 80292"/>
                <a:gd name="csX9" fmla="*/ 10796 w 45443"/>
                <a:gd name="csY9" fmla="*/ 65830 h 80292"/>
                <a:gd name="csX10" fmla="*/ 0 w 45443"/>
                <a:gd name="csY10" fmla="*/ 50617 h 80292"/>
                <a:gd name="csX11" fmla="*/ 10043 w 45443"/>
                <a:gd name="csY11" fmla="*/ 36908 h 80292"/>
                <a:gd name="csX12" fmla="*/ 3063 w 45443"/>
                <a:gd name="csY12" fmla="*/ 31484 h 80292"/>
                <a:gd name="csX13" fmla="*/ 0 w 45443"/>
                <a:gd name="csY13" fmla="*/ 21993 h 80292"/>
                <a:gd name="csX14" fmla="*/ 3816 w 45443"/>
                <a:gd name="csY14" fmla="*/ 11197 h 80292"/>
                <a:gd name="csX15" fmla="*/ 9239 w 45443"/>
                <a:gd name="csY15" fmla="*/ 8487 h 80292"/>
                <a:gd name="csX16" fmla="*/ 19533 w 45443"/>
                <a:gd name="csY16" fmla="*/ 8033 h 80292"/>
                <a:gd name="csX17" fmla="*/ 39167 w 45443"/>
                <a:gd name="csY17" fmla="*/ 8033 h 80292"/>
                <a:gd name="csX18" fmla="*/ 41828 w 45443"/>
                <a:gd name="csY18" fmla="*/ 6277 h 80292"/>
                <a:gd name="csX19" fmla="*/ 42281 w 45443"/>
                <a:gd name="csY19" fmla="*/ 0 h 80292"/>
                <a:gd name="csX20" fmla="*/ 45444 w 45443"/>
                <a:gd name="csY20" fmla="*/ 0 h 80292"/>
                <a:gd name="csX21" fmla="*/ 45143 w 45443"/>
                <a:gd name="csY21" fmla="*/ 11499 h 80292"/>
                <a:gd name="csX22" fmla="*/ 45444 w 45443"/>
                <a:gd name="csY22" fmla="*/ 23149 h 80292"/>
                <a:gd name="csX23" fmla="*/ 42281 w 45443"/>
                <a:gd name="csY23" fmla="*/ 23149 h 80292"/>
                <a:gd name="csX24" fmla="*/ 41628 w 45443"/>
                <a:gd name="csY24" fmla="*/ 16420 h 80292"/>
                <a:gd name="csX25" fmla="*/ 37611 w 45443"/>
                <a:gd name="csY25" fmla="*/ 15114 h 80292"/>
                <a:gd name="csX26" fmla="*/ 13658 w 45443"/>
                <a:gd name="csY26" fmla="*/ 15114 h 80292"/>
                <a:gd name="csX27" fmla="*/ 5373 w 45443"/>
                <a:gd name="csY27" fmla="*/ 16721 h 80292"/>
                <a:gd name="csX28" fmla="*/ 2260 w 45443"/>
                <a:gd name="csY28" fmla="*/ 22746 h 80292"/>
                <a:gd name="csX29" fmla="*/ 6729 w 45443"/>
                <a:gd name="csY29" fmla="*/ 32339 h 80292"/>
                <a:gd name="csX30" fmla="*/ 18730 w 45443"/>
                <a:gd name="csY30" fmla="*/ 36606 h 80292"/>
                <a:gd name="csX31" fmla="*/ 37611 w 45443"/>
                <a:gd name="csY31" fmla="*/ 36606 h 80292"/>
                <a:gd name="csX32" fmla="*/ 41628 w 45443"/>
                <a:gd name="csY32" fmla="*/ 35351 h 80292"/>
                <a:gd name="csX33" fmla="*/ 42281 w 45443"/>
                <a:gd name="csY33" fmla="*/ 28572 h 80292"/>
                <a:gd name="csX34" fmla="*/ 45444 w 45443"/>
                <a:gd name="csY34" fmla="*/ 28572 h 80292"/>
                <a:gd name="csX35" fmla="*/ 45143 w 45443"/>
                <a:gd name="csY35" fmla="*/ 40121 h 80292"/>
                <a:gd name="csX36" fmla="*/ 45444 w 45443"/>
                <a:gd name="csY36" fmla="*/ 51721 h 80292"/>
                <a:gd name="csX37" fmla="*/ 42281 w 45443"/>
                <a:gd name="csY37" fmla="*/ 51721 h 80292"/>
                <a:gd name="csX38" fmla="*/ 41628 w 45443"/>
                <a:gd name="csY38" fmla="*/ 44992 h 80292"/>
                <a:gd name="csX39" fmla="*/ 37611 w 45443"/>
                <a:gd name="csY39" fmla="*/ 43686 h 80292"/>
                <a:gd name="csX40" fmla="*/ 13658 w 45443"/>
                <a:gd name="csY40" fmla="*/ 43686 h 80292"/>
                <a:gd name="csX41" fmla="*/ 5373 w 45443"/>
                <a:gd name="csY41" fmla="*/ 45294 h 80292"/>
                <a:gd name="csX42" fmla="*/ 2260 w 45443"/>
                <a:gd name="csY42" fmla="*/ 51319 h 80292"/>
                <a:gd name="csX43" fmla="*/ 6729 w 45443"/>
                <a:gd name="csY43" fmla="*/ 60910 h 80292"/>
                <a:gd name="csX44" fmla="*/ 18730 w 45443"/>
                <a:gd name="csY44" fmla="*/ 65178 h 80292"/>
                <a:gd name="csX45" fmla="*/ 37611 w 45443"/>
                <a:gd name="csY45" fmla="*/ 65178 h 80292"/>
                <a:gd name="csX46" fmla="*/ 41628 w 45443"/>
                <a:gd name="csY46" fmla="*/ 63922 h 80292"/>
                <a:gd name="csX47" fmla="*/ 42281 w 45443"/>
                <a:gd name="csY47" fmla="*/ 57194 h 80292"/>
                <a:gd name="csX48" fmla="*/ 45444 w 45443"/>
                <a:gd name="csY48" fmla="*/ 57194 h 80292"/>
                <a:gd name="csX49" fmla="*/ 45143 w 45443"/>
                <a:gd name="csY49" fmla="*/ 68692 h 80292"/>
                <a:gd name="csX50" fmla="*/ 45444 w 45443"/>
                <a:gd name="csY50" fmla="*/ 80292 h 80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45443" h="80292">
                  <a:moveTo>
                    <a:pt x="45444" y="80292"/>
                  </a:moveTo>
                  <a:lnTo>
                    <a:pt x="42281" y="80292"/>
                  </a:lnTo>
                  <a:cubicBezTo>
                    <a:pt x="42281" y="76643"/>
                    <a:pt x="42063" y="74401"/>
                    <a:pt x="41628" y="73563"/>
                  </a:cubicBezTo>
                  <a:cubicBezTo>
                    <a:pt x="41159" y="72726"/>
                    <a:pt x="39820" y="72308"/>
                    <a:pt x="37611" y="72308"/>
                  </a:cubicBezTo>
                  <a:lnTo>
                    <a:pt x="10043" y="72308"/>
                  </a:lnTo>
                  <a:cubicBezTo>
                    <a:pt x="7499" y="72308"/>
                    <a:pt x="5909" y="72760"/>
                    <a:pt x="5273" y="73665"/>
                  </a:cubicBezTo>
                  <a:cubicBezTo>
                    <a:pt x="4636" y="74534"/>
                    <a:pt x="4318" y="76743"/>
                    <a:pt x="4318" y="80292"/>
                  </a:cubicBezTo>
                  <a:lnTo>
                    <a:pt x="1105" y="80292"/>
                  </a:lnTo>
                  <a:lnTo>
                    <a:pt x="0" y="65830"/>
                  </a:lnTo>
                  <a:lnTo>
                    <a:pt x="10796" y="65830"/>
                  </a:lnTo>
                  <a:cubicBezTo>
                    <a:pt x="3599" y="62616"/>
                    <a:pt x="0" y="57545"/>
                    <a:pt x="0" y="50617"/>
                  </a:cubicBezTo>
                  <a:cubicBezTo>
                    <a:pt x="0" y="42582"/>
                    <a:pt x="3348" y="38013"/>
                    <a:pt x="10043" y="36908"/>
                  </a:cubicBezTo>
                  <a:cubicBezTo>
                    <a:pt x="7432" y="35736"/>
                    <a:pt x="5105" y="33928"/>
                    <a:pt x="3063" y="31484"/>
                  </a:cubicBezTo>
                  <a:cubicBezTo>
                    <a:pt x="1021" y="29006"/>
                    <a:pt x="0" y="25843"/>
                    <a:pt x="0" y="21993"/>
                  </a:cubicBezTo>
                  <a:cubicBezTo>
                    <a:pt x="0" y="16839"/>
                    <a:pt x="1272" y="13240"/>
                    <a:pt x="3816" y="11197"/>
                  </a:cubicBezTo>
                  <a:cubicBezTo>
                    <a:pt x="5524" y="9691"/>
                    <a:pt x="7331" y="8788"/>
                    <a:pt x="9239" y="8487"/>
                  </a:cubicBezTo>
                  <a:cubicBezTo>
                    <a:pt x="11148" y="8184"/>
                    <a:pt x="14579" y="8033"/>
                    <a:pt x="19533" y="8033"/>
                  </a:cubicBezTo>
                  <a:lnTo>
                    <a:pt x="39167" y="8033"/>
                  </a:lnTo>
                  <a:cubicBezTo>
                    <a:pt x="40607" y="7967"/>
                    <a:pt x="41494" y="7382"/>
                    <a:pt x="41828" y="6277"/>
                  </a:cubicBezTo>
                  <a:cubicBezTo>
                    <a:pt x="42130" y="5172"/>
                    <a:pt x="42281" y="3080"/>
                    <a:pt x="42281" y="0"/>
                  </a:cubicBezTo>
                  <a:lnTo>
                    <a:pt x="45444" y="0"/>
                  </a:lnTo>
                  <a:cubicBezTo>
                    <a:pt x="45243" y="6996"/>
                    <a:pt x="45143" y="10829"/>
                    <a:pt x="45143" y="11499"/>
                  </a:cubicBezTo>
                  <a:cubicBezTo>
                    <a:pt x="45143" y="12035"/>
                    <a:pt x="45243" y="15918"/>
                    <a:pt x="45444" y="23149"/>
                  </a:cubicBezTo>
                  <a:lnTo>
                    <a:pt x="42281" y="23149"/>
                  </a:lnTo>
                  <a:cubicBezTo>
                    <a:pt x="42281" y="19499"/>
                    <a:pt x="42063" y="17257"/>
                    <a:pt x="41628" y="16420"/>
                  </a:cubicBezTo>
                  <a:cubicBezTo>
                    <a:pt x="41159" y="15550"/>
                    <a:pt x="39820" y="15114"/>
                    <a:pt x="37611" y="15114"/>
                  </a:cubicBezTo>
                  <a:lnTo>
                    <a:pt x="13658" y="15114"/>
                  </a:lnTo>
                  <a:cubicBezTo>
                    <a:pt x="10177" y="15114"/>
                    <a:pt x="7415" y="15650"/>
                    <a:pt x="5373" y="16721"/>
                  </a:cubicBezTo>
                  <a:cubicBezTo>
                    <a:pt x="3297" y="17793"/>
                    <a:pt x="2260" y="19801"/>
                    <a:pt x="2260" y="22746"/>
                  </a:cubicBezTo>
                  <a:cubicBezTo>
                    <a:pt x="2260" y="26295"/>
                    <a:pt x="3749" y="29492"/>
                    <a:pt x="6729" y="32339"/>
                  </a:cubicBezTo>
                  <a:cubicBezTo>
                    <a:pt x="9708" y="35184"/>
                    <a:pt x="13709" y="36606"/>
                    <a:pt x="18730" y="36606"/>
                  </a:cubicBezTo>
                  <a:lnTo>
                    <a:pt x="37611" y="36606"/>
                  </a:lnTo>
                  <a:cubicBezTo>
                    <a:pt x="39820" y="36606"/>
                    <a:pt x="41159" y="36188"/>
                    <a:pt x="41628" y="35351"/>
                  </a:cubicBezTo>
                  <a:cubicBezTo>
                    <a:pt x="42063" y="34480"/>
                    <a:pt x="42281" y="32220"/>
                    <a:pt x="42281" y="28572"/>
                  </a:cubicBezTo>
                  <a:lnTo>
                    <a:pt x="45444" y="28572"/>
                  </a:lnTo>
                  <a:cubicBezTo>
                    <a:pt x="45243" y="35569"/>
                    <a:pt x="45143" y="39418"/>
                    <a:pt x="45143" y="40121"/>
                  </a:cubicBezTo>
                  <a:cubicBezTo>
                    <a:pt x="45143" y="40657"/>
                    <a:pt x="45243" y="44523"/>
                    <a:pt x="45444" y="51721"/>
                  </a:cubicBezTo>
                  <a:lnTo>
                    <a:pt x="42281" y="51721"/>
                  </a:lnTo>
                  <a:cubicBezTo>
                    <a:pt x="42281" y="48072"/>
                    <a:pt x="42063" y="45829"/>
                    <a:pt x="41628" y="44992"/>
                  </a:cubicBezTo>
                  <a:cubicBezTo>
                    <a:pt x="41159" y="44121"/>
                    <a:pt x="39820" y="43686"/>
                    <a:pt x="37611" y="43686"/>
                  </a:cubicBezTo>
                  <a:lnTo>
                    <a:pt x="13658" y="43686"/>
                  </a:lnTo>
                  <a:cubicBezTo>
                    <a:pt x="10177" y="43686"/>
                    <a:pt x="7415" y="44222"/>
                    <a:pt x="5373" y="45294"/>
                  </a:cubicBezTo>
                  <a:cubicBezTo>
                    <a:pt x="3297" y="46365"/>
                    <a:pt x="2260" y="48373"/>
                    <a:pt x="2260" y="51319"/>
                  </a:cubicBezTo>
                  <a:cubicBezTo>
                    <a:pt x="2260" y="54868"/>
                    <a:pt x="3749" y="58065"/>
                    <a:pt x="6729" y="60910"/>
                  </a:cubicBezTo>
                  <a:cubicBezTo>
                    <a:pt x="9708" y="63755"/>
                    <a:pt x="13709" y="65178"/>
                    <a:pt x="18730" y="65178"/>
                  </a:cubicBezTo>
                  <a:lnTo>
                    <a:pt x="37611" y="65178"/>
                  </a:lnTo>
                  <a:cubicBezTo>
                    <a:pt x="39820" y="65178"/>
                    <a:pt x="41159" y="64759"/>
                    <a:pt x="41628" y="63922"/>
                  </a:cubicBezTo>
                  <a:cubicBezTo>
                    <a:pt x="42063" y="63052"/>
                    <a:pt x="42281" y="60809"/>
                    <a:pt x="42281" y="57194"/>
                  </a:cubicBezTo>
                  <a:lnTo>
                    <a:pt x="45444" y="57194"/>
                  </a:lnTo>
                  <a:cubicBezTo>
                    <a:pt x="45243" y="64191"/>
                    <a:pt x="45143" y="68024"/>
                    <a:pt x="45143" y="68692"/>
                  </a:cubicBezTo>
                  <a:cubicBezTo>
                    <a:pt x="45143" y="69228"/>
                    <a:pt x="45243" y="73095"/>
                    <a:pt x="45444" y="8029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F4F917C8-2EA0-2A2C-DB71-FC628B7F552B}"/>
                </a:ext>
              </a:extLst>
            </p:cNvPr>
            <p:cNvSpPr/>
            <p:nvPr/>
          </p:nvSpPr>
          <p:spPr>
            <a:xfrm>
              <a:off x="427570" y="2119102"/>
              <a:ext cx="47251" cy="46397"/>
            </a:xfrm>
            <a:custGeom>
              <a:avLst/>
              <a:gdLst>
                <a:gd name="csX0" fmla="*/ 36305 w 47251"/>
                <a:gd name="csY0" fmla="*/ 46398 h 46397"/>
                <a:gd name="csX1" fmla="*/ 22948 w 47251"/>
                <a:gd name="csY1" fmla="*/ 36104 h 46397"/>
                <a:gd name="csX2" fmla="*/ 19232 w 47251"/>
                <a:gd name="csY2" fmla="*/ 17174 h 46397"/>
                <a:gd name="csX3" fmla="*/ 15466 w 47251"/>
                <a:gd name="csY3" fmla="*/ 17174 h 46397"/>
                <a:gd name="csX4" fmla="*/ 5724 w 47251"/>
                <a:gd name="csY4" fmla="*/ 20538 h 46397"/>
                <a:gd name="csX5" fmla="*/ 2310 w 47251"/>
                <a:gd name="csY5" fmla="*/ 28069 h 46397"/>
                <a:gd name="csX6" fmla="*/ 7030 w 47251"/>
                <a:gd name="csY6" fmla="*/ 39217 h 46397"/>
                <a:gd name="csX7" fmla="*/ 8687 w 47251"/>
                <a:gd name="csY7" fmla="*/ 35049 h 46397"/>
                <a:gd name="csX8" fmla="*/ 11750 w 47251"/>
                <a:gd name="csY8" fmla="*/ 33945 h 46397"/>
                <a:gd name="csX9" fmla="*/ 15165 w 47251"/>
                <a:gd name="csY9" fmla="*/ 35251 h 46397"/>
                <a:gd name="csX10" fmla="*/ 16470 w 47251"/>
                <a:gd name="csY10" fmla="*/ 38665 h 46397"/>
                <a:gd name="csX11" fmla="*/ 15215 w 47251"/>
                <a:gd name="csY11" fmla="*/ 42079 h 46397"/>
                <a:gd name="csX12" fmla="*/ 11650 w 47251"/>
                <a:gd name="csY12" fmla="*/ 43436 h 46397"/>
                <a:gd name="csX13" fmla="*/ 3314 w 47251"/>
                <a:gd name="csY13" fmla="*/ 38916 h 46397"/>
                <a:gd name="csX14" fmla="*/ 0 w 47251"/>
                <a:gd name="csY14" fmla="*/ 27869 h 46397"/>
                <a:gd name="csX15" fmla="*/ 5674 w 47251"/>
                <a:gd name="csY15" fmla="*/ 13810 h 46397"/>
                <a:gd name="csX16" fmla="*/ 9691 w 47251"/>
                <a:gd name="csY16" fmla="*/ 11197 h 46397"/>
                <a:gd name="csX17" fmla="*/ 13457 w 47251"/>
                <a:gd name="csY17" fmla="*/ 10194 h 46397"/>
                <a:gd name="csX18" fmla="*/ 17826 w 47251"/>
                <a:gd name="csY18" fmla="*/ 10093 h 46397"/>
                <a:gd name="csX19" fmla="*/ 38364 w 47251"/>
                <a:gd name="csY19" fmla="*/ 10093 h 46397"/>
                <a:gd name="csX20" fmla="*/ 39971 w 47251"/>
                <a:gd name="csY20" fmla="*/ 9892 h 46397"/>
                <a:gd name="csX21" fmla="*/ 42281 w 47251"/>
                <a:gd name="csY21" fmla="*/ 8787 h 46397"/>
                <a:gd name="csX22" fmla="*/ 43536 w 47251"/>
                <a:gd name="csY22" fmla="*/ 6277 h 46397"/>
                <a:gd name="csX23" fmla="*/ 36958 w 47251"/>
                <a:gd name="csY23" fmla="*/ 2611 h 46397"/>
                <a:gd name="csX24" fmla="*/ 31183 w 47251"/>
                <a:gd name="csY24" fmla="*/ 2611 h 46397"/>
                <a:gd name="csX25" fmla="*/ 31183 w 47251"/>
                <a:gd name="csY25" fmla="*/ 0 h 46397"/>
                <a:gd name="csX26" fmla="*/ 36958 w 47251"/>
                <a:gd name="csY26" fmla="*/ 0 h 46397"/>
                <a:gd name="csX27" fmla="*/ 44590 w 47251"/>
                <a:gd name="csY27" fmla="*/ 2913 h 46397"/>
                <a:gd name="csX28" fmla="*/ 46699 w 47251"/>
                <a:gd name="csY28" fmla="*/ 8436 h 46397"/>
                <a:gd name="csX29" fmla="*/ 44189 w 47251"/>
                <a:gd name="csY29" fmla="*/ 14010 h 46397"/>
                <a:gd name="csX30" fmla="*/ 38263 w 47251"/>
                <a:gd name="csY30" fmla="*/ 16471 h 46397"/>
                <a:gd name="csX31" fmla="*/ 44741 w 47251"/>
                <a:gd name="csY31" fmla="*/ 21592 h 46397"/>
                <a:gd name="csX32" fmla="*/ 47252 w 47251"/>
                <a:gd name="csY32" fmla="*/ 29928 h 46397"/>
                <a:gd name="csX33" fmla="*/ 46298 w 47251"/>
                <a:gd name="csY33" fmla="*/ 37159 h 46397"/>
                <a:gd name="csX34" fmla="*/ 42833 w 47251"/>
                <a:gd name="csY34" fmla="*/ 43536 h 46397"/>
                <a:gd name="csX35" fmla="*/ 36305 w 47251"/>
                <a:gd name="csY35" fmla="*/ 46398 h 46397"/>
                <a:gd name="csX36" fmla="*/ 36205 w 47251"/>
                <a:gd name="csY36" fmla="*/ 38464 h 46397"/>
                <a:gd name="csX37" fmla="*/ 42481 w 47251"/>
                <a:gd name="csY37" fmla="*/ 35752 h 46397"/>
                <a:gd name="csX38" fmla="*/ 44942 w 47251"/>
                <a:gd name="csY38" fmla="*/ 29225 h 46397"/>
                <a:gd name="csX39" fmla="*/ 41628 w 47251"/>
                <a:gd name="csY39" fmla="*/ 21041 h 46397"/>
                <a:gd name="csX40" fmla="*/ 31685 w 47251"/>
                <a:gd name="csY40" fmla="*/ 17174 h 46397"/>
                <a:gd name="csX41" fmla="*/ 21391 w 47251"/>
                <a:gd name="csY41" fmla="*/ 17174 h 46397"/>
                <a:gd name="csX42" fmla="*/ 26363 w 47251"/>
                <a:gd name="csY42" fmla="*/ 33544 h 46397"/>
                <a:gd name="csX43" fmla="*/ 36205 w 47251"/>
                <a:gd name="csY43" fmla="*/ 38464 h 463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7251" h="46397">
                  <a:moveTo>
                    <a:pt x="36305" y="46398"/>
                  </a:moveTo>
                  <a:cubicBezTo>
                    <a:pt x="30480" y="46398"/>
                    <a:pt x="26028" y="42967"/>
                    <a:pt x="22948" y="36104"/>
                  </a:cubicBezTo>
                  <a:cubicBezTo>
                    <a:pt x="20973" y="31987"/>
                    <a:pt x="19734" y="25677"/>
                    <a:pt x="19232" y="17174"/>
                  </a:cubicBezTo>
                  <a:lnTo>
                    <a:pt x="15466" y="17174"/>
                  </a:lnTo>
                  <a:cubicBezTo>
                    <a:pt x="11214" y="17174"/>
                    <a:pt x="7967" y="18295"/>
                    <a:pt x="5724" y="20538"/>
                  </a:cubicBezTo>
                  <a:cubicBezTo>
                    <a:pt x="3448" y="22747"/>
                    <a:pt x="2310" y="25258"/>
                    <a:pt x="2310" y="28069"/>
                  </a:cubicBezTo>
                  <a:cubicBezTo>
                    <a:pt x="2310" y="33091"/>
                    <a:pt x="3883" y="36807"/>
                    <a:pt x="7030" y="39217"/>
                  </a:cubicBezTo>
                  <a:cubicBezTo>
                    <a:pt x="7097" y="37176"/>
                    <a:pt x="7649" y="35786"/>
                    <a:pt x="8687" y="35049"/>
                  </a:cubicBezTo>
                  <a:cubicBezTo>
                    <a:pt x="9691" y="34313"/>
                    <a:pt x="10712" y="33945"/>
                    <a:pt x="11750" y="33945"/>
                  </a:cubicBezTo>
                  <a:cubicBezTo>
                    <a:pt x="13123" y="33945"/>
                    <a:pt x="14261" y="34380"/>
                    <a:pt x="15165" y="35251"/>
                  </a:cubicBezTo>
                  <a:cubicBezTo>
                    <a:pt x="16035" y="36087"/>
                    <a:pt x="16470" y="37225"/>
                    <a:pt x="16470" y="38665"/>
                  </a:cubicBezTo>
                  <a:cubicBezTo>
                    <a:pt x="16470" y="40038"/>
                    <a:pt x="16052" y="41176"/>
                    <a:pt x="15215" y="42079"/>
                  </a:cubicBezTo>
                  <a:cubicBezTo>
                    <a:pt x="14345" y="42984"/>
                    <a:pt x="13156" y="43436"/>
                    <a:pt x="11650" y="43436"/>
                  </a:cubicBezTo>
                  <a:cubicBezTo>
                    <a:pt x="8302" y="43436"/>
                    <a:pt x="5524" y="41929"/>
                    <a:pt x="3314" y="38916"/>
                  </a:cubicBezTo>
                  <a:cubicBezTo>
                    <a:pt x="1105" y="35869"/>
                    <a:pt x="0" y="32187"/>
                    <a:pt x="0" y="27869"/>
                  </a:cubicBezTo>
                  <a:cubicBezTo>
                    <a:pt x="0" y="22245"/>
                    <a:pt x="1891" y="17558"/>
                    <a:pt x="5674" y="13810"/>
                  </a:cubicBezTo>
                  <a:cubicBezTo>
                    <a:pt x="6846" y="12638"/>
                    <a:pt x="8185" y="11767"/>
                    <a:pt x="9691" y="11197"/>
                  </a:cubicBezTo>
                  <a:cubicBezTo>
                    <a:pt x="11198" y="10595"/>
                    <a:pt x="12453" y="10260"/>
                    <a:pt x="13457" y="10194"/>
                  </a:cubicBezTo>
                  <a:cubicBezTo>
                    <a:pt x="14428" y="10127"/>
                    <a:pt x="15884" y="10093"/>
                    <a:pt x="17826" y="10093"/>
                  </a:cubicBezTo>
                  <a:lnTo>
                    <a:pt x="38364" y="10093"/>
                  </a:lnTo>
                  <a:cubicBezTo>
                    <a:pt x="38765" y="10093"/>
                    <a:pt x="39301" y="10026"/>
                    <a:pt x="39971" y="9892"/>
                  </a:cubicBezTo>
                  <a:cubicBezTo>
                    <a:pt x="40640" y="9759"/>
                    <a:pt x="41410" y="9390"/>
                    <a:pt x="42281" y="8787"/>
                  </a:cubicBezTo>
                  <a:cubicBezTo>
                    <a:pt x="43117" y="8151"/>
                    <a:pt x="43536" y="7314"/>
                    <a:pt x="43536" y="6277"/>
                  </a:cubicBezTo>
                  <a:cubicBezTo>
                    <a:pt x="43536" y="3799"/>
                    <a:pt x="41343" y="2577"/>
                    <a:pt x="36958" y="2611"/>
                  </a:cubicBezTo>
                  <a:lnTo>
                    <a:pt x="31183" y="2611"/>
                  </a:lnTo>
                  <a:lnTo>
                    <a:pt x="31183" y="0"/>
                  </a:lnTo>
                  <a:lnTo>
                    <a:pt x="36958" y="0"/>
                  </a:lnTo>
                  <a:cubicBezTo>
                    <a:pt x="40607" y="0"/>
                    <a:pt x="43151" y="971"/>
                    <a:pt x="44590" y="2913"/>
                  </a:cubicBezTo>
                  <a:cubicBezTo>
                    <a:pt x="45996" y="4821"/>
                    <a:pt x="46699" y="6662"/>
                    <a:pt x="46699" y="8436"/>
                  </a:cubicBezTo>
                  <a:cubicBezTo>
                    <a:pt x="46699" y="10713"/>
                    <a:pt x="45862" y="12571"/>
                    <a:pt x="44189" y="14010"/>
                  </a:cubicBezTo>
                  <a:cubicBezTo>
                    <a:pt x="42515" y="15450"/>
                    <a:pt x="40540" y="16270"/>
                    <a:pt x="38263" y="16471"/>
                  </a:cubicBezTo>
                  <a:cubicBezTo>
                    <a:pt x="40875" y="17508"/>
                    <a:pt x="43034" y="19215"/>
                    <a:pt x="44741" y="21592"/>
                  </a:cubicBezTo>
                  <a:cubicBezTo>
                    <a:pt x="46415" y="23936"/>
                    <a:pt x="47252" y="26715"/>
                    <a:pt x="47252" y="29928"/>
                  </a:cubicBezTo>
                  <a:cubicBezTo>
                    <a:pt x="47252" y="32405"/>
                    <a:pt x="46934" y="34815"/>
                    <a:pt x="46298" y="37159"/>
                  </a:cubicBezTo>
                  <a:cubicBezTo>
                    <a:pt x="45695" y="39468"/>
                    <a:pt x="44540" y="41594"/>
                    <a:pt x="42833" y="43536"/>
                  </a:cubicBezTo>
                  <a:cubicBezTo>
                    <a:pt x="41092" y="45444"/>
                    <a:pt x="38916" y="46398"/>
                    <a:pt x="36305" y="46398"/>
                  </a:cubicBezTo>
                  <a:moveTo>
                    <a:pt x="36205" y="38464"/>
                  </a:moveTo>
                  <a:cubicBezTo>
                    <a:pt x="38749" y="38464"/>
                    <a:pt x="40841" y="37560"/>
                    <a:pt x="42481" y="35752"/>
                  </a:cubicBezTo>
                  <a:cubicBezTo>
                    <a:pt x="44122" y="33945"/>
                    <a:pt x="44942" y="31769"/>
                    <a:pt x="44942" y="29225"/>
                  </a:cubicBezTo>
                  <a:cubicBezTo>
                    <a:pt x="44942" y="26347"/>
                    <a:pt x="43837" y="23618"/>
                    <a:pt x="41628" y="21041"/>
                  </a:cubicBezTo>
                  <a:cubicBezTo>
                    <a:pt x="39385" y="18463"/>
                    <a:pt x="36071" y="17174"/>
                    <a:pt x="31685" y="17174"/>
                  </a:cubicBezTo>
                  <a:lnTo>
                    <a:pt x="21391" y="17174"/>
                  </a:lnTo>
                  <a:cubicBezTo>
                    <a:pt x="21659" y="24772"/>
                    <a:pt x="23316" y="30229"/>
                    <a:pt x="26363" y="33544"/>
                  </a:cubicBezTo>
                  <a:cubicBezTo>
                    <a:pt x="29375" y="36824"/>
                    <a:pt x="32656" y="38464"/>
                    <a:pt x="36205" y="3846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FA91E484-4484-A542-659D-9C73929907DB}"/>
                </a:ext>
              </a:extLst>
            </p:cNvPr>
            <p:cNvSpPr/>
            <p:nvPr/>
          </p:nvSpPr>
          <p:spPr>
            <a:xfrm>
              <a:off x="410397" y="2084445"/>
              <a:ext cx="64425" cy="32188"/>
            </a:xfrm>
            <a:custGeom>
              <a:avLst/>
              <a:gdLst>
                <a:gd name="csX0" fmla="*/ 22145 w 64425"/>
                <a:gd name="csY0" fmla="*/ 32188 h 32188"/>
                <a:gd name="csX1" fmla="*/ 19885 w 64425"/>
                <a:gd name="csY1" fmla="*/ 32188 h 32188"/>
                <a:gd name="csX2" fmla="*/ 16370 w 64425"/>
                <a:gd name="csY2" fmla="*/ 24354 h 32188"/>
                <a:gd name="csX3" fmla="*/ 8888 w 64425"/>
                <a:gd name="csY3" fmla="*/ 20137 h 32188"/>
                <a:gd name="csX4" fmla="*/ 0 w 64425"/>
                <a:gd name="csY4" fmla="*/ 18932 h 32188"/>
                <a:gd name="csX5" fmla="*/ 0 w 64425"/>
                <a:gd name="csY5" fmla="*/ 16370 h 32188"/>
                <a:gd name="csX6" fmla="*/ 18931 w 64425"/>
                <a:gd name="csY6" fmla="*/ 16370 h 32188"/>
                <a:gd name="csX7" fmla="*/ 18931 w 64425"/>
                <a:gd name="csY7" fmla="*/ 1658 h 32188"/>
                <a:gd name="csX8" fmla="*/ 22145 w 64425"/>
                <a:gd name="csY8" fmla="*/ 1658 h 32188"/>
                <a:gd name="csX9" fmla="*/ 22145 w 64425"/>
                <a:gd name="csY9" fmla="*/ 16370 h 32188"/>
                <a:gd name="csX10" fmla="*/ 50717 w 64425"/>
                <a:gd name="csY10" fmla="*/ 16370 h 32188"/>
                <a:gd name="csX11" fmla="*/ 61814 w 64425"/>
                <a:gd name="csY11" fmla="*/ 9441 h 32188"/>
                <a:gd name="csX12" fmla="*/ 58801 w 64425"/>
                <a:gd name="csY12" fmla="*/ 4520 h 32188"/>
                <a:gd name="csX13" fmla="*/ 50315 w 64425"/>
                <a:gd name="csY13" fmla="*/ 2562 h 32188"/>
                <a:gd name="csX14" fmla="*/ 44641 w 64425"/>
                <a:gd name="csY14" fmla="*/ 2562 h 32188"/>
                <a:gd name="csX15" fmla="*/ 44641 w 64425"/>
                <a:gd name="csY15" fmla="*/ 0 h 32188"/>
                <a:gd name="csX16" fmla="*/ 50516 w 64425"/>
                <a:gd name="csY16" fmla="*/ 0 h 32188"/>
                <a:gd name="csX17" fmla="*/ 60257 w 64425"/>
                <a:gd name="csY17" fmla="*/ 2562 h 32188"/>
                <a:gd name="csX18" fmla="*/ 64425 w 64425"/>
                <a:gd name="csY18" fmla="*/ 10194 h 32188"/>
                <a:gd name="csX19" fmla="*/ 63923 w 64425"/>
                <a:gd name="csY19" fmla="*/ 13911 h 32188"/>
                <a:gd name="csX20" fmla="*/ 62266 w 64425"/>
                <a:gd name="csY20" fmla="*/ 18128 h 32188"/>
                <a:gd name="csX21" fmla="*/ 57998 w 64425"/>
                <a:gd name="csY21" fmla="*/ 21994 h 32188"/>
                <a:gd name="csX22" fmla="*/ 50516 w 64425"/>
                <a:gd name="csY22" fmla="*/ 23451 h 32188"/>
                <a:gd name="csX23" fmla="*/ 22145 w 64425"/>
                <a:gd name="csY23" fmla="*/ 23451 h 32188"/>
                <a:gd name="csX24" fmla="*/ 22145 w 64425"/>
                <a:gd name="csY24" fmla="*/ 32188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425" h="32188">
                  <a:moveTo>
                    <a:pt x="22145" y="32188"/>
                  </a:moveTo>
                  <a:lnTo>
                    <a:pt x="19885" y="32188"/>
                  </a:lnTo>
                  <a:cubicBezTo>
                    <a:pt x="19751" y="29041"/>
                    <a:pt x="18579" y="26430"/>
                    <a:pt x="16370" y="24354"/>
                  </a:cubicBezTo>
                  <a:cubicBezTo>
                    <a:pt x="14127" y="22245"/>
                    <a:pt x="11633" y="20839"/>
                    <a:pt x="8888" y="20137"/>
                  </a:cubicBezTo>
                  <a:cubicBezTo>
                    <a:pt x="6143" y="19400"/>
                    <a:pt x="3180" y="18998"/>
                    <a:pt x="0" y="18932"/>
                  </a:cubicBezTo>
                  <a:lnTo>
                    <a:pt x="0" y="16370"/>
                  </a:lnTo>
                  <a:lnTo>
                    <a:pt x="18931" y="16370"/>
                  </a:lnTo>
                  <a:lnTo>
                    <a:pt x="18931" y="1658"/>
                  </a:lnTo>
                  <a:lnTo>
                    <a:pt x="22145" y="1658"/>
                  </a:lnTo>
                  <a:lnTo>
                    <a:pt x="22145" y="16370"/>
                  </a:lnTo>
                  <a:lnTo>
                    <a:pt x="50717" y="16370"/>
                  </a:lnTo>
                  <a:cubicBezTo>
                    <a:pt x="58115" y="16370"/>
                    <a:pt x="61814" y="14060"/>
                    <a:pt x="61814" y="9441"/>
                  </a:cubicBezTo>
                  <a:cubicBezTo>
                    <a:pt x="61814" y="7466"/>
                    <a:pt x="60810" y="5826"/>
                    <a:pt x="58801" y="4520"/>
                  </a:cubicBezTo>
                  <a:cubicBezTo>
                    <a:pt x="56759" y="3215"/>
                    <a:pt x="53930" y="2562"/>
                    <a:pt x="50315" y="2562"/>
                  </a:cubicBezTo>
                  <a:lnTo>
                    <a:pt x="44641" y="2562"/>
                  </a:lnTo>
                  <a:lnTo>
                    <a:pt x="44641" y="0"/>
                  </a:lnTo>
                  <a:lnTo>
                    <a:pt x="50516" y="0"/>
                  </a:lnTo>
                  <a:cubicBezTo>
                    <a:pt x="54232" y="0"/>
                    <a:pt x="57479" y="854"/>
                    <a:pt x="60257" y="2562"/>
                  </a:cubicBezTo>
                  <a:cubicBezTo>
                    <a:pt x="63036" y="4269"/>
                    <a:pt x="64425" y="6813"/>
                    <a:pt x="64425" y="10194"/>
                  </a:cubicBezTo>
                  <a:cubicBezTo>
                    <a:pt x="64425" y="11432"/>
                    <a:pt x="64258" y="12671"/>
                    <a:pt x="63923" y="13911"/>
                  </a:cubicBezTo>
                  <a:cubicBezTo>
                    <a:pt x="63622" y="15115"/>
                    <a:pt x="63069" y="16521"/>
                    <a:pt x="62266" y="18128"/>
                  </a:cubicBezTo>
                  <a:cubicBezTo>
                    <a:pt x="61429" y="19701"/>
                    <a:pt x="60006" y="20990"/>
                    <a:pt x="57998" y="21994"/>
                  </a:cubicBezTo>
                  <a:cubicBezTo>
                    <a:pt x="55956" y="22965"/>
                    <a:pt x="53462" y="23451"/>
                    <a:pt x="50516" y="23451"/>
                  </a:cubicBezTo>
                  <a:lnTo>
                    <a:pt x="22145" y="23451"/>
                  </a:lnTo>
                  <a:lnTo>
                    <a:pt x="22145" y="32188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78683406-AC41-87B8-B181-6100C82FE09A}"/>
                </a:ext>
              </a:extLst>
            </p:cNvPr>
            <p:cNvSpPr/>
            <p:nvPr/>
          </p:nvSpPr>
          <p:spPr>
            <a:xfrm>
              <a:off x="404873" y="2056388"/>
              <a:ext cx="68793" cy="21992"/>
            </a:xfrm>
            <a:custGeom>
              <a:avLst/>
              <a:gdLst>
                <a:gd name="csX0" fmla="*/ 68794 w 68793"/>
                <a:gd name="csY0" fmla="*/ 21993 h 21992"/>
                <a:gd name="csX1" fmla="*/ 65630 w 68793"/>
                <a:gd name="csY1" fmla="*/ 21993 h 21992"/>
                <a:gd name="csX2" fmla="*/ 64977 w 68793"/>
                <a:gd name="csY2" fmla="*/ 15264 h 21992"/>
                <a:gd name="csX3" fmla="*/ 60960 w 68793"/>
                <a:gd name="csY3" fmla="*/ 14009 h 21992"/>
                <a:gd name="csX4" fmla="*/ 33292 w 68793"/>
                <a:gd name="csY4" fmla="*/ 14009 h 21992"/>
                <a:gd name="csX5" fmla="*/ 28572 w 68793"/>
                <a:gd name="csY5" fmla="*/ 15315 h 21992"/>
                <a:gd name="csX6" fmla="*/ 27668 w 68793"/>
                <a:gd name="csY6" fmla="*/ 21592 h 21992"/>
                <a:gd name="csX7" fmla="*/ 24454 w 68793"/>
                <a:gd name="csY7" fmla="*/ 21592 h 21992"/>
                <a:gd name="csX8" fmla="*/ 23350 w 68793"/>
                <a:gd name="csY8" fmla="*/ 7231 h 21992"/>
                <a:gd name="csX9" fmla="*/ 61061 w 68793"/>
                <a:gd name="csY9" fmla="*/ 7231 h 21992"/>
                <a:gd name="csX10" fmla="*/ 64877 w 68793"/>
                <a:gd name="csY10" fmla="*/ 6125 h 21992"/>
                <a:gd name="csX11" fmla="*/ 65630 w 68793"/>
                <a:gd name="csY11" fmla="*/ 0 h 21992"/>
                <a:gd name="csX12" fmla="*/ 68794 w 68793"/>
                <a:gd name="csY12" fmla="*/ 0 h 21992"/>
                <a:gd name="csX13" fmla="*/ 68492 w 68793"/>
                <a:gd name="csY13" fmla="*/ 10695 h 21992"/>
                <a:gd name="csX14" fmla="*/ 68794 w 68793"/>
                <a:gd name="csY14" fmla="*/ 21993 h 21992"/>
                <a:gd name="csX15" fmla="*/ 5423 w 68793"/>
                <a:gd name="csY15" fmla="*/ 17675 h 21992"/>
                <a:gd name="csX16" fmla="*/ 1707 w 68793"/>
                <a:gd name="csY16" fmla="*/ 16119 h 21992"/>
                <a:gd name="csX17" fmla="*/ 0 w 68793"/>
                <a:gd name="csY17" fmla="*/ 12252 h 21992"/>
                <a:gd name="csX18" fmla="*/ 1557 w 68793"/>
                <a:gd name="csY18" fmla="*/ 8386 h 21992"/>
                <a:gd name="csX19" fmla="*/ 5473 w 68793"/>
                <a:gd name="csY19" fmla="*/ 6778 h 21992"/>
                <a:gd name="csX20" fmla="*/ 9390 w 68793"/>
                <a:gd name="csY20" fmla="*/ 8386 h 21992"/>
                <a:gd name="csX21" fmla="*/ 10896 w 68793"/>
                <a:gd name="csY21" fmla="*/ 12252 h 21992"/>
                <a:gd name="csX22" fmla="*/ 9239 w 68793"/>
                <a:gd name="csY22" fmla="*/ 16168 h 21992"/>
                <a:gd name="csX23" fmla="*/ 5423 w 68793"/>
                <a:gd name="csY23" fmla="*/ 17675 h 219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68793" h="21992">
                  <a:moveTo>
                    <a:pt x="68794" y="21993"/>
                  </a:moveTo>
                  <a:lnTo>
                    <a:pt x="65630" y="21993"/>
                  </a:lnTo>
                  <a:cubicBezTo>
                    <a:pt x="65630" y="18344"/>
                    <a:pt x="65413" y="16101"/>
                    <a:pt x="64977" y="15264"/>
                  </a:cubicBezTo>
                  <a:cubicBezTo>
                    <a:pt x="64509" y="14427"/>
                    <a:pt x="63170" y="14009"/>
                    <a:pt x="60960" y="14009"/>
                  </a:cubicBezTo>
                  <a:lnTo>
                    <a:pt x="33292" y="14009"/>
                  </a:lnTo>
                  <a:cubicBezTo>
                    <a:pt x="30748" y="14009"/>
                    <a:pt x="29174" y="14444"/>
                    <a:pt x="28572" y="15315"/>
                  </a:cubicBezTo>
                  <a:cubicBezTo>
                    <a:pt x="27969" y="16152"/>
                    <a:pt x="27668" y="18244"/>
                    <a:pt x="27668" y="21592"/>
                  </a:cubicBezTo>
                  <a:lnTo>
                    <a:pt x="24454" y="21592"/>
                  </a:lnTo>
                  <a:lnTo>
                    <a:pt x="23350" y="7231"/>
                  </a:lnTo>
                  <a:lnTo>
                    <a:pt x="61061" y="7231"/>
                  </a:lnTo>
                  <a:cubicBezTo>
                    <a:pt x="63103" y="7231"/>
                    <a:pt x="64375" y="6862"/>
                    <a:pt x="64877" y="6125"/>
                  </a:cubicBezTo>
                  <a:cubicBezTo>
                    <a:pt x="65379" y="5389"/>
                    <a:pt x="65630" y="3347"/>
                    <a:pt x="65630" y="0"/>
                  </a:cubicBezTo>
                  <a:lnTo>
                    <a:pt x="68794" y="0"/>
                  </a:lnTo>
                  <a:cubicBezTo>
                    <a:pt x="68593" y="6996"/>
                    <a:pt x="68492" y="10561"/>
                    <a:pt x="68492" y="10695"/>
                  </a:cubicBezTo>
                  <a:cubicBezTo>
                    <a:pt x="68492" y="11632"/>
                    <a:pt x="68593" y="15398"/>
                    <a:pt x="68794" y="21993"/>
                  </a:cubicBezTo>
                  <a:moveTo>
                    <a:pt x="5423" y="17675"/>
                  </a:moveTo>
                  <a:cubicBezTo>
                    <a:pt x="4051" y="17675"/>
                    <a:pt x="2812" y="17156"/>
                    <a:pt x="1707" y="16119"/>
                  </a:cubicBezTo>
                  <a:cubicBezTo>
                    <a:pt x="569" y="15047"/>
                    <a:pt x="0" y="13758"/>
                    <a:pt x="0" y="12252"/>
                  </a:cubicBezTo>
                  <a:cubicBezTo>
                    <a:pt x="0" y="10745"/>
                    <a:pt x="519" y="9456"/>
                    <a:pt x="1557" y="8386"/>
                  </a:cubicBezTo>
                  <a:cubicBezTo>
                    <a:pt x="2561" y="7314"/>
                    <a:pt x="3866" y="6778"/>
                    <a:pt x="5473" y="6778"/>
                  </a:cubicBezTo>
                  <a:cubicBezTo>
                    <a:pt x="7047" y="6778"/>
                    <a:pt x="8352" y="7314"/>
                    <a:pt x="9390" y="8386"/>
                  </a:cubicBezTo>
                  <a:cubicBezTo>
                    <a:pt x="10394" y="9456"/>
                    <a:pt x="10896" y="10745"/>
                    <a:pt x="10896" y="12252"/>
                  </a:cubicBezTo>
                  <a:cubicBezTo>
                    <a:pt x="10896" y="13825"/>
                    <a:pt x="10344" y="15131"/>
                    <a:pt x="9239" y="16168"/>
                  </a:cubicBezTo>
                  <a:cubicBezTo>
                    <a:pt x="8135" y="17172"/>
                    <a:pt x="6863" y="17675"/>
                    <a:pt x="5423" y="17675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3C21379D-4D43-E24A-5FEE-9886871A9CA3}"/>
                </a:ext>
              </a:extLst>
            </p:cNvPr>
            <p:cNvSpPr/>
            <p:nvPr/>
          </p:nvSpPr>
          <p:spPr>
            <a:xfrm>
              <a:off x="427570" y="2001707"/>
              <a:ext cx="47251" cy="45595"/>
            </a:xfrm>
            <a:custGeom>
              <a:avLst/>
              <a:gdLst>
                <a:gd name="csX0" fmla="*/ 40573 w 47251"/>
                <a:gd name="csY0" fmla="*/ 38816 h 45595"/>
                <a:gd name="csX1" fmla="*/ 24103 w 47251"/>
                <a:gd name="csY1" fmla="*/ 45595 h 45595"/>
                <a:gd name="csX2" fmla="*/ 7181 w 47251"/>
                <a:gd name="csY2" fmla="*/ 38966 h 45595"/>
                <a:gd name="csX3" fmla="*/ 0 w 47251"/>
                <a:gd name="csY3" fmla="*/ 22748 h 45595"/>
                <a:gd name="csX4" fmla="*/ 7130 w 47251"/>
                <a:gd name="csY4" fmla="*/ 6729 h 45595"/>
                <a:gd name="csX5" fmla="*/ 24103 w 47251"/>
                <a:gd name="csY5" fmla="*/ 0 h 45595"/>
                <a:gd name="csX6" fmla="*/ 40523 w 47251"/>
                <a:gd name="csY6" fmla="*/ 6779 h 45595"/>
                <a:gd name="csX7" fmla="*/ 47252 w 47251"/>
                <a:gd name="csY7" fmla="*/ 22847 h 45595"/>
                <a:gd name="csX8" fmla="*/ 40573 w 47251"/>
                <a:gd name="csY8" fmla="*/ 38816 h 45595"/>
                <a:gd name="csX9" fmla="*/ 23249 w 47251"/>
                <a:gd name="csY9" fmla="*/ 37058 h 45595"/>
                <a:gd name="csX10" fmla="*/ 37761 w 47251"/>
                <a:gd name="csY10" fmla="*/ 34447 h 45595"/>
                <a:gd name="csX11" fmla="*/ 44641 w 47251"/>
                <a:gd name="csY11" fmla="*/ 22748 h 45595"/>
                <a:gd name="csX12" fmla="*/ 42582 w 47251"/>
                <a:gd name="csY12" fmla="*/ 15768 h 45595"/>
                <a:gd name="csX13" fmla="*/ 37058 w 47251"/>
                <a:gd name="csY13" fmla="*/ 10796 h 45595"/>
                <a:gd name="csX14" fmla="*/ 23249 w 47251"/>
                <a:gd name="csY14" fmla="*/ 8537 h 45595"/>
                <a:gd name="csX15" fmla="*/ 8988 w 47251"/>
                <a:gd name="csY15" fmla="*/ 11248 h 45595"/>
                <a:gd name="csX16" fmla="*/ 2310 w 47251"/>
                <a:gd name="csY16" fmla="*/ 22847 h 45595"/>
                <a:gd name="csX17" fmla="*/ 4067 w 47251"/>
                <a:gd name="csY17" fmla="*/ 29426 h 45595"/>
                <a:gd name="csX18" fmla="*/ 9189 w 47251"/>
                <a:gd name="csY18" fmla="*/ 34597 h 45595"/>
                <a:gd name="csX19" fmla="*/ 23249 w 47251"/>
                <a:gd name="csY19" fmla="*/ 37058 h 45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7251" h="45595">
                  <a:moveTo>
                    <a:pt x="40573" y="38816"/>
                  </a:moveTo>
                  <a:cubicBezTo>
                    <a:pt x="36087" y="43336"/>
                    <a:pt x="30597" y="45595"/>
                    <a:pt x="24103" y="45595"/>
                  </a:cubicBezTo>
                  <a:cubicBezTo>
                    <a:pt x="17575" y="45595"/>
                    <a:pt x="11934" y="43386"/>
                    <a:pt x="7181" y="38966"/>
                  </a:cubicBezTo>
                  <a:cubicBezTo>
                    <a:pt x="2394" y="34514"/>
                    <a:pt x="0" y="29108"/>
                    <a:pt x="0" y="22748"/>
                  </a:cubicBezTo>
                  <a:cubicBezTo>
                    <a:pt x="0" y="16520"/>
                    <a:pt x="2377" y="11181"/>
                    <a:pt x="7130" y="6729"/>
                  </a:cubicBezTo>
                  <a:cubicBezTo>
                    <a:pt x="11851" y="2243"/>
                    <a:pt x="17508" y="0"/>
                    <a:pt x="24103" y="0"/>
                  </a:cubicBezTo>
                  <a:cubicBezTo>
                    <a:pt x="30564" y="0"/>
                    <a:pt x="36037" y="2260"/>
                    <a:pt x="40523" y="6779"/>
                  </a:cubicBezTo>
                  <a:cubicBezTo>
                    <a:pt x="45009" y="11265"/>
                    <a:pt x="47252" y="16621"/>
                    <a:pt x="47252" y="22847"/>
                  </a:cubicBezTo>
                  <a:cubicBezTo>
                    <a:pt x="47252" y="28940"/>
                    <a:pt x="45026" y="34263"/>
                    <a:pt x="40573" y="38816"/>
                  </a:cubicBezTo>
                  <a:moveTo>
                    <a:pt x="23249" y="37058"/>
                  </a:moveTo>
                  <a:cubicBezTo>
                    <a:pt x="29911" y="37058"/>
                    <a:pt x="34748" y="36188"/>
                    <a:pt x="37761" y="34447"/>
                  </a:cubicBezTo>
                  <a:cubicBezTo>
                    <a:pt x="42347" y="31769"/>
                    <a:pt x="44641" y="27870"/>
                    <a:pt x="44641" y="22748"/>
                  </a:cubicBezTo>
                  <a:cubicBezTo>
                    <a:pt x="44641" y="20203"/>
                    <a:pt x="43954" y="17876"/>
                    <a:pt x="42582" y="15768"/>
                  </a:cubicBezTo>
                  <a:cubicBezTo>
                    <a:pt x="41209" y="13625"/>
                    <a:pt x="39368" y="11968"/>
                    <a:pt x="37058" y="10796"/>
                  </a:cubicBezTo>
                  <a:cubicBezTo>
                    <a:pt x="34045" y="9290"/>
                    <a:pt x="29442" y="8537"/>
                    <a:pt x="23249" y="8537"/>
                  </a:cubicBezTo>
                  <a:cubicBezTo>
                    <a:pt x="16654" y="8537"/>
                    <a:pt x="11901" y="9441"/>
                    <a:pt x="8988" y="11248"/>
                  </a:cubicBezTo>
                  <a:cubicBezTo>
                    <a:pt x="4536" y="13926"/>
                    <a:pt x="2310" y="17793"/>
                    <a:pt x="2310" y="22847"/>
                  </a:cubicBezTo>
                  <a:cubicBezTo>
                    <a:pt x="2310" y="25057"/>
                    <a:pt x="2896" y="27249"/>
                    <a:pt x="4067" y="29426"/>
                  </a:cubicBezTo>
                  <a:cubicBezTo>
                    <a:pt x="5206" y="31569"/>
                    <a:pt x="6913" y="33293"/>
                    <a:pt x="9189" y="34597"/>
                  </a:cubicBezTo>
                  <a:cubicBezTo>
                    <a:pt x="12202" y="36238"/>
                    <a:pt x="16889" y="37058"/>
                    <a:pt x="23249" y="37058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93D9E0CD-D892-DAD2-C833-56E9C3246DF6}"/>
                </a:ext>
              </a:extLst>
            </p:cNvPr>
            <p:cNvSpPr/>
            <p:nvPr/>
          </p:nvSpPr>
          <p:spPr>
            <a:xfrm>
              <a:off x="428223" y="1946714"/>
              <a:ext cx="45443" cy="51720"/>
            </a:xfrm>
            <a:custGeom>
              <a:avLst/>
              <a:gdLst>
                <a:gd name="csX0" fmla="*/ 45444 w 45443"/>
                <a:gd name="csY0" fmla="*/ 51721 h 51720"/>
                <a:gd name="csX1" fmla="*/ 42281 w 45443"/>
                <a:gd name="csY1" fmla="*/ 51721 h 51720"/>
                <a:gd name="csX2" fmla="*/ 41628 w 45443"/>
                <a:gd name="csY2" fmla="*/ 44992 h 51720"/>
                <a:gd name="csX3" fmla="*/ 37611 w 45443"/>
                <a:gd name="csY3" fmla="*/ 43736 h 51720"/>
                <a:gd name="csX4" fmla="*/ 10043 w 45443"/>
                <a:gd name="csY4" fmla="*/ 43736 h 51720"/>
                <a:gd name="csX5" fmla="*/ 5273 w 45443"/>
                <a:gd name="csY5" fmla="*/ 45093 h 51720"/>
                <a:gd name="csX6" fmla="*/ 4318 w 45443"/>
                <a:gd name="csY6" fmla="*/ 51721 h 51720"/>
                <a:gd name="csX7" fmla="*/ 1105 w 45443"/>
                <a:gd name="csY7" fmla="*/ 51721 h 51720"/>
                <a:gd name="csX8" fmla="*/ 0 w 45443"/>
                <a:gd name="csY8" fmla="*/ 37259 h 51720"/>
                <a:gd name="csX9" fmla="*/ 10796 w 45443"/>
                <a:gd name="csY9" fmla="*/ 37259 h 51720"/>
                <a:gd name="csX10" fmla="*/ 0 w 45443"/>
                <a:gd name="csY10" fmla="*/ 22045 h 51720"/>
                <a:gd name="csX11" fmla="*/ 3816 w 45443"/>
                <a:gd name="csY11" fmla="*/ 11248 h 51720"/>
                <a:gd name="csX12" fmla="*/ 9239 w 45443"/>
                <a:gd name="csY12" fmla="*/ 8537 h 51720"/>
                <a:gd name="csX13" fmla="*/ 19533 w 45443"/>
                <a:gd name="csY13" fmla="*/ 8035 h 51720"/>
                <a:gd name="csX14" fmla="*/ 39167 w 45443"/>
                <a:gd name="csY14" fmla="*/ 8035 h 51720"/>
                <a:gd name="csX15" fmla="*/ 41828 w 45443"/>
                <a:gd name="csY15" fmla="*/ 6277 h 51720"/>
                <a:gd name="csX16" fmla="*/ 42281 w 45443"/>
                <a:gd name="csY16" fmla="*/ 0 h 51720"/>
                <a:gd name="csX17" fmla="*/ 45444 w 45443"/>
                <a:gd name="csY17" fmla="*/ 0 h 51720"/>
                <a:gd name="csX18" fmla="*/ 45143 w 45443"/>
                <a:gd name="csY18" fmla="*/ 11549 h 51720"/>
                <a:gd name="csX19" fmla="*/ 45444 w 45443"/>
                <a:gd name="csY19" fmla="*/ 23149 h 51720"/>
                <a:gd name="csX20" fmla="*/ 42281 w 45443"/>
                <a:gd name="csY20" fmla="*/ 23149 h 51720"/>
                <a:gd name="csX21" fmla="*/ 41628 w 45443"/>
                <a:gd name="csY21" fmla="*/ 16420 h 51720"/>
                <a:gd name="csX22" fmla="*/ 37611 w 45443"/>
                <a:gd name="csY22" fmla="*/ 15114 h 51720"/>
                <a:gd name="csX23" fmla="*/ 13658 w 45443"/>
                <a:gd name="csY23" fmla="*/ 15114 h 51720"/>
                <a:gd name="csX24" fmla="*/ 5373 w 45443"/>
                <a:gd name="csY24" fmla="*/ 16722 h 51720"/>
                <a:gd name="csX25" fmla="*/ 2260 w 45443"/>
                <a:gd name="csY25" fmla="*/ 22748 h 51720"/>
                <a:gd name="csX26" fmla="*/ 6729 w 45443"/>
                <a:gd name="csY26" fmla="*/ 32339 h 51720"/>
                <a:gd name="csX27" fmla="*/ 18730 w 45443"/>
                <a:gd name="csY27" fmla="*/ 36606 h 51720"/>
                <a:gd name="csX28" fmla="*/ 37611 w 45443"/>
                <a:gd name="csY28" fmla="*/ 36606 h 51720"/>
                <a:gd name="csX29" fmla="*/ 41628 w 45443"/>
                <a:gd name="csY29" fmla="*/ 35351 h 51720"/>
                <a:gd name="csX30" fmla="*/ 42281 w 45443"/>
                <a:gd name="csY30" fmla="*/ 28622 h 51720"/>
                <a:gd name="csX31" fmla="*/ 45444 w 45443"/>
                <a:gd name="csY31" fmla="*/ 28622 h 51720"/>
                <a:gd name="csX32" fmla="*/ 45143 w 45443"/>
                <a:gd name="csY32" fmla="*/ 40121 h 51720"/>
                <a:gd name="csX33" fmla="*/ 45444 w 45443"/>
                <a:gd name="csY33" fmla="*/ 51721 h 51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45443" h="51720">
                  <a:moveTo>
                    <a:pt x="45444" y="51721"/>
                  </a:moveTo>
                  <a:lnTo>
                    <a:pt x="42281" y="51721"/>
                  </a:lnTo>
                  <a:cubicBezTo>
                    <a:pt x="42281" y="48072"/>
                    <a:pt x="42063" y="45829"/>
                    <a:pt x="41628" y="44992"/>
                  </a:cubicBezTo>
                  <a:cubicBezTo>
                    <a:pt x="41159" y="44155"/>
                    <a:pt x="39820" y="43736"/>
                    <a:pt x="37611" y="43736"/>
                  </a:cubicBezTo>
                  <a:lnTo>
                    <a:pt x="10043" y="43736"/>
                  </a:lnTo>
                  <a:cubicBezTo>
                    <a:pt x="7499" y="43736"/>
                    <a:pt x="5909" y="44188"/>
                    <a:pt x="5273" y="45093"/>
                  </a:cubicBezTo>
                  <a:cubicBezTo>
                    <a:pt x="4636" y="45963"/>
                    <a:pt x="4318" y="48172"/>
                    <a:pt x="4318" y="51721"/>
                  </a:cubicBezTo>
                  <a:lnTo>
                    <a:pt x="1105" y="51721"/>
                  </a:lnTo>
                  <a:lnTo>
                    <a:pt x="0" y="37259"/>
                  </a:lnTo>
                  <a:lnTo>
                    <a:pt x="10796" y="37259"/>
                  </a:lnTo>
                  <a:cubicBezTo>
                    <a:pt x="3599" y="34045"/>
                    <a:pt x="0" y="28974"/>
                    <a:pt x="0" y="22045"/>
                  </a:cubicBezTo>
                  <a:cubicBezTo>
                    <a:pt x="0" y="16890"/>
                    <a:pt x="1272" y="13290"/>
                    <a:pt x="3816" y="11248"/>
                  </a:cubicBezTo>
                  <a:cubicBezTo>
                    <a:pt x="5524" y="9742"/>
                    <a:pt x="7331" y="8838"/>
                    <a:pt x="9239" y="8537"/>
                  </a:cubicBezTo>
                  <a:cubicBezTo>
                    <a:pt x="11148" y="8202"/>
                    <a:pt x="14579" y="8035"/>
                    <a:pt x="19533" y="8035"/>
                  </a:cubicBezTo>
                  <a:lnTo>
                    <a:pt x="39167" y="8035"/>
                  </a:lnTo>
                  <a:cubicBezTo>
                    <a:pt x="40607" y="7967"/>
                    <a:pt x="41494" y="7382"/>
                    <a:pt x="41828" y="6277"/>
                  </a:cubicBezTo>
                  <a:cubicBezTo>
                    <a:pt x="42130" y="5172"/>
                    <a:pt x="42281" y="3080"/>
                    <a:pt x="42281" y="0"/>
                  </a:cubicBezTo>
                  <a:lnTo>
                    <a:pt x="45444" y="0"/>
                  </a:lnTo>
                  <a:cubicBezTo>
                    <a:pt x="45243" y="6996"/>
                    <a:pt x="45143" y="10846"/>
                    <a:pt x="45143" y="11549"/>
                  </a:cubicBezTo>
                  <a:cubicBezTo>
                    <a:pt x="45143" y="12085"/>
                    <a:pt x="45243" y="15952"/>
                    <a:pt x="45444" y="23149"/>
                  </a:cubicBezTo>
                  <a:lnTo>
                    <a:pt x="42281" y="23149"/>
                  </a:lnTo>
                  <a:cubicBezTo>
                    <a:pt x="42281" y="19500"/>
                    <a:pt x="42063" y="17258"/>
                    <a:pt x="41628" y="16420"/>
                  </a:cubicBezTo>
                  <a:cubicBezTo>
                    <a:pt x="41159" y="15550"/>
                    <a:pt x="39820" y="15114"/>
                    <a:pt x="37611" y="15114"/>
                  </a:cubicBezTo>
                  <a:lnTo>
                    <a:pt x="13658" y="15114"/>
                  </a:lnTo>
                  <a:cubicBezTo>
                    <a:pt x="10177" y="15114"/>
                    <a:pt x="7415" y="15650"/>
                    <a:pt x="5373" y="16722"/>
                  </a:cubicBezTo>
                  <a:cubicBezTo>
                    <a:pt x="3297" y="17793"/>
                    <a:pt x="2260" y="19802"/>
                    <a:pt x="2260" y="22748"/>
                  </a:cubicBezTo>
                  <a:cubicBezTo>
                    <a:pt x="2260" y="26295"/>
                    <a:pt x="3749" y="29492"/>
                    <a:pt x="6729" y="32339"/>
                  </a:cubicBezTo>
                  <a:cubicBezTo>
                    <a:pt x="9708" y="35184"/>
                    <a:pt x="13709" y="36606"/>
                    <a:pt x="18730" y="36606"/>
                  </a:cubicBezTo>
                  <a:lnTo>
                    <a:pt x="37611" y="36606"/>
                  </a:lnTo>
                  <a:cubicBezTo>
                    <a:pt x="39820" y="36606"/>
                    <a:pt x="41159" y="36188"/>
                    <a:pt x="41628" y="35351"/>
                  </a:cubicBezTo>
                  <a:cubicBezTo>
                    <a:pt x="42063" y="34481"/>
                    <a:pt x="42281" y="32238"/>
                    <a:pt x="42281" y="28622"/>
                  </a:cubicBezTo>
                  <a:lnTo>
                    <a:pt x="45444" y="28622"/>
                  </a:lnTo>
                  <a:cubicBezTo>
                    <a:pt x="45243" y="35619"/>
                    <a:pt x="45143" y="39452"/>
                    <a:pt x="45143" y="40121"/>
                  </a:cubicBezTo>
                  <a:cubicBezTo>
                    <a:pt x="45143" y="40657"/>
                    <a:pt x="45243" y="44523"/>
                    <a:pt x="45444" y="51721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322" name="Freeform 321">
            <a:extLst>
              <a:ext uri="{FF2B5EF4-FFF2-40B4-BE49-F238E27FC236}">
                <a16:creationId xmlns:a16="http://schemas.microsoft.com/office/drawing/2014/main" id="{2F6C3E3F-26A3-4F81-949C-563EFDC84514}"/>
              </a:ext>
            </a:extLst>
          </p:cNvPr>
          <p:cNvSpPr/>
          <p:nvPr/>
        </p:nvSpPr>
        <p:spPr>
          <a:xfrm>
            <a:off x="1037967" y="1343522"/>
            <a:ext cx="2806516" cy="1919088"/>
          </a:xfrm>
          <a:custGeom>
            <a:avLst/>
            <a:gdLst>
              <a:gd name="csX0" fmla="*/ 0 w 2806516"/>
              <a:gd name="csY0" fmla="*/ 464086 h 1919088"/>
              <a:gd name="csX1" fmla="*/ 28349 w 2806516"/>
              <a:gd name="csY1" fmla="*/ 444413 h 1919088"/>
              <a:gd name="csX2" fmla="*/ 56697 w 2806516"/>
              <a:gd name="csY2" fmla="*/ 423823 h 1919088"/>
              <a:gd name="csX3" fmla="*/ 85047 w 2806516"/>
              <a:gd name="csY3" fmla="*/ 400559 h 1919088"/>
              <a:gd name="csX4" fmla="*/ 113396 w 2806516"/>
              <a:gd name="csY4" fmla="*/ 373394 h 1919088"/>
              <a:gd name="csX5" fmla="*/ 141744 w 2806516"/>
              <a:gd name="csY5" fmla="*/ 344025 h 1919088"/>
              <a:gd name="csX6" fmla="*/ 170094 w 2806516"/>
              <a:gd name="csY6" fmla="*/ 310619 h 1919088"/>
              <a:gd name="csX7" fmla="*/ 198442 w 2806516"/>
              <a:gd name="csY7" fmla="*/ 271211 h 1919088"/>
              <a:gd name="csX8" fmla="*/ 226791 w 2806516"/>
              <a:gd name="csY8" fmla="*/ 226758 h 1919088"/>
              <a:gd name="csX9" fmla="*/ 255139 w 2806516"/>
              <a:gd name="csY9" fmla="*/ 177977 h 1919088"/>
              <a:gd name="csX10" fmla="*/ 283488 w 2806516"/>
              <a:gd name="csY10" fmla="*/ 123366 h 1919088"/>
              <a:gd name="csX11" fmla="*/ 311836 w 2806516"/>
              <a:gd name="csY11" fmla="*/ 68339 h 1919088"/>
              <a:gd name="csX12" fmla="*/ 340186 w 2806516"/>
              <a:gd name="csY12" fmla="*/ 23747 h 1919088"/>
              <a:gd name="csX13" fmla="*/ 368534 w 2806516"/>
              <a:gd name="csY13" fmla="*/ 0 h 1919088"/>
              <a:gd name="csX14" fmla="*/ 396883 w 2806516"/>
              <a:gd name="csY14" fmla="*/ 8209 h 1919088"/>
              <a:gd name="csX15" fmla="*/ 425231 w 2806516"/>
              <a:gd name="csY15" fmla="*/ 85952 h 1919088"/>
              <a:gd name="csX16" fmla="*/ 453581 w 2806516"/>
              <a:gd name="csY16" fmla="*/ 186940 h 1919088"/>
              <a:gd name="csX17" fmla="*/ 481928 w 2806516"/>
              <a:gd name="csY17" fmla="*/ 292387 h 1919088"/>
              <a:gd name="csX18" fmla="*/ 510278 w 2806516"/>
              <a:gd name="csY18" fmla="*/ 388852 h 1919088"/>
              <a:gd name="csX19" fmla="*/ 538626 w 2806516"/>
              <a:gd name="csY19" fmla="*/ 474906 h 1919088"/>
              <a:gd name="csX20" fmla="*/ 566975 w 2806516"/>
              <a:gd name="csY20" fmla="*/ 551805 h 1919088"/>
              <a:gd name="csX21" fmla="*/ 595323 w 2806516"/>
              <a:gd name="csY21" fmla="*/ 621575 h 1919088"/>
              <a:gd name="csX22" fmla="*/ 623673 w 2806516"/>
              <a:gd name="csY22" fmla="*/ 685398 h 1919088"/>
              <a:gd name="csX23" fmla="*/ 652021 w 2806516"/>
              <a:gd name="csY23" fmla="*/ 744539 h 1919088"/>
              <a:gd name="csX24" fmla="*/ 680370 w 2806516"/>
              <a:gd name="csY24" fmla="*/ 799154 h 1919088"/>
              <a:gd name="csX25" fmla="*/ 708718 w 2806516"/>
              <a:gd name="csY25" fmla="*/ 849697 h 1919088"/>
              <a:gd name="csX26" fmla="*/ 737067 w 2806516"/>
              <a:gd name="csY26" fmla="*/ 897192 h 1919088"/>
              <a:gd name="csX27" fmla="*/ 765415 w 2806516"/>
              <a:gd name="csY27" fmla="*/ 941769 h 1919088"/>
              <a:gd name="csX28" fmla="*/ 793765 w 2806516"/>
              <a:gd name="csY28" fmla="*/ 984101 h 1919088"/>
              <a:gd name="csX29" fmla="*/ 822116 w 2806516"/>
              <a:gd name="csY29" fmla="*/ 1023486 h 1919088"/>
              <a:gd name="csX30" fmla="*/ 850461 w 2806516"/>
              <a:gd name="csY30" fmla="*/ 1060980 h 1919088"/>
              <a:gd name="csX31" fmla="*/ 878805 w 2806516"/>
              <a:gd name="csY31" fmla="*/ 1096279 h 1919088"/>
              <a:gd name="csX32" fmla="*/ 907166 w 2806516"/>
              <a:gd name="csY32" fmla="*/ 1130038 h 1919088"/>
              <a:gd name="csX33" fmla="*/ 935510 w 2806516"/>
              <a:gd name="csY33" fmla="*/ 1162195 h 1919088"/>
              <a:gd name="csX34" fmla="*/ 963855 w 2806516"/>
              <a:gd name="csY34" fmla="*/ 1193806 h 1919088"/>
              <a:gd name="csX35" fmla="*/ 992200 w 2806516"/>
              <a:gd name="csY35" fmla="*/ 1221769 h 1919088"/>
              <a:gd name="csX36" fmla="*/ 1020560 w 2806516"/>
              <a:gd name="csY36" fmla="*/ 1249165 h 1919088"/>
              <a:gd name="csX37" fmla="*/ 1048905 w 2806516"/>
              <a:gd name="csY37" fmla="*/ 1276204 h 1919088"/>
              <a:gd name="csX38" fmla="*/ 1077250 w 2806516"/>
              <a:gd name="csY38" fmla="*/ 1301166 h 1919088"/>
              <a:gd name="csX39" fmla="*/ 1105595 w 2806516"/>
              <a:gd name="csY39" fmla="*/ 1325719 h 1919088"/>
              <a:gd name="csX40" fmla="*/ 1133955 w 2806516"/>
              <a:gd name="csY40" fmla="*/ 1348698 h 1919088"/>
              <a:gd name="csX41" fmla="*/ 1162300 w 2806516"/>
              <a:gd name="csY41" fmla="*/ 1370795 h 1919088"/>
              <a:gd name="csX42" fmla="*/ 1190645 w 2806516"/>
              <a:gd name="csY42" fmla="*/ 1392048 h 1919088"/>
              <a:gd name="csX43" fmla="*/ 1218990 w 2806516"/>
              <a:gd name="csY43" fmla="*/ 1411974 h 1919088"/>
              <a:gd name="csX44" fmla="*/ 1247350 w 2806516"/>
              <a:gd name="csY44" fmla="*/ 1431575 h 1919088"/>
              <a:gd name="csX45" fmla="*/ 1275695 w 2806516"/>
              <a:gd name="csY45" fmla="*/ 1450487 h 1919088"/>
              <a:gd name="csX46" fmla="*/ 1304040 w 2806516"/>
              <a:gd name="csY46" fmla="*/ 1468664 h 1919088"/>
              <a:gd name="csX47" fmla="*/ 1332384 w 2806516"/>
              <a:gd name="csY47" fmla="*/ 1486029 h 1919088"/>
              <a:gd name="csX48" fmla="*/ 1360745 w 2806516"/>
              <a:gd name="csY48" fmla="*/ 1503241 h 1919088"/>
              <a:gd name="csX49" fmla="*/ 1389089 w 2806516"/>
              <a:gd name="csY49" fmla="*/ 1518937 h 1919088"/>
              <a:gd name="csX50" fmla="*/ 1417434 w 2806516"/>
              <a:gd name="csY50" fmla="*/ 1533944 h 1919088"/>
              <a:gd name="csX51" fmla="*/ 1445779 w 2806516"/>
              <a:gd name="csY51" fmla="*/ 1549089 h 1919088"/>
              <a:gd name="csX52" fmla="*/ 1474139 w 2806516"/>
              <a:gd name="csY52" fmla="*/ 1563790 h 1919088"/>
              <a:gd name="csX53" fmla="*/ 1502484 w 2806516"/>
              <a:gd name="csY53" fmla="*/ 1577817 h 1919088"/>
              <a:gd name="csX54" fmla="*/ 1530829 w 2806516"/>
              <a:gd name="csY54" fmla="*/ 1590803 h 1919088"/>
              <a:gd name="csX55" fmla="*/ 1559174 w 2806516"/>
              <a:gd name="csY55" fmla="*/ 1603865 h 1919088"/>
              <a:gd name="csX56" fmla="*/ 1587534 w 2806516"/>
              <a:gd name="csY56" fmla="*/ 1615977 h 1919088"/>
              <a:gd name="csX57" fmla="*/ 1615879 w 2806516"/>
              <a:gd name="csY57" fmla="*/ 1628565 h 1919088"/>
              <a:gd name="csX58" fmla="*/ 1644224 w 2806516"/>
              <a:gd name="csY58" fmla="*/ 1640417 h 1919088"/>
              <a:gd name="csX59" fmla="*/ 1672569 w 2806516"/>
              <a:gd name="csY59" fmla="*/ 1651504 h 1919088"/>
              <a:gd name="csX60" fmla="*/ 1700929 w 2806516"/>
              <a:gd name="csY60" fmla="*/ 1662545 h 1919088"/>
              <a:gd name="csX61" fmla="*/ 1729274 w 2806516"/>
              <a:gd name="csY61" fmla="*/ 1672391 h 1919088"/>
              <a:gd name="csX62" fmla="*/ 1757619 w 2806516"/>
              <a:gd name="csY62" fmla="*/ 1683126 h 1919088"/>
              <a:gd name="csX63" fmla="*/ 1785963 w 2806516"/>
              <a:gd name="csY63" fmla="*/ 1693493 h 1919088"/>
              <a:gd name="csX64" fmla="*/ 1814323 w 2806516"/>
              <a:gd name="csY64" fmla="*/ 1703217 h 1919088"/>
              <a:gd name="csX65" fmla="*/ 1842668 w 2806516"/>
              <a:gd name="csY65" fmla="*/ 1712038 h 1919088"/>
              <a:gd name="csX66" fmla="*/ 1871013 w 2806516"/>
              <a:gd name="csY66" fmla="*/ 1721026 h 1919088"/>
              <a:gd name="csX67" fmla="*/ 1899358 w 2806516"/>
              <a:gd name="csY67" fmla="*/ 1729908 h 1919088"/>
              <a:gd name="csX68" fmla="*/ 1927718 w 2806516"/>
              <a:gd name="csY68" fmla="*/ 1738729 h 1919088"/>
              <a:gd name="csX69" fmla="*/ 1956063 w 2806516"/>
              <a:gd name="csY69" fmla="*/ 1747381 h 1919088"/>
              <a:gd name="csX70" fmla="*/ 1984408 w 2806516"/>
              <a:gd name="csY70" fmla="*/ 1755175 h 1919088"/>
              <a:gd name="csX71" fmla="*/ 2012753 w 2806516"/>
              <a:gd name="csY71" fmla="*/ 1762709 h 1919088"/>
              <a:gd name="csX72" fmla="*/ 2041113 w 2806516"/>
              <a:gd name="csY72" fmla="*/ 1770259 h 1919088"/>
              <a:gd name="csX73" fmla="*/ 2069458 w 2806516"/>
              <a:gd name="csY73" fmla="*/ 1777272 h 1919088"/>
              <a:gd name="csX74" fmla="*/ 2097803 w 2806516"/>
              <a:gd name="csY74" fmla="*/ 1785174 h 1919088"/>
              <a:gd name="csX75" fmla="*/ 2126148 w 2806516"/>
              <a:gd name="csY75" fmla="*/ 1792065 h 1919088"/>
              <a:gd name="csX76" fmla="*/ 2154508 w 2806516"/>
              <a:gd name="csY76" fmla="*/ 1799538 h 1919088"/>
              <a:gd name="csX77" fmla="*/ 2182853 w 2806516"/>
              <a:gd name="csY77" fmla="*/ 1805984 h 1919088"/>
              <a:gd name="csX78" fmla="*/ 2211198 w 2806516"/>
              <a:gd name="csY78" fmla="*/ 1812232 h 1919088"/>
              <a:gd name="csX79" fmla="*/ 2239542 w 2806516"/>
              <a:gd name="csY79" fmla="*/ 1819077 h 1919088"/>
              <a:gd name="csX80" fmla="*/ 2267903 w 2806516"/>
              <a:gd name="csY80" fmla="*/ 1824835 h 1919088"/>
              <a:gd name="csX81" fmla="*/ 2296248 w 2806516"/>
              <a:gd name="csY81" fmla="*/ 1831604 h 1919088"/>
              <a:gd name="csX82" fmla="*/ 2324592 w 2806516"/>
              <a:gd name="csY82" fmla="*/ 1836489 h 1919088"/>
              <a:gd name="csX83" fmla="*/ 2352937 w 2806516"/>
              <a:gd name="csY83" fmla="*/ 1842063 h 1919088"/>
              <a:gd name="csX84" fmla="*/ 2381297 w 2806516"/>
              <a:gd name="csY84" fmla="*/ 1848448 h 1919088"/>
              <a:gd name="csX85" fmla="*/ 2409642 w 2806516"/>
              <a:gd name="csY85" fmla="*/ 1853348 h 1919088"/>
              <a:gd name="csX86" fmla="*/ 2437987 w 2806516"/>
              <a:gd name="csY86" fmla="*/ 1859198 h 1919088"/>
              <a:gd name="csX87" fmla="*/ 2466332 w 2806516"/>
              <a:gd name="csY87" fmla="*/ 1864267 h 1919088"/>
              <a:gd name="csX88" fmla="*/ 2494692 w 2806516"/>
              <a:gd name="csY88" fmla="*/ 1868999 h 1919088"/>
              <a:gd name="csX89" fmla="*/ 2523037 w 2806516"/>
              <a:gd name="csY89" fmla="*/ 1874420 h 1919088"/>
              <a:gd name="csX90" fmla="*/ 2551382 w 2806516"/>
              <a:gd name="csY90" fmla="*/ 1879105 h 1919088"/>
              <a:gd name="csX91" fmla="*/ 2579726 w 2806516"/>
              <a:gd name="csY91" fmla="*/ 1884220 h 1919088"/>
              <a:gd name="csX92" fmla="*/ 2608087 w 2806516"/>
              <a:gd name="csY92" fmla="*/ 1888998 h 1919088"/>
              <a:gd name="csX93" fmla="*/ 2636432 w 2806516"/>
              <a:gd name="csY93" fmla="*/ 1893255 h 1919088"/>
              <a:gd name="csX94" fmla="*/ 2664776 w 2806516"/>
              <a:gd name="csY94" fmla="*/ 1897864 h 1919088"/>
              <a:gd name="csX95" fmla="*/ 2693121 w 2806516"/>
              <a:gd name="csY95" fmla="*/ 1901830 h 1919088"/>
              <a:gd name="csX96" fmla="*/ 2721482 w 2806516"/>
              <a:gd name="csY96" fmla="*/ 1906470 h 1919088"/>
              <a:gd name="csX97" fmla="*/ 2749826 w 2806516"/>
              <a:gd name="csY97" fmla="*/ 1910543 h 1919088"/>
              <a:gd name="csX98" fmla="*/ 2778171 w 2806516"/>
              <a:gd name="csY98" fmla="*/ 1914709 h 1919088"/>
              <a:gd name="csX99" fmla="*/ 2806516 w 2806516"/>
              <a:gd name="csY99" fmla="*/ 1919088 h 1919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2806516" h="1919088">
                <a:moveTo>
                  <a:pt x="0" y="464086"/>
                </a:moveTo>
                <a:lnTo>
                  <a:pt x="28349" y="444413"/>
                </a:lnTo>
                <a:lnTo>
                  <a:pt x="56697" y="423823"/>
                </a:lnTo>
                <a:lnTo>
                  <a:pt x="85047" y="400559"/>
                </a:lnTo>
                <a:lnTo>
                  <a:pt x="113396" y="373394"/>
                </a:lnTo>
                <a:lnTo>
                  <a:pt x="141744" y="344025"/>
                </a:lnTo>
                <a:lnTo>
                  <a:pt x="170094" y="310619"/>
                </a:lnTo>
                <a:lnTo>
                  <a:pt x="198442" y="271211"/>
                </a:lnTo>
                <a:lnTo>
                  <a:pt x="226791" y="226758"/>
                </a:lnTo>
                <a:lnTo>
                  <a:pt x="255139" y="177977"/>
                </a:lnTo>
                <a:lnTo>
                  <a:pt x="283488" y="123366"/>
                </a:lnTo>
                <a:lnTo>
                  <a:pt x="311836" y="68339"/>
                </a:lnTo>
                <a:lnTo>
                  <a:pt x="340186" y="23747"/>
                </a:lnTo>
                <a:lnTo>
                  <a:pt x="368534" y="0"/>
                </a:lnTo>
                <a:lnTo>
                  <a:pt x="396883" y="8209"/>
                </a:lnTo>
                <a:lnTo>
                  <a:pt x="425231" y="85952"/>
                </a:lnTo>
                <a:lnTo>
                  <a:pt x="453581" y="186940"/>
                </a:lnTo>
                <a:lnTo>
                  <a:pt x="481928" y="292387"/>
                </a:lnTo>
                <a:lnTo>
                  <a:pt x="510278" y="388852"/>
                </a:lnTo>
                <a:lnTo>
                  <a:pt x="538626" y="474906"/>
                </a:lnTo>
                <a:lnTo>
                  <a:pt x="566975" y="551805"/>
                </a:lnTo>
                <a:lnTo>
                  <a:pt x="595323" y="621575"/>
                </a:lnTo>
                <a:lnTo>
                  <a:pt x="623673" y="685398"/>
                </a:lnTo>
                <a:lnTo>
                  <a:pt x="652021" y="744539"/>
                </a:lnTo>
                <a:lnTo>
                  <a:pt x="680370" y="799154"/>
                </a:lnTo>
                <a:lnTo>
                  <a:pt x="708718" y="849697"/>
                </a:lnTo>
                <a:lnTo>
                  <a:pt x="737067" y="897192"/>
                </a:lnTo>
                <a:lnTo>
                  <a:pt x="765415" y="941769"/>
                </a:lnTo>
                <a:lnTo>
                  <a:pt x="793765" y="984101"/>
                </a:lnTo>
                <a:lnTo>
                  <a:pt x="822116" y="1023486"/>
                </a:lnTo>
                <a:lnTo>
                  <a:pt x="850461" y="1060980"/>
                </a:lnTo>
                <a:lnTo>
                  <a:pt x="878805" y="1096279"/>
                </a:lnTo>
                <a:lnTo>
                  <a:pt x="907166" y="1130038"/>
                </a:lnTo>
                <a:lnTo>
                  <a:pt x="935510" y="1162195"/>
                </a:lnTo>
                <a:lnTo>
                  <a:pt x="963855" y="1193806"/>
                </a:lnTo>
                <a:lnTo>
                  <a:pt x="992200" y="1221769"/>
                </a:lnTo>
                <a:lnTo>
                  <a:pt x="1020560" y="1249165"/>
                </a:lnTo>
                <a:lnTo>
                  <a:pt x="1048905" y="1276204"/>
                </a:lnTo>
                <a:lnTo>
                  <a:pt x="1077250" y="1301166"/>
                </a:lnTo>
                <a:lnTo>
                  <a:pt x="1105595" y="1325719"/>
                </a:lnTo>
                <a:lnTo>
                  <a:pt x="1133955" y="1348698"/>
                </a:lnTo>
                <a:lnTo>
                  <a:pt x="1162300" y="1370795"/>
                </a:lnTo>
                <a:lnTo>
                  <a:pt x="1190645" y="1392048"/>
                </a:lnTo>
                <a:lnTo>
                  <a:pt x="1218990" y="1411974"/>
                </a:lnTo>
                <a:lnTo>
                  <a:pt x="1247350" y="1431575"/>
                </a:lnTo>
                <a:lnTo>
                  <a:pt x="1275695" y="1450487"/>
                </a:lnTo>
                <a:lnTo>
                  <a:pt x="1304040" y="1468664"/>
                </a:lnTo>
                <a:lnTo>
                  <a:pt x="1332384" y="1486029"/>
                </a:lnTo>
                <a:lnTo>
                  <a:pt x="1360745" y="1503241"/>
                </a:lnTo>
                <a:lnTo>
                  <a:pt x="1389089" y="1518937"/>
                </a:lnTo>
                <a:lnTo>
                  <a:pt x="1417434" y="1533944"/>
                </a:lnTo>
                <a:lnTo>
                  <a:pt x="1445779" y="1549089"/>
                </a:lnTo>
                <a:lnTo>
                  <a:pt x="1474139" y="1563790"/>
                </a:lnTo>
                <a:lnTo>
                  <a:pt x="1502484" y="1577817"/>
                </a:lnTo>
                <a:lnTo>
                  <a:pt x="1530829" y="1590803"/>
                </a:lnTo>
                <a:lnTo>
                  <a:pt x="1559174" y="1603865"/>
                </a:lnTo>
                <a:lnTo>
                  <a:pt x="1587534" y="1615977"/>
                </a:lnTo>
                <a:lnTo>
                  <a:pt x="1615879" y="1628565"/>
                </a:lnTo>
                <a:lnTo>
                  <a:pt x="1644224" y="1640417"/>
                </a:lnTo>
                <a:lnTo>
                  <a:pt x="1672569" y="1651504"/>
                </a:lnTo>
                <a:lnTo>
                  <a:pt x="1700929" y="1662545"/>
                </a:lnTo>
                <a:lnTo>
                  <a:pt x="1729274" y="1672391"/>
                </a:lnTo>
                <a:lnTo>
                  <a:pt x="1757619" y="1683126"/>
                </a:lnTo>
                <a:lnTo>
                  <a:pt x="1785963" y="1693493"/>
                </a:lnTo>
                <a:lnTo>
                  <a:pt x="1814323" y="1703217"/>
                </a:lnTo>
                <a:lnTo>
                  <a:pt x="1842668" y="1712038"/>
                </a:lnTo>
                <a:lnTo>
                  <a:pt x="1871013" y="1721026"/>
                </a:lnTo>
                <a:lnTo>
                  <a:pt x="1899358" y="1729908"/>
                </a:lnTo>
                <a:lnTo>
                  <a:pt x="1927718" y="1738729"/>
                </a:lnTo>
                <a:lnTo>
                  <a:pt x="1956063" y="1747381"/>
                </a:lnTo>
                <a:lnTo>
                  <a:pt x="1984408" y="1755175"/>
                </a:lnTo>
                <a:lnTo>
                  <a:pt x="2012753" y="1762709"/>
                </a:lnTo>
                <a:lnTo>
                  <a:pt x="2041113" y="1770259"/>
                </a:lnTo>
                <a:lnTo>
                  <a:pt x="2069458" y="1777272"/>
                </a:lnTo>
                <a:lnTo>
                  <a:pt x="2097803" y="1785174"/>
                </a:lnTo>
                <a:lnTo>
                  <a:pt x="2126148" y="1792065"/>
                </a:lnTo>
                <a:lnTo>
                  <a:pt x="2154508" y="1799538"/>
                </a:lnTo>
                <a:lnTo>
                  <a:pt x="2182853" y="1805984"/>
                </a:lnTo>
                <a:lnTo>
                  <a:pt x="2211198" y="1812232"/>
                </a:lnTo>
                <a:lnTo>
                  <a:pt x="2239542" y="1819077"/>
                </a:lnTo>
                <a:lnTo>
                  <a:pt x="2267903" y="1824835"/>
                </a:lnTo>
                <a:lnTo>
                  <a:pt x="2296248" y="1831604"/>
                </a:lnTo>
                <a:lnTo>
                  <a:pt x="2324592" y="1836489"/>
                </a:lnTo>
                <a:lnTo>
                  <a:pt x="2352937" y="1842063"/>
                </a:lnTo>
                <a:lnTo>
                  <a:pt x="2381297" y="1848448"/>
                </a:lnTo>
                <a:lnTo>
                  <a:pt x="2409642" y="1853348"/>
                </a:lnTo>
                <a:lnTo>
                  <a:pt x="2437987" y="1859198"/>
                </a:lnTo>
                <a:lnTo>
                  <a:pt x="2466332" y="1864267"/>
                </a:lnTo>
                <a:lnTo>
                  <a:pt x="2494692" y="1868999"/>
                </a:lnTo>
                <a:lnTo>
                  <a:pt x="2523037" y="1874420"/>
                </a:lnTo>
                <a:lnTo>
                  <a:pt x="2551382" y="1879105"/>
                </a:lnTo>
                <a:lnTo>
                  <a:pt x="2579726" y="1884220"/>
                </a:lnTo>
                <a:lnTo>
                  <a:pt x="2608087" y="1888998"/>
                </a:lnTo>
                <a:lnTo>
                  <a:pt x="2636432" y="1893255"/>
                </a:lnTo>
                <a:lnTo>
                  <a:pt x="2664776" y="1897864"/>
                </a:lnTo>
                <a:lnTo>
                  <a:pt x="2693121" y="1901830"/>
                </a:lnTo>
                <a:lnTo>
                  <a:pt x="2721482" y="1906470"/>
                </a:lnTo>
                <a:lnTo>
                  <a:pt x="2749826" y="1910543"/>
                </a:lnTo>
                <a:lnTo>
                  <a:pt x="2778171" y="1914709"/>
                </a:lnTo>
                <a:lnTo>
                  <a:pt x="2806516" y="1919088"/>
                </a:lnTo>
              </a:path>
            </a:pathLst>
          </a:custGeom>
          <a:noFill/>
          <a:ln w="18336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sp>
        <p:nvSpPr>
          <p:cNvPr id="323" name="Freeform 322">
            <a:extLst>
              <a:ext uri="{FF2B5EF4-FFF2-40B4-BE49-F238E27FC236}">
                <a16:creationId xmlns:a16="http://schemas.microsoft.com/office/drawing/2014/main" id="{6F83D4CB-316E-385D-55B8-5393E2241EA0}"/>
              </a:ext>
            </a:extLst>
          </p:cNvPr>
          <p:cNvSpPr/>
          <p:nvPr/>
        </p:nvSpPr>
        <p:spPr>
          <a:xfrm>
            <a:off x="1037967" y="2180929"/>
            <a:ext cx="2806516" cy="1531"/>
          </a:xfrm>
          <a:custGeom>
            <a:avLst/>
            <a:gdLst>
              <a:gd name="csX0" fmla="*/ 0 w 2806516"/>
              <a:gd name="csY0" fmla="*/ 0 h 1531"/>
              <a:gd name="csX1" fmla="*/ 28349 w 2806516"/>
              <a:gd name="csY1" fmla="*/ 0 h 1531"/>
              <a:gd name="csX2" fmla="*/ 56697 w 2806516"/>
              <a:gd name="csY2" fmla="*/ 0 h 1531"/>
              <a:gd name="csX3" fmla="*/ 85047 w 2806516"/>
              <a:gd name="csY3" fmla="*/ 0 h 1531"/>
              <a:gd name="csX4" fmla="*/ 113396 w 2806516"/>
              <a:gd name="csY4" fmla="*/ 0 h 1531"/>
              <a:gd name="csX5" fmla="*/ 141744 w 2806516"/>
              <a:gd name="csY5" fmla="*/ 0 h 1531"/>
              <a:gd name="csX6" fmla="*/ 170094 w 2806516"/>
              <a:gd name="csY6" fmla="*/ 0 h 1531"/>
              <a:gd name="csX7" fmla="*/ 198442 w 2806516"/>
              <a:gd name="csY7" fmla="*/ 0 h 1531"/>
              <a:gd name="csX8" fmla="*/ 226791 w 2806516"/>
              <a:gd name="csY8" fmla="*/ 0 h 1531"/>
              <a:gd name="csX9" fmla="*/ 255139 w 2806516"/>
              <a:gd name="csY9" fmla="*/ 0 h 1531"/>
              <a:gd name="csX10" fmla="*/ 283488 w 2806516"/>
              <a:gd name="csY10" fmla="*/ 0 h 1531"/>
              <a:gd name="csX11" fmla="*/ 311836 w 2806516"/>
              <a:gd name="csY11" fmla="*/ 0 h 1531"/>
              <a:gd name="csX12" fmla="*/ 340186 w 2806516"/>
              <a:gd name="csY12" fmla="*/ 0 h 1531"/>
              <a:gd name="csX13" fmla="*/ 368534 w 2806516"/>
              <a:gd name="csY13" fmla="*/ 0 h 1531"/>
              <a:gd name="csX14" fmla="*/ 396883 w 2806516"/>
              <a:gd name="csY14" fmla="*/ 0 h 1531"/>
              <a:gd name="csX15" fmla="*/ 425231 w 2806516"/>
              <a:gd name="csY15" fmla="*/ 0 h 1531"/>
              <a:gd name="csX16" fmla="*/ 453581 w 2806516"/>
              <a:gd name="csY16" fmla="*/ 0 h 1531"/>
              <a:gd name="csX17" fmla="*/ 481928 w 2806516"/>
              <a:gd name="csY17" fmla="*/ 0 h 1531"/>
              <a:gd name="csX18" fmla="*/ 510278 w 2806516"/>
              <a:gd name="csY18" fmla="*/ 0 h 1531"/>
              <a:gd name="csX19" fmla="*/ 538626 w 2806516"/>
              <a:gd name="csY19" fmla="*/ 0 h 1531"/>
              <a:gd name="csX20" fmla="*/ 566975 w 2806516"/>
              <a:gd name="csY20" fmla="*/ 0 h 1531"/>
              <a:gd name="csX21" fmla="*/ 595323 w 2806516"/>
              <a:gd name="csY21" fmla="*/ 0 h 1531"/>
              <a:gd name="csX22" fmla="*/ 623673 w 2806516"/>
              <a:gd name="csY22" fmla="*/ 0 h 1531"/>
              <a:gd name="csX23" fmla="*/ 652021 w 2806516"/>
              <a:gd name="csY23" fmla="*/ 0 h 1531"/>
              <a:gd name="csX24" fmla="*/ 680370 w 2806516"/>
              <a:gd name="csY24" fmla="*/ 0 h 1531"/>
              <a:gd name="csX25" fmla="*/ 708718 w 2806516"/>
              <a:gd name="csY25" fmla="*/ 0 h 1531"/>
              <a:gd name="csX26" fmla="*/ 737067 w 2806516"/>
              <a:gd name="csY26" fmla="*/ 0 h 1531"/>
              <a:gd name="csX27" fmla="*/ 765415 w 2806516"/>
              <a:gd name="csY27" fmla="*/ 0 h 1531"/>
              <a:gd name="csX28" fmla="*/ 793765 w 2806516"/>
              <a:gd name="csY28" fmla="*/ 0 h 1531"/>
              <a:gd name="csX29" fmla="*/ 822116 w 2806516"/>
              <a:gd name="csY29" fmla="*/ 0 h 1531"/>
              <a:gd name="csX30" fmla="*/ 850461 w 2806516"/>
              <a:gd name="csY30" fmla="*/ 0 h 1531"/>
              <a:gd name="csX31" fmla="*/ 878805 w 2806516"/>
              <a:gd name="csY31" fmla="*/ 0 h 1531"/>
              <a:gd name="csX32" fmla="*/ 907166 w 2806516"/>
              <a:gd name="csY32" fmla="*/ 0 h 1531"/>
              <a:gd name="csX33" fmla="*/ 935510 w 2806516"/>
              <a:gd name="csY33" fmla="*/ 0 h 1531"/>
              <a:gd name="csX34" fmla="*/ 963855 w 2806516"/>
              <a:gd name="csY34" fmla="*/ 0 h 1531"/>
              <a:gd name="csX35" fmla="*/ 992200 w 2806516"/>
              <a:gd name="csY35" fmla="*/ 0 h 1531"/>
              <a:gd name="csX36" fmla="*/ 1020560 w 2806516"/>
              <a:gd name="csY36" fmla="*/ 0 h 1531"/>
              <a:gd name="csX37" fmla="*/ 1048905 w 2806516"/>
              <a:gd name="csY37" fmla="*/ 0 h 1531"/>
              <a:gd name="csX38" fmla="*/ 1077250 w 2806516"/>
              <a:gd name="csY38" fmla="*/ 0 h 1531"/>
              <a:gd name="csX39" fmla="*/ 1105595 w 2806516"/>
              <a:gd name="csY39" fmla="*/ 0 h 1531"/>
              <a:gd name="csX40" fmla="*/ 1133955 w 2806516"/>
              <a:gd name="csY40" fmla="*/ 0 h 1531"/>
              <a:gd name="csX41" fmla="*/ 1162300 w 2806516"/>
              <a:gd name="csY41" fmla="*/ 0 h 1531"/>
              <a:gd name="csX42" fmla="*/ 1190645 w 2806516"/>
              <a:gd name="csY42" fmla="*/ 0 h 1531"/>
              <a:gd name="csX43" fmla="*/ 1218990 w 2806516"/>
              <a:gd name="csY43" fmla="*/ 0 h 1531"/>
              <a:gd name="csX44" fmla="*/ 1247350 w 2806516"/>
              <a:gd name="csY44" fmla="*/ 0 h 1531"/>
              <a:gd name="csX45" fmla="*/ 1275695 w 2806516"/>
              <a:gd name="csY45" fmla="*/ 0 h 1531"/>
              <a:gd name="csX46" fmla="*/ 1304040 w 2806516"/>
              <a:gd name="csY46" fmla="*/ 0 h 1531"/>
              <a:gd name="csX47" fmla="*/ 1332384 w 2806516"/>
              <a:gd name="csY47" fmla="*/ 0 h 1531"/>
              <a:gd name="csX48" fmla="*/ 1360745 w 2806516"/>
              <a:gd name="csY48" fmla="*/ 0 h 1531"/>
              <a:gd name="csX49" fmla="*/ 1389089 w 2806516"/>
              <a:gd name="csY49" fmla="*/ 0 h 1531"/>
              <a:gd name="csX50" fmla="*/ 1417434 w 2806516"/>
              <a:gd name="csY50" fmla="*/ 0 h 1531"/>
              <a:gd name="csX51" fmla="*/ 1445779 w 2806516"/>
              <a:gd name="csY51" fmla="*/ 0 h 1531"/>
              <a:gd name="csX52" fmla="*/ 1474139 w 2806516"/>
              <a:gd name="csY52" fmla="*/ 0 h 1531"/>
              <a:gd name="csX53" fmla="*/ 1502484 w 2806516"/>
              <a:gd name="csY53" fmla="*/ 0 h 1531"/>
              <a:gd name="csX54" fmla="*/ 1530829 w 2806516"/>
              <a:gd name="csY54" fmla="*/ 0 h 1531"/>
              <a:gd name="csX55" fmla="*/ 1559174 w 2806516"/>
              <a:gd name="csY55" fmla="*/ 0 h 1531"/>
              <a:gd name="csX56" fmla="*/ 1587534 w 2806516"/>
              <a:gd name="csY56" fmla="*/ 0 h 1531"/>
              <a:gd name="csX57" fmla="*/ 1615879 w 2806516"/>
              <a:gd name="csY57" fmla="*/ 0 h 1531"/>
              <a:gd name="csX58" fmla="*/ 1644224 w 2806516"/>
              <a:gd name="csY58" fmla="*/ 0 h 1531"/>
              <a:gd name="csX59" fmla="*/ 1672569 w 2806516"/>
              <a:gd name="csY59" fmla="*/ 0 h 1531"/>
              <a:gd name="csX60" fmla="*/ 1700929 w 2806516"/>
              <a:gd name="csY60" fmla="*/ 0 h 1531"/>
              <a:gd name="csX61" fmla="*/ 1729274 w 2806516"/>
              <a:gd name="csY61" fmla="*/ 0 h 1531"/>
              <a:gd name="csX62" fmla="*/ 1757619 w 2806516"/>
              <a:gd name="csY62" fmla="*/ 0 h 1531"/>
              <a:gd name="csX63" fmla="*/ 1785963 w 2806516"/>
              <a:gd name="csY63" fmla="*/ 0 h 1531"/>
              <a:gd name="csX64" fmla="*/ 1814323 w 2806516"/>
              <a:gd name="csY64" fmla="*/ 0 h 1531"/>
              <a:gd name="csX65" fmla="*/ 1842668 w 2806516"/>
              <a:gd name="csY65" fmla="*/ 0 h 1531"/>
              <a:gd name="csX66" fmla="*/ 1871013 w 2806516"/>
              <a:gd name="csY66" fmla="*/ 0 h 1531"/>
              <a:gd name="csX67" fmla="*/ 1899358 w 2806516"/>
              <a:gd name="csY67" fmla="*/ 0 h 1531"/>
              <a:gd name="csX68" fmla="*/ 1927718 w 2806516"/>
              <a:gd name="csY68" fmla="*/ 0 h 1531"/>
              <a:gd name="csX69" fmla="*/ 1956063 w 2806516"/>
              <a:gd name="csY69" fmla="*/ 0 h 1531"/>
              <a:gd name="csX70" fmla="*/ 1984408 w 2806516"/>
              <a:gd name="csY70" fmla="*/ 0 h 1531"/>
              <a:gd name="csX71" fmla="*/ 2012753 w 2806516"/>
              <a:gd name="csY71" fmla="*/ 0 h 1531"/>
              <a:gd name="csX72" fmla="*/ 2041113 w 2806516"/>
              <a:gd name="csY72" fmla="*/ 0 h 1531"/>
              <a:gd name="csX73" fmla="*/ 2069458 w 2806516"/>
              <a:gd name="csY73" fmla="*/ 0 h 1531"/>
              <a:gd name="csX74" fmla="*/ 2097803 w 2806516"/>
              <a:gd name="csY74" fmla="*/ 0 h 1531"/>
              <a:gd name="csX75" fmla="*/ 2126148 w 2806516"/>
              <a:gd name="csY75" fmla="*/ 0 h 1531"/>
              <a:gd name="csX76" fmla="*/ 2154508 w 2806516"/>
              <a:gd name="csY76" fmla="*/ 0 h 1531"/>
              <a:gd name="csX77" fmla="*/ 2182853 w 2806516"/>
              <a:gd name="csY77" fmla="*/ 0 h 1531"/>
              <a:gd name="csX78" fmla="*/ 2211198 w 2806516"/>
              <a:gd name="csY78" fmla="*/ 0 h 1531"/>
              <a:gd name="csX79" fmla="*/ 2239542 w 2806516"/>
              <a:gd name="csY79" fmla="*/ 0 h 1531"/>
              <a:gd name="csX80" fmla="*/ 2267903 w 2806516"/>
              <a:gd name="csY80" fmla="*/ 0 h 1531"/>
              <a:gd name="csX81" fmla="*/ 2296248 w 2806516"/>
              <a:gd name="csY81" fmla="*/ 0 h 1531"/>
              <a:gd name="csX82" fmla="*/ 2324592 w 2806516"/>
              <a:gd name="csY82" fmla="*/ 0 h 1531"/>
              <a:gd name="csX83" fmla="*/ 2352937 w 2806516"/>
              <a:gd name="csY83" fmla="*/ 0 h 1531"/>
              <a:gd name="csX84" fmla="*/ 2381297 w 2806516"/>
              <a:gd name="csY84" fmla="*/ 0 h 1531"/>
              <a:gd name="csX85" fmla="*/ 2409642 w 2806516"/>
              <a:gd name="csY85" fmla="*/ 0 h 1531"/>
              <a:gd name="csX86" fmla="*/ 2437987 w 2806516"/>
              <a:gd name="csY86" fmla="*/ 0 h 1531"/>
              <a:gd name="csX87" fmla="*/ 2466332 w 2806516"/>
              <a:gd name="csY87" fmla="*/ 0 h 1531"/>
              <a:gd name="csX88" fmla="*/ 2494692 w 2806516"/>
              <a:gd name="csY88" fmla="*/ 0 h 1531"/>
              <a:gd name="csX89" fmla="*/ 2523037 w 2806516"/>
              <a:gd name="csY89" fmla="*/ 0 h 1531"/>
              <a:gd name="csX90" fmla="*/ 2551382 w 2806516"/>
              <a:gd name="csY90" fmla="*/ 0 h 1531"/>
              <a:gd name="csX91" fmla="*/ 2579726 w 2806516"/>
              <a:gd name="csY91" fmla="*/ 0 h 1531"/>
              <a:gd name="csX92" fmla="*/ 2608087 w 2806516"/>
              <a:gd name="csY92" fmla="*/ 0 h 1531"/>
              <a:gd name="csX93" fmla="*/ 2636432 w 2806516"/>
              <a:gd name="csY93" fmla="*/ 0 h 1531"/>
              <a:gd name="csX94" fmla="*/ 2664776 w 2806516"/>
              <a:gd name="csY94" fmla="*/ 0 h 1531"/>
              <a:gd name="csX95" fmla="*/ 2693121 w 2806516"/>
              <a:gd name="csY95" fmla="*/ 0 h 1531"/>
              <a:gd name="csX96" fmla="*/ 2721482 w 2806516"/>
              <a:gd name="csY96" fmla="*/ 0 h 1531"/>
              <a:gd name="csX97" fmla="*/ 2749826 w 2806516"/>
              <a:gd name="csY97" fmla="*/ 0 h 1531"/>
              <a:gd name="csX98" fmla="*/ 2778171 w 2806516"/>
              <a:gd name="csY98" fmla="*/ 0 h 1531"/>
              <a:gd name="csX99" fmla="*/ 2806516 w 2806516"/>
              <a:gd name="csY99" fmla="*/ 0 h 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2806516" h="1531">
                <a:moveTo>
                  <a:pt x="0" y="0"/>
                </a:moveTo>
                <a:lnTo>
                  <a:pt x="28349" y="0"/>
                </a:lnTo>
                <a:lnTo>
                  <a:pt x="56697" y="0"/>
                </a:lnTo>
                <a:lnTo>
                  <a:pt x="85047" y="0"/>
                </a:lnTo>
                <a:lnTo>
                  <a:pt x="113396" y="0"/>
                </a:lnTo>
                <a:lnTo>
                  <a:pt x="141744" y="0"/>
                </a:lnTo>
                <a:lnTo>
                  <a:pt x="170094" y="0"/>
                </a:lnTo>
                <a:lnTo>
                  <a:pt x="198442" y="0"/>
                </a:lnTo>
                <a:lnTo>
                  <a:pt x="226791" y="0"/>
                </a:lnTo>
                <a:lnTo>
                  <a:pt x="255139" y="0"/>
                </a:lnTo>
                <a:lnTo>
                  <a:pt x="283488" y="0"/>
                </a:lnTo>
                <a:lnTo>
                  <a:pt x="311836" y="0"/>
                </a:lnTo>
                <a:lnTo>
                  <a:pt x="340186" y="0"/>
                </a:lnTo>
                <a:lnTo>
                  <a:pt x="368534" y="0"/>
                </a:lnTo>
                <a:lnTo>
                  <a:pt x="396883" y="0"/>
                </a:lnTo>
                <a:lnTo>
                  <a:pt x="425231" y="0"/>
                </a:lnTo>
                <a:lnTo>
                  <a:pt x="453581" y="0"/>
                </a:lnTo>
                <a:lnTo>
                  <a:pt x="481928" y="0"/>
                </a:lnTo>
                <a:lnTo>
                  <a:pt x="510278" y="0"/>
                </a:lnTo>
                <a:lnTo>
                  <a:pt x="538626" y="0"/>
                </a:lnTo>
                <a:lnTo>
                  <a:pt x="566975" y="0"/>
                </a:lnTo>
                <a:lnTo>
                  <a:pt x="595323" y="0"/>
                </a:lnTo>
                <a:lnTo>
                  <a:pt x="623673" y="0"/>
                </a:lnTo>
                <a:lnTo>
                  <a:pt x="652021" y="0"/>
                </a:lnTo>
                <a:lnTo>
                  <a:pt x="680370" y="0"/>
                </a:lnTo>
                <a:lnTo>
                  <a:pt x="708718" y="0"/>
                </a:lnTo>
                <a:lnTo>
                  <a:pt x="737067" y="0"/>
                </a:lnTo>
                <a:lnTo>
                  <a:pt x="765415" y="0"/>
                </a:lnTo>
                <a:lnTo>
                  <a:pt x="793765" y="0"/>
                </a:lnTo>
                <a:lnTo>
                  <a:pt x="822116" y="0"/>
                </a:lnTo>
                <a:lnTo>
                  <a:pt x="850461" y="0"/>
                </a:lnTo>
                <a:lnTo>
                  <a:pt x="878805" y="0"/>
                </a:lnTo>
                <a:lnTo>
                  <a:pt x="907166" y="0"/>
                </a:lnTo>
                <a:lnTo>
                  <a:pt x="935510" y="0"/>
                </a:lnTo>
                <a:lnTo>
                  <a:pt x="963855" y="0"/>
                </a:lnTo>
                <a:lnTo>
                  <a:pt x="992200" y="0"/>
                </a:lnTo>
                <a:lnTo>
                  <a:pt x="1020560" y="0"/>
                </a:lnTo>
                <a:lnTo>
                  <a:pt x="1048905" y="0"/>
                </a:lnTo>
                <a:lnTo>
                  <a:pt x="1077250" y="0"/>
                </a:lnTo>
                <a:lnTo>
                  <a:pt x="1105595" y="0"/>
                </a:lnTo>
                <a:lnTo>
                  <a:pt x="1133955" y="0"/>
                </a:lnTo>
                <a:lnTo>
                  <a:pt x="1162300" y="0"/>
                </a:lnTo>
                <a:lnTo>
                  <a:pt x="1190645" y="0"/>
                </a:lnTo>
                <a:lnTo>
                  <a:pt x="1218990" y="0"/>
                </a:lnTo>
                <a:lnTo>
                  <a:pt x="1247350" y="0"/>
                </a:lnTo>
                <a:lnTo>
                  <a:pt x="1275695" y="0"/>
                </a:lnTo>
                <a:lnTo>
                  <a:pt x="1304040" y="0"/>
                </a:lnTo>
                <a:lnTo>
                  <a:pt x="1332384" y="0"/>
                </a:lnTo>
                <a:lnTo>
                  <a:pt x="1360745" y="0"/>
                </a:lnTo>
                <a:lnTo>
                  <a:pt x="1389089" y="0"/>
                </a:lnTo>
                <a:lnTo>
                  <a:pt x="1417434" y="0"/>
                </a:lnTo>
                <a:lnTo>
                  <a:pt x="1445779" y="0"/>
                </a:lnTo>
                <a:lnTo>
                  <a:pt x="1474139" y="0"/>
                </a:lnTo>
                <a:lnTo>
                  <a:pt x="1502484" y="0"/>
                </a:lnTo>
                <a:lnTo>
                  <a:pt x="1530829" y="0"/>
                </a:lnTo>
                <a:lnTo>
                  <a:pt x="1559174" y="0"/>
                </a:lnTo>
                <a:lnTo>
                  <a:pt x="1587534" y="0"/>
                </a:lnTo>
                <a:lnTo>
                  <a:pt x="1615879" y="0"/>
                </a:lnTo>
                <a:lnTo>
                  <a:pt x="1644224" y="0"/>
                </a:lnTo>
                <a:lnTo>
                  <a:pt x="1672569" y="0"/>
                </a:lnTo>
                <a:lnTo>
                  <a:pt x="1700929" y="0"/>
                </a:lnTo>
                <a:lnTo>
                  <a:pt x="1729274" y="0"/>
                </a:lnTo>
                <a:lnTo>
                  <a:pt x="1757619" y="0"/>
                </a:lnTo>
                <a:lnTo>
                  <a:pt x="1785963" y="0"/>
                </a:lnTo>
                <a:lnTo>
                  <a:pt x="1814323" y="0"/>
                </a:lnTo>
                <a:lnTo>
                  <a:pt x="1842668" y="0"/>
                </a:lnTo>
                <a:lnTo>
                  <a:pt x="1871013" y="0"/>
                </a:lnTo>
                <a:lnTo>
                  <a:pt x="1899358" y="0"/>
                </a:lnTo>
                <a:lnTo>
                  <a:pt x="1927718" y="0"/>
                </a:lnTo>
                <a:lnTo>
                  <a:pt x="1956063" y="0"/>
                </a:lnTo>
                <a:lnTo>
                  <a:pt x="1984408" y="0"/>
                </a:lnTo>
                <a:lnTo>
                  <a:pt x="2012753" y="0"/>
                </a:lnTo>
                <a:lnTo>
                  <a:pt x="2041113" y="0"/>
                </a:lnTo>
                <a:lnTo>
                  <a:pt x="2069458" y="0"/>
                </a:lnTo>
                <a:lnTo>
                  <a:pt x="2097803" y="0"/>
                </a:lnTo>
                <a:lnTo>
                  <a:pt x="2126148" y="0"/>
                </a:lnTo>
                <a:lnTo>
                  <a:pt x="2154508" y="0"/>
                </a:lnTo>
                <a:lnTo>
                  <a:pt x="2182853" y="0"/>
                </a:lnTo>
                <a:lnTo>
                  <a:pt x="2211198" y="0"/>
                </a:lnTo>
                <a:lnTo>
                  <a:pt x="2239542" y="0"/>
                </a:lnTo>
                <a:lnTo>
                  <a:pt x="2267903" y="0"/>
                </a:lnTo>
                <a:lnTo>
                  <a:pt x="2296248" y="0"/>
                </a:lnTo>
                <a:lnTo>
                  <a:pt x="2324592" y="0"/>
                </a:lnTo>
                <a:lnTo>
                  <a:pt x="2352937" y="0"/>
                </a:lnTo>
                <a:lnTo>
                  <a:pt x="2381297" y="0"/>
                </a:lnTo>
                <a:lnTo>
                  <a:pt x="2409642" y="0"/>
                </a:lnTo>
                <a:lnTo>
                  <a:pt x="2437987" y="0"/>
                </a:lnTo>
                <a:lnTo>
                  <a:pt x="2466332" y="0"/>
                </a:lnTo>
                <a:lnTo>
                  <a:pt x="2494692" y="0"/>
                </a:lnTo>
                <a:lnTo>
                  <a:pt x="2523037" y="0"/>
                </a:lnTo>
                <a:lnTo>
                  <a:pt x="2551382" y="0"/>
                </a:lnTo>
                <a:lnTo>
                  <a:pt x="2579726" y="0"/>
                </a:lnTo>
                <a:lnTo>
                  <a:pt x="2608087" y="0"/>
                </a:lnTo>
                <a:lnTo>
                  <a:pt x="2636432" y="0"/>
                </a:lnTo>
                <a:lnTo>
                  <a:pt x="2664776" y="0"/>
                </a:lnTo>
                <a:lnTo>
                  <a:pt x="2693121" y="0"/>
                </a:lnTo>
                <a:lnTo>
                  <a:pt x="2721482" y="0"/>
                </a:lnTo>
                <a:lnTo>
                  <a:pt x="2749826" y="0"/>
                </a:lnTo>
                <a:lnTo>
                  <a:pt x="2778171" y="0"/>
                </a:lnTo>
                <a:lnTo>
                  <a:pt x="2806516" y="0"/>
                </a:lnTo>
              </a:path>
            </a:pathLst>
          </a:custGeom>
          <a:noFill/>
          <a:ln w="18336" cap="rnd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DE"/>
          </a:p>
        </p:txBody>
      </p: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B7C560BD-EE3F-D0D5-83BA-3BCDE2CBB6A5}"/>
              </a:ext>
            </a:extLst>
          </p:cNvPr>
          <p:cNvGrpSpPr/>
          <p:nvPr/>
        </p:nvGrpSpPr>
        <p:grpSpPr>
          <a:xfrm>
            <a:off x="2778404" y="1353758"/>
            <a:ext cx="1051117" cy="476304"/>
            <a:chOff x="2778404" y="1353758"/>
            <a:chExt cx="1051117" cy="476304"/>
          </a:xfrm>
        </p:grpSpPr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6A5EC880-427D-3A51-776C-FBCDE8D1ED7B}"/>
                </a:ext>
              </a:extLst>
            </p:cNvPr>
            <p:cNvSpPr/>
            <p:nvPr/>
          </p:nvSpPr>
          <p:spPr>
            <a:xfrm>
              <a:off x="2778404" y="1353758"/>
              <a:ext cx="1051117" cy="476304"/>
            </a:xfrm>
            <a:custGeom>
              <a:avLst/>
              <a:gdLst>
                <a:gd name="csX0" fmla="*/ 0 w 1051117"/>
                <a:gd name="csY0" fmla="*/ 476305 h 476304"/>
                <a:gd name="csX1" fmla="*/ 1051118 w 1051117"/>
                <a:gd name="csY1" fmla="*/ 476305 h 476304"/>
                <a:gd name="csX2" fmla="*/ 1051118 w 1051117"/>
                <a:gd name="csY2" fmla="*/ 0 h 476304"/>
                <a:gd name="csX3" fmla="*/ 0 w 1051117"/>
                <a:gd name="csY3" fmla="*/ 0 h 476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1117" h="476304">
                  <a:moveTo>
                    <a:pt x="0" y="476305"/>
                  </a:moveTo>
                  <a:lnTo>
                    <a:pt x="1051118" y="476305"/>
                  </a:lnTo>
                  <a:lnTo>
                    <a:pt x="10511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60DE8815-96EF-3F40-A10A-FE67261063D5}"/>
                </a:ext>
              </a:extLst>
            </p:cNvPr>
            <p:cNvSpPr/>
            <p:nvPr/>
          </p:nvSpPr>
          <p:spPr>
            <a:xfrm>
              <a:off x="2778404" y="1353758"/>
              <a:ext cx="1051117" cy="476304"/>
            </a:xfrm>
            <a:custGeom>
              <a:avLst/>
              <a:gdLst>
                <a:gd name="csX0" fmla="*/ 0 w 1051117"/>
                <a:gd name="csY0" fmla="*/ 476305 h 476304"/>
                <a:gd name="csX1" fmla="*/ 1051118 w 1051117"/>
                <a:gd name="csY1" fmla="*/ 476305 h 476304"/>
                <a:gd name="csX2" fmla="*/ 1051118 w 1051117"/>
                <a:gd name="csY2" fmla="*/ 0 h 476304"/>
                <a:gd name="csX3" fmla="*/ 0 w 1051117"/>
                <a:gd name="csY3" fmla="*/ 0 h 476304"/>
                <a:gd name="csX4" fmla="*/ 0 w 1051117"/>
                <a:gd name="csY4" fmla="*/ 476305 h 476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51117" h="476304">
                  <a:moveTo>
                    <a:pt x="0" y="476305"/>
                  </a:moveTo>
                  <a:lnTo>
                    <a:pt x="1051118" y="476305"/>
                  </a:lnTo>
                  <a:lnTo>
                    <a:pt x="1051118" y="0"/>
                  </a:lnTo>
                  <a:lnTo>
                    <a:pt x="0" y="0"/>
                  </a:lnTo>
                  <a:lnTo>
                    <a:pt x="0" y="476305"/>
                  </a:lnTo>
                </a:path>
              </a:pathLst>
            </a:custGeom>
            <a:noFill/>
            <a:ln w="6112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E8C7C0DD-F24A-0D24-3822-01BA4057F3F8}"/>
              </a:ext>
            </a:extLst>
          </p:cNvPr>
          <p:cNvGrpSpPr/>
          <p:nvPr/>
        </p:nvGrpSpPr>
        <p:grpSpPr>
          <a:xfrm>
            <a:off x="2811465" y="1433741"/>
            <a:ext cx="964552" cy="157127"/>
            <a:chOff x="2811465" y="1433741"/>
            <a:chExt cx="964552" cy="157127"/>
          </a:xfrm>
        </p:grpSpPr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05D38875-58FE-2266-4399-5BD445596C9A}"/>
                </a:ext>
              </a:extLst>
            </p:cNvPr>
            <p:cNvSpPr/>
            <p:nvPr/>
          </p:nvSpPr>
          <p:spPr>
            <a:xfrm>
              <a:off x="2811465" y="1512526"/>
              <a:ext cx="198321" cy="1531"/>
            </a:xfrm>
            <a:custGeom>
              <a:avLst/>
              <a:gdLst>
                <a:gd name="csX0" fmla="*/ 0 w 198321"/>
                <a:gd name="csY0" fmla="*/ 0 h 1531"/>
                <a:gd name="csX1" fmla="*/ 198322 w 19832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8321" h="1531">
                  <a:moveTo>
                    <a:pt x="0" y="0"/>
                  </a:moveTo>
                  <a:lnTo>
                    <a:pt x="198322" y="0"/>
                  </a:lnTo>
                </a:path>
              </a:pathLst>
            </a:custGeom>
            <a:noFill/>
            <a:ln w="36671" cap="rnd">
              <a:solidFill>
                <a:srgbClr val="FF0000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28EAA5B9-CA6F-BA9B-7A26-87C9A1E6E90B}"/>
                </a:ext>
              </a:extLst>
            </p:cNvPr>
            <p:cNvSpPr/>
            <p:nvPr/>
          </p:nvSpPr>
          <p:spPr>
            <a:xfrm>
              <a:off x="3042849" y="1433741"/>
              <a:ext cx="79628" cy="96626"/>
            </a:xfrm>
            <a:custGeom>
              <a:avLst/>
              <a:gdLst>
                <a:gd name="csX0" fmla="*/ 79629 w 79628"/>
                <a:gd name="csY0" fmla="*/ 43902 h 96626"/>
                <a:gd name="csX1" fmla="*/ 75249 w 79628"/>
                <a:gd name="csY1" fmla="*/ 58465 h 96626"/>
                <a:gd name="csX2" fmla="*/ 64346 w 79628"/>
                <a:gd name="csY2" fmla="*/ 66570 h 96626"/>
                <a:gd name="csX3" fmla="*/ 55740 w 79628"/>
                <a:gd name="csY3" fmla="*/ 63630 h 96626"/>
                <a:gd name="csX4" fmla="*/ 51146 w 79628"/>
                <a:gd name="csY4" fmla="*/ 55811 h 96626"/>
                <a:gd name="csX5" fmla="*/ 47915 w 79628"/>
                <a:gd name="csY5" fmla="*/ 59325 h 96626"/>
                <a:gd name="csX6" fmla="*/ 44041 w 79628"/>
                <a:gd name="csY6" fmla="*/ 62625 h 96626"/>
                <a:gd name="csX7" fmla="*/ 38375 w 79628"/>
                <a:gd name="csY7" fmla="*/ 65567 h 96626"/>
                <a:gd name="csX8" fmla="*/ 31637 w 79628"/>
                <a:gd name="csY8" fmla="*/ 66570 h 96626"/>
                <a:gd name="csX9" fmla="*/ 17350 w 79628"/>
                <a:gd name="csY9" fmla="*/ 61979 h 96626"/>
                <a:gd name="csX10" fmla="*/ 9249 w 79628"/>
                <a:gd name="csY10" fmla="*/ 93543 h 96626"/>
                <a:gd name="csX11" fmla="*/ 4165 w 79628"/>
                <a:gd name="csY11" fmla="*/ 96627 h 96626"/>
                <a:gd name="csX12" fmla="*/ 1148 w 79628"/>
                <a:gd name="csY12" fmla="*/ 95480 h 96626"/>
                <a:gd name="csX13" fmla="*/ 0 w 79628"/>
                <a:gd name="csY13" fmla="*/ 92682 h 96626"/>
                <a:gd name="csX14" fmla="*/ 505 w 79628"/>
                <a:gd name="csY14" fmla="*/ 90315 h 96626"/>
                <a:gd name="csX15" fmla="*/ 21592 w 79628"/>
                <a:gd name="csY15" fmla="*/ 5309 h 96626"/>
                <a:gd name="csX16" fmla="*/ 23598 w 79628"/>
                <a:gd name="csY16" fmla="*/ 1723 h 96626"/>
                <a:gd name="csX17" fmla="*/ 25971 w 79628"/>
                <a:gd name="csY17" fmla="*/ 216 h 96626"/>
                <a:gd name="csX18" fmla="*/ 27472 w 79628"/>
                <a:gd name="csY18" fmla="*/ 0 h 96626"/>
                <a:gd name="csX19" fmla="*/ 30550 w 79628"/>
                <a:gd name="csY19" fmla="*/ 1077 h 96626"/>
                <a:gd name="csX20" fmla="*/ 31775 w 79628"/>
                <a:gd name="csY20" fmla="*/ 3946 h 96626"/>
                <a:gd name="csX21" fmla="*/ 31346 w 79628"/>
                <a:gd name="csY21" fmla="*/ 5883 h 96626"/>
                <a:gd name="csX22" fmla="*/ 30412 w 79628"/>
                <a:gd name="csY22" fmla="*/ 9900 h 96626"/>
                <a:gd name="csX23" fmla="*/ 29554 w 79628"/>
                <a:gd name="csY23" fmla="*/ 13344 h 96626"/>
                <a:gd name="csX24" fmla="*/ 23383 w 79628"/>
                <a:gd name="csY24" fmla="*/ 38020 h 96626"/>
                <a:gd name="csX25" fmla="*/ 21301 w 79628"/>
                <a:gd name="csY25" fmla="*/ 50502 h 96626"/>
                <a:gd name="csX26" fmla="*/ 24026 w 79628"/>
                <a:gd name="csY26" fmla="*/ 59971 h 96626"/>
                <a:gd name="csX27" fmla="*/ 32204 w 79628"/>
                <a:gd name="csY27" fmla="*/ 63271 h 96626"/>
                <a:gd name="csX28" fmla="*/ 38727 w 79628"/>
                <a:gd name="csY28" fmla="*/ 61908 h 96626"/>
                <a:gd name="csX29" fmla="*/ 44041 w 79628"/>
                <a:gd name="csY29" fmla="*/ 58536 h 96626"/>
                <a:gd name="csX30" fmla="*/ 47915 w 79628"/>
                <a:gd name="csY30" fmla="*/ 54520 h 96626"/>
                <a:gd name="csX31" fmla="*/ 50426 w 79628"/>
                <a:gd name="csY31" fmla="*/ 51004 h 96626"/>
                <a:gd name="csX32" fmla="*/ 51284 w 79628"/>
                <a:gd name="csY32" fmla="*/ 49211 h 96626"/>
                <a:gd name="csX33" fmla="*/ 55097 w 79628"/>
                <a:gd name="csY33" fmla="*/ 34218 h 96626"/>
                <a:gd name="csX34" fmla="*/ 62049 w 79628"/>
                <a:gd name="csY34" fmla="*/ 6744 h 96626"/>
                <a:gd name="csX35" fmla="*/ 63274 w 79628"/>
                <a:gd name="csY35" fmla="*/ 3874 h 96626"/>
                <a:gd name="csX36" fmla="*/ 65127 w 79628"/>
                <a:gd name="csY36" fmla="*/ 2225 h 96626"/>
                <a:gd name="csX37" fmla="*/ 66704 w 79628"/>
                <a:gd name="csY37" fmla="*/ 1723 h 96626"/>
                <a:gd name="csX38" fmla="*/ 67792 w 79628"/>
                <a:gd name="csY38" fmla="*/ 1579 h 96626"/>
                <a:gd name="csX39" fmla="*/ 70793 w 79628"/>
                <a:gd name="csY39" fmla="*/ 2655 h 96626"/>
                <a:gd name="csX40" fmla="*/ 72018 w 79628"/>
                <a:gd name="csY40" fmla="*/ 5595 h 96626"/>
                <a:gd name="csX41" fmla="*/ 71590 w 79628"/>
                <a:gd name="csY41" fmla="*/ 7677 h 96626"/>
                <a:gd name="csX42" fmla="*/ 70655 w 79628"/>
                <a:gd name="csY42" fmla="*/ 11765 h 96626"/>
                <a:gd name="csX43" fmla="*/ 69798 w 79628"/>
                <a:gd name="csY43" fmla="*/ 15424 h 96626"/>
                <a:gd name="csX44" fmla="*/ 67286 w 79628"/>
                <a:gd name="csY44" fmla="*/ 25394 h 96626"/>
                <a:gd name="csX45" fmla="*/ 63198 w 79628"/>
                <a:gd name="csY45" fmla="*/ 41248 h 96626"/>
                <a:gd name="csX46" fmla="*/ 62264 w 79628"/>
                <a:gd name="csY46" fmla="*/ 45194 h 96626"/>
                <a:gd name="csX47" fmla="*/ 61253 w 79628"/>
                <a:gd name="csY47" fmla="*/ 49785 h 96626"/>
                <a:gd name="csX48" fmla="*/ 60549 w 79628"/>
                <a:gd name="csY48" fmla="*/ 53371 h 96626"/>
                <a:gd name="csX49" fmla="*/ 60258 w 79628"/>
                <a:gd name="csY49" fmla="*/ 56527 h 96626"/>
                <a:gd name="csX50" fmla="*/ 64699 w 79628"/>
                <a:gd name="csY50" fmla="*/ 63271 h 96626"/>
                <a:gd name="csX51" fmla="*/ 67930 w 79628"/>
                <a:gd name="csY51" fmla="*/ 62267 h 96626"/>
                <a:gd name="csX52" fmla="*/ 70441 w 79628"/>
                <a:gd name="csY52" fmla="*/ 59683 h 96626"/>
                <a:gd name="csX53" fmla="*/ 72524 w 79628"/>
                <a:gd name="csY53" fmla="*/ 55595 h 96626"/>
                <a:gd name="csX54" fmla="*/ 74239 w 79628"/>
                <a:gd name="csY54" fmla="*/ 50790 h 96626"/>
                <a:gd name="csX55" fmla="*/ 75816 w 79628"/>
                <a:gd name="csY55" fmla="*/ 45122 h 96626"/>
                <a:gd name="csX56" fmla="*/ 76536 w 79628"/>
                <a:gd name="csY56" fmla="*/ 42969 h 96626"/>
                <a:gd name="csX57" fmla="*/ 77899 w 79628"/>
                <a:gd name="csY57" fmla="*/ 42468 h 96626"/>
                <a:gd name="csX58" fmla="*/ 79629 w 79628"/>
                <a:gd name="csY58" fmla="*/ 43902 h 9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</a:cxnLst>
              <a:rect l="l" t="t" r="r" b="b"/>
              <a:pathLst>
                <a:path w="79628" h="96626">
                  <a:moveTo>
                    <a:pt x="79629" y="43902"/>
                  </a:moveTo>
                  <a:cubicBezTo>
                    <a:pt x="78383" y="50071"/>
                    <a:pt x="76924" y="54925"/>
                    <a:pt x="75249" y="58465"/>
                  </a:cubicBezTo>
                  <a:cubicBezTo>
                    <a:pt x="72575" y="63868"/>
                    <a:pt x="68940" y="66570"/>
                    <a:pt x="64346" y="66570"/>
                  </a:cubicBezTo>
                  <a:cubicBezTo>
                    <a:pt x="61090" y="66570"/>
                    <a:pt x="58221" y="65590"/>
                    <a:pt x="55740" y="63630"/>
                  </a:cubicBezTo>
                  <a:cubicBezTo>
                    <a:pt x="53300" y="61669"/>
                    <a:pt x="51769" y="59062"/>
                    <a:pt x="51146" y="55811"/>
                  </a:cubicBezTo>
                  <a:cubicBezTo>
                    <a:pt x="49901" y="57293"/>
                    <a:pt x="48824" y="58465"/>
                    <a:pt x="47915" y="59325"/>
                  </a:cubicBezTo>
                  <a:cubicBezTo>
                    <a:pt x="47058" y="60186"/>
                    <a:pt x="45766" y="61286"/>
                    <a:pt x="44041" y="62625"/>
                  </a:cubicBezTo>
                  <a:cubicBezTo>
                    <a:pt x="42367" y="63917"/>
                    <a:pt x="40478" y="64897"/>
                    <a:pt x="38375" y="65567"/>
                  </a:cubicBezTo>
                  <a:cubicBezTo>
                    <a:pt x="36272" y="66235"/>
                    <a:pt x="34026" y="66570"/>
                    <a:pt x="31637" y="66570"/>
                  </a:cubicBezTo>
                  <a:cubicBezTo>
                    <a:pt x="25798" y="66570"/>
                    <a:pt x="21035" y="65040"/>
                    <a:pt x="17350" y="61979"/>
                  </a:cubicBezTo>
                  <a:cubicBezTo>
                    <a:pt x="12378" y="82017"/>
                    <a:pt x="9678" y="92538"/>
                    <a:pt x="9249" y="93543"/>
                  </a:cubicBezTo>
                  <a:cubicBezTo>
                    <a:pt x="7861" y="95599"/>
                    <a:pt x="6166" y="96627"/>
                    <a:pt x="4165" y="96627"/>
                  </a:cubicBezTo>
                  <a:cubicBezTo>
                    <a:pt x="2920" y="96627"/>
                    <a:pt x="1914" y="96244"/>
                    <a:pt x="1148" y="95480"/>
                  </a:cubicBezTo>
                  <a:cubicBezTo>
                    <a:pt x="383" y="94762"/>
                    <a:pt x="0" y="93830"/>
                    <a:pt x="0" y="92682"/>
                  </a:cubicBezTo>
                  <a:cubicBezTo>
                    <a:pt x="51" y="92299"/>
                    <a:pt x="219" y="91510"/>
                    <a:pt x="505" y="90315"/>
                  </a:cubicBezTo>
                  <a:lnTo>
                    <a:pt x="21592" y="5309"/>
                  </a:lnTo>
                  <a:cubicBezTo>
                    <a:pt x="21969" y="3779"/>
                    <a:pt x="22638" y="2583"/>
                    <a:pt x="23598" y="1723"/>
                  </a:cubicBezTo>
                  <a:cubicBezTo>
                    <a:pt x="24598" y="814"/>
                    <a:pt x="25389" y="312"/>
                    <a:pt x="25971" y="216"/>
                  </a:cubicBezTo>
                  <a:cubicBezTo>
                    <a:pt x="26543" y="72"/>
                    <a:pt x="27043" y="0"/>
                    <a:pt x="27472" y="0"/>
                  </a:cubicBezTo>
                  <a:cubicBezTo>
                    <a:pt x="28758" y="0"/>
                    <a:pt x="29784" y="359"/>
                    <a:pt x="30550" y="1077"/>
                  </a:cubicBezTo>
                  <a:cubicBezTo>
                    <a:pt x="31367" y="1746"/>
                    <a:pt x="31775" y="2703"/>
                    <a:pt x="31775" y="3946"/>
                  </a:cubicBezTo>
                  <a:cubicBezTo>
                    <a:pt x="31775" y="4137"/>
                    <a:pt x="31632" y="4783"/>
                    <a:pt x="31346" y="5883"/>
                  </a:cubicBezTo>
                  <a:cubicBezTo>
                    <a:pt x="31111" y="6935"/>
                    <a:pt x="30800" y="8274"/>
                    <a:pt x="30412" y="9900"/>
                  </a:cubicBezTo>
                  <a:cubicBezTo>
                    <a:pt x="30034" y="11478"/>
                    <a:pt x="29749" y="12626"/>
                    <a:pt x="29554" y="13344"/>
                  </a:cubicBezTo>
                  <a:lnTo>
                    <a:pt x="23383" y="38020"/>
                  </a:lnTo>
                  <a:cubicBezTo>
                    <a:pt x="21995" y="43663"/>
                    <a:pt x="21301" y="47824"/>
                    <a:pt x="21301" y="50502"/>
                  </a:cubicBezTo>
                  <a:cubicBezTo>
                    <a:pt x="21301" y="54567"/>
                    <a:pt x="22209" y="57723"/>
                    <a:pt x="24026" y="59971"/>
                  </a:cubicBezTo>
                  <a:cubicBezTo>
                    <a:pt x="25895" y="62171"/>
                    <a:pt x="28620" y="63271"/>
                    <a:pt x="32204" y="63271"/>
                  </a:cubicBezTo>
                  <a:cubicBezTo>
                    <a:pt x="34450" y="63271"/>
                    <a:pt x="36624" y="62817"/>
                    <a:pt x="38727" y="61908"/>
                  </a:cubicBezTo>
                  <a:cubicBezTo>
                    <a:pt x="40840" y="60952"/>
                    <a:pt x="42612" y="59828"/>
                    <a:pt x="44041" y="58536"/>
                  </a:cubicBezTo>
                  <a:cubicBezTo>
                    <a:pt x="45480" y="57245"/>
                    <a:pt x="46772" y="55906"/>
                    <a:pt x="47915" y="54520"/>
                  </a:cubicBezTo>
                  <a:cubicBezTo>
                    <a:pt x="49069" y="53084"/>
                    <a:pt x="49906" y="51912"/>
                    <a:pt x="50426" y="51004"/>
                  </a:cubicBezTo>
                  <a:cubicBezTo>
                    <a:pt x="50957" y="50047"/>
                    <a:pt x="51243" y="49450"/>
                    <a:pt x="51284" y="49211"/>
                  </a:cubicBezTo>
                  <a:lnTo>
                    <a:pt x="55097" y="34218"/>
                  </a:lnTo>
                  <a:lnTo>
                    <a:pt x="62049" y="6744"/>
                  </a:lnTo>
                  <a:cubicBezTo>
                    <a:pt x="62335" y="5597"/>
                    <a:pt x="62743" y="4640"/>
                    <a:pt x="63274" y="3874"/>
                  </a:cubicBezTo>
                  <a:cubicBezTo>
                    <a:pt x="63846" y="3062"/>
                    <a:pt x="64464" y="2512"/>
                    <a:pt x="65127" y="2225"/>
                  </a:cubicBezTo>
                  <a:cubicBezTo>
                    <a:pt x="65801" y="1938"/>
                    <a:pt x="66327" y="1771"/>
                    <a:pt x="66704" y="1723"/>
                  </a:cubicBezTo>
                  <a:cubicBezTo>
                    <a:pt x="67092" y="1627"/>
                    <a:pt x="67455" y="1579"/>
                    <a:pt x="67792" y="1579"/>
                  </a:cubicBezTo>
                  <a:cubicBezTo>
                    <a:pt x="68986" y="1579"/>
                    <a:pt x="69987" y="1938"/>
                    <a:pt x="70793" y="2655"/>
                  </a:cubicBezTo>
                  <a:cubicBezTo>
                    <a:pt x="71610" y="3372"/>
                    <a:pt x="72018" y="4352"/>
                    <a:pt x="72018" y="5595"/>
                  </a:cubicBezTo>
                  <a:cubicBezTo>
                    <a:pt x="72018" y="5835"/>
                    <a:pt x="71875" y="6529"/>
                    <a:pt x="71590" y="7677"/>
                  </a:cubicBezTo>
                  <a:cubicBezTo>
                    <a:pt x="71355" y="8776"/>
                    <a:pt x="71043" y="10139"/>
                    <a:pt x="70655" y="11765"/>
                  </a:cubicBezTo>
                  <a:cubicBezTo>
                    <a:pt x="70278" y="13343"/>
                    <a:pt x="69992" y="14563"/>
                    <a:pt x="69798" y="15424"/>
                  </a:cubicBezTo>
                  <a:cubicBezTo>
                    <a:pt x="68266" y="21450"/>
                    <a:pt x="67429" y="24773"/>
                    <a:pt x="67286" y="25394"/>
                  </a:cubicBezTo>
                  <a:lnTo>
                    <a:pt x="63198" y="41248"/>
                  </a:lnTo>
                  <a:cubicBezTo>
                    <a:pt x="63055" y="41870"/>
                    <a:pt x="62743" y="43185"/>
                    <a:pt x="62264" y="45194"/>
                  </a:cubicBezTo>
                  <a:cubicBezTo>
                    <a:pt x="61835" y="47202"/>
                    <a:pt x="61498" y="48732"/>
                    <a:pt x="61253" y="49785"/>
                  </a:cubicBezTo>
                  <a:cubicBezTo>
                    <a:pt x="61018" y="50789"/>
                    <a:pt x="60784" y="51984"/>
                    <a:pt x="60549" y="53371"/>
                  </a:cubicBezTo>
                  <a:cubicBezTo>
                    <a:pt x="60355" y="54711"/>
                    <a:pt x="60258" y="55763"/>
                    <a:pt x="60258" y="56527"/>
                  </a:cubicBezTo>
                  <a:cubicBezTo>
                    <a:pt x="60258" y="61023"/>
                    <a:pt x="61738" y="63271"/>
                    <a:pt x="64699" y="63271"/>
                  </a:cubicBezTo>
                  <a:cubicBezTo>
                    <a:pt x="65852" y="63271"/>
                    <a:pt x="66929" y="62937"/>
                    <a:pt x="67930" y="62267"/>
                  </a:cubicBezTo>
                  <a:cubicBezTo>
                    <a:pt x="68930" y="61549"/>
                    <a:pt x="69767" y="60688"/>
                    <a:pt x="70441" y="59683"/>
                  </a:cubicBezTo>
                  <a:cubicBezTo>
                    <a:pt x="71156" y="58680"/>
                    <a:pt x="71850" y="57317"/>
                    <a:pt x="72524" y="55595"/>
                  </a:cubicBezTo>
                  <a:cubicBezTo>
                    <a:pt x="73238" y="53826"/>
                    <a:pt x="73810" y="52224"/>
                    <a:pt x="74239" y="50790"/>
                  </a:cubicBezTo>
                  <a:cubicBezTo>
                    <a:pt x="74668" y="49306"/>
                    <a:pt x="75193" y="47417"/>
                    <a:pt x="75816" y="45122"/>
                  </a:cubicBezTo>
                  <a:cubicBezTo>
                    <a:pt x="76061" y="44022"/>
                    <a:pt x="76301" y="43304"/>
                    <a:pt x="76536" y="42969"/>
                  </a:cubicBezTo>
                  <a:cubicBezTo>
                    <a:pt x="76781" y="42635"/>
                    <a:pt x="77235" y="42468"/>
                    <a:pt x="77899" y="42468"/>
                  </a:cubicBezTo>
                  <a:cubicBezTo>
                    <a:pt x="79052" y="42468"/>
                    <a:pt x="79629" y="42946"/>
                    <a:pt x="79629" y="4390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6C2E9952-8769-D9E0-F7E1-7E7E9B6F497E}"/>
                </a:ext>
              </a:extLst>
            </p:cNvPr>
            <p:cNvSpPr/>
            <p:nvPr/>
          </p:nvSpPr>
          <p:spPr>
            <a:xfrm>
              <a:off x="3137362" y="1524838"/>
              <a:ext cx="46399" cy="47250"/>
            </a:xfrm>
            <a:custGeom>
              <a:avLst/>
              <a:gdLst>
                <a:gd name="csX0" fmla="*/ 0 w 46399"/>
                <a:gd name="csY0" fmla="*/ 36305 h 47250"/>
                <a:gd name="csX1" fmla="*/ 10306 w 46399"/>
                <a:gd name="csY1" fmla="*/ 22947 h 47250"/>
                <a:gd name="csX2" fmla="*/ 29233 w 46399"/>
                <a:gd name="csY2" fmla="*/ 19232 h 47250"/>
                <a:gd name="csX3" fmla="*/ 29233 w 46399"/>
                <a:gd name="csY3" fmla="*/ 15466 h 47250"/>
                <a:gd name="csX4" fmla="*/ 25864 w 46399"/>
                <a:gd name="csY4" fmla="*/ 5724 h 47250"/>
                <a:gd name="csX5" fmla="*/ 18330 w 46399"/>
                <a:gd name="csY5" fmla="*/ 2309 h 47250"/>
                <a:gd name="csX6" fmla="*/ 7182 w 46399"/>
                <a:gd name="csY6" fmla="*/ 7030 h 47250"/>
                <a:gd name="csX7" fmla="*/ 11347 w 46399"/>
                <a:gd name="csY7" fmla="*/ 8687 h 47250"/>
                <a:gd name="csX8" fmla="*/ 12465 w 46399"/>
                <a:gd name="csY8" fmla="*/ 11750 h 47250"/>
                <a:gd name="csX9" fmla="*/ 11148 w 46399"/>
                <a:gd name="csY9" fmla="*/ 15165 h 47250"/>
                <a:gd name="csX10" fmla="*/ 7733 w 46399"/>
                <a:gd name="csY10" fmla="*/ 16469 h 47250"/>
                <a:gd name="csX11" fmla="*/ 4318 w 46399"/>
                <a:gd name="csY11" fmla="*/ 15215 h 47250"/>
                <a:gd name="csX12" fmla="*/ 2971 w 46399"/>
                <a:gd name="csY12" fmla="*/ 11649 h 47250"/>
                <a:gd name="csX13" fmla="*/ 7488 w 46399"/>
                <a:gd name="csY13" fmla="*/ 3314 h 47250"/>
                <a:gd name="csX14" fmla="*/ 18529 w 46399"/>
                <a:gd name="csY14" fmla="*/ 0 h 47250"/>
                <a:gd name="csX15" fmla="*/ 32587 w 46399"/>
                <a:gd name="csY15" fmla="*/ 5674 h 47250"/>
                <a:gd name="csX16" fmla="*/ 35205 w 46399"/>
                <a:gd name="csY16" fmla="*/ 9690 h 47250"/>
                <a:gd name="csX17" fmla="*/ 36216 w 46399"/>
                <a:gd name="csY17" fmla="*/ 13457 h 47250"/>
                <a:gd name="csX18" fmla="*/ 36308 w 46399"/>
                <a:gd name="csY18" fmla="*/ 17826 h 47250"/>
                <a:gd name="csX19" fmla="*/ 36308 w 46399"/>
                <a:gd name="csY19" fmla="*/ 38363 h 47250"/>
                <a:gd name="csX20" fmla="*/ 36507 w 46399"/>
                <a:gd name="csY20" fmla="*/ 39971 h 47250"/>
                <a:gd name="csX21" fmla="*/ 37609 w 46399"/>
                <a:gd name="csY21" fmla="*/ 42280 h 47250"/>
                <a:gd name="csX22" fmla="*/ 40121 w 46399"/>
                <a:gd name="csY22" fmla="*/ 43536 h 47250"/>
                <a:gd name="csX23" fmla="*/ 43796 w 46399"/>
                <a:gd name="csY23" fmla="*/ 36957 h 47250"/>
                <a:gd name="csX24" fmla="*/ 43796 w 46399"/>
                <a:gd name="csY24" fmla="*/ 31182 h 47250"/>
                <a:gd name="csX25" fmla="*/ 46399 w 46399"/>
                <a:gd name="csY25" fmla="*/ 31182 h 47250"/>
                <a:gd name="csX26" fmla="*/ 46399 w 46399"/>
                <a:gd name="csY26" fmla="*/ 36957 h 47250"/>
                <a:gd name="csX27" fmla="*/ 43490 w 46399"/>
                <a:gd name="csY27" fmla="*/ 44591 h 47250"/>
                <a:gd name="csX28" fmla="*/ 37962 w 46399"/>
                <a:gd name="csY28" fmla="*/ 46699 h 47250"/>
                <a:gd name="csX29" fmla="*/ 32388 w 46399"/>
                <a:gd name="csY29" fmla="*/ 44188 h 47250"/>
                <a:gd name="csX30" fmla="*/ 29938 w 46399"/>
                <a:gd name="csY30" fmla="*/ 38263 h 47250"/>
                <a:gd name="csX31" fmla="*/ 24807 w 46399"/>
                <a:gd name="csY31" fmla="*/ 44741 h 47250"/>
                <a:gd name="csX32" fmla="*/ 16477 w 46399"/>
                <a:gd name="csY32" fmla="*/ 47251 h 47250"/>
                <a:gd name="csX33" fmla="*/ 9249 w 46399"/>
                <a:gd name="csY33" fmla="*/ 46297 h 47250"/>
                <a:gd name="csX34" fmla="*/ 2864 w 46399"/>
                <a:gd name="csY34" fmla="*/ 42833 h 47250"/>
                <a:gd name="csX35" fmla="*/ 0 w 46399"/>
                <a:gd name="csY35" fmla="*/ 36305 h 47250"/>
                <a:gd name="csX36" fmla="*/ 7932 w 46399"/>
                <a:gd name="csY36" fmla="*/ 36204 h 47250"/>
                <a:gd name="csX37" fmla="*/ 10643 w 46399"/>
                <a:gd name="csY37" fmla="*/ 42481 h 47250"/>
                <a:gd name="csX38" fmla="*/ 17181 w 46399"/>
                <a:gd name="csY38" fmla="*/ 44941 h 47250"/>
                <a:gd name="csX39" fmla="*/ 25359 w 46399"/>
                <a:gd name="csY39" fmla="*/ 41628 h 47250"/>
                <a:gd name="csX40" fmla="*/ 29233 w 46399"/>
                <a:gd name="csY40" fmla="*/ 31685 h 47250"/>
                <a:gd name="csX41" fmla="*/ 29233 w 46399"/>
                <a:gd name="csY41" fmla="*/ 21391 h 47250"/>
                <a:gd name="csX42" fmla="*/ 12863 w 46399"/>
                <a:gd name="csY42" fmla="*/ 26362 h 47250"/>
                <a:gd name="csX43" fmla="*/ 7932 w 46399"/>
                <a:gd name="csY43" fmla="*/ 36204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6399" h="47250">
                  <a:moveTo>
                    <a:pt x="0" y="36305"/>
                  </a:moveTo>
                  <a:cubicBezTo>
                    <a:pt x="0" y="30480"/>
                    <a:pt x="3435" y="26027"/>
                    <a:pt x="10306" y="22947"/>
                  </a:cubicBezTo>
                  <a:cubicBezTo>
                    <a:pt x="14420" y="20973"/>
                    <a:pt x="20729" y="19734"/>
                    <a:pt x="29233" y="19232"/>
                  </a:cubicBezTo>
                  <a:lnTo>
                    <a:pt x="29233" y="15466"/>
                  </a:lnTo>
                  <a:cubicBezTo>
                    <a:pt x="29233" y="11214"/>
                    <a:pt x="28110" y="7967"/>
                    <a:pt x="25864" y="5724"/>
                  </a:cubicBezTo>
                  <a:cubicBezTo>
                    <a:pt x="23659" y="3448"/>
                    <a:pt x="21148" y="2309"/>
                    <a:pt x="18330" y="2309"/>
                  </a:cubicBezTo>
                  <a:cubicBezTo>
                    <a:pt x="13307" y="2309"/>
                    <a:pt x="9591" y="3883"/>
                    <a:pt x="7182" y="7030"/>
                  </a:cubicBezTo>
                  <a:cubicBezTo>
                    <a:pt x="9224" y="7097"/>
                    <a:pt x="10612" y="7649"/>
                    <a:pt x="11347" y="8687"/>
                  </a:cubicBezTo>
                  <a:cubicBezTo>
                    <a:pt x="12092" y="9691"/>
                    <a:pt x="12465" y="10712"/>
                    <a:pt x="12465" y="11750"/>
                  </a:cubicBezTo>
                  <a:cubicBezTo>
                    <a:pt x="12465" y="13122"/>
                    <a:pt x="12026" y="14260"/>
                    <a:pt x="11148" y="15165"/>
                  </a:cubicBezTo>
                  <a:cubicBezTo>
                    <a:pt x="10311" y="16035"/>
                    <a:pt x="9173" y="16469"/>
                    <a:pt x="7733" y="16469"/>
                  </a:cubicBezTo>
                  <a:cubicBezTo>
                    <a:pt x="6365" y="16469"/>
                    <a:pt x="5227" y="16051"/>
                    <a:pt x="4318" y="15215"/>
                  </a:cubicBezTo>
                  <a:cubicBezTo>
                    <a:pt x="3420" y="14344"/>
                    <a:pt x="2971" y="13156"/>
                    <a:pt x="2971" y="11649"/>
                  </a:cubicBezTo>
                  <a:cubicBezTo>
                    <a:pt x="2971" y="8301"/>
                    <a:pt x="4477" y="5523"/>
                    <a:pt x="7488" y="3314"/>
                  </a:cubicBezTo>
                  <a:cubicBezTo>
                    <a:pt x="10530" y="1105"/>
                    <a:pt x="14211" y="0"/>
                    <a:pt x="18529" y="0"/>
                  </a:cubicBezTo>
                  <a:cubicBezTo>
                    <a:pt x="24154" y="0"/>
                    <a:pt x="28840" y="1891"/>
                    <a:pt x="32587" y="5674"/>
                  </a:cubicBezTo>
                  <a:cubicBezTo>
                    <a:pt x="33761" y="6846"/>
                    <a:pt x="34634" y="8184"/>
                    <a:pt x="35205" y="9690"/>
                  </a:cubicBezTo>
                  <a:cubicBezTo>
                    <a:pt x="35807" y="11197"/>
                    <a:pt x="36145" y="12453"/>
                    <a:pt x="36216" y="13457"/>
                  </a:cubicBezTo>
                  <a:cubicBezTo>
                    <a:pt x="36277" y="14428"/>
                    <a:pt x="36308" y="15884"/>
                    <a:pt x="36308" y="17826"/>
                  </a:cubicBezTo>
                  <a:lnTo>
                    <a:pt x="36308" y="38363"/>
                  </a:lnTo>
                  <a:cubicBezTo>
                    <a:pt x="36308" y="38765"/>
                    <a:pt x="36374" y="39301"/>
                    <a:pt x="36507" y="39971"/>
                  </a:cubicBezTo>
                  <a:cubicBezTo>
                    <a:pt x="36639" y="40640"/>
                    <a:pt x="37007" y="41410"/>
                    <a:pt x="37609" y="42280"/>
                  </a:cubicBezTo>
                  <a:cubicBezTo>
                    <a:pt x="38253" y="43117"/>
                    <a:pt x="39090" y="43536"/>
                    <a:pt x="40121" y="43536"/>
                  </a:cubicBezTo>
                  <a:cubicBezTo>
                    <a:pt x="42601" y="43536"/>
                    <a:pt x="43827" y="41343"/>
                    <a:pt x="43796" y="36957"/>
                  </a:cubicBezTo>
                  <a:lnTo>
                    <a:pt x="43796" y="31182"/>
                  </a:lnTo>
                  <a:lnTo>
                    <a:pt x="46399" y="31182"/>
                  </a:lnTo>
                  <a:lnTo>
                    <a:pt x="46399" y="36957"/>
                  </a:lnTo>
                  <a:cubicBezTo>
                    <a:pt x="46399" y="40607"/>
                    <a:pt x="45429" y="43151"/>
                    <a:pt x="43490" y="44591"/>
                  </a:cubicBezTo>
                  <a:cubicBezTo>
                    <a:pt x="41581" y="45996"/>
                    <a:pt x="39738" y="46699"/>
                    <a:pt x="37962" y="46699"/>
                  </a:cubicBezTo>
                  <a:cubicBezTo>
                    <a:pt x="35685" y="46699"/>
                    <a:pt x="33827" y="45862"/>
                    <a:pt x="32388" y="44188"/>
                  </a:cubicBezTo>
                  <a:cubicBezTo>
                    <a:pt x="30948" y="42515"/>
                    <a:pt x="30131" y="40540"/>
                    <a:pt x="29938" y="38263"/>
                  </a:cubicBezTo>
                  <a:cubicBezTo>
                    <a:pt x="28896" y="40875"/>
                    <a:pt x="27186" y="43034"/>
                    <a:pt x="24807" y="44741"/>
                  </a:cubicBezTo>
                  <a:cubicBezTo>
                    <a:pt x="22470" y="46414"/>
                    <a:pt x="19693" y="47251"/>
                    <a:pt x="16477" y="47251"/>
                  </a:cubicBezTo>
                  <a:cubicBezTo>
                    <a:pt x="13996" y="47251"/>
                    <a:pt x="11587" y="46933"/>
                    <a:pt x="9249" y="46297"/>
                  </a:cubicBezTo>
                  <a:cubicBezTo>
                    <a:pt x="6932" y="45694"/>
                    <a:pt x="4803" y="44540"/>
                    <a:pt x="2864" y="42833"/>
                  </a:cubicBezTo>
                  <a:cubicBezTo>
                    <a:pt x="954" y="41092"/>
                    <a:pt x="0" y="38916"/>
                    <a:pt x="0" y="36305"/>
                  </a:cubicBezTo>
                  <a:moveTo>
                    <a:pt x="7932" y="36204"/>
                  </a:moveTo>
                  <a:cubicBezTo>
                    <a:pt x="7932" y="38749"/>
                    <a:pt x="8836" y="40841"/>
                    <a:pt x="10643" y="42481"/>
                  </a:cubicBezTo>
                  <a:cubicBezTo>
                    <a:pt x="12460" y="44121"/>
                    <a:pt x="14640" y="44941"/>
                    <a:pt x="17181" y="44941"/>
                  </a:cubicBezTo>
                  <a:cubicBezTo>
                    <a:pt x="20060" y="44941"/>
                    <a:pt x="22786" y="43837"/>
                    <a:pt x="25359" y="41628"/>
                  </a:cubicBezTo>
                  <a:cubicBezTo>
                    <a:pt x="27942" y="39385"/>
                    <a:pt x="29233" y="36070"/>
                    <a:pt x="29233" y="31685"/>
                  </a:cubicBezTo>
                  <a:lnTo>
                    <a:pt x="29233" y="21391"/>
                  </a:lnTo>
                  <a:cubicBezTo>
                    <a:pt x="21627" y="21659"/>
                    <a:pt x="16171" y="23315"/>
                    <a:pt x="12863" y="26362"/>
                  </a:cubicBezTo>
                  <a:cubicBezTo>
                    <a:pt x="9576" y="29374"/>
                    <a:pt x="7932" y="32655"/>
                    <a:pt x="7932" y="3620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6BA55C78-04CB-0D34-D4F7-A37D46E6C8E8}"/>
                </a:ext>
              </a:extLst>
            </p:cNvPr>
            <p:cNvSpPr/>
            <p:nvPr/>
          </p:nvSpPr>
          <p:spPr>
            <a:xfrm>
              <a:off x="3180056" y="1525490"/>
              <a:ext cx="50717" cy="65378"/>
            </a:xfrm>
            <a:custGeom>
              <a:avLst/>
              <a:gdLst>
                <a:gd name="csX0" fmla="*/ 0 w 50717"/>
                <a:gd name="csY0" fmla="*/ 62216 h 65378"/>
                <a:gd name="csX1" fmla="*/ 6738 w 50717"/>
                <a:gd name="csY1" fmla="*/ 61513 h 65378"/>
                <a:gd name="csX2" fmla="*/ 8039 w 50717"/>
                <a:gd name="csY2" fmla="*/ 57596 h 65378"/>
                <a:gd name="csX3" fmla="*/ 8039 w 50717"/>
                <a:gd name="csY3" fmla="*/ 9441 h 65378"/>
                <a:gd name="csX4" fmla="*/ 6738 w 50717"/>
                <a:gd name="csY4" fmla="*/ 5173 h 65378"/>
                <a:gd name="csX5" fmla="*/ 0 w 50717"/>
                <a:gd name="csY5" fmla="*/ 4318 h 65378"/>
                <a:gd name="csX6" fmla="*/ 0 w 50717"/>
                <a:gd name="csY6" fmla="*/ 1104 h 65378"/>
                <a:gd name="csX7" fmla="*/ 14823 w 50717"/>
                <a:gd name="csY7" fmla="*/ 0 h 65378"/>
                <a:gd name="csX8" fmla="*/ 14823 w 50717"/>
                <a:gd name="csY8" fmla="*/ 6779 h 65378"/>
                <a:gd name="csX9" fmla="*/ 29233 w 50717"/>
                <a:gd name="csY9" fmla="*/ 0 h 65378"/>
                <a:gd name="csX10" fmla="*/ 44347 w 50717"/>
                <a:gd name="csY10" fmla="*/ 6779 h 65378"/>
                <a:gd name="csX11" fmla="*/ 50718 w 50717"/>
                <a:gd name="csY11" fmla="*/ 23249 h 65378"/>
                <a:gd name="csX12" fmla="*/ 43934 w 50717"/>
                <a:gd name="csY12" fmla="*/ 39821 h 65378"/>
                <a:gd name="csX13" fmla="*/ 27778 w 50717"/>
                <a:gd name="csY13" fmla="*/ 46598 h 65378"/>
                <a:gd name="csX14" fmla="*/ 19188 w 50717"/>
                <a:gd name="csY14" fmla="*/ 43987 h 65378"/>
                <a:gd name="csX15" fmla="*/ 15114 w 50717"/>
                <a:gd name="csY15" fmla="*/ 39369 h 65378"/>
                <a:gd name="csX16" fmla="*/ 15114 w 50717"/>
                <a:gd name="csY16" fmla="*/ 40323 h 65378"/>
                <a:gd name="csX17" fmla="*/ 15114 w 50717"/>
                <a:gd name="csY17" fmla="*/ 57596 h 65378"/>
                <a:gd name="csX18" fmla="*/ 16431 w 50717"/>
                <a:gd name="csY18" fmla="*/ 61562 h 65378"/>
                <a:gd name="csX19" fmla="*/ 23154 w 50717"/>
                <a:gd name="csY19" fmla="*/ 62216 h 65378"/>
                <a:gd name="csX20" fmla="*/ 23154 w 50717"/>
                <a:gd name="csY20" fmla="*/ 65378 h 65378"/>
                <a:gd name="csX21" fmla="*/ 11546 w 50717"/>
                <a:gd name="csY21" fmla="*/ 65078 h 65378"/>
                <a:gd name="csX22" fmla="*/ 0 w 50717"/>
                <a:gd name="csY22" fmla="*/ 65378 h 65378"/>
                <a:gd name="csX23" fmla="*/ 0 w 50717"/>
                <a:gd name="csY23" fmla="*/ 62216 h 65378"/>
                <a:gd name="csX24" fmla="*/ 15114 w 50717"/>
                <a:gd name="csY24" fmla="*/ 33744 h 65378"/>
                <a:gd name="csX25" fmla="*/ 15313 w 50717"/>
                <a:gd name="csY25" fmla="*/ 35853 h 65378"/>
                <a:gd name="csX26" fmla="*/ 16569 w 50717"/>
                <a:gd name="csY26" fmla="*/ 38063 h 65378"/>
                <a:gd name="csX27" fmla="*/ 27273 w 50717"/>
                <a:gd name="csY27" fmla="*/ 44289 h 65378"/>
                <a:gd name="csX28" fmla="*/ 27365 w 50717"/>
                <a:gd name="csY28" fmla="*/ 44289 h 65378"/>
                <a:gd name="csX29" fmla="*/ 37717 w 50717"/>
                <a:gd name="csY29" fmla="*/ 38314 h 65378"/>
                <a:gd name="csX30" fmla="*/ 42188 w 50717"/>
                <a:gd name="csY30" fmla="*/ 23249 h 65378"/>
                <a:gd name="csX31" fmla="*/ 38115 w 50717"/>
                <a:gd name="csY31" fmla="*/ 8586 h 65378"/>
                <a:gd name="csX32" fmla="*/ 28421 w 50717"/>
                <a:gd name="csY32" fmla="*/ 2560 h 65378"/>
                <a:gd name="csX33" fmla="*/ 20887 w 50717"/>
                <a:gd name="csY33" fmla="*/ 4720 h 65378"/>
                <a:gd name="csX34" fmla="*/ 15114 w 50717"/>
                <a:gd name="csY34" fmla="*/ 10796 h 65378"/>
                <a:gd name="csX35" fmla="*/ 15114 w 50717"/>
                <a:gd name="csY35" fmla="*/ 33744 h 65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50717" h="65378">
                  <a:moveTo>
                    <a:pt x="0" y="62216"/>
                  </a:moveTo>
                  <a:cubicBezTo>
                    <a:pt x="3655" y="62216"/>
                    <a:pt x="5901" y="61982"/>
                    <a:pt x="6738" y="61513"/>
                  </a:cubicBezTo>
                  <a:cubicBezTo>
                    <a:pt x="7606" y="61077"/>
                    <a:pt x="8039" y="59772"/>
                    <a:pt x="8039" y="57596"/>
                  </a:cubicBezTo>
                  <a:lnTo>
                    <a:pt x="8039" y="9441"/>
                  </a:lnTo>
                  <a:cubicBezTo>
                    <a:pt x="8039" y="7164"/>
                    <a:pt x="7606" y="5741"/>
                    <a:pt x="6738" y="5173"/>
                  </a:cubicBezTo>
                  <a:cubicBezTo>
                    <a:pt x="5901" y="4603"/>
                    <a:pt x="3655" y="4318"/>
                    <a:pt x="0" y="4318"/>
                  </a:cubicBezTo>
                  <a:lnTo>
                    <a:pt x="0" y="1104"/>
                  </a:lnTo>
                  <a:lnTo>
                    <a:pt x="14823" y="0"/>
                  </a:lnTo>
                  <a:lnTo>
                    <a:pt x="14823" y="6779"/>
                  </a:lnTo>
                  <a:cubicBezTo>
                    <a:pt x="18937" y="2260"/>
                    <a:pt x="23741" y="0"/>
                    <a:pt x="29233" y="0"/>
                  </a:cubicBezTo>
                  <a:cubicBezTo>
                    <a:pt x="35052" y="0"/>
                    <a:pt x="40090" y="2260"/>
                    <a:pt x="44347" y="6779"/>
                  </a:cubicBezTo>
                  <a:cubicBezTo>
                    <a:pt x="48594" y="11299"/>
                    <a:pt x="50718" y="16788"/>
                    <a:pt x="50718" y="23249"/>
                  </a:cubicBezTo>
                  <a:cubicBezTo>
                    <a:pt x="50718" y="29777"/>
                    <a:pt x="48456" y="35301"/>
                    <a:pt x="43934" y="39821"/>
                  </a:cubicBezTo>
                  <a:cubicBezTo>
                    <a:pt x="39421" y="44339"/>
                    <a:pt x="34036" y="46598"/>
                    <a:pt x="27778" y="46598"/>
                  </a:cubicBezTo>
                  <a:cubicBezTo>
                    <a:pt x="24358" y="46598"/>
                    <a:pt x="21495" y="45728"/>
                    <a:pt x="19188" y="43987"/>
                  </a:cubicBezTo>
                  <a:cubicBezTo>
                    <a:pt x="16911" y="42213"/>
                    <a:pt x="15553" y="40674"/>
                    <a:pt x="15114" y="39369"/>
                  </a:cubicBezTo>
                  <a:lnTo>
                    <a:pt x="15114" y="40323"/>
                  </a:lnTo>
                  <a:lnTo>
                    <a:pt x="15114" y="57596"/>
                  </a:lnTo>
                  <a:cubicBezTo>
                    <a:pt x="15114" y="59805"/>
                    <a:pt x="15553" y="61128"/>
                    <a:pt x="16431" y="61562"/>
                  </a:cubicBezTo>
                  <a:cubicBezTo>
                    <a:pt x="17299" y="61998"/>
                    <a:pt x="19540" y="62216"/>
                    <a:pt x="23154" y="62216"/>
                  </a:cubicBezTo>
                  <a:lnTo>
                    <a:pt x="23154" y="65378"/>
                  </a:lnTo>
                  <a:cubicBezTo>
                    <a:pt x="15956" y="65178"/>
                    <a:pt x="12087" y="65078"/>
                    <a:pt x="11546" y="65078"/>
                  </a:cubicBezTo>
                  <a:cubicBezTo>
                    <a:pt x="10883" y="65078"/>
                    <a:pt x="7034" y="65178"/>
                    <a:pt x="0" y="65378"/>
                  </a:cubicBezTo>
                  <a:lnTo>
                    <a:pt x="0" y="62216"/>
                  </a:lnTo>
                  <a:moveTo>
                    <a:pt x="15114" y="33744"/>
                  </a:moveTo>
                  <a:cubicBezTo>
                    <a:pt x="15114" y="34782"/>
                    <a:pt x="15181" y="35484"/>
                    <a:pt x="15313" y="35853"/>
                  </a:cubicBezTo>
                  <a:cubicBezTo>
                    <a:pt x="15487" y="36221"/>
                    <a:pt x="15905" y="36958"/>
                    <a:pt x="16569" y="38063"/>
                  </a:cubicBezTo>
                  <a:cubicBezTo>
                    <a:pt x="19284" y="42214"/>
                    <a:pt x="22853" y="44289"/>
                    <a:pt x="27273" y="44289"/>
                  </a:cubicBezTo>
                  <a:cubicBezTo>
                    <a:pt x="27303" y="44289"/>
                    <a:pt x="27334" y="44289"/>
                    <a:pt x="27365" y="44289"/>
                  </a:cubicBezTo>
                  <a:cubicBezTo>
                    <a:pt x="31285" y="44289"/>
                    <a:pt x="34736" y="42297"/>
                    <a:pt x="37717" y="38314"/>
                  </a:cubicBezTo>
                  <a:cubicBezTo>
                    <a:pt x="40698" y="34297"/>
                    <a:pt x="42188" y="29275"/>
                    <a:pt x="42188" y="23249"/>
                  </a:cubicBezTo>
                  <a:cubicBezTo>
                    <a:pt x="42188" y="17491"/>
                    <a:pt x="40830" y="12603"/>
                    <a:pt x="38115" y="8586"/>
                  </a:cubicBezTo>
                  <a:cubicBezTo>
                    <a:pt x="35399" y="4569"/>
                    <a:pt x="32168" y="2560"/>
                    <a:pt x="28421" y="2560"/>
                  </a:cubicBezTo>
                  <a:cubicBezTo>
                    <a:pt x="25747" y="2560"/>
                    <a:pt x="23235" y="3280"/>
                    <a:pt x="20887" y="4720"/>
                  </a:cubicBezTo>
                  <a:cubicBezTo>
                    <a:pt x="18549" y="6159"/>
                    <a:pt x="16625" y="8184"/>
                    <a:pt x="15114" y="10796"/>
                  </a:cubicBezTo>
                  <a:lnTo>
                    <a:pt x="15114" y="33744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A80A698B-80D3-5B93-7F9B-5227D39B7749}"/>
                </a:ext>
              </a:extLst>
            </p:cNvPr>
            <p:cNvSpPr/>
            <p:nvPr/>
          </p:nvSpPr>
          <p:spPr>
            <a:xfrm>
              <a:off x="3236960" y="1525490"/>
              <a:ext cx="50717" cy="65378"/>
            </a:xfrm>
            <a:custGeom>
              <a:avLst/>
              <a:gdLst>
                <a:gd name="csX0" fmla="*/ 0 w 50717"/>
                <a:gd name="csY0" fmla="*/ 62216 h 65378"/>
                <a:gd name="csX1" fmla="*/ 6738 w 50717"/>
                <a:gd name="csY1" fmla="*/ 61513 h 65378"/>
                <a:gd name="csX2" fmla="*/ 8039 w 50717"/>
                <a:gd name="csY2" fmla="*/ 57596 h 65378"/>
                <a:gd name="csX3" fmla="*/ 8039 w 50717"/>
                <a:gd name="csY3" fmla="*/ 9441 h 65378"/>
                <a:gd name="csX4" fmla="*/ 6738 w 50717"/>
                <a:gd name="csY4" fmla="*/ 5173 h 65378"/>
                <a:gd name="csX5" fmla="*/ 0 w 50717"/>
                <a:gd name="csY5" fmla="*/ 4318 h 65378"/>
                <a:gd name="csX6" fmla="*/ 0 w 50717"/>
                <a:gd name="csY6" fmla="*/ 1104 h 65378"/>
                <a:gd name="csX7" fmla="*/ 14823 w 50717"/>
                <a:gd name="csY7" fmla="*/ 0 h 65378"/>
                <a:gd name="csX8" fmla="*/ 14823 w 50717"/>
                <a:gd name="csY8" fmla="*/ 6779 h 65378"/>
                <a:gd name="csX9" fmla="*/ 29233 w 50717"/>
                <a:gd name="csY9" fmla="*/ 0 h 65378"/>
                <a:gd name="csX10" fmla="*/ 44347 w 50717"/>
                <a:gd name="csY10" fmla="*/ 6779 h 65378"/>
                <a:gd name="csX11" fmla="*/ 50718 w 50717"/>
                <a:gd name="csY11" fmla="*/ 23249 h 65378"/>
                <a:gd name="csX12" fmla="*/ 43949 w 50717"/>
                <a:gd name="csY12" fmla="*/ 39821 h 65378"/>
                <a:gd name="csX13" fmla="*/ 27778 w 50717"/>
                <a:gd name="csY13" fmla="*/ 46598 h 65378"/>
                <a:gd name="csX14" fmla="*/ 19187 w 50717"/>
                <a:gd name="csY14" fmla="*/ 43987 h 65378"/>
                <a:gd name="csX15" fmla="*/ 15114 w 50717"/>
                <a:gd name="csY15" fmla="*/ 39369 h 65378"/>
                <a:gd name="csX16" fmla="*/ 15114 w 50717"/>
                <a:gd name="csY16" fmla="*/ 40323 h 65378"/>
                <a:gd name="csX17" fmla="*/ 15114 w 50717"/>
                <a:gd name="csY17" fmla="*/ 57596 h 65378"/>
                <a:gd name="csX18" fmla="*/ 16431 w 50717"/>
                <a:gd name="csY18" fmla="*/ 61562 h 65378"/>
                <a:gd name="csX19" fmla="*/ 23154 w 50717"/>
                <a:gd name="csY19" fmla="*/ 62216 h 65378"/>
                <a:gd name="csX20" fmla="*/ 23154 w 50717"/>
                <a:gd name="csY20" fmla="*/ 65378 h 65378"/>
                <a:gd name="csX21" fmla="*/ 11561 w 50717"/>
                <a:gd name="csY21" fmla="*/ 65078 h 65378"/>
                <a:gd name="csX22" fmla="*/ 0 w 50717"/>
                <a:gd name="csY22" fmla="*/ 65378 h 65378"/>
                <a:gd name="csX23" fmla="*/ 0 w 50717"/>
                <a:gd name="csY23" fmla="*/ 62216 h 65378"/>
                <a:gd name="csX24" fmla="*/ 15114 w 50717"/>
                <a:gd name="csY24" fmla="*/ 33744 h 65378"/>
                <a:gd name="csX25" fmla="*/ 15329 w 50717"/>
                <a:gd name="csY25" fmla="*/ 35853 h 65378"/>
                <a:gd name="csX26" fmla="*/ 16584 w 50717"/>
                <a:gd name="csY26" fmla="*/ 38063 h 65378"/>
                <a:gd name="csX27" fmla="*/ 27273 w 50717"/>
                <a:gd name="csY27" fmla="*/ 44289 h 65378"/>
                <a:gd name="csX28" fmla="*/ 27380 w 50717"/>
                <a:gd name="csY28" fmla="*/ 44289 h 65378"/>
                <a:gd name="csX29" fmla="*/ 37717 w 50717"/>
                <a:gd name="csY29" fmla="*/ 38314 h 65378"/>
                <a:gd name="csX30" fmla="*/ 42188 w 50717"/>
                <a:gd name="csY30" fmla="*/ 23249 h 65378"/>
                <a:gd name="csX31" fmla="*/ 38115 w 50717"/>
                <a:gd name="csY31" fmla="*/ 8586 h 65378"/>
                <a:gd name="csX32" fmla="*/ 28421 w 50717"/>
                <a:gd name="csY32" fmla="*/ 2560 h 65378"/>
                <a:gd name="csX33" fmla="*/ 20902 w 50717"/>
                <a:gd name="csY33" fmla="*/ 4720 h 65378"/>
                <a:gd name="csX34" fmla="*/ 15114 w 50717"/>
                <a:gd name="csY34" fmla="*/ 10796 h 65378"/>
                <a:gd name="csX35" fmla="*/ 15114 w 50717"/>
                <a:gd name="csY35" fmla="*/ 33744 h 65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50717" h="65378">
                  <a:moveTo>
                    <a:pt x="0" y="62216"/>
                  </a:moveTo>
                  <a:cubicBezTo>
                    <a:pt x="3655" y="62216"/>
                    <a:pt x="5901" y="61982"/>
                    <a:pt x="6738" y="61513"/>
                  </a:cubicBezTo>
                  <a:cubicBezTo>
                    <a:pt x="7605" y="61077"/>
                    <a:pt x="8039" y="59772"/>
                    <a:pt x="8039" y="57596"/>
                  </a:cubicBezTo>
                  <a:lnTo>
                    <a:pt x="8039" y="9441"/>
                  </a:lnTo>
                  <a:cubicBezTo>
                    <a:pt x="8039" y="7164"/>
                    <a:pt x="7606" y="5741"/>
                    <a:pt x="6738" y="5173"/>
                  </a:cubicBezTo>
                  <a:cubicBezTo>
                    <a:pt x="5901" y="4603"/>
                    <a:pt x="3655" y="4318"/>
                    <a:pt x="0" y="4318"/>
                  </a:cubicBezTo>
                  <a:lnTo>
                    <a:pt x="0" y="1104"/>
                  </a:lnTo>
                  <a:lnTo>
                    <a:pt x="14823" y="0"/>
                  </a:lnTo>
                  <a:lnTo>
                    <a:pt x="14823" y="6779"/>
                  </a:lnTo>
                  <a:cubicBezTo>
                    <a:pt x="18937" y="2260"/>
                    <a:pt x="23741" y="0"/>
                    <a:pt x="29233" y="0"/>
                  </a:cubicBezTo>
                  <a:cubicBezTo>
                    <a:pt x="35052" y="0"/>
                    <a:pt x="40090" y="2260"/>
                    <a:pt x="44347" y="6779"/>
                  </a:cubicBezTo>
                  <a:cubicBezTo>
                    <a:pt x="48594" y="11299"/>
                    <a:pt x="50718" y="16788"/>
                    <a:pt x="50718" y="23249"/>
                  </a:cubicBezTo>
                  <a:cubicBezTo>
                    <a:pt x="50718" y="29777"/>
                    <a:pt x="48461" y="35301"/>
                    <a:pt x="43949" y="39821"/>
                  </a:cubicBezTo>
                  <a:cubicBezTo>
                    <a:pt x="39426" y="44339"/>
                    <a:pt x="34036" y="46598"/>
                    <a:pt x="27778" y="46598"/>
                  </a:cubicBezTo>
                  <a:cubicBezTo>
                    <a:pt x="24358" y="46598"/>
                    <a:pt x="21495" y="45728"/>
                    <a:pt x="19187" y="43987"/>
                  </a:cubicBezTo>
                  <a:cubicBezTo>
                    <a:pt x="16911" y="42213"/>
                    <a:pt x="15553" y="40674"/>
                    <a:pt x="15114" y="39369"/>
                  </a:cubicBezTo>
                  <a:lnTo>
                    <a:pt x="15114" y="40323"/>
                  </a:lnTo>
                  <a:lnTo>
                    <a:pt x="15114" y="57596"/>
                  </a:lnTo>
                  <a:cubicBezTo>
                    <a:pt x="15114" y="59805"/>
                    <a:pt x="15553" y="61128"/>
                    <a:pt x="16431" y="61562"/>
                  </a:cubicBezTo>
                  <a:cubicBezTo>
                    <a:pt x="17299" y="61998"/>
                    <a:pt x="19540" y="62216"/>
                    <a:pt x="23154" y="62216"/>
                  </a:cubicBezTo>
                  <a:lnTo>
                    <a:pt x="23154" y="65378"/>
                  </a:lnTo>
                  <a:cubicBezTo>
                    <a:pt x="15956" y="65178"/>
                    <a:pt x="12092" y="65078"/>
                    <a:pt x="11561" y="65078"/>
                  </a:cubicBezTo>
                  <a:cubicBezTo>
                    <a:pt x="10888" y="65078"/>
                    <a:pt x="7034" y="65178"/>
                    <a:pt x="0" y="65378"/>
                  </a:cubicBezTo>
                  <a:lnTo>
                    <a:pt x="0" y="62216"/>
                  </a:lnTo>
                  <a:moveTo>
                    <a:pt x="15114" y="33744"/>
                  </a:moveTo>
                  <a:cubicBezTo>
                    <a:pt x="15114" y="34782"/>
                    <a:pt x="15186" y="35484"/>
                    <a:pt x="15329" y="35853"/>
                  </a:cubicBezTo>
                  <a:cubicBezTo>
                    <a:pt x="15492" y="36221"/>
                    <a:pt x="15911" y="36958"/>
                    <a:pt x="16584" y="38063"/>
                  </a:cubicBezTo>
                  <a:cubicBezTo>
                    <a:pt x="19290" y="42214"/>
                    <a:pt x="22853" y="44289"/>
                    <a:pt x="27273" y="44289"/>
                  </a:cubicBezTo>
                  <a:cubicBezTo>
                    <a:pt x="27303" y="44289"/>
                    <a:pt x="27339" y="44289"/>
                    <a:pt x="27380" y="44289"/>
                  </a:cubicBezTo>
                  <a:cubicBezTo>
                    <a:pt x="31290" y="44289"/>
                    <a:pt x="34736" y="42297"/>
                    <a:pt x="37717" y="38314"/>
                  </a:cubicBezTo>
                  <a:cubicBezTo>
                    <a:pt x="40698" y="34297"/>
                    <a:pt x="42188" y="29275"/>
                    <a:pt x="42188" y="23249"/>
                  </a:cubicBezTo>
                  <a:cubicBezTo>
                    <a:pt x="42188" y="17491"/>
                    <a:pt x="40830" y="12603"/>
                    <a:pt x="38115" y="8586"/>
                  </a:cubicBezTo>
                  <a:cubicBezTo>
                    <a:pt x="35409" y="4569"/>
                    <a:pt x="32178" y="2560"/>
                    <a:pt x="28421" y="2560"/>
                  </a:cubicBezTo>
                  <a:cubicBezTo>
                    <a:pt x="25747" y="2560"/>
                    <a:pt x="23240" y="3280"/>
                    <a:pt x="20902" y="4720"/>
                  </a:cubicBezTo>
                  <a:cubicBezTo>
                    <a:pt x="18554" y="6159"/>
                    <a:pt x="16625" y="8184"/>
                    <a:pt x="15114" y="10796"/>
                  </a:cubicBezTo>
                  <a:lnTo>
                    <a:pt x="15114" y="33744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F7250C7B-0BBA-052E-96C8-6CA34F08DF81}"/>
                </a:ext>
              </a:extLst>
            </p:cNvPr>
            <p:cNvSpPr/>
            <p:nvPr/>
          </p:nvSpPr>
          <p:spPr>
            <a:xfrm>
              <a:off x="3299637" y="1525490"/>
              <a:ext cx="34546" cy="45443"/>
            </a:xfrm>
            <a:custGeom>
              <a:avLst/>
              <a:gdLst>
                <a:gd name="csX0" fmla="*/ 0 w 34546"/>
                <a:gd name="csY0" fmla="*/ 45444 h 45443"/>
                <a:gd name="csX1" fmla="*/ 0 w 34546"/>
                <a:gd name="csY1" fmla="*/ 42280 h 45443"/>
                <a:gd name="csX2" fmla="*/ 6723 w 34546"/>
                <a:gd name="csY2" fmla="*/ 41628 h 45443"/>
                <a:gd name="csX3" fmla="*/ 8039 w 34546"/>
                <a:gd name="csY3" fmla="*/ 37611 h 45443"/>
                <a:gd name="csX4" fmla="*/ 8039 w 34546"/>
                <a:gd name="csY4" fmla="*/ 10042 h 45443"/>
                <a:gd name="csX5" fmla="*/ 6677 w 34546"/>
                <a:gd name="csY5" fmla="*/ 5272 h 45443"/>
                <a:gd name="csX6" fmla="*/ 0 w 34546"/>
                <a:gd name="csY6" fmla="*/ 4318 h 45443"/>
                <a:gd name="csX7" fmla="*/ 0 w 34546"/>
                <a:gd name="csY7" fmla="*/ 1104 h 45443"/>
                <a:gd name="csX8" fmla="*/ 14303 w 34546"/>
                <a:gd name="csY8" fmla="*/ 0 h 45443"/>
                <a:gd name="csX9" fmla="*/ 14303 w 34546"/>
                <a:gd name="csY9" fmla="*/ 11298 h 45443"/>
                <a:gd name="csX10" fmla="*/ 18835 w 34546"/>
                <a:gd name="csY10" fmla="*/ 3465 h 45443"/>
                <a:gd name="csX11" fmla="*/ 26967 w 34546"/>
                <a:gd name="csY11" fmla="*/ 0 h 45443"/>
                <a:gd name="csX12" fmla="*/ 32388 w 34546"/>
                <a:gd name="csY12" fmla="*/ 1857 h 45443"/>
                <a:gd name="csX13" fmla="*/ 34547 w 34546"/>
                <a:gd name="csY13" fmla="*/ 6277 h 45443"/>
                <a:gd name="csX14" fmla="*/ 33138 w 34546"/>
                <a:gd name="csY14" fmla="*/ 9692 h 45443"/>
                <a:gd name="csX15" fmla="*/ 30121 w 34546"/>
                <a:gd name="csY15" fmla="*/ 10796 h 45443"/>
                <a:gd name="csX16" fmla="*/ 26967 w 34546"/>
                <a:gd name="csY16" fmla="*/ 9641 h 45443"/>
                <a:gd name="csX17" fmla="*/ 25711 w 34546"/>
                <a:gd name="csY17" fmla="*/ 6378 h 45443"/>
                <a:gd name="csX18" fmla="*/ 26262 w 34546"/>
                <a:gd name="csY18" fmla="*/ 4168 h 45443"/>
                <a:gd name="csX19" fmla="*/ 27319 w 34546"/>
                <a:gd name="csY19" fmla="*/ 2812 h 45443"/>
                <a:gd name="csX20" fmla="*/ 28069 w 34546"/>
                <a:gd name="csY20" fmla="*/ 2360 h 45443"/>
                <a:gd name="csX21" fmla="*/ 26967 w 34546"/>
                <a:gd name="csY21" fmla="*/ 2260 h 45443"/>
                <a:gd name="csX22" fmla="*/ 18024 w 34546"/>
                <a:gd name="csY22" fmla="*/ 7934 h 45443"/>
                <a:gd name="csX23" fmla="*/ 14808 w 34546"/>
                <a:gd name="csY23" fmla="*/ 21592 h 45443"/>
                <a:gd name="csX24" fmla="*/ 14808 w 34546"/>
                <a:gd name="csY24" fmla="*/ 37410 h 45443"/>
                <a:gd name="csX25" fmla="*/ 16018 w 34546"/>
                <a:gd name="csY25" fmla="*/ 41326 h 45443"/>
                <a:gd name="csX26" fmla="*/ 22648 w 34546"/>
                <a:gd name="csY26" fmla="*/ 42280 h 45443"/>
                <a:gd name="csX27" fmla="*/ 24808 w 34546"/>
                <a:gd name="csY27" fmla="*/ 42280 h 45443"/>
                <a:gd name="csX28" fmla="*/ 24808 w 34546"/>
                <a:gd name="csY28" fmla="*/ 45444 h 45443"/>
                <a:gd name="csX29" fmla="*/ 11745 w 34546"/>
                <a:gd name="csY29" fmla="*/ 45144 h 45443"/>
                <a:gd name="csX30" fmla="*/ 8530 w 34546"/>
                <a:gd name="csY30" fmla="*/ 45193 h 45443"/>
                <a:gd name="csX31" fmla="*/ 4012 w 34546"/>
                <a:gd name="csY31" fmla="*/ 45344 h 45443"/>
                <a:gd name="csX32" fmla="*/ 0 w 34546"/>
                <a:gd name="csY32" fmla="*/ 45444 h 4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4546" h="45443">
                  <a:moveTo>
                    <a:pt x="0" y="45444"/>
                  </a:moveTo>
                  <a:lnTo>
                    <a:pt x="0" y="42280"/>
                  </a:lnTo>
                  <a:cubicBezTo>
                    <a:pt x="3645" y="42280"/>
                    <a:pt x="5885" y="42062"/>
                    <a:pt x="6723" y="41628"/>
                  </a:cubicBezTo>
                  <a:cubicBezTo>
                    <a:pt x="7601" y="41159"/>
                    <a:pt x="8039" y="39820"/>
                    <a:pt x="8039" y="37611"/>
                  </a:cubicBezTo>
                  <a:lnTo>
                    <a:pt x="8039" y="10042"/>
                  </a:lnTo>
                  <a:cubicBezTo>
                    <a:pt x="8039" y="7498"/>
                    <a:pt x="7585" y="5908"/>
                    <a:pt x="6677" y="5272"/>
                  </a:cubicBezTo>
                  <a:cubicBezTo>
                    <a:pt x="5809" y="4636"/>
                    <a:pt x="3583" y="4318"/>
                    <a:pt x="0" y="4318"/>
                  </a:cubicBezTo>
                  <a:lnTo>
                    <a:pt x="0" y="1104"/>
                  </a:lnTo>
                  <a:lnTo>
                    <a:pt x="14303" y="0"/>
                  </a:lnTo>
                  <a:lnTo>
                    <a:pt x="14303" y="11298"/>
                  </a:lnTo>
                  <a:cubicBezTo>
                    <a:pt x="15283" y="8352"/>
                    <a:pt x="16794" y="5741"/>
                    <a:pt x="18835" y="3465"/>
                  </a:cubicBezTo>
                  <a:cubicBezTo>
                    <a:pt x="20908" y="1155"/>
                    <a:pt x="23618" y="0"/>
                    <a:pt x="26967" y="0"/>
                  </a:cubicBezTo>
                  <a:cubicBezTo>
                    <a:pt x="29172" y="0"/>
                    <a:pt x="30979" y="619"/>
                    <a:pt x="32388" y="1857"/>
                  </a:cubicBezTo>
                  <a:cubicBezTo>
                    <a:pt x="33827" y="3097"/>
                    <a:pt x="34547" y="4570"/>
                    <a:pt x="34547" y="6277"/>
                  </a:cubicBezTo>
                  <a:cubicBezTo>
                    <a:pt x="34547" y="7784"/>
                    <a:pt x="34077" y="8922"/>
                    <a:pt x="33138" y="9692"/>
                  </a:cubicBezTo>
                  <a:cubicBezTo>
                    <a:pt x="32240" y="10428"/>
                    <a:pt x="31234" y="10796"/>
                    <a:pt x="30121" y="10796"/>
                  </a:cubicBezTo>
                  <a:cubicBezTo>
                    <a:pt x="28886" y="10796"/>
                    <a:pt x="27834" y="10411"/>
                    <a:pt x="26967" y="9641"/>
                  </a:cubicBezTo>
                  <a:cubicBezTo>
                    <a:pt x="26130" y="8838"/>
                    <a:pt x="25711" y="7750"/>
                    <a:pt x="25711" y="6378"/>
                  </a:cubicBezTo>
                  <a:cubicBezTo>
                    <a:pt x="25711" y="5541"/>
                    <a:pt x="25895" y="4804"/>
                    <a:pt x="26262" y="4168"/>
                  </a:cubicBezTo>
                  <a:cubicBezTo>
                    <a:pt x="26660" y="3499"/>
                    <a:pt x="27013" y="3046"/>
                    <a:pt x="27319" y="2812"/>
                  </a:cubicBezTo>
                  <a:cubicBezTo>
                    <a:pt x="27615" y="2578"/>
                    <a:pt x="27865" y="2427"/>
                    <a:pt x="28069" y="2360"/>
                  </a:cubicBezTo>
                  <a:cubicBezTo>
                    <a:pt x="27937" y="2293"/>
                    <a:pt x="27569" y="2260"/>
                    <a:pt x="26967" y="2260"/>
                  </a:cubicBezTo>
                  <a:cubicBezTo>
                    <a:pt x="23179" y="2260"/>
                    <a:pt x="20198" y="4151"/>
                    <a:pt x="18024" y="7934"/>
                  </a:cubicBezTo>
                  <a:cubicBezTo>
                    <a:pt x="15880" y="11684"/>
                    <a:pt x="14808" y="16236"/>
                    <a:pt x="14808" y="21592"/>
                  </a:cubicBezTo>
                  <a:lnTo>
                    <a:pt x="14808" y="37410"/>
                  </a:lnTo>
                  <a:cubicBezTo>
                    <a:pt x="14808" y="39385"/>
                    <a:pt x="15211" y="40690"/>
                    <a:pt x="16018" y="41326"/>
                  </a:cubicBezTo>
                  <a:cubicBezTo>
                    <a:pt x="16855" y="41962"/>
                    <a:pt x="19065" y="42280"/>
                    <a:pt x="22648" y="42280"/>
                  </a:cubicBezTo>
                  <a:lnTo>
                    <a:pt x="24808" y="42280"/>
                  </a:lnTo>
                  <a:lnTo>
                    <a:pt x="24808" y="45444"/>
                  </a:lnTo>
                  <a:cubicBezTo>
                    <a:pt x="22061" y="45244"/>
                    <a:pt x="17707" y="45144"/>
                    <a:pt x="11745" y="45144"/>
                  </a:cubicBezTo>
                  <a:cubicBezTo>
                    <a:pt x="10908" y="45144"/>
                    <a:pt x="9836" y="45160"/>
                    <a:pt x="8530" y="45193"/>
                  </a:cubicBezTo>
                  <a:cubicBezTo>
                    <a:pt x="7223" y="45226"/>
                    <a:pt x="5717" y="45277"/>
                    <a:pt x="4012" y="45344"/>
                  </a:cubicBezTo>
                  <a:cubicBezTo>
                    <a:pt x="2307" y="45410"/>
                    <a:pt x="970" y="45444"/>
                    <a:pt x="0" y="4544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31A08B7D-84A8-DCC3-C631-9BC3C887FFC8}"/>
                </a:ext>
              </a:extLst>
            </p:cNvPr>
            <p:cNvSpPr/>
            <p:nvPr/>
          </p:nvSpPr>
          <p:spPr>
            <a:xfrm>
              <a:off x="3343157" y="1524838"/>
              <a:ext cx="45602" cy="47250"/>
            </a:xfrm>
            <a:custGeom>
              <a:avLst/>
              <a:gdLst>
                <a:gd name="csX0" fmla="*/ 6784 w 45602"/>
                <a:gd name="csY0" fmla="*/ 40573 h 47250"/>
                <a:gd name="csX1" fmla="*/ 0 w 45602"/>
                <a:gd name="csY1" fmla="*/ 24103 h 47250"/>
                <a:gd name="csX2" fmla="*/ 6631 w 45602"/>
                <a:gd name="csY2" fmla="*/ 7180 h 47250"/>
                <a:gd name="csX3" fmla="*/ 22847 w 45602"/>
                <a:gd name="csY3" fmla="*/ 0 h 47250"/>
                <a:gd name="csX4" fmla="*/ 38865 w 45602"/>
                <a:gd name="csY4" fmla="*/ 7130 h 47250"/>
                <a:gd name="csX5" fmla="*/ 45603 w 45602"/>
                <a:gd name="csY5" fmla="*/ 24103 h 47250"/>
                <a:gd name="csX6" fmla="*/ 38819 w 45602"/>
                <a:gd name="csY6" fmla="*/ 40522 h 47250"/>
                <a:gd name="csX7" fmla="*/ 22755 w 45602"/>
                <a:gd name="csY7" fmla="*/ 47251 h 47250"/>
                <a:gd name="csX8" fmla="*/ 6784 w 45602"/>
                <a:gd name="csY8" fmla="*/ 40573 h 47250"/>
                <a:gd name="csX9" fmla="*/ 8545 w 45602"/>
                <a:gd name="csY9" fmla="*/ 23249 h 47250"/>
                <a:gd name="csX10" fmla="*/ 11148 w 45602"/>
                <a:gd name="csY10" fmla="*/ 37761 h 47250"/>
                <a:gd name="csX11" fmla="*/ 22847 w 45602"/>
                <a:gd name="csY11" fmla="*/ 44640 h 47250"/>
                <a:gd name="csX12" fmla="*/ 29830 w 45602"/>
                <a:gd name="csY12" fmla="*/ 42582 h 47250"/>
                <a:gd name="csX13" fmla="*/ 34807 w 45602"/>
                <a:gd name="csY13" fmla="*/ 37058 h 47250"/>
                <a:gd name="csX14" fmla="*/ 37058 w 45602"/>
                <a:gd name="csY14" fmla="*/ 23249 h 47250"/>
                <a:gd name="csX15" fmla="*/ 34348 w 45602"/>
                <a:gd name="csY15" fmla="*/ 8987 h 47250"/>
                <a:gd name="csX16" fmla="*/ 22755 w 45602"/>
                <a:gd name="csY16" fmla="*/ 2309 h 47250"/>
                <a:gd name="csX17" fmla="*/ 16171 w 45602"/>
                <a:gd name="csY17" fmla="*/ 4067 h 47250"/>
                <a:gd name="csX18" fmla="*/ 11010 w 45602"/>
                <a:gd name="csY18" fmla="*/ 9190 h 47250"/>
                <a:gd name="csX19" fmla="*/ 8545 w 45602"/>
                <a:gd name="csY19" fmla="*/ 23249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5602" h="47250">
                  <a:moveTo>
                    <a:pt x="6784" y="40573"/>
                  </a:moveTo>
                  <a:cubicBezTo>
                    <a:pt x="2261" y="36087"/>
                    <a:pt x="0" y="30597"/>
                    <a:pt x="0" y="24103"/>
                  </a:cubicBezTo>
                  <a:cubicBezTo>
                    <a:pt x="0" y="17575"/>
                    <a:pt x="2210" y="11934"/>
                    <a:pt x="6631" y="7180"/>
                  </a:cubicBezTo>
                  <a:cubicBezTo>
                    <a:pt x="11082" y="2393"/>
                    <a:pt x="16487" y="0"/>
                    <a:pt x="22847" y="0"/>
                  </a:cubicBezTo>
                  <a:cubicBezTo>
                    <a:pt x="29075" y="0"/>
                    <a:pt x="34414" y="2377"/>
                    <a:pt x="38865" y="7130"/>
                  </a:cubicBezTo>
                  <a:cubicBezTo>
                    <a:pt x="43357" y="11850"/>
                    <a:pt x="45603" y="17508"/>
                    <a:pt x="45603" y="24103"/>
                  </a:cubicBezTo>
                  <a:cubicBezTo>
                    <a:pt x="45603" y="30563"/>
                    <a:pt x="43342" y="36036"/>
                    <a:pt x="38819" y="40522"/>
                  </a:cubicBezTo>
                  <a:cubicBezTo>
                    <a:pt x="34337" y="45008"/>
                    <a:pt x="28983" y="47251"/>
                    <a:pt x="22755" y="47251"/>
                  </a:cubicBezTo>
                  <a:cubicBezTo>
                    <a:pt x="16661" y="47251"/>
                    <a:pt x="11337" y="45025"/>
                    <a:pt x="6784" y="40573"/>
                  </a:cubicBezTo>
                  <a:moveTo>
                    <a:pt x="8545" y="23249"/>
                  </a:moveTo>
                  <a:cubicBezTo>
                    <a:pt x="8545" y="29911"/>
                    <a:pt x="9412" y="34748"/>
                    <a:pt x="11148" y="37761"/>
                  </a:cubicBezTo>
                  <a:cubicBezTo>
                    <a:pt x="13833" y="42347"/>
                    <a:pt x="17733" y="44640"/>
                    <a:pt x="22847" y="44640"/>
                  </a:cubicBezTo>
                  <a:cubicBezTo>
                    <a:pt x="25400" y="44640"/>
                    <a:pt x="27727" y="43954"/>
                    <a:pt x="29830" y="42582"/>
                  </a:cubicBezTo>
                  <a:cubicBezTo>
                    <a:pt x="31974" y="41209"/>
                    <a:pt x="33633" y="39367"/>
                    <a:pt x="34807" y="37058"/>
                  </a:cubicBezTo>
                  <a:cubicBezTo>
                    <a:pt x="36308" y="34046"/>
                    <a:pt x="37058" y="29442"/>
                    <a:pt x="37058" y="23249"/>
                  </a:cubicBezTo>
                  <a:cubicBezTo>
                    <a:pt x="37058" y="16654"/>
                    <a:pt x="36155" y="11900"/>
                    <a:pt x="34348" y="8987"/>
                  </a:cubicBezTo>
                  <a:cubicBezTo>
                    <a:pt x="31673" y="4535"/>
                    <a:pt x="27809" y="2309"/>
                    <a:pt x="22755" y="2309"/>
                  </a:cubicBezTo>
                  <a:cubicBezTo>
                    <a:pt x="20540" y="2309"/>
                    <a:pt x="18345" y="2895"/>
                    <a:pt x="16171" y="4067"/>
                  </a:cubicBezTo>
                  <a:cubicBezTo>
                    <a:pt x="14027" y="5205"/>
                    <a:pt x="12307" y="6913"/>
                    <a:pt x="11010" y="9190"/>
                  </a:cubicBezTo>
                  <a:cubicBezTo>
                    <a:pt x="9366" y="12202"/>
                    <a:pt x="8545" y="16889"/>
                    <a:pt x="8545" y="23249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42FCC050-9BC4-E95F-2452-489C5F31F6FC}"/>
                </a:ext>
              </a:extLst>
            </p:cNvPr>
            <p:cNvSpPr/>
            <p:nvPr/>
          </p:nvSpPr>
          <p:spPr>
            <a:xfrm>
              <a:off x="3389755" y="1526594"/>
              <a:ext cx="51820" cy="44339"/>
            </a:xfrm>
            <a:custGeom>
              <a:avLst/>
              <a:gdLst>
                <a:gd name="csX0" fmla="*/ 0 w 51820"/>
                <a:gd name="csY0" fmla="*/ 44340 h 44339"/>
                <a:gd name="csX1" fmla="*/ 0 w 51820"/>
                <a:gd name="csY1" fmla="*/ 41176 h 44339"/>
                <a:gd name="csX2" fmla="*/ 13154 w 51820"/>
                <a:gd name="csY2" fmla="*/ 35000 h 44339"/>
                <a:gd name="csX3" fmla="*/ 22801 w 51820"/>
                <a:gd name="csY3" fmla="*/ 22748 h 44339"/>
                <a:gd name="csX4" fmla="*/ 12603 w 51820"/>
                <a:gd name="csY4" fmla="*/ 9491 h 44339"/>
                <a:gd name="csX5" fmla="*/ 7381 w 51820"/>
                <a:gd name="csY5" fmla="*/ 4069 h 44339"/>
                <a:gd name="csX6" fmla="*/ 505 w 51820"/>
                <a:gd name="csY6" fmla="*/ 3214 h 44339"/>
                <a:gd name="csX7" fmla="*/ 505 w 51820"/>
                <a:gd name="csY7" fmla="*/ 0 h 44339"/>
                <a:gd name="csX8" fmla="*/ 10245 w 51820"/>
                <a:gd name="csY8" fmla="*/ 302 h 44339"/>
                <a:gd name="csX9" fmla="*/ 21393 w 51820"/>
                <a:gd name="csY9" fmla="*/ 0 h 44339"/>
                <a:gd name="csX10" fmla="*/ 21393 w 51820"/>
                <a:gd name="csY10" fmla="*/ 3214 h 44339"/>
                <a:gd name="csX11" fmla="*/ 17779 w 51820"/>
                <a:gd name="csY11" fmla="*/ 5775 h 44339"/>
                <a:gd name="csX12" fmla="*/ 18682 w 51820"/>
                <a:gd name="csY12" fmla="*/ 7634 h 44339"/>
                <a:gd name="csX13" fmla="*/ 26706 w 51820"/>
                <a:gd name="csY13" fmla="*/ 18028 h 44339"/>
                <a:gd name="csX14" fmla="*/ 33092 w 51820"/>
                <a:gd name="csY14" fmla="*/ 9993 h 44339"/>
                <a:gd name="csX15" fmla="*/ 34639 w 51820"/>
                <a:gd name="csY15" fmla="*/ 6378 h 44339"/>
                <a:gd name="csX16" fmla="*/ 31637 w 51820"/>
                <a:gd name="csY16" fmla="*/ 3214 h 44339"/>
                <a:gd name="csX17" fmla="*/ 31637 w 51820"/>
                <a:gd name="csY17" fmla="*/ 0 h 44339"/>
                <a:gd name="csX18" fmla="*/ 41530 w 51820"/>
                <a:gd name="csY18" fmla="*/ 302 h 44339"/>
                <a:gd name="csX19" fmla="*/ 49967 w 51820"/>
                <a:gd name="csY19" fmla="*/ 0 h 44339"/>
                <a:gd name="csX20" fmla="*/ 49967 w 51820"/>
                <a:gd name="csY20" fmla="*/ 3214 h 44339"/>
                <a:gd name="csX21" fmla="*/ 37701 w 51820"/>
                <a:gd name="csY21" fmla="*/ 8537 h 44339"/>
                <a:gd name="csX22" fmla="*/ 28268 w 51820"/>
                <a:gd name="csY22" fmla="*/ 20187 h 44339"/>
                <a:gd name="csX23" fmla="*/ 42020 w 51820"/>
                <a:gd name="csY23" fmla="*/ 37963 h 44339"/>
                <a:gd name="csX24" fmla="*/ 45542 w 51820"/>
                <a:gd name="csY24" fmla="*/ 40675 h 44339"/>
                <a:gd name="csX25" fmla="*/ 51820 w 51820"/>
                <a:gd name="csY25" fmla="*/ 41176 h 44339"/>
                <a:gd name="csX26" fmla="*/ 51820 w 51820"/>
                <a:gd name="csY26" fmla="*/ 44340 h 44339"/>
                <a:gd name="csX27" fmla="*/ 41928 w 51820"/>
                <a:gd name="csY27" fmla="*/ 44039 h 44339"/>
                <a:gd name="csX28" fmla="*/ 30826 w 51820"/>
                <a:gd name="csY28" fmla="*/ 44340 h 44339"/>
                <a:gd name="csX29" fmla="*/ 30826 w 51820"/>
                <a:gd name="csY29" fmla="*/ 41176 h 44339"/>
                <a:gd name="csX30" fmla="*/ 33597 w 51820"/>
                <a:gd name="csY30" fmla="*/ 40272 h 44339"/>
                <a:gd name="csX31" fmla="*/ 34547 w 51820"/>
                <a:gd name="csY31" fmla="*/ 38565 h 44339"/>
                <a:gd name="csX32" fmla="*/ 32388 w 51820"/>
                <a:gd name="csY32" fmla="*/ 35201 h 44339"/>
                <a:gd name="csX33" fmla="*/ 24547 w 51820"/>
                <a:gd name="csY33" fmla="*/ 24907 h 44339"/>
                <a:gd name="csX34" fmla="*/ 15711 w 51820"/>
                <a:gd name="csY34" fmla="*/ 36306 h 44339"/>
                <a:gd name="csX35" fmla="*/ 15313 w 51820"/>
                <a:gd name="csY35" fmla="*/ 37963 h 44339"/>
                <a:gd name="csX36" fmla="*/ 18269 w 51820"/>
                <a:gd name="csY36" fmla="*/ 41176 h 44339"/>
                <a:gd name="csX37" fmla="*/ 18269 w 51820"/>
                <a:gd name="csY37" fmla="*/ 44340 h 44339"/>
                <a:gd name="csX38" fmla="*/ 8530 w 51820"/>
                <a:gd name="csY38" fmla="*/ 44039 h 44339"/>
                <a:gd name="csX39" fmla="*/ 0 w 51820"/>
                <a:gd name="csY39" fmla="*/ 44340 h 443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51820" h="44339">
                  <a:moveTo>
                    <a:pt x="0" y="44340"/>
                  </a:moveTo>
                  <a:lnTo>
                    <a:pt x="0" y="41176"/>
                  </a:lnTo>
                  <a:cubicBezTo>
                    <a:pt x="5350" y="41176"/>
                    <a:pt x="9734" y="39117"/>
                    <a:pt x="13154" y="35000"/>
                  </a:cubicBezTo>
                  <a:cubicBezTo>
                    <a:pt x="13154" y="35000"/>
                    <a:pt x="16370" y="30916"/>
                    <a:pt x="22801" y="22748"/>
                  </a:cubicBezTo>
                  <a:lnTo>
                    <a:pt x="12603" y="9491"/>
                  </a:lnTo>
                  <a:cubicBezTo>
                    <a:pt x="10194" y="6411"/>
                    <a:pt x="8453" y="4604"/>
                    <a:pt x="7381" y="4069"/>
                  </a:cubicBezTo>
                  <a:cubicBezTo>
                    <a:pt x="6340" y="3499"/>
                    <a:pt x="4048" y="3214"/>
                    <a:pt x="505" y="3214"/>
                  </a:cubicBezTo>
                  <a:lnTo>
                    <a:pt x="505" y="0"/>
                  </a:lnTo>
                  <a:cubicBezTo>
                    <a:pt x="3313" y="201"/>
                    <a:pt x="6559" y="302"/>
                    <a:pt x="10245" y="302"/>
                  </a:cubicBezTo>
                  <a:cubicBezTo>
                    <a:pt x="12287" y="302"/>
                    <a:pt x="16002" y="201"/>
                    <a:pt x="21393" y="0"/>
                  </a:cubicBezTo>
                  <a:lnTo>
                    <a:pt x="21393" y="3214"/>
                  </a:lnTo>
                  <a:cubicBezTo>
                    <a:pt x="18983" y="3348"/>
                    <a:pt x="17779" y="4201"/>
                    <a:pt x="17779" y="5775"/>
                  </a:cubicBezTo>
                  <a:cubicBezTo>
                    <a:pt x="17779" y="6311"/>
                    <a:pt x="18080" y="6930"/>
                    <a:pt x="18682" y="7634"/>
                  </a:cubicBezTo>
                  <a:lnTo>
                    <a:pt x="26706" y="18028"/>
                  </a:lnTo>
                  <a:lnTo>
                    <a:pt x="33092" y="9993"/>
                  </a:lnTo>
                  <a:cubicBezTo>
                    <a:pt x="34123" y="8755"/>
                    <a:pt x="34639" y="7550"/>
                    <a:pt x="34639" y="6378"/>
                  </a:cubicBezTo>
                  <a:cubicBezTo>
                    <a:pt x="34639" y="4470"/>
                    <a:pt x="33638" y="3415"/>
                    <a:pt x="31637" y="3214"/>
                  </a:cubicBezTo>
                  <a:lnTo>
                    <a:pt x="31637" y="0"/>
                  </a:lnTo>
                  <a:cubicBezTo>
                    <a:pt x="34312" y="201"/>
                    <a:pt x="37609" y="302"/>
                    <a:pt x="41530" y="302"/>
                  </a:cubicBezTo>
                  <a:cubicBezTo>
                    <a:pt x="44470" y="302"/>
                    <a:pt x="47282" y="201"/>
                    <a:pt x="49967" y="0"/>
                  </a:cubicBezTo>
                  <a:lnTo>
                    <a:pt x="49967" y="3214"/>
                  </a:lnTo>
                  <a:cubicBezTo>
                    <a:pt x="44740" y="3348"/>
                    <a:pt x="40652" y="5122"/>
                    <a:pt x="37701" y="8537"/>
                  </a:cubicBezTo>
                  <a:cubicBezTo>
                    <a:pt x="36405" y="9977"/>
                    <a:pt x="33261" y="13860"/>
                    <a:pt x="28268" y="20187"/>
                  </a:cubicBezTo>
                  <a:lnTo>
                    <a:pt x="42020" y="37963"/>
                  </a:lnTo>
                  <a:cubicBezTo>
                    <a:pt x="43132" y="39403"/>
                    <a:pt x="44306" y="40307"/>
                    <a:pt x="45542" y="40675"/>
                  </a:cubicBezTo>
                  <a:cubicBezTo>
                    <a:pt x="46777" y="41009"/>
                    <a:pt x="48870" y="41176"/>
                    <a:pt x="51820" y="41176"/>
                  </a:cubicBezTo>
                  <a:lnTo>
                    <a:pt x="51820" y="44340"/>
                  </a:lnTo>
                  <a:cubicBezTo>
                    <a:pt x="48737" y="44139"/>
                    <a:pt x="45440" y="44039"/>
                    <a:pt x="41928" y="44039"/>
                  </a:cubicBezTo>
                  <a:cubicBezTo>
                    <a:pt x="40693" y="44039"/>
                    <a:pt x="36992" y="44139"/>
                    <a:pt x="30826" y="44340"/>
                  </a:cubicBezTo>
                  <a:lnTo>
                    <a:pt x="30826" y="41176"/>
                  </a:lnTo>
                  <a:cubicBezTo>
                    <a:pt x="32071" y="41110"/>
                    <a:pt x="32995" y="40808"/>
                    <a:pt x="33597" y="40272"/>
                  </a:cubicBezTo>
                  <a:cubicBezTo>
                    <a:pt x="34230" y="39704"/>
                    <a:pt x="34547" y="39135"/>
                    <a:pt x="34547" y="38565"/>
                  </a:cubicBezTo>
                  <a:cubicBezTo>
                    <a:pt x="34547" y="38297"/>
                    <a:pt x="33827" y="37176"/>
                    <a:pt x="32388" y="35201"/>
                  </a:cubicBezTo>
                  <a:lnTo>
                    <a:pt x="24547" y="24907"/>
                  </a:lnTo>
                  <a:cubicBezTo>
                    <a:pt x="19331" y="31067"/>
                    <a:pt x="16385" y="34867"/>
                    <a:pt x="15711" y="36306"/>
                  </a:cubicBezTo>
                  <a:cubicBezTo>
                    <a:pt x="15446" y="36909"/>
                    <a:pt x="15313" y="37461"/>
                    <a:pt x="15313" y="37963"/>
                  </a:cubicBezTo>
                  <a:cubicBezTo>
                    <a:pt x="15313" y="39804"/>
                    <a:pt x="16299" y="40875"/>
                    <a:pt x="18269" y="41176"/>
                  </a:cubicBezTo>
                  <a:lnTo>
                    <a:pt x="18269" y="44340"/>
                  </a:lnTo>
                  <a:cubicBezTo>
                    <a:pt x="13348" y="44139"/>
                    <a:pt x="10102" y="44039"/>
                    <a:pt x="8530" y="44039"/>
                  </a:cubicBezTo>
                  <a:cubicBezTo>
                    <a:pt x="5518" y="44039"/>
                    <a:pt x="2675" y="44139"/>
                    <a:pt x="0" y="4434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07909F25-E8B4-35C6-941A-6DEA000B768E}"/>
                </a:ext>
              </a:extLst>
            </p:cNvPr>
            <p:cNvSpPr/>
            <p:nvPr/>
          </p:nvSpPr>
          <p:spPr>
            <a:xfrm>
              <a:off x="3442173" y="1502141"/>
              <a:ext cx="22004" cy="68793"/>
            </a:xfrm>
            <a:custGeom>
              <a:avLst/>
              <a:gdLst>
                <a:gd name="csX0" fmla="*/ 0 w 22004"/>
                <a:gd name="csY0" fmla="*/ 68793 h 68793"/>
                <a:gd name="csX1" fmla="*/ 0 w 22004"/>
                <a:gd name="csY1" fmla="*/ 65630 h 68793"/>
                <a:gd name="csX2" fmla="*/ 6738 w 22004"/>
                <a:gd name="csY2" fmla="*/ 64977 h 68793"/>
                <a:gd name="csX3" fmla="*/ 7993 w 22004"/>
                <a:gd name="csY3" fmla="*/ 60961 h 68793"/>
                <a:gd name="csX4" fmla="*/ 7993 w 22004"/>
                <a:gd name="csY4" fmla="*/ 33293 h 68793"/>
                <a:gd name="csX5" fmla="*/ 6677 w 22004"/>
                <a:gd name="csY5" fmla="*/ 28571 h 68793"/>
                <a:gd name="csX6" fmla="*/ 413 w 22004"/>
                <a:gd name="csY6" fmla="*/ 27668 h 68793"/>
                <a:gd name="csX7" fmla="*/ 413 w 22004"/>
                <a:gd name="csY7" fmla="*/ 24454 h 68793"/>
                <a:gd name="csX8" fmla="*/ 14762 w 22004"/>
                <a:gd name="csY8" fmla="*/ 23350 h 68793"/>
                <a:gd name="csX9" fmla="*/ 14762 w 22004"/>
                <a:gd name="csY9" fmla="*/ 61060 h 68793"/>
                <a:gd name="csX10" fmla="*/ 15880 w 22004"/>
                <a:gd name="csY10" fmla="*/ 64878 h 68793"/>
                <a:gd name="csX11" fmla="*/ 22005 w 22004"/>
                <a:gd name="csY11" fmla="*/ 65630 h 68793"/>
                <a:gd name="csX12" fmla="*/ 22005 w 22004"/>
                <a:gd name="csY12" fmla="*/ 68793 h 68793"/>
                <a:gd name="csX13" fmla="*/ 11301 w 22004"/>
                <a:gd name="csY13" fmla="*/ 68493 h 68793"/>
                <a:gd name="csX14" fmla="*/ 0 w 22004"/>
                <a:gd name="csY14" fmla="*/ 68793 h 68793"/>
                <a:gd name="csX15" fmla="*/ 4318 w 22004"/>
                <a:gd name="csY15" fmla="*/ 5424 h 68793"/>
                <a:gd name="csX16" fmla="*/ 5880 w 22004"/>
                <a:gd name="csY16" fmla="*/ 1707 h 68793"/>
                <a:gd name="csX17" fmla="*/ 9739 w 22004"/>
                <a:gd name="csY17" fmla="*/ 0 h 68793"/>
                <a:gd name="csX18" fmla="*/ 13613 w 22004"/>
                <a:gd name="csY18" fmla="*/ 1557 h 68793"/>
                <a:gd name="csX19" fmla="*/ 15221 w 22004"/>
                <a:gd name="csY19" fmla="*/ 5473 h 68793"/>
                <a:gd name="csX20" fmla="*/ 13613 w 22004"/>
                <a:gd name="csY20" fmla="*/ 9390 h 68793"/>
                <a:gd name="csX21" fmla="*/ 9739 w 22004"/>
                <a:gd name="csY21" fmla="*/ 10897 h 68793"/>
                <a:gd name="csX22" fmla="*/ 5834 w 22004"/>
                <a:gd name="csY22" fmla="*/ 9240 h 68793"/>
                <a:gd name="csX23" fmla="*/ 4318 w 22004"/>
                <a:gd name="csY23" fmla="*/ 5424 h 6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2004" h="68793">
                  <a:moveTo>
                    <a:pt x="0" y="68793"/>
                  </a:moveTo>
                  <a:lnTo>
                    <a:pt x="0" y="65630"/>
                  </a:lnTo>
                  <a:cubicBezTo>
                    <a:pt x="3655" y="65630"/>
                    <a:pt x="5901" y="65412"/>
                    <a:pt x="6738" y="64977"/>
                  </a:cubicBezTo>
                  <a:cubicBezTo>
                    <a:pt x="7575" y="64509"/>
                    <a:pt x="7993" y="63170"/>
                    <a:pt x="7993" y="60961"/>
                  </a:cubicBezTo>
                  <a:lnTo>
                    <a:pt x="7993" y="33293"/>
                  </a:lnTo>
                  <a:cubicBezTo>
                    <a:pt x="7993" y="30749"/>
                    <a:pt x="7554" y="29175"/>
                    <a:pt x="6677" y="28571"/>
                  </a:cubicBezTo>
                  <a:cubicBezTo>
                    <a:pt x="5839" y="27969"/>
                    <a:pt x="3752" y="27668"/>
                    <a:pt x="413" y="27668"/>
                  </a:cubicBezTo>
                  <a:lnTo>
                    <a:pt x="413" y="24454"/>
                  </a:lnTo>
                  <a:lnTo>
                    <a:pt x="14762" y="23350"/>
                  </a:lnTo>
                  <a:lnTo>
                    <a:pt x="14762" y="61060"/>
                  </a:lnTo>
                  <a:cubicBezTo>
                    <a:pt x="14762" y="63103"/>
                    <a:pt x="15135" y="64375"/>
                    <a:pt x="15880" y="64878"/>
                  </a:cubicBezTo>
                  <a:cubicBezTo>
                    <a:pt x="16615" y="65379"/>
                    <a:pt x="18657" y="65630"/>
                    <a:pt x="22005" y="65630"/>
                  </a:cubicBezTo>
                  <a:lnTo>
                    <a:pt x="22005" y="68793"/>
                  </a:lnTo>
                  <a:cubicBezTo>
                    <a:pt x="15002" y="68593"/>
                    <a:pt x="11434" y="68493"/>
                    <a:pt x="11301" y="68493"/>
                  </a:cubicBezTo>
                  <a:cubicBezTo>
                    <a:pt x="10362" y="68493"/>
                    <a:pt x="6595" y="68593"/>
                    <a:pt x="0" y="68793"/>
                  </a:cubicBezTo>
                  <a:moveTo>
                    <a:pt x="4318" y="5424"/>
                  </a:moveTo>
                  <a:cubicBezTo>
                    <a:pt x="4318" y="4051"/>
                    <a:pt x="4839" y="2812"/>
                    <a:pt x="5880" y="1707"/>
                  </a:cubicBezTo>
                  <a:cubicBezTo>
                    <a:pt x="6952" y="569"/>
                    <a:pt x="8239" y="0"/>
                    <a:pt x="9739" y="0"/>
                  </a:cubicBezTo>
                  <a:cubicBezTo>
                    <a:pt x="11250" y="0"/>
                    <a:pt x="12541" y="519"/>
                    <a:pt x="13613" y="1557"/>
                  </a:cubicBezTo>
                  <a:cubicBezTo>
                    <a:pt x="14685" y="2561"/>
                    <a:pt x="15221" y="3866"/>
                    <a:pt x="15221" y="5473"/>
                  </a:cubicBezTo>
                  <a:cubicBezTo>
                    <a:pt x="15221" y="7046"/>
                    <a:pt x="14685" y="8352"/>
                    <a:pt x="13613" y="9390"/>
                  </a:cubicBezTo>
                  <a:cubicBezTo>
                    <a:pt x="12541" y="10395"/>
                    <a:pt x="11250" y="10897"/>
                    <a:pt x="9739" y="10897"/>
                  </a:cubicBezTo>
                  <a:cubicBezTo>
                    <a:pt x="8167" y="10897"/>
                    <a:pt x="6865" y="10345"/>
                    <a:pt x="5834" y="9240"/>
                  </a:cubicBezTo>
                  <a:cubicBezTo>
                    <a:pt x="4824" y="8135"/>
                    <a:pt x="4318" y="6863"/>
                    <a:pt x="4318" y="542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B25419A6-6831-1D80-7D0C-2DF2E6F7BEF2}"/>
                </a:ext>
              </a:extLst>
            </p:cNvPr>
            <p:cNvSpPr/>
            <p:nvPr/>
          </p:nvSpPr>
          <p:spPr>
            <a:xfrm>
              <a:off x="3471191" y="1525490"/>
              <a:ext cx="80302" cy="45443"/>
            </a:xfrm>
            <a:custGeom>
              <a:avLst/>
              <a:gdLst>
                <a:gd name="csX0" fmla="*/ 0 w 80302"/>
                <a:gd name="csY0" fmla="*/ 45444 h 45443"/>
                <a:gd name="csX1" fmla="*/ 0 w 80302"/>
                <a:gd name="csY1" fmla="*/ 42280 h 45443"/>
                <a:gd name="csX2" fmla="*/ 6738 w 80302"/>
                <a:gd name="csY2" fmla="*/ 41628 h 45443"/>
                <a:gd name="csX3" fmla="*/ 7993 w 80302"/>
                <a:gd name="csY3" fmla="*/ 37611 h 45443"/>
                <a:gd name="csX4" fmla="*/ 7993 w 80302"/>
                <a:gd name="csY4" fmla="*/ 10042 h 45443"/>
                <a:gd name="csX5" fmla="*/ 6631 w 80302"/>
                <a:gd name="csY5" fmla="*/ 5272 h 45443"/>
                <a:gd name="csX6" fmla="*/ 0 w 80302"/>
                <a:gd name="csY6" fmla="*/ 4318 h 45443"/>
                <a:gd name="csX7" fmla="*/ 0 w 80302"/>
                <a:gd name="csY7" fmla="*/ 1104 h 45443"/>
                <a:gd name="csX8" fmla="*/ 14471 w 80302"/>
                <a:gd name="csY8" fmla="*/ 0 h 45443"/>
                <a:gd name="csX9" fmla="*/ 14471 w 80302"/>
                <a:gd name="csY9" fmla="*/ 10796 h 45443"/>
                <a:gd name="csX10" fmla="*/ 29677 w 80302"/>
                <a:gd name="csY10" fmla="*/ 0 h 45443"/>
                <a:gd name="csX11" fmla="*/ 43398 w 80302"/>
                <a:gd name="csY11" fmla="*/ 10042 h 45443"/>
                <a:gd name="csX12" fmla="*/ 48819 w 80302"/>
                <a:gd name="csY12" fmla="*/ 3063 h 45443"/>
                <a:gd name="csX13" fmla="*/ 58313 w 80302"/>
                <a:gd name="csY13" fmla="*/ 0 h 45443"/>
                <a:gd name="csX14" fmla="*/ 69109 w 80302"/>
                <a:gd name="csY14" fmla="*/ 3816 h 45443"/>
                <a:gd name="csX15" fmla="*/ 71819 w 80302"/>
                <a:gd name="csY15" fmla="*/ 9240 h 45443"/>
                <a:gd name="csX16" fmla="*/ 72263 w 80302"/>
                <a:gd name="csY16" fmla="*/ 19534 h 45443"/>
                <a:gd name="csX17" fmla="*/ 72263 w 80302"/>
                <a:gd name="csY17" fmla="*/ 39167 h 45443"/>
                <a:gd name="csX18" fmla="*/ 74024 w 80302"/>
                <a:gd name="csY18" fmla="*/ 41828 h 45443"/>
                <a:gd name="csX19" fmla="*/ 80303 w 80302"/>
                <a:gd name="csY19" fmla="*/ 42280 h 45443"/>
                <a:gd name="csX20" fmla="*/ 80303 w 80302"/>
                <a:gd name="csY20" fmla="*/ 45444 h 45443"/>
                <a:gd name="csX21" fmla="*/ 68802 w 80302"/>
                <a:gd name="csY21" fmla="*/ 45144 h 45443"/>
                <a:gd name="csX22" fmla="*/ 57149 w 80302"/>
                <a:gd name="csY22" fmla="*/ 45444 h 45443"/>
                <a:gd name="csX23" fmla="*/ 57149 w 80302"/>
                <a:gd name="csY23" fmla="*/ 42280 h 45443"/>
                <a:gd name="csX24" fmla="*/ 63887 w 80302"/>
                <a:gd name="csY24" fmla="*/ 41628 h 45443"/>
                <a:gd name="csX25" fmla="*/ 65189 w 80302"/>
                <a:gd name="csY25" fmla="*/ 37611 h 45443"/>
                <a:gd name="csX26" fmla="*/ 65189 w 80302"/>
                <a:gd name="csY26" fmla="*/ 13658 h 45443"/>
                <a:gd name="csX27" fmla="*/ 63581 w 80302"/>
                <a:gd name="csY27" fmla="*/ 5373 h 45443"/>
                <a:gd name="csX28" fmla="*/ 57547 w 80302"/>
                <a:gd name="csY28" fmla="*/ 2260 h 45443"/>
                <a:gd name="csX29" fmla="*/ 47961 w 80302"/>
                <a:gd name="csY29" fmla="*/ 6729 h 45443"/>
                <a:gd name="csX30" fmla="*/ 43689 w 80302"/>
                <a:gd name="csY30" fmla="*/ 18730 h 45443"/>
                <a:gd name="csX31" fmla="*/ 43689 w 80302"/>
                <a:gd name="csY31" fmla="*/ 37611 h 45443"/>
                <a:gd name="csX32" fmla="*/ 44945 w 80302"/>
                <a:gd name="csY32" fmla="*/ 41628 h 45443"/>
                <a:gd name="csX33" fmla="*/ 51728 w 80302"/>
                <a:gd name="csY33" fmla="*/ 42280 h 45443"/>
                <a:gd name="csX34" fmla="*/ 51728 w 80302"/>
                <a:gd name="csY34" fmla="*/ 45444 h 45443"/>
                <a:gd name="csX35" fmla="*/ 40182 w 80302"/>
                <a:gd name="csY35" fmla="*/ 45144 h 45443"/>
                <a:gd name="csX36" fmla="*/ 28574 w 80302"/>
                <a:gd name="csY36" fmla="*/ 45444 h 45443"/>
                <a:gd name="csX37" fmla="*/ 28574 w 80302"/>
                <a:gd name="csY37" fmla="*/ 42280 h 45443"/>
                <a:gd name="csX38" fmla="*/ 35312 w 80302"/>
                <a:gd name="csY38" fmla="*/ 41628 h 45443"/>
                <a:gd name="csX39" fmla="*/ 36614 w 80302"/>
                <a:gd name="csY39" fmla="*/ 37611 h 45443"/>
                <a:gd name="csX40" fmla="*/ 36614 w 80302"/>
                <a:gd name="csY40" fmla="*/ 13658 h 45443"/>
                <a:gd name="csX41" fmla="*/ 35006 w 80302"/>
                <a:gd name="csY41" fmla="*/ 5373 h 45443"/>
                <a:gd name="csX42" fmla="*/ 28988 w 80302"/>
                <a:gd name="csY42" fmla="*/ 2260 h 45443"/>
                <a:gd name="csX43" fmla="*/ 19386 w 80302"/>
                <a:gd name="csY43" fmla="*/ 6729 h 45443"/>
                <a:gd name="csX44" fmla="*/ 15114 w 80302"/>
                <a:gd name="csY44" fmla="*/ 18730 h 45443"/>
                <a:gd name="csX45" fmla="*/ 15114 w 80302"/>
                <a:gd name="csY45" fmla="*/ 37611 h 45443"/>
                <a:gd name="csX46" fmla="*/ 16370 w 80302"/>
                <a:gd name="csY46" fmla="*/ 41628 h 45443"/>
                <a:gd name="csX47" fmla="*/ 23108 w 80302"/>
                <a:gd name="csY47" fmla="*/ 42280 h 45443"/>
                <a:gd name="csX48" fmla="*/ 23108 w 80302"/>
                <a:gd name="csY48" fmla="*/ 45444 h 45443"/>
                <a:gd name="csX49" fmla="*/ 11608 w 80302"/>
                <a:gd name="csY49" fmla="*/ 45144 h 45443"/>
                <a:gd name="csX50" fmla="*/ 0 w 80302"/>
                <a:gd name="csY50" fmla="*/ 45444 h 4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80302" h="45443">
                  <a:moveTo>
                    <a:pt x="0" y="45444"/>
                  </a:moveTo>
                  <a:lnTo>
                    <a:pt x="0" y="42280"/>
                  </a:lnTo>
                  <a:cubicBezTo>
                    <a:pt x="3655" y="42280"/>
                    <a:pt x="5901" y="42062"/>
                    <a:pt x="6738" y="41628"/>
                  </a:cubicBezTo>
                  <a:cubicBezTo>
                    <a:pt x="7575" y="41159"/>
                    <a:pt x="7993" y="39820"/>
                    <a:pt x="7993" y="37611"/>
                  </a:cubicBezTo>
                  <a:lnTo>
                    <a:pt x="7993" y="10042"/>
                  </a:lnTo>
                  <a:cubicBezTo>
                    <a:pt x="7993" y="7498"/>
                    <a:pt x="7539" y="5908"/>
                    <a:pt x="6631" y="5272"/>
                  </a:cubicBezTo>
                  <a:cubicBezTo>
                    <a:pt x="5763" y="4636"/>
                    <a:pt x="3553" y="4318"/>
                    <a:pt x="0" y="4318"/>
                  </a:cubicBezTo>
                  <a:lnTo>
                    <a:pt x="0" y="1104"/>
                  </a:lnTo>
                  <a:lnTo>
                    <a:pt x="14471" y="0"/>
                  </a:lnTo>
                  <a:lnTo>
                    <a:pt x="14471" y="10796"/>
                  </a:lnTo>
                  <a:cubicBezTo>
                    <a:pt x="17687" y="3599"/>
                    <a:pt x="22756" y="0"/>
                    <a:pt x="29677" y="0"/>
                  </a:cubicBezTo>
                  <a:cubicBezTo>
                    <a:pt x="37712" y="0"/>
                    <a:pt x="42285" y="3347"/>
                    <a:pt x="43398" y="10042"/>
                  </a:cubicBezTo>
                  <a:cubicBezTo>
                    <a:pt x="44562" y="7432"/>
                    <a:pt x="46369" y="5105"/>
                    <a:pt x="48819" y="3063"/>
                  </a:cubicBezTo>
                  <a:cubicBezTo>
                    <a:pt x="51289" y="1021"/>
                    <a:pt x="54454" y="0"/>
                    <a:pt x="58313" y="0"/>
                  </a:cubicBezTo>
                  <a:cubicBezTo>
                    <a:pt x="63469" y="0"/>
                    <a:pt x="67067" y="1272"/>
                    <a:pt x="69109" y="3816"/>
                  </a:cubicBezTo>
                  <a:cubicBezTo>
                    <a:pt x="70609" y="5524"/>
                    <a:pt x="71513" y="7332"/>
                    <a:pt x="71819" y="9240"/>
                  </a:cubicBezTo>
                  <a:cubicBezTo>
                    <a:pt x="72115" y="11148"/>
                    <a:pt x="72263" y="14579"/>
                    <a:pt x="72263" y="19534"/>
                  </a:cubicBezTo>
                  <a:lnTo>
                    <a:pt x="72263" y="39167"/>
                  </a:lnTo>
                  <a:cubicBezTo>
                    <a:pt x="72335" y="40606"/>
                    <a:pt x="72922" y="41493"/>
                    <a:pt x="74024" y="41828"/>
                  </a:cubicBezTo>
                  <a:cubicBezTo>
                    <a:pt x="75127" y="42129"/>
                    <a:pt x="77220" y="42280"/>
                    <a:pt x="80303" y="42280"/>
                  </a:cubicBezTo>
                  <a:lnTo>
                    <a:pt x="80303" y="45444"/>
                  </a:lnTo>
                  <a:cubicBezTo>
                    <a:pt x="73300" y="45244"/>
                    <a:pt x="69466" y="45144"/>
                    <a:pt x="68802" y="45144"/>
                  </a:cubicBezTo>
                  <a:cubicBezTo>
                    <a:pt x="68261" y="45144"/>
                    <a:pt x="64377" y="45244"/>
                    <a:pt x="57149" y="45444"/>
                  </a:cubicBezTo>
                  <a:lnTo>
                    <a:pt x="57149" y="42280"/>
                  </a:lnTo>
                  <a:cubicBezTo>
                    <a:pt x="60804" y="42280"/>
                    <a:pt x="63050" y="42062"/>
                    <a:pt x="63887" y="41628"/>
                  </a:cubicBezTo>
                  <a:cubicBezTo>
                    <a:pt x="64755" y="41159"/>
                    <a:pt x="65189" y="39820"/>
                    <a:pt x="65189" y="37611"/>
                  </a:cubicBezTo>
                  <a:lnTo>
                    <a:pt x="65189" y="13658"/>
                  </a:lnTo>
                  <a:cubicBezTo>
                    <a:pt x="65189" y="10177"/>
                    <a:pt x="64653" y="7415"/>
                    <a:pt x="63581" y="5373"/>
                  </a:cubicBezTo>
                  <a:cubicBezTo>
                    <a:pt x="62509" y="3298"/>
                    <a:pt x="60497" y="2260"/>
                    <a:pt x="57547" y="2260"/>
                  </a:cubicBezTo>
                  <a:cubicBezTo>
                    <a:pt x="54005" y="2260"/>
                    <a:pt x="50809" y="3750"/>
                    <a:pt x="47961" y="6729"/>
                  </a:cubicBezTo>
                  <a:cubicBezTo>
                    <a:pt x="45113" y="9709"/>
                    <a:pt x="43689" y="13709"/>
                    <a:pt x="43689" y="18730"/>
                  </a:cubicBezTo>
                  <a:lnTo>
                    <a:pt x="43689" y="37611"/>
                  </a:lnTo>
                  <a:cubicBezTo>
                    <a:pt x="43689" y="39820"/>
                    <a:pt x="44107" y="41159"/>
                    <a:pt x="44945" y="41628"/>
                  </a:cubicBezTo>
                  <a:cubicBezTo>
                    <a:pt x="45822" y="42062"/>
                    <a:pt x="48084" y="42280"/>
                    <a:pt x="51728" y="42280"/>
                  </a:cubicBezTo>
                  <a:lnTo>
                    <a:pt x="51728" y="45444"/>
                  </a:lnTo>
                  <a:cubicBezTo>
                    <a:pt x="44735" y="45244"/>
                    <a:pt x="40886" y="45144"/>
                    <a:pt x="40182" y="45144"/>
                  </a:cubicBezTo>
                  <a:cubicBezTo>
                    <a:pt x="39641" y="45144"/>
                    <a:pt x="35772" y="45244"/>
                    <a:pt x="28574" y="45444"/>
                  </a:cubicBezTo>
                  <a:lnTo>
                    <a:pt x="28574" y="42280"/>
                  </a:lnTo>
                  <a:cubicBezTo>
                    <a:pt x="32229" y="42280"/>
                    <a:pt x="34475" y="42062"/>
                    <a:pt x="35312" y="41628"/>
                  </a:cubicBezTo>
                  <a:cubicBezTo>
                    <a:pt x="36180" y="41159"/>
                    <a:pt x="36614" y="39820"/>
                    <a:pt x="36614" y="37611"/>
                  </a:cubicBezTo>
                  <a:lnTo>
                    <a:pt x="36614" y="13658"/>
                  </a:lnTo>
                  <a:cubicBezTo>
                    <a:pt x="36614" y="10177"/>
                    <a:pt x="36078" y="7415"/>
                    <a:pt x="35006" y="5373"/>
                  </a:cubicBezTo>
                  <a:cubicBezTo>
                    <a:pt x="33934" y="3298"/>
                    <a:pt x="31928" y="2260"/>
                    <a:pt x="28988" y="2260"/>
                  </a:cubicBezTo>
                  <a:cubicBezTo>
                    <a:pt x="25435" y="2260"/>
                    <a:pt x="22235" y="3750"/>
                    <a:pt x="19386" y="6729"/>
                  </a:cubicBezTo>
                  <a:cubicBezTo>
                    <a:pt x="16538" y="9709"/>
                    <a:pt x="15114" y="13709"/>
                    <a:pt x="15114" y="18730"/>
                  </a:cubicBezTo>
                  <a:lnTo>
                    <a:pt x="15114" y="37611"/>
                  </a:lnTo>
                  <a:cubicBezTo>
                    <a:pt x="15114" y="39820"/>
                    <a:pt x="15533" y="41159"/>
                    <a:pt x="16370" y="41628"/>
                  </a:cubicBezTo>
                  <a:cubicBezTo>
                    <a:pt x="17248" y="42062"/>
                    <a:pt x="19494" y="42280"/>
                    <a:pt x="23108" y="42280"/>
                  </a:cubicBezTo>
                  <a:lnTo>
                    <a:pt x="23108" y="45444"/>
                  </a:lnTo>
                  <a:cubicBezTo>
                    <a:pt x="16115" y="45244"/>
                    <a:pt x="12281" y="45144"/>
                    <a:pt x="11608" y="45144"/>
                  </a:cubicBezTo>
                  <a:cubicBezTo>
                    <a:pt x="11067" y="45144"/>
                    <a:pt x="7197" y="45244"/>
                    <a:pt x="0" y="4544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33FCD564-DC07-486B-AE51-2255EACD4DE7}"/>
                </a:ext>
              </a:extLst>
            </p:cNvPr>
            <p:cNvSpPr/>
            <p:nvPr/>
          </p:nvSpPr>
          <p:spPr>
            <a:xfrm>
              <a:off x="3557221" y="1524838"/>
              <a:ext cx="46399" cy="47250"/>
            </a:xfrm>
            <a:custGeom>
              <a:avLst/>
              <a:gdLst>
                <a:gd name="csX0" fmla="*/ 0 w 46399"/>
                <a:gd name="csY0" fmla="*/ 36305 h 47250"/>
                <a:gd name="csX1" fmla="*/ 10290 w 46399"/>
                <a:gd name="csY1" fmla="*/ 22947 h 47250"/>
                <a:gd name="csX2" fmla="*/ 29233 w 46399"/>
                <a:gd name="csY2" fmla="*/ 19232 h 47250"/>
                <a:gd name="csX3" fmla="*/ 29233 w 46399"/>
                <a:gd name="csY3" fmla="*/ 15466 h 47250"/>
                <a:gd name="csX4" fmla="*/ 25864 w 46399"/>
                <a:gd name="csY4" fmla="*/ 5724 h 47250"/>
                <a:gd name="csX5" fmla="*/ 18330 w 46399"/>
                <a:gd name="csY5" fmla="*/ 2309 h 47250"/>
                <a:gd name="csX6" fmla="*/ 7182 w 46399"/>
                <a:gd name="csY6" fmla="*/ 7030 h 47250"/>
                <a:gd name="csX7" fmla="*/ 11347 w 46399"/>
                <a:gd name="csY7" fmla="*/ 8687 h 47250"/>
                <a:gd name="csX8" fmla="*/ 12465 w 46399"/>
                <a:gd name="csY8" fmla="*/ 11750 h 47250"/>
                <a:gd name="csX9" fmla="*/ 11148 w 46399"/>
                <a:gd name="csY9" fmla="*/ 15165 h 47250"/>
                <a:gd name="csX10" fmla="*/ 7733 w 46399"/>
                <a:gd name="csY10" fmla="*/ 16469 h 47250"/>
                <a:gd name="csX11" fmla="*/ 4318 w 46399"/>
                <a:gd name="csY11" fmla="*/ 15215 h 47250"/>
                <a:gd name="csX12" fmla="*/ 2971 w 46399"/>
                <a:gd name="csY12" fmla="*/ 11649 h 47250"/>
                <a:gd name="csX13" fmla="*/ 7488 w 46399"/>
                <a:gd name="csY13" fmla="*/ 3314 h 47250"/>
                <a:gd name="csX14" fmla="*/ 18529 w 46399"/>
                <a:gd name="csY14" fmla="*/ 0 h 47250"/>
                <a:gd name="csX15" fmla="*/ 32587 w 46399"/>
                <a:gd name="csY15" fmla="*/ 5674 h 47250"/>
                <a:gd name="csX16" fmla="*/ 35205 w 46399"/>
                <a:gd name="csY16" fmla="*/ 9690 h 47250"/>
                <a:gd name="csX17" fmla="*/ 36216 w 46399"/>
                <a:gd name="csY17" fmla="*/ 13457 h 47250"/>
                <a:gd name="csX18" fmla="*/ 36308 w 46399"/>
                <a:gd name="csY18" fmla="*/ 17826 h 47250"/>
                <a:gd name="csX19" fmla="*/ 36308 w 46399"/>
                <a:gd name="csY19" fmla="*/ 38363 h 47250"/>
                <a:gd name="csX20" fmla="*/ 36507 w 46399"/>
                <a:gd name="csY20" fmla="*/ 39971 h 47250"/>
                <a:gd name="csX21" fmla="*/ 37609 w 46399"/>
                <a:gd name="csY21" fmla="*/ 42280 h 47250"/>
                <a:gd name="csX22" fmla="*/ 40121 w 46399"/>
                <a:gd name="csY22" fmla="*/ 43536 h 47250"/>
                <a:gd name="csX23" fmla="*/ 43796 w 46399"/>
                <a:gd name="csY23" fmla="*/ 36957 h 47250"/>
                <a:gd name="csX24" fmla="*/ 43796 w 46399"/>
                <a:gd name="csY24" fmla="*/ 31182 h 47250"/>
                <a:gd name="csX25" fmla="*/ 46399 w 46399"/>
                <a:gd name="csY25" fmla="*/ 31182 h 47250"/>
                <a:gd name="csX26" fmla="*/ 46399 w 46399"/>
                <a:gd name="csY26" fmla="*/ 36957 h 47250"/>
                <a:gd name="csX27" fmla="*/ 43490 w 46399"/>
                <a:gd name="csY27" fmla="*/ 44591 h 47250"/>
                <a:gd name="csX28" fmla="*/ 37962 w 46399"/>
                <a:gd name="csY28" fmla="*/ 46699 h 47250"/>
                <a:gd name="csX29" fmla="*/ 32388 w 46399"/>
                <a:gd name="csY29" fmla="*/ 44188 h 47250"/>
                <a:gd name="csX30" fmla="*/ 29938 w 46399"/>
                <a:gd name="csY30" fmla="*/ 38263 h 47250"/>
                <a:gd name="csX31" fmla="*/ 24807 w 46399"/>
                <a:gd name="csY31" fmla="*/ 44741 h 47250"/>
                <a:gd name="csX32" fmla="*/ 16477 w 46399"/>
                <a:gd name="csY32" fmla="*/ 47251 h 47250"/>
                <a:gd name="csX33" fmla="*/ 9249 w 46399"/>
                <a:gd name="csY33" fmla="*/ 46297 h 47250"/>
                <a:gd name="csX34" fmla="*/ 2864 w 46399"/>
                <a:gd name="csY34" fmla="*/ 42833 h 47250"/>
                <a:gd name="csX35" fmla="*/ 0 w 46399"/>
                <a:gd name="csY35" fmla="*/ 36305 h 47250"/>
                <a:gd name="csX36" fmla="*/ 7933 w 46399"/>
                <a:gd name="csY36" fmla="*/ 36204 h 47250"/>
                <a:gd name="csX37" fmla="*/ 10643 w 46399"/>
                <a:gd name="csY37" fmla="*/ 42481 h 47250"/>
                <a:gd name="csX38" fmla="*/ 17181 w 46399"/>
                <a:gd name="csY38" fmla="*/ 44941 h 47250"/>
                <a:gd name="csX39" fmla="*/ 25359 w 46399"/>
                <a:gd name="csY39" fmla="*/ 41628 h 47250"/>
                <a:gd name="csX40" fmla="*/ 29233 w 46399"/>
                <a:gd name="csY40" fmla="*/ 31685 h 47250"/>
                <a:gd name="csX41" fmla="*/ 29233 w 46399"/>
                <a:gd name="csY41" fmla="*/ 21391 h 47250"/>
                <a:gd name="csX42" fmla="*/ 12863 w 46399"/>
                <a:gd name="csY42" fmla="*/ 26362 h 47250"/>
                <a:gd name="csX43" fmla="*/ 7933 w 46399"/>
                <a:gd name="csY43" fmla="*/ 36204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6399" h="47250">
                  <a:moveTo>
                    <a:pt x="0" y="36305"/>
                  </a:moveTo>
                  <a:cubicBezTo>
                    <a:pt x="0" y="30480"/>
                    <a:pt x="3430" y="26027"/>
                    <a:pt x="10290" y="22947"/>
                  </a:cubicBezTo>
                  <a:cubicBezTo>
                    <a:pt x="14415" y="20973"/>
                    <a:pt x="20729" y="19734"/>
                    <a:pt x="29233" y="19232"/>
                  </a:cubicBezTo>
                  <a:lnTo>
                    <a:pt x="29233" y="15466"/>
                  </a:lnTo>
                  <a:cubicBezTo>
                    <a:pt x="29233" y="11214"/>
                    <a:pt x="28110" y="7967"/>
                    <a:pt x="25864" y="5724"/>
                  </a:cubicBezTo>
                  <a:cubicBezTo>
                    <a:pt x="23659" y="3448"/>
                    <a:pt x="21148" y="2309"/>
                    <a:pt x="18330" y="2309"/>
                  </a:cubicBezTo>
                  <a:cubicBezTo>
                    <a:pt x="13307" y="2309"/>
                    <a:pt x="9591" y="3883"/>
                    <a:pt x="7182" y="7030"/>
                  </a:cubicBezTo>
                  <a:cubicBezTo>
                    <a:pt x="9224" y="7097"/>
                    <a:pt x="10612" y="7649"/>
                    <a:pt x="11347" y="8687"/>
                  </a:cubicBezTo>
                  <a:cubicBezTo>
                    <a:pt x="12092" y="9691"/>
                    <a:pt x="12465" y="10712"/>
                    <a:pt x="12465" y="11750"/>
                  </a:cubicBezTo>
                  <a:cubicBezTo>
                    <a:pt x="12465" y="13122"/>
                    <a:pt x="12026" y="14260"/>
                    <a:pt x="11148" y="15165"/>
                  </a:cubicBezTo>
                  <a:cubicBezTo>
                    <a:pt x="10311" y="16035"/>
                    <a:pt x="9173" y="16469"/>
                    <a:pt x="7733" y="16469"/>
                  </a:cubicBezTo>
                  <a:cubicBezTo>
                    <a:pt x="6365" y="16469"/>
                    <a:pt x="5227" y="16051"/>
                    <a:pt x="4318" y="15215"/>
                  </a:cubicBezTo>
                  <a:cubicBezTo>
                    <a:pt x="3420" y="14344"/>
                    <a:pt x="2971" y="13156"/>
                    <a:pt x="2971" y="11649"/>
                  </a:cubicBezTo>
                  <a:cubicBezTo>
                    <a:pt x="2971" y="8301"/>
                    <a:pt x="4477" y="5523"/>
                    <a:pt x="7488" y="3314"/>
                  </a:cubicBezTo>
                  <a:cubicBezTo>
                    <a:pt x="10530" y="1105"/>
                    <a:pt x="14211" y="0"/>
                    <a:pt x="18529" y="0"/>
                  </a:cubicBezTo>
                  <a:cubicBezTo>
                    <a:pt x="24154" y="0"/>
                    <a:pt x="28840" y="1891"/>
                    <a:pt x="32587" y="5674"/>
                  </a:cubicBezTo>
                  <a:cubicBezTo>
                    <a:pt x="33761" y="6846"/>
                    <a:pt x="34634" y="8184"/>
                    <a:pt x="35205" y="9690"/>
                  </a:cubicBezTo>
                  <a:cubicBezTo>
                    <a:pt x="35807" y="11197"/>
                    <a:pt x="36145" y="12453"/>
                    <a:pt x="36216" y="13457"/>
                  </a:cubicBezTo>
                  <a:cubicBezTo>
                    <a:pt x="36277" y="14428"/>
                    <a:pt x="36308" y="15884"/>
                    <a:pt x="36308" y="17826"/>
                  </a:cubicBezTo>
                  <a:lnTo>
                    <a:pt x="36308" y="38363"/>
                  </a:lnTo>
                  <a:cubicBezTo>
                    <a:pt x="36308" y="38765"/>
                    <a:pt x="36374" y="39301"/>
                    <a:pt x="36507" y="39971"/>
                  </a:cubicBezTo>
                  <a:cubicBezTo>
                    <a:pt x="36640" y="40640"/>
                    <a:pt x="37007" y="41410"/>
                    <a:pt x="37609" y="42280"/>
                  </a:cubicBezTo>
                  <a:cubicBezTo>
                    <a:pt x="38253" y="43117"/>
                    <a:pt x="39090" y="43536"/>
                    <a:pt x="40121" y="43536"/>
                  </a:cubicBezTo>
                  <a:cubicBezTo>
                    <a:pt x="42602" y="43536"/>
                    <a:pt x="43827" y="41343"/>
                    <a:pt x="43796" y="36957"/>
                  </a:cubicBezTo>
                  <a:lnTo>
                    <a:pt x="43796" y="31182"/>
                  </a:lnTo>
                  <a:lnTo>
                    <a:pt x="46399" y="31182"/>
                  </a:lnTo>
                  <a:lnTo>
                    <a:pt x="46399" y="36957"/>
                  </a:lnTo>
                  <a:cubicBezTo>
                    <a:pt x="46399" y="40607"/>
                    <a:pt x="45429" y="43151"/>
                    <a:pt x="43490" y="44591"/>
                  </a:cubicBezTo>
                  <a:cubicBezTo>
                    <a:pt x="41581" y="45996"/>
                    <a:pt x="39738" y="46699"/>
                    <a:pt x="37962" y="46699"/>
                  </a:cubicBezTo>
                  <a:cubicBezTo>
                    <a:pt x="35685" y="46699"/>
                    <a:pt x="33827" y="45862"/>
                    <a:pt x="32388" y="44188"/>
                  </a:cubicBezTo>
                  <a:cubicBezTo>
                    <a:pt x="30948" y="42515"/>
                    <a:pt x="30132" y="40540"/>
                    <a:pt x="29938" y="38263"/>
                  </a:cubicBezTo>
                  <a:cubicBezTo>
                    <a:pt x="28896" y="40875"/>
                    <a:pt x="27186" y="43034"/>
                    <a:pt x="24807" y="44741"/>
                  </a:cubicBezTo>
                  <a:cubicBezTo>
                    <a:pt x="22470" y="46414"/>
                    <a:pt x="19693" y="47251"/>
                    <a:pt x="16477" y="47251"/>
                  </a:cubicBezTo>
                  <a:cubicBezTo>
                    <a:pt x="13997" y="47251"/>
                    <a:pt x="11587" y="46933"/>
                    <a:pt x="9249" y="46297"/>
                  </a:cubicBezTo>
                  <a:cubicBezTo>
                    <a:pt x="6932" y="45694"/>
                    <a:pt x="4803" y="44540"/>
                    <a:pt x="2864" y="42833"/>
                  </a:cubicBezTo>
                  <a:cubicBezTo>
                    <a:pt x="955" y="41092"/>
                    <a:pt x="0" y="38916"/>
                    <a:pt x="0" y="36305"/>
                  </a:cubicBezTo>
                  <a:moveTo>
                    <a:pt x="7933" y="36204"/>
                  </a:moveTo>
                  <a:cubicBezTo>
                    <a:pt x="7933" y="38749"/>
                    <a:pt x="8836" y="40841"/>
                    <a:pt x="10643" y="42481"/>
                  </a:cubicBezTo>
                  <a:cubicBezTo>
                    <a:pt x="12460" y="44121"/>
                    <a:pt x="14640" y="44941"/>
                    <a:pt x="17181" y="44941"/>
                  </a:cubicBezTo>
                  <a:cubicBezTo>
                    <a:pt x="20061" y="44941"/>
                    <a:pt x="22786" y="43837"/>
                    <a:pt x="25359" y="41628"/>
                  </a:cubicBezTo>
                  <a:cubicBezTo>
                    <a:pt x="27942" y="39385"/>
                    <a:pt x="29233" y="36070"/>
                    <a:pt x="29233" y="31685"/>
                  </a:cubicBezTo>
                  <a:lnTo>
                    <a:pt x="29233" y="21391"/>
                  </a:lnTo>
                  <a:cubicBezTo>
                    <a:pt x="21627" y="21659"/>
                    <a:pt x="16171" y="23315"/>
                    <a:pt x="12863" y="26362"/>
                  </a:cubicBezTo>
                  <a:cubicBezTo>
                    <a:pt x="9576" y="29374"/>
                    <a:pt x="7933" y="32655"/>
                    <a:pt x="7933" y="3620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FFFAA3E4-033F-AB31-1E69-4A33F55BB954}"/>
                </a:ext>
              </a:extLst>
            </p:cNvPr>
            <p:cNvSpPr/>
            <p:nvPr/>
          </p:nvSpPr>
          <p:spPr>
            <a:xfrm>
              <a:off x="3606086" y="1507664"/>
              <a:ext cx="32188" cy="64424"/>
            </a:xfrm>
            <a:custGeom>
              <a:avLst/>
              <a:gdLst>
                <a:gd name="csX0" fmla="*/ 0 w 32188"/>
                <a:gd name="csY0" fmla="*/ 22145 h 64424"/>
                <a:gd name="csX1" fmla="*/ 0 w 32188"/>
                <a:gd name="csY1" fmla="*/ 19884 h 64424"/>
                <a:gd name="csX2" fmla="*/ 7840 w 32188"/>
                <a:gd name="csY2" fmla="*/ 16370 h 64424"/>
                <a:gd name="csX3" fmla="*/ 12051 w 32188"/>
                <a:gd name="csY3" fmla="*/ 8888 h 64424"/>
                <a:gd name="csX4" fmla="*/ 13261 w 32188"/>
                <a:gd name="csY4" fmla="*/ 0 h 64424"/>
                <a:gd name="csX5" fmla="*/ 15818 w 32188"/>
                <a:gd name="csY5" fmla="*/ 0 h 64424"/>
                <a:gd name="csX6" fmla="*/ 15818 w 32188"/>
                <a:gd name="csY6" fmla="*/ 18930 h 64424"/>
                <a:gd name="csX7" fmla="*/ 30535 w 32188"/>
                <a:gd name="csY7" fmla="*/ 18930 h 64424"/>
                <a:gd name="csX8" fmla="*/ 30535 w 32188"/>
                <a:gd name="csY8" fmla="*/ 22145 h 64424"/>
                <a:gd name="csX9" fmla="*/ 15818 w 32188"/>
                <a:gd name="csY9" fmla="*/ 22145 h 64424"/>
                <a:gd name="csX10" fmla="*/ 15818 w 32188"/>
                <a:gd name="csY10" fmla="*/ 50716 h 64424"/>
                <a:gd name="csX11" fmla="*/ 22755 w 32188"/>
                <a:gd name="csY11" fmla="*/ 61814 h 64424"/>
                <a:gd name="csX12" fmla="*/ 27671 w 32188"/>
                <a:gd name="csY12" fmla="*/ 58801 h 64424"/>
                <a:gd name="csX13" fmla="*/ 29631 w 32188"/>
                <a:gd name="csY13" fmla="*/ 50315 h 64424"/>
                <a:gd name="csX14" fmla="*/ 29631 w 32188"/>
                <a:gd name="csY14" fmla="*/ 44641 h 64424"/>
                <a:gd name="csX15" fmla="*/ 32189 w 32188"/>
                <a:gd name="csY15" fmla="*/ 44641 h 64424"/>
                <a:gd name="csX16" fmla="*/ 32189 w 32188"/>
                <a:gd name="csY16" fmla="*/ 50515 h 64424"/>
                <a:gd name="csX17" fmla="*/ 29631 w 32188"/>
                <a:gd name="csY17" fmla="*/ 60258 h 64424"/>
                <a:gd name="csX18" fmla="*/ 22005 w 32188"/>
                <a:gd name="csY18" fmla="*/ 64424 h 64424"/>
                <a:gd name="csX19" fmla="*/ 18284 w 32188"/>
                <a:gd name="csY19" fmla="*/ 63924 h 64424"/>
                <a:gd name="csX20" fmla="*/ 14073 w 32188"/>
                <a:gd name="csY20" fmla="*/ 62265 h 64424"/>
                <a:gd name="csX21" fmla="*/ 10199 w 32188"/>
                <a:gd name="csY21" fmla="*/ 57997 h 64424"/>
                <a:gd name="csX22" fmla="*/ 8744 w 32188"/>
                <a:gd name="csY22" fmla="*/ 50515 h 64424"/>
                <a:gd name="csX23" fmla="*/ 8744 w 32188"/>
                <a:gd name="csY23" fmla="*/ 22145 h 64424"/>
                <a:gd name="csX24" fmla="*/ 0 w 32188"/>
                <a:gd name="csY24" fmla="*/ 22145 h 644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2188" h="64424">
                  <a:moveTo>
                    <a:pt x="0" y="22145"/>
                  </a:moveTo>
                  <a:lnTo>
                    <a:pt x="0" y="19884"/>
                  </a:lnTo>
                  <a:cubicBezTo>
                    <a:pt x="3155" y="19751"/>
                    <a:pt x="5768" y="18579"/>
                    <a:pt x="7840" y="16370"/>
                  </a:cubicBezTo>
                  <a:cubicBezTo>
                    <a:pt x="9954" y="14127"/>
                    <a:pt x="11357" y="11633"/>
                    <a:pt x="12051" y="8888"/>
                  </a:cubicBezTo>
                  <a:cubicBezTo>
                    <a:pt x="12796" y="6143"/>
                    <a:pt x="13200" y="3180"/>
                    <a:pt x="13261" y="0"/>
                  </a:cubicBezTo>
                  <a:lnTo>
                    <a:pt x="15818" y="0"/>
                  </a:lnTo>
                  <a:lnTo>
                    <a:pt x="15818" y="18930"/>
                  </a:lnTo>
                  <a:lnTo>
                    <a:pt x="30535" y="18930"/>
                  </a:lnTo>
                  <a:lnTo>
                    <a:pt x="30535" y="22145"/>
                  </a:lnTo>
                  <a:lnTo>
                    <a:pt x="15818" y="22145"/>
                  </a:lnTo>
                  <a:lnTo>
                    <a:pt x="15818" y="50716"/>
                  </a:lnTo>
                  <a:cubicBezTo>
                    <a:pt x="15818" y="58114"/>
                    <a:pt x="18131" y="61814"/>
                    <a:pt x="22755" y="61814"/>
                  </a:cubicBezTo>
                  <a:cubicBezTo>
                    <a:pt x="24726" y="61814"/>
                    <a:pt x="26364" y="60809"/>
                    <a:pt x="27671" y="58801"/>
                  </a:cubicBezTo>
                  <a:cubicBezTo>
                    <a:pt x="28977" y="56760"/>
                    <a:pt x="29631" y="53931"/>
                    <a:pt x="29631" y="50315"/>
                  </a:cubicBezTo>
                  <a:lnTo>
                    <a:pt x="29631" y="44641"/>
                  </a:lnTo>
                  <a:lnTo>
                    <a:pt x="32189" y="44641"/>
                  </a:lnTo>
                  <a:lnTo>
                    <a:pt x="32189" y="50515"/>
                  </a:lnTo>
                  <a:cubicBezTo>
                    <a:pt x="32189" y="54231"/>
                    <a:pt x="31336" y="57479"/>
                    <a:pt x="29631" y="60258"/>
                  </a:cubicBezTo>
                  <a:cubicBezTo>
                    <a:pt x="27926" y="63036"/>
                    <a:pt x="25384" y="64424"/>
                    <a:pt x="22005" y="64424"/>
                  </a:cubicBezTo>
                  <a:cubicBezTo>
                    <a:pt x="20760" y="64424"/>
                    <a:pt x="19519" y="64258"/>
                    <a:pt x="18284" y="63924"/>
                  </a:cubicBezTo>
                  <a:cubicBezTo>
                    <a:pt x="17079" y="63622"/>
                    <a:pt x="15676" y="63069"/>
                    <a:pt x="14073" y="62265"/>
                  </a:cubicBezTo>
                  <a:cubicBezTo>
                    <a:pt x="12490" y="61429"/>
                    <a:pt x="11199" y="60007"/>
                    <a:pt x="10199" y="57997"/>
                  </a:cubicBezTo>
                  <a:cubicBezTo>
                    <a:pt x="9229" y="55956"/>
                    <a:pt x="8744" y="53462"/>
                    <a:pt x="8744" y="50515"/>
                  </a:cubicBezTo>
                  <a:lnTo>
                    <a:pt x="8744" y="22145"/>
                  </a:lnTo>
                  <a:lnTo>
                    <a:pt x="0" y="22145"/>
                  </a:ln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CDA052E1-40D8-878F-16BD-D6791658ED3D}"/>
                </a:ext>
              </a:extLst>
            </p:cNvPr>
            <p:cNvSpPr/>
            <p:nvPr/>
          </p:nvSpPr>
          <p:spPr>
            <a:xfrm>
              <a:off x="3644339" y="1502141"/>
              <a:ext cx="22004" cy="68793"/>
            </a:xfrm>
            <a:custGeom>
              <a:avLst/>
              <a:gdLst>
                <a:gd name="csX0" fmla="*/ 0 w 22004"/>
                <a:gd name="csY0" fmla="*/ 68793 h 68793"/>
                <a:gd name="csX1" fmla="*/ 0 w 22004"/>
                <a:gd name="csY1" fmla="*/ 65630 h 68793"/>
                <a:gd name="csX2" fmla="*/ 6738 w 22004"/>
                <a:gd name="csY2" fmla="*/ 64977 h 68793"/>
                <a:gd name="csX3" fmla="*/ 7993 w 22004"/>
                <a:gd name="csY3" fmla="*/ 60961 h 68793"/>
                <a:gd name="csX4" fmla="*/ 7993 w 22004"/>
                <a:gd name="csY4" fmla="*/ 33293 h 68793"/>
                <a:gd name="csX5" fmla="*/ 6692 w 22004"/>
                <a:gd name="csY5" fmla="*/ 28571 h 68793"/>
                <a:gd name="csX6" fmla="*/ 413 w 22004"/>
                <a:gd name="csY6" fmla="*/ 27668 h 68793"/>
                <a:gd name="csX7" fmla="*/ 413 w 22004"/>
                <a:gd name="csY7" fmla="*/ 24454 h 68793"/>
                <a:gd name="csX8" fmla="*/ 14762 w 22004"/>
                <a:gd name="csY8" fmla="*/ 23350 h 68793"/>
                <a:gd name="csX9" fmla="*/ 14762 w 22004"/>
                <a:gd name="csY9" fmla="*/ 61060 h 68793"/>
                <a:gd name="csX10" fmla="*/ 15880 w 22004"/>
                <a:gd name="csY10" fmla="*/ 64878 h 68793"/>
                <a:gd name="csX11" fmla="*/ 22005 w 22004"/>
                <a:gd name="csY11" fmla="*/ 65630 h 68793"/>
                <a:gd name="csX12" fmla="*/ 22005 w 22004"/>
                <a:gd name="csY12" fmla="*/ 68793 h 68793"/>
                <a:gd name="csX13" fmla="*/ 11301 w 22004"/>
                <a:gd name="csY13" fmla="*/ 68493 h 68793"/>
                <a:gd name="csX14" fmla="*/ 0 w 22004"/>
                <a:gd name="csY14" fmla="*/ 68793 h 68793"/>
                <a:gd name="csX15" fmla="*/ 4318 w 22004"/>
                <a:gd name="csY15" fmla="*/ 5424 h 68793"/>
                <a:gd name="csX16" fmla="*/ 5880 w 22004"/>
                <a:gd name="csY16" fmla="*/ 1707 h 68793"/>
                <a:gd name="csX17" fmla="*/ 9754 w 22004"/>
                <a:gd name="csY17" fmla="*/ 0 h 68793"/>
                <a:gd name="csX18" fmla="*/ 13613 w 22004"/>
                <a:gd name="csY18" fmla="*/ 1557 h 68793"/>
                <a:gd name="csX19" fmla="*/ 15221 w 22004"/>
                <a:gd name="csY19" fmla="*/ 5473 h 68793"/>
                <a:gd name="csX20" fmla="*/ 13613 w 22004"/>
                <a:gd name="csY20" fmla="*/ 9390 h 68793"/>
                <a:gd name="csX21" fmla="*/ 9754 w 22004"/>
                <a:gd name="csY21" fmla="*/ 10897 h 68793"/>
                <a:gd name="csX22" fmla="*/ 5834 w 22004"/>
                <a:gd name="csY22" fmla="*/ 9240 h 68793"/>
                <a:gd name="csX23" fmla="*/ 4318 w 22004"/>
                <a:gd name="csY23" fmla="*/ 5424 h 6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2004" h="68793">
                  <a:moveTo>
                    <a:pt x="0" y="68793"/>
                  </a:moveTo>
                  <a:lnTo>
                    <a:pt x="0" y="65630"/>
                  </a:lnTo>
                  <a:cubicBezTo>
                    <a:pt x="3655" y="65630"/>
                    <a:pt x="5901" y="65412"/>
                    <a:pt x="6738" y="64977"/>
                  </a:cubicBezTo>
                  <a:cubicBezTo>
                    <a:pt x="7575" y="64509"/>
                    <a:pt x="7993" y="63170"/>
                    <a:pt x="7993" y="60961"/>
                  </a:cubicBezTo>
                  <a:lnTo>
                    <a:pt x="7993" y="33293"/>
                  </a:lnTo>
                  <a:cubicBezTo>
                    <a:pt x="7993" y="30749"/>
                    <a:pt x="7559" y="29175"/>
                    <a:pt x="6692" y="28571"/>
                  </a:cubicBezTo>
                  <a:cubicBezTo>
                    <a:pt x="5855" y="27969"/>
                    <a:pt x="3762" y="27668"/>
                    <a:pt x="413" y="27668"/>
                  </a:cubicBezTo>
                  <a:lnTo>
                    <a:pt x="413" y="24454"/>
                  </a:lnTo>
                  <a:lnTo>
                    <a:pt x="14762" y="23350"/>
                  </a:lnTo>
                  <a:lnTo>
                    <a:pt x="14762" y="61060"/>
                  </a:lnTo>
                  <a:cubicBezTo>
                    <a:pt x="14762" y="63103"/>
                    <a:pt x="15135" y="64375"/>
                    <a:pt x="15880" y="64878"/>
                  </a:cubicBezTo>
                  <a:cubicBezTo>
                    <a:pt x="16615" y="65379"/>
                    <a:pt x="18657" y="65630"/>
                    <a:pt x="22005" y="65630"/>
                  </a:cubicBezTo>
                  <a:lnTo>
                    <a:pt x="22005" y="68793"/>
                  </a:lnTo>
                  <a:cubicBezTo>
                    <a:pt x="15002" y="68593"/>
                    <a:pt x="11434" y="68493"/>
                    <a:pt x="11301" y="68493"/>
                  </a:cubicBezTo>
                  <a:cubicBezTo>
                    <a:pt x="10362" y="68493"/>
                    <a:pt x="6595" y="68593"/>
                    <a:pt x="0" y="68793"/>
                  </a:cubicBezTo>
                  <a:moveTo>
                    <a:pt x="4318" y="5424"/>
                  </a:moveTo>
                  <a:cubicBezTo>
                    <a:pt x="4318" y="4051"/>
                    <a:pt x="4839" y="2812"/>
                    <a:pt x="5880" y="1707"/>
                  </a:cubicBezTo>
                  <a:cubicBezTo>
                    <a:pt x="6952" y="569"/>
                    <a:pt x="8244" y="0"/>
                    <a:pt x="9754" y="0"/>
                  </a:cubicBezTo>
                  <a:cubicBezTo>
                    <a:pt x="11255" y="0"/>
                    <a:pt x="12541" y="519"/>
                    <a:pt x="13613" y="1557"/>
                  </a:cubicBezTo>
                  <a:cubicBezTo>
                    <a:pt x="14685" y="2561"/>
                    <a:pt x="15221" y="3866"/>
                    <a:pt x="15221" y="5473"/>
                  </a:cubicBezTo>
                  <a:cubicBezTo>
                    <a:pt x="15221" y="7046"/>
                    <a:pt x="14685" y="8352"/>
                    <a:pt x="13613" y="9390"/>
                  </a:cubicBezTo>
                  <a:cubicBezTo>
                    <a:pt x="12541" y="10395"/>
                    <a:pt x="11255" y="10897"/>
                    <a:pt x="9754" y="10897"/>
                  </a:cubicBezTo>
                  <a:cubicBezTo>
                    <a:pt x="8172" y="10897"/>
                    <a:pt x="6865" y="10345"/>
                    <a:pt x="5834" y="9240"/>
                  </a:cubicBezTo>
                  <a:cubicBezTo>
                    <a:pt x="4824" y="8135"/>
                    <a:pt x="4318" y="6863"/>
                    <a:pt x="4318" y="542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3E995D79-F11C-B905-8A38-F5E2D0D2E57C}"/>
                </a:ext>
              </a:extLst>
            </p:cNvPr>
            <p:cNvSpPr/>
            <p:nvPr/>
          </p:nvSpPr>
          <p:spPr>
            <a:xfrm>
              <a:off x="3675425" y="1524838"/>
              <a:ext cx="45587" cy="47250"/>
            </a:xfrm>
            <a:custGeom>
              <a:avLst/>
              <a:gdLst>
                <a:gd name="csX0" fmla="*/ 6784 w 45587"/>
                <a:gd name="csY0" fmla="*/ 40573 h 47250"/>
                <a:gd name="csX1" fmla="*/ 0 w 45587"/>
                <a:gd name="csY1" fmla="*/ 24103 h 47250"/>
                <a:gd name="csX2" fmla="*/ 6630 w 45587"/>
                <a:gd name="csY2" fmla="*/ 7180 h 47250"/>
                <a:gd name="csX3" fmla="*/ 22847 w 45587"/>
                <a:gd name="csY3" fmla="*/ 0 h 47250"/>
                <a:gd name="csX4" fmla="*/ 38865 w 45587"/>
                <a:gd name="csY4" fmla="*/ 7130 h 47250"/>
                <a:gd name="csX5" fmla="*/ 45587 w 45587"/>
                <a:gd name="csY5" fmla="*/ 24103 h 47250"/>
                <a:gd name="csX6" fmla="*/ 38819 w 45587"/>
                <a:gd name="csY6" fmla="*/ 40522 h 47250"/>
                <a:gd name="csX7" fmla="*/ 22740 w 45587"/>
                <a:gd name="csY7" fmla="*/ 47251 h 47250"/>
                <a:gd name="csX8" fmla="*/ 6784 w 45587"/>
                <a:gd name="csY8" fmla="*/ 40573 h 47250"/>
                <a:gd name="csX9" fmla="*/ 8529 w 45587"/>
                <a:gd name="csY9" fmla="*/ 23249 h 47250"/>
                <a:gd name="csX10" fmla="*/ 11148 w 45587"/>
                <a:gd name="csY10" fmla="*/ 37761 h 47250"/>
                <a:gd name="csX11" fmla="*/ 22847 w 45587"/>
                <a:gd name="csY11" fmla="*/ 44640 h 47250"/>
                <a:gd name="csX12" fmla="*/ 29830 w 45587"/>
                <a:gd name="csY12" fmla="*/ 42582 h 47250"/>
                <a:gd name="csX13" fmla="*/ 34792 w 45587"/>
                <a:gd name="csY13" fmla="*/ 37058 h 47250"/>
                <a:gd name="csX14" fmla="*/ 37058 w 45587"/>
                <a:gd name="csY14" fmla="*/ 23249 h 47250"/>
                <a:gd name="csX15" fmla="*/ 34348 w 45587"/>
                <a:gd name="csY15" fmla="*/ 8987 h 47250"/>
                <a:gd name="csX16" fmla="*/ 22740 w 45587"/>
                <a:gd name="csY16" fmla="*/ 2309 h 47250"/>
                <a:gd name="csX17" fmla="*/ 16171 w 45587"/>
                <a:gd name="csY17" fmla="*/ 4067 h 47250"/>
                <a:gd name="csX18" fmla="*/ 10995 w 45587"/>
                <a:gd name="csY18" fmla="*/ 9190 h 47250"/>
                <a:gd name="csX19" fmla="*/ 8529 w 45587"/>
                <a:gd name="csY19" fmla="*/ 23249 h 47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5587" h="47250">
                  <a:moveTo>
                    <a:pt x="6784" y="40573"/>
                  </a:moveTo>
                  <a:cubicBezTo>
                    <a:pt x="2261" y="36087"/>
                    <a:pt x="0" y="30597"/>
                    <a:pt x="0" y="24103"/>
                  </a:cubicBezTo>
                  <a:cubicBezTo>
                    <a:pt x="0" y="17575"/>
                    <a:pt x="2210" y="11934"/>
                    <a:pt x="6630" y="7180"/>
                  </a:cubicBezTo>
                  <a:cubicBezTo>
                    <a:pt x="11082" y="2393"/>
                    <a:pt x="16487" y="0"/>
                    <a:pt x="22847" y="0"/>
                  </a:cubicBezTo>
                  <a:cubicBezTo>
                    <a:pt x="29075" y="0"/>
                    <a:pt x="34414" y="2377"/>
                    <a:pt x="38865" y="7130"/>
                  </a:cubicBezTo>
                  <a:cubicBezTo>
                    <a:pt x="43347" y="11850"/>
                    <a:pt x="45587" y="17508"/>
                    <a:pt x="45587" y="24103"/>
                  </a:cubicBezTo>
                  <a:cubicBezTo>
                    <a:pt x="45587" y="30563"/>
                    <a:pt x="43331" y="36036"/>
                    <a:pt x="38819" y="40522"/>
                  </a:cubicBezTo>
                  <a:cubicBezTo>
                    <a:pt x="34327" y="45008"/>
                    <a:pt x="28967" y="47251"/>
                    <a:pt x="22740" y="47251"/>
                  </a:cubicBezTo>
                  <a:cubicBezTo>
                    <a:pt x="16655" y="47251"/>
                    <a:pt x="11337" y="45025"/>
                    <a:pt x="6784" y="40573"/>
                  </a:cubicBezTo>
                  <a:moveTo>
                    <a:pt x="8529" y="23249"/>
                  </a:moveTo>
                  <a:cubicBezTo>
                    <a:pt x="8529" y="29911"/>
                    <a:pt x="9402" y="34748"/>
                    <a:pt x="11148" y="37761"/>
                  </a:cubicBezTo>
                  <a:cubicBezTo>
                    <a:pt x="13823" y="42347"/>
                    <a:pt x="17722" y="44640"/>
                    <a:pt x="22847" y="44640"/>
                  </a:cubicBezTo>
                  <a:cubicBezTo>
                    <a:pt x="25389" y="44640"/>
                    <a:pt x="27717" y="43954"/>
                    <a:pt x="29830" y="42582"/>
                  </a:cubicBezTo>
                  <a:cubicBezTo>
                    <a:pt x="31974" y="41209"/>
                    <a:pt x="33628" y="39367"/>
                    <a:pt x="34792" y="37058"/>
                  </a:cubicBezTo>
                  <a:cubicBezTo>
                    <a:pt x="36302" y="34046"/>
                    <a:pt x="37058" y="29442"/>
                    <a:pt x="37058" y="23249"/>
                  </a:cubicBezTo>
                  <a:cubicBezTo>
                    <a:pt x="37058" y="16654"/>
                    <a:pt x="36154" y="11900"/>
                    <a:pt x="34348" y="8987"/>
                  </a:cubicBezTo>
                  <a:cubicBezTo>
                    <a:pt x="31673" y="4535"/>
                    <a:pt x="27804" y="2309"/>
                    <a:pt x="22740" y="2309"/>
                  </a:cubicBezTo>
                  <a:cubicBezTo>
                    <a:pt x="20535" y="2309"/>
                    <a:pt x="18345" y="2895"/>
                    <a:pt x="16171" y="4067"/>
                  </a:cubicBezTo>
                  <a:cubicBezTo>
                    <a:pt x="14027" y="5205"/>
                    <a:pt x="12301" y="6913"/>
                    <a:pt x="10995" y="9190"/>
                  </a:cubicBezTo>
                  <a:cubicBezTo>
                    <a:pt x="9351" y="12202"/>
                    <a:pt x="8529" y="16889"/>
                    <a:pt x="8529" y="23249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5CDDDD19-F4A4-A4E2-9734-3F10C3935FB2}"/>
                </a:ext>
              </a:extLst>
            </p:cNvPr>
            <p:cNvSpPr/>
            <p:nvPr/>
          </p:nvSpPr>
          <p:spPr>
            <a:xfrm>
              <a:off x="3724289" y="1525490"/>
              <a:ext cx="51728" cy="45443"/>
            </a:xfrm>
            <a:custGeom>
              <a:avLst/>
              <a:gdLst>
                <a:gd name="csX0" fmla="*/ 0 w 51728"/>
                <a:gd name="csY0" fmla="*/ 45444 h 45443"/>
                <a:gd name="csX1" fmla="*/ 0 w 51728"/>
                <a:gd name="csY1" fmla="*/ 42280 h 45443"/>
                <a:gd name="csX2" fmla="*/ 6722 w 51728"/>
                <a:gd name="csY2" fmla="*/ 41628 h 45443"/>
                <a:gd name="csX3" fmla="*/ 7978 w 51728"/>
                <a:gd name="csY3" fmla="*/ 37611 h 45443"/>
                <a:gd name="csX4" fmla="*/ 7978 w 51728"/>
                <a:gd name="csY4" fmla="*/ 10042 h 45443"/>
                <a:gd name="csX5" fmla="*/ 6631 w 51728"/>
                <a:gd name="csY5" fmla="*/ 5272 h 45443"/>
                <a:gd name="csX6" fmla="*/ 0 w 51728"/>
                <a:gd name="csY6" fmla="*/ 4318 h 45443"/>
                <a:gd name="csX7" fmla="*/ 0 w 51728"/>
                <a:gd name="csY7" fmla="*/ 1104 h 45443"/>
                <a:gd name="csX8" fmla="*/ 14456 w 51728"/>
                <a:gd name="csY8" fmla="*/ 0 h 45443"/>
                <a:gd name="csX9" fmla="*/ 14456 w 51728"/>
                <a:gd name="csY9" fmla="*/ 10796 h 45443"/>
                <a:gd name="csX10" fmla="*/ 29677 w 51728"/>
                <a:gd name="csY10" fmla="*/ 0 h 45443"/>
                <a:gd name="csX11" fmla="*/ 40473 w 51728"/>
                <a:gd name="csY11" fmla="*/ 3816 h 45443"/>
                <a:gd name="csX12" fmla="*/ 43183 w 51728"/>
                <a:gd name="csY12" fmla="*/ 9240 h 45443"/>
                <a:gd name="csX13" fmla="*/ 43689 w 51728"/>
                <a:gd name="csY13" fmla="*/ 19534 h 45443"/>
                <a:gd name="csX14" fmla="*/ 43689 w 51728"/>
                <a:gd name="csY14" fmla="*/ 39167 h 45443"/>
                <a:gd name="csX15" fmla="*/ 45450 w 51728"/>
                <a:gd name="csY15" fmla="*/ 41828 h 45443"/>
                <a:gd name="csX16" fmla="*/ 51728 w 51728"/>
                <a:gd name="csY16" fmla="*/ 42280 h 45443"/>
                <a:gd name="csX17" fmla="*/ 51728 w 51728"/>
                <a:gd name="csY17" fmla="*/ 45444 h 45443"/>
                <a:gd name="csX18" fmla="*/ 40167 w 51728"/>
                <a:gd name="csY18" fmla="*/ 45144 h 45443"/>
                <a:gd name="csX19" fmla="*/ 28574 w 51728"/>
                <a:gd name="csY19" fmla="*/ 45444 h 45443"/>
                <a:gd name="csX20" fmla="*/ 28574 w 51728"/>
                <a:gd name="csY20" fmla="*/ 42280 h 45443"/>
                <a:gd name="csX21" fmla="*/ 35297 w 51728"/>
                <a:gd name="csY21" fmla="*/ 41628 h 45443"/>
                <a:gd name="csX22" fmla="*/ 36614 w 51728"/>
                <a:gd name="csY22" fmla="*/ 37611 h 45443"/>
                <a:gd name="csX23" fmla="*/ 36614 w 51728"/>
                <a:gd name="csY23" fmla="*/ 13658 h 45443"/>
                <a:gd name="csX24" fmla="*/ 35006 w 51728"/>
                <a:gd name="csY24" fmla="*/ 5373 h 45443"/>
                <a:gd name="csX25" fmla="*/ 28973 w 51728"/>
                <a:gd name="csY25" fmla="*/ 2260 h 45443"/>
                <a:gd name="csX26" fmla="*/ 19386 w 51728"/>
                <a:gd name="csY26" fmla="*/ 6729 h 45443"/>
                <a:gd name="csX27" fmla="*/ 15114 w 51728"/>
                <a:gd name="csY27" fmla="*/ 18730 h 45443"/>
                <a:gd name="csX28" fmla="*/ 15114 w 51728"/>
                <a:gd name="csY28" fmla="*/ 37611 h 45443"/>
                <a:gd name="csX29" fmla="*/ 16370 w 51728"/>
                <a:gd name="csY29" fmla="*/ 41628 h 45443"/>
                <a:gd name="csX30" fmla="*/ 23093 w 51728"/>
                <a:gd name="csY30" fmla="*/ 42280 h 45443"/>
                <a:gd name="csX31" fmla="*/ 23093 w 51728"/>
                <a:gd name="csY31" fmla="*/ 45444 h 45443"/>
                <a:gd name="csX32" fmla="*/ 11608 w 51728"/>
                <a:gd name="csY32" fmla="*/ 45144 h 45443"/>
                <a:gd name="csX33" fmla="*/ 0 w 51728"/>
                <a:gd name="csY33" fmla="*/ 45444 h 4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1728" h="45443">
                  <a:moveTo>
                    <a:pt x="0" y="45444"/>
                  </a:moveTo>
                  <a:lnTo>
                    <a:pt x="0" y="42280"/>
                  </a:lnTo>
                  <a:cubicBezTo>
                    <a:pt x="3655" y="42280"/>
                    <a:pt x="5895" y="42062"/>
                    <a:pt x="6722" y="41628"/>
                  </a:cubicBezTo>
                  <a:cubicBezTo>
                    <a:pt x="7559" y="41159"/>
                    <a:pt x="7978" y="39820"/>
                    <a:pt x="7978" y="37611"/>
                  </a:cubicBezTo>
                  <a:lnTo>
                    <a:pt x="7978" y="10042"/>
                  </a:lnTo>
                  <a:cubicBezTo>
                    <a:pt x="7978" y="7498"/>
                    <a:pt x="7529" y="5908"/>
                    <a:pt x="6631" y="5272"/>
                  </a:cubicBezTo>
                  <a:cubicBezTo>
                    <a:pt x="5763" y="4636"/>
                    <a:pt x="3553" y="4318"/>
                    <a:pt x="0" y="4318"/>
                  </a:cubicBezTo>
                  <a:lnTo>
                    <a:pt x="0" y="1104"/>
                  </a:lnTo>
                  <a:lnTo>
                    <a:pt x="14456" y="0"/>
                  </a:lnTo>
                  <a:lnTo>
                    <a:pt x="14456" y="10796"/>
                  </a:lnTo>
                  <a:cubicBezTo>
                    <a:pt x="17672" y="3599"/>
                    <a:pt x="22745" y="0"/>
                    <a:pt x="29677" y="0"/>
                  </a:cubicBezTo>
                  <a:cubicBezTo>
                    <a:pt x="34832" y="0"/>
                    <a:pt x="38431" y="1272"/>
                    <a:pt x="40473" y="3816"/>
                  </a:cubicBezTo>
                  <a:cubicBezTo>
                    <a:pt x="41984" y="5524"/>
                    <a:pt x="42887" y="7332"/>
                    <a:pt x="43183" y="9240"/>
                  </a:cubicBezTo>
                  <a:cubicBezTo>
                    <a:pt x="43520" y="11148"/>
                    <a:pt x="43689" y="14579"/>
                    <a:pt x="43689" y="19534"/>
                  </a:cubicBezTo>
                  <a:lnTo>
                    <a:pt x="43689" y="39167"/>
                  </a:lnTo>
                  <a:cubicBezTo>
                    <a:pt x="43750" y="40606"/>
                    <a:pt x="44337" y="41493"/>
                    <a:pt x="45450" y="41828"/>
                  </a:cubicBezTo>
                  <a:cubicBezTo>
                    <a:pt x="46552" y="42129"/>
                    <a:pt x="48645" y="42280"/>
                    <a:pt x="51728" y="42280"/>
                  </a:cubicBezTo>
                  <a:lnTo>
                    <a:pt x="51728" y="45444"/>
                  </a:lnTo>
                  <a:cubicBezTo>
                    <a:pt x="44725" y="45244"/>
                    <a:pt x="40871" y="45144"/>
                    <a:pt x="40167" y="45144"/>
                  </a:cubicBezTo>
                  <a:cubicBezTo>
                    <a:pt x="39636" y="45144"/>
                    <a:pt x="35772" y="45244"/>
                    <a:pt x="28574" y="45444"/>
                  </a:cubicBezTo>
                  <a:lnTo>
                    <a:pt x="28574" y="42280"/>
                  </a:lnTo>
                  <a:cubicBezTo>
                    <a:pt x="32219" y="42280"/>
                    <a:pt x="34460" y="42062"/>
                    <a:pt x="35297" y="41628"/>
                  </a:cubicBezTo>
                  <a:cubicBezTo>
                    <a:pt x="36175" y="41159"/>
                    <a:pt x="36614" y="39820"/>
                    <a:pt x="36614" y="37611"/>
                  </a:cubicBezTo>
                  <a:lnTo>
                    <a:pt x="36614" y="13658"/>
                  </a:lnTo>
                  <a:cubicBezTo>
                    <a:pt x="36614" y="10177"/>
                    <a:pt x="36078" y="7415"/>
                    <a:pt x="35006" y="5373"/>
                  </a:cubicBezTo>
                  <a:cubicBezTo>
                    <a:pt x="33934" y="3298"/>
                    <a:pt x="31923" y="2260"/>
                    <a:pt x="28973" y="2260"/>
                  </a:cubicBezTo>
                  <a:cubicBezTo>
                    <a:pt x="25430" y="2260"/>
                    <a:pt x="22235" y="3750"/>
                    <a:pt x="19386" y="6729"/>
                  </a:cubicBezTo>
                  <a:cubicBezTo>
                    <a:pt x="16538" y="9709"/>
                    <a:pt x="15114" y="13709"/>
                    <a:pt x="15114" y="18730"/>
                  </a:cubicBezTo>
                  <a:lnTo>
                    <a:pt x="15114" y="37611"/>
                  </a:lnTo>
                  <a:cubicBezTo>
                    <a:pt x="15114" y="39820"/>
                    <a:pt x="15533" y="41159"/>
                    <a:pt x="16370" y="41628"/>
                  </a:cubicBezTo>
                  <a:cubicBezTo>
                    <a:pt x="17238" y="42062"/>
                    <a:pt x="19478" y="42280"/>
                    <a:pt x="23093" y="42280"/>
                  </a:cubicBezTo>
                  <a:lnTo>
                    <a:pt x="23093" y="45444"/>
                  </a:lnTo>
                  <a:cubicBezTo>
                    <a:pt x="16099" y="45244"/>
                    <a:pt x="12271" y="45144"/>
                    <a:pt x="11608" y="45144"/>
                  </a:cubicBezTo>
                  <a:cubicBezTo>
                    <a:pt x="11066" y="45144"/>
                    <a:pt x="7197" y="45244"/>
                    <a:pt x="0" y="45444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DADDB6A8-43FB-F4E1-408F-BC7B987BFFD4}"/>
              </a:ext>
            </a:extLst>
          </p:cNvPr>
          <p:cNvGrpSpPr/>
          <p:nvPr/>
        </p:nvGrpSpPr>
        <p:grpSpPr>
          <a:xfrm>
            <a:off x="2811465" y="1599449"/>
            <a:ext cx="379631" cy="143249"/>
            <a:chOff x="2811465" y="1599449"/>
            <a:chExt cx="379631" cy="143249"/>
          </a:xfrm>
        </p:grpSpPr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20024D4E-F294-805E-488A-06475635755E}"/>
                </a:ext>
              </a:extLst>
            </p:cNvPr>
            <p:cNvSpPr/>
            <p:nvPr/>
          </p:nvSpPr>
          <p:spPr>
            <a:xfrm>
              <a:off x="2811465" y="1671294"/>
              <a:ext cx="198321" cy="1531"/>
            </a:xfrm>
            <a:custGeom>
              <a:avLst/>
              <a:gdLst>
                <a:gd name="csX0" fmla="*/ 0 w 198321"/>
                <a:gd name="csY0" fmla="*/ 0 h 1531"/>
                <a:gd name="csX1" fmla="*/ 198322 w 198321"/>
                <a:gd name="csY1" fmla="*/ 0 h 15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8321" h="1531">
                  <a:moveTo>
                    <a:pt x="0" y="0"/>
                  </a:moveTo>
                  <a:lnTo>
                    <a:pt x="198322" y="0"/>
                  </a:lnTo>
                </a:path>
              </a:pathLst>
            </a:custGeom>
            <a:noFill/>
            <a:ln w="36671" cap="rnd">
              <a:solidFill>
                <a:srgbClr val="0000FF"/>
              </a:solidFill>
              <a:prstDash val="solid"/>
              <a:round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99291A81-FE40-51F3-3404-FDEEF1FFDA2F}"/>
                </a:ext>
              </a:extLst>
            </p:cNvPr>
            <p:cNvSpPr/>
            <p:nvPr/>
          </p:nvSpPr>
          <p:spPr>
            <a:xfrm>
              <a:off x="3042849" y="1599449"/>
              <a:ext cx="79628" cy="96626"/>
            </a:xfrm>
            <a:custGeom>
              <a:avLst/>
              <a:gdLst>
                <a:gd name="csX0" fmla="*/ 79629 w 79628"/>
                <a:gd name="csY0" fmla="*/ 43902 h 96626"/>
                <a:gd name="csX1" fmla="*/ 75249 w 79628"/>
                <a:gd name="csY1" fmla="*/ 58463 h 96626"/>
                <a:gd name="csX2" fmla="*/ 64346 w 79628"/>
                <a:gd name="csY2" fmla="*/ 66570 h 96626"/>
                <a:gd name="csX3" fmla="*/ 55740 w 79628"/>
                <a:gd name="csY3" fmla="*/ 63628 h 96626"/>
                <a:gd name="csX4" fmla="*/ 51146 w 79628"/>
                <a:gd name="csY4" fmla="*/ 55809 h 96626"/>
                <a:gd name="csX5" fmla="*/ 47915 w 79628"/>
                <a:gd name="csY5" fmla="*/ 59325 h 96626"/>
                <a:gd name="csX6" fmla="*/ 44041 w 79628"/>
                <a:gd name="csY6" fmla="*/ 62624 h 96626"/>
                <a:gd name="csX7" fmla="*/ 38375 w 79628"/>
                <a:gd name="csY7" fmla="*/ 65565 h 96626"/>
                <a:gd name="csX8" fmla="*/ 31637 w 79628"/>
                <a:gd name="csY8" fmla="*/ 66570 h 96626"/>
                <a:gd name="csX9" fmla="*/ 17350 w 79628"/>
                <a:gd name="csY9" fmla="*/ 61979 h 96626"/>
                <a:gd name="csX10" fmla="*/ 9249 w 79628"/>
                <a:gd name="csY10" fmla="*/ 93543 h 96626"/>
                <a:gd name="csX11" fmla="*/ 4165 w 79628"/>
                <a:gd name="csY11" fmla="*/ 96627 h 96626"/>
                <a:gd name="csX12" fmla="*/ 1148 w 79628"/>
                <a:gd name="csY12" fmla="*/ 95478 h 96626"/>
                <a:gd name="csX13" fmla="*/ 0 w 79628"/>
                <a:gd name="csY13" fmla="*/ 92680 h 96626"/>
                <a:gd name="csX14" fmla="*/ 505 w 79628"/>
                <a:gd name="csY14" fmla="*/ 90315 h 96626"/>
                <a:gd name="csX15" fmla="*/ 21592 w 79628"/>
                <a:gd name="csY15" fmla="*/ 5308 h 96626"/>
                <a:gd name="csX16" fmla="*/ 23598 w 79628"/>
                <a:gd name="csY16" fmla="*/ 1721 h 96626"/>
                <a:gd name="csX17" fmla="*/ 25971 w 79628"/>
                <a:gd name="csY17" fmla="*/ 214 h 96626"/>
                <a:gd name="csX18" fmla="*/ 27472 w 79628"/>
                <a:gd name="csY18" fmla="*/ 0 h 96626"/>
                <a:gd name="csX19" fmla="*/ 30550 w 79628"/>
                <a:gd name="csY19" fmla="*/ 1075 h 96626"/>
                <a:gd name="csX20" fmla="*/ 31775 w 79628"/>
                <a:gd name="csY20" fmla="*/ 3945 h 96626"/>
                <a:gd name="csX21" fmla="*/ 31346 w 79628"/>
                <a:gd name="csY21" fmla="*/ 5882 h 96626"/>
                <a:gd name="csX22" fmla="*/ 30412 w 79628"/>
                <a:gd name="csY22" fmla="*/ 9899 h 96626"/>
                <a:gd name="csX23" fmla="*/ 29554 w 79628"/>
                <a:gd name="csY23" fmla="*/ 13342 h 96626"/>
                <a:gd name="csX24" fmla="*/ 23383 w 79628"/>
                <a:gd name="csY24" fmla="*/ 38020 h 96626"/>
                <a:gd name="csX25" fmla="*/ 21301 w 79628"/>
                <a:gd name="csY25" fmla="*/ 50502 h 96626"/>
                <a:gd name="csX26" fmla="*/ 24026 w 79628"/>
                <a:gd name="csY26" fmla="*/ 59970 h 96626"/>
                <a:gd name="csX27" fmla="*/ 32204 w 79628"/>
                <a:gd name="csY27" fmla="*/ 63270 h 96626"/>
                <a:gd name="csX28" fmla="*/ 38727 w 79628"/>
                <a:gd name="csY28" fmla="*/ 61907 h 96626"/>
                <a:gd name="csX29" fmla="*/ 44041 w 79628"/>
                <a:gd name="csY29" fmla="*/ 58535 h 96626"/>
                <a:gd name="csX30" fmla="*/ 47915 w 79628"/>
                <a:gd name="csY30" fmla="*/ 54518 h 96626"/>
                <a:gd name="csX31" fmla="*/ 50426 w 79628"/>
                <a:gd name="csY31" fmla="*/ 51004 h 96626"/>
                <a:gd name="csX32" fmla="*/ 51284 w 79628"/>
                <a:gd name="csY32" fmla="*/ 49209 h 96626"/>
                <a:gd name="csX33" fmla="*/ 55097 w 79628"/>
                <a:gd name="csY33" fmla="*/ 34217 h 96626"/>
                <a:gd name="csX34" fmla="*/ 62049 w 79628"/>
                <a:gd name="csY34" fmla="*/ 6742 h 96626"/>
                <a:gd name="csX35" fmla="*/ 63274 w 79628"/>
                <a:gd name="csY35" fmla="*/ 3873 h 96626"/>
                <a:gd name="csX36" fmla="*/ 65127 w 79628"/>
                <a:gd name="csY36" fmla="*/ 2223 h 96626"/>
                <a:gd name="csX37" fmla="*/ 66704 w 79628"/>
                <a:gd name="csY37" fmla="*/ 1721 h 96626"/>
                <a:gd name="csX38" fmla="*/ 67792 w 79628"/>
                <a:gd name="csY38" fmla="*/ 1577 h 96626"/>
                <a:gd name="csX39" fmla="*/ 70793 w 79628"/>
                <a:gd name="csY39" fmla="*/ 2654 h 96626"/>
                <a:gd name="csX40" fmla="*/ 72018 w 79628"/>
                <a:gd name="csY40" fmla="*/ 5595 h 96626"/>
                <a:gd name="csX41" fmla="*/ 71590 w 79628"/>
                <a:gd name="csY41" fmla="*/ 7675 h 96626"/>
                <a:gd name="csX42" fmla="*/ 70655 w 79628"/>
                <a:gd name="csY42" fmla="*/ 11764 h 96626"/>
                <a:gd name="csX43" fmla="*/ 69798 w 79628"/>
                <a:gd name="csY43" fmla="*/ 15422 h 96626"/>
                <a:gd name="csX44" fmla="*/ 67286 w 79628"/>
                <a:gd name="csY44" fmla="*/ 25394 h 96626"/>
                <a:gd name="csX45" fmla="*/ 63198 w 79628"/>
                <a:gd name="csY45" fmla="*/ 41248 h 96626"/>
                <a:gd name="csX46" fmla="*/ 62264 w 79628"/>
                <a:gd name="csY46" fmla="*/ 45193 h 96626"/>
                <a:gd name="csX47" fmla="*/ 61253 w 79628"/>
                <a:gd name="csY47" fmla="*/ 49783 h 96626"/>
                <a:gd name="csX48" fmla="*/ 60549 w 79628"/>
                <a:gd name="csY48" fmla="*/ 53370 h 96626"/>
                <a:gd name="csX49" fmla="*/ 60258 w 79628"/>
                <a:gd name="csY49" fmla="*/ 56527 h 96626"/>
                <a:gd name="csX50" fmla="*/ 64699 w 79628"/>
                <a:gd name="csY50" fmla="*/ 63270 h 96626"/>
                <a:gd name="csX51" fmla="*/ 67930 w 79628"/>
                <a:gd name="csY51" fmla="*/ 62265 h 96626"/>
                <a:gd name="csX52" fmla="*/ 70441 w 79628"/>
                <a:gd name="csY52" fmla="*/ 59683 h 96626"/>
                <a:gd name="csX53" fmla="*/ 72524 w 79628"/>
                <a:gd name="csY53" fmla="*/ 55595 h 96626"/>
                <a:gd name="csX54" fmla="*/ 74239 w 79628"/>
                <a:gd name="csY54" fmla="*/ 50788 h 96626"/>
                <a:gd name="csX55" fmla="*/ 75816 w 79628"/>
                <a:gd name="csY55" fmla="*/ 45121 h 96626"/>
                <a:gd name="csX56" fmla="*/ 76536 w 79628"/>
                <a:gd name="csY56" fmla="*/ 42969 h 96626"/>
                <a:gd name="csX57" fmla="*/ 77899 w 79628"/>
                <a:gd name="csY57" fmla="*/ 42467 h 96626"/>
                <a:gd name="csX58" fmla="*/ 79629 w 79628"/>
                <a:gd name="csY58" fmla="*/ 43902 h 96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</a:cxnLst>
              <a:rect l="l" t="t" r="r" b="b"/>
              <a:pathLst>
                <a:path w="79628" h="96626">
                  <a:moveTo>
                    <a:pt x="79629" y="43902"/>
                  </a:moveTo>
                  <a:cubicBezTo>
                    <a:pt x="78383" y="50071"/>
                    <a:pt x="76924" y="54925"/>
                    <a:pt x="75249" y="58463"/>
                  </a:cubicBezTo>
                  <a:cubicBezTo>
                    <a:pt x="72575" y="63868"/>
                    <a:pt x="68940" y="66570"/>
                    <a:pt x="64346" y="66570"/>
                  </a:cubicBezTo>
                  <a:cubicBezTo>
                    <a:pt x="61090" y="66570"/>
                    <a:pt x="58221" y="65589"/>
                    <a:pt x="55740" y="63628"/>
                  </a:cubicBezTo>
                  <a:cubicBezTo>
                    <a:pt x="53300" y="61668"/>
                    <a:pt x="51769" y="59062"/>
                    <a:pt x="51146" y="55809"/>
                  </a:cubicBezTo>
                  <a:cubicBezTo>
                    <a:pt x="49901" y="57292"/>
                    <a:pt x="48824" y="58464"/>
                    <a:pt x="47915" y="59325"/>
                  </a:cubicBezTo>
                  <a:cubicBezTo>
                    <a:pt x="47058" y="60186"/>
                    <a:pt x="45766" y="61285"/>
                    <a:pt x="44041" y="62624"/>
                  </a:cubicBezTo>
                  <a:cubicBezTo>
                    <a:pt x="42367" y="63915"/>
                    <a:pt x="40478" y="64896"/>
                    <a:pt x="38375" y="65565"/>
                  </a:cubicBezTo>
                  <a:cubicBezTo>
                    <a:pt x="36272" y="66235"/>
                    <a:pt x="34026" y="66570"/>
                    <a:pt x="31637" y="66570"/>
                  </a:cubicBezTo>
                  <a:cubicBezTo>
                    <a:pt x="25798" y="66570"/>
                    <a:pt x="21035" y="65040"/>
                    <a:pt x="17350" y="61979"/>
                  </a:cubicBezTo>
                  <a:cubicBezTo>
                    <a:pt x="12378" y="82017"/>
                    <a:pt x="9678" y="92538"/>
                    <a:pt x="9249" y="93543"/>
                  </a:cubicBezTo>
                  <a:cubicBezTo>
                    <a:pt x="7861" y="95599"/>
                    <a:pt x="6166" y="96627"/>
                    <a:pt x="4165" y="96627"/>
                  </a:cubicBezTo>
                  <a:cubicBezTo>
                    <a:pt x="2920" y="96627"/>
                    <a:pt x="1914" y="96244"/>
                    <a:pt x="1148" y="95478"/>
                  </a:cubicBezTo>
                  <a:cubicBezTo>
                    <a:pt x="383" y="94762"/>
                    <a:pt x="0" y="93829"/>
                    <a:pt x="0" y="92680"/>
                  </a:cubicBezTo>
                  <a:cubicBezTo>
                    <a:pt x="51" y="92299"/>
                    <a:pt x="219" y="91510"/>
                    <a:pt x="505" y="90315"/>
                  </a:cubicBezTo>
                  <a:lnTo>
                    <a:pt x="21592" y="5308"/>
                  </a:lnTo>
                  <a:cubicBezTo>
                    <a:pt x="21969" y="3777"/>
                    <a:pt x="22638" y="2582"/>
                    <a:pt x="23598" y="1721"/>
                  </a:cubicBezTo>
                  <a:cubicBezTo>
                    <a:pt x="24598" y="813"/>
                    <a:pt x="25389" y="310"/>
                    <a:pt x="25971" y="214"/>
                  </a:cubicBezTo>
                  <a:cubicBezTo>
                    <a:pt x="26543" y="71"/>
                    <a:pt x="27043" y="0"/>
                    <a:pt x="27472" y="0"/>
                  </a:cubicBezTo>
                  <a:cubicBezTo>
                    <a:pt x="28758" y="0"/>
                    <a:pt x="29784" y="358"/>
                    <a:pt x="30550" y="1075"/>
                  </a:cubicBezTo>
                  <a:cubicBezTo>
                    <a:pt x="31367" y="1745"/>
                    <a:pt x="31775" y="2701"/>
                    <a:pt x="31775" y="3945"/>
                  </a:cubicBezTo>
                  <a:cubicBezTo>
                    <a:pt x="31775" y="4137"/>
                    <a:pt x="31632" y="4782"/>
                    <a:pt x="31346" y="5882"/>
                  </a:cubicBezTo>
                  <a:cubicBezTo>
                    <a:pt x="31111" y="6934"/>
                    <a:pt x="30800" y="8273"/>
                    <a:pt x="30412" y="9899"/>
                  </a:cubicBezTo>
                  <a:cubicBezTo>
                    <a:pt x="30034" y="11477"/>
                    <a:pt x="29749" y="12625"/>
                    <a:pt x="29554" y="13342"/>
                  </a:cubicBezTo>
                  <a:lnTo>
                    <a:pt x="23383" y="38020"/>
                  </a:lnTo>
                  <a:cubicBezTo>
                    <a:pt x="21995" y="43662"/>
                    <a:pt x="21301" y="47823"/>
                    <a:pt x="21301" y="50502"/>
                  </a:cubicBezTo>
                  <a:cubicBezTo>
                    <a:pt x="21301" y="54566"/>
                    <a:pt x="22209" y="57722"/>
                    <a:pt x="24026" y="59970"/>
                  </a:cubicBezTo>
                  <a:cubicBezTo>
                    <a:pt x="25895" y="62170"/>
                    <a:pt x="28620" y="63270"/>
                    <a:pt x="32204" y="63270"/>
                  </a:cubicBezTo>
                  <a:cubicBezTo>
                    <a:pt x="34450" y="63270"/>
                    <a:pt x="36624" y="62816"/>
                    <a:pt x="38727" y="61907"/>
                  </a:cubicBezTo>
                  <a:cubicBezTo>
                    <a:pt x="40840" y="60950"/>
                    <a:pt x="42612" y="59826"/>
                    <a:pt x="44041" y="58535"/>
                  </a:cubicBezTo>
                  <a:cubicBezTo>
                    <a:pt x="45480" y="57244"/>
                    <a:pt x="46772" y="55905"/>
                    <a:pt x="47915" y="54518"/>
                  </a:cubicBezTo>
                  <a:cubicBezTo>
                    <a:pt x="49069" y="53084"/>
                    <a:pt x="49906" y="51913"/>
                    <a:pt x="50426" y="51004"/>
                  </a:cubicBezTo>
                  <a:cubicBezTo>
                    <a:pt x="50957" y="50047"/>
                    <a:pt x="51243" y="49449"/>
                    <a:pt x="51284" y="49209"/>
                  </a:cubicBezTo>
                  <a:lnTo>
                    <a:pt x="55097" y="34217"/>
                  </a:lnTo>
                  <a:lnTo>
                    <a:pt x="62049" y="6742"/>
                  </a:lnTo>
                  <a:cubicBezTo>
                    <a:pt x="62335" y="5595"/>
                    <a:pt x="62743" y="4638"/>
                    <a:pt x="63274" y="3873"/>
                  </a:cubicBezTo>
                  <a:cubicBezTo>
                    <a:pt x="63846" y="3060"/>
                    <a:pt x="64464" y="2510"/>
                    <a:pt x="65127" y="2223"/>
                  </a:cubicBezTo>
                  <a:cubicBezTo>
                    <a:pt x="65801" y="1937"/>
                    <a:pt x="66327" y="1769"/>
                    <a:pt x="66704" y="1721"/>
                  </a:cubicBezTo>
                  <a:cubicBezTo>
                    <a:pt x="67092" y="1625"/>
                    <a:pt x="67455" y="1577"/>
                    <a:pt x="67792" y="1577"/>
                  </a:cubicBezTo>
                  <a:cubicBezTo>
                    <a:pt x="68986" y="1577"/>
                    <a:pt x="69987" y="1936"/>
                    <a:pt x="70793" y="2654"/>
                  </a:cubicBezTo>
                  <a:cubicBezTo>
                    <a:pt x="71610" y="3371"/>
                    <a:pt x="72018" y="4352"/>
                    <a:pt x="72018" y="5595"/>
                  </a:cubicBezTo>
                  <a:cubicBezTo>
                    <a:pt x="72018" y="5834"/>
                    <a:pt x="71875" y="6528"/>
                    <a:pt x="71590" y="7675"/>
                  </a:cubicBezTo>
                  <a:cubicBezTo>
                    <a:pt x="71355" y="8776"/>
                    <a:pt x="71043" y="10138"/>
                    <a:pt x="70655" y="11764"/>
                  </a:cubicBezTo>
                  <a:cubicBezTo>
                    <a:pt x="70278" y="13342"/>
                    <a:pt x="69992" y="14561"/>
                    <a:pt x="69798" y="15422"/>
                  </a:cubicBezTo>
                  <a:cubicBezTo>
                    <a:pt x="68266" y="21448"/>
                    <a:pt x="67429" y="24772"/>
                    <a:pt x="67286" y="25394"/>
                  </a:cubicBezTo>
                  <a:lnTo>
                    <a:pt x="63198" y="41248"/>
                  </a:lnTo>
                  <a:cubicBezTo>
                    <a:pt x="63055" y="41870"/>
                    <a:pt x="62743" y="43184"/>
                    <a:pt x="62264" y="45193"/>
                  </a:cubicBezTo>
                  <a:cubicBezTo>
                    <a:pt x="61835" y="47202"/>
                    <a:pt x="61498" y="48732"/>
                    <a:pt x="61253" y="49783"/>
                  </a:cubicBezTo>
                  <a:cubicBezTo>
                    <a:pt x="61018" y="50788"/>
                    <a:pt x="60784" y="51983"/>
                    <a:pt x="60549" y="53370"/>
                  </a:cubicBezTo>
                  <a:cubicBezTo>
                    <a:pt x="60355" y="54709"/>
                    <a:pt x="60258" y="55762"/>
                    <a:pt x="60258" y="56527"/>
                  </a:cubicBezTo>
                  <a:cubicBezTo>
                    <a:pt x="60258" y="61022"/>
                    <a:pt x="61738" y="63270"/>
                    <a:pt x="64699" y="63270"/>
                  </a:cubicBezTo>
                  <a:cubicBezTo>
                    <a:pt x="65852" y="63270"/>
                    <a:pt x="66929" y="62935"/>
                    <a:pt x="67930" y="62265"/>
                  </a:cubicBezTo>
                  <a:cubicBezTo>
                    <a:pt x="68930" y="61548"/>
                    <a:pt x="69767" y="60687"/>
                    <a:pt x="70441" y="59683"/>
                  </a:cubicBezTo>
                  <a:cubicBezTo>
                    <a:pt x="71156" y="58679"/>
                    <a:pt x="71850" y="57316"/>
                    <a:pt x="72524" y="55595"/>
                  </a:cubicBezTo>
                  <a:cubicBezTo>
                    <a:pt x="73238" y="53825"/>
                    <a:pt x="73810" y="52222"/>
                    <a:pt x="74239" y="50788"/>
                  </a:cubicBezTo>
                  <a:cubicBezTo>
                    <a:pt x="74668" y="49306"/>
                    <a:pt x="75193" y="47417"/>
                    <a:pt x="75816" y="45121"/>
                  </a:cubicBezTo>
                  <a:cubicBezTo>
                    <a:pt x="76061" y="44021"/>
                    <a:pt x="76301" y="43304"/>
                    <a:pt x="76536" y="42969"/>
                  </a:cubicBezTo>
                  <a:cubicBezTo>
                    <a:pt x="76781" y="42634"/>
                    <a:pt x="77235" y="42467"/>
                    <a:pt x="77899" y="42467"/>
                  </a:cubicBezTo>
                  <a:cubicBezTo>
                    <a:pt x="79052" y="42467"/>
                    <a:pt x="79629" y="42945"/>
                    <a:pt x="79629" y="43902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28749263-AC65-233D-9437-B0C91C777C8B}"/>
                </a:ext>
              </a:extLst>
            </p:cNvPr>
            <p:cNvSpPr/>
            <p:nvPr/>
          </p:nvSpPr>
          <p:spPr>
            <a:xfrm>
              <a:off x="3137362" y="1677320"/>
              <a:ext cx="53734" cy="65378"/>
            </a:xfrm>
            <a:custGeom>
              <a:avLst/>
              <a:gdLst>
                <a:gd name="csX0" fmla="*/ 53734 w 53734"/>
                <a:gd name="csY0" fmla="*/ 16419 h 65378"/>
                <a:gd name="csX1" fmla="*/ 50013 w 53734"/>
                <a:gd name="csY1" fmla="*/ 30832 h 65378"/>
                <a:gd name="csX2" fmla="*/ 40580 w 53734"/>
                <a:gd name="csY2" fmla="*/ 42280 h 65378"/>
                <a:gd name="csX3" fmla="*/ 28927 w 53734"/>
                <a:gd name="csY3" fmla="*/ 46598 h 65378"/>
                <a:gd name="csX4" fmla="*/ 23047 w 53734"/>
                <a:gd name="csY4" fmla="*/ 44690 h 65378"/>
                <a:gd name="csX5" fmla="*/ 19494 w 53734"/>
                <a:gd name="csY5" fmla="*/ 39971 h 65378"/>
                <a:gd name="csX6" fmla="*/ 16477 w 53734"/>
                <a:gd name="csY6" fmla="*/ 51569 h 65378"/>
                <a:gd name="csX7" fmla="*/ 14410 w 53734"/>
                <a:gd name="csY7" fmla="*/ 60558 h 65378"/>
                <a:gd name="csX8" fmla="*/ 14517 w 53734"/>
                <a:gd name="csY8" fmla="*/ 61210 h 65378"/>
                <a:gd name="csX9" fmla="*/ 15068 w 53734"/>
                <a:gd name="csY9" fmla="*/ 61662 h 65378"/>
                <a:gd name="csX10" fmla="*/ 16630 w 53734"/>
                <a:gd name="csY10" fmla="*/ 62065 h 65378"/>
                <a:gd name="csX11" fmla="*/ 19586 w 53734"/>
                <a:gd name="csY11" fmla="*/ 62215 h 65378"/>
                <a:gd name="csX12" fmla="*/ 20887 w 53734"/>
                <a:gd name="csY12" fmla="*/ 62215 h 65378"/>
                <a:gd name="csX13" fmla="*/ 21653 w 53734"/>
                <a:gd name="csY13" fmla="*/ 62516 h 65378"/>
                <a:gd name="csX14" fmla="*/ 22051 w 53734"/>
                <a:gd name="csY14" fmla="*/ 63320 h 65378"/>
                <a:gd name="csX15" fmla="*/ 20198 w 53734"/>
                <a:gd name="csY15" fmla="*/ 65378 h 65378"/>
                <a:gd name="csX16" fmla="*/ 15114 w 53734"/>
                <a:gd name="csY16" fmla="*/ 65228 h 65378"/>
                <a:gd name="csX17" fmla="*/ 10000 w 53734"/>
                <a:gd name="csY17" fmla="*/ 65077 h 65378"/>
                <a:gd name="csX18" fmla="*/ 5635 w 53734"/>
                <a:gd name="csY18" fmla="*/ 65228 h 65378"/>
                <a:gd name="csX19" fmla="*/ 1363 w 53734"/>
                <a:gd name="csY19" fmla="*/ 65378 h 65378"/>
                <a:gd name="csX20" fmla="*/ 0 w 53734"/>
                <a:gd name="csY20" fmla="*/ 64173 h 65378"/>
                <a:gd name="csX21" fmla="*/ 199 w 53734"/>
                <a:gd name="csY21" fmla="*/ 63019 h 65378"/>
                <a:gd name="csX22" fmla="*/ 750 w 53734"/>
                <a:gd name="csY22" fmla="*/ 62415 h 65378"/>
                <a:gd name="csX23" fmla="*/ 1516 w 53734"/>
                <a:gd name="csY23" fmla="*/ 62215 h 65378"/>
                <a:gd name="csX24" fmla="*/ 2419 w 53734"/>
                <a:gd name="csY24" fmla="*/ 62215 h 65378"/>
                <a:gd name="csX25" fmla="*/ 5727 w 53734"/>
                <a:gd name="csY25" fmla="*/ 61814 h 65378"/>
                <a:gd name="csX26" fmla="*/ 7090 w 53734"/>
                <a:gd name="csY26" fmla="*/ 60708 h 65378"/>
                <a:gd name="csX27" fmla="*/ 7932 w 53734"/>
                <a:gd name="csY27" fmla="*/ 57997 h 65378"/>
                <a:gd name="csX28" fmla="*/ 19494 w 53734"/>
                <a:gd name="csY28" fmla="*/ 12202 h 65378"/>
                <a:gd name="csX29" fmla="*/ 20198 w 53734"/>
                <a:gd name="csY29" fmla="*/ 6980 h 65378"/>
                <a:gd name="csX30" fmla="*/ 19341 w 53734"/>
                <a:gd name="csY30" fmla="*/ 3263 h 65378"/>
                <a:gd name="csX31" fmla="*/ 16982 w 53734"/>
                <a:gd name="csY31" fmla="*/ 2259 h 65378"/>
                <a:gd name="csX32" fmla="*/ 12664 w 53734"/>
                <a:gd name="csY32" fmla="*/ 5372 h 65378"/>
                <a:gd name="csX33" fmla="*/ 9494 w 53734"/>
                <a:gd name="csY33" fmla="*/ 14511 h 65378"/>
                <a:gd name="csX34" fmla="*/ 8744 w 53734"/>
                <a:gd name="csY34" fmla="*/ 16520 h 65378"/>
                <a:gd name="csX35" fmla="*/ 7733 w 53734"/>
                <a:gd name="csY35" fmla="*/ 16872 h 65378"/>
                <a:gd name="csX36" fmla="*/ 6477 w 53734"/>
                <a:gd name="csY36" fmla="*/ 15817 h 65378"/>
                <a:gd name="csX37" fmla="*/ 6891 w 53734"/>
                <a:gd name="csY37" fmla="*/ 13960 h 65378"/>
                <a:gd name="csX38" fmla="*/ 8039 w 53734"/>
                <a:gd name="csY38" fmla="*/ 9892 h 65378"/>
                <a:gd name="csX39" fmla="*/ 9693 w 53734"/>
                <a:gd name="csY39" fmla="*/ 5874 h 65378"/>
                <a:gd name="csX40" fmla="*/ 10643 w 53734"/>
                <a:gd name="csY40" fmla="*/ 4118 h 65378"/>
                <a:gd name="csX41" fmla="*/ 12006 w 53734"/>
                <a:gd name="csY41" fmla="*/ 2309 h 65378"/>
                <a:gd name="csX42" fmla="*/ 14318 w 53734"/>
                <a:gd name="csY42" fmla="*/ 602 h 65378"/>
                <a:gd name="csX43" fmla="*/ 17335 w 53734"/>
                <a:gd name="csY43" fmla="*/ 0 h 65378"/>
                <a:gd name="csX44" fmla="*/ 23200 w 53734"/>
                <a:gd name="csY44" fmla="*/ 1908 h 65378"/>
                <a:gd name="csX45" fmla="*/ 26568 w 53734"/>
                <a:gd name="csY45" fmla="*/ 7683 h 65378"/>
                <a:gd name="csX46" fmla="*/ 32939 w 53734"/>
                <a:gd name="csY46" fmla="*/ 2159 h 65378"/>
                <a:gd name="csX47" fmla="*/ 40029 w 53734"/>
                <a:gd name="csY47" fmla="*/ 0 h 65378"/>
                <a:gd name="csX48" fmla="*/ 49814 w 53734"/>
                <a:gd name="csY48" fmla="*/ 4618 h 65378"/>
                <a:gd name="csX49" fmla="*/ 53734 w 53734"/>
                <a:gd name="csY49" fmla="*/ 16419 h 65378"/>
                <a:gd name="csX50" fmla="*/ 46307 w 53734"/>
                <a:gd name="csY50" fmla="*/ 11900 h 65378"/>
                <a:gd name="csX51" fmla="*/ 44546 w 53734"/>
                <a:gd name="csY51" fmla="*/ 4821 h 65378"/>
                <a:gd name="csX52" fmla="*/ 39723 w 53734"/>
                <a:gd name="csY52" fmla="*/ 2259 h 65378"/>
                <a:gd name="csX53" fmla="*/ 31392 w 53734"/>
                <a:gd name="csY53" fmla="*/ 6176 h 65378"/>
                <a:gd name="csX54" fmla="*/ 26063 w 53734"/>
                <a:gd name="csY54" fmla="*/ 13356 h 65378"/>
                <a:gd name="csX55" fmla="*/ 20994 w 53734"/>
                <a:gd name="csY55" fmla="*/ 33493 h 65378"/>
                <a:gd name="csX56" fmla="*/ 20688 w 53734"/>
                <a:gd name="csY56" fmla="*/ 35150 h 65378"/>
                <a:gd name="csX57" fmla="*/ 20841 w 53734"/>
                <a:gd name="csY57" fmla="*/ 36355 h 65378"/>
                <a:gd name="csX58" fmla="*/ 21592 w 53734"/>
                <a:gd name="csY58" fmla="*/ 38614 h 65378"/>
                <a:gd name="csX59" fmla="*/ 23001 w 53734"/>
                <a:gd name="csY59" fmla="*/ 41275 h 65378"/>
                <a:gd name="csX60" fmla="*/ 25359 w 53734"/>
                <a:gd name="csY60" fmla="*/ 43384 h 65378"/>
                <a:gd name="csX61" fmla="*/ 28835 w 53734"/>
                <a:gd name="csY61" fmla="*/ 44289 h 65378"/>
                <a:gd name="csX62" fmla="*/ 35205 w 53734"/>
                <a:gd name="csY62" fmla="*/ 41577 h 65378"/>
                <a:gd name="csX63" fmla="*/ 41085 w 53734"/>
                <a:gd name="csY63" fmla="*/ 33743 h 65378"/>
                <a:gd name="csX64" fmla="*/ 44439 w 53734"/>
                <a:gd name="csY64" fmla="*/ 23299 h 65378"/>
                <a:gd name="csX65" fmla="*/ 46307 w 53734"/>
                <a:gd name="csY65" fmla="*/ 11900 h 65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53734" h="65378">
                  <a:moveTo>
                    <a:pt x="53734" y="16419"/>
                  </a:moveTo>
                  <a:cubicBezTo>
                    <a:pt x="53734" y="21307"/>
                    <a:pt x="52494" y="26111"/>
                    <a:pt x="50013" y="30832"/>
                  </a:cubicBezTo>
                  <a:cubicBezTo>
                    <a:pt x="47573" y="35551"/>
                    <a:pt x="44429" y="39367"/>
                    <a:pt x="40580" y="42280"/>
                  </a:cubicBezTo>
                  <a:cubicBezTo>
                    <a:pt x="36731" y="45159"/>
                    <a:pt x="32847" y="46598"/>
                    <a:pt x="28927" y="46598"/>
                  </a:cubicBezTo>
                  <a:cubicBezTo>
                    <a:pt x="26589" y="46598"/>
                    <a:pt x="24629" y="45962"/>
                    <a:pt x="23047" y="44690"/>
                  </a:cubicBezTo>
                  <a:cubicBezTo>
                    <a:pt x="21515" y="43385"/>
                    <a:pt x="20331" y="41811"/>
                    <a:pt x="19494" y="39971"/>
                  </a:cubicBezTo>
                  <a:cubicBezTo>
                    <a:pt x="18851" y="42246"/>
                    <a:pt x="17845" y="46112"/>
                    <a:pt x="16477" y="51569"/>
                  </a:cubicBezTo>
                  <a:cubicBezTo>
                    <a:pt x="15099" y="57026"/>
                    <a:pt x="14410" y="60022"/>
                    <a:pt x="14410" y="60558"/>
                  </a:cubicBezTo>
                  <a:cubicBezTo>
                    <a:pt x="14410" y="60859"/>
                    <a:pt x="14446" y="61076"/>
                    <a:pt x="14517" y="61210"/>
                  </a:cubicBezTo>
                  <a:cubicBezTo>
                    <a:pt x="14588" y="61345"/>
                    <a:pt x="14772" y="61496"/>
                    <a:pt x="15068" y="61662"/>
                  </a:cubicBezTo>
                  <a:cubicBezTo>
                    <a:pt x="15375" y="61863"/>
                    <a:pt x="15895" y="61997"/>
                    <a:pt x="16630" y="62065"/>
                  </a:cubicBezTo>
                  <a:cubicBezTo>
                    <a:pt x="17365" y="62165"/>
                    <a:pt x="18350" y="62215"/>
                    <a:pt x="19586" y="62215"/>
                  </a:cubicBezTo>
                  <a:cubicBezTo>
                    <a:pt x="20219" y="62215"/>
                    <a:pt x="20653" y="62215"/>
                    <a:pt x="20887" y="62215"/>
                  </a:cubicBezTo>
                  <a:cubicBezTo>
                    <a:pt x="21163" y="62248"/>
                    <a:pt x="21418" y="62349"/>
                    <a:pt x="21653" y="62516"/>
                  </a:cubicBezTo>
                  <a:cubicBezTo>
                    <a:pt x="21918" y="62684"/>
                    <a:pt x="22051" y="62952"/>
                    <a:pt x="22051" y="63320"/>
                  </a:cubicBezTo>
                  <a:cubicBezTo>
                    <a:pt x="22051" y="64692"/>
                    <a:pt x="21434" y="65378"/>
                    <a:pt x="20198" y="65378"/>
                  </a:cubicBezTo>
                  <a:cubicBezTo>
                    <a:pt x="19085" y="65378"/>
                    <a:pt x="17391" y="65328"/>
                    <a:pt x="15114" y="65228"/>
                  </a:cubicBezTo>
                  <a:cubicBezTo>
                    <a:pt x="12838" y="65127"/>
                    <a:pt x="11133" y="65077"/>
                    <a:pt x="10000" y="65077"/>
                  </a:cubicBezTo>
                  <a:cubicBezTo>
                    <a:pt x="9030" y="65077"/>
                    <a:pt x="7575" y="65127"/>
                    <a:pt x="5635" y="65228"/>
                  </a:cubicBezTo>
                  <a:cubicBezTo>
                    <a:pt x="3686" y="65328"/>
                    <a:pt x="2261" y="65378"/>
                    <a:pt x="1363" y="65378"/>
                  </a:cubicBezTo>
                  <a:cubicBezTo>
                    <a:pt x="454" y="65378"/>
                    <a:pt x="0" y="64977"/>
                    <a:pt x="0" y="64173"/>
                  </a:cubicBezTo>
                  <a:cubicBezTo>
                    <a:pt x="0" y="63705"/>
                    <a:pt x="66" y="63320"/>
                    <a:pt x="199" y="63019"/>
                  </a:cubicBezTo>
                  <a:cubicBezTo>
                    <a:pt x="301" y="62751"/>
                    <a:pt x="485" y="62550"/>
                    <a:pt x="750" y="62415"/>
                  </a:cubicBezTo>
                  <a:cubicBezTo>
                    <a:pt x="1026" y="62315"/>
                    <a:pt x="1281" y="62248"/>
                    <a:pt x="1516" y="62215"/>
                  </a:cubicBezTo>
                  <a:cubicBezTo>
                    <a:pt x="1710" y="62215"/>
                    <a:pt x="2011" y="62215"/>
                    <a:pt x="2419" y="62215"/>
                  </a:cubicBezTo>
                  <a:cubicBezTo>
                    <a:pt x="3961" y="62215"/>
                    <a:pt x="5064" y="62081"/>
                    <a:pt x="5727" y="61814"/>
                  </a:cubicBezTo>
                  <a:cubicBezTo>
                    <a:pt x="6401" y="61579"/>
                    <a:pt x="6855" y="61210"/>
                    <a:pt x="7090" y="60708"/>
                  </a:cubicBezTo>
                  <a:cubicBezTo>
                    <a:pt x="7355" y="60239"/>
                    <a:pt x="7636" y="59336"/>
                    <a:pt x="7932" y="57997"/>
                  </a:cubicBezTo>
                  <a:lnTo>
                    <a:pt x="19494" y="12202"/>
                  </a:lnTo>
                  <a:cubicBezTo>
                    <a:pt x="19963" y="10160"/>
                    <a:pt x="20198" y="8419"/>
                    <a:pt x="20198" y="6980"/>
                  </a:cubicBezTo>
                  <a:cubicBezTo>
                    <a:pt x="20198" y="5172"/>
                    <a:pt x="19912" y="3933"/>
                    <a:pt x="19341" y="3263"/>
                  </a:cubicBezTo>
                  <a:cubicBezTo>
                    <a:pt x="18769" y="2594"/>
                    <a:pt x="17983" y="2259"/>
                    <a:pt x="16982" y="2259"/>
                  </a:cubicBezTo>
                  <a:cubicBezTo>
                    <a:pt x="15237" y="2259"/>
                    <a:pt x="13797" y="3296"/>
                    <a:pt x="12664" y="5372"/>
                  </a:cubicBezTo>
                  <a:cubicBezTo>
                    <a:pt x="11521" y="7447"/>
                    <a:pt x="10464" y="10494"/>
                    <a:pt x="9494" y="14511"/>
                  </a:cubicBezTo>
                  <a:cubicBezTo>
                    <a:pt x="9198" y="15615"/>
                    <a:pt x="8948" y="16285"/>
                    <a:pt x="8744" y="16520"/>
                  </a:cubicBezTo>
                  <a:cubicBezTo>
                    <a:pt x="8570" y="16755"/>
                    <a:pt x="8233" y="16872"/>
                    <a:pt x="7733" y="16872"/>
                  </a:cubicBezTo>
                  <a:cubicBezTo>
                    <a:pt x="6896" y="16838"/>
                    <a:pt x="6477" y="16487"/>
                    <a:pt x="6477" y="15817"/>
                  </a:cubicBezTo>
                  <a:cubicBezTo>
                    <a:pt x="6477" y="15650"/>
                    <a:pt x="6615" y="15030"/>
                    <a:pt x="6891" y="13960"/>
                  </a:cubicBezTo>
                  <a:cubicBezTo>
                    <a:pt x="7156" y="12855"/>
                    <a:pt x="7539" y="11499"/>
                    <a:pt x="8039" y="9892"/>
                  </a:cubicBezTo>
                  <a:cubicBezTo>
                    <a:pt x="8570" y="8252"/>
                    <a:pt x="9122" y="6912"/>
                    <a:pt x="9693" y="5874"/>
                  </a:cubicBezTo>
                  <a:cubicBezTo>
                    <a:pt x="10030" y="5172"/>
                    <a:pt x="10347" y="4586"/>
                    <a:pt x="10643" y="4118"/>
                  </a:cubicBezTo>
                  <a:cubicBezTo>
                    <a:pt x="10949" y="3648"/>
                    <a:pt x="11403" y="3045"/>
                    <a:pt x="12006" y="2309"/>
                  </a:cubicBezTo>
                  <a:cubicBezTo>
                    <a:pt x="12638" y="1573"/>
                    <a:pt x="13409" y="1004"/>
                    <a:pt x="14318" y="602"/>
                  </a:cubicBezTo>
                  <a:cubicBezTo>
                    <a:pt x="15216" y="201"/>
                    <a:pt x="16222" y="0"/>
                    <a:pt x="17335" y="0"/>
                  </a:cubicBezTo>
                  <a:cubicBezTo>
                    <a:pt x="19468" y="0"/>
                    <a:pt x="21423" y="636"/>
                    <a:pt x="23200" y="1908"/>
                  </a:cubicBezTo>
                  <a:cubicBezTo>
                    <a:pt x="24976" y="3180"/>
                    <a:pt x="26099" y="5105"/>
                    <a:pt x="26568" y="7683"/>
                  </a:cubicBezTo>
                  <a:cubicBezTo>
                    <a:pt x="28478" y="5440"/>
                    <a:pt x="30601" y="3599"/>
                    <a:pt x="32939" y="2159"/>
                  </a:cubicBezTo>
                  <a:cubicBezTo>
                    <a:pt x="35287" y="720"/>
                    <a:pt x="37650" y="0"/>
                    <a:pt x="40029" y="0"/>
                  </a:cubicBezTo>
                  <a:cubicBezTo>
                    <a:pt x="43980" y="0"/>
                    <a:pt x="47241" y="1540"/>
                    <a:pt x="49814" y="4618"/>
                  </a:cubicBezTo>
                  <a:cubicBezTo>
                    <a:pt x="52428" y="7665"/>
                    <a:pt x="53734" y="11598"/>
                    <a:pt x="53734" y="16419"/>
                  </a:cubicBezTo>
                  <a:moveTo>
                    <a:pt x="46307" y="11900"/>
                  </a:moveTo>
                  <a:cubicBezTo>
                    <a:pt x="46307" y="8854"/>
                    <a:pt x="45720" y="6494"/>
                    <a:pt x="44546" y="4821"/>
                  </a:cubicBezTo>
                  <a:cubicBezTo>
                    <a:pt x="43403" y="3113"/>
                    <a:pt x="41795" y="2259"/>
                    <a:pt x="39723" y="2259"/>
                  </a:cubicBezTo>
                  <a:cubicBezTo>
                    <a:pt x="37150" y="2259"/>
                    <a:pt x="34373" y="3564"/>
                    <a:pt x="31392" y="6176"/>
                  </a:cubicBezTo>
                  <a:cubicBezTo>
                    <a:pt x="28442" y="8654"/>
                    <a:pt x="26665" y="11047"/>
                    <a:pt x="26063" y="13356"/>
                  </a:cubicBezTo>
                  <a:lnTo>
                    <a:pt x="20994" y="33493"/>
                  </a:lnTo>
                  <a:lnTo>
                    <a:pt x="20688" y="35150"/>
                  </a:lnTo>
                  <a:cubicBezTo>
                    <a:pt x="20688" y="35350"/>
                    <a:pt x="20739" y="35752"/>
                    <a:pt x="20841" y="36355"/>
                  </a:cubicBezTo>
                  <a:cubicBezTo>
                    <a:pt x="20974" y="36924"/>
                    <a:pt x="21224" y="37677"/>
                    <a:pt x="21592" y="38614"/>
                  </a:cubicBezTo>
                  <a:cubicBezTo>
                    <a:pt x="22000" y="39551"/>
                    <a:pt x="22470" y="40438"/>
                    <a:pt x="23001" y="41275"/>
                  </a:cubicBezTo>
                  <a:cubicBezTo>
                    <a:pt x="23572" y="42079"/>
                    <a:pt x="24358" y="42782"/>
                    <a:pt x="25359" y="43384"/>
                  </a:cubicBezTo>
                  <a:cubicBezTo>
                    <a:pt x="26400" y="43987"/>
                    <a:pt x="27559" y="44289"/>
                    <a:pt x="28835" y="44289"/>
                  </a:cubicBezTo>
                  <a:cubicBezTo>
                    <a:pt x="30877" y="44289"/>
                    <a:pt x="33000" y="43385"/>
                    <a:pt x="35205" y="41577"/>
                  </a:cubicBezTo>
                  <a:cubicBezTo>
                    <a:pt x="37451" y="39769"/>
                    <a:pt x="39411" y="37158"/>
                    <a:pt x="41085" y="33743"/>
                  </a:cubicBezTo>
                  <a:cubicBezTo>
                    <a:pt x="42117" y="31534"/>
                    <a:pt x="43234" y="28052"/>
                    <a:pt x="44439" y="23299"/>
                  </a:cubicBezTo>
                  <a:cubicBezTo>
                    <a:pt x="45685" y="18512"/>
                    <a:pt x="46307" y="14712"/>
                    <a:pt x="46307" y="11900"/>
                  </a:cubicBezTo>
                  <a:close/>
                </a:path>
              </a:pathLst>
            </a:custGeom>
            <a:solidFill>
              <a:srgbClr val="000000"/>
            </a:solidFill>
            <a:ln w="1528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0464964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animBg="1"/>
      <p:bldP spid="224" grpId="0" animBg="1"/>
      <p:bldP spid="322" grpId="0" animBg="1"/>
      <p:bldP spid="3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DDB9831-20BD-EFC0-158E-DA55FCE7A7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Theorem (Limit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. </a:t>
                </a:r>
                <a:r>
                  <a:rPr lang="en-US" i="1" dirty="0"/>
                  <a:t>Given two probability densities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the limit of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>-divergence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i="1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i="1" dirty="0"/>
                  <a:t> is the </a:t>
                </a:r>
                <a:r>
                  <a:rPr lang="en-US" i="1" dirty="0" err="1"/>
                  <a:t>Kullback-Leibler</a:t>
                </a:r>
                <a:r>
                  <a:rPr lang="en-US" i="1" dirty="0"/>
                  <a:t> divergence</a:t>
                </a:r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KL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b="1" dirty="0"/>
                  <a:t>Proof</a:t>
                </a:r>
                <a:r>
                  <a:rPr lang="en-US" sz="1200" dirty="0"/>
                  <a:t>: Taking limits, we have</a:t>
                </a:r>
              </a:p>
              <a:p>
                <a:pPr lvl="1"/>
                <a:endParaRPr lang="en-US" sz="1200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r>
                  <a:rPr lang="en-US" b="1" dirty="0"/>
                  <a:t>Theorem (Moment Matching)</a:t>
                </a:r>
                <a:r>
                  <a:rPr lang="en-US" dirty="0"/>
                  <a:t>. </a:t>
                </a:r>
                <a:r>
                  <a:rPr lang="en-US" i="1" dirty="0"/>
                  <a:t>Given any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the minimizer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of the KL divergence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⋅;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i="1" dirty="0"/>
                  <a:t> to a Gaussian distribution has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DDB9831-20BD-EFC0-158E-DA55FCE7A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8511" b="-3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ECBB972-B72D-5CD9-F3A7-6A89950CF1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: KL Divergence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ECBB972-B72D-5CD9-F3A7-6A89950CF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692F3409-7403-65A3-091B-21710A4BC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7988" y="1036898"/>
            <a:ext cx="648072" cy="85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03391A-ECD1-8639-0834-70CFED778EEA}"/>
              </a:ext>
            </a:extLst>
          </p:cNvPr>
          <p:cNvSpPr txBox="1"/>
          <p:nvPr/>
        </p:nvSpPr>
        <p:spPr bwMode="gray">
          <a:xfrm>
            <a:off x="7749588" y="188962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Solomon </a:t>
            </a:r>
            <a:r>
              <a:rPr lang="en-US" sz="800" b="1" dirty="0" err="1"/>
              <a:t>Kullback</a:t>
            </a:r>
            <a:br>
              <a:rPr lang="en-US" sz="800" b="1" dirty="0"/>
            </a:br>
            <a:r>
              <a:rPr lang="en-US" sz="800" b="1" dirty="0"/>
              <a:t>(1909 – 1994)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ED1E0-01A0-4B6F-BC66-5B8F499B628A}"/>
              </a:ext>
            </a:extLst>
          </p:cNvPr>
          <p:cNvSpPr txBox="1"/>
          <p:nvPr/>
        </p:nvSpPr>
        <p:spPr bwMode="gray">
          <a:xfrm>
            <a:off x="7749588" y="316871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Richard </a:t>
            </a:r>
            <a:r>
              <a:rPr lang="en-US" sz="800" b="1" dirty="0" err="1"/>
              <a:t>Leibler</a:t>
            </a:r>
            <a:br>
              <a:rPr lang="en-US" sz="800" b="1" dirty="0"/>
            </a:br>
            <a:r>
              <a:rPr lang="en-US" sz="800" b="1" dirty="0"/>
              <a:t>(1914 – 2003)</a:t>
            </a:r>
          </a:p>
        </p:txBody>
      </p:sp>
      <p:pic>
        <p:nvPicPr>
          <p:cNvPr id="7" name="Picture 4" descr="Dr. Richard A. Leibler">
            <a:extLst>
              <a:ext uri="{FF2B5EF4-FFF2-40B4-BE49-F238E27FC236}">
                <a16:creationId xmlns:a16="http://schemas.microsoft.com/office/drawing/2014/main" id="{F64D72F9-94E9-35D2-5A1E-B11C1877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1556" y="2347777"/>
            <a:ext cx="820936" cy="82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C69328-4D18-36A2-7848-D4A2EFF6AE80}"/>
                  </a:ext>
                </a:extLst>
              </p:cNvPr>
              <p:cNvSpPr txBox="1"/>
              <p:nvPr/>
            </p:nvSpPr>
            <p:spPr bwMode="gray">
              <a:xfrm>
                <a:off x="1334455" y="3270830"/>
                <a:ext cx="4682612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unc>
                                        <m:func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d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C69328-4D18-36A2-7848-D4A2EFF6A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34455" y="3270830"/>
                <a:ext cx="4682612" cy="686855"/>
              </a:xfrm>
              <a:prstGeom prst="rect">
                <a:avLst/>
              </a:prstGeom>
              <a:blipFill>
                <a:blip r:embed="rId6"/>
                <a:stretch>
                  <a:fillRect t="-92727" b="-1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0D26EE-9604-C3C2-0DAD-9FB59DE5A566}"/>
                  </a:ext>
                </a:extLst>
              </p:cNvPr>
              <p:cNvSpPr txBox="1"/>
              <p:nvPr/>
            </p:nvSpPr>
            <p:spPr bwMode="gray">
              <a:xfrm>
                <a:off x="5076056" y="3291948"/>
                <a:ext cx="2520280" cy="641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0D26EE-9604-C3C2-0DAD-9FB59DE5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76056" y="3291948"/>
                <a:ext cx="2520280" cy="641842"/>
              </a:xfrm>
              <a:prstGeom prst="rect">
                <a:avLst/>
              </a:prstGeom>
              <a:blipFill>
                <a:blip r:embed="rId7"/>
                <a:stretch>
                  <a:fillRect l="-2000" t="-101961" b="-1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677468-908E-E2A6-B765-EBB93F771421}"/>
                  </a:ext>
                </a:extLst>
              </p:cNvPr>
              <p:cNvSpPr txBox="1"/>
              <p:nvPr/>
            </p:nvSpPr>
            <p:spPr bwMode="gray">
              <a:xfrm>
                <a:off x="642247" y="2693230"/>
                <a:ext cx="4682612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677468-908E-E2A6-B765-EBB93F77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2247" y="2693230"/>
                <a:ext cx="4682612" cy="686855"/>
              </a:xfrm>
              <a:prstGeom prst="rect">
                <a:avLst/>
              </a:prstGeom>
              <a:blipFill>
                <a:blip r:embed="rId8"/>
                <a:stretch>
                  <a:fillRect t="-94444" b="-1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F52668-A93B-4B5B-4626-2607ACE0032D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 bwMode="gray">
          <a:xfrm flipH="1">
            <a:off x="4715548" y="3141732"/>
            <a:ext cx="678799" cy="4807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8F18F6-4F55-D323-8FFD-CFDF4FA1973B}"/>
                  </a:ext>
                </a:extLst>
              </p:cNvPr>
              <p:cNvSpPr txBox="1"/>
              <p:nvPr/>
            </p:nvSpPr>
            <p:spPr bwMode="gray">
              <a:xfrm>
                <a:off x="5394347" y="2991633"/>
                <a:ext cx="1697934" cy="300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Note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e>
                    </m:func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8F18F6-4F55-D323-8FFD-CFDF4FA19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4347" y="2991633"/>
                <a:ext cx="1697934" cy="300197"/>
              </a:xfrm>
              <a:prstGeom prst="rect">
                <a:avLst/>
              </a:prstGeom>
              <a:blipFill>
                <a:blip r:embed="rId9"/>
                <a:stretch>
                  <a:fillRect l="-2222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87B531-9F58-7BB4-4F5B-01AE86B81809}"/>
              </a:ext>
            </a:extLst>
          </p:cNvPr>
          <p:cNvSpPr/>
          <p:nvPr/>
        </p:nvSpPr>
        <p:spPr bwMode="gray">
          <a:xfrm>
            <a:off x="3333152" y="3341247"/>
            <a:ext cx="1382396" cy="56241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DAA388-CAF5-5E04-7DCC-8150A16DCFAA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 bwMode="gray">
          <a:xfrm flipH="1">
            <a:off x="4880585" y="2747978"/>
            <a:ext cx="556242" cy="2812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4582EE-BA8B-926E-F233-596239722861}"/>
              </a:ext>
            </a:extLst>
          </p:cNvPr>
          <p:cNvSpPr txBox="1"/>
          <p:nvPr/>
        </p:nvSpPr>
        <p:spPr bwMode="gray">
          <a:xfrm>
            <a:off x="5436827" y="2597879"/>
            <a:ext cx="1083317" cy="3001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L'Hôpital's rule!</a:t>
            </a:r>
            <a:endParaRPr lang="en-DE" sz="1000" dirty="0">
              <a:solidFill>
                <a:srgbClr val="C0000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B80307-7492-C78E-CBE1-5445DF12C980}"/>
              </a:ext>
            </a:extLst>
          </p:cNvPr>
          <p:cNvSpPr/>
          <p:nvPr/>
        </p:nvSpPr>
        <p:spPr bwMode="gray">
          <a:xfrm>
            <a:off x="2319778" y="2747978"/>
            <a:ext cx="2560807" cy="56241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1423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2" grpId="0"/>
      <p:bldP spid="14" grpId="0"/>
      <p:bldP spid="15" grpId="0" animBg="1"/>
      <p:bldP spid="20" grpId="0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D4DFB-B5E0-4BF1-1320-8879B4204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6EF2A8-DD3F-6CE5-4FB7-9A169D03AD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Distance Measures for Distributions</a:t>
            </a:r>
          </a:p>
          <a:p>
            <a:pPr marL="342900" indent="-342900"/>
            <a:r>
              <a:rPr lang="en-US" altLang="en-DE" b="1" dirty="0"/>
              <a:t>Approximating Marginals: Expectation Propagation</a:t>
            </a:r>
          </a:p>
          <a:p>
            <a:pPr marL="342900" indent="-342900"/>
            <a:r>
              <a:rPr lang="en-US" altLang="en-DE" dirty="0"/>
              <a:t>Approximating Normalization Constants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5BE5D1-F0DC-AD30-3BA9-BBFC17E6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07601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758385A-4F66-555C-6B16-545424C47F4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8605712" cy="3563938"/>
              </a:xfrm>
            </p:spPr>
            <p:txBody>
              <a:bodyPr/>
              <a:lstStyle/>
              <a:p>
                <a:r>
                  <a:rPr lang="en-DE" dirty="0"/>
                  <a:t>The key operation for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and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is</a:t>
                </a:r>
              </a:p>
              <a:p>
                <a:pPr marL="268287" lvl="1" indent="0">
                  <a:buNone/>
                </a:pPr>
                <a:endParaRPr lang="en-DE" dirty="0"/>
              </a:p>
              <a:p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r>
                  <a:rPr lang="en-DE" dirty="0"/>
                  <a:t>Based on outgoing messages, we can compute both non-normalized marginals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r>
                  <a:rPr lang="en-DE" b="1" dirty="0"/>
                  <a:t>Idea</a:t>
                </a:r>
                <a:r>
                  <a:rPr lang="en-DE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We approximate all outgoing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sz="1200" dirty="0"/>
                  <a:t> by a Gaussian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We measure the approximation quality in the normalized marginal, </a:t>
                </a:r>
                <a:r>
                  <a:rPr lang="en-DE" sz="1200" b="1" dirty="0"/>
                  <a:t>not</a:t>
                </a:r>
                <a:r>
                  <a:rPr lang="en-DE" sz="1200" dirty="0"/>
                  <a:t> the outgoing message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758385A-4F66-555C-6B16-545424C47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860571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68DE544-A6B5-5EF4-D615-8A5BCE22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Sum-Product Algorithm Revisited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4BA497-077C-AFF5-B277-63C0D1ABD2A3}"/>
                  </a:ext>
                </a:extLst>
              </p:cNvPr>
              <p:cNvSpPr txBox="1"/>
              <p:nvPr/>
            </p:nvSpPr>
            <p:spPr bwMode="gray">
              <a:xfrm>
                <a:off x="1691680" y="2696134"/>
                <a:ext cx="2448272" cy="640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4BA497-077C-AFF5-B277-63C0D1ABD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1680" y="2696134"/>
                <a:ext cx="2448272" cy="640496"/>
              </a:xfrm>
              <a:prstGeom prst="rect">
                <a:avLst/>
              </a:prstGeom>
              <a:blipFill>
                <a:blip r:embed="rId3"/>
                <a:stretch>
                  <a:fillRect t="-113725" b="-160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6E95A-5641-996F-A881-549640CFB8BE}"/>
                  </a:ext>
                </a:extLst>
              </p:cNvPr>
              <p:cNvSpPr txBox="1"/>
              <p:nvPr/>
            </p:nvSpPr>
            <p:spPr bwMode="gray">
              <a:xfrm>
                <a:off x="1144985" y="1614155"/>
                <a:ext cx="6192688" cy="708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ctrlP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=2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6E95A-5641-996F-A881-549640CFB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44985" y="1614155"/>
                <a:ext cx="6192688" cy="708464"/>
              </a:xfrm>
              <a:prstGeom prst="rect">
                <a:avLst/>
              </a:prstGeom>
              <a:blipFill>
                <a:blip r:embed="rId4"/>
                <a:stretch>
                  <a:fillRect t="-94643" b="-144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B7B6DE-2C11-C912-0332-085B33C067BF}"/>
                  </a:ext>
                </a:extLst>
              </p:cNvPr>
              <p:cNvSpPr txBox="1"/>
              <p:nvPr/>
            </p:nvSpPr>
            <p:spPr bwMode="gray">
              <a:xfrm>
                <a:off x="3585208" y="2730823"/>
                <a:ext cx="3557761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B7B6DE-2C11-C912-0332-085B33C06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85208" y="2730823"/>
                <a:ext cx="3557761" cy="5711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6321EB-60A5-C7D0-76D8-89D3EA92500A}"/>
              </a:ext>
            </a:extLst>
          </p:cNvPr>
          <p:cNvCxnSpPr>
            <a:cxnSpLocks/>
            <a:stCxn id="13" idx="1"/>
            <a:endCxn id="14" idx="3"/>
          </p:cNvCxnSpPr>
          <p:nvPr/>
        </p:nvCxnSpPr>
        <p:spPr bwMode="gray">
          <a:xfrm flipH="1">
            <a:off x="6324093" y="1924059"/>
            <a:ext cx="529245" cy="375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AA17E-7D89-ACCB-6950-E02D02787AF1}"/>
                  </a:ext>
                </a:extLst>
              </p:cNvPr>
              <p:cNvSpPr txBox="1"/>
              <p:nvPr/>
            </p:nvSpPr>
            <p:spPr bwMode="gray">
              <a:xfrm>
                <a:off x="6853338" y="1636407"/>
                <a:ext cx="1751110" cy="5753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are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dirty="0">
                    <a:solidFill>
                      <a:srgbClr val="C00000"/>
                    </a:solidFill>
                  </a:rPr>
                  <a:t>Gaussian, the result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b="1" dirty="0">
                    <a:solidFill>
                      <a:srgbClr val="C00000"/>
                    </a:solidFill>
                  </a:rPr>
                  <a:t>might not be</a:t>
                </a:r>
                <a:r>
                  <a:rPr lang="en-GB" sz="1000" dirty="0">
                    <a:solidFill>
                      <a:srgbClr val="C00000"/>
                    </a:solidFill>
                  </a:rPr>
                  <a:t> Gaussian! </a:t>
                </a:r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AA17E-7D89-ACCB-6950-E02D0278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53338" y="1636407"/>
                <a:ext cx="1751110" cy="575303"/>
              </a:xfrm>
              <a:prstGeom prst="rect">
                <a:avLst/>
              </a:prstGeom>
              <a:blipFill>
                <a:blip r:embed="rId6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F9C8A8-BBDC-3F01-3B25-0D4EEED5CC79}"/>
              </a:ext>
            </a:extLst>
          </p:cNvPr>
          <p:cNvSpPr/>
          <p:nvPr/>
        </p:nvSpPr>
        <p:spPr bwMode="gray">
          <a:xfrm>
            <a:off x="2123728" y="1607369"/>
            <a:ext cx="4200365" cy="7084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5B9CDE-EBDD-08B8-2EF4-A01B80150D1C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 bwMode="gray">
          <a:xfrm flipH="1">
            <a:off x="6201397" y="2950958"/>
            <a:ext cx="529244" cy="633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58AA95-2653-F101-BAF1-B4393F283B36}"/>
                  </a:ext>
                </a:extLst>
              </p:cNvPr>
              <p:cNvSpPr txBox="1"/>
              <p:nvPr/>
            </p:nvSpPr>
            <p:spPr bwMode="gray">
              <a:xfrm>
                <a:off x="6730641" y="2663306"/>
                <a:ext cx="1751110" cy="5753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are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dirty="0">
                    <a:solidFill>
                      <a:srgbClr val="C00000"/>
                    </a:solidFill>
                  </a:rPr>
                  <a:t>Gaussian, the result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b="1" dirty="0">
                    <a:solidFill>
                      <a:srgbClr val="C00000"/>
                    </a:solidFill>
                  </a:rPr>
                  <a:t>must be</a:t>
                </a:r>
                <a:r>
                  <a:rPr lang="en-GB" sz="1000" dirty="0">
                    <a:solidFill>
                      <a:srgbClr val="C00000"/>
                    </a:solidFill>
                  </a:rPr>
                  <a:t> Gaussian! </a:t>
                </a:r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58AA95-2653-F101-BAF1-B4393F283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30641" y="2663306"/>
                <a:ext cx="1751110" cy="575303"/>
              </a:xfrm>
              <a:prstGeom prst="rect">
                <a:avLst/>
              </a:prstGeom>
              <a:blipFill>
                <a:blip r:embed="rId7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6826CBD-6570-06F2-210A-BE084AA65D8C}"/>
              </a:ext>
            </a:extLst>
          </p:cNvPr>
          <p:cNvSpPr/>
          <p:nvPr/>
        </p:nvSpPr>
        <p:spPr bwMode="gray">
          <a:xfrm>
            <a:off x="1894069" y="2726638"/>
            <a:ext cx="4307328" cy="57530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C65609-D1B4-E61C-F336-BCEEA3F1CD62}"/>
                  </a:ext>
                </a:extLst>
              </p:cNvPr>
              <p:cNvSpPr txBox="1"/>
              <p:nvPr/>
            </p:nvSpPr>
            <p:spPr bwMode="gray">
              <a:xfrm>
                <a:off x="1190220" y="4076977"/>
                <a:ext cx="5980015" cy="58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KL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limLoc m:val="undOvr"/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4"/>
                                            </m:r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∞</m:t>
                                          </m:r>
                                        </m:sub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nary>
                                    </m:den>
                                  </m:f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𝒩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⋅;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limLoc m:val="undOvr"/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4"/>
                                            </m:r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∞</m:t>
                                          </m:r>
                                        </m:sub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𝒩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acc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;</m:t>
                                                  </m:r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𝜎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C65609-D1B4-E61C-F336-BCEEA3F1C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90220" y="4076977"/>
                <a:ext cx="5980015" cy="588879"/>
              </a:xfrm>
              <a:prstGeom prst="rect">
                <a:avLst/>
              </a:prstGeom>
              <a:blipFill>
                <a:blip r:embed="rId8"/>
                <a:stretch>
                  <a:fillRect t="-12766" b="-85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B064257-8491-A68F-ECBB-4DEA614053D2}"/>
              </a:ext>
            </a:extLst>
          </p:cNvPr>
          <p:cNvSpPr/>
          <p:nvPr/>
        </p:nvSpPr>
        <p:spPr bwMode="gray">
          <a:xfrm>
            <a:off x="2843808" y="4145686"/>
            <a:ext cx="1777338" cy="500375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C6DFAED-0540-0A8A-DC25-31532A8957FC}"/>
              </a:ext>
            </a:extLst>
          </p:cNvPr>
          <p:cNvSpPr/>
          <p:nvPr/>
        </p:nvSpPr>
        <p:spPr bwMode="gray">
          <a:xfrm>
            <a:off x="4691732" y="4115183"/>
            <a:ext cx="2006579" cy="5577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67DC5E-0A1D-B7DF-05FF-03D29FA75AB3}"/>
              </a:ext>
            </a:extLst>
          </p:cNvPr>
          <p:cNvCxnSpPr>
            <a:cxnSpLocks/>
            <a:stCxn id="32" idx="1"/>
            <a:endCxn id="30" idx="2"/>
          </p:cNvCxnSpPr>
          <p:nvPr/>
        </p:nvCxnSpPr>
        <p:spPr bwMode="gray">
          <a:xfrm flipH="1" flipV="1">
            <a:off x="5695022" y="4672926"/>
            <a:ext cx="1303071" cy="1754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5EDB45-4429-1C68-2C57-18BDAB121EF4}"/>
              </a:ext>
            </a:extLst>
          </p:cNvPr>
          <p:cNvSpPr txBox="1"/>
          <p:nvPr/>
        </p:nvSpPr>
        <p:spPr bwMode="gray">
          <a:xfrm>
            <a:off x="6998093" y="4672926"/>
            <a:ext cx="1390331" cy="3509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Approximate marginal with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approximate incoming message</a:t>
            </a:r>
            <a:endParaRPr lang="en-DE" sz="1000" dirty="0">
              <a:solidFill>
                <a:srgbClr val="C0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FBB58C-D000-F090-B9CC-9C1EFC40C0BD}"/>
              </a:ext>
            </a:extLst>
          </p:cNvPr>
          <p:cNvCxnSpPr>
            <a:cxnSpLocks/>
            <a:stCxn id="42" idx="3"/>
            <a:endCxn id="28" idx="2"/>
          </p:cNvCxnSpPr>
          <p:nvPr/>
        </p:nvCxnSpPr>
        <p:spPr bwMode="gray">
          <a:xfrm flipV="1">
            <a:off x="3284400" y="4665856"/>
            <a:ext cx="895828" cy="1784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8C939B7-C5EA-F96A-5AEC-0BEB7930ADA8}"/>
              </a:ext>
            </a:extLst>
          </p:cNvPr>
          <p:cNvSpPr txBox="1"/>
          <p:nvPr/>
        </p:nvSpPr>
        <p:spPr bwMode="gray">
          <a:xfrm>
            <a:off x="1894069" y="4653131"/>
            <a:ext cx="1390331" cy="3823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True normalized marginal with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approximate incoming message</a:t>
            </a:r>
            <a:endParaRPr lang="en-DE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617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 animBg="1"/>
      <p:bldP spid="24" grpId="0"/>
      <p:bldP spid="25" grpId="0" animBg="1"/>
      <p:bldP spid="28" grpId="0"/>
      <p:bldP spid="29" grpId="0" animBg="1"/>
      <p:bldP spid="30" grpId="0" animBg="1"/>
      <p:bldP spid="32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C5C5CB-F534-3313-0834-C065333A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Message Passing: Example</a:t>
            </a: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2E02D2FF-7B23-4413-E004-CF246F2BEBF1}"/>
              </a:ext>
            </a:extLst>
          </p:cNvPr>
          <p:cNvSpPr/>
          <p:nvPr/>
        </p:nvSpPr>
        <p:spPr>
          <a:xfrm>
            <a:off x="4226301" y="4894540"/>
            <a:ext cx="58775" cy="53474"/>
          </a:xfrm>
          <a:custGeom>
            <a:avLst/>
            <a:gdLst>
              <a:gd name="connsiteX0" fmla="*/ 58776 w 58775"/>
              <a:gd name="connsiteY0" fmla="*/ 7774 h 53474"/>
              <a:gd name="connsiteX1" fmla="*/ 56759 w 58775"/>
              <a:gd name="connsiteY1" fmla="*/ 12843 h 53474"/>
              <a:gd name="connsiteX2" fmla="*/ 52428 w 58775"/>
              <a:gd name="connsiteY2" fmla="*/ 14639 h 53474"/>
              <a:gd name="connsiteX3" fmla="*/ 49095 w 58775"/>
              <a:gd name="connsiteY3" fmla="*/ 13372 h 53474"/>
              <a:gd name="connsiteX4" fmla="*/ 47938 w 58775"/>
              <a:gd name="connsiteY4" fmla="*/ 10481 h 53474"/>
              <a:gd name="connsiteX5" fmla="*/ 49550 w 58775"/>
              <a:gd name="connsiteY5" fmla="*/ 6397 h 53474"/>
              <a:gd name="connsiteX6" fmla="*/ 53585 w 58775"/>
              <a:gd name="connsiteY6" fmla="*/ 4084 h 53474"/>
              <a:gd name="connsiteX7" fmla="*/ 47705 w 58775"/>
              <a:gd name="connsiteY7" fmla="*/ 2596 h 53474"/>
              <a:gd name="connsiteX8" fmla="*/ 43387 w 58775"/>
              <a:gd name="connsiteY8" fmla="*/ 3801 h 53474"/>
              <a:gd name="connsiteX9" fmla="*/ 40213 w 58775"/>
              <a:gd name="connsiteY9" fmla="*/ 6569 h 53474"/>
              <a:gd name="connsiteX10" fmla="*/ 38024 w 58775"/>
              <a:gd name="connsiteY10" fmla="*/ 10370 h 53474"/>
              <a:gd name="connsiteX11" fmla="*/ 36646 w 58775"/>
              <a:gd name="connsiteY11" fmla="*/ 13888 h 53474"/>
              <a:gd name="connsiteX12" fmla="*/ 36006 w 58775"/>
              <a:gd name="connsiteY12" fmla="*/ 16533 h 53474"/>
              <a:gd name="connsiteX13" fmla="*/ 31971 w 58775"/>
              <a:gd name="connsiteY13" fmla="*/ 32672 h 53474"/>
              <a:gd name="connsiteX14" fmla="*/ 30015 w 58775"/>
              <a:gd name="connsiteY14" fmla="*/ 43042 h 53474"/>
              <a:gd name="connsiteX15" fmla="*/ 31627 w 58775"/>
              <a:gd name="connsiteY15" fmla="*/ 48640 h 53474"/>
              <a:gd name="connsiteX16" fmla="*/ 36474 w 58775"/>
              <a:gd name="connsiteY16" fmla="*/ 50829 h 53474"/>
              <a:gd name="connsiteX17" fmla="*/ 39180 w 58775"/>
              <a:gd name="connsiteY17" fmla="*/ 50472 h 53474"/>
              <a:gd name="connsiteX18" fmla="*/ 42464 w 58775"/>
              <a:gd name="connsiteY18" fmla="*/ 49033 h 53474"/>
              <a:gd name="connsiteX19" fmla="*/ 46032 w 58775"/>
              <a:gd name="connsiteY19" fmla="*/ 46327 h 53474"/>
              <a:gd name="connsiteX20" fmla="*/ 49439 w 58775"/>
              <a:gd name="connsiteY20" fmla="*/ 41837 h 53474"/>
              <a:gd name="connsiteX21" fmla="*/ 52207 w 58775"/>
              <a:gd name="connsiteY21" fmla="*/ 35379 h 53474"/>
              <a:gd name="connsiteX22" fmla="*/ 53708 w 58775"/>
              <a:gd name="connsiteY22" fmla="*/ 34112 h 53474"/>
              <a:gd name="connsiteX23" fmla="*/ 55147 w 58775"/>
              <a:gd name="connsiteY23" fmla="*/ 35268 h 53474"/>
              <a:gd name="connsiteX24" fmla="*/ 54335 w 58775"/>
              <a:gd name="connsiteY24" fmla="*/ 38319 h 53474"/>
              <a:gd name="connsiteX25" fmla="*/ 51912 w 58775"/>
              <a:gd name="connsiteY25" fmla="*/ 42981 h 53474"/>
              <a:gd name="connsiteX26" fmla="*/ 48172 w 58775"/>
              <a:gd name="connsiteY26" fmla="*/ 47938 h 53474"/>
              <a:gd name="connsiteX27" fmla="*/ 42870 w 58775"/>
              <a:gd name="connsiteY27" fmla="*/ 51862 h 53474"/>
              <a:gd name="connsiteX28" fmla="*/ 36240 w 58775"/>
              <a:gd name="connsiteY28" fmla="*/ 53474 h 53474"/>
              <a:gd name="connsiteX29" fmla="*/ 27998 w 58775"/>
              <a:gd name="connsiteY29" fmla="*/ 50829 h 53474"/>
              <a:gd name="connsiteX30" fmla="*/ 23508 w 58775"/>
              <a:gd name="connsiteY30" fmla="*/ 44482 h 53474"/>
              <a:gd name="connsiteX31" fmla="*/ 22819 w 58775"/>
              <a:gd name="connsiteY31" fmla="*/ 45699 h 53474"/>
              <a:gd name="connsiteX32" fmla="*/ 21195 w 58775"/>
              <a:gd name="connsiteY32" fmla="*/ 47938 h 53474"/>
              <a:gd name="connsiteX33" fmla="*/ 18723 w 58775"/>
              <a:gd name="connsiteY33" fmla="*/ 50596 h 53474"/>
              <a:gd name="connsiteX34" fmla="*/ 15327 w 58775"/>
              <a:gd name="connsiteY34" fmla="*/ 52551 h 53474"/>
              <a:gd name="connsiteX35" fmla="*/ 11120 w 58775"/>
              <a:gd name="connsiteY35" fmla="*/ 53474 h 53474"/>
              <a:gd name="connsiteX36" fmla="*/ 5868 w 58775"/>
              <a:gd name="connsiteY36" fmla="*/ 52662 h 53474"/>
              <a:gd name="connsiteX37" fmla="*/ 1722 w 58775"/>
              <a:gd name="connsiteY37" fmla="*/ 50017 h 53474"/>
              <a:gd name="connsiteX38" fmla="*/ 0 w 58775"/>
              <a:gd name="connsiteY38" fmla="*/ 45638 h 53474"/>
              <a:gd name="connsiteX39" fmla="*/ 1894 w 58775"/>
              <a:gd name="connsiteY39" fmla="*/ 40853 h 53474"/>
              <a:gd name="connsiteX40" fmla="*/ 6507 w 58775"/>
              <a:gd name="connsiteY40" fmla="*/ 38835 h 53474"/>
              <a:gd name="connsiteX41" fmla="*/ 9509 w 58775"/>
              <a:gd name="connsiteY41" fmla="*/ 39820 h 53474"/>
              <a:gd name="connsiteX42" fmla="*/ 10887 w 58775"/>
              <a:gd name="connsiteY42" fmla="*/ 42932 h 53474"/>
              <a:gd name="connsiteX43" fmla="*/ 9275 w 58775"/>
              <a:gd name="connsiteY43" fmla="*/ 47077 h 53474"/>
              <a:gd name="connsiteX44" fmla="*/ 5351 w 58775"/>
              <a:gd name="connsiteY44" fmla="*/ 49328 h 53474"/>
              <a:gd name="connsiteX45" fmla="*/ 11231 w 58775"/>
              <a:gd name="connsiteY45" fmla="*/ 50829 h 53474"/>
              <a:gd name="connsiteX46" fmla="*/ 18034 w 58775"/>
              <a:gd name="connsiteY46" fmla="*/ 47483 h 53474"/>
              <a:gd name="connsiteX47" fmla="*/ 22475 w 58775"/>
              <a:gd name="connsiteY47" fmla="*/ 38552 h 53474"/>
              <a:gd name="connsiteX48" fmla="*/ 27420 w 58775"/>
              <a:gd name="connsiteY48" fmla="*/ 19129 h 53474"/>
              <a:gd name="connsiteX49" fmla="*/ 28810 w 58775"/>
              <a:gd name="connsiteY49" fmla="*/ 10481 h 53474"/>
              <a:gd name="connsiteX50" fmla="*/ 28170 w 58775"/>
              <a:gd name="connsiteY50" fmla="*/ 6397 h 53474"/>
              <a:gd name="connsiteX51" fmla="*/ 26448 w 58775"/>
              <a:gd name="connsiteY51" fmla="*/ 3973 h 53474"/>
              <a:gd name="connsiteX52" fmla="*/ 24430 w 58775"/>
              <a:gd name="connsiteY52" fmla="*/ 2878 h 53474"/>
              <a:gd name="connsiteX53" fmla="*/ 22475 w 58775"/>
              <a:gd name="connsiteY53" fmla="*/ 2596 h 53474"/>
              <a:gd name="connsiteX54" fmla="*/ 18784 w 58775"/>
              <a:gd name="connsiteY54" fmla="*/ 3284 h 53474"/>
              <a:gd name="connsiteX55" fmla="*/ 14577 w 58775"/>
              <a:gd name="connsiteY55" fmla="*/ 5585 h 53474"/>
              <a:gd name="connsiteX56" fmla="*/ 10198 w 58775"/>
              <a:gd name="connsiteY56" fmla="*/ 10370 h 53474"/>
              <a:gd name="connsiteX57" fmla="*/ 6618 w 58775"/>
              <a:gd name="connsiteY57" fmla="*/ 18034 h 53474"/>
              <a:gd name="connsiteX58" fmla="*/ 5068 w 58775"/>
              <a:gd name="connsiteY58" fmla="*/ 19362 h 53474"/>
              <a:gd name="connsiteX59" fmla="*/ 3678 w 58775"/>
              <a:gd name="connsiteY59" fmla="*/ 18145 h 53474"/>
              <a:gd name="connsiteX60" fmla="*/ 4428 w 58775"/>
              <a:gd name="connsiteY60" fmla="*/ 15155 h 53474"/>
              <a:gd name="connsiteX61" fmla="*/ 6852 w 58775"/>
              <a:gd name="connsiteY61" fmla="*/ 10481 h 53474"/>
              <a:gd name="connsiteX62" fmla="*/ 10653 w 58775"/>
              <a:gd name="connsiteY62" fmla="*/ 5585 h 53474"/>
              <a:gd name="connsiteX63" fmla="*/ 16016 w 58775"/>
              <a:gd name="connsiteY63" fmla="*/ 1611 h 53474"/>
              <a:gd name="connsiteX64" fmla="*/ 22696 w 58775"/>
              <a:gd name="connsiteY64" fmla="*/ 0 h 53474"/>
              <a:gd name="connsiteX65" fmla="*/ 25759 w 58775"/>
              <a:gd name="connsiteY65" fmla="*/ 344 h 53474"/>
              <a:gd name="connsiteX66" fmla="*/ 29154 w 58775"/>
              <a:gd name="connsiteY66" fmla="*/ 1501 h 53474"/>
              <a:gd name="connsiteX67" fmla="*/ 32722 w 58775"/>
              <a:gd name="connsiteY67" fmla="*/ 4256 h 53474"/>
              <a:gd name="connsiteX68" fmla="*/ 35440 w 58775"/>
              <a:gd name="connsiteY68" fmla="*/ 8931 h 53474"/>
              <a:gd name="connsiteX69" fmla="*/ 37052 w 58775"/>
              <a:gd name="connsiteY69" fmla="*/ 6335 h 53474"/>
              <a:gd name="connsiteX70" fmla="*/ 39524 w 58775"/>
              <a:gd name="connsiteY70" fmla="*/ 3518 h 53474"/>
              <a:gd name="connsiteX71" fmla="*/ 43215 w 58775"/>
              <a:gd name="connsiteY71" fmla="*/ 972 h 53474"/>
              <a:gd name="connsiteX72" fmla="*/ 47828 w 58775"/>
              <a:gd name="connsiteY72" fmla="*/ 0 h 53474"/>
              <a:gd name="connsiteX73" fmla="*/ 52490 w 58775"/>
              <a:gd name="connsiteY73" fmla="*/ 627 h 53474"/>
              <a:gd name="connsiteX74" fmla="*/ 56759 w 58775"/>
              <a:gd name="connsiteY74" fmla="*/ 3112 h 53474"/>
              <a:gd name="connsiteX75" fmla="*/ 58776 w 58775"/>
              <a:gd name="connsiteY75" fmla="*/ 7774 h 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58775" h="53474">
                <a:moveTo>
                  <a:pt x="58776" y="7774"/>
                </a:moveTo>
                <a:cubicBezTo>
                  <a:pt x="58776" y="9927"/>
                  <a:pt x="58099" y="11625"/>
                  <a:pt x="56759" y="12843"/>
                </a:cubicBezTo>
                <a:cubicBezTo>
                  <a:pt x="55418" y="14036"/>
                  <a:pt x="53966" y="14639"/>
                  <a:pt x="52428" y="14639"/>
                </a:cubicBezTo>
                <a:cubicBezTo>
                  <a:pt x="50964" y="14639"/>
                  <a:pt x="49857" y="14220"/>
                  <a:pt x="49095" y="13372"/>
                </a:cubicBezTo>
                <a:cubicBezTo>
                  <a:pt x="48320" y="12523"/>
                  <a:pt x="47938" y="11563"/>
                  <a:pt x="47938" y="10481"/>
                </a:cubicBezTo>
                <a:cubicBezTo>
                  <a:pt x="47938" y="9017"/>
                  <a:pt x="48480" y="7664"/>
                  <a:pt x="49550" y="6397"/>
                </a:cubicBezTo>
                <a:cubicBezTo>
                  <a:pt x="50620" y="5130"/>
                  <a:pt x="51973" y="4355"/>
                  <a:pt x="53585" y="4084"/>
                </a:cubicBezTo>
                <a:cubicBezTo>
                  <a:pt x="52010" y="3088"/>
                  <a:pt x="50054" y="2596"/>
                  <a:pt x="47705" y="2596"/>
                </a:cubicBezTo>
                <a:cubicBezTo>
                  <a:pt x="46167" y="2596"/>
                  <a:pt x="44728" y="3001"/>
                  <a:pt x="43387" y="3801"/>
                </a:cubicBezTo>
                <a:cubicBezTo>
                  <a:pt x="42083" y="4601"/>
                  <a:pt x="41025" y="5523"/>
                  <a:pt x="40213" y="6569"/>
                </a:cubicBezTo>
                <a:cubicBezTo>
                  <a:pt x="39450" y="7602"/>
                  <a:pt x="38725" y="8869"/>
                  <a:pt x="38024" y="10370"/>
                </a:cubicBezTo>
                <a:cubicBezTo>
                  <a:pt x="37372" y="11834"/>
                  <a:pt x="36916" y="13002"/>
                  <a:pt x="36646" y="13888"/>
                </a:cubicBezTo>
                <a:cubicBezTo>
                  <a:pt x="36412" y="14737"/>
                  <a:pt x="36203" y="15610"/>
                  <a:pt x="36006" y="16533"/>
                </a:cubicBezTo>
                <a:lnTo>
                  <a:pt x="31971" y="32672"/>
                </a:lnTo>
                <a:cubicBezTo>
                  <a:pt x="30667" y="37777"/>
                  <a:pt x="30015" y="41234"/>
                  <a:pt x="30015" y="43042"/>
                </a:cubicBezTo>
                <a:cubicBezTo>
                  <a:pt x="30015" y="45269"/>
                  <a:pt x="30557" y="47139"/>
                  <a:pt x="31627" y="48640"/>
                </a:cubicBezTo>
                <a:cubicBezTo>
                  <a:pt x="32709" y="50103"/>
                  <a:pt x="34321" y="50829"/>
                  <a:pt x="36474" y="50829"/>
                </a:cubicBezTo>
                <a:cubicBezTo>
                  <a:pt x="37322" y="50829"/>
                  <a:pt x="38220" y="50706"/>
                  <a:pt x="39180" y="50472"/>
                </a:cubicBezTo>
                <a:cubicBezTo>
                  <a:pt x="40139" y="50214"/>
                  <a:pt x="41234" y="49734"/>
                  <a:pt x="42464" y="49033"/>
                </a:cubicBezTo>
                <a:cubicBezTo>
                  <a:pt x="43731" y="48307"/>
                  <a:pt x="44925" y="47397"/>
                  <a:pt x="46032" y="46327"/>
                </a:cubicBezTo>
                <a:cubicBezTo>
                  <a:pt x="47188" y="45208"/>
                  <a:pt x="48320" y="43719"/>
                  <a:pt x="49439" y="41837"/>
                </a:cubicBezTo>
                <a:cubicBezTo>
                  <a:pt x="50559" y="39955"/>
                  <a:pt x="51481" y="37802"/>
                  <a:pt x="52207" y="35379"/>
                </a:cubicBezTo>
                <a:cubicBezTo>
                  <a:pt x="52441" y="34530"/>
                  <a:pt x="52933" y="34112"/>
                  <a:pt x="53708" y="34112"/>
                </a:cubicBezTo>
                <a:cubicBezTo>
                  <a:pt x="54667" y="34112"/>
                  <a:pt x="55147" y="34493"/>
                  <a:pt x="55147" y="35268"/>
                </a:cubicBezTo>
                <a:cubicBezTo>
                  <a:pt x="55147" y="35920"/>
                  <a:pt x="54876" y="36929"/>
                  <a:pt x="54335" y="38319"/>
                </a:cubicBezTo>
                <a:cubicBezTo>
                  <a:pt x="53831" y="39660"/>
                  <a:pt x="53031" y="41222"/>
                  <a:pt x="51912" y="42981"/>
                </a:cubicBezTo>
                <a:cubicBezTo>
                  <a:pt x="50841" y="44715"/>
                  <a:pt x="49587" y="46364"/>
                  <a:pt x="48172" y="47938"/>
                </a:cubicBezTo>
                <a:cubicBezTo>
                  <a:pt x="46745" y="49476"/>
                  <a:pt x="44974" y="50792"/>
                  <a:pt x="42870" y="51862"/>
                </a:cubicBezTo>
                <a:cubicBezTo>
                  <a:pt x="40754" y="52933"/>
                  <a:pt x="38540" y="53474"/>
                  <a:pt x="36240" y="53474"/>
                </a:cubicBezTo>
                <a:cubicBezTo>
                  <a:pt x="32931" y="53474"/>
                  <a:pt x="30188" y="52588"/>
                  <a:pt x="27998" y="50829"/>
                </a:cubicBezTo>
                <a:cubicBezTo>
                  <a:pt x="25808" y="49058"/>
                  <a:pt x="24308" y="46942"/>
                  <a:pt x="23508" y="44482"/>
                </a:cubicBezTo>
                <a:cubicBezTo>
                  <a:pt x="23311" y="44826"/>
                  <a:pt x="23077" y="45232"/>
                  <a:pt x="22819" y="45699"/>
                </a:cubicBezTo>
                <a:cubicBezTo>
                  <a:pt x="22548" y="46155"/>
                  <a:pt x="22007" y="46905"/>
                  <a:pt x="21195" y="47938"/>
                </a:cubicBezTo>
                <a:cubicBezTo>
                  <a:pt x="20433" y="48935"/>
                  <a:pt x="19608" y="49821"/>
                  <a:pt x="18723" y="50596"/>
                </a:cubicBezTo>
                <a:cubicBezTo>
                  <a:pt x="17837" y="51321"/>
                  <a:pt x="16705" y="51973"/>
                  <a:pt x="15327" y="52551"/>
                </a:cubicBezTo>
                <a:cubicBezTo>
                  <a:pt x="13987" y="53166"/>
                  <a:pt x="12584" y="53474"/>
                  <a:pt x="11120" y="53474"/>
                </a:cubicBezTo>
                <a:cubicBezTo>
                  <a:pt x="9275" y="53474"/>
                  <a:pt x="7528" y="53203"/>
                  <a:pt x="5868" y="52662"/>
                </a:cubicBezTo>
                <a:cubicBezTo>
                  <a:pt x="4256" y="52133"/>
                  <a:pt x="2878" y="51247"/>
                  <a:pt x="1722" y="50017"/>
                </a:cubicBezTo>
                <a:cubicBezTo>
                  <a:pt x="578" y="48787"/>
                  <a:pt x="0" y="47323"/>
                  <a:pt x="0" y="45638"/>
                </a:cubicBezTo>
                <a:cubicBezTo>
                  <a:pt x="0" y="43756"/>
                  <a:pt x="627" y="42157"/>
                  <a:pt x="1894" y="40853"/>
                </a:cubicBezTo>
                <a:cubicBezTo>
                  <a:pt x="3198" y="39512"/>
                  <a:pt x="4736" y="38835"/>
                  <a:pt x="6507" y="38835"/>
                </a:cubicBezTo>
                <a:cubicBezTo>
                  <a:pt x="7627" y="38835"/>
                  <a:pt x="8623" y="39168"/>
                  <a:pt x="9509" y="39820"/>
                </a:cubicBezTo>
                <a:cubicBezTo>
                  <a:pt x="10432" y="40471"/>
                  <a:pt x="10887" y="41505"/>
                  <a:pt x="10887" y="42932"/>
                </a:cubicBezTo>
                <a:cubicBezTo>
                  <a:pt x="10887" y="44506"/>
                  <a:pt x="10345" y="45884"/>
                  <a:pt x="9275" y="47077"/>
                </a:cubicBezTo>
                <a:cubicBezTo>
                  <a:pt x="8205" y="48271"/>
                  <a:pt x="6889" y="49021"/>
                  <a:pt x="5351" y="49328"/>
                </a:cubicBezTo>
                <a:cubicBezTo>
                  <a:pt x="6926" y="50325"/>
                  <a:pt x="8882" y="50829"/>
                  <a:pt x="11231" y="50829"/>
                </a:cubicBezTo>
                <a:cubicBezTo>
                  <a:pt x="13765" y="50829"/>
                  <a:pt x="16029" y="49710"/>
                  <a:pt x="18034" y="47483"/>
                </a:cubicBezTo>
                <a:cubicBezTo>
                  <a:pt x="20027" y="45257"/>
                  <a:pt x="21503" y="42280"/>
                  <a:pt x="22475" y="38552"/>
                </a:cubicBezTo>
                <a:cubicBezTo>
                  <a:pt x="24849" y="29597"/>
                  <a:pt x="26497" y="23126"/>
                  <a:pt x="27420" y="19129"/>
                </a:cubicBezTo>
                <a:cubicBezTo>
                  <a:pt x="28342" y="15094"/>
                  <a:pt x="28810" y="12215"/>
                  <a:pt x="28810" y="10481"/>
                </a:cubicBezTo>
                <a:cubicBezTo>
                  <a:pt x="28810" y="8869"/>
                  <a:pt x="28601" y="7516"/>
                  <a:pt x="28170" y="6397"/>
                </a:cubicBezTo>
                <a:cubicBezTo>
                  <a:pt x="27752" y="5277"/>
                  <a:pt x="27174" y="4478"/>
                  <a:pt x="26448" y="3973"/>
                </a:cubicBezTo>
                <a:cubicBezTo>
                  <a:pt x="25747" y="3432"/>
                  <a:pt x="25083" y="3063"/>
                  <a:pt x="24430" y="2878"/>
                </a:cubicBezTo>
                <a:cubicBezTo>
                  <a:pt x="23815" y="2694"/>
                  <a:pt x="23163" y="2596"/>
                  <a:pt x="22475" y="2596"/>
                </a:cubicBezTo>
                <a:cubicBezTo>
                  <a:pt x="21318" y="2596"/>
                  <a:pt x="20088" y="2829"/>
                  <a:pt x="18784" y="3284"/>
                </a:cubicBezTo>
                <a:cubicBezTo>
                  <a:pt x="17517" y="3740"/>
                  <a:pt x="16115" y="4515"/>
                  <a:pt x="14577" y="5585"/>
                </a:cubicBezTo>
                <a:cubicBezTo>
                  <a:pt x="13076" y="6630"/>
                  <a:pt x="11612" y="8217"/>
                  <a:pt x="10198" y="10370"/>
                </a:cubicBezTo>
                <a:cubicBezTo>
                  <a:pt x="8771" y="12523"/>
                  <a:pt x="7578" y="15069"/>
                  <a:pt x="6618" y="18034"/>
                </a:cubicBezTo>
                <a:cubicBezTo>
                  <a:pt x="6434" y="18920"/>
                  <a:pt x="5917" y="19362"/>
                  <a:pt x="5068" y="19362"/>
                </a:cubicBezTo>
                <a:cubicBezTo>
                  <a:pt x="4146" y="19325"/>
                  <a:pt x="3678" y="18920"/>
                  <a:pt x="3678" y="18145"/>
                </a:cubicBezTo>
                <a:cubicBezTo>
                  <a:pt x="3678" y="17493"/>
                  <a:pt x="3924" y="16496"/>
                  <a:pt x="4428" y="15155"/>
                </a:cubicBezTo>
                <a:cubicBezTo>
                  <a:pt x="4970" y="13765"/>
                  <a:pt x="5782" y="12215"/>
                  <a:pt x="6852" y="10481"/>
                </a:cubicBezTo>
                <a:cubicBezTo>
                  <a:pt x="7971" y="8759"/>
                  <a:pt x="9238" y="7122"/>
                  <a:pt x="10653" y="5585"/>
                </a:cubicBezTo>
                <a:cubicBezTo>
                  <a:pt x="12117" y="4010"/>
                  <a:pt x="13900" y="2682"/>
                  <a:pt x="16016" y="1611"/>
                </a:cubicBezTo>
                <a:cubicBezTo>
                  <a:pt x="18169" y="541"/>
                  <a:pt x="20396" y="0"/>
                  <a:pt x="22696" y="0"/>
                </a:cubicBezTo>
                <a:cubicBezTo>
                  <a:pt x="23742" y="0"/>
                  <a:pt x="24763" y="111"/>
                  <a:pt x="25759" y="344"/>
                </a:cubicBezTo>
                <a:cubicBezTo>
                  <a:pt x="26792" y="529"/>
                  <a:pt x="27924" y="923"/>
                  <a:pt x="29154" y="1501"/>
                </a:cubicBezTo>
                <a:cubicBezTo>
                  <a:pt x="30421" y="2079"/>
                  <a:pt x="31614" y="2989"/>
                  <a:pt x="32722" y="4256"/>
                </a:cubicBezTo>
                <a:cubicBezTo>
                  <a:pt x="33841" y="5523"/>
                  <a:pt x="34739" y="7086"/>
                  <a:pt x="35440" y="8931"/>
                </a:cubicBezTo>
                <a:cubicBezTo>
                  <a:pt x="35895" y="8045"/>
                  <a:pt x="36437" y="7184"/>
                  <a:pt x="37052" y="6335"/>
                </a:cubicBezTo>
                <a:cubicBezTo>
                  <a:pt x="37704" y="5486"/>
                  <a:pt x="38528" y="4551"/>
                  <a:pt x="39524" y="3518"/>
                </a:cubicBezTo>
                <a:cubicBezTo>
                  <a:pt x="40570" y="2436"/>
                  <a:pt x="41800" y="1587"/>
                  <a:pt x="43215" y="972"/>
                </a:cubicBezTo>
                <a:cubicBezTo>
                  <a:pt x="44678" y="320"/>
                  <a:pt x="46216" y="0"/>
                  <a:pt x="47828" y="0"/>
                </a:cubicBezTo>
                <a:cubicBezTo>
                  <a:pt x="49402" y="0"/>
                  <a:pt x="50952" y="209"/>
                  <a:pt x="52490" y="627"/>
                </a:cubicBezTo>
                <a:cubicBezTo>
                  <a:pt x="54028" y="1009"/>
                  <a:pt x="55455" y="1845"/>
                  <a:pt x="56759" y="3112"/>
                </a:cubicBezTo>
                <a:cubicBezTo>
                  <a:pt x="58099" y="4342"/>
                  <a:pt x="58776" y="5892"/>
                  <a:pt x="58776" y="7774"/>
                </a:cubicBezTo>
                <a:close/>
              </a:path>
            </a:pathLst>
          </a:custGeom>
          <a:solidFill>
            <a:srgbClr val="000000"/>
          </a:solidFill>
          <a:ln w="122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D98D57-318F-0059-CCF9-5D9D46E368BD}"/>
              </a:ext>
            </a:extLst>
          </p:cNvPr>
          <p:cNvGrpSpPr/>
          <p:nvPr/>
        </p:nvGrpSpPr>
        <p:grpSpPr>
          <a:xfrm>
            <a:off x="2612573" y="3080487"/>
            <a:ext cx="2881678" cy="1752189"/>
            <a:chOff x="4575412" y="3092190"/>
            <a:chExt cx="2881678" cy="1752189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44F5F4D-A501-DA2B-25D3-C4D16C71E620}"/>
                </a:ext>
              </a:extLst>
            </p:cNvPr>
            <p:cNvSpPr/>
            <p:nvPr/>
          </p:nvSpPr>
          <p:spPr>
            <a:xfrm>
              <a:off x="4988013" y="3092190"/>
              <a:ext cx="2469077" cy="1634133"/>
            </a:xfrm>
            <a:custGeom>
              <a:avLst/>
              <a:gdLst>
                <a:gd name="connsiteX0" fmla="*/ 0 w 2469077"/>
                <a:gd name="connsiteY0" fmla="*/ 1634133 h 1634133"/>
                <a:gd name="connsiteX1" fmla="*/ 2469078 w 2469077"/>
                <a:gd name="connsiteY1" fmla="*/ 1634133 h 1634133"/>
                <a:gd name="connsiteX2" fmla="*/ 2469078 w 2469077"/>
                <a:gd name="connsiteY2" fmla="*/ 0 h 1634133"/>
                <a:gd name="connsiteX3" fmla="*/ 0 w 2469077"/>
                <a:gd name="connsiteY3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077" h="1634133">
                  <a:moveTo>
                    <a:pt x="0" y="1634133"/>
                  </a:moveTo>
                  <a:lnTo>
                    <a:pt x="2469078" y="1634133"/>
                  </a:lnTo>
                  <a:lnTo>
                    <a:pt x="24690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7933032-2F86-0B8A-66CB-C6DF5B095DC5}"/>
                </a:ext>
              </a:extLst>
            </p:cNvPr>
            <p:cNvSpPr/>
            <p:nvPr/>
          </p:nvSpPr>
          <p:spPr>
            <a:xfrm>
              <a:off x="5252003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8860581-71AC-56C3-C89E-BB1DF88B83C4}"/>
                </a:ext>
              </a:extLst>
            </p:cNvPr>
            <p:cNvSpPr/>
            <p:nvPr/>
          </p:nvSpPr>
          <p:spPr>
            <a:xfrm>
              <a:off x="5737276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E45113C-DAE5-A4E0-0D44-9B4F0B5F2575}"/>
                </a:ext>
              </a:extLst>
            </p:cNvPr>
            <p:cNvSpPr/>
            <p:nvPr/>
          </p:nvSpPr>
          <p:spPr>
            <a:xfrm>
              <a:off x="6222550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CB22A61D-8922-D984-666B-D44FF2C5C7CE}"/>
                </a:ext>
              </a:extLst>
            </p:cNvPr>
            <p:cNvSpPr/>
            <p:nvPr/>
          </p:nvSpPr>
          <p:spPr>
            <a:xfrm>
              <a:off x="6707827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A09A642-E761-D4FE-18A1-F896AD53EB5F}"/>
                </a:ext>
              </a:extLst>
            </p:cNvPr>
            <p:cNvSpPr/>
            <p:nvPr/>
          </p:nvSpPr>
          <p:spPr>
            <a:xfrm>
              <a:off x="7193091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611C8FC7-8AC2-282C-C03D-405D2B37C6D3}"/>
                </a:ext>
              </a:extLst>
            </p:cNvPr>
            <p:cNvSpPr/>
            <p:nvPr/>
          </p:nvSpPr>
          <p:spPr>
            <a:xfrm>
              <a:off x="4988013" y="4726324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7EF6CC7-F41C-CF99-21BA-7342A4B6F79B}"/>
                </a:ext>
              </a:extLst>
            </p:cNvPr>
            <p:cNvSpPr/>
            <p:nvPr/>
          </p:nvSpPr>
          <p:spPr>
            <a:xfrm>
              <a:off x="5252003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FA3C847-2DA9-DD76-5E4E-B19E4E3CD3CA}"/>
                </a:ext>
              </a:extLst>
            </p:cNvPr>
            <p:cNvSpPr/>
            <p:nvPr/>
          </p:nvSpPr>
          <p:spPr>
            <a:xfrm>
              <a:off x="5737276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B7E8326-5BA1-8FF4-0D18-3BBD49C4BDDA}"/>
                </a:ext>
              </a:extLst>
            </p:cNvPr>
            <p:cNvSpPr/>
            <p:nvPr/>
          </p:nvSpPr>
          <p:spPr>
            <a:xfrm>
              <a:off x="6222550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18F0840-5536-A518-C90B-304D90689409}"/>
                </a:ext>
              </a:extLst>
            </p:cNvPr>
            <p:cNvSpPr/>
            <p:nvPr/>
          </p:nvSpPr>
          <p:spPr>
            <a:xfrm>
              <a:off x="6707827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6DD833D4-2C61-981E-F6D2-D2FEDDA2BC4A}"/>
                </a:ext>
              </a:extLst>
            </p:cNvPr>
            <p:cNvSpPr/>
            <p:nvPr/>
          </p:nvSpPr>
          <p:spPr>
            <a:xfrm>
              <a:off x="7193091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B66B0BF-253C-846D-A023-7F8409602DF8}"/>
                </a:ext>
              </a:extLst>
            </p:cNvPr>
            <p:cNvSpPr/>
            <p:nvPr/>
          </p:nvSpPr>
          <p:spPr>
            <a:xfrm>
              <a:off x="5187297" y="4806713"/>
              <a:ext cx="63883" cy="8475"/>
            </a:xfrm>
            <a:custGeom>
              <a:avLst/>
              <a:gdLst>
                <a:gd name="connsiteX0" fmla="*/ 0 w 63883"/>
                <a:gd name="connsiteY0" fmla="*/ 0 h 8475"/>
                <a:gd name="connsiteX1" fmla="*/ 63883 w 63883"/>
                <a:gd name="connsiteY1" fmla="*/ 0 h 8475"/>
                <a:gd name="connsiteX2" fmla="*/ 63883 w 63883"/>
                <a:gd name="connsiteY2" fmla="*/ 8476 h 8475"/>
                <a:gd name="connsiteX3" fmla="*/ 0 w 63883"/>
                <a:gd name="connsiteY3" fmla="*/ 8476 h 8475"/>
                <a:gd name="connsiteX4" fmla="*/ 0 w 63883"/>
                <a:gd name="connsiteY4" fmla="*/ 0 h 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83" h="8475">
                  <a:moveTo>
                    <a:pt x="0" y="0"/>
                  </a:moveTo>
                  <a:lnTo>
                    <a:pt x="63883" y="0"/>
                  </a:lnTo>
                  <a:lnTo>
                    <a:pt x="63883" y="8476"/>
                  </a:lnTo>
                  <a:lnTo>
                    <a:pt x="0" y="8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1BD3A55-EF8C-0C04-9136-5EF0F21A7931}"/>
                </a:ext>
              </a:extLst>
            </p:cNvPr>
            <p:cNvSpPr/>
            <p:nvPr/>
          </p:nvSpPr>
          <p:spPr>
            <a:xfrm>
              <a:off x="5269469" y="4767201"/>
              <a:ext cx="47240" cy="75739"/>
            </a:xfrm>
            <a:custGeom>
              <a:avLst/>
              <a:gdLst>
                <a:gd name="connsiteX0" fmla="*/ 12109 w 47240"/>
                <a:gd name="connsiteY0" fmla="*/ 67264 h 75739"/>
                <a:gd name="connsiteX1" fmla="*/ 47241 w 47240"/>
                <a:gd name="connsiteY1" fmla="*/ 67264 h 75739"/>
                <a:gd name="connsiteX2" fmla="*/ 47241 w 47240"/>
                <a:gd name="connsiteY2" fmla="*/ 75739 h 75739"/>
                <a:gd name="connsiteX3" fmla="*/ 0 w 47240"/>
                <a:gd name="connsiteY3" fmla="*/ 75739 h 75739"/>
                <a:gd name="connsiteX4" fmla="*/ 0 w 47240"/>
                <a:gd name="connsiteY4" fmla="*/ 67264 h 75739"/>
                <a:gd name="connsiteX5" fmla="*/ 15597 w 47240"/>
                <a:gd name="connsiteY5" fmla="*/ 51371 h 75739"/>
                <a:gd name="connsiteX6" fmla="*/ 28056 w 47240"/>
                <a:gd name="connsiteY6" fmla="*/ 38466 h 75739"/>
                <a:gd name="connsiteX7" fmla="*/ 34782 w 47240"/>
                <a:gd name="connsiteY7" fmla="*/ 29302 h 75739"/>
                <a:gd name="connsiteX8" fmla="*/ 36726 w 47240"/>
                <a:gd name="connsiteY8" fmla="*/ 21872 h 75739"/>
                <a:gd name="connsiteX9" fmla="*/ 32540 w 47240"/>
                <a:gd name="connsiteY9" fmla="*/ 12203 h 75739"/>
                <a:gd name="connsiteX10" fmla="*/ 21727 w 47240"/>
                <a:gd name="connsiteY10" fmla="*/ 8463 h 75739"/>
                <a:gd name="connsiteX11" fmla="*/ 11711 w 47240"/>
                <a:gd name="connsiteY11" fmla="*/ 10112 h 75739"/>
                <a:gd name="connsiteX12" fmla="*/ 498 w 47240"/>
                <a:gd name="connsiteY12" fmla="*/ 15094 h 75739"/>
                <a:gd name="connsiteX13" fmla="*/ 498 w 47240"/>
                <a:gd name="connsiteY13" fmla="*/ 4933 h 75739"/>
                <a:gd name="connsiteX14" fmla="*/ 11860 w 47240"/>
                <a:gd name="connsiteY14" fmla="*/ 1242 h 75739"/>
                <a:gd name="connsiteX15" fmla="*/ 21527 w 47240"/>
                <a:gd name="connsiteY15" fmla="*/ 0 h 75739"/>
                <a:gd name="connsiteX16" fmla="*/ 39965 w 47240"/>
                <a:gd name="connsiteY16" fmla="*/ 5782 h 75739"/>
                <a:gd name="connsiteX17" fmla="*/ 46842 w 47240"/>
                <a:gd name="connsiteY17" fmla="*/ 21220 h 75739"/>
                <a:gd name="connsiteX18" fmla="*/ 45098 w 47240"/>
                <a:gd name="connsiteY18" fmla="*/ 29941 h 75739"/>
                <a:gd name="connsiteX19" fmla="*/ 38869 w 47240"/>
                <a:gd name="connsiteY19" fmla="*/ 39610 h 75739"/>
                <a:gd name="connsiteX20" fmla="*/ 30945 w 47240"/>
                <a:gd name="connsiteY20" fmla="*/ 47988 h 75739"/>
                <a:gd name="connsiteX21" fmla="*/ 12109 w 47240"/>
                <a:gd name="connsiteY21" fmla="*/ 67264 h 7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240" h="75739">
                  <a:moveTo>
                    <a:pt x="12109" y="67264"/>
                  </a:moveTo>
                  <a:lnTo>
                    <a:pt x="47241" y="67264"/>
                  </a:lnTo>
                  <a:lnTo>
                    <a:pt x="47241" y="75739"/>
                  </a:lnTo>
                  <a:lnTo>
                    <a:pt x="0" y="75739"/>
                  </a:lnTo>
                  <a:lnTo>
                    <a:pt x="0" y="67264"/>
                  </a:lnTo>
                  <a:cubicBezTo>
                    <a:pt x="3821" y="63315"/>
                    <a:pt x="9019" y="58013"/>
                    <a:pt x="15597" y="51371"/>
                  </a:cubicBezTo>
                  <a:cubicBezTo>
                    <a:pt x="22209" y="44691"/>
                    <a:pt x="26362" y="40398"/>
                    <a:pt x="28056" y="38466"/>
                  </a:cubicBezTo>
                  <a:cubicBezTo>
                    <a:pt x="31277" y="34837"/>
                    <a:pt x="33520" y="31787"/>
                    <a:pt x="34782" y="29302"/>
                  </a:cubicBezTo>
                  <a:cubicBezTo>
                    <a:pt x="36077" y="26780"/>
                    <a:pt x="36726" y="24295"/>
                    <a:pt x="36726" y="21872"/>
                  </a:cubicBezTo>
                  <a:cubicBezTo>
                    <a:pt x="36726" y="17923"/>
                    <a:pt x="35331" y="14700"/>
                    <a:pt x="32540" y="12203"/>
                  </a:cubicBezTo>
                  <a:cubicBezTo>
                    <a:pt x="29783" y="9706"/>
                    <a:pt x="26179" y="8463"/>
                    <a:pt x="21727" y="8463"/>
                  </a:cubicBezTo>
                  <a:cubicBezTo>
                    <a:pt x="18571" y="8463"/>
                    <a:pt x="15233" y="9017"/>
                    <a:pt x="11711" y="10112"/>
                  </a:cubicBezTo>
                  <a:cubicBezTo>
                    <a:pt x="8222" y="11207"/>
                    <a:pt x="4485" y="12867"/>
                    <a:pt x="498" y="15094"/>
                  </a:cubicBezTo>
                  <a:lnTo>
                    <a:pt x="498" y="4933"/>
                  </a:lnTo>
                  <a:cubicBezTo>
                    <a:pt x="4552" y="3297"/>
                    <a:pt x="8338" y="2067"/>
                    <a:pt x="11860" y="1242"/>
                  </a:cubicBezTo>
                  <a:cubicBezTo>
                    <a:pt x="15382" y="418"/>
                    <a:pt x="18603" y="0"/>
                    <a:pt x="21527" y="0"/>
                  </a:cubicBezTo>
                  <a:cubicBezTo>
                    <a:pt x="29234" y="0"/>
                    <a:pt x="35380" y="1931"/>
                    <a:pt x="39965" y="5782"/>
                  </a:cubicBezTo>
                  <a:cubicBezTo>
                    <a:pt x="44549" y="9632"/>
                    <a:pt x="46842" y="14774"/>
                    <a:pt x="46842" y="21220"/>
                  </a:cubicBezTo>
                  <a:cubicBezTo>
                    <a:pt x="46842" y="24283"/>
                    <a:pt x="46260" y="27186"/>
                    <a:pt x="45098" y="29941"/>
                  </a:cubicBezTo>
                  <a:cubicBezTo>
                    <a:pt x="43968" y="32660"/>
                    <a:pt x="41891" y="35883"/>
                    <a:pt x="38869" y="39610"/>
                  </a:cubicBezTo>
                  <a:cubicBezTo>
                    <a:pt x="38038" y="40582"/>
                    <a:pt x="35397" y="43375"/>
                    <a:pt x="30945" y="47988"/>
                  </a:cubicBezTo>
                  <a:cubicBezTo>
                    <a:pt x="26493" y="52576"/>
                    <a:pt x="20215" y="58997"/>
                    <a:pt x="12109" y="67264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4090563E-E5CD-06BC-64A9-4C94CC090FBA}"/>
                </a:ext>
              </a:extLst>
            </p:cNvPr>
            <p:cNvSpPr/>
            <p:nvPr/>
          </p:nvSpPr>
          <p:spPr>
            <a:xfrm>
              <a:off x="5672171" y="4806713"/>
              <a:ext cx="63884" cy="8475"/>
            </a:xfrm>
            <a:custGeom>
              <a:avLst/>
              <a:gdLst>
                <a:gd name="connsiteX0" fmla="*/ 0 w 63884"/>
                <a:gd name="connsiteY0" fmla="*/ 0 h 8475"/>
                <a:gd name="connsiteX1" fmla="*/ 63885 w 63884"/>
                <a:gd name="connsiteY1" fmla="*/ 0 h 8475"/>
                <a:gd name="connsiteX2" fmla="*/ 63885 w 63884"/>
                <a:gd name="connsiteY2" fmla="*/ 8476 h 8475"/>
                <a:gd name="connsiteX3" fmla="*/ 0 w 63884"/>
                <a:gd name="connsiteY3" fmla="*/ 8476 h 8475"/>
                <a:gd name="connsiteX4" fmla="*/ 0 w 63884"/>
                <a:gd name="connsiteY4" fmla="*/ 0 h 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84" h="8475">
                  <a:moveTo>
                    <a:pt x="0" y="0"/>
                  </a:moveTo>
                  <a:lnTo>
                    <a:pt x="63885" y="0"/>
                  </a:lnTo>
                  <a:lnTo>
                    <a:pt x="63885" y="8476"/>
                  </a:lnTo>
                  <a:lnTo>
                    <a:pt x="0" y="8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A9AD67E-1F9C-176C-7050-A567045A6DEE}"/>
                </a:ext>
              </a:extLst>
            </p:cNvPr>
            <p:cNvSpPr/>
            <p:nvPr/>
          </p:nvSpPr>
          <p:spPr>
            <a:xfrm>
              <a:off x="5758081" y="4768542"/>
              <a:ext cx="44303" cy="74398"/>
            </a:xfrm>
            <a:custGeom>
              <a:avLst/>
              <a:gdLst>
                <a:gd name="connsiteX0" fmla="*/ 1444 w 44303"/>
                <a:gd name="connsiteY0" fmla="*/ 65923 h 74398"/>
                <a:gd name="connsiteX1" fmla="*/ 17889 w 44303"/>
                <a:gd name="connsiteY1" fmla="*/ 65923 h 74398"/>
                <a:gd name="connsiteX2" fmla="*/ 17889 w 44303"/>
                <a:gd name="connsiteY2" fmla="*/ 9165 h 74398"/>
                <a:gd name="connsiteX3" fmla="*/ 0 w 44303"/>
                <a:gd name="connsiteY3" fmla="*/ 12757 h 74398"/>
                <a:gd name="connsiteX4" fmla="*/ 0 w 44303"/>
                <a:gd name="connsiteY4" fmla="*/ 3592 h 74398"/>
                <a:gd name="connsiteX5" fmla="*/ 17789 w 44303"/>
                <a:gd name="connsiteY5" fmla="*/ 0 h 74398"/>
                <a:gd name="connsiteX6" fmla="*/ 27855 w 44303"/>
                <a:gd name="connsiteY6" fmla="*/ 0 h 74398"/>
                <a:gd name="connsiteX7" fmla="*/ 27855 w 44303"/>
                <a:gd name="connsiteY7" fmla="*/ 65923 h 74398"/>
                <a:gd name="connsiteX8" fmla="*/ 44303 w 44303"/>
                <a:gd name="connsiteY8" fmla="*/ 65923 h 74398"/>
                <a:gd name="connsiteX9" fmla="*/ 44303 w 44303"/>
                <a:gd name="connsiteY9" fmla="*/ 74399 h 74398"/>
                <a:gd name="connsiteX10" fmla="*/ 1444 w 44303"/>
                <a:gd name="connsiteY10" fmla="*/ 74399 h 74398"/>
                <a:gd name="connsiteX11" fmla="*/ 1444 w 44303"/>
                <a:gd name="connsiteY11" fmla="*/ 65923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03" h="74398">
                  <a:moveTo>
                    <a:pt x="1444" y="65923"/>
                  </a:moveTo>
                  <a:lnTo>
                    <a:pt x="17889" y="65923"/>
                  </a:lnTo>
                  <a:lnTo>
                    <a:pt x="17889" y="9165"/>
                  </a:lnTo>
                  <a:lnTo>
                    <a:pt x="0" y="12757"/>
                  </a:lnTo>
                  <a:lnTo>
                    <a:pt x="0" y="3592"/>
                  </a:lnTo>
                  <a:lnTo>
                    <a:pt x="17789" y="0"/>
                  </a:lnTo>
                  <a:lnTo>
                    <a:pt x="27855" y="0"/>
                  </a:lnTo>
                  <a:lnTo>
                    <a:pt x="27855" y="65923"/>
                  </a:lnTo>
                  <a:lnTo>
                    <a:pt x="44303" y="65923"/>
                  </a:lnTo>
                  <a:lnTo>
                    <a:pt x="44303" y="74399"/>
                  </a:lnTo>
                  <a:lnTo>
                    <a:pt x="1444" y="74399"/>
                  </a:lnTo>
                  <a:lnTo>
                    <a:pt x="1444" y="65923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8D56563F-F7A5-4655-B9BC-68084447063F}"/>
                </a:ext>
              </a:extLst>
            </p:cNvPr>
            <p:cNvSpPr/>
            <p:nvPr/>
          </p:nvSpPr>
          <p:spPr>
            <a:xfrm>
              <a:off x="6196840" y="4767201"/>
              <a:ext cx="51419" cy="77178"/>
            </a:xfrm>
            <a:custGeom>
              <a:avLst/>
              <a:gdLst>
                <a:gd name="connsiteX0" fmla="*/ 25710 w 51419"/>
                <a:gd name="connsiteY0" fmla="*/ 7971 h 77178"/>
                <a:gd name="connsiteX1" fmla="*/ 13999 w 51419"/>
                <a:gd name="connsiteY1" fmla="*/ 15647 h 77178"/>
                <a:gd name="connsiteX2" fmla="*/ 10112 w 51419"/>
                <a:gd name="connsiteY2" fmla="*/ 38614 h 77178"/>
                <a:gd name="connsiteX3" fmla="*/ 13999 w 51419"/>
                <a:gd name="connsiteY3" fmla="*/ 61593 h 77178"/>
                <a:gd name="connsiteX4" fmla="*/ 25710 w 51419"/>
                <a:gd name="connsiteY4" fmla="*/ 69208 h 77178"/>
                <a:gd name="connsiteX5" fmla="*/ 37421 w 51419"/>
                <a:gd name="connsiteY5" fmla="*/ 61593 h 77178"/>
                <a:gd name="connsiteX6" fmla="*/ 41357 w 51419"/>
                <a:gd name="connsiteY6" fmla="*/ 38614 h 77178"/>
                <a:gd name="connsiteX7" fmla="*/ 37421 w 51419"/>
                <a:gd name="connsiteY7" fmla="*/ 15647 h 77178"/>
                <a:gd name="connsiteX8" fmla="*/ 25710 w 51419"/>
                <a:gd name="connsiteY8" fmla="*/ 7971 h 77178"/>
                <a:gd name="connsiteX9" fmla="*/ 25710 w 51419"/>
                <a:gd name="connsiteY9" fmla="*/ 0 h 77178"/>
                <a:gd name="connsiteX10" fmla="*/ 44789 w 51419"/>
                <a:gd name="connsiteY10" fmla="*/ 9915 h 77178"/>
                <a:gd name="connsiteX11" fmla="*/ 51420 w 51419"/>
                <a:gd name="connsiteY11" fmla="*/ 38614 h 77178"/>
                <a:gd name="connsiteX12" fmla="*/ 44789 w 51419"/>
                <a:gd name="connsiteY12" fmla="*/ 67313 h 77178"/>
                <a:gd name="connsiteX13" fmla="*/ 25710 w 51419"/>
                <a:gd name="connsiteY13" fmla="*/ 77179 h 77178"/>
                <a:gd name="connsiteX14" fmla="*/ 6569 w 51419"/>
                <a:gd name="connsiteY14" fmla="*/ 67313 h 77178"/>
                <a:gd name="connsiteX15" fmla="*/ 0 w 51419"/>
                <a:gd name="connsiteY15" fmla="*/ 38614 h 77178"/>
                <a:gd name="connsiteX16" fmla="*/ 6569 w 51419"/>
                <a:gd name="connsiteY16" fmla="*/ 9915 h 77178"/>
                <a:gd name="connsiteX17" fmla="*/ 25710 w 51419"/>
                <a:gd name="connsiteY17" fmla="*/ 0 h 7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19" h="77178">
                  <a:moveTo>
                    <a:pt x="25710" y="7971"/>
                  </a:moveTo>
                  <a:cubicBezTo>
                    <a:pt x="20531" y="7971"/>
                    <a:pt x="16619" y="10530"/>
                    <a:pt x="13999" y="15647"/>
                  </a:cubicBezTo>
                  <a:cubicBezTo>
                    <a:pt x="11403" y="20728"/>
                    <a:pt x="10112" y="28379"/>
                    <a:pt x="10112" y="38614"/>
                  </a:cubicBezTo>
                  <a:cubicBezTo>
                    <a:pt x="10112" y="48812"/>
                    <a:pt x="11403" y="56476"/>
                    <a:pt x="13999" y="61593"/>
                  </a:cubicBezTo>
                  <a:cubicBezTo>
                    <a:pt x="16619" y="66673"/>
                    <a:pt x="20531" y="69208"/>
                    <a:pt x="25710" y="69208"/>
                  </a:cubicBezTo>
                  <a:cubicBezTo>
                    <a:pt x="30926" y="69208"/>
                    <a:pt x="34825" y="66673"/>
                    <a:pt x="37421" y="61593"/>
                  </a:cubicBezTo>
                  <a:cubicBezTo>
                    <a:pt x="40041" y="56476"/>
                    <a:pt x="41357" y="48812"/>
                    <a:pt x="41357" y="38614"/>
                  </a:cubicBezTo>
                  <a:cubicBezTo>
                    <a:pt x="41357" y="28379"/>
                    <a:pt x="40041" y="20728"/>
                    <a:pt x="37421" y="15647"/>
                  </a:cubicBezTo>
                  <a:cubicBezTo>
                    <a:pt x="34825" y="10530"/>
                    <a:pt x="30926" y="7971"/>
                    <a:pt x="25710" y="7971"/>
                  </a:cubicBezTo>
                  <a:moveTo>
                    <a:pt x="25710" y="0"/>
                  </a:moveTo>
                  <a:cubicBezTo>
                    <a:pt x="34050" y="0"/>
                    <a:pt x="40410" y="3309"/>
                    <a:pt x="44789" y="9915"/>
                  </a:cubicBezTo>
                  <a:cubicBezTo>
                    <a:pt x="49205" y="16496"/>
                    <a:pt x="51420" y="26054"/>
                    <a:pt x="51420" y="38614"/>
                  </a:cubicBezTo>
                  <a:cubicBezTo>
                    <a:pt x="51420" y="51137"/>
                    <a:pt x="49205" y="60707"/>
                    <a:pt x="44789" y="67313"/>
                  </a:cubicBezTo>
                  <a:cubicBezTo>
                    <a:pt x="40410" y="73894"/>
                    <a:pt x="34050" y="77179"/>
                    <a:pt x="25710" y="77179"/>
                  </a:cubicBezTo>
                  <a:cubicBezTo>
                    <a:pt x="17370" y="77179"/>
                    <a:pt x="10985" y="73894"/>
                    <a:pt x="6569" y="67313"/>
                  </a:cubicBezTo>
                  <a:cubicBezTo>
                    <a:pt x="2190" y="60707"/>
                    <a:pt x="0" y="51137"/>
                    <a:pt x="0" y="38614"/>
                  </a:cubicBezTo>
                  <a:cubicBezTo>
                    <a:pt x="0" y="26054"/>
                    <a:pt x="2190" y="16496"/>
                    <a:pt x="6569" y="9915"/>
                  </a:cubicBezTo>
                  <a:cubicBezTo>
                    <a:pt x="10985" y="3309"/>
                    <a:pt x="17370" y="0"/>
                    <a:pt x="25710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106C460-96EF-8C01-FE32-E871DE1F024B}"/>
                </a:ext>
              </a:extLst>
            </p:cNvPr>
            <p:cNvSpPr/>
            <p:nvPr/>
          </p:nvSpPr>
          <p:spPr>
            <a:xfrm>
              <a:off x="6685672" y="4768542"/>
              <a:ext cx="44297" cy="74398"/>
            </a:xfrm>
            <a:custGeom>
              <a:avLst/>
              <a:gdLst>
                <a:gd name="connsiteX0" fmla="*/ 1451 w 44297"/>
                <a:gd name="connsiteY0" fmla="*/ 65923 h 74398"/>
                <a:gd name="connsiteX1" fmla="*/ 17886 w 44297"/>
                <a:gd name="connsiteY1" fmla="*/ 65923 h 74398"/>
                <a:gd name="connsiteX2" fmla="*/ 17886 w 44297"/>
                <a:gd name="connsiteY2" fmla="*/ 9165 h 74398"/>
                <a:gd name="connsiteX3" fmla="*/ 0 w 44297"/>
                <a:gd name="connsiteY3" fmla="*/ 12757 h 74398"/>
                <a:gd name="connsiteX4" fmla="*/ 0 w 44297"/>
                <a:gd name="connsiteY4" fmla="*/ 3592 h 74398"/>
                <a:gd name="connsiteX5" fmla="*/ 17788 w 44297"/>
                <a:gd name="connsiteY5" fmla="*/ 0 h 74398"/>
                <a:gd name="connsiteX6" fmla="*/ 27863 w 44297"/>
                <a:gd name="connsiteY6" fmla="*/ 0 h 74398"/>
                <a:gd name="connsiteX7" fmla="*/ 27863 w 44297"/>
                <a:gd name="connsiteY7" fmla="*/ 65923 h 74398"/>
                <a:gd name="connsiteX8" fmla="*/ 44297 w 44297"/>
                <a:gd name="connsiteY8" fmla="*/ 65923 h 74398"/>
                <a:gd name="connsiteX9" fmla="*/ 44297 w 44297"/>
                <a:gd name="connsiteY9" fmla="*/ 74399 h 74398"/>
                <a:gd name="connsiteX10" fmla="*/ 1451 w 44297"/>
                <a:gd name="connsiteY10" fmla="*/ 74399 h 74398"/>
                <a:gd name="connsiteX11" fmla="*/ 1451 w 44297"/>
                <a:gd name="connsiteY11" fmla="*/ 65923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297" h="74398">
                  <a:moveTo>
                    <a:pt x="1451" y="65923"/>
                  </a:moveTo>
                  <a:lnTo>
                    <a:pt x="17886" y="65923"/>
                  </a:lnTo>
                  <a:lnTo>
                    <a:pt x="17886" y="9165"/>
                  </a:lnTo>
                  <a:lnTo>
                    <a:pt x="0" y="12757"/>
                  </a:lnTo>
                  <a:lnTo>
                    <a:pt x="0" y="3592"/>
                  </a:lnTo>
                  <a:lnTo>
                    <a:pt x="17788" y="0"/>
                  </a:lnTo>
                  <a:lnTo>
                    <a:pt x="27863" y="0"/>
                  </a:lnTo>
                  <a:lnTo>
                    <a:pt x="27863" y="65923"/>
                  </a:lnTo>
                  <a:lnTo>
                    <a:pt x="44297" y="65923"/>
                  </a:lnTo>
                  <a:lnTo>
                    <a:pt x="44297" y="74399"/>
                  </a:lnTo>
                  <a:lnTo>
                    <a:pt x="1451" y="74399"/>
                  </a:lnTo>
                  <a:lnTo>
                    <a:pt x="1451" y="65923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DED4E60-790D-2E60-D5FB-863E190E78E6}"/>
                </a:ext>
              </a:extLst>
            </p:cNvPr>
            <p:cNvSpPr/>
            <p:nvPr/>
          </p:nvSpPr>
          <p:spPr>
            <a:xfrm>
              <a:off x="7169473" y="4767201"/>
              <a:ext cx="47249" cy="75739"/>
            </a:xfrm>
            <a:custGeom>
              <a:avLst/>
              <a:gdLst>
                <a:gd name="connsiteX0" fmla="*/ 12117 w 47249"/>
                <a:gd name="connsiteY0" fmla="*/ 67264 h 75739"/>
                <a:gd name="connsiteX1" fmla="*/ 47250 w 47249"/>
                <a:gd name="connsiteY1" fmla="*/ 67264 h 75739"/>
                <a:gd name="connsiteX2" fmla="*/ 47250 w 47249"/>
                <a:gd name="connsiteY2" fmla="*/ 75739 h 75739"/>
                <a:gd name="connsiteX3" fmla="*/ 0 w 47249"/>
                <a:gd name="connsiteY3" fmla="*/ 75739 h 75739"/>
                <a:gd name="connsiteX4" fmla="*/ 0 w 47249"/>
                <a:gd name="connsiteY4" fmla="*/ 67264 h 75739"/>
                <a:gd name="connsiteX5" fmla="*/ 15598 w 47249"/>
                <a:gd name="connsiteY5" fmla="*/ 51371 h 75739"/>
                <a:gd name="connsiteX6" fmla="*/ 28059 w 47249"/>
                <a:gd name="connsiteY6" fmla="*/ 38466 h 75739"/>
                <a:gd name="connsiteX7" fmla="*/ 34788 w 47249"/>
                <a:gd name="connsiteY7" fmla="*/ 29302 h 75739"/>
                <a:gd name="connsiteX8" fmla="*/ 36732 w 47249"/>
                <a:gd name="connsiteY8" fmla="*/ 21872 h 75739"/>
                <a:gd name="connsiteX9" fmla="*/ 32549 w 47249"/>
                <a:gd name="connsiteY9" fmla="*/ 12203 h 75739"/>
                <a:gd name="connsiteX10" fmla="*/ 21737 w 47249"/>
                <a:gd name="connsiteY10" fmla="*/ 8463 h 75739"/>
                <a:gd name="connsiteX11" fmla="*/ 11711 w 47249"/>
                <a:gd name="connsiteY11" fmla="*/ 10112 h 75739"/>
                <a:gd name="connsiteX12" fmla="*/ 505 w 47249"/>
                <a:gd name="connsiteY12" fmla="*/ 15094 h 75739"/>
                <a:gd name="connsiteX13" fmla="*/ 505 w 47249"/>
                <a:gd name="connsiteY13" fmla="*/ 4933 h 75739"/>
                <a:gd name="connsiteX14" fmla="*/ 11859 w 47249"/>
                <a:gd name="connsiteY14" fmla="*/ 1242 h 75739"/>
                <a:gd name="connsiteX15" fmla="*/ 21527 w 47249"/>
                <a:gd name="connsiteY15" fmla="*/ 0 h 75739"/>
                <a:gd name="connsiteX16" fmla="*/ 39967 w 47249"/>
                <a:gd name="connsiteY16" fmla="*/ 5782 h 75739"/>
                <a:gd name="connsiteX17" fmla="*/ 46844 w 47249"/>
                <a:gd name="connsiteY17" fmla="*/ 21220 h 75739"/>
                <a:gd name="connsiteX18" fmla="*/ 45097 w 47249"/>
                <a:gd name="connsiteY18" fmla="*/ 29941 h 75739"/>
                <a:gd name="connsiteX19" fmla="*/ 38872 w 47249"/>
                <a:gd name="connsiteY19" fmla="*/ 39610 h 75739"/>
                <a:gd name="connsiteX20" fmla="*/ 30950 w 47249"/>
                <a:gd name="connsiteY20" fmla="*/ 47988 h 75739"/>
                <a:gd name="connsiteX21" fmla="*/ 12117 w 47249"/>
                <a:gd name="connsiteY21" fmla="*/ 67264 h 7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249" h="75739">
                  <a:moveTo>
                    <a:pt x="12117" y="67264"/>
                  </a:moveTo>
                  <a:lnTo>
                    <a:pt x="47250" y="67264"/>
                  </a:lnTo>
                  <a:lnTo>
                    <a:pt x="47250" y="75739"/>
                  </a:lnTo>
                  <a:lnTo>
                    <a:pt x="0" y="75739"/>
                  </a:lnTo>
                  <a:lnTo>
                    <a:pt x="0" y="67264"/>
                  </a:lnTo>
                  <a:cubicBezTo>
                    <a:pt x="3826" y="63315"/>
                    <a:pt x="9017" y="58013"/>
                    <a:pt x="15598" y="51371"/>
                  </a:cubicBezTo>
                  <a:cubicBezTo>
                    <a:pt x="22204" y="44691"/>
                    <a:pt x="26362" y="40398"/>
                    <a:pt x="28059" y="38466"/>
                  </a:cubicBezTo>
                  <a:cubicBezTo>
                    <a:pt x="31282" y="34837"/>
                    <a:pt x="33521" y="31787"/>
                    <a:pt x="34788" y="29302"/>
                  </a:cubicBezTo>
                  <a:cubicBezTo>
                    <a:pt x="36080" y="26780"/>
                    <a:pt x="36732" y="24295"/>
                    <a:pt x="36732" y="21872"/>
                  </a:cubicBezTo>
                  <a:cubicBezTo>
                    <a:pt x="36732" y="17923"/>
                    <a:pt x="35342" y="14700"/>
                    <a:pt x="32549" y="12203"/>
                  </a:cubicBezTo>
                  <a:cubicBezTo>
                    <a:pt x="29782" y="9706"/>
                    <a:pt x="26177" y="8463"/>
                    <a:pt x="21737" y="8463"/>
                  </a:cubicBezTo>
                  <a:cubicBezTo>
                    <a:pt x="18575" y="8463"/>
                    <a:pt x="15242" y="9017"/>
                    <a:pt x="11711" y="10112"/>
                  </a:cubicBezTo>
                  <a:cubicBezTo>
                    <a:pt x="8230" y="11207"/>
                    <a:pt x="4490" y="12867"/>
                    <a:pt x="505" y="15094"/>
                  </a:cubicBezTo>
                  <a:lnTo>
                    <a:pt x="505" y="4933"/>
                  </a:lnTo>
                  <a:cubicBezTo>
                    <a:pt x="4551" y="3297"/>
                    <a:pt x="8340" y="2067"/>
                    <a:pt x="11859" y="1242"/>
                  </a:cubicBezTo>
                  <a:cubicBezTo>
                    <a:pt x="15389" y="418"/>
                    <a:pt x="18612" y="0"/>
                    <a:pt x="21527" y="0"/>
                  </a:cubicBezTo>
                  <a:cubicBezTo>
                    <a:pt x="29240" y="0"/>
                    <a:pt x="35379" y="1931"/>
                    <a:pt x="39967" y="5782"/>
                  </a:cubicBezTo>
                  <a:cubicBezTo>
                    <a:pt x="44556" y="9632"/>
                    <a:pt x="46844" y="14774"/>
                    <a:pt x="46844" y="21220"/>
                  </a:cubicBezTo>
                  <a:cubicBezTo>
                    <a:pt x="46844" y="24283"/>
                    <a:pt x="46266" y="27186"/>
                    <a:pt x="45097" y="29941"/>
                  </a:cubicBezTo>
                  <a:cubicBezTo>
                    <a:pt x="43977" y="32660"/>
                    <a:pt x="41899" y="35883"/>
                    <a:pt x="38872" y="39610"/>
                  </a:cubicBezTo>
                  <a:cubicBezTo>
                    <a:pt x="38048" y="40582"/>
                    <a:pt x="35403" y="43375"/>
                    <a:pt x="30950" y="47988"/>
                  </a:cubicBezTo>
                  <a:cubicBezTo>
                    <a:pt x="26497" y="52576"/>
                    <a:pt x="20223" y="58997"/>
                    <a:pt x="12117" y="67264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1C56DEC-D1BF-77C7-E8D8-070A6858BB92}"/>
                </a:ext>
              </a:extLst>
            </p:cNvPr>
            <p:cNvSpPr/>
            <p:nvPr/>
          </p:nvSpPr>
          <p:spPr>
            <a:xfrm>
              <a:off x="4988013" y="4680071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742A827-0541-13AA-01B5-BD88AD1018F9}"/>
                </a:ext>
              </a:extLst>
            </p:cNvPr>
            <p:cNvSpPr/>
            <p:nvPr/>
          </p:nvSpPr>
          <p:spPr>
            <a:xfrm>
              <a:off x="4988013" y="4294669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7B98B91-CF4C-C884-DF37-FDD9B07ED430}"/>
                </a:ext>
              </a:extLst>
            </p:cNvPr>
            <p:cNvSpPr/>
            <p:nvPr/>
          </p:nvSpPr>
          <p:spPr>
            <a:xfrm>
              <a:off x="4988013" y="3909257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1B7AF6D-FBCD-116E-BAE1-55C86E044344}"/>
                </a:ext>
              </a:extLst>
            </p:cNvPr>
            <p:cNvSpPr/>
            <p:nvPr/>
          </p:nvSpPr>
          <p:spPr>
            <a:xfrm>
              <a:off x="4988013" y="3523848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A8C2218-658F-ECD2-811D-A8267405113C}"/>
                </a:ext>
              </a:extLst>
            </p:cNvPr>
            <p:cNvSpPr/>
            <p:nvPr/>
          </p:nvSpPr>
          <p:spPr>
            <a:xfrm>
              <a:off x="4988013" y="3138439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6DDD43D-AC45-667D-507F-B079E980BC81}"/>
                </a:ext>
              </a:extLst>
            </p:cNvPr>
            <p:cNvSpPr/>
            <p:nvPr/>
          </p:nvSpPr>
          <p:spPr>
            <a:xfrm>
              <a:off x="4988013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DB8708C-4370-52C2-B343-02CF6E3CB2E9}"/>
                </a:ext>
              </a:extLst>
            </p:cNvPr>
            <p:cNvSpPr/>
            <p:nvPr/>
          </p:nvSpPr>
          <p:spPr>
            <a:xfrm>
              <a:off x="4988013" y="4680071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211385C5-BA8C-70D1-2E6B-9B614A364DB4}"/>
                </a:ext>
              </a:extLst>
            </p:cNvPr>
            <p:cNvSpPr/>
            <p:nvPr/>
          </p:nvSpPr>
          <p:spPr>
            <a:xfrm>
              <a:off x="4988013" y="4294669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0671431-A832-7745-1553-F938C7947CD4}"/>
                </a:ext>
              </a:extLst>
            </p:cNvPr>
            <p:cNvSpPr/>
            <p:nvPr/>
          </p:nvSpPr>
          <p:spPr>
            <a:xfrm>
              <a:off x="4988013" y="3909257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44A106FA-31A3-67E7-0308-767FDC2E7811}"/>
                </a:ext>
              </a:extLst>
            </p:cNvPr>
            <p:cNvSpPr/>
            <p:nvPr/>
          </p:nvSpPr>
          <p:spPr>
            <a:xfrm>
              <a:off x="4988013" y="3523848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23D9B52-07B8-7ECD-C9DE-362A7DE24E97}"/>
                </a:ext>
              </a:extLst>
            </p:cNvPr>
            <p:cNvSpPr/>
            <p:nvPr/>
          </p:nvSpPr>
          <p:spPr>
            <a:xfrm>
              <a:off x="4988013" y="3138439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37F8B2F7-BD71-E16F-E71F-CFC3A106AB85}"/>
                </a:ext>
              </a:extLst>
            </p:cNvPr>
            <p:cNvSpPr/>
            <p:nvPr/>
          </p:nvSpPr>
          <p:spPr>
            <a:xfrm>
              <a:off x="4730001" y="4641530"/>
              <a:ext cx="51425" cy="77191"/>
            </a:xfrm>
            <a:custGeom>
              <a:avLst/>
              <a:gdLst>
                <a:gd name="connsiteX0" fmla="*/ 25714 w 51425"/>
                <a:gd name="connsiteY0" fmla="*/ 7971 h 77191"/>
                <a:gd name="connsiteX1" fmla="*/ 14003 w 51425"/>
                <a:gd name="connsiteY1" fmla="*/ 15647 h 77191"/>
                <a:gd name="connsiteX2" fmla="*/ 10115 w 51425"/>
                <a:gd name="connsiteY2" fmla="*/ 38614 h 77191"/>
                <a:gd name="connsiteX3" fmla="*/ 14003 w 51425"/>
                <a:gd name="connsiteY3" fmla="*/ 61593 h 77191"/>
                <a:gd name="connsiteX4" fmla="*/ 25714 w 51425"/>
                <a:gd name="connsiteY4" fmla="*/ 69220 h 77191"/>
                <a:gd name="connsiteX5" fmla="*/ 37423 w 51425"/>
                <a:gd name="connsiteY5" fmla="*/ 61593 h 77191"/>
                <a:gd name="connsiteX6" fmla="*/ 41361 w 51425"/>
                <a:gd name="connsiteY6" fmla="*/ 38614 h 77191"/>
                <a:gd name="connsiteX7" fmla="*/ 37423 w 51425"/>
                <a:gd name="connsiteY7" fmla="*/ 15647 h 77191"/>
                <a:gd name="connsiteX8" fmla="*/ 25714 w 51425"/>
                <a:gd name="connsiteY8" fmla="*/ 7971 h 77191"/>
                <a:gd name="connsiteX9" fmla="*/ 25714 w 51425"/>
                <a:gd name="connsiteY9" fmla="*/ 0 h 77191"/>
                <a:gd name="connsiteX10" fmla="*/ 44799 w 51425"/>
                <a:gd name="connsiteY10" fmla="*/ 9915 h 77191"/>
                <a:gd name="connsiteX11" fmla="*/ 51426 w 51425"/>
                <a:gd name="connsiteY11" fmla="*/ 38614 h 77191"/>
                <a:gd name="connsiteX12" fmla="*/ 44799 w 51425"/>
                <a:gd name="connsiteY12" fmla="*/ 67325 h 77191"/>
                <a:gd name="connsiteX13" fmla="*/ 25714 w 51425"/>
                <a:gd name="connsiteY13" fmla="*/ 77191 h 77191"/>
                <a:gd name="connsiteX14" fmla="*/ 6578 w 51425"/>
                <a:gd name="connsiteY14" fmla="*/ 67325 h 77191"/>
                <a:gd name="connsiteX15" fmla="*/ 0 w 51425"/>
                <a:gd name="connsiteY15" fmla="*/ 38614 h 77191"/>
                <a:gd name="connsiteX16" fmla="*/ 6578 w 51425"/>
                <a:gd name="connsiteY16" fmla="*/ 9915 h 77191"/>
                <a:gd name="connsiteX17" fmla="*/ 25714 w 51425"/>
                <a:gd name="connsiteY17" fmla="*/ 0 h 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91">
                  <a:moveTo>
                    <a:pt x="25714" y="7971"/>
                  </a:moveTo>
                  <a:cubicBezTo>
                    <a:pt x="20531" y="7971"/>
                    <a:pt x="16627" y="10530"/>
                    <a:pt x="14003" y="15647"/>
                  </a:cubicBezTo>
                  <a:cubicBezTo>
                    <a:pt x="11411" y="20728"/>
                    <a:pt x="10115" y="28392"/>
                    <a:pt x="10115" y="38614"/>
                  </a:cubicBezTo>
                  <a:cubicBezTo>
                    <a:pt x="10115" y="48812"/>
                    <a:pt x="11411" y="56476"/>
                    <a:pt x="14003" y="61593"/>
                  </a:cubicBezTo>
                  <a:cubicBezTo>
                    <a:pt x="16627" y="66674"/>
                    <a:pt x="20531" y="69220"/>
                    <a:pt x="25714" y="69220"/>
                  </a:cubicBezTo>
                  <a:cubicBezTo>
                    <a:pt x="30929" y="69220"/>
                    <a:pt x="34833" y="66674"/>
                    <a:pt x="37423" y="61593"/>
                  </a:cubicBezTo>
                  <a:cubicBezTo>
                    <a:pt x="40048" y="56476"/>
                    <a:pt x="41361" y="48812"/>
                    <a:pt x="41361" y="38614"/>
                  </a:cubicBezTo>
                  <a:cubicBezTo>
                    <a:pt x="41361" y="28392"/>
                    <a:pt x="40048" y="20728"/>
                    <a:pt x="37423" y="15647"/>
                  </a:cubicBezTo>
                  <a:cubicBezTo>
                    <a:pt x="34833" y="10530"/>
                    <a:pt x="30929" y="7971"/>
                    <a:pt x="25714" y="7971"/>
                  </a:cubicBezTo>
                  <a:moveTo>
                    <a:pt x="25714" y="0"/>
                  </a:moveTo>
                  <a:cubicBezTo>
                    <a:pt x="34053" y="0"/>
                    <a:pt x="40414" y="3309"/>
                    <a:pt x="44799" y="9915"/>
                  </a:cubicBezTo>
                  <a:cubicBezTo>
                    <a:pt x="49217" y="16496"/>
                    <a:pt x="51426" y="26054"/>
                    <a:pt x="51426" y="38614"/>
                  </a:cubicBezTo>
                  <a:cubicBezTo>
                    <a:pt x="51426" y="51149"/>
                    <a:pt x="49217" y="60720"/>
                    <a:pt x="44799" y="67325"/>
                  </a:cubicBezTo>
                  <a:cubicBezTo>
                    <a:pt x="40414" y="73907"/>
                    <a:pt x="34053" y="77191"/>
                    <a:pt x="25714" y="77191"/>
                  </a:cubicBezTo>
                  <a:cubicBezTo>
                    <a:pt x="17374" y="77191"/>
                    <a:pt x="10996" y="73907"/>
                    <a:pt x="6578" y="67325"/>
                  </a:cubicBezTo>
                  <a:cubicBezTo>
                    <a:pt x="2192" y="60720"/>
                    <a:pt x="0" y="51149"/>
                    <a:pt x="0" y="38614"/>
                  </a:cubicBezTo>
                  <a:cubicBezTo>
                    <a:pt x="0" y="26054"/>
                    <a:pt x="2192" y="16496"/>
                    <a:pt x="6578" y="9915"/>
                  </a:cubicBezTo>
                  <a:cubicBezTo>
                    <a:pt x="10996" y="3309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61BA3F2-0308-E2D3-E83A-FCAA339A277E}"/>
                </a:ext>
              </a:extLst>
            </p:cNvPr>
            <p:cNvSpPr/>
            <p:nvPr/>
          </p:nvSpPr>
          <p:spPr>
            <a:xfrm>
              <a:off x="4799117" y="4704612"/>
              <a:ext cx="10515" cy="12658"/>
            </a:xfrm>
            <a:custGeom>
              <a:avLst/>
              <a:gdLst>
                <a:gd name="connsiteX0" fmla="*/ 0 w 10515"/>
                <a:gd name="connsiteY0" fmla="*/ 0 h 12658"/>
                <a:gd name="connsiteX1" fmla="*/ 10515 w 10515"/>
                <a:gd name="connsiteY1" fmla="*/ 0 h 12658"/>
                <a:gd name="connsiteX2" fmla="*/ 10515 w 10515"/>
                <a:gd name="connsiteY2" fmla="*/ 12658 h 12658"/>
                <a:gd name="connsiteX3" fmla="*/ 0 w 10515"/>
                <a:gd name="connsiteY3" fmla="*/ 12658 h 12658"/>
                <a:gd name="connsiteX4" fmla="*/ 0 w 10515"/>
                <a:gd name="connsiteY4" fmla="*/ 0 h 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" h="12658">
                  <a:moveTo>
                    <a:pt x="0" y="0"/>
                  </a:moveTo>
                  <a:lnTo>
                    <a:pt x="10515" y="0"/>
                  </a:lnTo>
                  <a:lnTo>
                    <a:pt x="10515" y="12658"/>
                  </a:lnTo>
                  <a:lnTo>
                    <a:pt x="0" y="12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86BD04D-71CB-01BA-3A58-1A1F95F84F97}"/>
                </a:ext>
              </a:extLst>
            </p:cNvPr>
            <p:cNvSpPr/>
            <p:nvPr/>
          </p:nvSpPr>
          <p:spPr>
            <a:xfrm>
              <a:off x="4827372" y="4641530"/>
              <a:ext cx="51425" cy="77191"/>
            </a:xfrm>
            <a:custGeom>
              <a:avLst/>
              <a:gdLst>
                <a:gd name="connsiteX0" fmla="*/ 25712 w 51425"/>
                <a:gd name="connsiteY0" fmla="*/ 7971 h 77191"/>
                <a:gd name="connsiteX1" fmla="*/ 14003 w 51425"/>
                <a:gd name="connsiteY1" fmla="*/ 15647 h 77191"/>
                <a:gd name="connsiteX2" fmla="*/ 10115 w 51425"/>
                <a:gd name="connsiteY2" fmla="*/ 38614 h 77191"/>
                <a:gd name="connsiteX3" fmla="*/ 14003 w 51425"/>
                <a:gd name="connsiteY3" fmla="*/ 61593 h 77191"/>
                <a:gd name="connsiteX4" fmla="*/ 25712 w 51425"/>
                <a:gd name="connsiteY4" fmla="*/ 69220 h 77191"/>
                <a:gd name="connsiteX5" fmla="*/ 37423 w 51425"/>
                <a:gd name="connsiteY5" fmla="*/ 61593 h 77191"/>
                <a:gd name="connsiteX6" fmla="*/ 41360 w 51425"/>
                <a:gd name="connsiteY6" fmla="*/ 38614 h 77191"/>
                <a:gd name="connsiteX7" fmla="*/ 37423 w 51425"/>
                <a:gd name="connsiteY7" fmla="*/ 15647 h 77191"/>
                <a:gd name="connsiteX8" fmla="*/ 25712 w 51425"/>
                <a:gd name="connsiteY8" fmla="*/ 7971 h 77191"/>
                <a:gd name="connsiteX9" fmla="*/ 25712 w 51425"/>
                <a:gd name="connsiteY9" fmla="*/ 0 h 77191"/>
                <a:gd name="connsiteX10" fmla="*/ 44798 w 51425"/>
                <a:gd name="connsiteY10" fmla="*/ 9915 h 77191"/>
                <a:gd name="connsiteX11" fmla="*/ 51426 w 51425"/>
                <a:gd name="connsiteY11" fmla="*/ 38614 h 77191"/>
                <a:gd name="connsiteX12" fmla="*/ 44798 w 51425"/>
                <a:gd name="connsiteY12" fmla="*/ 67325 h 77191"/>
                <a:gd name="connsiteX13" fmla="*/ 25712 w 51425"/>
                <a:gd name="connsiteY13" fmla="*/ 77191 h 77191"/>
                <a:gd name="connsiteX14" fmla="*/ 6578 w 51425"/>
                <a:gd name="connsiteY14" fmla="*/ 67325 h 77191"/>
                <a:gd name="connsiteX15" fmla="*/ 0 w 51425"/>
                <a:gd name="connsiteY15" fmla="*/ 38614 h 77191"/>
                <a:gd name="connsiteX16" fmla="*/ 6578 w 51425"/>
                <a:gd name="connsiteY16" fmla="*/ 9915 h 77191"/>
                <a:gd name="connsiteX17" fmla="*/ 25712 w 51425"/>
                <a:gd name="connsiteY17" fmla="*/ 0 h 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91">
                  <a:moveTo>
                    <a:pt x="25712" y="7971"/>
                  </a:moveTo>
                  <a:cubicBezTo>
                    <a:pt x="20530" y="7971"/>
                    <a:pt x="16627" y="10530"/>
                    <a:pt x="14003" y="15647"/>
                  </a:cubicBezTo>
                  <a:cubicBezTo>
                    <a:pt x="11411" y="20728"/>
                    <a:pt x="10115" y="28392"/>
                    <a:pt x="10115" y="38614"/>
                  </a:cubicBezTo>
                  <a:cubicBezTo>
                    <a:pt x="10115" y="48812"/>
                    <a:pt x="11411" y="56476"/>
                    <a:pt x="14003" y="61593"/>
                  </a:cubicBezTo>
                  <a:cubicBezTo>
                    <a:pt x="16627" y="66674"/>
                    <a:pt x="20530" y="69220"/>
                    <a:pt x="25712" y="69220"/>
                  </a:cubicBezTo>
                  <a:cubicBezTo>
                    <a:pt x="30928" y="69220"/>
                    <a:pt x="34831" y="66674"/>
                    <a:pt x="37423" y="61593"/>
                  </a:cubicBezTo>
                  <a:cubicBezTo>
                    <a:pt x="40047" y="56476"/>
                    <a:pt x="41360" y="48812"/>
                    <a:pt x="41360" y="38614"/>
                  </a:cubicBezTo>
                  <a:cubicBezTo>
                    <a:pt x="41360" y="28392"/>
                    <a:pt x="40047" y="20728"/>
                    <a:pt x="37423" y="15647"/>
                  </a:cubicBezTo>
                  <a:cubicBezTo>
                    <a:pt x="34831" y="10530"/>
                    <a:pt x="30928" y="7971"/>
                    <a:pt x="25712" y="7971"/>
                  </a:cubicBezTo>
                  <a:moveTo>
                    <a:pt x="25712" y="0"/>
                  </a:moveTo>
                  <a:cubicBezTo>
                    <a:pt x="34051" y="0"/>
                    <a:pt x="40412" y="3309"/>
                    <a:pt x="44798" y="9915"/>
                  </a:cubicBezTo>
                  <a:cubicBezTo>
                    <a:pt x="49217" y="16496"/>
                    <a:pt x="51426" y="26054"/>
                    <a:pt x="51426" y="38614"/>
                  </a:cubicBezTo>
                  <a:cubicBezTo>
                    <a:pt x="51426" y="51149"/>
                    <a:pt x="49217" y="60720"/>
                    <a:pt x="44798" y="67325"/>
                  </a:cubicBezTo>
                  <a:cubicBezTo>
                    <a:pt x="40412" y="73907"/>
                    <a:pt x="34051" y="77191"/>
                    <a:pt x="25712" y="77191"/>
                  </a:cubicBezTo>
                  <a:cubicBezTo>
                    <a:pt x="17374" y="77191"/>
                    <a:pt x="10996" y="73907"/>
                    <a:pt x="6578" y="67325"/>
                  </a:cubicBezTo>
                  <a:cubicBezTo>
                    <a:pt x="2192" y="60720"/>
                    <a:pt x="0" y="51149"/>
                    <a:pt x="0" y="38614"/>
                  </a:cubicBezTo>
                  <a:cubicBezTo>
                    <a:pt x="0" y="26054"/>
                    <a:pt x="2192" y="16496"/>
                    <a:pt x="6578" y="9915"/>
                  </a:cubicBezTo>
                  <a:cubicBezTo>
                    <a:pt x="10996" y="3309"/>
                    <a:pt x="17374" y="0"/>
                    <a:pt x="25712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AC04CB1-486F-FFE9-B269-0FCDB71888D3}"/>
                </a:ext>
              </a:extLst>
            </p:cNvPr>
            <p:cNvSpPr/>
            <p:nvPr/>
          </p:nvSpPr>
          <p:spPr>
            <a:xfrm>
              <a:off x="4892303" y="4641530"/>
              <a:ext cx="51425" cy="77191"/>
            </a:xfrm>
            <a:custGeom>
              <a:avLst/>
              <a:gdLst>
                <a:gd name="connsiteX0" fmla="*/ 25714 w 51425"/>
                <a:gd name="connsiteY0" fmla="*/ 7971 h 77191"/>
                <a:gd name="connsiteX1" fmla="*/ 14003 w 51425"/>
                <a:gd name="connsiteY1" fmla="*/ 15647 h 77191"/>
                <a:gd name="connsiteX2" fmla="*/ 10115 w 51425"/>
                <a:gd name="connsiteY2" fmla="*/ 38614 h 77191"/>
                <a:gd name="connsiteX3" fmla="*/ 14003 w 51425"/>
                <a:gd name="connsiteY3" fmla="*/ 61593 h 77191"/>
                <a:gd name="connsiteX4" fmla="*/ 25714 w 51425"/>
                <a:gd name="connsiteY4" fmla="*/ 69220 h 77191"/>
                <a:gd name="connsiteX5" fmla="*/ 37423 w 51425"/>
                <a:gd name="connsiteY5" fmla="*/ 61593 h 77191"/>
                <a:gd name="connsiteX6" fmla="*/ 41361 w 51425"/>
                <a:gd name="connsiteY6" fmla="*/ 38614 h 77191"/>
                <a:gd name="connsiteX7" fmla="*/ 37423 w 51425"/>
                <a:gd name="connsiteY7" fmla="*/ 15647 h 77191"/>
                <a:gd name="connsiteX8" fmla="*/ 25714 w 51425"/>
                <a:gd name="connsiteY8" fmla="*/ 7971 h 77191"/>
                <a:gd name="connsiteX9" fmla="*/ 25714 w 51425"/>
                <a:gd name="connsiteY9" fmla="*/ 0 h 77191"/>
                <a:gd name="connsiteX10" fmla="*/ 44799 w 51425"/>
                <a:gd name="connsiteY10" fmla="*/ 9915 h 77191"/>
                <a:gd name="connsiteX11" fmla="*/ 51426 w 51425"/>
                <a:gd name="connsiteY11" fmla="*/ 38614 h 77191"/>
                <a:gd name="connsiteX12" fmla="*/ 44799 w 51425"/>
                <a:gd name="connsiteY12" fmla="*/ 67325 h 77191"/>
                <a:gd name="connsiteX13" fmla="*/ 25714 w 51425"/>
                <a:gd name="connsiteY13" fmla="*/ 77191 h 77191"/>
                <a:gd name="connsiteX14" fmla="*/ 6578 w 51425"/>
                <a:gd name="connsiteY14" fmla="*/ 67325 h 77191"/>
                <a:gd name="connsiteX15" fmla="*/ 0 w 51425"/>
                <a:gd name="connsiteY15" fmla="*/ 38614 h 77191"/>
                <a:gd name="connsiteX16" fmla="*/ 6578 w 51425"/>
                <a:gd name="connsiteY16" fmla="*/ 9915 h 77191"/>
                <a:gd name="connsiteX17" fmla="*/ 25714 w 51425"/>
                <a:gd name="connsiteY17" fmla="*/ 0 h 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91">
                  <a:moveTo>
                    <a:pt x="25714" y="7971"/>
                  </a:moveTo>
                  <a:cubicBezTo>
                    <a:pt x="20531" y="7971"/>
                    <a:pt x="16627" y="10530"/>
                    <a:pt x="14003" y="15647"/>
                  </a:cubicBezTo>
                  <a:cubicBezTo>
                    <a:pt x="11411" y="20728"/>
                    <a:pt x="10115" y="28392"/>
                    <a:pt x="10115" y="38614"/>
                  </a:cubicBezTo>
                  <a:cubicBezTo>
                    <a:pt x="10115" y="48812"/>
                    <a:pt x="11411" y="56476"/>
                    <a:pt x="14003" y="61593"/>
                  </a:cubicBezTo>
                  <a:cubicBezTo>
                    <a:pt x="16627" y="66674"/>
                    <a:pt x="20531" y="69220"/>
                    <a:pt x="25714" y="69220"/>
                  </a:cubicBezTo>
                  <a:cubicBezTo>
                    <a:pt x="30929" y="69220"/>
                    <a:pt x="34833" y="66674"/>
                    <a:pt x="37423" y="61593"/>
                  </a:cubicBezTo>
                  <a:cubicBezTo>
                    <a:pt x="40048" y="56476"/>
                    <a:pt x="41361" y="48812"/>
                    <a:pt x="41361" y="38614"/>
                  </a:cubicBezTo>
                  <a:cubicBezTo>
                    <a:pt x="41361" y="28392"/>
                    <a:pt x="40048" y="20728"/>
                    <a:pt x="37423" y="15647"/>
                  </a:cubicBezTo>
                  <a:cubicBezTo>
                    <a:pt x="34833" y="10530"/>
                    <a:pt x="30929" y="7971"/>
                    <a:pt x="25714" y="7971"/>
                  </a:cubicBezTo>
                  <a:moveTo>
                    <a:pt x="25714" y="0"/>
                  </a:moveTo>
                  <a:cubicBezTo>
                    <a:pt x="34053" y="0"/>
                    <a:pt x="40414" y="3309"/>
                    <a:pt x="44799" y="9915"/>
                  </a:cubicBezTo>
                  <a:cubicBezTo>
                    <a:pt x="49217" y="16496"/>
                    <a:pt x="51426" y="26054"/>
                    <a:pt x="51426" y="38614"/>
                  </a:cubicBezTo>
                  <a:cubicBezTo>
                    <a:pt x="51426" y="51149"/>
                    <a:pt x="49217" y="60720"/>
                    <a:pt x="44799" y="67325"/>
                  </a:cubicBezTo>
                  <a:cubicBezTo>
                    <a:pt x="40414" y="73907"/>
                    <a:pt x="34053" y="77191"/>
                    <a:pt x="25714" y="77191"/>
                  </a:cubicBezTo>
                  <a:cubicBezTo>
                    <a:pt x="17374" y="77191"/>
                    <a:pt x="10996" y="73907"/>
                    <a:pt x="6578" y="67325"/>
                  </a:cubicBezTo>
                  <a:cubicBezTo>
                    <a:pt x="2192" y="60720"/>
                    <a:pt x="0" y="51149"/>
                    <a:pt x="0" y="38614"/>
                  </a:cubicBezTo>
                  <a:cubicBezTo>
                    <a:pt x="0" y="26054"/>
                    <a:pt x="2192" y="16496"/>
                    <a:pt x="6578" y="9915"/>
                  </a:cubicBezTo>
                  <a:cubicBezTo>
                    <a:pt x="10996" y="3309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F3893B3-2B10-394E-A520-5B851D8220D4}"/>
                </a:ext>
              </a:extLst>
            </p:cNvPr>
            <p:cNvSpPr/>
            <p:nvPr/>
          </p:nvSpPr>
          <p:spPr>
            <a:xfrm>
              <a:off x="4732144" y="4256121"/>
              <a:ext cx="51425" cy="77186"/>
            </a:xfrm>
            <a:custGeom>
              <a:avLst/>
              <a:gdLst>
                <a:gd name="connsiteX0" fmla="*/ 25714 w 51425"/>
                <a:gd name="connsiteY0" fmla="*/ 7973 h 77186"/>
                <a:gd name="connsiteX1" fmla="*/ 14003 w 51425"/>
                <a:gd name="connsiteY1" fmla="*/ 15642 h 77186"/>
                <a:gd name="connsiteX2" fmla="*/ 10115 w 51425"/>
                <a:gd name="connsiteY2" fmla="*/ 38621 h 77186"/>
                <a:gd name="connsiteX3" fmla="*/ 14003 w 51425"/>
                <a:gd name="connsiteY3" fmla="*/ 61588 h 77186"/>
                <a:gd name="connsiteX4" fmla="*/ 25714 w 51425"/>
                <a:gd name="connsiteY4" fmla="*/ 69215 h 77186"/>
                <a:gd name="connsiteX5" fmla="*/ 37423 w 51425"/>
                <a:gd name="connsiteY5" fmla="*/ 61588 h 77186"/>
                <a:gd name="connsiteX6" fmla="*/ 41361 w 51425"/>
                <a:gd name="connsiteY6" fmla="*/ 38621 h 77186"/>
                <a:gd name="connsiteX7" fmla="*/ 37423 w 51425"/>
                <a:gd name="connsiteY7" fmla="*/ 15642 h 77186"/>
                <a:gd name="connsiteX8" fmla="*/ 25714 w 51425"/>
                <a:gd name="connsiteY8" fmla="*/ 7973 h 77186"/>
                <a:gd name="connsiteX9" fmla="*/ 25714 w 51425"/>
                <a:gd name="connsiteY9" fmla="*/ 0 h 77186"/>
                <a:gd name="connsiteX10" fmla="*/ 44799 w 51425"/>
                <a:gd name="connsiteY10" fmla="*/ 9922 h 77186"/>
                <a:gd name="connsiteX11" fmla="*/ 51426 w 51425"/>
                <a:gd name="connsiteY11" fmla="*/ 38621 h 77186"/>
                <a:gd name="connsiteX12" fmla="*/ 44799 w 51425"/>
                <a:gd name="connsiteY12" fmla="*/ 67320 h 77186"/>
                <a:gd name="connsiteX13" fmla="*/ 25714 w 51425"/>
                <a:gd name="connsiteY13" fmla="*/ 77186 h 77186"/>
                <a:gd name="connsiteX14" fmla="*/ 6578 w 51425"/>
                <a:gd name="connsiteY14" fmla="*/ 67320 h 77186"/>
                <a:gd name="connsiteX15" fmla="*/ 0 w 51425"/>
                <a:gd name="connsiteY15" fmla="*/ 38621 h 77186"/>
                <a:gd name="connsiteX16" fmla="*/ 6578 w 51425"/>
                <a:gd name="connsiteY16" fmla="*/ 9922 h 77186"/>
                <a:gd name="connsiteX17" fmla="*/ 25714 w 51425"/>
                <a:gd name="connsiteY17" fmla="*/ 0 h 7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6">
                  <a:moveTo>
                    <a:pt x="25714" y="7973"/>
                  </a:moveTo>
                  <a:cubicBezTo>
                    <a:pt x="20531" y="7973"/>
                    <a:pt x="16627" y="10525"/>
                    <a:pt x="14003" y="15642"/>
                  </a:cubicBezTo>
                  <a:cubicBezTo>
                    <a:pt x="11411" y="20723"/>
                    <a:pt x="10115" y="28387"/>
                    <a:pt x="10115" y="38621"/>
                  </a:cubicBezTo>
                  <a:cubicBezTo>
                    <a:pt x="10115" y="48819"/>
                    <a:pt x="11411" y="56471"/>
                    <a:pt x="14003" y="61588"/>
                  </a:cubicBezTo>
                  <a:cubicBezTo>
                    <a:pt x="16627" y="66668"/>
                    <a:pt x="20531" y="69215"/>
                    <a:pt x="25714" y="69215"/>
                  </a:cubicBezTo>
                  <a:cubicBezTo>
                    <a:pt x="30929" y="69215"/>
                    <a:pt x="34833" y="66668"/>
                    <a:pt x="37423" y="61588"/>
                  </a:cubicBezTo>
                  <a:cubicBezTo>
                    <a:pt x="40048" y="56471"/>
                    <a:pt x="41361" y="48819"/>
                    <a:pt x="41361" y="38621"/>
                  </a:cubicBezTo>
                  <a:cubicBezTo>
                    <a:pt x="41361" y="28387"/>
                    <a:pt x="40048" y="20723"/>
                    <a:pt x="37423" y="15642"/>
                  </a:cubicBezTo>
                  <a:cubicBezTo>
                    <a:pt x="34833" y="10525"/>
                    <a:pt x="30929" y="7973"/>
                    <a:pt x="25714" y="7973"/>
                  </a:cubicBezTo>
                  <a:moveTo>
                    <a:pt x="25714" y="0"/>
                  </a:moveTo>
                  <a:cubicBezTo>
                    <a:pt x="34051" y="0"/>
                    <a:pt x="40414" y="3308"/>
                    <a:pt x="44799" y="9922"/>
                  </a:cubicBezTo>
                  <a:cubicBezTo>
                    <a:pt x="49217" y="16504"/>
                    <a:pt x="51426" y="26062"/>
                    <a:pt x="51426" y="38621"/>
                  </a:cubicBezTo>
                  <a:cubicBezTo>
                    <a:pt x="51426" y="51144"/>
                    <a:pt x="49217" y="60715"/>
                    <a:pt x="44799" y="67320"/>
                  </a:cubicBezTo>
                  <a:cubicBezTo>
                    <a:pt x="40414" y="73902"/>
                    <a:pt x="34051" y="77186"/>
                    <a:pt x="25714" y="77186"/>
                  </a:cubicBezTo>
                  <a:cubicBezTo>
                    <a:pt x="17374" y="77186"/>
                    <a:pt x="10996" y="73902"/>
                    <a:pt x="6578" y="67320"/>
                  </a:cubicBezTo>
                  <a:cubicBezTo>
                    <a:pt x="2192" y="60715"/>
                    <a:pt x="0" y="51144"/>
                    <a:pt x="0" y="38621"/>
                  </a:cubicBezTo>
                  <a:cubicBezTo>
                    <a:pt x="0" y="26062"/>
                    <a:pt x="2192" y="16504"/>
                    <a:pt x="6578" y="9922"/>
                  </a:cubicBezTo>
                  <a:cubicBezTo>
                    <a:pt x="10996" y="3308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1ED7C068-38B4-A3FA-B70B-B4B932611E5F}"/>
                </a:ext>
              </a:extLst>
            </p:cNvPr>
            <p:cNvSpPr/>
            <p:nvPr/>
          </p:nvSpPr>
          <p:spPr>
            <a:xfrm>
              <a:off x="4801260" y="4319210"/>
              <a:ext cx="10513" cy="12658"/>
            </a:xfrm>
            <a:custGeom>
              <a:avLst/>
              <a:gdLst>
                <a:gd name="connsiteX0" fmla="*/ 0 w 10513"/>
                <a:gd name="connsiteY0" fmla="*/ 0 h 12658"/>
                <a:gd name="connsiteX1" fmla="*/ 10514 w 10513"/>
                <a:gd name="connsiteY1" fmla="*/ 0 h 12658"/>
                <a:gd name="connsiteX2" fmla="*/ 10514 w 10513"/>
                <a:gd name="connsiteY2" fmla="*/ 12658 h 12658"/>
                <a:gd name="connsiteX3" fmla="*/ 0 w 10513"/>
                <a:gd name="connsiteY3" fmla="*/ 12658 h 12658"/>
                <a:gd name="connsiteX4" fmla="*/ 0 w 10513"/>
                <a:gd name="connsiteY4" fmla="*/ 0 h 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3" h="12658">
                  <a:moveTo>
                    <a:pt x="0" y="0"/>
                  </a:moveTo>
                  <a:lnTo>
                    <a:pt x="10514" y="0"/>
                  </a:lnTo>
                  <a:lnTo>
                    <a:pt x="10514" y="12658"/>
                  </a:lnTo>
                  <a:lnTo>
                    <a:pt x="0" y="12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B3025764-569B-6353-2071-90BAA79ACE6E}"/>
                </a:ext>
              </a:extLst>
            </p:cNvPr>
            <p:cNvSpPr/>
            <p:nvPr/>
          </p:nvSpPr>
          <p:spPr>
            <a:xfrm>
              <a:off x="4830262" y="4256121"/>
              <a:ext cx="47240" cy="75746"/>
            </a:xfrm>
            <a:custGeom>
              <a:avLst/>
              <a:gdLst>
                <a:gd name="connsiteX0" fmla="*/ 12109 w 47240"/>
                <a:gd name="connsiteY0" fmla="*/ 67271 h 75746"/>
                <a:gd name="connsiteX1" fmla="*/ 47241 w 47240"/>
                <a:gd name="connsiteY1" fmla="*/ 67271 h 75746"/>
                <a:gd name="connsiteX2" fmla="*/ 47241 w 47240"/>
                <a:gd name="connsiteY2" fmla="*/ 75747 h 75746"/>
                <a:gd name="connsiteX3" fmla="*/ 0 w 47240"/>
                <a:gd name="connsiteY3" fmla="*/ 75747 h 75746"/>
                <a:gd name="connsiteX4" fmla="*/ 0 w 47240"/>
                <a:gd name="connsiteY4" fmla="*/ 67271 h 75746"/>
                <a:gd name="connsiteX5" fmla="*/ 15598 w 47240"/>
                <a:gd name="connsiteY5" fmla="*/ 51378 h 75746"/>
                <a:gd name="connsiteX6" fmla="*/ 28056 w 47240"/>
                <a:gd name="connsiteY6" fmla="*/ 38474 h 75746"/>
                <a:gd name="connsiteX7" fmla="*/ 34783 w 47240"/>
                <a:gd name="connsiteY7" fmla="*/ 29297 h 75746"/>
                <a:gd name="connsiteX8" fmla="*/ 36727 w 47240"/>
                <a:gd name="connsiteY8" fmla="*/ 21879 h 75746"/>
                <a:gd name="connsiteX9" fmla="*/ 32541 w 47240"/>
                <a:gd name="connsiteY9" fmla="*/ 12210 h 75746"/>
                <a:gd name="connsiteX10" fmla="*/ 21727 w 47240"/>
                <a:gd name="connsiteY10" fmla="*/ 8471 h 75746"/>
                <a:gd name="connsiteX11" fmla="*/ 11711 w 47240"/>
                <a:gd name="connsiteY11" fmla="*/ 10119 h 75746"/>
                <a:gd name="connsiteX12" fmla="*/ 498 w 47240"/>
                <a:gd name="connsiteY12" fmla="*/ 15101 h 75746"/>
                <a:gd name="connsiteX13" fmla="*/ 498 w 47240"/>
                <a:gd name="connsiteY13" fmla="*/ 4933 h 75746"/>
                <a:gd name="connsiteX14" fmla="*/ 11861 w 47240"/>
                <a:gd name="connsiteY14" fmla="*/ 1246 h 75746"/>
                <a:gd name="connsiteX15" fmla="*/ 21527 w 47240"/>
                <a:gd name="connsiteY15" fmla="*/ 0 h 75746"/>
                <a:gd name="connsiteX16" fmla="*/ 39966 w 47240"/>
                <a:gd name="connsiteY16" fmla="*/ 5780 h 75746"/>
                <a:gd name="connsiteX17" fmla="*/ 46842 w 47240"/>
                <a:gd name="connsiteY17" fmla="*/ 21227 h 75746"/>
                <a:gd name="connsiteX18" fmla="*/ 45098 w 47240"/>
                <a:gd name="connsiteY18" fmla="*/ 29949 h 75746"/>
                <a:gd name="connsiteX19" fmla="*/ 38869 w 47240"/>
                <a:gd name="connsiteY19" fmla="*/ 39618 h 75746"/>
                <a:gd name="connsiteX20" fmla="*/ 30945 w 47240"/>
                <a:gd name="connsiteY20" fmla="*/ 47983 h 75746"/>
                <a:gd name="connsiteX21" fmla="*/ 12109 w 47240"/>
                <a:gd name="connsiteY21" fmla="*/ 67271 h 7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240" h="75746">
                  <a:moveTo>
                    <a:pt x="12109" y="67271"/>
                  </a:moveTo>
                  <a:lnTo>
                    <a:pt x="47241" y="67271"/>
                  </a:lnTo>
                  <a:lnTo>
                    <a:pt x="47241" y="75747"/>
                  </a:lnTo>
                  <a:lnTo>
                    <a:pt x="0" y="75747"/>
                  </a:lnTo>
                  <a:lnTo>
                    <a:pt x="0" y="67271"/>
                  </a:lnTo>
                  <a:cubicBezTo>
                    <a:pt x="3821" y="63323"/>
                    <a:pt x="9021" y="58021"/>
                    <a:pt x="15598" y="51378"/>
                  </a:cubicBezTo>
                  <a:cubicBezTo>
                    <a:pt x="22209" y="44698"/>
                    <a:pt x="26362" y="40405"/>
                    <a:pt x="28056" y="38474"/>
                  </a:cubicBezTo>
                  <a:cubicBezTo>
                    <a:pt x="31277" y="34845"/>
                    <a:pt x="33520" y="31794"/>
                    <a:pt x="34783" y="29297"/>
                  </a:cubicBezTo>
                  <a:cubicBezTo>
                    <a:pt x="36079" y="26775"/>
                    <a:pt x="36727" y="24303"/>
                    <a:pt x="36727" y="21879"/>
                  </a:cubicBezTo>
                  <a:cubicBezTo>
                    <a:pt x="36727" y="17930"/>
                    <a:pt x="35332" y="14708"/>
                    <a:pt x="32541" y="12210"/>
                  </a:cubicBezTo>
                  <a:cubicBezTo>
                    <a:pt x="29784" y="9713"/>
                    <a:pt x="26179" y="8471"/>
                    <a:pt x="21727" y="8471"/>
                  </a:cubicBezTo>
                  <a:cubicBezTo>
                    <a:pt x="18571" y="8471"/>
                    <a:pt x="15233" y="9024"/>
                    <a:pt x="11711" y="10119"/>
                  </a:cubicBezTo>
                  <a:cubicBezTo>
                    <a:pt x="8223" y="11214"/>
                    <a:pt x="4485" y="12875"/>
                    <a:pt x="498" y="15101"/>
                  </a:cubicBezTo>
                  <a:lnTo>
                    <a:pt x="498" y="4933"/>
                  </a:lnTo>
                  <a:cubicBezTo>
                    <a:pt x="4552" y="3305"/>
                    <a:pt x="8339" y="2076"/>
                    <a:pt x="11861" y="1246"/>
                  </a:cubicBezTo>
                  <a:cubicBezTo>
                    <a:pt x="15382" y="416"/>
                    <a:pt x="18603" y="0"/>
                    <a:pt x="21527" y="0"/>
                  </a:cubicBezTo>
                  <a:cubicBezTo>
                    <a:pt x="29234" y="0"/>
                    <a:pt x="35381" y="1926"/>
                    <a:pt x="39966" y="5780"/>
                  </a:cubicBezTo>
                  <a:cubicBezTo>
                    <a:pt x="44551" y="9627"/>
                    <a:pt x="46842" y="14781"/>
                    <a:pt x="46842" y="21227"/>
                  </a:cubicBezTo>
                  <a:cubicBezTo>
                    <a:pt x="46842" y="24290"/>
                    <a:pt x="46261" y="27193"/>
                    <a:pt x="45098" y="29949"/>
                  </a:cubicBezTo>
                  <a:cubicBezTo>
                    <a:pt x="43969" y="32667"/>
                    <a:pt x="41892" y="35890"/>
                    <a:pt x="38869" y="39618"/>
                  </a:cubicBezTo>
                  <a:cubicBezTo>
                    <a:pt x="38038" y="40577"/>
                    <a:pt x="35397" y="43370"/>
                    <a:pt x="30945" y="47983"/>
                  </a:cubicBezTo>
                  <a:cubicBezTo>
                    <a:pt x="26493" y="52571"/>
                    <a:pt x="20215" y="58992"/>
                    <a:pt x="12109" y="67271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CE19E30E-13F0-6CFF-51B7-8147ACFFAB16}"/>
                </a:ext>
              </a:extLst>
            </p:cNvPr>
            <p:cNvSpPr/>
            <p:nvPr/>
          </p:nvSpPr>
          <p:spPr>
            <a:xfrm>
              <a:off x="4895592" y="4257467"/>
              <a:ext cx="48136" cy="75840"/>
            </a:xfrm>
            <a:custGeom>
              <a:avLst/>
              <a:gdLst>
                <a:gd name="connsiteX0" fmla="*/ 3139 w 48136"/>
                <a:gd name="connsiteY0" fmla="*/ 0 h 75840"/>
                <a:gd name="connsiteX1" fmla="*/ 42655 w 48136"/>
                <a:gd name="connsiteY1" fmla="*/ 0 h 75840"/>
                <a:gd name="connsiteX2" fmla="*/ 42655 w 48136"/>
                <a:gd name="connsiteY2" fmla="*/ 8466 h 75840"/>
                <a:gd name="connsiteX3" fmla="*/ 12358 w 48136"/>
                <a:gd name="connsiteY3" fmla="*/ 8466 h 75840"/>
                <a:gd name="connsiteX4" fmla="*/ 12358 w 48136"/>
                <a:gd name="connsiteY4" fmla="*/ 26709 h 75840"/>
                <a:gd name="connsiteX5" fmla="*/ 16743 w 48136"/>
                <a:gd name="connsiteY5" fmla="*/ 25614 h 75840"/>
                <a:gd name="connsiteX6" fmla="*/ 21129 w 48136"/>
                <a:gd name="connsiteY6" fmla="*/ 25220 h 75840"/>
                <a:gd name="connsiteX7" fmla="*/ 40861 w 48136"/>
                <a:gd name="connsiteY7" fmla="*/ 32035 h 75840"/>
                <a:gd name="connsiteX8" fmla="*/ 48136 w 48136"/>
                <a:gd name="connsiteY8" fmla="*/ 50524 h 75840"/>
                <a:gd name="connsiteX9" fmla="*/ 40662 w 48136"/>
                <a:gd name="connsiteY9" fmla="*/ 69210 h 75840"/>
                <a:gd name="connsiteX10" fmla="*/ 19584 w 48136"/>
                <a:gd name="connsiteY10" fmla="*/ 75840 h 75840"/>
                <a:gd name="connsiteX11" fmla="*/ 10016 w 48136"/>
                <a:gd name="connsiteY11" fmla="*/ 75041 h 75840"/>
                <a:gd name="connsiteX12" fmla="*/ 0 w 48136"/>
                <a:gd name="connsiteY12" fmla="*/ 72654 h 75840"/>
                <a:gd name="connsiteX13" fmla="*/ 0 w 48136"/>
                <a:gd name="connsiteY13" fmla="*/ 62543 h 75840"/>
                <a:gd name="connsiteX14" fmla="*/ 9268 w 48136"/>
                <a:gd name="connsiteY14" fmla="*/ 66172 h 75840"/>
                <a:gd name="connsiteX15" fmla="*/ 19385 w 48136"/>
                <a:gd name="connsiteY15" fmla="*/ 67377 h 75840"/>
                <a:gd name="connsiteX16" fmla="*/ 33038 w 48136"/>
                <a:gd name="connsiteY16" fmla="*/ 62838 h 75840"/>
                <a:gd name="connsiteX17" fmla="*/ 38072 w 48136"/>
                <a:gd name="connsiteY17" fmla="*/ 50524 h 75840"/>
                <a:gd name="connsiteX18" fmla="*/ 33038 w 48136"/>
                <a:gd name="connsiteY18" fmla="*/ 38223 h 75840"/>
                <a:gd name="connsiteX19" fmla="*/ 19385 w 48136"/>
                <a:gd name="connsiteY19" fmla="*/ 33684 h 75840"/>
                <a:gd name="connsiteX20" fmla="*/ 11311 w 48136"/>
                <a:gd name="connsiteY20" fmla="*/ 34582 h 75840"/>
                <a:gd name="connsiteX21" fmla="*/ 3139 w 48136"/>
                <a:gd name="connsiteY21" fmla="*/ 37374 h 75840"/>
                <a:gd name="connsiteX22" fmla="*/ 3139 w 48136"/>
                <a:gd name="connsiteY22" fmla="*/ 0 h 7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36" h="75840">
                  <a:moveTo>
                    <a:pt x="3139" y="0"/>
                  </a:moveTo>
                  <a:lnTo>
                    <a:pt x="42655" y="0"/>
                  </a:lnTo>
                  <a:lnTo>
                    <a:pt x="42655" y="8466"/>
                  </a:lnTo>
                  <a:lnTo>
                    <a:pt x="12358" y="8466"/>
                  </a:lnTo>
                  <a:lnTo>
                    <a:pt x="12358" y="26709"/>
                  </a:lnTo>
                  <a:cubicBezTo>
                    <a:pt x="13819" y="26204"/>
                    <a:pt x="15281" y="25848"/>
                    <a:pt x="16743" y="25614"/>
                  </a:cubicBezTo>
                  <a:cubicBezTo>
                    <a:pt x="18205" y="25356"/>
                    <a:pt x="19666" y="25220"/>
                    <a:pt x="21129" y="25220"/>
                  </a:cubicBezTo>
                  <a:cubicBezTo>
                    <a:pt x="29433" y="25220"/>
                    <a:pt x="36011" y="27496"/>
                    <a:pt x="40861" y="32035"/>
                  </a:cubicBezTo>
                  <a:cubicBezTo>
                    <a:pt x="45712" y="36587"/>
                    <a:pt x="48136" y="42750"/>
                    <a:pt x="48136" y="50524"/>
                  </a:cubicBezTo>
                  <a:cubicBezTo>
                    <a:pt x="48136" y="58532"/>
                    <a:pt x="45645" y="64769"/>
                    <a:pt x="40662" y="69210"/>
                  </a:cubicBezTo>
                  <a:cubicBezTo>
                    <a:pt x="35679" y="73626"/>
                    <a:pt x="28654" y="75840"/>
                    <a:pt x="19584" y="75840"/>
                  </a:cubicBezTo>
                  <a:cubicBezTo>
                    <a:pt x="16460" y="75840"/>
                    <a:pt x="13272" y="75570"/>
                    <a:pt x="10016" y="75041"/>
                  </a:cubicBezTo>
                  <a:cubicBezTo>
                    <a:pt x="6794" y="74512"/>
                    <a:pt x="3455" y="73725"/>
                    <a:pt x="0" y="72654"/>
                  </a:cubicBezTo>
                  <a:lnTo>
                    <a:pt x="0" y="62543"/>
                  </a:lnTo>
                  <a:cubicBezTo>
                    <a:pt x="2990" y="64166"/>
                    <a:pt x="6079" y="65372"/>
                    <a:pt x="9268" y="66172"/>
                  </a:cubicBezTo>
                  <a:cubicBezTo>
                    <a:pt x="12458" y="66971"/>
                    <a:pt x="15829" y="67377"/>
                    <a:pt x="19385" y="67377"/>
                  </a:cubicBezTo>
                  <a:cubicBezTo>
                    <a:pt x="25132" y="67377"/>
                    <a:pt x="29683" y="65864"/>
                    <a:pt x="33038" y="62838"/>
                  </a:cubicBezTo>
                  <a:cubicBezTo>
                    <a:pt x="36394" y="59812"/>
                    <a:pt x="38072" y="55703"/>
                    <a:pt x="38072" y="50524"/>
                  </a:cubicBezTo>
                  <a:cubicBezTo>
                    <a:pt x="38072" y="45345"/>
                    <a:pt x="36394" y="41237"/>
                    <a:pt x="33038" y="38223"/>
                  </a:cubicBezTo>
                  <a:cubicBezTo>
                    <a:pt x="29683" y="35197"/>
                    <a:pt x="25132" y="33684"/>
                    <a:pt x="19385" y="33684"/>
                  </a:cubicBezTo>
                  <a:cubicBezTo>
                    <a:pt x="16693" y="33684"/>
                    <a:pt x="14001" y="33979"/>
                    <a:pt x="11311" y="34582"/>
                  </a:cubicBezTo>
                  <a:cubicBezTo>
                    <a:pt x="8654" y="35184"/>
                    <a:pt x="5931" y="36107"/>
                    <a:pt x="3139" y="37374"/>
                  </a:cubicBezTo>
                  <a:lnTo>
                    <a:pt x="3139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D3FCE74E-25B2-C2C3-EAAB-2CF9A41E3480}"/>
                </a:ext>
              </a:extLst>
            </p:cNvPr>
            <p:cNvSpPr/>
            <p:nvPr/>
          </p:nvSpPr>
          <p:spPr>
            <a:xfrm>
              <a:off x="4730001" y="3870712"/>
              <a:ext cx="51425" cy="77189"/>
            </a:xfrm>
            <a:custGeom>
              <a:avLst/>
              <a:gdLst>
                <a:gd name="connsiteX0" fmla="*/ 25714 w 51425"/>
                <a:gd name="connsiteY0" fmla="*/ 7974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4 w 51425"/>
                <a:gd name="connsiteY4" fmla="*/ 69216 h 77189"/>
                <a:gd name="connsiteX5" fmla="*/ 37423 w 51425"/>
                <a:gd name="connsiteY5" fmla="*/ 61592 h 77189"/>
                <a:gd name="connsiteX6" fmla="*/ 41361 w 51425"/>
                <a:gd name="connsiteY6" fmla="*/ 38620 h 77189"/>
                <a:gd name="connsiteX7" fmla="*/ 37423 w 51425"/>
                <a:gd name="connsiteY7" fmla="*/ 15647 h 77189"/>
                <a:gd name="connsiteX8" fmla="*/ 25714 w 51425"/>
                <a:gd name="connsiteY8" fmla="*/ 7974 h 77189"/>
                <a:gd name="connsiteX9" fmla="*/ 25714 w 51425"/>
                <a:gd name="connsiteY9" fmla="*/ 0 h 77189"/>
                <a:gd name="connsiteX10" fmla="*/ 44799 w 51425"/>
                <a:gd name="connsiteY10" fmla="*/ 9917 h 77189"/>
                <a:gd name="connsiteX11" fmla="*/ 51426 w 51425"/>
                <a:gd name="connsiteY11" fmla="*/ 38620 h 77189"/>
                <a:gd name="connsiteX12" fmla="*/ 44799 w 51425"/>
                <a:gd name="connsiteY12" fmla="*/ 67323 h 77189"/>
                <a:gd name="connsiteX13" fmla="*/ 25714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4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4" y="7974"/>
                  </a:moveTo>
                  <a:cubicBezTo>
                    <a:pt x="20531" y="7974"/>
                    <a:pt x="16627" y="10531"/>
                    <a:pt x="14003" y="15647"/>
                  </a:cubicBezTo>
                  <a:cubicBezTo>
                    <a:pt x="11411" y="20730"/>
                    <a:pt x="10115" y="28388"/>
                    <a:pt x="10115" y="38620"/>
                  </a:cubicBezTo>
                  <a:cubicBezTo>
                    <a:pt x="10115" y="48819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9"/>
                    <a:pt x="41361" y="38620"/>
                  </a:cubicBezTo>
                  <a:cubicBezTo>
                    <a:pt x="41361" y="28388"/>
                    <a:pt x="40048" y="20730"/>
                    <a:pt x="37423" y="15647"/>
                  </a:cubicBezTo>
                  <a:cubicBezTo>
                    <a:pt x="34833" y="10531"/>
                    <a:pt x="30929" y="7974"/>
                    <a:pt x="25714" y="7974"/>
                  </a:cubicBezTo>
                  <a:moveTo>
                    <a:pt x="25714" y="0"/>
                  </a:moveTo>
                  <a:cubicBezTo>
                    <a:pt x="34053" y="0"/>
                    <a:pt x="40414" y="3305"/>
                    <a:pt x="44799" y="9917"/>
                  </a:cubicBezTo>
                  <a:cubicBezTo>
                    <a:pt x="49217" y="16495"/>
                    <a:pt x="51426" y="26062"/>
                    <a:pt x="51426" y="38620"/>
                  </a:cubicBezTo>
                  <a:cubicBezTo>
                    <a:pt x="51426" y="51144"/>
                    <a:pt x="49217" y="60712"/>
                    <a:pt x="44799" y="67323"/>
                  </a:cubicBezTo>
                  <a:cubicBezTo>
                    <a:pt x="40414" y="73900"/>
                    <a:pt x="34053" y="77190"/>
                    <a:pt x="25714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2"/>
                    <a:pt x="0" y="51144"/>
                    <a:pt x="0" y="38620"/>
                  </a:cubicBezTo>
                  <a:cubicBezTo>
                    <a:pt x="0" y="26062"/>
                    <a:pt x="2192" y="16495"/>
                    <a:pt x="6578" y="9917"/>
                  </a:cubicBezTo>
                  <a:cubicBezTo>
                    <a:pt x="10996" y="3305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248C63BD-E0E7-F717-D56B-3A361B0C819C}"/>
                </a:ext>
              </a:extLst>
            </p:cNvPr>
            <p:cNvSpPr/>
            <p:nvPr/>
          </p:nvSpPr>
          <p:spPr>
            <a:xfrm>
              <a:off x="4799117" y="3933799"/>
              <a:ext cx="10515" cy="12656"/>
            </a:xfrm>
            <a:custGeom>
              <a:avLst/>
              <a:gdLst>
                <a:gd name="connsiteX0" fmla="*/ 0 w 10515"/>
                <a:gd name="connsiteY0" fmla="*/ 0 h 12656"/>
                <a:gd name="connsiteX1" fmla="*/ 10515 w 10515"/>
                <a:gd name="connsiteY1" fmla="*/ 0 h 12656"/>
                <a:gd name="connsiteX2" fmla="*/ 10515 w 10515"/>
                <a:gd name="connsiteY2" fmla="*/ 12657 h 12656"/>
                <a:gd name="connsiteX3" fmla="*/ 0 w 10515"/>
                <a:gd name="connsiteY3" fmla="*/ 12657 h 12656"/>
                <a:gd name="connsiteX4" fmla="*/ 0 w 10515"/>
                <a:gd name="connsiteY4" fmla="*/ 0 h 1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" h="12656">
                  <a:moveTo>
                    <a:pt x="0" y="0"/>
                  </a:moveTo>
                  <a:lnTo>
                    <a:pt x="10515" y="0"/>
                  </a:lnTo>
                  <a:lnTo>
                    <a:pt x="10515" y="12657"/>
                  </a:lnTo>
                  <a:lnTo>
                    <a:pt x="0" y="12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34B591CF-CA9D-48D7-B6CE-811C3417268A}"/>
                </a:ext>
              </a:extLst>
            </p:cNvPr>
            <p:cNvSpPr/>
            <p:nvPr/>
          </p:nvSpPr>
          <p:spPr>
            <a:xfrm>
              <a:off x="4828519" y="3872057"/>
              <a:ext cx="48136" cy="75844"/>
            </a:xfrm>
            <a:custGeom>
              <a:avLst/>
              <a:gdLst>
                <a:gd name="connsiteX0" fmla="*/ 3139 w 48136"/>
                <a:gd name="connsiteY0" fmla="*/ 0 h 75844"/>
                <a:gd name="connsiteX1" fmla="*/ 42655 w 48136"/>
                <a:gd name="connsiteY1" fmla="*/ 0 h 75844"/>
                <a:gd name="connsiteX2" fmla="*/ 42655 w 48136"/>
                <a:gd name="connsiteY2" fmla="*/ 8472 h 75844"/>
                <a:gd name="connsiteX3" fmla="*/ 12358 w 48136"/>
                <a:gd name="connsiteY3" fmla="*/ 8472 h 75844"/>
                <a:gd name="connsiteX4" fmla="*/ 12358 w 48136"/>
                <a:gd name="connsiteY4" fmla="*/ 26710 h 75844"/>
                <a:gd name="connsiteX5" fmla="*/ 16743 w 48136"/>
                <a:gd name="connsiteY5" fmla="*/ 25614 h 75844"/>
                <a:gd name="connsiteX6" fmla="*/ 21128 w 48136"/>
                <a:gd name="connsiteY6" fmla="*/ 25215 h 75844"/>
                <a:gd name="connsiteX7" fmla="*/ 40861 w 48136"/>
                <a:gd name="connsiteY7" fmla="*/ 32041 h 75844"/>
                <a:gd name="connsiteX8" fmla="*/ 48136 w 48136"/>
                <a:gd name="connsiteY8" fmla="*/ 50529 h 75844"/>
                <a:gd name="connsiteX9" fmla="*/ 40662 w 48136"/>
                <a:gd name="connsiteY9" fmla="*/ 69216 h 75844"/>
                <a:gd name="connsiteX10" fmla="*/ 19584 w 48136"/>
                <a:gd name="connsiteY10" fmla="*/ 75844 h 75844"/>
                <a:gd name="connsiteX11" fmla="*/ 10016 w 48136"/>
                <a:gd name="connsiteY11" fmla="*/ 75047 h 75844"/>
                <a:gd name="connsiteX12" fmla="*/ 0 w 48136"/>
                <a:gd name="connsiteY12" fmla="*/ 72654 h 75844"/>
                <a:gd name="connsiteX13" fmla="*/ 0 w 48136"/>
                <a:gd name="connsiteY13" fmla="*/ 62539 h 75844"/>
                <a:gd name="connsiteX14" fmla="*/ 9268 w 48136"/>
                <a:gd name="connsiteY14" fmla="*/ 66176 h 75844"/>
                <a:gd name="connsiteX15" fmla="*/ 19384 w 48136"/>
                <a:gd name="connsiteY15" fmla="*/ 67372 h 75844"/>
                <a:gd name="connsiteX16" fmla="*/ 33038 w 48136"/>
                <a:gd name="connsiteY16" fmla="*/ 62838 h 75844"/>
                <a:gd name="connsiteX17" fmla="*/ 38070 w 48136"/>
                <a:gd name="connsiteY17" fmla="*/ 50529 h 75844"/>
                <a:gd name="connsiteX18" fmla="*/ 33038 w 48136"/>
                <a:gd name="connsiteY18" fmla="*/ 38220 h 75844"/>
                <a:gd name="connsiteX19" fmla="*/ 19384 w 48136"/>
                <a:gd name="connsiteY19" fmla="*/ 33686 h 75844"/>
                <a:gd name="connsiteX20" fmla="*/ 11311 w 48136"/>
                <a:gd name="connsiteY20" fmla="*/ 34583 h 75844"/>
                <a:gd name="connsiteX21" fmla="*/ 3139 w 48136"/>
                <a:gd name="connsiteY21" fmla="*/ 37374 h 75844"/>
                <a:gd name="connsiteX22" fmla="*/ 3139 w 48136"/>
                <a:gd name="connsiteY22" fmla="*/ 0 h 7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36" h="75844">
                  <a:moveTo>
                    <a:pt x="3139" y="0"/>
                  </a:moveTo>
                  <a:lnTo>
                    <a:pt x="42655" y="0"/>
                  </a:lnTo>
                  <a:lnTo>
                    <a:pt x="42655" y="8472"/>
                  </a:lnTo>
                  <a:lnTo>
                    <a:pt x="12358" y="8472"/>
                  </a:lnTo>
                  <a:lnTo>
                    <a:pt x="12358" y="26710"/>
                  </a:lnTo>
                  <a:cubicBezTo>
                    <a:pt x="13819" y="26212"/>
                    <a:pt x="15281" y="25846"/>
                    <a:pt x="16743" y="25614"/>
                  </a:cubicBezTo>
                  <a:cubicBezTo>
                    <a:pt x="18205" y="25348"/>
                    <a:pt x="19666" y="25215"/>
                    <a:pt x="21128" y="25215"/>
                  </a:cubicBezTo>
                  <a:cubicBezTo>
                    <a:pt x="29433" y="25215"/>
                    <a:pt x="36011" y="27491"/>
                    <a:pt x="40861" y="32041"/>
                  </a:cubicBezTo>
                  <a:cubicBezTo>
                    <a:pt x="45712" y="36593"/>
                    <a:pt x="48136" y="42756"/>
                    <a:pt x="48136" y="50529"/>
                  </a:cubicBezTo>
                  <a:cubicBezTo>
                    <a:pt x="48136" y="58536"/>
                    <a:pt x="45645" y="64764"/>
                    <a:pt x="40662" y="69216"/>
                  </a:cubicBezTo>
                  <a:cubicBezTo>
                    <a:pt x="35679" y="73635"/>
                    <a:pt x="28654" y="75844"/>
                    <a:pt x="19584" y="75844"/>
                  </a:cubicBezTo>
                  <a:cubicBezTo>
                    <a:pt x="16460" y="75844"/>
                    <a:pt x="13272" y="75578"/>
                    <a:pt x="10016" y="75047"/>
                  </a:cubicBezTo>
                  <a:cubicBezTo>
                    <a:pt x="6793" y="74514"/>
                    <a:pt x="3454" y="73717"/>
                    <a:pt x="0" y="72654"/>
                  </a:cubicBezTo>
                  <a:lnTo>
                    <a:pt x="0" y="62539"/>
                  </a:lnTo>
                  <a:cubicBezTo>
                    <a:pt x="2989" y="64166"/>
                    <a:pt x="6078" y="65379"/>
                    <a:pt x="9268" y="66176"/>
                  </a:cubicBezTo>
                  <a:cubicBezTo>
                    <a:pt x="12458" y="66974"/>
                    <a:pt x="15829" y="67372"/>
                    <a:pt x="19384" y="67372"/>
                  </a:cubicBezTo>
                  <a:cubicBezTo>
                    <a:pt x="25132" y="67372"/>
                    <a:pt x="29683" y="65860"/>
                    <a:pt x="33038" y="62838"/>
                  </a:cubicBezTo>
                  <a:cubicBezTo>
                    <a:pt x="36392" y="59815"/>
                    <a:pt x="38070" y="55712"/>
                    <a:pt x="38070" y="50529"/>
                  </a:cubicBezTo>
                  <a:cubicBezTo>
                    <a:pt x="38070" y="45347"/>
                    <a:pt x="36392" y="41244"/>
                    <a:pt x="33038" y="38220"/>
                  </a:cubicBezTo>
                  <a:cubicBezTo>
                    <a:pt x="29683" y="35198"/>
                    <a:pt x="25132" y="33686"/>
                    <a:pt x="19384" y="33686"/>
                  </a:cubicBezTo>
                  <a:cubicBezTo>
                    <a:pt x="16693" y="33686"/>
                    <a:pt x="14001" y="33985"/>
                    <a:pt x="11311" y="34583"/>
                  </a:cubicBezTo>
                  <a:cubicBezTo>
                    <a:pt x="8653" y="35181"/>
                    <a:pt x="5929" y="36111"/>
                    <a:pt x="3139" y="37374"/>
                  </a:cubicBezTo>
                  <a:lnTo>
                    <a:pt x="3139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3124341D-61AB-5DCE-1095-40531A380A32}"/>
                </a:ext>
              </a:extLst>
            </p:cNvPr>
            <p:cNvSpPr/>
            <p:nvPr/>
          </p:nvSpPr>
          <p:spPr>
            <a:xfrm>
              <a:off x="4892303" y="3870712"/>
              <a:ext cx="51425" cy="77189"/>
            </a:xfrm>
            <a:custGeom>
              <a:avLst/>
              <a:gdLst>
                <a:gd name="connsiteX0" fmla="*/ 25714 w 51425"/>
                <a:gd name="connsiteY0" fmla="*/ 7974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4 w 51425"/>
                <a:gd name="connsiteY4" fmla="*/ 69216 h 77189"/>
                <a:gd name="connsiteX5" fmla="*/ 37423 w 51425"/>
                <a:gd name="connsiteY5" fmla="*/ 61592 h 77189"/>
                <a:gd name="connsiteX6" fmla="*/ 41361 w 51425"/>
                <a:gd name="connsiteY6" fmla="*/ 38620 h 77189"/>
                <a:gd name="connsiteX7" fmla="*/ 37423 w 51425"/>
                <a:gd name="connsiteY7" fmla="*/ 15647 h 77189"/>
                <a:gd name="connsiteX8" fmla="*/ 25714 w 51425"/>
                <a:gd name="connsiteY8" fmla="*/ 7974 h 77189"/>
                <a:gd name="connsiteX9" fmla="*/ 25714 w 51425"/>
                <a:gd name="connsiteY9" fmla="*/ 0 h 77189"/>
                <a:gd name="connsiteX10" fmla="*/ 44799 w 51425"/>
                <a:gd name="connsiteY10" fmla="*/ 9917 h 77189"/>
                <a:gd name="connsiteX11" fmla="*/ 51426 w 51425"/>
                <a:gd name="connsiteY11" fmla="*/ 38620 h 77189"/>
                <a:gd name="connsiteX12" fmla="*/ 44799 w 51425"/>
                <a:gd name="connsiteY12" fmla="*/ 67323 h 77189"/>
                <a:gd name="connsiteX13" fmla="*/ 25714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4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4" y="7974"/>
                  </a:moveTo>
                  <a:cubicBezTo>
                    <a:pt x="20531" y="7974"/>
                    <a:pt x="16627" y="10531"/>
                    <a:pt x="14003" y="15647"/>
                  </a:cubicBezTo>
                  <a:cubicBezTo>
                    <a:pt x="11411" y="20730"/>
                    <a:pt x="10115" y="28388"/>
                    <a:pt x="10115" y="38620"/>
                  </a:cubicBezTo>
                  <a:cubicBezTo>
                    <a:pt x="10115" y="48819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9"/>
                    <a:pt x="41361" y="38620"/>
                  </a:cubicBezTo>
                  <a:cubicBezTo>
                    <a:pt x="41361" y="28388"/>
                    <a:pt x="40048" y="20730"/>
                    <a:pt x="37423" y="15647"/>
                  </a:cubicBezTo>
                  <a:cubicBezTo>
                    <a:pt x="34833" y="10531"/>
                    <a:pt x="30929" y="7974"/>
                    <a:pt x="25714" y="7974"/>
                  </a:cubicBezTo>
                  <a:moveTo>
                    <a:pt x="25714" y="0"/>
                  </a:moveTo>
                  <a:cubicBezTo>
                    <a:pt x="34053" y="0"/>
                    <a:pt x="40414" y="3305"/>
                    <a:pt x="44799" y="9917"/>
                  </a:cubicBezTo>
                  <a:cubicBezTo>
                    <a:pt x="49217" y="16495"/>
                    <a:pt x="51426" y="26062"/>
                    <a:pt x="51426" y="38620"/>
                  </a:cubicBezTo>
                  <a:cubicBezTo>
                    <a:pt x="51426" y="51144"/>
                    <a:pt x="49217" y="60712"/>
                    <a:pt x="44799" y="67323"/>
                  </a:cubicBezTo>
                  <a:cubicBezTo>
                    <a:pt x="40414" y="73900"/>
                    <a:pt x="34053" y="77190"/>
                    <a:pt x="25714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2"/>
                    <a:pt x="0" y="51144"/>
                    <a:pt x="0" y="38620"/>
                  </a:cubicBezTo>
                  <a:cubicBezTo>
                    <a:pt x="0" y="26062"/>
                    <a:pt x="2192" y="16495"/>
                    <a:pt x="6578" y="9917"/>
                  </a:cubicBezTo>
                  <a:cubicBezTo>
                    <a:pt x="10996" y="3305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3AFB2590-D4C6-265E-66D7-5AAB4B52366E}"/>
                </a:ext>
              </a:extLst>
            </p:cNvPr>
            <p:cNvSpPr/>
            <p:nvPr/>
          </p:nvSpPr>
          <p:spPr>
            <a:xfrm>
              <a:off x="4732144" y="3485304"/>
              <a:ext cx="51425" cy="77188"/>
            </a:xfrm>
            <a:custGeom>
              <a:avLst/>
              <a:gdLst>
                <a:gd name="connsiteX0" fmla="*/ 25714 w 51425"/>
                <a:gd name="connsiteY0" fmla="*/ 7973 h 77188"/>
                <a:gd name="connsiteX1" fmla="*/ 14003 w 51425"/>
                <a:gd name="connsiteY1" fmla="*/ 15646 h 77188"/>
                <a:gd name="connsiteX2" fmla="*/ 10115 w 51425"/>
                <a:gd name="connsiteY2" fmla="*/ 38619 h 77188"/>
                <a:gd name="connsiteX3" fmla="*/ 14003 w 51425"/>
                <a:gd name="connsiteY3" fmla="*/ 61592 h 77188"/>
                <a:gd name="connsiteX4" fmla="*/ 25714 w 51425"/>
                <a:gd name="connsiteY4" fmla="*/ 69216 h 77188"/>
                <a:gd name="connsiteX5" fmla="*/ 37423 w 51425"/>
                <a:gd name="connsiteY5" fmla="*/ 61592 h 77188"/>
                <a:gd name="connsiteX6" fmla="*/ 41361 w 51425"/>
                <a:gd name="connsiteY6" fmla="*/ 38619 h 77188"/>
                <a:gd name="connsiteX7" fmla="*/ 37423 w 51425"/>
                <a:gd name="connsiteY7" fmla="*/ 15646 h 77188"/>
                <a:gd name="connsiteX8" fmla="*/ 25714 w 51425"/>
                <a:gd name="connsiteY8" fmla="*/ 7973 h 77188"/>
                <a:gd name="connsiteX9" fmla="*/ 25714 w 51425"/>
                <a:gd name="connsiteY9" fmla="*/ 0 h 77188"/>
                <a:gd name="connsiteX10" fmla="*/ 44799 w 51425"/>
                <a:gd name="connsiteY10" fmla="*/ 9916 h 77188"/>
                <a:gd name="connsiteX11" fmla="*/ 51426 w 51425"/>
                <a:gd name="connsiteY11" fmla="*/ 38619 h 77188"/>
                <a:gd name="connsiteX12" fmla="*/ 44799 w 51425"/>
                <a:gd name="connsiteY12" fmla="*/ 67322 h 77188"/>
                <a:gd name="connsiteX13" fmla="*/ 25714 w 51425"/>
                <a:gd name="connsiteY13" fmla="*/ 77189 h 77188"/>
                <a:gd name="connsiteX14" fmla="*/ 6578 w 51425"/>
                <a:gd name="connsiteY14" fmla="*/ 67322 h 77188"/>
                <a:gd name="connsiteX15" fmla="*/ 0 w 51425"/>
                <a:gd name="connsiteY15" fmla="*/ 38619 h 77188"/>
                <a:gd name="connsiteX16" fmla="*/ 6578 w 51425"/>
                <a:gd name="connsiteY16" fmla="*/ 9916 h 77188"/>
                <a:gd name="connsiteX17" fmla="*/ 25714 w 51425"/>
                <a:gd name="connsiteY17" fmla="*/ 0 h 7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8">
                  <a:moveTo>
                    <a:pt x="25714" y="7973"/>
                  </a:moveTo>
                  <a:cubicBezTo>
                    <a:pt x="20531" y="7973"/>
                    <a:pt x="16627" y="10530"/>
                    <a:pt x="14003" y="15646"/>
                  </a:cubicBezTo>
                  <a:cubicBezTo>
                    <a:pt x="11411" y="20729"/>
                    <a:pt x="10115" y="28387"/>
                    <a:pt x="10115" y="38619"/>
                  </a:cubicBezTo>
                  <a:cubicBezTo>
                    <a:pt x="10115" y="48818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8"/>
                    <a:pt x="41361" y="38619"/>
                  </a:cubicBezTo>
                  <a:cubicBezTo>
                    <a:pt x="41361" y="28387"/>
                    <a:pt x="40048" y="20729"/>
                    <a:pt x="37423" y="15646"/>
                  </a:cubicBezTo>
                  <a:cubicBezTo>
                    <a:pt x="34833" y="10530"/>
                    <a:pt x="30929" y="7973"/>
                    <a:pt x="25714" y="7973"/>
                  </a:cubicBezTo>
                  <a:moveTo>
                    <a:pt x="25714" y="0"/>
                  </a:moveTo>
                  <a:cubicBezTo>
                    <a:pt x="34051" y="0"/>
                    <a:pt x="40414" y="3305"/>
                    <a:pt x="44799" y="9916"/>
                  </a:cubicBezTo>
                  <a:cubicBezTo>
                    <a:pt x="49217" y="16494"/>
                    <a:pt x="51426" y="26062"/>
                    <a:pt x="51426" y="38619"/>
                  </a:cubicBezTo>
                  <a:cubicBezTo>
                    <a:pt x="51426" y="51143"/>
                    <a:pt x="49217" y="60711"/>
                    <a:pt x="44799" y="67322"/>
                  </a:cubicBezTo>
                  <a:cubicBezTo>
                    <a:pt x="40414" y="73899"/>
                    <a:pt x="34051" y="77189"/>
                    <a:pt x="25714" y="77189"/>
                  </a:cubicBezTo>
                  <a:cubicBezTo>
                    <a:pt x="17374" y="77189"/>
                    <a:pt x="10996" y="73899"/>
                    <a:pt x="6578" y="67322"/>
                  </a:cubicBezTo>
                  <a:cubicBezTo>
                    <a:pt x="2192" y="60711"/>
                    <a:pt x="0" y="51143"/>
                    <a:pt x="0" y="38619"/>
                  </a:cubicBezTo>
                  <a:cubicBezTo>
                    <a:pt x="0" y="26062"/>
                    <a:pt x="2192" y="16494"/>
                    <a:pt x="6578" y="9916"/>
                  </a:cubicBezTo>
                  <a:cubicBezTo>
                    <a:pt x="10996" y="3305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4A8417F1-EB9E-CEB2-A986-3B9706DA12EA}"/>
                </a:ext>
              </a:extLst>
            </p:cNvPr>
            <p:cNvSpPr/>
            <p:nvPr/>
          </p:nvSpPr>
          <p:spPr>
            <a:xfrm>
              <a:off x="4801260" y="3548390"/>
              <a:ext cx="10513" cy="12656"/>
            </a:xfrm>
            <a:custGeom>
              <a:avLst/>
              <a:gdLst>
                <a:gd name="connsiteX0" fmla="*/ 0 w 10513"/>
                <a:gd name="connsiteY0" fmla="*/ 0 h 12656"/>
                <a:gd name="connsiteX1" fmla="*/ 10514 w 10513"/>
                <a:gd name="connsiteY1" fmla="*/ 0 h 12656"/>
                <a:gd name="connsiteX2" fmla="*/ 10514 w 10513"/>
                <a:gd name="connsiteY2" fmla="*/ 12657 h 12656"/>
                <a:gd name="connsiteX3" fmla="*/ 0 w 10513"/>
                <a:gd name="connsiteY3" fmla="*/ 12657 h 12656"/>
                <a:gd name="connsiteX4" fmla="*/ 0 w 10513"/>
                <a:gd name="connsiteY4" fmla="*/ 0 h 1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3" h="12656">
                  <a:moveTo>
                    <a:pt x="0" y="0"/>
                  </a:moveTo>
                  <a:lnTo>
                    <a:pt x="10514" y="0"/>
                  </a:lnTo>
                  <a:lnTo>
                    <a:pt x="10514" y="12657"/>
                  </a:lnTo>
                  <a:lnTo>
                    <a:pt x="0" y="12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4631C5F-E501-D8E8-05BF-A0DC37F3EBD6}"/>
                </a:ext>
              </a:extLst>
            </p:cNvPr>
            <p:cNvSpPr/>
            <p:nvPr/>
          </p:nvSpPr>
          <p:spPr>
            <a:xfrm>
              <a:off x="4831160" y="3486648"/>
              <a:ext cx="47837" cy="74398"/>
            </a:xfrm>
            <a:custGeom>
              <a:avLst/>
              <a:gdLst>
                <a:gd name="connsiteX0" fmla="*/ 0 w 47837"/>
                <a:gd name="connsiteY0" fmla="*/ 0 h 74398"/>
                <a:gd name="connsiteX1" fmla="*/ 47838 w 47837"/>
                <a:gd name="connsiteY1" fmla="*/ 0 h 74398"/>
                <a:gd name="connsiteX2" fmla="*/ 47838 w 47837"/>
                <a:gd name="connsiteY2" fmla="*/ 4286 h 74398"/>
                <a:gd name="connsiteX3" fmla="*/ 20829 w 47837"/>
                <a:gd name="connsiteY3" fmla="*/ 74399 h 74398"/>
                <a:gd name="connsiteX4" fmla="*/ 10315 w 47837"/>
                <a:gd name="connsiteY4" fmla="*/ 74399 h 74398"/>
                <a:gd name="connsiteX5" fmla="*/ 35728 w 47837"/>
                <a:gd name="connsiteY5" fmla="*/ 8472 h 74398"/>
                <a:gd name="connsiteX6" fmla="*/ 0 w 47837"/>
                <a:gd name="connsiteY6" fmla="*/ 8472 h 74398"/>
                <a:gd name="connsiteX7" fmla="*/ 0 w 47837"/>
                <a:gd name="connsiteY7" fmla="*/ 0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37" h="74398">
                  <a:moveTo>
                    <a:pt x="0" y="0"/>
                  </a:moveTo>
                  <a:lnTo>
                    <a:pt x="47838" y="0"/>
                  </a:lnTo>
                  <a:lnTo>
                    <a:pt x="47838" y="4286"/>
                  </a:lnTo>
                  <a:lnTo>
                    <a:pt x="20829" y="74399"/>
                  </a:lnTo>
                  <a:lnTo>
                    <a:pt x="10315" y="74399"/>
                  </a:lnTo>
                  <a:lnTo>
                    <a:pt x="35728" y="8472"/>
                  </a:lnTo>
                  <a:lnTo>
                    <a:pt x="0" y="8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E51655C-09F5-4FBD-3165-E28BBF6D00A8}"/>
                </a:ext>
              </a:extLst>
            </p:cNvPr>
            <p:cNvSpPr/>
            <p:nvPr/>
          </p:nvSpPr>
          <p:spPr>
            <a:xfrm>
              <a:off x="4895592" y="3486648"/>
              <a:ext cx="48136" cy="75844"/>
            </a:xfrm>
            <a:custGeom>
              <a:avLst/>
              <a:gdLst>
                <a:gd name="connsiteX0" fmla="*/ 3139 w 48136"/>
                <a:gd name="connsiteY0" fmla="*/ 0 h 75844"/>
                <a:gd name="connsiteX1" fmla="*/ 42655 w 48136"/>
                <a:gd name="connsiteY1" fmla="*/ 0 h 75844"/>
                <a:gd name="connsiteX2" fmla="*/ 42655 w 48136"/>
                <a:gd name="connsiteY2" fmla="*/ 8472 h 75844"/>
                <a:gd name="connsiteX3" fmla="*/ 12358 w 48136"/>
                <a:gd name="connsiteY3" fmla="*/ 8472 h 75844"/>
                <a:gd name="connsiteX4" fmla="*/ 12358 w 48136"/>
                <a:gd name="connsiteY4" fmla="*/ 26710 h 75844"/>
                <a:gd name="connsiteX5" fmla="*/ 16743 w 48136"/>
                <a:gd name="connsiteY5" fmla="*/ 25614 h 75844"/>
                <a:gd name="connsiteX6" fmla="*/ 21129 w 48136"/>
                <a:gd name="connsiteY6" fmla="*/ 25215 h 75844"/>
                <a:gd name="connsiteX7" fmla="*/ 40861 w 48136"/>
                <a:gd name="connsiteY7" fmla="*/ 32043 h 75844"/>
                <a:gd name="connsiteX8" fmla="*/ 48136 w 48136"/>
                <a:gd name="connsiteY8" fmla="*/ 50530 h 75844"/>
                <a:gd name="connsiteX9" fmla="*/ 40662 w 48136"/>
                <a:gd name="connsiteY9" fmla="*/ 69216 h 75844"/>
                <a:gd name="connsiteX10" fmla="*/ 19584 w 48136"/>
                <a:gd name="connsiteY10" fmla="*/ 75844 h 75844"/>
                <a:gd name="connsiteX11" fmla="*/ 10016 w 48136"/>
                <a:gd name="connsiteY11" fmla="*/ 75047 h 75844"/>
                <a:gd name="connsiteX12" fmla="*/ 0 w 48136"/>
                <a:gd name="connsiteY12" fmla="*/ 72656 h 75844"/>
                <a:gd name="connsiteX13" fmla="*/ 0 w 48136"/>
                <a:gd name="connsiteY13" fmla="*/ 62539 h 75844"/>
                <a:gd name="connsiteX14" fmla="*/ 9268 w 48136"/>
                <a:gd name="connsiteY14" fmla="*/ 66176 h 75844"/>
                <a:gd name="connsiteX15" fmla="*/ 19385 w 48136"/>
                <a:gd name="connsiteY15" fmla="*/ 67373 h 75844"/>
                <a:gd name="connsiteX16" fmla="*/ 33038 w 48136"/>
                <a:gd name="connsiteY16" fmla="*/ 62838 h 75844"/>
                <a:gd name="connsiteX17" fmla="*/ 38072 w 48136"/>
                <a:gd name="connsiteY17" fmla="*/ 50530 h 75844"/>
                <a:gd name="connsiteX18" fmla="*/ 33038 w 48136"/>
                <a:gd name="connsiteY18" fmla="*/ 38222 h 75844"/>
                <a:gd name="connsiteX19" fmla="*/ 19385 w 48136"/>
                <a:gd name="connsiteY19" fmla="*/ 33686 h 75844"/>
                <a:gd name="connsiteX20" fmla="*/ 11311 w 48136"/>
                <a:gd name="connsiteY20" fmla="*/ 34584 h 75844"/>
                <a:gd name="connsiteX21" fmla="*/ 3139 w 48136"/>
                <a:gd name="connsiteY21" fmla="*/ 37374 h 75844"/>
                <a:gd name="connsiteX22" fmla="*/ 3139 w 48136"/>
                <a:gd name="connsiteY22" fmla="*/ 0 h 7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36" h="75844">
                  <a:moveTo>
                    <a:pt x="3139" y="0"/>
                  </a:moveTo>
                  <a:lnTo>
                    <a:pt x="42655" y="0"/>
                  </a:lnTo>
                  <a:lnTo>
                    <a:pt x="42655" y="8472"/>
                  </a:lnTo>
                  <a:lnTo>
                    <a:pt x="12358" y="8472"/>
                  </a:lnTo>
                  <a:lnTo>
                    <a:pt x="12358" y="26710"/>
                  </a:lnTo>
                  <a:cubicBezTo>
                    <a:pt x="13819" y="26212"/>
                    <a:pt x="15281" y="25846"/>
                    <a:pt x="16743" y="25614"/>
                  </a:cubicBezTo>
                  <a:cubicBezTo>
                    <a:pt x="18205" y="25348"/>
                    <a:pt x="19666" y="25215"/>
                    <a:pt x="21129" y="25215"/>
                  </a:cubicBezTo>
                  <a:cubicBezTo>
                    <a:pt x="29433" y="25215"/>
                    <a:pt x="36011" y="27491"/>
                    <a:pt x="40861" y="32043"/>
                  </a:cubicBezTo>
                  <a:cubicBezTo>
                    <a:pt x="45712" y="36593"/>
                    <a:pt x="48136" y="42756"/>
                    <a:pt x="48136" y="50530"/>
                  </a:cubicBezTo>
                  <a:cubicBezTo>
                    <a:pt x="48136" y="58536"/>
                    <a:pt x="45645" y="64764"/>
                    <a:pt x="40662" y="69216"/>
                  </a:cubicBezTo>
                  <a:cubicBezTo>
                    <a:pt x="35679" y="73635"/>
                    <a:pt x="28654" y="75844"/>
                    <a:pt x="19584" y="75844"/>
                  </a:cubicBezTo>
                  <a:cubicBezTo>
                    <a:pt x="16460" y="75844"/>
                    <a:pt x="13272" y="75578"/>
                    <a:pt x="10016" y="75047"/>
                  </a:cubicBezTo>
                  <a:cubicBezTo>
                    <a:pt x="6794" y="74516"/>
                    <a:pt x="3455" y="73718"/>
                    <a:pt x="0" y="72656"/>
                  </a:cubicBezTo>
                  <a:lnTo>
                    <a:pt x="0" y="62539"/>
                  </a:lnTo>
                  <a:cubicBezTo>
                    <a:pt x="2990" y="64166"/>
                    <a:pt x="6079" y="65379"/>
                    <a:pt x="9268" y="66176"/>
                  </a:cubicBezTo>
                  <a:cubicBezTo>
                    <a:pt x="12458" y="66975"/>
                    <a:pt x="15829" y="67373"/>
                    <a:pt x="19385" y="67373"/>
                  </a:cubicBezTo>
                  <a:cubicBezTo>
                    <a:pt x="25132" y="67373"/>
                    <a:pt x="29683" y="65862"/>
                    <a:pt x="33038" y="62838"/>
                  </a:cubicBezTo>
                  <a:cubicBezTo>
                    <a:pt x="36394" y="59815"/>
                    <a:pt x="38072" y="55713"/>
                    <a:pt x="38072" y="50530"/>
                  </a:cubicBezTo>
                  <a:cubicBezTo>
                    <a:pt x="38072" y="45348"/>
                    <a:pt x="36394" y="41244"/>
                    <a:pt x="33038" y="38222"/>
                  </a:cubicBezTo>
                  <a:cubicBezTo>
                    <a:pt x="29683" y="35198"/>
                    <a:pt x="25132" y="33686"/>
                    <a:pt x="19385" y="33686"/>
                  </a:cubicBezTo>
                  <a:cubicBezTo>
                    <a:pt x="16693" y="33686"/>
                    <a:pt x="14001" y="33985"/>
                    <a:pt x="11311" y="34584"/>
                  </a:cubicBezTo>
                  <a:cubicBezTo>
                    <a:pt x="8654" y="35182"/>
                    <a:pt x="5931" y="36112"/>
                    <a:pt x="3139" y="37374"/>
                  </a:cubicBezTo>
                  <a:lnTo>
                    <a:pt x="3139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205408EF-D495-DA22-14C7-97B5489B18B5}"/>
                </a:ext>
              </a:extLst>
            </p:cNvPr>
            <p:cNvSpPr/>
            <p:nvPr/>
          </p:nvSpPr>
          <p:spPr>
            <a:xfrm>
              <a:off x="4734486" y="3101240"/>
              <a:ext cx="44300" cy="74398"/>
            </a:xfrm>
            <a:custGeom>
              <a:avLst/>
              <a:gdLst>
                <a:gd name="connsiteX0" fmla="*/ 1445 w 44300"/>
                <a:gd name="connsiteY0" fmla="*/ 65927 h 74398"/>
                <a:gd name="connsiteX1" fmla="*/ 17890 w 44300"/>
                <a:gd name="connsiteY1" fmla="*/ 65927 h 74398"/>
                <a:gd name="connsiteX2" fmla="*/ 17890 w 44300"/>
                <a:gd name="connsiteY2" fmla="*/ 9169 h 74398"/>
                <a:gd name="connsiteX3" fmla="*/ 0 w 44300"/>
                <a:gd name="connsiteY3" fmla="*/ 12757 h 74398"/>
                <a:gd name="connsiteX4" fmla="*/ 0 w 44300"/>
                <a:gd name="connsiteY4" fmla="*/ 3588 h 74398"/>
                <a:gd name="connsiteX5" fmla="*/ 17790 w 44300"/>
                <a:gd name="connsiteY5" fmla="*/ 0 h 74398"/>
                <a:gd name="connsiteX6" fmla="*/ 27856 w 44300"/>
                <a:gd name="connsiteY6" fmla="*/ 0 h 74398"/>
                <a:gd name="connsiteX7" fmla="*/ 27856 w 44300"/>
                <a:gd name="connsiteY7" fmla="*/ 65927 h 74398"/>
                <a:gd name="connsiteX8" fmla="*/ 44301 w 44300"/>
                <a:gd name="connsiteY8" fmla="*/ 65927 h 74398"/>
                <a:gd name="connsiteX9" fmla="*/ 44301 w 44300"/>
                <a:gd name="connsiteY9" fmla="*/ 74399 h 74398"/>
                <a:gd name="connsiteX10" fmla="*/ 1445 w 44300"/>
                <a:gd name="connsiteY10" fmla="*/ 74399 h 74398"/>
                <a:gd name="connsiteX11" fmla="*/ 1445 w 44300"/>
                <a:gd name="connsiteY11" fmla="*/ 65927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00" h="74398">
                  <a:moveTo>
                    <a:pt x="1445" y="65927"/>
                  </a:moveTo>
                  <a:lnTo>
                    <a:pt x="17890" y="65927"/>
                  </a:lnTo>
                  <a:lnTo>
                    <a:pt x="17890" y="9169"/>
                  </a:lnTo>
                  <a:lnTo>
                    <a:pt x="0" y="12757"/>
                  </a:lnTo>
                  <a:lnTo>
                    <a:pt x="0" y="3588"/>
                  </a:lnTo>
                  <a:lnTo>
                    <a:pt x="17790" y="0"/>
                  </a:lnTo>
                  <a:lnTo>
                    <a:pt x="27856" y="0"/>
                  </a:lnTo>
                  <a:lnTo>
                    <a:pt x="27856" y="65927"/>
                  </a:lnTo>
                  <a:lnTo>
                    <a:pt x="44301" y="65927"/>
                  </a:lnTo>
                  <a:lnTo>
                    <a:pt x="44301" y="74399"/>
                  </a:lnTo>
                  <a:lnTo>
                    <a:pt x="1445" y="74399"/>
                  </a:lnTo>
                  <a:lnTo>
                    <a:pt x="1445" y="65927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00DA4B3-BC16-9A61-0C83-C8CD2E0015E2}"/>
                </a:ext>
              </a:extLst>
            </p:cNvPr>
            <p:cNvSpPr/>
            <p:nvPr/>
          </p:nvSpPr>
          <p:spPr>
            <a:xfrm>
              <a:off x="4799117" y="3162981"/>
              <a:ext cx="10515" cy="12658"/>
            </a:xfrm>
            <a:custGeom>
              <a:avLst/>
              <a:gdLst>
                <a:gd name="connsiteX0" fmla="*/ 0 w 10515"/>
                <a:gd name="connsiteY0" fmla="*/ 0 h 12658"/>
                <a:gd name="connsiteX1" fmla="*/ 10515 w 10515"/>
                <a:gd name="connsiteY1" fmla="*/ 0 h 12658"/>
                <a:gd name="connsiteX2" fmla="*/ 10515 w 10515"/>
                <a:gd name="connsiteY2" fmla="*/ 12658 h 12658"/>
                <a:gd name="connsiteX3" fmla="*/ 0 w 10515"/>
                <a:gd name="connsiteY3" fmla="*/ 12658 h 12658"/>
                <a:gd name="connsiteX4" fmla="*/ 0 w 10515"/>
                <a:gd name="connsiteY4" fmla="*/ 0 h 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" h="12658">
                  <a:moveTo>
                    <a:pt x="0" y="0"/>
                  </a:moveTo>
                  <a:lnTo>
                    <a:pt x="10515" y="0"/>
                  </a:lnTo>
                  <a:lnTo>
                    <a:pt x="10515" y="12658"/>
                  </a:lnTo>
                  <a:lnTo>
                    <a:pt x="0" y="12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D3D49280-C37B-BCB0-8CB5-51E39F28913C}"/>
                </a:ext>
              </a:extLst>
            </p:cNvPr>
            <p:cNvSpPr/>
            <p:nvPr/>
          </p:nvSpPr>
          <p:spPr>
            <a:xfrm>
              <a:off x="4827372" y="3099894"/>
              <a:ext cx="51425" cy="77189"/>
            </a:xfrm>
            <a:custGeom>
              <a:avLst/>
              <a:gdLst>
                <a:gd name="connsiteX0" fmla="*/ 25712 w 51425"/>
                <a:gd name="connsiteY0" fmla="*/ 7973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2 w 51425"/>
                <a:gd name="connsiteY4" fmla="*/ 69216 h 77189"/>
                <a:gd name="connsiteX5" fmla="*/ 37423 w 51425"/>
                <a:gd name="connsiteY5" fmla="*/ 61592 h 77189"/>
                <a:gd name="connsiteX6" fmla="*/ 41360 w 51425"/>
                <a:gd name="connsiteY6" fmla="*/ 38620 h 77189"/>
                <a:gd name="connsiteX7" fmla="*/ 37423 w 51425"/>
                <a:gd name="connsiteY7" fmla="*/ 15647 h 77189"/>
                <a:gd name="connsiteX8" fmla="*/ 25712 w 51425"/>
                <a:gd name="connsiteY8" fmla="*/ 7973 h 77189"/>
                <a:gd name="connsiteX9" fmla="*/ 25712 w 51425"/>
                <a:gd name="connsiteY9" fmla="*/ 0 h 77189"/>
                <a:gd name="connsiteX10" fmla="*/ 44798 w 51425"/>
                <a:gd name="connsiteY10" fmla="*/ 9917 h 77189"/>
                <a:gd name="connsiteX11" fmla="*/ 51426 w 51425"/>
                <a:gd name="connsiteY11" fmla="*/ 38620 h 77189"/>
                <a:gd name="connsiteX12" fmla="*/ 44798 w 51425"/>
                <a:gd name="connsiteY12" fmla="*/ 67323 h 77189"/>
                <a:gd name="connsiteX13" fmla="*/ 25712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2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2" y="7973"/>
                  </a:moveTo>
                  <a:cubicBezTo>
                    <a:pt x="20530" y="7973"/>
                    <a:pt x="16627" y="10531"/>
                    <a:pt x="14003" y="15647"/>
                  </a:cubicBezTo>
                  <a:cubicBezTo>
                    <a:pt x="11411" y="20730"/>
                    <a:pt x="10115" y="28387"/>
                    <a:pt x="10115" y="38620"/>
                  </a:cubicBezTo>
                  <a:cubicBezTo>
                    <a:pt x="10115" y="48818"/>
                    <a:pt x="11411" y="56476"/>
                    <a:pt x="14003" y="61592"/>
                  </a:cubicBezTo>
                  <a:cubicBezTo>
                    <a:pt x="16627" y="66675"/>
                    <a:pt x="20530" y="69216"/>
                    <a:pt x="25712" y="69216"/>
                  </a:cubicBezTo>
                  <a:cubicBezTo>
                    <a:pt x="30928" y="69216"/>
                    <a:pt x="34831" y="66675"/>
                    <a:pt x="37423" y="61592"/>
                  </a:cubicBezTo>
                  <a:cubicBezTo>
                    <a:pt x="40047" y="56476"/>
                    <a:pt x="41360" y="48818"/>
                    <a:pt x="41360" y="38620"/>
                  </a:cubicBezTo>
                  <a:cubicBezTo>
                    <a:pt x="41360" y="28387"/>
                    <a:pt x="40047" y="20730"/>
                    <a:pt x="37423" y="15647"/>
                  </a:cubicBezTo>
                  <a:cubicBezTo>
                    <a:pt x="34831" y="10531"/>
                    <a:pt x="30928" y="7973"/>
                    <a:pt x="25712" y="7973"/>
                  </a:cubicBezTo>
                  <a:moveTo>
                    <a:pt x="25712" y="0"/>
                  </a:moveTo>
                  <a:cubicBezTo>
                    <a:pt x="34051" y="0"/>
                    <a:pt x="40412" y="3306"/>
                    <a:pt x="44798" y="9917"/>
                  </a:cubicBezTo>
                  <a:cubicBezTo>
                    <a:pt x="49217" y="16494"/>
                    <a:pt x="51426" y="26062"/>
                    <a:pt x="51426" y="38620"/>
                  </a:cubicBezTo>
                  <a:cubicBezTo>
                    <a:pt x="51426" y="51144"/>
                    <a:pt x="49217" y="60711"/>
                    <a:pt x="44798" y="67323"/>
                  </a:cubicBezTo>
                  <a:cubicBezTo>
                    <a:pt x="40412" y="73900"/>
                    <a:pt x="34051" y="77190"/>
                    <a:pt x="25712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1"/>
                    <a:pt x="0" y="51144"/>
                    <a:pt x="0" y="38620"/>
                  </a:cubicBezTo>
                  <a:cubicBezTo>
                    <a:pt x="0" y="26062"/>
                    <a:pt x="2192" y="16494"/>
                    <a:pt x="6578" y="9917"/>
                  </a:cubicBezTo>
                  <a:cubicBezTo>
                    <a:pt x="10996" y="3306"/>
                    <a:pt x="17374" y="0"/>
                    <a:pt x="25712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850BE13C-47FA-99BA-E1D2-1FEBE4E345F1}"/>
                </a:ext>
              </a:extLst>
            </p:cNvPr>
            <p:cNvSpPr/>
            <p:nvPr/>
          </p:nvSpPr>
          <p:spPr>
            <a:xfrm>
              <a:off x="4892303" y="3099894"/>
              <a:ext cx="51425" cy="77189"/>
            </a:xfrm>
            <a:custGeom>
              <a:avLst/>
              <a:gdLst>
                <a:gd name="connsiteX0" fmla="*/ 25714 w 51425"/>
                <a:gd name="connsiteY0" fmla="*/ 7973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4 w 51425"/>
                <a:gd name="connsiteY4" fmla="*/ 69216 h 77189"/>
                <a:gd name="connsiteX5" fmla="*/ 37423 w 51425"/>
                <a:gd name="connsiteY5" fmla="*/ 61592 h 77189"/>
                <a:gd name="connsiteX6" fmla="*/ 41361 w 51425"/>
                <a:gd name="connsiteY6" fmla="*/ 38620 h 77189"/>
                <a:gd name="connsiteX7" fmla="*/ 37423 w 51425"/>
                <a:gd name="connsiteY7" fmla="*/ 15647 h 77189"/>
                <a:gd name="connsiteX8" fmla="*/ 25714 w 51425"/>
                <a:gd name="connsiteY8" fmla="*/ 7973 h 77189"/>
                <a:gd name="connsiteX9" fmla="*/ 25714 w 51425"/>
                <a:gd name="connsiteY9" fmla="*/ 0 h 77189"/>
                <a:gd name="connsiteX10" fmla="*/ 44799 w 51425"/>
                <a:gd name="connsiteY10" fmla="*/ 9917 h 77189"/>
                <a:gd name="connsiteX11" fmla="*/ 51426 w 51425"/>
                <a:gd name="connsiteY11" fmla="*/ 38620 h 77189"/>
                <a:gd name="connsiteX12" fmla="*/ 44799 w 51425"/>
                <a:gd name="connsiteY12" fmla="*/ 67323 h 77189"/>
                <a:gd name="connsiteX13" fmla="*/ 25714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4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4" y="7973"/>
                  </a:moveTo>
                  <a:cubicBezTo>
                    <a:pt x="20531" y="7973"/>
                    <a:pt x="16627" y="10531"/>
                    <a:pt x="14003" y="15647"/>
                  </a:cubicBezTo>
                  <a:cubicBezTo>
                    <a:pt x="11411" y="20730"/>
                    <a:pt x="10115" y="28387"/>
                    <a:pt x="10115" y="38620"/>
                  </a:cubicBezTo>
                  <a:cubicBezTo>
                    <a:pt x="10115" y="48818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8"/>
                    <a:pt x="41361" y="38620"/>
                  </a:cubicBezTo>
                  <a:cubicBezTo>
                    <a:pt x="41361" y="28387"/>
                    <a:pt x="40048" y="20730"/>
                    <a:pt x="37423" y="15647"/>
                  </a:cubicBezTo>
                  <a:cubicBezTo>
                    <a:pt x="34833" y="10531"/>
                    <a:pt x="30929" y="7973"/>
                    <a:pt x="25714" y="7973"/>
                  </a:cubicBezTo>
                  <a:moveTo>
                    <a:pt x="25714" y="0"/>
                  </a:moveTo>
                  <a:cubicBezTo>
                    <a:pt x="34053" y="0"/>
                    <a:pt x="40414" y="3306"/>
                    <a:pt x="44799" y="9917"/>
                  </a:cubicBezTo>
                  <a:cubicBezTo>
                    <a:pt x="49217" y="16494"/>
                    <a:pt x="51426" y="26062"/>
                    <a:pt x="51426" y="38620"/>
                  </a:cubicBezTo>
                  <a:cubicBezTo>
                    <a:pt x="51426" y="51144"/>
                    <a:pt x="49217" y="60711"/>
                    <a:pt x="44799" y="67323"/>
                  </a:cubicBezTo>
                  <a:cubicBezTo>
                    <a:pt x="40414" y="73900"/>
                    <a:pt x="34053" y="77190"/>
                    <a:pt x="25714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1"/>
                    <a:pt x="0" y="51144"/>
                    <a:pt x="0" y="38620"/>
                  </a:cubicBezTo>
                  <a:cubicBezTo>
                    <a:pt x="0" y="26062"/>
                    <a:pt x="2192" y="16494"/>
                    <a:pt x="6578" y="9917"/>
                  </a:cubicBezTo>
                  <a:cubicBezTo>
                    <a:pt x="10996" y="3306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66FBEFD3-D2AA-345A-0619-44696B9D613B}"/>
                </a:ext>
              </a:extLst>
            </p:cNvPr>
            <p:cNvSpPr/>
            <p:nvPr/>
          </p:nvSpPr>
          <p:spPr>
            <a:xfrm>
              <a:off x="4611774" y="3960915"/>
              <a:ext cx="75028" cy="61659"/>
            </a:xfrm>
            <a:custGeom>
              <a:avLst/>
              <a:gdLst>
                <a:gd name="connsiteX0" fmla="*/ 18844 w 75028"/>
                <a:gd name="connsiteY0" fmla="*/ 0 h 61659"/>
                <a:gd name="connsiteX1" fmla="*/ 35382 w 75028"/>
                <a:gd name="connsiteY1" fmla="*/ 4265 h 61659"/>
                <a:gd name="connsiteX2" fmla="*/ 48521 w 75028"/>
                <a:gd name="connsiteY2" fmla="*/ 15097 h 61659"/>
                <a:gd name="connsiteX3" fmla="*/ 53477 w 75028"/>
                <a:gd name="connsiteY3" fmla="*/ 28467 h 61659"/>
                <a:gd name="connsiteX4" fmla="*/ 51287 w 75028"/>
                <a:gd name="connsiteY4" fmla="*/ 35209 h 61659"/>
                <a:gd name="connsiteX5" fmla="*/ 45870 w 75028"/>
                <a:gd name="connsiteY5" fmla="*/ 39300 h 61659"/>
                <a:gd name="connsiteX6" fmla="*/ 59182 w 75028"/>
                <a:gd name="connsiteY6" fmla="*/ 42758 h 61659"/>
                <a:gd name="connsiteX7" fmla="*/ 69497 w 75028"/>
                <a:gd name="connsiteY7" fmla="*/ 45121 h 61659"/>
                <a:gd name="connsiteX8" fmla="*/ 70246 w 75028"/>
                <a:gd name="connsiteY8" fmla="*/ 45006 h 61659"/>
                <a:gd name="connsiteX9" fmla="*/ 70764 w 75028"/>
                <a:gd name="connsiteY9" fmla="*/ 44372 h 61659"/>
                <a:gd name="connsiteX10" fmla="*/ 71225 w 75028"/>
                <a:gd name="connsiteY10" fmla="*/ 42585 h 61659"/>
                <a:gd name="connsiteX11" fmla="*/ 71398 w 75028"/>
                <a:gd name="connsiteY11" fmla="*/ 39186 h 61659"/>
                <a:gd name="connsiteX12" fmla="*/ 71398 w 75028"/>
                <a:gd name="connsiteY12" fmla="*/ 37688 h 61659"/>
                <a:gd name="connsiteX13" fmla="*/ 71744 w 75028"/>
                <a:gd name="connsiteY13" fmla="*/ 36823 h 61659"/>
                <a:gd name="connsiteX14" fmla="*/ 72666 w 75028"/>
                <a:gd name="connsiteY14" fmla="*/ 36362 h 61659"/>
                <a:gd name="connsiteX15" fmla="*/ 75028 w 75028"/>
                <a:gd name="connsiteY15" fmla="*/ 38493 h 61659"/>
                <a:gd name="connsiteX16" fmla="*/ 74856 w 75028"/>
                <a:gd name="connsiteY16" fmla="*/ 44314 h 61659"/>
                <a:gd name="connsiteX17" fmla="*/ 74682 w 75028"/>
                <a:gd name="connsiteY17" fmla="*/ 50192 h 61659"/>
                <a:gd name="connsiteX18" fmla="*/ 74856 w 75028"/>
                <a:gd name="connsiteY18" fmla="*/ 55205 h 61659"/>
                <a:gd name="connsiteX19" fmla="*/ 75028 w 75028"/>
                <a:gd name="connsiteY19" fmla="*/ 60103 h 61659"/>
                <a:gd name="connsiteX20" fmla="*/ 73646 w 75028"/>
                <a:gd name="connsiteY20" fmla="*/ 61659 h 61659"/>
                <a:gd name="connsiteX21" fmla="*/ 72320 w 75028"/>
                <a:gd name="connsiteY21" fmla="*/ 61429 h 61659"/>
                <a:gd name="connsiteX22" fmla="*/ 71629 w 75028"/>
                <a:gd name="connsiteY22" fmla="*/ 60795 h 61659"/>
                <a:gd name="connsiteX23" fmla="*/ 71398 w 75028"/>
                <a:gd name="connsiteY23" fmla="*/ 59931 h 61659"/>
                <a:gd name="connsiteX24" fmla="*/ 71398 w 75028"/>
                <a:gd name="connsiteY24" fmla="*/ 58894 h 61659"/>
                <a:gd name="connsiteX25" fmla="*/ 70937 w 75028"/>
                <a:gd name="connsiteY25" fmla="*/ 55090 h 61659"/>
                <a:gd name="connsiteX26" fmla="*/ 69669 w 75028"/>
                <a:gd name="connsiteY26" fmla="*/ 53534 h 61659"/>
                <a:gd name="connsiteX27" fmla="*/ 66558 w 75028"/>
                <a:gd name="connsiteY27" fmla="*/ 52555 h 61659"/>
                <a:gd name="connsiteX28" fmla="*/ 14003 w 75028"/>
                <a:gd name="connsiteY28" fmla="*/ 39300 h 61659"/>
                <a:gd name="connsiteX29" fmla="*/ 8010 w 75028"/>
                <a:gd name="connsiteY29" fmla="*/ 38493 h 61659"/>
                <a:gd name="connsiteX30" fmla="*/ 3746 w 75028"/>
                <a:gd name="connsiteY30" fmla="*/ 39474 h 61659"/>
                <a:gd name="connsiteX31" fmla="*/ 2593 w 75028"/>
                <a:gd name="connsiteY31" fmla="*/ 42181 h 61659"/>
                <a:gd name="connsiteX32" fmla="*/ 6166 w 75028"/>
                <a:gd name="connsiteY32" fmla="*/ 47138 h 61659"/>
                <a:gd name="connsiteX33" fmla="*/ 16654 w 75028"/>
                <a:gd name="connsiteY33" fmla="*/ 50768 h 61659"/>
                <a:gd name="connsiteX34" fmla="*/ 18959 w 75028"/>
                <a:gd name="connsiteY34" fmla="*/ 51633 h 61659"/>
                <a:gd name="connsiteX35" fmla="*/ 19362 w 75028"/>
                <a:gd name="connsiteY35" fmla="*/ 52785 h 61659"/>
                <a:gd name="connsiteX36" fmla="*/ 18152 w 75028"/>
                <a:gd name="connsiteY36" fmla="*/ 54226 h 61659"/>
                <a:gd name="connsiteX37" fmla="*/ 16020 w 75028"/>
                <a:gd name="connsiteY37" fmla="*/ 53764 h 61659"/>
                <a:gd name="connsiteX38" fmla="*/ 11352 w 75028"/>
                <a:gd name="connsiteY38" fmla="*/ 52440 h 61659"/>
                <a:gd name="connsiteX39" fmla="*/ 6742 w 75028"/>
                <a:gd name="connsiteY39" fmla="*/ 50538 h 61659"/>
                <a:gd name="connsiteX40" fmla="*/ 4725 w 75028"/>
                <a:gd name="connsiteY40" fmla="*/ 49443 h 61659"/>
                <a:gd name="connsiteX41" fmla="*/ 2651 w 75028"/>
                <a:gd name="connsiteY41" fmla="*/ 47887 h 61659"/>
                <a:gd name="connsiteX42" fmla="*/ 692 w 75028"/>
                <a:gd name="connsiteY42" fmla="*/ 45236 h 61659"/>
                <a:gd name="connsiteX43" fmla="*/ 0 w 75028"/>
                <a:gd name="connsiteY43" fmla="*/ 41779 h 61659"/>
                <a:gd name="connsiteX44" fmla="*/ 2190 w 75028"/>
                <a:gd name="connsiteY44" fmla="*/ 35037 h 61659"/>
                <a:gd name="connsiteX45" fmla="*/ 8817 w 75028"/>
                <a:gd name="connsiteY45" fmla="*/ 31175 h 61659"/>
                <a:gd name="connsiteX46" fmla="*/ 2478 w 75028"/>
                <a:gd name="connsiteY46" fmla="*/ 23857 h 61659"/>
                <a:gd name="connsiteX47" fmla="*/ 0 w 75028"/>
                <a:gd name="connsiteY47" fmla="*/ 15732 h 61659"/>
                <a:gd name="connsiteX48" fmla="*/ 5302 w 75028"/>
                <a:gd name="connsiteY48" fmla="*/ 4495 h 61659"/>
                <a:gd name="connsiteX49" fmla="*/ 18844 w 75028"/>
                <a:gd name="connsiteY49" fmla="*/ 0 h 61659"/>
                <a:gd name="connsiteX50" fmla="*/ 13657 w 75028"/>
                <a:gd name="connsiteY50" fmla="*/ 8529 h 61659"/>
                <a:gd name="connsiteX51" fmla="*/ 5532 w 75028"/>
                <a:gd name="connsiteY51" fmla="*/ 10546 h 61659"/>
                <a:gd name="connsiteX52" fmla="*/ 2593 w 75028"/>
                <a:gd name="connsiteY52" fmla="*/ 16078 h 61659"/>
                <a:gd name="connsiteX53" fmla="*/ 7088 w 75028"/>
                <a:gd name="connsiteY53" fmla="*/ 25643 h 61659"/>
                <a:gd name="connsiteX54" fmla="*/ 15328 w 75028"/>
                <a:gd name="connsiteY54" fmla="*/ 31752 h 61659"/>
                <a:gd name="connsiteX55" fmla="*/ 38436 w 75028"/>
                <a:gd name="connsiteY55" fmla="*/ 37572 h 61659"/>
                <a:gd name="connsiteX56" fmla="*/ 40338 w 75028"/>
                <a:gd name="connsiteY56" fmla="*/ 37918 h 61659"/>
                <a:gd name="connsiteX57" fmla="*/ 41721 w 75028"/>
                <a:gd name="connsiteY57" fmla="*/ 37744 h 61659"/>
                <a:gd name="connsiteX58" fmla="*/ 44314 w 75028"/>
                <a:gd name="connsiteY58" fmla="*/ 36881 h 61659"/>
                <a:gd name="connsiteX59" fmla="*/ 47368 w 75028"/>
                <a:gd name="connsiteY59" fmla="*/ 35267 h 61659"/>
                <a:gd name="connsiteX60" fmla="*/ 49789 w 75028"/>
                <a:gd name="connsiteY60" fmla="*/ 32558 h 61659"/>
                <a:gd name="connsiteX61" fmla="*/ 50826 w 75028"/>
                <a:gd name="connsiteY61" fmla="*/ 28582 h 61659"/>
                <a:gd name="connsiteX62" fmla="*/ 47714 w 75028"/>
                <a:gd name="connsiteY62" fmla="*/ 21264 h 61659"/>
                <a:gd name="connsiteX63" fmla="*/ 38724 w 75028"/>
                <a:gd name="connsiteY63" fmla="*/ 14522 h 61659"/>
                <a:gd name="connsiteX64" fmla="*/ 26738 w 75028"/>
                <a:gd name="connsiteY64" fmla="*/ 10660 h 61659"/>
                <a:gd name="connsiteX65" fmla="*/ 13657 w 75028"/>
                <a:gd name="connsiteY65" fmla="*/ 8529 h 6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5028" h="61659">
                  <a:moveTo>
                    <a:pt x="18844" y="0"/>
                  </a:moveTo>
                  <a:cubicBezTo>
                    <a:pt x="24453" y="0"/>
                    <a:pt x="29965" y="1422"/>
                    <a:pt x="35382" y="4265"/>
                  </a:cubicBezTo>
                  <a:cubicBezTo>
                    <a:pt x="40799" y="7068"/>
                    <a:pt x="45178" y="10680"/>
                    <a:pt x="48521" y="15097"/>
                  </a:cubicBezTo>
                  <a:cubicBezTo>
                    <a:pt x="51825" y="19516"/>
                    <a:pt x="53477" y="23973"/>
                    <a:pt x="53477" y="28467"/>
                  </a:cubicBezTo>
                  <a:cubicBezTo>
                    <a:pt x="53477" y="31157"/>
                    <a:pt x="52747" y="33404"/>
                    <a:pt x="51287" y="35209"/>
                  </a:cubicBezTo>
                  <a:cubicBezTo>
                    <a:pt x="49789" y="36977"/>
                    <a:pt x="47983" y="38340"/>
                    <a:pt x="45870" y="39300"/>
                  </a:cubicBezTo>
                  <a:cubicBezTo>
                    <a:pt x="48482" y="40030"/>
                    <a:pt x="52919" y="41183"/>
                    <a:pt x="59182" y="42758"/>
                  </a:cubicBezTo>
                  <a:cubicBezTo>
                    <a:pt x="65444" y="44334"/>
                    <a:pt x="68882" y="45121"/>
                    <a:pt x="69497" y="45121"/>
                  </a:cubicBezTo>
                  <a:cubicBezTo>
                    <a:pt x="69842" y="45121"/>
                    <a:pt x="70092" y="45083"/>
                    <a:pt x="70246" y="45006"/>
                  </a:cubicBezTo>
                  <a:cubicBezTo>
                    <a:pt x="70399" y="44928"/>
                    <a:pt x="70572" y="44718"/>
                    <a:pt x="70764" y="44372"/>
                  </a:cubicBezTo>
                  <a:cubicBezTo>
                    <a:pt x="70995" y="44027"/>
                    <a:pt x="71148" y="43430"/>
                    <a:pt x="71225" y="42585"/>
                  </a:cubicBezTo>
                  <a:cubicBezTo>
                    <a:pt x="71341" y="41740"/>
                    <a:pt x="71398" y="40607"/>
                    <a:pt x="71398" y="39186"/>
                  </a:cubicBezTo>
                  <a:cubicBezTo>
                    <a:pt x="71398" y="38455"/>
                    <a:pt x="71398" y="37956"/>
                    <a:pt x="71398" y="37688"/>
                  </a:cubicBezTo>
                  <a:cubicBezTo>
                    <a:pt x="71437" y="37380"/>
                    <a:pt x="71552" y="37092"/>
                    <a:pt x="71744" y="36823"/>
                  </a:cubicBezTo>
                  <a:cubicBezTo>
                    <a:pt x="71936" y="36515"/>
                    <a:pt x="72243" y="36362"/>
                    <a:pt x="72666" y="36362"/>
                  </a:cubicBezTo>
                  <a:cubicBezTo>
                    <a:pt x="74241" y="36362"/>
                    <a:pt x="75028" y="37073"/>
                    <a:pt x="75028" y="38493"/>
                  </a:cubicBezTo>
                  <a:cubicBezTo>
                    <a:pt x="75028" y="39762"/>
                    <a:pt x="74970" y="41702"/>
                    <a:pt x="74856" y="44314"/>
                  </a:cubicBezTo>
                  <a:cubicBezTo>
                    <a:pt x="74740" y="46926"/>
                    <a:pt x="74682" y="48886"/>
                    <a:pt x="74682" y="50192"/>
                  </a:cubicBezTo>
                  <a:cubicBezTo>
                    <a:pt x="74682" y="51305"/>
                    <a:pt x="74740" y="52977"/>
                    <a:pt x="74856" y="55205"/>
                  </a:cubicBezTo>
                  <a:cubicBezTo>
                    <a:pt x="74970" y="57433"/>
                    <a:pt x="75028" y="59066"/>
                    <a:pt x="75028" y="60103"/>
                  </a:cubicBezTo>
                  <a:cubicBezTo>
                    <a:pt x="75028" y="61140"/>
                    <a:pt x="74567" y="61659"/>
                    <a:pt x="73646" y="61659"/>
                  </a:cubicBezTo>
                  <a:cubicBezTo>
                    <a:pt x="73108" y="61659"/>
                    <a:pt x="72666" y="61583"/>
                    <a:pt x="72320" y="61429"/>
                  </a:cubicBezTo>
                  <a:cubicBezTo>
                    <a:pt x="72013" y="61314"/>
                    <a:pt x="71782" y="61102"/>
                    <a:pt x="71629" y="60795"/>
                  </a:cubicBezTo>
                  <a:cubicBezTo>
                    <a:pt x="71513" y="60488"/>
                    <a:pt x="71437" y="60200"/>
                    <a:pt x="71398" y="59931"/>
                  </a:cubicBezTo>
                  <a:cubicBezTo>
                    <a:pt x="71398" y="59701"/>
                    <a:pt x="71398" y="59355"/>
                    <a:pt x="71398" y="58894"/>
                  </a:cubicBezTo>
                  <a:cubicBezTo>
                    <a:pt x="71398" y="57126"/>
                    <a:pt x="71245" y="55859"/>
                    <a:pt x="70937" y="55090"/>
                  </a:cubicBezTo>
                  <a:cubicBezTo>
                    <a:pt x="70668" y="54322"/>
                    <a:pt x="70246" y="53804"/>
                    <a:pt x="69669" y="53534"/>
                  </a:cubicBezTo>
                  <a:cubicBezTo>
                    <a:pt x="69132" y="53227"/>
                    <a:pt x="68094" y="52901"/>
                    <a:pt x="66558" y="52555"/>
                  </a:cubicBezTo>
                  <a:lnTo>
                    <a:pt x="14003" y="39300"/>
                  </a:lnTo>
                  <a:cubicBezTo>
                    <a:pt x="11660" y="38763"/>
                    <a:pt x="9662" y="38493"/>
                    <a:pt x="8010" y="38493"/>
                  </a:cubicBezTo>
                  <a:cubicBezTo>
                    <a:pt x="5936" y="38493"/>
                    <a:pt x="4514" y="38821"/>
                    <a:pt x="3746" y="39474"/>
                  </a:cubicBezTo>
                  <a:cubicBezTo>
                    <a:pt x="2977" y="40127"/>
                    <a:pt x="2593" y="41029"/>
                    <a:pt x="2593" y="42181"/>
                  </a:cubicBezTo>
                  <a:cubicBezTo>
                    <a:pt x="2593" y="44179"/>
                    <a:pt x="3784" y="45831"/>
                    <a:pt x="6166" y="47138"/>
                  </a:cubicBezTo>
                  <a:cubicBezTo>
                    <a:pt x="8548" y="48444"/>
                    <a:pt x="12044" y="49654"/>
                    <a:pt x="16654" y="50768"/>
                  </a:cubicBezTo>
                  <a:cubicBezTo>
                    <a:pt x="17922" y="51113"/>
                    <a:pt x="18690" y="51403"/>
                    <a:pt x="18959" y="51633"/>
                  </a:cubicBezTo>
                  <a:cubicBezTo>
                    <a:pt x="19228" y="51824"/>
                    <a:pt x="19362" y="52208"/>
                    <a:pt x="19362" y="52785"/>
                  </a:cubicBezTo>
                  <a:cubicBezTo>
                    <a:pt x="19324" y="53746"/>
                    <a:pt x="18920" y="54226"/>
                    <a:pt x="18152" y="54226"/>
                  </a:cubicBezTo>
                  <a:cubicBezTo>
                    <a:pt x="17960" y="54226"/>
                    <a:pt x="17249" y="54072"/>
                    <a:pt x="16020" y="53764"/>
                  </a:cubicBezTo>
                  <a:cubicBezTo>
                    <a:pt x="14752" y="53458"/>
                    <a:pt x="13196" y="53016"/>
                    <a:pt x="11352" y="52440"/>
                  </a:cubicBezTo>
                  <a:cubicBezTo>
                    <a:pt x="9470" y="51824"/>
                    <a:pt x="7933" y="51191"/>
                    <a:pt x="6742" y="50538"/>
                  </a:cubicBezTo>
                  <a:cubicBezTo>
                    <a:pt x="5936" y="50154"/>
                    <a:pt x="5263" y="49789"/>
                    <a:pt x="4725" y="49443"/>
                  </a:cubicBezTo>
                  <a:cubicBezTo>
                    <a:pt x="4188" y="49097"/>
                    <a:pt x="3496" y="48578"/>
                    <a:pt x="2651" y="47887"/>
                  </a:cubicBezTo>
                  <a:cubicBezTo>
                    <a:pt x="1806" y="47157"/>
                    <a:pt x="1153" y="46273"/>
                    <a:pt x="692" y="45236"/>
                  </a:cubicBezTo>
                  <a:cubicBezTo>
                    <a:pt x="231" y="44199"/>
                    <a:pt x="0" y="43046"/>
                    <a:pt x="0" y="41779"/>
                  </a:cubicBezTo>
                  <a:cubicBezTo>
                    <a:pt x="0" y="39320"/>
                    <a:pt x="730" y="37073"/>
                    <a:pt x="2190" y="35037"/>
                  </a:cubicBezTo>
                  <a:cubicBezTo>
                    <a:pt x="3650" y="33001"/>
                    <a:pt x="5859" y="31713"/>
                    <a:pt x="8817" y="31175"/>
                  </a:cubicBezTo>
                  <a:cubicBezTo>
                    <a:pt x="6243" y="28986"/>
                    <a:pt x="4130" y="26546"/>
                    <a:pt x="2478" y="23857"/>
                  </a:cubicBezTo>
                  <a:cubicBezTo>
                    <a:pt x="826" y="21168"/>
                    <a:pt x="0" y="18459"/>
                    <a:pt x="0" y="15732"/>
                  </a:cubicBezTo>
                  <a:cubicBezTo>
                    <a:pt x="0" y="11199"/>
                    <a:pt x="1767" y="7453"/>
                    <a:pt x="5302" y="4495"/>
                  </a:cubicBezTo>
                  <a:cubicBezTo>
                    <a:pt x="8798" y="1498"/>
                    <a:pt x="13312" y="0"/>
                    <a:pt x="18844" y="0"/>
                  </a:cubicBezTo>
                  <a:moveTo>
                    <a:pt x="13657" y="8529"/>
                  </a:moveTo>
                  <a:cubicBezTo>
                    <a:pt x="10161" y="8529"/>
                    <a:pt x="7453" y="9201"/>
                    <a:pt x="5532" y="10546"/>
                  </a:cubicBezTo>
                  <a:cubicBezTo>
                    <a:pt x="3573" y="11851"/>
                    <a:pt x="2593" y="13695"/>
                    <a:pt x="2593" y="16078"/>
                  </a:cubicBezTo>
                  <a:cubicBezTo>
                    <a:pt x="2593" y="19036"/>
                    <a:pt x="4092" y="22225"/>
                    <a:pt x="7088" y="25643"/>
                  </a:cubicBezTo>
                  <a:cubicBezTo>
                    <a:pt x="9931" y="29024"/>
                    <a:pt x="12678" y="31060"/>
                    <a:pt x="15328" y="31752"/>
                  </a:cubicBezTo>
                  <a:lnTo>
                    <a:pt x="38436" y="37572"/>
                  </a:lnTo>
                  <a:lnTo>
                    <a:pt x="40338" y="37918"/>
                  </a:lnTo>
                  <a:cubicBezTo>
                    <a:pt x="40568" y="37918"/>
                    <a:pt x="41029" y="37860"/>
                    <a:pt x="41721" y="37744"/>
                  </a:cubicBezTo>
                  <a:cubicBezTo>
                    <a:pt x="42374" y="37591"/>
                    <a:pt x="43238" y="37303"/>
                    <a:pt x="44314" y="36881"/>
                  </a:cubicBezTo>
                  <a:cubicBezTo>
                    <a:pt x="45390" y="36419"/>
                    <a:pt x="46408" y="35882"/>
                    <a:pt x="47368" y="35267"/>
                  </a:cubicBezTo>
                  <a:cubicBezTo>
                    <a:pt x="48290" y="34614"/>
                    <a:pt x="49097" y="33711"/>
                    <a:pt x="49789" y="32558"/>
                  </a:cubicBezTo>
                  <a:cubicBezTo>
                    <a:pt x="50480" y="31367"/>
                    <a:pt x="50826" y="30042"/>
                    <a:pt x="50826" y="28582"/>
                  </a:cubicBezTo>
                  <a:cubicBezTo>
                    <a:pt x="50826" y="26239"/>
                    <a:pt x="49789" y="23800"/>
                    <a:pt x="47714" y="21264"/>
                  </a:cubicBezTo>
                  <a:cubicBezTo>
                    <a:pt x="45640" y="18689"/>
                    <a:pt x="42643" y="16442"/>
                    <a:pt x="38724" y="14522"/>
                  </a:cubicBezTo>
                  <a:cubicBezTo>
                    <a:pt x="36189" y="13331"/>
                    <a:pt x="32194" y="12044"/>
                    <a:pt x="26738" y="10660"/>
                  </a:cubicBezTo>
                  <a:cubicBezTo>
                    <a:pt x="21245" y="9240"/>
                    <a:pt x="16884" y="8529"/>
                    <a:pt x="13657" y="8529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3C9145D-DA3E-629F-04AB-D6A8BF7D6640}"/>
                </a:ext>
              </a:extLst>
            </p:cNvPr>
            <p:cNvSpPr/>
            <p:nvPr/>
          </p:nvSpPr>
          <p:spPr>
            <a:xfrm>
              <a:off x="4575412" y="3920359"/>
              <a:ext cx="118017" cy="27371"/>
            </a:xfrm>
            <a:custGeom>
              <a:avLst/>
              <a:gdLst>
                <a:gd name="connsiteX0" fmla="*/ 59009 w 118017"/>
                <a:gd name="connsiteY0" fmla="*/ 27372 h 27371"/>
                <a:gd name="connsiteX1" fmla="*/ 22993 w 118017"/>
                <a:gd name="connsiteY1" fmla="*/ 19938 h 27371"/>
                <a:gd name="connsiteX2" fmla="*/ 10603 w 118017"/>
                <a:gd name="connsiteY2" fmla="*/ 12331 h 27371"/>
                <a:gd name="connsiteX3" fmla="*/ 2478 w 118017"/>
                <a:gd name="connsiteY3" fmla="*/ 4955 h 27371"/>
                <a:gd name="connsiteX4" fmla="*/ 0 w 118017"/>
                <a:gd name="connsiteY4" fmla="*/ 1209 h 27371"/>
                <a:gd name="connsiteX5" fmla="*/ 1153 w 118017"/>
                <a:gd name="connsiteY5" fmla="*/ 0 h 27371"/>
                <a:gd name="connsiteX6" fmla="*/ 3169 w 118017"/>
                <a:gd name="connsiteY6" fmla="*/ 1555 h 27371"/>
                <a:gd name="connsiteX7" fmla="*/ 59009 w 118017"/>
                <a:gd name="connsiteY7" fmla="*/ 20514 h 27371"/>
                <a:gd name="connsiteX8" fmla="*/ 114214 w 118017"/>
                <a:gd name="connsiteY8" fmla="*/ 2016 h 27371"/>
                <a:gd name="connsiteX9" fmla="*/ 116865 w 118017"/>
                <a:gd name="connsiteY9" fmla="*/ 0 h 27371"/>
                <a:gd name="connsiteX10" fmla="*/ 118018 w 118017"/>
                <a:gd name="connsiteY10" fmla="*/ 1209 h 27371"/>
                <a:gd name="connsiteX11" fmla="*/ 115655 w 118017"/>
                <a:gd name="connsiteY11" fmla="*/ 4841 h 27371"/>
                <a:gd name="connsiteX12" fmla="*/ 107875 w 118017"/>
                <a:gd name="connsiteY12" fmla="*/ 12043 h 27371"/>
                <a:gd name="connsiteX13" fmla="*/ 95831 w 118017"/>
                <a:gd name="connsiteY13" fmla="*/ 19592 h 27371"/>
                <a:gd name="connsiteX14" fmla="*/ 59009 w 118017"/>
                <a:gd name="connsiteY14" fmla="*/ 27372 h 2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017" h="27371">
                  <a:moveTo>
                    <a:pt x="59009" y="27372"/>
                  </a:moveTo>
                  <a:cubicBezTo>
                    <a:pt x="45716" y="27372"/>
                    <a:pt x="33711" y="24894"/>
                    <a:pt x="22993" y="19938"/>
                  </a:cubicBezTo>
                  <a:cubicBezTo>
                    <a:pt x="18498" y="17825"/>
                    <a:pt x="14368" y="15289"/>
                    <a:pt x="10603" y="12331"/>
                  </a:cubicBezTo>
                  <a:cubicBezTo>
                    <a:pt x="6838" y="9372"/>
                    <a:pt x="4130" y="6915"/>
                    <a:pt x="2478" y="4955"/>
                  </a:cubicBezTo>
                  <a:cubicBezTo>
                    <a:pt x="826" y="2995"/>
                    <a:pt x="0" y="1747"/>
                    <a:pt x="0" y="1209"/>
                  </a:cubicBezTo>
                  <a:cubicBezTo>
                    <a:pt x="0" y="440"/>
                    <a:pt x="384" y="38"/>
                    <a:pt x="1153" y="0"/>
                  </a:cubicBezTo>
                  <a:cubicBezTo>
                    <a:pt x="1537" y="0"/>
                    <a:pt x="2209" y="518"/>
                    <a:pt x="3169" y="1555"/>
                  </a:cubicBezTo>
                  <a:cubicBezTo>
                    <a:pt x="16078" y="14233"/>
                    <a:pt x="34691" y="20552"/>
                    <a:pt x="59009" y="20514"/>
                  </a:cubicBezTo>
                  <a:cubicBezTo>
                    <a:pt x="83404" y="20514"/>
                    <a:pt x="101805" y="14348"/>
                    <a:pt x="114214" y="2016"/>
                  </a:cubicBezTo>
                  <a:cubicBezTo>
                    <a:pt x="115559" y="672"/>
                    <a:pt x="116442" y="0"/>
                    <a:pt x="116865" y="0"/>
                  </a:cubicBezTo>
                  <a:cubicBezTo>
                    <a:pt x="117634" y="0"/>
                    <a:pt x="118018" y="403"/>
                    <a:pt x="118018" y="1209"/>
                  </a:cubicBezTo>
                  <a:cubicBezTo>
                    <a:pt x="118018" y="1747"/>
                    <a:pt x="117231" y="2957"/>
                    <a:pt x="115655" y="4841"/>
                  </a:cubicBezTo>
                  <a:cubicBezTo>
                    <a:pt x="114079" y="6723"/>
                    <a:pt x="111486" y="9124"/>
                    <a:pt x="107875" y="12043"/>
                  </a:cubicBezTo>
                  <a:cubicBezTo>
                    <a:pt x="104264" y="14962"/>
                    <a:pt x="100249" y="17479"/>
                    <a:pt x="95831" y="19592"/>
                  </a:cubicBezTo>
                  <a:cubicBezTo>
                    <a:pt x="85113" y="24779"/>
                    <a:pt x="72839" y="27372"/>
                    <a:pt x="59009" y="27372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9AE5678-A506-0568-5E6F-12DA1385C3EF}"/>
                </a:ext>
              </a:extLst>
            </p:cNvPr>
            <p:cNvSpPr/>
            <p:nvPr/>
          </p:nvSpPr>
          <p:spPr>
            <a:xfrm>
              <a:off x="4611774" y="3852613"/>
              <a:ext cx="53476" cy="58778"/>
            </a:xfrm>
            <a:custGeom>
              <a:avLst/>
              <a:gdLst>
                <a:gd name="connsiteX0" fmla="*/ 7780 w 53476"/>
                <a:gd name="connsiteY0" fmla="*/ 0 h 58778"/>
                <a:gd name="connsiteX1" fmla="*/ 12851 w 53476"/>
                <a:gd name="connsiteY1" fmla="*/ 2017 h 58778"/>
                <a:gd name="connsiteX2" fmla="*/ 14637 w 53476"/>
                <a:gd name="connsiteY2" fmla="*/ 6339 h 58778"/>
                <a:gd name="connsiteX3" fmla="*/ 13369 w 53476"/>
                <a:gd name="connsiteY3" fmla="*/ 9681 h 58778"/>
                <a:gd name="connsiteX4" fmla="*/ 10488 w 53476"/>
                <a:gd name="connsiteY4" fmla="*/ 10834 h 58778"/>
                <a:gd name="connsiteX5" fmla="*/ 6396 w 53476"/>
                <a:gd name="connsiteY5" fmla="*/ 9220 h 58778"/>
                <a:gd name="connsiteX6" fmla="*/ 4091 w 53476"/>
                <a:gd name="connsiteY6" fmla="*/ 5186 h 58778"/>
                <a:gd name="connsiteX7" fmla="*/ 2593 w 53476"/>
                <a:gd name="connsiteY7" fmla="*/ 11064 h 58778"/>
                <a:gd name="connsiteX8" fmla="*/ 3803 w 53476"/>
                <a:gd name="connsiteY8" fmla="*/ 15387 h 58778"/>
                <a:gd name="connsiteX9" fmla="*/ 6569 w 53476"/>
                <a:gd name="connsiteY9" fmla="*/ 18555 h 58778"/>
                <a:gd name="connsiteX10" fmla="*/ 10373 w 53476"/>
                <a:gd name="connsiteY10" fmla="*/ 20745 h 58778"/>
                <a:gd name="connsiteX11" fmla="*/ 13888 w 53476"/>
                <a:gd name="connsiteY11" fmla="*/ 22128 h 58778"/>
                <a:gd name="connsiteX12" fmla="*/ 16539 w 53476"/>
                <a:gd name="connsiteY12" fmla="*/ 22762 h 58778"/>
                <a:gd name="connsiteX13" fmla="*/ 32674 w 53476"/>
                <a:gd name="connsiteY13" fmla="*/ 26796 h 58778"/>
                <a:gd name="connsiteX14" fmla="*/ 43046 w 53476"/>
                <a:gd name="connsiteY14" fmla="*/ 28756 h 58778"/>
                <a:gd name="connsiteX15" fmla="*/ 48636 w 53476"/>
                <a:gd name="connsiteY15" fmla="*/ 27142 h 58778"/>
                <a:gd name="connsiteX16" fmla="*/ 50826 w 53476"/>
                <a:gd name="connsiteY16" fmla="*/ 22301 h 58778"/>
                <a:gd name="connsiteX17" fmla="*/ 50480 w 53476"/>
                <a:gd name="connsiteY17" fmla="*/ 19592 h 58778"/>
                <a:gd name="connsiteX18" fmla="*/ 49039 w 53476"/>
                <a:gd name="connsiteY18" fmla="*/ 16308 h 58778"/>
                <a:gd name="connsiteX19" fmla="*/ 46331 w 53476"/>
                <a:gd name="connsiteY19" fmla="*/ 12736 h 58778"/>
                <a:gd name="connsiteX20" fmla="*/ 41836 w 53476"/>
                <a:gd name="connsiteY20" fmla="*/ 9335 h 58778"/>
                <a:gd name="connsiteX21" fmla="*/ 35382 w 53476"/>
                <a:gd name="connsiteY21" fmla="*/ 6569 h 58778"/>
                <a:gd name="connsiteX22" fmla="*/ 34114 w 53476"/>
                <a:gd name="connsiteY22" fmla="*/ 5071 h 58778"/>
                <a:gd name="connsiteX23" fmla="*/ 35267 w 53476"/>
                <a:gd name="connsiteY23" fmla="*/ 3630 h 58778"/>
                <a:gd name="connsiteX24" fmla="*/ 38321 w 53476"/>
                <a:gd name="connsiteY24" fmla="*/ 4437 h 58778"/>
                <a:gd name="connsiteX25" fmla="*/ 42989 w 53476"/>
                <a:gd name="connsiteY25" fmla="*/ 6858 h 58778"/>
                <a:gd name="connsiteX26" fmla="*/ 47945 w 53476"/>
                <a:gd name="connsiteY26" fmla="*/ 10602 h 58778"/>
                <a:gd name="connsiteX27" fmla="*/ 51863 w 53476"/>
                <a:gd name="connsiteY27" fmla="*/ 15904 h 58778"/>
                <a:gd name="connsiteX28" fmla="*/ 53477 w 53476"/>
                <a:gd name="connsiteY28" fmla="*/ 22531 h 58778"/>
                <a:gd name="connsiteX29" fmla="*/ 50826 w 53476"/>
                <a:gd name="connsiteY29" fmla="*/ 30772 h 58778"/>
                <a:gd name="connsiteX30" fmla="*/ 44487 w 53476"/>
                <a:gd name="connsiteY30" fmla="*/ 35267 h 58778"/>
                <a:gd name="connsiteX31" fmla="*/ 45697 w 53476"/>
                <a:gd name="connsiteY31" fmla="*/ 35958 h 58778"/>
                <a:gd name="connsiteX32" fmla="*/ 47945 w 53476"/>
                <a:gd name="connsiteY32" fmla="*/ 37572 h 58778"/>
                <a:gd name="connsiteX33" fmla="*/ 50595 w 53476"/>
                <a:gd name="connsiteY33" fmla="*/ 40050 h 58778"/>
                <a:gd name="connsiteX34" fmla="*/ 52555 w 53476"/>
                <a:gd name="connsiteY34" fmla="*/ 43450 h 58778"/>
                <a:gd name="connsiteX35" fmla="*/ 53477 w 53476"/>
                <a:gd name="connsiteY35" fmla="*/ 47657 h 58778"/>
                <a:gd name="connsiteX36" fmla="*/ 52670 w 53476"/>
                <a:gd name="connsiteY36" fmla="*/ 52901 h 58778"/>
                <a:gd name="connsiteX37" fmla="*/ 50019 w 53476"/>
                <a:gd name="connsiteY37" fmla="*/ 57049 h 58778"/>
                <a:gd name="connsiteX38" fmla="*/ 45640 w 53476"/>
                <a:gd name="connsiteY38" fmla="*/ 58778 h 58778"/>
                <a:gd name="connsiteX39" fmla="*/ 40857 w 53476"/>
                <a:gd name="connsiteY39" fmla="*/ 56877 h 58778"/>
                <a:gd name="connsiteX40" fmla="*/ 38840 w 53476"/>
                <a:gd name="connsiteY40" fmla="*/ 52266 h 58778"/>
                <a:gd name="connsiteX41" fmla="*/ 39819 w 53476"/>
                <a:gd name="connsiteY41" fmla="*/ 49269 h 58778"/>
                <a:gd name="connsiteX42" fmla="*/ 42931 w 53476"/>
                <a:gd name="connsiteY42" fmla="*/ 47887 h 58778"/>
                <a:gd name="connsiteX43" fmla="*/ 47080 w 53476"/>
                <a:gd name="connsiteY43" fmla="*/ 49501 h 58778"/>
                <a:gd name="connsiteX44" fmla="*/ 49328 w 53476"/>
                <a:gd name="connsiteY44" fmla="*/ 53419 h 58778"/>
                <a:gd name="connsiteX45" fmla="*/ 50826 w 53476"/>
                <a:gd name="connsiteY45" fmla="*/ 47541 h 58778"/>
                <a:gd name="connsiteX46" fmla="*/ 47484 w 53476"/>
                <a:gd name="connsiteY46" fmla="*/ 40741 h 58778"/>
                <a:gd name="connsiteX47" fmla="*/ 38552 w 53476"/>
                <a:gd name="connsiteY47" fmla="*/ 36304 h 58778"/>
                <a:gd name="connsiteX48" fmla="*/ 19132 w 53476"/>
                <a:gd name="connsiteY48" fmla="*/ 31349 h 58778"/>
                <a:gd name="connsiteX49" fmla="*/ 10488 w 53476"/>
                <a:gd name="connsiteY49" fmla="*/ 29965 h 58778"/>
                <a:gd name="connsiteX50" fmla="*/ 6396 w 53476"/>
                <a:gd name="connsiteY50" fmla="*/ 30600 h 58778"/>
                <a:gd name="connsiteX51" fmla="*/ 3976 w 53476"/>
                <a:gd name="connsiteY51" fmla="*/ 32328 h 58778"/>
                <a:gd name="connsiteX52" fmla="*/ 2881 w 53476"/>
                <a:gd name="connsiteY52" fmla="*/ 34345 h 58778"/>
                <a:gd name="connsiteX53" fmla="*/ 2593 w 53476"/>
                <a:gd name="connsiteY53" fmla="*/ 36304 h 58778"/>
                <a:gd name="connsiteX54" fmla="*/ 3285 w 53476"/>
                <a:gd name="connsiteY54" fmla="*/ 39992 h 58778"/>
                <a:gd name="connsiteX55" fmla="*/ 5590 w 53476"/>
                <a:gd name="connsiteY55" fmla="*/ 44199 h 58778"/>
                <a:gd name="connsiteX56" fmla="*/ 10373 w 53476"/>
                <a:gd name="connsiteY56" fmla="*/ 48578 h 58778"/>
                <a:gd name="connsiteX57" fmla="*/ 18037 w 53476"/>
                <a:gd name="connsiteY57" fmla="*/ 52152 h 58778"/>
                <a:gd name="connsiteX58" fmla="*/ 19362 w 53476"/>
                <a:gd name="connsiteY58" fmla="*/ 53707 h 58778"/>
                <a:gd name="connsiteX59" fmla="*/ 18152 w 53476"/>
                <a:gd name="connsiteY59" fmla="*/ 55090 h 58778"/>
                <a:gd name="connsiteX60" fmla="*/ 15156 w 53476"/>
                <a:gd name="connsiteY60" fmla="*/ 54341 h 58778"/>
                <a:gd name="connsiteX61" fmla="*/ 10488 w 53476"/>
                <a:gd name="connsiteY61" fmla="*/ 51920 h 58778"/>
                <a:gd name="connsiteX62" fmla="*/ 5590 w 53476"/>
                <a:gd name="connsiteY62" fmla="*/ 48117 h 58778"/>
                <a:gd name="connsiteX63" fmla="*/ 1614 w 53476"/>
                <a:gd name="connsiteY63" fmla="*/ 42758 h 58778"/>
                <a:gd name="connsiteX64" fmla="*/ 0 w 53476"/>
                <a:gd name="connsiteY64" fmla="*/ 36074 h 58778"/>
                <a:gd name="connsiteX65" fmla="*/ 346 w 53476"/>
                <a:gd name="connsiteY65" fmla="*/ 33019 h 58778"/>
                <a:gd name="connsiteX66" fmla="*/ 1498 w 53476"/>
                <a:gd name="connsiteY66" fmla="*/ 29619 h 58778"/>
                <a:gd name="connsiteX67" fmla="*/ 4264 w 53476"/>
                <a:gd name="connsiteY67" fmla="*/ 26047 h 58778"/>
                <a:gd name="connsiteX68" fmla="*/ 8932 w 53476"/>
                <a:gd name="connsiteY68" fmla="*/ 23338 h 58778"/>
                <a:gd name="connsiteX69" fmla="*/ 6339 w 53476"/>
                <a:gd name="connsiteY69" fmla="*/ 21725 h 58778"/>
                <a:gd name="connsiteX70" fmla="*/ 3515 w 53476"/>
                <a:gd name="connsiteY70" fmla="*/ 19247 h 58778"/>
                <a:gd name="connsiteX71" fmla="*/ 980 w 53476"/>
                <a:gd name="connsiteY71" fmla="*/ 15559 h 58778"/>
                <a:gd name="connsiteX72" fmla="*/ 0 w 53476"/>
                <a:gd name="connsiteY72" fmla="*/ 10949 h 58778"/>
                <a:gd name="connsiteX73" fmla="*/ 634 w 53476"/>
                <a:gd name="connsiteY73" fmla="*/ 6281 h 58778"/>
                <a:gd name="connsiteX74" fmla="*/ 3112 w 53476"/>
                <a:gd name="connsiteY74" fmla="*/ 2017 h 58778"/>
                <a:gd name="connsiteX75" fmla="*/ 7780 w 53476"/>
                <a:gd name="connsiteY75" fmla="*/ 0 h 5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3476" h="58778">
                  <a:moveTo>
                    <a:pt x="7780" y="0"/>
                  </a:moveTo>
                  <a:cubicBezTo>
                    <a:pt x="9931" y="0"/>
                    <a:pt x="11621" y="673"/>
                    <a:pt x="12851" y="2017"/>
                  </a:cubicBezTo>
                  <a:cubicBezTo>
                    <a:pt x="14042" y="3362"/>
                    <a:pt x="14637" y="4802"/>
                    <a:pt x="14637" y="6339"/>
                  </a:cubicBezTo>
                  <a:cubicBezTo>
                    <a:pt x="14637" y="7799"/>
                    <a:pt x="14214" y="8912"/>
                    <a:pt x="13369" y="9681"/>
                  </a:cubicBezTo>
                  <a:cubicBezTo>
                    <a:pt x="12524" y="10450"/>
                    <a:pt x="11564" y="10834"/>
                    <a:pt x="10488" y="10834"/>
                  </a:cubicBezTo>
                  <a:cubicBezTo>
                    <a:pt x="9028" y="10834"/>
                    <a:pt x="7664" y="10296"/>
                    <a:pt x="6396" y="9220"/>
                  </a:cubicBezTo>
                  <a:cubicBezTo>
                    <a:pt x="5129" y="8145"/>
                    <a:pt x="4360" y="6800"/>
                    <a:pt x="4091" y="5186"/>
                  </a:cubicBezTo>
                  <a:cubicBezTo>
                    <a:pt x="3093" y="6762"/>
                    <a:pt x="2593" y="8720"/>
                    <a:pt x="2593" y="11064"/>
                  </a:cubicBezTo>
                  <a:cubicBezTo>
                    <a:pt x="2593" y="12600"/>
                    <a:pt x="2997" y="14042"/>
                    <a:pt x="3803" y="15387"/>
                  </a:cubicBezTo>
                  <a:cubicBezTo>
                    <a:pt x="4610" y="16692"/>
                    <a:pt x="5532" y="17748"/>
                    <a:pt x="6569" y="18555"/>
                  </a:cubicBezTo>
                  <a:cubicBezTo>
                    <a:pt x="7607" y="19324"/>
                    <a:pt x="8874" y="20054"/>
                    <a:pt x="10373" y="20745"/>
                  </a:cubicBezTo>
                  <a:cubicBezTo>
                    <a:pt x="11832" y="21398"/>
                    <a:pt x="13004" y="21859"/>
                    <a:pt x="13888" y="22128"/>
                  </a:cubicBezTo>
                  <a:cubicBezTo>
                    <a:pt x="14733" y="22358"/>
                    <a:pt x="15617" y="22569"/>
                    <a:pt x="16539" y="22762"/>
                  </a:cubicBezTo>
                  <a:lnTo>
                    <a:pt x="32674" y="26796"/>
                  </a:lnTo>
                  <a:cubicBezTo>
                    <a:pt x="37783" y="28102"/>
                    <a:pt x="41241" y="28756"/>
                    <a:pt x="43046" y="28756"/>
                  </a:cubicBezTo>
                  <a:cubicBezTo>
                    <a:pt x="45275" y="28756"/>
                    <a:pt x="47138" y="28218"/>
                    <a:pt x="48636" y="27142"/>
                  </a:cubicBezTo>
                  <a:cubicBezTo>
                    <a:pt x="50096" y="26065"/>
                    <a:pt x="50826" y="24453"/>
                    <a:pt x="50826" y="22301"/>
                  </a:cubicBezTo>
                  <a:cubicBezTo>
                    <a:pt x="50826" y="21456"/>
                    <a:pt x="50711" y="20553"/>
                    <a:pt x="50480" y="19592"/>
                  </a:cubicBezTo>
                  <a:cubicBezTo>
                    <a:pt x="50211" y="18632"/>
                    <a:pt x="49731" y="17537"/>
                    <a:pt x="49039" y="16308"/>
                  </a:cubicBezTo>
                  <a:cubicBezTo>
                    <a:pt x="48310" y="15040"/>
                    <a:pt x="47407" y="13849"/>
                    <a:pt x="46331" y="12736"/>
                  </a:cubicBezTo>
                  <a:cubicBezTo>
                    <a:pt x="45217" y="11583"/>
                    <a:pt x="43719" y="10449"/>
                    <a:pt x="41836" y="9335"/>
                  </a:cubicBezTo>
                  <a:cubicBezTo>
                    <a:pt x="39954" y="8221"/>
                    <a:pt x="37802" y="7298"/>
                    <a:pt x="35382" y="6569"/>
                  </a:cubicBezTo>
                  <a:cubicBezTo>
                    <a:pt x="34537" y="6339"/>
                    <a:pt x="34114" y="5839"/>
                    <a:pt x="34114" y="5071"/>
                  </a:cubicBezTo>
                  <a:cubicBezTo>
                    <a:pt x="34114" y="4110"/>
                    <a:pt x="34499" y="3630"/>
                    <a:pt x="35267" y="3630"/>
                  </a:cubicBezTo>
                  <a:cubicBezTo>
                    <a:pt x="35920" y="3630"/>
                    <a:pt x="36938" y="3900"/>
                    <a:pt x="38321" y="4437"/>
                  </a:cubicBezTo>
                  <a:cubicBezTo>
                    <a:pt x="39666" y="4937"/>
                    <a:pt x="41222" y="5743"/>
                    <a:pt x="42989" y="6858"/>
                  </a:cubicBezTo>
                  <a:cubicBezTo>
                    <a:pt x="44718" y="7933"/>
                    <a:pt x="46370" y="9182"/>
                    <a:pt x="47945" y="10602"/>
                  </a:cubicBezTo>
                  <a:cubicBezTo>
                    <a:pt x="49481" y="12025"/>
                    <a:pt x="50787" y="13792"/>
                    <a:pt x="51863" y="15904"/>
                  </a:cubicBezTo>
                  <a:cubicBezTo>
                    <a:pt x="52939" y="18018"/>
                    <a:pt x="53477" y="20227"/>
                    <a:pt x="53477" y="22531"/>
                  </a:cubicBezTo>
                  <a:cubicBezTo>
                    <a:pt x="53477" y="25835"/>
                    <a:pt x="52593" y="28582"/>
                    <a:pt x="50826" y="30772"/>
                  </a:cubicBezTo>
                  <a:cubicBezTo>
                    <a:pt x="49059" y="32961"/>
                    <a:pt x="46946" y="34460"/>
                    <a:pt x="44487" y="35267"/>
                  </a:cubicBezTo>
                  <a:cubicBezTo>
                    <a:pt x="44833" y="35459"/>
                    <a:pt x="45236" y="35689"/>
                    <a:pt x="45697" y="35958"/>
                  </a:cubicBezTo>
                  <a:cubicBezTo>
                    <a:pt x="46158" y="36227"/>
                    <a:pt x="46907" y="36765"/>
                    <a:pt x="47945" y="37572"/>
                  </a:cubicBezTo>
                  <a:cubicBezTo>
                    <a:pt x="48943" y="38341"/>
                    <a:pt x="49827" y="39166"/>
                    <a:pt x="50595" y="40050"/>
                  </a:cubicBezTo>
                  <a:cubicBezTo>
                    <a:pt x="51325" y="40934"/>
                    <a:pt x="51978" y="42067"/>
                    <a:pt x="52555" y="43450"/>
                  </a:cubicBezTo>
                  <a:cubicBezTo>
                    <a:pt x="53169" y="44794"/>
                    <a:pt x="53477" y="46197"/>
                    <a:pt x="53477" y="47657"/>
                  </a:cubicBezTo>
                  <a:cubicBezTo>
                    <a:pt x="53477" y="49501"/>
                    <a:pt x="53208" y="51249"/>
                    <a:pt x="52670" y="52901"/>
                  </a:cubicBezTo>
                  <a:cubicBezTo>
                    <a:pt x="52132" y="54513"/>
                    <a:pt x="51248" y="55896"/>
                    <a:pt x="50019" y="57049"/>
                  </a:cubicBezTo>
                  <a:cubicBezTo>
                    <a:pt x="48790" y="58201"/>
                    <a:pt x="47330" y="58778"/>
                    <a:pt x="45640" y="58778"/>
                  </a:cubicBezTo>
                  <a:cubicBezTo>
                    <a:pt x="43757" y="58778"/>
                    <a:pt x="42163" y="58145"/>
                    <a:pt x="40857" y="56877"/>
                  </a:cubicBezTo>
                  <a:cubicBezTo>
                    <a:pt x="39512" y="55570"/>
                    <a:pt x="38840" y="54034"/>
                    <a:pt x="38840" y="52266"/>
                  </a:cubicBezTo>
                  <a:cubicBezTo>
                    <a:pt x="38840" y="51153"/>
                    <a:pt x="39166" y="50154"/>
                    <a:pt x="39819" y="49269"/>
                  </a:cubicBezTo>
                  <a:cubicBezTo>
                    <a:pt x="40472" y="48348"/>
                    <a:pt x="41510" y="47887"/>
                    <a:pt x="42931" y="47887"/>
                  </a:cubicBezTo>
                  <a:cubicBezTo>
                    <a:pt x="44506" y="47887"/>
                    <a:pt x="45889" y="48424"/>
                    <a:pt x="47080" y="49501"/>
                  </a:cubicBezTo>
                  <a:cubicBezTo>
                    <a:pt x="48271" y="50576"/>
                    <a:pt x="49020" y="51882"/>
                    <a:pt x="49328" y="53419"/>
                  </a:cubicBezTo>
                  <a:cubicBezTo>
                    <a:pt x="50326" y="51844"/>
                    <a:pt x="50826" y="49884"/>
                    <a:pt x="50826" y="47541"/>
                  </a:cubicBezTo>
                  <a:cubicBezTo>
                    <a:pt x="50826" y="45006"/>
                    <a:pt x="49712" y="42739"/>
                    <a:pt x="47484" y="40741"/>
                  </a:cubicBezTo>
                  <a:cubicBezTo>
                    <a:pt x="45255" y="38743"/>
                    <a:pt x="42278" y="37264"/>
                    <a:pt x="38552" y="36304"/>
                  </a:cubicBezTo>
                  <a:cubicBezTo>
                    <a:pt x="29600" y="33922"/>
                    <a:pt x="23127" y="32270"/>
                    <a:pt x="19132" y="31349"/>
                  </a:cubicBezTo>
                  <a:cubicBezTo>
                    <a:pt x="15098" y="30426"/>
                    <a:pt x="12217" y="29965"/>
                    <a:pt x="10488" y="29965"/>
                  </a:cubicBezTo>
                  <a:cubicBezTo>
                    <a:pt x="8874" y="29965"/>
                    <a:pt x="7511" y="30176"/>
                    <a:pt x="6396" y="30600"/>
                  </a:cubicBezTo>
                  <a:cubicBezTo>
                    <a:pt x="5282" y="31022"/>
                    <a:pt x="4476" y="31598"/>
                    <a:pt x="3976" y="32328"/>
                  </a:cubicBezTo>
                  <a:cubicBezTo>
                    <a:pt x="3438" y="33019"/>
                    <a:pt x="3073" y="33692"/>
                    <a:pt x="2881" y="34345"/>
                  </a:cubicBezTo>
                  <a:cubicBezTo>
                    <a:pt x="2689" y="34959"/>
                    <a:pt x="2593" y="35612"/>
                    <a:pt x="2593" y="36304"/>
                  </a:cubicBezTo>
                  <a:cubicBezTo>
                    <a:pt x="2593" y="37456"/>
                    <a:pt x="2824" y="38687"/>
                    <a:pt x="3285" y="39992"/>
                  </a:cubicBezTo>
                  <a:cubicBezTo>
                    <a:pt x="3746" y="41260"/>
                    <a:pt x="4514" y="42662"/>
                    <a:pt x="5590" y="44199"/>
                  </a:cubicBezTo>
                  <a:cubicBezTo>
                    <a:pt x="6627" y="45697"/>
                    <a:pt x="8221" y="47157"/>
                    <a:pt x="10373" y="48578"/>
                  </a:cubicBezTo>
                  <a:cubicBezTo>
                    <a:pt x="12524" y="49999"/>
                    <a:pt x="15079" y="51191"/>
                    <a:pt x="18037" y="52152"/>
                  </a:cubicBezTo>
                  <a:cubicBezTo>
                    <a:pt x="18920" y="52344"/>
                    <a:pt x="19362" y="52861"/>
                    <a:pt x="19362" y="53707"/>
                  </a:cubicBezTo>
                  <a:cubicBezTo>
                    <a:pt x="19324" y="54629"/>
                    <a:pt x="18920" y="55090"/>
                    <a:pt x="18152" y="55090"/>
                  </a:cubicBezTo>
                  <a:cubicBezTo>
                    <a:pt x="17499" y="55090"/>
                    <a:pt x="16500" y="54841"/>
                    <a:pt x="15156" y="54341"/>
                  </a:cubicBezTo>
                  <a:cubicBezTo>
                    <a:pt x="13773" y="53804"/>
                    <a:pt x="12217" y="52997"/>
                    <a:pt x="10488" y="51920"/>
                  </a:cubicBezTo>
                  <a:cubicBezTo>
                    <a:pt x="8759" y="50807"/>
                    <a:pt x="7126" y="49539"/>
                    <a:pt x="5590" y="48117"/>
                  </a:cubicBezTo>
                  <a:cubicBezTo>
                    <a:pt x="4015" y="46657"/>
                    <a:pt x="2689" y="44870"/>
                    <a:pt x="1614" y="42758"/>
                  </a:cubicBezTo>
                  <a:cubicBezTo>
                    <a:pt x="538" y="40607"/>
                    <a:pt x="0" y="38379"/>
                    <a:pt x="0" y="36074"/>
                  </a:cubicBezTo>
                  <a:cubicBezTo>
                    <a:pt x="0" y="35037"/>
                    <a:pt x="115" y="34018"/>
                    <a:pt x="346" y="33019"/>
                  </a:cubicBezTo>
                  <a:cubicBezTo>
                    <a:pt x="538" y="31982"/>
                    <a:pt x="922" y="30848"/>
                    <a:pt x="1498" y="29619"/>
                  </a:cubicBezTo>
                  <a:cubicBezTo>
                    <a:pt x="2075" y="28351"/>
                    <a:pt x="2997" y="27160"/>
                    <a:pt x="4264" y="26047"/>
                  </a:cubicBezTo>
                  <a:cubicBezTo>
                    <a:pt x="5532" y="24932"/>
                    <a:pt x="7088" y="24029"/>
                    <a:pt x="8932" y="23338"/>
                  </a:cubicBezTo>
                  <a:cubicBezTo>
                    <a:pt x="8048" y="22877"/>
                    <a:pt x="7184" y="22339"/>
                    <a:pt x="6339" y="21725"/>
                  </a:cubicBezTo>
                  <a:cubicBezTo>
                    <a:pt x="5494" y="21072"/>
                    <a:pt x="4552" y="20246"/>
                    <a:pt x="3515" y="19247"/>
                  </a:cubicBezTo>
                  <a:cubicBezTo>
                    <a:pt x="2439" y="18210"/>
                    <a:pt x="1594" y="16980"/>
                    <a:pt x="980" y="15559"/>
                  </a:cubicBezTo>
                  <a:cubicBezTo>
                    <a:pt x="327" y="14099"/>
                    <a:pt x="0" y="12562"/>
                    <a:pt x="0" y="10949"/>
                  </a:cubicBezTo>
                  <a:cubicBezTo>
                    <a:pt x="0" y="9374"/>
                    <a:pt x="211" y="7817"/>
                    <a:pt x="634" y="6281"/>
                  </a:cubicBezTo>
                  <a:cubicBezTo>
                    <a:pt x="1018" y="4745"/>
                    <a:pt x="1844" y="3323"/>
                    <a:pt x="3112" y="2017"/>
                  </a:cubicBezTo>
                  <a:cubicBezTo>
                    <a:pt x="4341" y="673"/>
                    <a:pt x="5897" y="0"/>
                    <a:pt x="7780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0360D8AF-3778-9752-9C8B-E62E39174975}"/>
                </a:ext>
              </a:extLst>
            </p:cNvPr>
            <p:cNvSpPr/>
            <p:nvPr/>
          </p:nvSpPr>
          <p:spPr>
            <a:xfrm>
              <a:off x="4575412" y="3813882"/>
              <a:ext cx="118017" cy="27371"/>
            </a:xfrm>
            <a:custGeom>
              <a:avLst/>
              <a:gdLst>
                <a:gd name="connsiteX0" fmla="*/ 116865 w 118017"/>
                <a:gd name="connsiteY0" fmla="*/ 27372 h 27371"/>
                <a:gd name="connsiteX1" fmla="*/ 114848 w 118017"/>
                <a:gd name="connsiteY1" fmla="*/ 25873 h 27371"/>
                <a:gd name="connsiteX2" fmla="*/ 59009 w 118017"/>
                <a:gd name="connsiteY2" fmla="*/ 6857 h 27371"/>
                <a:gd name="connsiteX3" fmla="*/ 3919 w 118017"/>
                <a:gd name="connsiteY3" fmla="*/ 25124 h 27371"/>
                <a:gd name="connsiteX4" fmla="*/ 1153 w 118017"/>
                <a:gd name="connsiteY4" fmla="*/ 27372 h 27371"/>
                <a:gd name="connsiteX5" fmla="*/ 0 w 118017"/>
                <a:gd name="connsiteY5" fmla="*/ 26219 h 27371"/>
                <a:gd name="connsiteX6" fmla="*/ 2363 w 118017"/>
                <a:gd name="connsiteY6" fmla="*/ 22589 h 27371"/>
                <a:gd name="connsiteX7" fmla="*/ 10142 w 118017"/>
                <a:gd name="connsiteY7" fmla="*/ 15385 h 27371"/>
                <a:gd name="connsiteX8" fmla="*/ 22186 w 118017"/>
                <a:gd name="connsiteY8" fmla="*/ 7779 h 27371"/>
                <a:gd name="connsiteX9" fmla="*/ 59009 w 118017"/>
                <a:gd name="connsiteY9" fmla="*/ 0 h 27371"/>
                <a:gd name="connsiteX10" fmla="*/ 95025 w 118017"/>
                <a:gd name="connsiteY10" fmla="*/ 7434 h 27371"/>
                <a:gd name="connsiteX11" fmla="*/ 107414 w 118017"/>
                <a:gd name="connsiteY11" fmla="*/ 15040 h 27371"/>
                <a:gd name="connsiteX12" fmla="*/ 115539 w 118017"/>
                <a:gd name="connsiteY12" fmla="*/ 22416 h 27371"/>
                <a:gd name="connsiteX13" fmla="*/ 118018 w 118017"/>
                <a:gd name="connsiteY13" fmla="*/ 26219 h 27371"/>
                <a:gd name="connsiteX14" fmla="*/ 116865 w 118017"/>
                <a:gd name="connsiteY14" fmla="*/ 27372 h 2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017" h="27371">
                  <a:moveTo>
                    <a:pt x="116865" y="27372"/>
                  </a:moveTo>
                  <a:cubicBezTo>
                    <a:pt x="116480" y="27372"/>
                    <a:pt x="115809" y="26872"/>
                    <a:pt x="114848" y="25873"/>
                  </a:cubicBezTo>
                  <a:cubicBezTo>
                    <a:pt x="101940" y="13196"/>
                    <a:pt x="83327" y="6857"/>
                    <a:pt x="59009" y="6857"/>
                  </a:cubicBezTo>
                  <a:cubicBezTo>
                    <a:pt x="34614" y="6857"/>
                    <a:pt x="16250" y="12946"/>
                    <a:pt x="3919" y="25124"/>
                  </a:cubicBezTo>
                  <a:cubicBezTo>
                    <a:pt x="2497" y="26623"/>
                    <a:pt x="1575" y="27372"/>
                    <a:pt x="1153" y="27372"/>
                  </a:cubicBezTo>
                  <a:cubicBezTo>
                    <a:pt x="384" y="27372"/>
                    <a:pt x="0" y="26988"/>
                    <a:pt x="0" y="26219"/>
                  </a:cubicBezTo>
                  <a:cubicBezTo>
                    <a:pt x="0" y="25682"/>
                    <a:pt x="788" y="24471"/>
                    <a:pt x="2363" y="22589"/>
                  </a:cubicBezTo>
                  <a:cubicBezTo>
                    <a:pt x="3938" y="20669"/>
                    <a:pt x="6531" y="18268"/>
                    <a:pt x="10142" y="15385"/>
                  </a:cubicBezTo>
                  <a:cubicBezTo>
                    <a:pt x="13753" y="12466"/>
                    <a:pt x="17768" y="9931"/>
                    <a:pt x="22186" y="7779"/>
                  </a:cubicBezTo>
                  <a:cubicBezTo>
                    <a:pt x="32904" y="2593"/>
                    <a:pt x="45178" y="0"/>
                    <a:pt x="59009" y="0"/>
                  </a:cubicBezTo>
                  <a:cubicBezTo>
                    <a:pt x="72301" y="0"/>
                    <a:pt x="84306" y="2478"/>
                    <a:pt x="95025" y="7434"/>
                  </a:cubicBezTo>
                  <a:cubicBezTo>
                    <a:pt x="99519" y="9546"/>
                    <a:pt x="103649" y="12081"/>
                    <a:pt x="107414" y="15040"/>
                  </a:cubicBezTo>
                  <a:cubicBezTo>
                    <a:pt x="111180" y="17998"/>
                    <a:pt x="113887" y="20456"/>
                    <a:pt x="115539" y="22416"/>
                  </a:cubicBezTo>
                  <a:cubicBezTo>
                    <a:pt x="117191" y="24375"/>
                    <a:pt x="118018" y="25642"/>
                    <a:pt x="118018" y="26219"/>
                  </a:cubicBezTo>
                  <a:cubicBezTo>
                    <a:pt x="118018" y="26988"/>
                    <a:pt x="117634" y="27372"/>
                    <a:pt x="116865" y="27372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7" name="Freeform 126">
            <a:extLst>
              <a:ext uri="{FF2B5EF4-FFF2-40B4-BE49-F238E27FC236}">
                <a16:creationId xmlns:a16="http://schemas.microsoft.com/office/drawing/2014/main" id="{48D7E69A-F17A-5DBE-0335-4AEA4F22A331}"/>
              </a:ext>
            </a:extLst>
          </p:cNvPr>
          <p:cNvSpPr/>
          <p:nvPr/>
        </p:nvSpPr>
        <p:spPr>
          <a:xfrm>
            <a:off x="3095055" y="3899596"/>
            <a:ext cx="2329312" cy="760234"/>
          </a:xfrm>
          <a:custGeom>
            <a:avLst/>
            <a:gdLst>
              <a:gd name="connsiteX0" fmla="*/ 0 w 2329312"/>
              <a:gd name="connsiteY0" fmla="*/ 760234 h 760234"/>
              <a:gd name="connsiteX1" fmla="*/ 2331 w 2329312"/>
              <a:gd name="connsiteY1" fmla="*/ 760075 h 760234"/>
              <a:gd name="connsiteX2" fmla="*/ 4663 w 2329312"/>
              <a:gd name="connsiteY2" fmla="*/ 759927 h 760234"/>
              <a:gd name="connsiteX3" fmla="*/ 6995 w 2329312"/>
              <a:gd name="connsiteY3" fmla="*/ 759767 h 760234"/>
              <a:gd name="connsiteX4" fmla="*/ 9326 w 2329312"/>
              <a:gd name="connsiteY4" fmla="*/ 759595 h 760234"/>
              <a:gd name="connsiteX5" fmla="*/ 11658 w 2329312"/>
              <a:gd name="connsiteY5" fmla="*/ 759435 h 760234"/>
              <a:gd name="connsiteX6" fmla="*/ 13989 w 2329312"/>
              <a:gd name="connsiteY6" fmla="*/ 759263 h 760234"/>
              <a:gd name="connsiteX7" fmla="*/ 16321 w 2329312"/>
              <a:gd name="connsiteY7" fmla="*/ 759090 h 760234"/>
              <a:gd name="connsiteX8" fmla="*/ 18653 w 2329312"/>
              <a:gd name="connsiteY8" fmla="*/ 758918 h 760234"/>
              <a:gd name="connsiteX9" fmla="*/ 20985 w 2329312"/>
              <a:gd name="connsiteY9" fmla="*/ 758746 h 760234"/>
              <a:gd name="connsiteX10" fmla="*/ 23316 w 2329312"/>
              <a:gd name="connsiteY10" fmla="*/ 758561 h 760234"/>
              <a:gd name="connsiteX11" fmla="*/ 25647 w 2329312"/>
              <a:gd name="connsiteY11" fmla="*/ 758389 h 760234"/>
              <a:gd name="connsiteX12" fmla="*/ 27979 w 2329312"/>
              <a:gd name="connsiteY12" fmla="*/ 758205 h 760234"/>
              <a:gd name="connsiteX13" fmla="*/ 30311 w 2329312"/>
              <a:gd name="connsiteY13" fmla="*/ 758008 h 760234"/>
              <a:gd name="connsiteX14" fmla="*/ 32643 w 2329312"/>
              <a:gd name="connsiteY14" fmla="*/ 757823 h 760234"/>
              <a:gd name="connsiteX15" fmla="*/ 34974 w 2329312"/>
              <a:gd name="connsiteY15" fmla="*/ 757627 h 760234"/>
              <a:gd name="connsiteX16" fmla="*/ 37306 w 2329312"/>
              <a:gd name="connsiteY16" fmla="*/ 757430 h 760234"/>
              <a:gd name="connsiteX17" fmla="*/ 39637 w 2329312"/>
              <a:gd name="connsiteY17" fmla="*/ 757233 h 760234"/>
              <a:gd name="connsiteX18" fmla="*/ 41969 w 2329312"/>
              <a:gd name="connsiteY18" fmla="*/ 757036 h 760234"/>
              <a:gd name="connsiteX19" fmla="*/ 44301 w 2329312"/>
              <a:gd name="connsiteY19" fmla="*/ 756827 h 760234"/>
              <a:gd name="connsiteX20" fmla="*/ 46632 w 2329312"/>
              <a:gd name="connsiteY20" fmla="*/ 756618 h 760234"/>
              <a:gd name="connsiteX21" fmla="*/ 48964 w 2329312"/>
              <a:gd name="connsiteY21" fmla="*/ 756409 h 760234"/>
              <a:gd name="connsiteX22" fmla="*/ 51295 w 2329312"/>
              <a:gd name="connsiteY22" fmla="*/ 756187 h 760234"/>
              <a:gd name="connsiteX23" fmla="*/ 53628 w 2329312"/>
              <a:gd name="connsiteY23" fmla="*/ 755978 h 760234"/>
              <a:gd name="connsiteX24" fmla="*/ 55959 w 2329312"/>
              <a:gd name="connsiteY24" fmla="*/ 755757 h 760234"/>
              <a:gd name="connsiteX25" fmla="*/ 58291 w 2329312"/>
              <a:gd name="connsiteY25" fmla="*/ 755523 h 760234"/>
              <a:gd name="connsiteX26" fmla="*/ 60622 w 2329312"/>
              <a:gd name="connsiteY26" fmla="*/ 755302 h 760234"/>
              <a:gd name="connsiteX27" fmla="*/ 62953 w 2329312"/>
              <a:gd name="connsiteY27" fmla="*/ 755068 h 760234"/>
              <a:gd name="connsiteX28" fmla="*/ 65286 w 2329312"/>
              <a:gd name="connsiteY28" fmla="*/ 754834 h 760234"/>
              <a:gd name="connsiteX29" fmla="*/ 67617 w 2329312"/>
              <a:gd name="connsiteY29" fmla="*/ 754588 h 760234"/>
              <a:gd name="connsiteX30" fmla="*/ 69949 w 2329312"/>
              <a:gd name="connsiteY30" fmla="*/ 754354 h 760234"/>
              <a:gd name="connsiteX31" fmla="*/ 72280 w 2329312"/>
              <a:gd name="connsiteY31" fmla="*/ 754096 h 760234"/>
              <a:gd name="connsiteX32" fmla="*/ 74613 w 2329312"/>
              <a:gd name="connsiteY32" fmla="*/ 753850 h 760234"/>
              <a:gd name="connsiteX33" fmla="*/ 76944 w 2329312"/>
              <a:gd name="connsiteY33" fmla="*/ 753604 h 760234"/>
              <a:gd name="connsiteX34" fmla="*/ 79275 w 2329312"/>
              <a:gd name="connsiteY34" fmla="*/ 753346 h 760234"/>
              <a:gd name="connsiteX35" fmla="*/ 81607 w 2329312"/>
              <a:gd name="connsiteY35" fmla="*/ 753075 h 760234"/>
              <a:gd name="connsiteX36" fmla="*/ 83938 w 2329312"/>
              <a:gd name="connsiteY36" fmla="*/ 752817 h 760234"/>
              <a:gd name="connsiteX37" fmla="*/ 86271 w 2329312"/>
              <a:gd name="connsiteY37" fmla="*/ 752546 h 760234"/>
              <a:gd name="connsiteX38" fmla="*/ 88602 w 2329312"/>
              <a:gd name="connsiteY38" fmla="*/ 752276 h 760234"/>
              <a:gd name="connsiteX39" fmla="*/ 90934 w 2329312"/>
              <a:gd name="connsiteY39" fmla="*/ 751993 h 760234"/>
              <a:gd name="connsiteX40" fmla="*/ 93265 w 2329312"/>
              <a:gd name="connsiteY40" fmla="*/ 751722 h 760234"/>
              <a:gd name="connsiteX41" fmla="*/ 95596 w 2329312"/>
              <a:gd name="connsiteY41" fmla="*/ 751427 h 760234"/>
              <a:gd name="connsiteX42" fmla="*/ 97929 w 2329312"/>
              <a:gd name="connsiteY42" fmla="*/ 751144 h 760234"/>
              <a:gd name="connsiteX43" fmla="*/ 100260 w 2329312"/>
              <a:gd name="connsiteY43" fmla="*/ 750849 h 760234"/>
              <a:gd name="connsiteX44" fmla="*/ 102592 w 2329312"/>
              <a:gd name="connsiteY44" fmla="*/ 750553 h 760234"/>
              <a:gd name="connsiteX45" fmla="*/ 104923 w 2329312"/>
              <a:gd name="connsiteY45" fmla="*/ 750246 h 760234"/>
              <a:gd name="connsiteX46" fmla="*/ 107256 w 2329312"/>
              <a:gd name="connsiteY46" fmla="*/ 749951 h 760234"/>
              <a:gd name="connsiteX47" fmla="*/ 109587 w 2329312"/>
              <a:gd name="connsiteY47" fmla="*/ 749631 h 760234"/>
              <a:gd name="connsiteX48" fmla="*/ 111919 w 2329312"/>
              <a:gd name="connsiteY48" fmla="*/ 749323 h 760234"/>
              <a:gd name="connsiteX49" fmla="*/ 114250 w 2329312"/>
              <a:gd name="connsiteY49" fmla="*/ 749003 h 760234"/>
              <a:gd name="connsiteX50" fmla="*/ 116581 w 2329312"/>
              <a:gd name="connsiteY50" fmla="*/ 748683 h 760234"/>
              <a:gd name="connsiteX51" fmla="*/ 118914 w 2329312"/>
              <a:gd name="connsiteY51" fmla="*/ 748351 h 760234"/>
              <a:gd name="connsiteX52" fmla="*/ 121245 w 2329312"/>
              <a:gd name="connsiteY52" fmla="*/ 748019 h 760234"/>
              <a:gd name="connsiteX53" fmla="*/ 123577 w 2329312"/>
              <a:gd name="connsiteY53" fmla="*/ 747675 h 760234"/>
              <a:gd name="connsiteX54" fmla="*/ 125908 w 2329312"/>
              <a:gd name="connsiteY54" fmla="*/ 747343 h 760234"/>
              <a:gd name="connsiteX55" fmla="*/ 128241 w 2329312"/>
              <a:gd name="connsiteY55" fmla="*/ 746986 h 760234"/>
              <a:gd name="connsiteX56" fmla="*/ 130572 w 2329312"/>
              <a:gd name="connsiteY56" fmla="*/ 746641 h 760234"/>
              <a:gd name="connsiteX57" fmla="*/ 132903 w 2329312"/>
              <a:gd name="connsiteY57" fmla="*/ 746285 h 760234"/>
              <a:gd name="connsiteX58" fmla="*/ 135235 w 2329312"/>
              <a:gd name="connsiteY58" fmla="*/ 745916 h 760234"/>
              <a:gd name="connsiteX59" fmla="*/ 137566 w 2329312"/>
              <a:gd name="connsiteY59" fmla="*/ 745559 h 760234"/>
              <a:gd name="connsiteX60" fmla="*/ 139899 w 2329312"/>
              <a:gd name="connsiteY60" fmla="*/ 745178 h 760234"/>
              <a:gd name="connsiteX61" fmla="*/ 142230 w 2329312"/>
              <a:gd name="connsiteY61" fmla="*/ 744808 h 760234"/>
              <a:gd name="connsiteX62" fmla="*/ 144562 w 2329312"/>
              <a:gd name="connsiteY62" fmla="*/ 744427 h 760234"/>
              <a:gd name="connsiteX63" fmla="*/ 146893 w 2329312"/>
              <a:gd name="connsiteY63" fmla="*/ 744033 h 760234"/>
              <a:gd name="connsiteX64" fmla="*/ 149225 w 2329312"/>
              <a:gd name="connsiteY64" fmla="*/ 743640 h 760234"/>
              <a:gd name="connsiteX65" fmla="*/ 151557 w 2329312"/>
              <a:gd name="connsiteY65" fmla="*/ 743246 h 760234"/>
              <a:gd name="connsiteX66" fmla="*/ 153888 w 2329312"/>
              <a:gd name="connsiteY66" fmla="*/ 742840 h 760234"/>
              <a:gd name="connsiteX67" fmla="*/ 156220 w 2329312"/>
              <a:gd name="connsiteY67" fmla="*/ 742434 h 760234"/>
              <a:gd name="connsiteX68" fmla="*/ 158551 w 2329312"/>
              <a:gd name="connsiteY68" fmla="*/ 742028 h 760234"/>
              <a:gd name="connsiteX69" fmla="*/ 160883 w 2329312"/>
              <a:gd name="connsiteY69" fmla="*/ 741598 h 760234"/>
              <a:gd name="connsiteX70" fmla="*/ 163215 w 2329312"/>
              <a:gd name="connsiteY70" fmla="*/ 741180 h 760234"/>
              <a:gd name="connsiteX71" fmla="*/ 165547 w 2329312"/>
              <a:gd name="connsiteY71" fmla="*/ 740749 h 760234"/>
              <a:gd name="connsiteX72" fmla="*/ 167878 w 2329312"/>
              <a:gd name="connsiteY72" fmla="*/ 740319 h 760234"/>
              <a:gd name="connsiteX73" fmla="*/ 170209 w 2329312"/>
              <a:gd name="connsiteY73" fmla="*/ 739876 h 760234"/>
              <a:gd name="connsiteX74" fmla="*/ 172541 w 2329312"/>
              <a:gd name="connsiteY74" fmla="*/ 739420 h 760234"/>
              <a:gd name="connsiteX75" fmla="*/ 174873 w 2329312"/>
              <a:gd name="connsiteY75" fmla="*/ 738965 h 760234"/>
              <a:gd name="connsiteX76" fmla="*/ 177205 w 2329312"/>
              <a:gd name="connsiteY76" fmla="*/ 738510 h 760234"/>
              <a:gd name="connsiteX77" fmla="*/ 179536 w 2329312"/>
              <a:gd name="connsiteY77" fmla="*/ 738043 h 760234"/>
              <a:gd name="connsiteX78" fmla="*/ 181868 w 2329312"/>
              <a:gd name="connsiteY78" fmla="*/ 737575 h 760234"/>
              <a:gd name="connsiteX79" fmla="*/ 184199 w 2329312"/>
              <a:gd name="connsiteY79" fmla="*/ 737096 h 760234"/>
              <a:gd name="connsiteX80" fmla="*/ 186531 w 2329312"/>
              <a:gd name="connsiteY80" fmla="*/ 736616 h 760234"/>
              <a:gd name="connsiteX81" fmla="*/ 188863 w 2329312"/>
              <a:gd name="connsiteY81" fmla="*/ 736124 h 760234"/>
              <a:gd name="connsiteX82" fmla="*/ 191194 w 2329312"/>
              <a:gd name="connsiteY82" fmla="*/ 735632 h 760234"/>
              <a:gd name="connsiteX83" fmla="*/ 193526 w 2329312"/>
              <a:gd name="connsiteY83" fmla="*/ 735127 h 760234"/>
              <a:gd name="connsiteX84" fmla="*/ 195857 w 2329312"/>
              <a:gd name="connsiteY84" fmla="*/ 734611 h 760234"/>
              <a:gd name="connsiteX85" fmla="*/ 198190 w 2329312"/>
              <a:gd name="connsiteY85" fmla="*/ 734106 h 760234"/>
              <a:gd name="connsiteX86" fmla="*/ 200521 w 2329312"/>
              <a:gd name="connsiteY86" fmla="*/ 733577 h 760234"/>
              <a:gd name="connsiteX87" fmla="*/ 202853 w 2329312"/>
              <a:gd name="connsiteY87" fmla="*/ 733048 h 760234"/>
              <a:gd name="connsiteX88" fmla="*/ 205184 w 2329312"/>
              <a:gd name="connsiteY88" fmla="*/ 732519 h 760234"/>
              <a:gd name="connsiteX89" fmla="*/ 207515 w 2329312"/>
              <a:gd name="connsiteY89" fmla="*/ 731978 h 760234"/>
              <a:gd name="connsiteX90" fmla="*/ 209848 w 2329312"/>
              <a:gd name="connsiteY90" fmla="*/ 731425 h 760234"/>
              <a:gd name="connsiteX91" fmla="*/ 212179 w 2329312"/>
              <a:gd name="connsiteY91" fmla="*/ 730871 h 760234"/>
              <a:gd name="connsiteX92" fmla="*/ 214511 w 2329312"/>
              <a:gd name="connsiteY92" fmla="*/ 730305 h 760234"/>
              <a:gd name="connsiteX93" fmla="*/ 216842 w 2329312"/>
              <a:gd name="connsiteY93" fmla="*/ 729739 h 760234"/>
              <a:gd name="connsiteX94" fmla="*/ 219175 w 2329312"/>
              <a:gd name="connsiteY94" fmla="*/ 729161 h 760234"/>
              <a:gd name="connsiteX95" fmla="*/ 221506 w 2329312"/>
              <a:gd name="connsiteY95" fmla="*/ 728583 h 760234"/>
              <a:gd name="connsiteX96" fmla="*/ 223837 w 2329312"/>
              <a:gd name="connsiteY96" fmla="*/ 727993 h 760234"/>
              <a:gd name="connsiteX97" fmla="*/ 226169 w 2329312"/>
              <a:gd name="connsiteY97" fmla="*/ 727390 h 760234"/>
              <a:gd name="connsiteX98" fmla="*/ 228500 w 2329312"/>
              <a:gd name="connsiteY98" fmla="*/ 726787 h 760234"/>
              <a:gd name="connsiteX99" fmla="*/ 230833 w 2329312"/>
              <a:gd name="connsiteY99" fmla="*/ 726172 h 760234"/>
              <a:gd name="connsiteX100" fmla="*/ 233164 w 2329312"/>
              <a:gd name="connsiteY100" fmla="*/ 725557 h 760234"/>
              <a:gd name="connsiteX101" fmla="*/ 235496 w 2329312"/>
              <a:gd name="connsiteY101" fmla="*/ 724930 h 760234"/>
              <a:gd name="connsiteX102" fmla="*/ 237827 w 2329312"/>
              <a:gd name="connsiteY102" fmla="*/ 724302 h 760234"/>
              <a:gd name="connsiteX103" fmla="*/ 240158 w 2329312"/>
              <a:gd name="connsiteY103" fmla="*/ 723650 h 760234"/>
              <a:gd name="connsiteX104" fmla="*/ 242491 w 2329312"/>
              <a:gd name="connsiteY104" fmla="*/ 723011 h 760234"/>
              <a:gd name="connsiteX105" fmla="*/ 244822 w 2329312"/>
              <a:gd name="connsiteY105" fmla="*/ 722346 h 760234"/>
              <a:gd name="connsiteX106" fmla="*/ 247154 w 2329312"/>
              <a:gd name="connsiteY106" fmla="*/ 721682 h 760234"/>
              <a:gd name="connsiteX107" fmla="*/ 249485 w 2329312"/>
              <a:gd name="connsiteY107" fmla="*/ 721018 h 760234"/>
              <a:gd name="connsiteX108" fmla="*/ 251818 w 2329312"/>
              <a:gd name="connsiteY108" fmla="*/ 720329 h 760234"/>
              <a:gd name="connsiteX109" fmla="*/ 254149 w 2329312"/>
              <a:gd name="connsiteY109" fmla="*/ 719640 h 760234"/>
              <a:gd name="connsiteX110" fmla="*/ 256481 w 2329312"/>
              <a:gd name="connsiteY110" fmla="*/ 718951 h 760234"/>
              <a:gd name="connsiteX111" fmla="*/ 258812 w 2329312"/>
              <a:gd name="connsiteY111" fmla="*/ 718250 h 760234"/>
              <a:gd name="connsiteX112" fmla="*/ 261143 w 2329312"/>
              <a:gd name="connsiteY112" fmla="*/ 717536 h 760234"/>
              <a:gd name="connsiteX113" fmla="*/ 263476 w 2329312"/>
              <a:gd name="connsiteY113" fmla="*/ 716811 h 760234"/>
              <a:gd name="connsiteX114" fmla="*/ 265807 w 2329312"/>
              <a:gd name="connsiteY114" fmla="*/ 716085 h 760234"/>
              <a:gd name="connsiteX115" fmla="*/ 268139 w 2329312"/>
              <a:gd name="connsiteY115" fmla="*/ 715347 h 760234"/>
              <a:gd name="connsiteX116" fmla="*/ 270470 w 2329312"/>
              <a:gd name="connsiteY116" fmla="*/ 714596 h 760234"/>
              <a:gd name="connsiteX117" fmla="*/ 272803 w 2329312"/>
              <a:gd name="connsiteY117" fmla="*/ 713846 h 760234"/>
              <a:gd name="connsiteX118" fmla="*/ 275134 w 2329312"/>
              <a:gd name="connsiteY118" fmla="*/ 713083 h 760234"/>
              <a:gd name="connsiteX119" fmla="*/ 277465 w 2329312"/>
              <a:gd name="connsiteY119" fmla="*/ 712321 h 760234"/>
              <a:gd name="connsiteX120" fmla="*/ 279797 w 2329312"/>
              <a:gd name="connsiteY120" fmla="*/ 711533 h 760234"/>
              <a:gd name="connsiteX121" fmla="*/ 282128 w 2329312"/>
              <a:gd name="connsiteY121" fmla="*/ 710746 h 760234"/>
              <a:gd name="connsiteX122" fmla="*/ 284461 w 2329312"/>
              <a:gd name="connsiteY122" fmla="*/ 709946 h 760234"/>
              <a:gd name="connsiteX123" fmla="*/ 286792 w 2329312"/>
              <a:gd name="connsiteY123" fmla="*/ 709147 h 760234"/>
              <a:gd name="connsiteX124" fmla="*/ 289124 w 2329312"/>
              <a:gd name="connsiteY124" fmla="*/ 708335 h 760234"/>
              <a:gd name="connsiteX125" fmla="*/ 291455 w 2329312"/>
              <a:gd name="connsiteY125" fmla="*/ 707511 h 760234"/>
              <a:gd name="connsiteX126" fmla="*/ 293787 w 2329312"/>
              <a:gd name="connsiteY126" fmla="*/ 706674 h 760234"/>
              <a:gd name="connsiteX127" fmla="*/ 296119 w 2329312"/>
              <a:gd name="connsiteY127" fmla="*/ 705838 h 760234"/>
              <a:gd name="connsiteX128" fmla="*/ 298450 w 2329312"/>
              <a:gd name="connsiteY128" fmla="*/ 704989 h 760234"/>
              <a:gd name="connsiteX129" fmla="*/ 300782 w 2329312"/>
              <a:gd name="connsiteY129" fmla="*/ 704128 h 760234"/>
              <a:gd name="connsiteX130" fmla="*/ 303113 w 2329312"/>
              <a:gd name="connsiteY130" fmla="*/ 703255 h 760234"/>
              <a:gd name="connsiteX131" fmla="*/ 305445 w 2329312"/>
              <a:gd name="connsiteY131" fmla="*/ 702381 h 760234"/>
              <a:gd name="connsiteX132" fmla="*/ 307777 w 2329312"/>
              <a:gd name="connsiteY132" fmla="*/ 701495 h 760234"/>
              <a:gd name="connsiteX133" fmla="*/ 310109 w 2329312"/>
              <a:gd name="connsiteY133" fmla="*/ 700597 h 760234"/>
              <a:gd name="connsiteX134" fmla="*/ 312440 w 2329312"/>
              <a:gd name="connsiteY134" fmla="*/ 699687 h 760234"/>
              <a:gd name="connsiteX135" fmla="*/ 314771 w 2329312"/>
              <a:gd name="connsiteY135" fmla="*/ 698777 h 760234"/>
              <a:gd name="connsiteX136" fmla="*/ 317103 w 2329312"/>
              <a:gd name="connsiteY136" fmla="*/ 697842 h 760234"/>
              <a:gd name="connsiteX137" fmla="*/ 319435 w 2329312"/>
              <a:gd name="connsiteY137" fmla="*/ 696907 h 760234"/>
              <a:gd name="connsiteX138" fmla="*/ 321767 w 2329312"/>
              <a:gd name="connsiteY138" fmla="*/ 695972 h 760234"/>
              <a:gd name="connsiteX139" fmla="*/ 324098 w 2329312"/>
              <a:gd name="connsiteY139" fmla="*/ 695013 h 760234"/>
              <a:gd name="connsiteX140" fmla="*/ 326430 w 2329312"/>
              <a:gd name="connsiteY140" fmla="*/ 694053 h 760234"/>
              <a:gd name="connsiteX141" fmla="*/ 328761 w 2329312"/>
              <a:gd name="connsiteY141" fmla="*/ 693081 h 760234"/>
              <a:gd name="connsiteX142" fmla="*/ 331092 w 2329312"/>
              <a:gd name="connsiteY142" fmla="*/ 692097 h 760234"/>
              <a:gd name="connsiteX143" fmla="*/ 333425 w 2329312"/>
              <a:gd name="connsiteY143" fmla="*/ 691101 h 760234"/>
              <a:gd name="connsiteX144" fmla="*/ 335756 w 2329312"/>
              <a:gd name="connsiteY144" fmla="*/ 690092 h 760234"/>
              <a:gd name="connsiteX145" fmla="*/ 338088 w 2329312"/>
              <a:gd name="connsiteY145" fmla="*/ 689083 h 760234"/>
              <a:gd name="connsiteX146" fmla="*/ 340419 w 2329312"/>
              <a:gd name="connsiteY146" fmla="*/ 688062 h 760234"/>
              <a:gd name="connsiteX147" fmla="*/ 342752 w 2329312"/>
              <a:gd name="connsiteY147" fmla="*/ 687017 h 760234"/>
              <a:gd name="connsiteX148" fmla="*/ 345083 w 2329312"/>
              <a:gd name="connsiteY148" fmla="*/ 685971 h 760234"/>
              <a:gd name="connsiteX149" fmla="*/ 347415 w 2329312"/>
              <a:gd name="connsiteY149" fmla="*/ 684926 h 760234"/>
              <a:gd name="connsiteX150" fmla="*/ 349746 w 2329312"/>
              <a:gd name="connsiteY150" fmla="*/ 683855 h 760234"/>
              <a:gd name="connsiteX151" fmla="*/ 352077 w 2329312"/>
              <a:gd name="connsiteY151" fmla="*/ 682785 h 760234"/>
              <a:gd name="connsiteX152" fmla="*/ 354410 w 2329312"/>
              <a:gd name="connsiteY152" fmla="*/ 681690 h 760234"/>
              <a:gd name="connsiteX153" fmla="*/ 356741 w 2329312"/>
              <a:gd name="connsiteY153" fmla="*/ 680595 h 760234"/>
              <a:gd name="connsiteX154" fmla="*/ 359073 w 2329312"/>
              <a:gd name="connsiteY154" fmla="*/ 679488 h 760234"/>
              <a:gd name="connsiteX155" fmla="*/ 361404 w 2329312"/>
              <a:gd name="connsiteY155" fmla="*/ 678369 h 760234"/>
              <a:gd name="connsiteX156" fmla="*/ 363737 w 2329312"/>
              <a:gd name="connsiteY156" fmla="*/ 677249 h 760234"/>
              <a:gd name="connsiteX157" fmla="*/ 366068 w 2329312"/>
              <a:gd name="connsiteY157" fmla="*/ 676105 h 760234"/>
              <a:gd name="connsiteX158" fmla="*/ 368399 w 2329312"/>
              <a:gd name="connsiteY158" fmla="*/ 674949 h 760234"/>
              <a:gd name="connsiteX159" fmla="*/ 370731 w 2329312"/>
              <a:gd name="connsiteY159" fmla="*/ 673793 h 760234"/>
              <a:gd name="connsiteX160" fmla="*/ 373062 w 2329312"/>
              <a:gd name="connsiteY160" fmla="*/ 672624 h 760234"/>
              <a:gd name="connsiteX161" fmla="*/ 375395 w 2329312"/>
              <a:gd name="connsiteY161" fmla="*/ 671443 h 760234"/>
              <a:gd name="connsiteX162" fmla="*/ 377726 w 2329312"/>
              <a:gd name="connsiteY162" fmla="*/ 670238 h 760234"/>
              <a:gd name="connsiteX163" fmla="*/ 380058 w 2329312"/>
              <a:gd name="connsiteY163" fmla="*/ 669032 h 760234"/>
              <a:gd name="connsiteX164" fmla="*/ 382389 w 2329312"/>
              <a:gd name="connsiteY164" fmla="*/ 667827 h 760234"/>
              <a:gd name="connsiteX165" fmla="*/ 384720 w 2329312"/>
              <a:gd name="connsiteY165" fmla="*/ 666596 h 760234"/>
              <a:gd name="connsiteX166" fmla="*/ 387053 w 2329312"/>
              <a:gd name="connsiteY166" fmla="*/ 665354 h 760234"/>
              <a:gd name="connsiteX167" fmla="*/ 389384 w 2329312"/>
              <a:gd name="connsiteY167" fmla="*/ 664112 h 760234"/>
              <a:gd name="connsiteX168" fmla="*/ 391716 w 2329312"/>
              <a:gd name="connsiteY168" fmla="*/ 662844 h 760234"/>
              <a:gd name="connsiteX169" fmla="*/ 394047 w 2329312"/>
              <a:gd name="connsiteY169" fmla="*/ 661578 h 760234"/>
              <a:gd name="connsiteX170" fmla="*/ 396380 w 2329312"/>
              <a:gd name="connsiteY170" fmla="*/ 660286 h 760234"/>
              <a:gd name="connsiteX171" fmla="*/ 398711 w 2329312"/>
              <a:gd name="connsiteY171" fmla="*/ 658994 h 760234"/>
              <a:gd name="connsiteX172" fmla="*/ 401043 w 2329312"/>
              <a:gd name="connsiteY172" fmla="*/ 657690 h 760234"/>
              <a:gd name="connsiteX173" fmla="*/ 403374 w 2329312"/>
              <a:gd name="connsiteY173" fmla="*/ 656374 h 760234"/>
              <a:gd name="connsiteX174" fmla="*/ 405705 w 2329312"/>
              <a:gd name="connsiteY174" fmla="*/ 655045 h 760234"/>
              <a:gd name="connsiteX175" fmla="*/ 408038 w 2329312"/>
              <a:gd name="connsiteY175" fmla="*/ 653692 h 760234"/>
              <a:gd name="connsiteX176" fmla="*/ 410369 w 2329312"/>
              <a:gd name="connsiteY176" fmla="*/ 652352 h 760234"/>
              <a:gd name="connsiteX177" fmla="*/ 412701 w 2329312"/>
              <a:gd name="connsiteY177" fmla="*/ 650986 h 760234"/>
              <a:gd name="connsiteX178" fmla="*/ 415032 w 2329312"/>
              <a:gd name="connsiteY178" fmla="*/ 649608 h 760234"/>
              <a:gd name="connsiteX179" fmla="*/ 417364 w 2329312"/>
              <a:gd name="connsiteY179" fmla="*/ 648218 h 760234"/>
              <a:gd name="connsiteX180" fmla="*/ 419696 w 2329312"/>
              <a:gd name="connsiteY180" fmla="*/ 646816 h 760234"/>
              <a:gd name="connsiteX181" fmla="*/ 422027 w 2329312"/>
              <a:gd name="connsiteY181" fmla="*/ 645401 h 760234"/>
              <a:gd name="connsiteX182" fmla="*/ 424359 w 2329312"/>
              <a:gd name="connsiteY182" fmla="*/ 643987 h 760234"/>
              <a:gd name="connsiteX183" fmla="*/ 426690 w 2329312"/>
              <a:gd name="connsiteY183" fmla="*/ 642547 h 760234"/>
              <a:gd name="connsiteX184" fmla="*/ 429022 w 2329312"/>
              <a:gd name="connsiteY184" fmla="*/ 641096 h 760234"/>
              <a:gd name="connsiteX185" fmla="*/ 431354 w 2329312"/>
              <a:gd name="connsiteY185" fmla="*/ 639644 h 760234"/>
              <a:gd name="connsiteX186" fmla="*/ 433686 w 2329312"/>
              <a:gd name="connsiteY186" fmla="*/ 638168 h 760234"/>
              <a:gd name="connsiteX187" fmla="*/ 436017 w 2329312"/>
              <a:gd name="connsiteY187" fmla="*/ 636692 h 760234"/>
              <a:gd name="connsiteX188" fmla="*/ 438349 w 2329312"/>
              <a:gd name="connsiteY188" fmla="*/ 635191 h 760234"/>
              <a:gd name="connsiteX189" fmla="*/ 440680 w 2329312"/>
              <a:gd name="connsiteY189" fmla="*/ 633690 h 760234"/>
              <a:gd name="connsiteX190" fmla="*/ 443012 w 2329312"/>
              <a:gd name="connsiteY190" fmla="*/ 632165 h 760234"/>
              <a:gd name="connsiteX191" fmla="*/ 445344 w 2329312"/>
              <a:gd name="connsiteY191" fmla="*/ 630640 h 760234"/>
              <a:gd name="connsiteX192" fmla="*/ 447675 w 2329312"/>
              <a:gd name="connsiteY192" fmla="*/ 629090 h 760234"/>
              <a:gd name="connsiteX193" fmla="*/ 450007 w 2329312"/>
              <a:gd name="connsiteY193" fmla="*/ 627540 h 760234"/>
              <a:gd name="connsiteX194" fmla="*/ 452339 w 2329312"/>
              <a:gd name="connsiteY194" fmla="*/ 625965 h 760234"/>
              <a:gd name="connsiteX195" fmla="*/ 454671 w 2329312"/>
              <a:gd name="connsiteY195" fmla="*/ 624390 h 760234"/>
              <a:gd name="connsiteX196" fmla="*/ 457002 w 2329312"/>
              <a:gd name="connsiteY196" fmla="*/ 622791 h 760234"/>
              <a:gd name="connsiteX197" fmla="*/ 459333 w 2329312"/>
              <a:gd name="connsiteY197" fmla="*/ 621192 h 760234"/>
              <a:gd name="connsiteX198" fmla="*/ 461665 w 2329312"/>
              <a:gd name="connsiteY198" fmla="*/ 619581 h 760234"/>
              <a:gd name="connsiteX199" fmla="*/ 463997 w 2329312"/>
              <a:gd name="connsiteY199" fmla="*/ 617944 h 760234"/>
              <a:gd name="connsiteX200" fmla="*/ 466329 w 2329312"/>
              <a:gd name="connsiteY200" fmla="*/ 616308 h 760234"/>
              <a:gd name="connsiteX201" fmla="*/ 468660 w 2329312"/>
              <a:gd name="connsiteY201" fmla="*/ 614648 h 760234"/>
              <a:gd name="connsiteX202" fmla="*/ 470992 w 2329312"/>
              <a:gd name="connsiteY202" fmla="*/ 612987 h 760234"/>
              <a:gd name="connsiteX203" fmla="*/ 473323 w 2329312"/>
              <a:gd name="connsiteY203" fmla="*/ 611314 h 760234"/>
              <a:gd name="connsiteX204" fmla="*/ 475654 w 2329312"/>
              <a:gd name="connsiteY204" fmla="*/ 609617 h 760234"/>
              <a:gd name="connsiteX205" fmla="*/ 477987 w 2329312"/>
              <a:gd name="connsiteY205" fmla="*/ 607919 h 760234"/>
              <a:gd name="connsiteX206" fmla="*/ 480318 w 2329312"/>
              <a:gd name="connsiteY206" fmla="*/ 606197 h 760234"/>
              <a:gd name="connsiteX207" fmla="*/ 482650 w 2329312"/>
              <a:gd name="connsiteY207" fmla="*/ 604475 h 760234"/>
              <a:gd name="connsiteX208" fmla="*/ 484981 w 2329312"/>
              <a:gd name="connsiteY208" fmla="*/ 602728 h 760234"/>
              <a:gd name="connsiteX209" fmla="*/ 487314 w 2329312"/>
              <a:gd name="connsiteY209" fmla="*/ 600981 h 760234"/>
              <a:gd name="connsiteX210" fmla="*/ 489645 w 2329312"/>
              <a:gd name="connsiteY210" fmla="*/ 599222 h 760234"/>
              <a:gd name="connsiteX211" fmla="*/ 491977 w 2329312"/>
              <a:gd name="connsiteY211" fmla="*/ 597438 h 760234"/>
              <a:gd name="connsiteX212" fmla="*/ 494308 w 2329312"/>
              <a:gd name="connsiteY212" fmla="*/ 595654 h 760234"/>
              <a:gd name="connsiteX213" fmla="*/ 496639 w 2329312"/>
              <a:gd name="connsiteY213" fmla="*/ 593846 h 760234"/>
              <a:gd name="connsiteX214" fmla="*/ 498972 w 2329312"/>
              <a:gd name="connsiteY214" fmla="*/ 592038 h 760234"/>
              <a:gd name="connsiteX215" fmla="*/ 501303 w 2329312"/>
              <a:gd name="connsiteY215" fmla="*/ 590205 h 760234"/>
              <a:gd name="connsiteX216" fmla="*/ 503635 w 2329312"/>
              <a:gd name="connsiteY216" fmla="*/ 588372 h 760234"/>
              <a:gd name="connsiteX217" fmla="*/ 505966 w 2329312"/>
              <a:gd name="connsiteY217" fmla="*/ 586515 h 760234"/>
              <a:gd name="connsiteX218" fmla="*/ 508299 w 2329312"/>
              <a:gd name="connsiteY218" fmla="*/ 584657 h 760234"/>
              <a:gd name="connsiteX219" fmla="*/ 510630 w 2329312"/>
              <a:gd name="connsiteY219" fmla="*/ 582775 h 760234"/>
              <a:gd name="connsiteX220" fmla="*/ 512961 w 2329312"/>
              <a:gd name="connsiteY220" fmla="*/ 580893 h 760234"/>
              <a:gd name="connsiteX221" fmla="*/ 515293 w 2329312"/>
              <a:gd name="connsiteY221" fmla="*/ 578986 h 760234"/>
              <a:gd name="connsiteX222" fmla="*/ 517624 w 2329312"/>
              <a:gd name="connsiteY222" fmla="*/ 577079 h 760234"/>
              <a:gd name="connsiteX223" fmla="*/ 519957 w 2329312"/>
              <a:gd name="connsiteY223" fmla="*/ 575148 h 760234"/>
              <a:gd name="connsiteX224" fmla="*/ 522288 w 2329312"/>
              <a:gd name="connsiteY224" fmla="*/ 573217 h 760234"/>
              <a:gd name="connsiteX225" fmla="*/ 524620 w 2329312"/>
              <a:gd name="connsiteY225" fmla="*/ 571261 h 760234"/>
              <a:gd name="connsiteX226" fmla="*/ 526951 w 2329312"/>
              <a:gd name="connsiteY226" fmla="*/ 569305 h 760234"/>
              <a:gd name="connsiteX227" fmla="*/ 529282 w 2329312"/>
              <a:gd name="connsiteY227" fmla="*/ 567337 h 760234"/>
              <a:gd name="connsiteX228" fmla="*/ 531615 w 2329312"/>
              <a:gd name="connsiteY228" fmla="*/ 565344 h 760234"/>
              <a:gd name="connsiteX229" fmla="*/ 533946 w 2329312"/>
              <a:gd name="connsiteY229" fmla="*/ 563351 h 760234"/>
              <a:gd name="connsiteX230" fmla="*/ 536278 w 2329312"/>
              <a:gd name="connsiteY230" fmla="*/ 561334 h 760234"/>
              <a:gd name="connsiteX231" fmla="*/ 538609 w 2329312"/>
              <a:gd name="connsiteY231" fmla="*/ 559316 h 760234"/>
              <a:gd name="connsiteX232" fmla="*/ 540942 w 2329312"/>
              <a:gd name="connsiteY232" fmla="*/ 557274 h 760234"/>
              <a:gd name="connsiteX233" fmla="*/ 543273 w 2329312"/>
              <a:gd name="connsiteY233" fmla="*/ 555232 h 760234"/>
              <a:gd name="connsiteX234" fmla="*/ 545605 w 2329312"/>
              <a:gd name="connsiteY234" fmla="*/ 553178 h 760234"/>
              <a:gd name="connsiteX235" fmla="*/ 547936 w 2329312"/>
              <a:gd name="connsiteY235" fmla="*/ 551099 h 760234"/>
              <a:gd name="connsiteX236" fmla="*/ 550267 w 2329312"/>
              <a:gd name="connsiteY236" fmla="*/ 549020 h 760234"/>
              <a:gd name="connsiteX237" fmla="*/ 552600 w 2329312"/>
              <a:gd name="connsiteY237" fmla="*/ 546929 h 760234"/>
              <a:gd name="connsiteX238" fmla="*/ 554931 w 2329312"/>
              <a:gd name="connsiteY238" fmla="*/ 544813 h 760234"/>
              <a:gd name="connsiteX239" fmla="*/ 557263 w 2329312"/>
              <a:gd name="connsiteY239" fmla="*/ 542697 h 760234"/>
              <a:gd name="connsiteX240" fmla="*/ 559594 w 2329312"/>
              <a:gd name="connsiteY240" fmla="*/ 540569 h 760234"/>
              <a:gd name="connsiteX241" fmla="*/ 561926 w 2329312"/>
              <a:gd name="connsiteY241" fmla="*/ 538429 h 760234"/>
              <a:gd name="connsiteX242" fmla="*/ 564258 w 2329312"/>
              <a:gd name="connsiteY242" fmla="*/ 536276 h 760234"/>
              <a:gd name="connsiteX243" fmla="*/ 566589 w 2329312"/>
              <a:gd name="connsiteY243" fmla="*/ 534111 h 760234"/>
              <a:gd name="connsiteX244" fmla="*/ 568921 w 2329312"/>
              <a:gd name="connsiteY244" fmla="*/ 531933 h 760234"/>
              <a:gd name="connsiteX245" fmla="*/ 571252 w 2329312"/>
              <a:gd name="connsiteY245" fmla="*/ 529744 h 760234"/>
              <a:gd name="connsiteX246" fmla="*/ 573584 w 2329312"/>
              <a:gd name="connsiteY246" fmla="*/ 527542 h 760234"/>
              <a:gd name="connsiteX247" fmla="*/ 575916 w 2329312"/>
              <a:gd name="connsiteY247" fmla="*/ 525328 h 760234"/>
              <a:gd name="connsiteX248" fmla="*/ 578248 w 2329312"/>
              <a:gd name="connsiteY248" fmla="*/ 523101 h 760234"/>
              <a:gd name="connsiteX249" fmla="*/ 580579 w 2329312"/>
              <a:gd name="connsiteY249" fmla="*/ 520874 h 760234"/>
              <a:gd name="connsiteX250" fmla="*/ 582911 w 2329312"/>
              <a:gd name="connsiteY250" fmla="*/ 518623 h 760234"/>
              <a:gd name="connsiteX251" fmla="*/ 585242 w 2329312"/>
              <a:gd name="connsiteY251" fmla="*/ 516372 h 760234"/>
              <a:gd name="connsiteX252" fmla="*/ 587574 w 2329312"/>
              <a:gd name="connsiteY252" fmla="*/ 514096 h 760234"/>
              <a:gd name="connsiteX253" fmla="*/ 589906 w 2329312"/>
              <a:gd name="connsiteY253" fmla="*/ 511821 h 760234"/>
              <a:gd name="connsiteX254" fmla="*/ 592237 w 2329312"/>
              <a:gd name="connsiteY254" fmla="*/ 509532 h 760234"/>
              <a:gd name="connsiteX255" fmla="*/ 594569 w 2329312"/>
              <a:gd name="connsiteY255" fmla="*/ 507232 h 760234"/>
              <a:gd name="connsiteX256" fmla="*/ 596900 w 2329312"/>
              <a:gd name="connsiteY256" fmla="*/ 504919 h 760234"/>
              <a:gd name="connsiteX257" fmla="*/ 599233 w 2329312"/>
              <a:gd name="connsiteY257" fmla="*/ 502595 h 760234"/>
              <a:gd name="connsiteX258" fmla="*/ 601564 w 2329312"/>
              <a:gd name="connsiteY258" fmla="*/ 500257 h 760234"/>
              <a:gd name="connsiteX259" fmla="*/ 603895 w 2329312"/>
              <a:gd name="connsiteY259" fmla="*/ 497920 h 760234"/>
              <a:gd name="connsiteX260" fmla="*/ 606227 w 2329312"/>
              <a:gd name="connsiteY260" fmla="*/ 495558 h 760234"/>
              <a:gd name="connsiteX261" fmla="*/ 608558 w 2329312"/>
              <a:gd name="connsiteY261" fmla="*/ 493196 h 760234"/>
              <a:gd name="connsiteX262" fmla="*/ 610891 w 2329312"/>
              <a:gd name="connsiteY262" fmla="*/ 490822 h 760234"/>
              <a:gd name="connsiteX263" fmla="*/ 613222 w 2329312"/>
              <a:gd name="connsiteY263" fmla="*/ 488436 h 760234"/>
              <a:gd name="connsiteX264" fmla="*/ 615554 w 2329312"/>
              <a:gd name="connsiteY264" fmla="*/ 486037 h 760234"/>
              <a:gd name="connsiteX265" fmla="*/ 617885 w 2329312"/>
              <a:gd name="connsiteY265" fmla="*/ 483626 h 760234"/>
              <a:gd name="connsiteX266" fmla="*/ 620216 w 2329312"/>
              <a:gd name="connsiteY266" fmla="*/ 481215 h 760234"/>
              <a:gd name="connsiteX267" fmla="*/ 622549 w 2329312"/>
              <a:gd name="connsiteY267" fmla="*/ 478791 h 760234"/>
              <a:gd name="connsiteX268" fmla="*/ 624880 w 2329312"/>
              <a:gd name="connsiteY268" fmla="*/ 476356 h 760234"/>
              <a:gd name="connsiteX269" fmla="*/ 627212 w 2329312"/>
              <a:gd name="connsiteY269" fmla="*/ 473908 h 760234"/>
              <a:gd name="connsiteX270" fmla="*/ 629543 w 2329312"/>
              <a:gd name="connsiteY270" fmla="*/ 471447 h 760234"/>
              <a:gd name="connsiteX271" fmla="*/ 631876 w 2329312"/>
              <a:gd name="connsiteY271" fmla="*/ 468975 h 760234"/>
              <a:gd name="connsiteX272" fmla="*/ 634207 w 2329312"/>
              <a:gd name="connsiteY272" fmla="*/ 466502 h 760234"/>
              <a:gd name="connsiteX273" fmla="*/ 636539 w 2329312"/>
              <a:gd name="connsiteY273" fmla="*/ 464017 h 760234"/>
              <a:gd name="connsiteX274" fmla="*/ 638870 w 2329312"/>
              <a:gd name="connsiteY274" fmla="*/ 461520 h 760234"/>
              <a:gd name="connsiteX275" fmla="*/ 641201 w 2329312"/>
              <a:gd name="connsiteY275" fmla="*/ 459023 h 760234"/>
              <a:gd name="connsiteX276" fmla="*/ 643534 w 2329312"/>
              <a:gd name="connsiteY276" fmla="*/ 456501 h 760234"/>
              <a:gd name="connsiteX277" fmla="*/ 645865 w 2329312"/>
              <a:gd name="connsiteY277" fmla="*/ 453980 h 760234"/>
              <a:gd name="connsiteX278" fmla="*/ 648197 w 2329312"/>
              <a:gd name="connsiteY278" fmla="*/ 451458 h 760234"/>
              <a:gd name="connsiteX279" fmla="*/ 650528 w 2329312"/>
              <a:gd name="connsiteY279" fmla="*/ 448911 h 760234"/>
              <a:gd name="connsiteX280" fmla="*/ 652861 w 2329312"/>
              <a:gd name="connsiteY280" fmla="*/ 446365 h 760234"/>
              <a:gd name="connsiteX281" fmla="*/ 655192 w 2329312"/>
              <a:gd name="connsiteY281" fmla="*/ 443806 h 760234"/>
              <a:gd name="connsiteX282" fmla="*/ 657523 w 2329312"/>
              <a:gd name="connsiteY282" fmla="*/ 441248 h 760234"/>
              <a:gd name="connsiteX283" fmla="*/ 659855 w 2329312"/>
              <a:gd name="connsiteY283" fmla="*/ 438664 h 760234"/>
              <a:gd name="connsiteX284" fmla="*/ 662186 w 2329312"/>
              <a:gd name="connsiteY284" fmla="*/ 436093 h 760234"/>
              <a:gd name="connsiteX285" fmla="*/ 664519 w 2329312"/>
              <a:gd name="connsiteY285" fmla="*/ 433498 h 760234"/>
              <a:gd name="connsiteX286" fmla="*/ 666850 w 2329312"/>
              <a:gd name="connsiteY286" fmla="*/ 430902 h 760234"/>
              <a:gd name="connsiteX287" fmla="*/ 669182 w 2329312"/>
              <a:gd name="connsiteY287" fmla="*/ 428294 h 760234"/>
              <a:gd name="connsiteX288" fmla="*/ 671513 w 2329312"/>
              <a:gd name="connsiteY288" fmla="*/ 425674 h 760234"/>
              <a:gd name="connsiteX289" fmla="*/ 673845 w 2329312"/>
              <a:gd name="connsiteY289" fmla="*/ 423054 h 760234"/>
              <a:gd name="connsiteX290" fmla="*/ 676177 w 2329312"/>
              <a:gd name="connsiteY290" fmla="*/ 420434 h 760234"/>
              <a:gd name="connsiteX291" fmla="*/ 678508 w 2329312"/>
              <a:gd name="connsiteY291" fmla="*/ 417789 h 760234"/>
              <a:gd name="connsiteX292" fmla="*/ 680840 w 2329312"/>
              <a:gd name="connsiteY292" fmla="*/ 415144 h 760234"/>
              <a:gd name="connsiteX293" fmla="*/ 683171 w 2329312"/>
              <a:gd name="connsiteY293" fmla="*/ 412499 h 760234"/>
              <a:gd name="connsiteX294" fmla="*/ 685504 w 2329312"/>
              <a:gd name="connsiteY294" fmla="*/ 409842 h 760234"/>
              <a:gd name="connsiteX295" fmla="*/ 687835 w 2329312"/>
              <a:gd name="connsiteY295" fmla="*/ 407173 h 760234"/>
              <a:gd name="connsiteX296" fmla="*/ 690167 w 2329312"/>
              <a:gd name="connsiteY296" fmla="*/ 404503 h 760234"/>
              <a:gd name="connsiteX297" fmla="*/ 692498 w 2329312"/>
              <a:gd name="connsiteY297" fmla="*/ 401834 h 760234"/>
              <a:gd name="connsiteX298" fmla="*/ 694829 w 2329312"/>
              <a:gd name="connsiteY298" fmla="*/ 399152 h 760234"/>
              <a:gd name="connsiteX299" fmla="*/ 697162 w 2329312"/>
              <a:gd name="connsiteY299" fmla="*/ 396458 h 760234"/>
              <a:gd name="connsiteX300" fmla="*/ 699493 w 2329312"/>
              <a:gd name="connsiteY300" fmla="*/ 393764 h 760234"/>
              <a:gd name="connsiteX301" fmla="*/ 701825 w 2329312"/>
              <a:gd name="connsiteY301" fmla="*/ 391058 h 760234"/>
              <a:gd name="connsiteX302" fmla="*/ 704156 w 2329312"/>
              <a:gd name="connsiteY302" fmla="*/ 388352 h 760234"/>
              <a:gd name="connsiteX303" fmla="*/ 706488 w 2329312"/>
              <a:gd name="connsiteY303" fmla="*/ 385633 h 760234"/>
              <a:gd name="connsiteX304" fmla="*/ 708820 w 2329312"/>
              <a:gd name="connsiteY304" fmla="*/ 382915 h 760234"/>
              <a:gd name="connsiteX305" fmla="*/ 711151 w 2329312"/>
              <a:gd name="connsiteY305" fmla="*/ 380196 h 760234"/>
              <a:gd name="connsiteX306" fmla="*/ 713483 w 2329312"/>
              <a:gd name="connsiteY306" fmla="*/ 377465 h 760234"/>
              <a:gd name="connsiteX307" fmla="*/ 715814 w 2329312"/>
              <a:gd name="connsiteY307" fmla="*/ 374734 h 760234"/>
              <a:gd name="connsiteX308" fmla="*/ 718146 w 2329312"/>
              <a:gd name="connsiteY308" fmla="*/ 371991 h 760234"/>
              <a:gd name="connsiteX309" fmla="*/ 720478 w 2329312"/>
              <a:gd name="connsiteY309" fmla="*/ 369248 h 760234"/>
              <a:gd name="connsiteX310" fmla="*/ 722810 w 2329312"/>
              <a:gd name="connsiteY310" fmla="*/ 366505 h 760234"/>
              <a:gd name="connsiteX311" fmla="*/ 725141 w 2329312"/>
              <a:gd name="connsiteY311" fmla="*/ 363749 h 760234"/>
              <a:gd name="connsiteX312" fmla="*/ 727473 w 2329312"/>
              <a:gd name="connsiteY312" fmla="*/ 360994 h 760234"/>
              <a:gd name="connsiteX313" fmla="*/ 729804 w 2329312"/>
              <a:gd name="connsiteY313" fmla="*/ 358238 h 760234"/>
              <a:gd name="connsiteX314" fmla="*/ 732136 w 2329312"/>
              <a:gd name="connsiteY314" fmla="*/ 355470 h 760234"/>
              <a:gd name="connsiteX315" fmla="*/ 734468 w 2329312"/>
              <a:gd name="connsiteY315" fmla="*/ 352706 h 760234"/>
              <a:gd name="connsiteX316" fmla="*/ 736803 w 2329312"/>
              <a:gd name="connsiteY316" fmla="*/ 349936 h 760234"/>
              <a:gd name="connsiteX317" fmla="*/ 739128 w 2329312"/>
              <a:gd name="connsiteY317" fmla="*/ 347162 h 760234"/>
              <a:gd name="connsiteX318" fmla="*/ 741465 w 2329312"/>
              <a:gd name="connsiteY318" fmla="*/ 344384 h 760234"/>
              <a:gd name="connsiteX319" fmla="*/ 743790 w 2329312"/>
              <a:gd name="connsiteY319" fmla="*/ 341604 h 760234"/>
              <a:gd name="connsiteX320" fmla="*/ 746127 w 2329312"/>
              <a:gd name="connsiteY320" fmla="*/ 338822 h 760234"/>
              <a:gd name="connsiteX321" fmla="*/ 748452 w 2329312"/>
              <a:gd name="connsiteY321" fmla="*/ 336036 h 760234"/>
              <a:gd name="connsiteX322" fmla="*/ 750789 w 2329312"/>
              <a:gd name="connsiteY322" fmla="*/ 333249 h 760234"/>
              <a:gd name="connsiteX323" fmla="*/ 753127 w 2329312"/>
              <a:gd name="connsiteY323" fmla="*/ 330459 h 760234"/>
              <a:gd name="connsiteX324" fmla="*/ 755452 w 2329312"/>
              <a:gd name="connsiteY324" fmla="*/ 327668 h 760234"/>
              <a:gd name="connsiteX325" fmla="*/ 757789 w 2329312"/>
              <a:gd name="connsiteY325" fmla="*/ 324874 h 760234"/>
              <a:gd name="connsiteX326" fmla="*/ 760114 w 2329312"/>
              <a:gd name="connsiteY326" fmla="*/ 322079 h 760234"/>
              <a:gd name="connsiteX327" fmla="*/ 762451 w 2329312"/>
              <a:gd name="connsiteY327" fmla="*/ 319283 h 760234"/>
              <a:gd name="connsiteX328" fmla="*/ 764776 w 2329312"/>
              <a:gd name="connsiteY328" fmla="*/ 316486 h 760234"/>
              <a:gd name="connsiteX329" fmla="*/ 767113 w 2329312"/>
              <a:gd name="connsiteY329" fmla="*/ 313687 h 760234"/>
              <a:gd name="connsiteX330" fmla="*/ 769438 w 2329312"/>
              <a:gd name="connsiteY330" fmla="*/ 310888 h 760234"/>
              <a:gd name="connsiteX331" fmla="*/ 771776 w 2329312"/>
              <a:gd name="connsiteY331" fmla="*/ 308088 h 760234"/>
              <a:gd name="connsiteX332" fmla="*/ 774100 w 2329312"/>
              <a:gd name="connsiteY332" fmla="*/ 305288 h 760234"/>
              <a:gd name="connsiteX333" fmla="*/ 776438 w 2329312"/>
              <a:gd name="connsiteY333" fmla="*/ 302487 h 760234"/>
              <a:gd name="connsiteX334" fmla="*/ 778775 w 2329312"/>
              <a:gd name="connsiteY334" fmla="*/ 299687 h 760234"/>
              <a:gd name="connsiteX335" fmla="*/ 781100 w 2329312"/>
              <a:gd name="connsiteY335" fmla="*/ 296886 h 760234"/>
              <a:gd name="connsiteX336" fmla="*/ 783437 w 2329312"/>
              <a:gd name="connsiteY336" fmla="*/ 294086 h 760234"/>
              <a:gd name="connsiteX337" fmla="*/ 785762 w 2329312"/>
              <a:gd name="connsiteY337" fmla="*/ 291288 h 760234"/>
              <a:gd name="connsiteX338" fmla="*/ 788099 w 2329312"/>
              <a:gd name="connsiteY338" fmla="*/ 288489 h 760234"/>
              <a:gd name="connsiteX339" fmla="*/ 790424 w 2329312"/>
              <a:gd name="connsiteY339" fmla="*/ 285692 h 760234"/>
              <a:gd name="connsiteX340" fmla="*/ 792762 w 2329312"/>
              <a:gd name="connsiteY340" fmla="*/ 282896 h 760234"/>
              <a:gd name="connsiteX341" fmla="*/ 795087 w 2329312"/>
              <a:gd name="connsiteY341" fmla="*/ 280101 h 760234"/>
              <a:gd name="connsiteX342" fmla="*/ 797424 w 2329312"/>
              <a:gd name="connsiteY342" fmla="*/ 277307 h 760234"/>
              <a:gd name="connsiteX343" fmla="*/ 799749 w 2329312"/>
              <a:gd name="connsiteY343" fmla="*/ 274516 h 760234"/>
              <a:gd name="connsiteX344" fmla="*/ 802086 w 2329312"/>
              <a:gd name="connsiteY344" fmla="*/ 271727 h 760234"/>
              <a:gd name="connsiteX345" fmla="*/ 804411 w 2329312"/>
              <a:gd name="connsiteY345" fmla="*/ 268940 h 760234"/>
              <a:gd name="connsiteX346" fmla="*/ 806748 w 2329312"/>
              <a:gd name="connsiteY346" fmla="*/ 266156 h 760234"/>
              <a:gd name="connsiteX347" fmla="*/ 809086 w 2329312"/>
              <a:gd name="connsiteY347" fmla="*/ 263374 h 760234"/>
              <a:gd name="connsiteX348" fmla="*/ 811410 w 2329312"/>
              <a:gd name="connsiteY348" fmla="*/ 260596 h 760234"/>
              <a:gd name="connsiteX349" fmla="*/ 813748 w 2329312"/>
              <a:gd name="connsiteY349" fmla="*/ 257819 h 760234"/>
              <a:gd name="connsiteX350" fmla="*/ 816073 w 2329312"/>
              <a:gd name="connsiteY350" fmla="*/ 255048 h 760234"/>
              <a:gd name="connsiteX351" fmla="*/ 818410 w 2329312"/>
              <a:gd name="connsiteY351" fmla="*/ 252279 h 760234"/>
              <a:gd name="connsiteX352" fmla="*/ 820735 w 2329312"/>
              <a:gd name="connsiteY352" fmla="*/ 249515 h 760234"/>
              <a:gd name="connsiteX353" fmla="*/ 823072 w 2329312"/>
              <a:gd name="connsiteY353" fmla="*/ 246753 h 760234"/>
              <a:gd name="connsiteX354" fmla="*/ 825397 w 2329312"/>
              <a:gd name="connsiteY354" fmla="*/ 243998 h 760234"/>
              <a:gd name="connsiteX355" fmla="*/ 827734 w 2329312"/>
              <a:gd name="connsiteY355" fmla="*/ 241245 h 760234"/>
              <a:gd name="connsiteX356" fmla="*/ 830059 w 2329312"/>
              <a:gd name="connsiteY356" fmla="*/ 238498 h 760234"/>
              <a:gd name="connsiteX357" fmla="*/ 832397 w 2329312"/>
              <a:gd name="connsiteY357" fmla="*/ 235756 h 760234"/>
              <a:gd name="connsiteX358" fmla="*/ 834734 w 2329312"/>
              <a:gd name="connsiteY358" fmla="*/ 233017 h 760234"/>
              <a:gd name="connsiteX359" fmla="*/ 837059 w 2329312"/>
              <a:gd name="connsiteY359" fmla="*/ 230287 h 760234"/>
              <a:gd name="connsiteX360" fmla="*/ 839396 w 2329312"/>
              <a:gd name="connsiteY360" fmla="*/ 227559 h 760234"/>
              <a:gd name="connsiteX361" fmla="*/ 841721 w 2329312"/>
              <a:gd name="connsiteY361" fmla="*/ 224840 h 760234"/>
              <a:gd name="connsiteX362" fmla="*/ 844058 w 2329312"/>
              <a:gd name="connsiteY362" fmla="*/ 222125 h 760234"/>
              <a:gd name="connsiteX363" fmla="*/ 846383 w 2329312"/>
              <a:gd name="connsiteY363" fmla="*/ 219417 h 760234"/>
              <a:gd name="connsiteX364" fmla="*/ 848720 w 2329312"/>
              <a:gd name="connsiteY364" fmla="*/ 216716 h 760234"/>
              <a:gd name="connsiteX365" fmla="*/ 851045 w 2329312"/>
              <a:gd name="connsiteY365" fmla="*/ 214020 h 760234"/>
              <a:gd name="connsiteX366" fmla="*/ 853383 w 2329312"/>
              <a:gd name="connsiteY366" fmla="*/ 211333 h 760234"/>
              <a:gd name="connsiteX367" fmla="*/ 855708 w 2329312"/>
              <a:gd name="connsiteY367" fmla="*/ 208651 h 760234"/>
              <a:gd name="connsiteX368" fmla="*/ 858045 w 2329312"/>
              <a:gd name="connsiteY368" fmla="*/ 205978 h 760234"/>
              <a:gd name="connsiteX369" fmla="*/ 860382 w 2329312"/>
              <a:gd name="connsiteY369" fmla="*/ 203312 h 760234"/>
              <a:gd name="connsiteX370" fmla="*/ 862707 w 2329312"/>
              <a:gd name="connsiteY370" fmla="*/ 200654 h 760234"/>
              <a:gd name="connsiteX371" fmla="*/ 865044 w 2329312"/>
              <a:gd name="connsiteY371" fmla="*/ 198004 h 760234"/>
              <a:gd name="connsiteX372" fmla="*/ 867369 w 2329312"/>
              <a:gd name="connsiteY372" fmla="*/ 195363 h 760234"/>
              <a:gd name="connsiteX373" fmla="*/ 869707 w 2329312"/>
              <a:gd name="connsiteY373" fmla="*/ 192730 h 760234"/>
              <a:gd name="connsiteX374" fmla="*/ 872032 w 2329312"/>
              <a:gd name="connsiteY374" fmla="*/ 190105 h 760234"/>
              <a:gd name="connsiteX375" fmla="*/ 874369 w 2329312"/>
              <a:gd name="connsiteY375" fmla="*/ 187491 h 760234"/>
              <a:gd name="connsiteX376" fmla="*/ 876694 w 2329312"/>
              <a:gd name="connsiteY376" fmla="*/ 184885 h 760234"/>
              <a:gd name="connsiteX377" fmla="*/ 879031 w 2329312"/>
              <a:gd name="connsiteY377" fmla="*/ 182289 h 760234"/>
              <a:gd name="connsiteX378" fmla="*/ 881356 w 2329312"/>
              <a:gd name="connsiteY378" fmla="*/ 179702 h 760234"/>
              <a:gd name="connsiteX379" fmla="*/ 883693 w 2329312"/>
              <a:gd name="connsiteY379" fmla="*/ 177125 h 760234"/>
              <a:gd name="connsiteX380" fmla="*/ 886031 w 2329312"/>
              <a:gd name="connsiteY380" fmla="*/ 174559 h 760234"/>
              <a:gd name="connsiteX381" fmla="*/ 888355 w 2329312"/>
              <a:gd name="connsiteY381" fmla="*/ 172003 h 760234"/>
              <a:gd name="connsiteX382" fmla="*/ 890693 w 2329312"/>
              <a:gd name="connsiteY382" fmla="*/ 169456 h 760234"/>
              <a:gd name="connsiteX383" fmla="*/ 893018 w 2329312"/>
              <a:gd name="connsiteY383" fmla="*/ 166922 h 760234"/>
              <a:gd name="connsiteX384" fmla="*/ 895355 w 2329312"/>
              <a:gd name="connsiteY384" fmla="*/ 164398 h 760234"/>
              <a:gd name="connsiteX385" fmla="*/ 897680 w 2329312"/>
              <a:gd name="connsiteY385" fmla="*/ 161886 h 760234"/>
              <a:gd name="connsiteX386" fmla="*/ 900017 w 2329312"/>
              <a:gd name="connsiteY386" fmla="*/ 159385 h 760234"/>
              <a:gd name="connsiteX387" fmla="*/ 902342 w 2329312"/>
              <a:gd name="connsiteY387" fmla="*/ 156897 h 760234"/>
              <a:gd name="connsiteX388" fmla="*/ 904679 w 2329312"/>
              <a:gd name="connsiteY388" fmla="*/ 154419 h 760234"/>
              <a:gd name="connsiteX389" fmla="*/ 907004 w 2329312"/>
              <a:gd name="connsiteY389" fmla="*/ 151954 h 760234"/>
              <a:gd name="connsiteX390" fmla="*/ 909342 w 2329312"/>
              <a:gd name="connsiteY390" fmla="*/ 149502 h 760234"/>
              <a:gd name="connsiteX391" fmla="*/ 911667 w 2329312"/>
              <a:gd name="connsiteY391" fmla="*/ 147062 h 760234"/>
              <a:gd name="connsiteX392" fmla="*/ 914004 w 2329312"/>
              <a:gd name="connsiteY392" fmla="*/ 144636 h 760234"/>
              <a:gd name="connsiteX393" fmla="*/ 916341 w 2329312"/>
              <a:gd name="connsiteY393" fmla="*/ 142222 h 760234"/>
              <a:gd name="connsiteX394" fmla="*/ 918666 w 2329312"/>
              <a:gd name="connsiteY394" fmla="*/ 139821 h 760234"/>
              <a:gd name="connsiteX395" fmla="*/ 921003 w 2329312"/>
              <a:gd name="connsiteY395" fmla="*/ 137435 h 760234"/>
              <a:gd name="connsiteX396" fmla="*/ 923328 w 2329312"/>
              <a:gd name="connsiteY396" fmla="*/ 135062 h 760234"/>
              <a:gd name="connsiteX397" fmla="*/ 925666 w 2329312"/>
              <a:gd name="connsiteY397" fmla="*/ 132704 h 760234"/>
              <a:gd name="connsiteX398" fmla="*/ 927991 w 2329312"/>
              <a:gd name="connsiteY398" fmla="*/ 130359 h 760234"/>
              <a:gd name="connsiteX399" fmla="*/ 930328 w 2329312"/>
              <a:gd name="connsiteY399" fmla="*/ 128028 h 760234"/>
              <a:gd name="connsiteX400" fmla="*/ 932653 w 2329312"/>
              <a:gd name="connsiteY400" fmla="*/ 125713 h 760234"/>
              <a:gd name="connsiteX401" fmla="*/ 934990 w 2329312"/>
              <a:gd name="connsiteY401" fmla="*/ 123412 h 760234"/>
              <a:gd name="connsiteX402" fmla="*/ 937315 w 2329312"/>
              <a:gd name="connsiteY402" fmla="*/ 121127 h 760234"/>
              <a:gd name="connsiteX403" fmla="*/ 939652 w 2329312"/>
              <a:gd name="connsiteY403" fmla="*/ 118857 h 760234"/>
              <a:gd name="connsiteX404" fmla="*/ 941990 w 2329312"/>
              <a:gd name="connsiteY404" fmla="*/ 116602 h 760234"/>
              <a:gd name="connsiteX405" fmla="*/ 944315 w 2329312"/>
              <a:gd name="connsiteY405" fmla="*/ 114363 h 760234"/>
              <a:gd name="connsiteX406" fmla="*/ 946652 w 2329312"/>
              <a:gd name="connsiteY406" fmla="*/ 112141 h 760234"/>
              <a:gd name="connsiteX407" fmla="*/ 948977 w 2329312"/>
              <a:gd name="connsiteY407" fmla="*/ 109934 h 760234"/>
              <a:gd name="connsiteX408" fmla="*/ 951314 w 2329312"/>
              <a:gd name="connsiteY408" fmla="*/ 107744 h 760234"/>
              <a:gd name="connsiteX409" fmla="*/ 953639 w 2329312"/>
              <a:gd name="connsiteY409" fmla="*/ 105570 h 760234"/>
              <a:gd name="connsiteX410" fmla="*/ 955976 w 2329312"/>
              <a:gd name="connsiteY410" fmla="*/ 103414 h 760234"/>
              <a:gd name="connsiteX411" fmla="*/ 958301 w 2329312"/>
              <a:gd name="connsiteY411" fmla="*/ 101275 h 760234"/>
              <a:gd name="connsiteX412" fmla="*/ 960638 w 2329312"/>
              <a:gd name="connsiteY412" fmla="*/ 99153 h 760234"/>
              <a:gd name="connsiteX413" fmla="*/ 962963 w 2329312"/>
              <a:gd name="connsiteY413" fmla="*/ 97048 h 760234"/>
              <a:gd name="connsiteX414" fmla="*/ 965301 w 2329312"/>
              <a:gd name="connsiteY414" fmla="*/ 94960 h 760234"/>
              <a:gd name="connsiteX415" fmla="*/ 967638 w 2329312"/>
              <a:gd name="connsiteY415" fmla="*/ 92891 h 760234"/>
              <a:gd name="connsiteX416" fmla="*/ 969963 w 2329312"/>
              <a:gd name="connsiteY416" fmla="*/ 90839 h 760234"/>
              <a:gd name="connsiteX417" fmla="*/ 972300 w 2329312"/>
              <a:gd name="connsiteY417" fmla="*/ 88807 h 760234"/>
              <a:gd name="connsiteX418" fmla="*/ 974625 w 2329312"/>
              <a:gd name="connsiteY418" fmla="*/ 86794 h 760234"/>
              <a:gd name="connsiteX419" fmla="*/ 976962 w 2329312"/>
              <a:gd name="connsiteY419" fmla="*/ 84797 h 760234"/>
              <a:gd name="connsiteX420" fmla="*/ 979287 w 2329312"/>
              <a:gd name="connsiteY420" fmla="*/ 82821 h 760234"/>
              <a:gd name="connsiteX421" fmla="*/ 981625 w 2329312"/>
              <a:gd name="connsiteY421" fmla="*/ 80863 h 760234"/>
              <a:gd name="connsiteX422" fmla="*/ 983949 w 2329312"/>
              <a:gd name="connsiteY422" fmla="*/ 78926 h 760234"/>
              <a:gd name="connsiteX423" fmla="*/ 986287 w 2329312"/>
              <a:gd name="connsiteY423" fmla="*/ 77007 h 760234"/>
              <a:gd name="connsiteX424" fmla="*/ 988612 w 2329312"/>
              <a:gd name="connsiteY424" fmla="*/ 75107 h 760234"/>
              <a:gd name="connsiteX425" fmla="*/ 990949 w 2329312"/>
              <a:gd name="connsiteY425" fmla="*/ 73228 h 760234"/>
              <a:gd name="connsiteX426" fmla="*/ 993286 w 2329312"/>
              <a:gd name="connsiteY426" fmla="*/ 71369 h 760234"/>
              <a:gd name="connsiteX427" fmla="*/ 995611 w 2329312"/>
              <a:gd name="connsiteY427" fmla="*/ 69530 h 760234"/>
              <a:gd name="connsiteX428" fmla="*/ 997948 w 2329312"/>
              <a:gd name="connsiteY428" fmla="*/ 67712 h 760234"/>
              <a:gd name="connsiteX429" fmla="*/ 1000273 w 2329312"/>
              <a:gd name="connsiteY429" fmla="*/ 65913 h 760234"/>
              <a:gd name="connsiteX430" fmla="*/ 1002611 w 2329312"/>
              <a:gd name="connsiteY430" fmla="*/ 64137 h 760234"/>
              <a:gd name="connsiteX431" fmla="*/ 1004936 w 2329312"/>
              <a:gd name="connsiteY431" fmla="*/ 62380 h 760234"/>
              <a:gd name="connsiteX432" fmla="*/ 1007273 w 2329312"/>
              <a:gd name="connsiteY432" fmla="*/ 60646 h 760234"/>
              <a:gd name="connsiteX433" fmla="*/ 1009598 w 2329312"/>
              <a:gd name="connsiteY433" fmla="*/ 58932 h 760234"/>
              <a:gd name="connsiteX434" fmla="*/ 1011935 w 2329312"/>
              <a:gd name="connsiteY434" fmla="*/ 57241 h 760234"/>
              <a:gd name="connsiteX435" fmla="*/ 1014260 w 2329312"/>
              <a:gd name="connsiteY435" fmla="*/ 55570 h 760234"/>
              <a:gd name="connsiteX436" fmla="*/ 1016597 w 2329312"/>
              <a:gd name="connsiteY436" fmla="*/ 53922 h 760234"/>
              <a:gd name="connsiteX437" fmla="*/ 1018922 w 2329312"/>
              <a:gd name="connsiteY437" fmla="*/ 52296 h 760234"/>
              <a:gd name="connsiteX438" fmla="*/ 1021259 w 2329312"/>
              <a:gd name="connsiteY438" fmla="*/ 50691 h 760234"/>
              <a:gd name="connsiteX439" fmla="*/ 1023597 w 2329312"/>
              <a:gd name="connsiteY439" fmla="*/ 49110 h 760234"/>
              <a:gd name="connsiteX440" fmla="*/ 1025922 w 2329312"/>
              <a:gd name="connsiteY440" fmla="*/ 47550 h 760234"/>
              <a:gd name="connsiteX441" fmla="*/ 1028259 w 2329312"/>
              <a:gd name="connsiteY441" fmla="*/ 46013 h 760234"/>
              <a:gd name="connsiteX442" fmla="*/ 1030584 w 2329312"/>
              <a:gd name="connsiteY442" fmla="*/ 44500 h 760234"/>
              <a:gd name="connsiteX443" fmla="*/ 1032921 w 2329312"/>
              <a:gd name="connsiteY443" fmla="*/ 43009 h 760234"/>
              <a:gd name="connsiteX444" fmla="*/ 1035246 w 2329312"/>
              <a:gd name="connsiteY444" fmla="*/ 41542 h 760234"/>
              <a:gd name="connsiteX445" fmla="*/ 1037583 w 2329312"/>
              <a:gd name="connsiteY445" fmla="*/ 40098 h 760234"/>
              <a:gd name="connsiteX446" fmla="*/ 1039908 w 2329312"/>
              <a:gd name="connsiteY446" fmla="*/ 38677 h 760234"/>
              <a:gd name="connsiteX447" fmla="*/ 1042246 w 2329312"/>
              <a:gd name="connsiteY447" fmla="*/ 37279 h 760234"/>
              <a:gd name="connsiteX448" fmla="*/ 1044571 w 2329312"/>
              <a:gd name="connsiteY448" fmla="*/ 35906 h 760234"/>
              <a:gd name="connsiteX449" fmla="*/ 1046908 w 2329312"/>
              <a:gd name="connsiteY449" fmla="*/ 34557 h 760234"/>
              <a:gd name="connsiteX450" fmla="*/ 1049245 w 2329312"/>
              <a:gd name="connsiteY450" fmla="*/ 33231 h 760234"/>
              <a:gd name="connsiteX451" fmla="*/ 1051570 w 2329312"/>
              <a:gd name="connsiteY451" fmla="*/ 31929 h 760234"/>
              <a:gd name="connsiteX452" fmla="*/ 1053907 w 2329312"/>
              <a:gd name="connsiteY452" fmla="*/ 30653 h 760234"/>
              <a:gd name="connsiteX453" fmla="*/ 1056232 w 2329312"/>
              <a:gd name="connsiteY453" fmla="*/ 29400 h 760234"/>
              <a:gd name="connsiteX454" fmla="*/ 1058569 w 2329312"/>
              <a:gd name="connsiteY454" fmla="*/ 28173 h 760234"/>
              <a:gd name="connsiteX455" fmla="*/ 1060894 w 2329312"/>
              <a:gd name="connsiteY455" fmla="*/ 26970 h 760234"/>
              <a:gd name="connsiteX456" fmla="*/ 1063232 w 2329312"/>
              <a:gd name="connsiteY456" fmla="*/ 25791 h 760234"/>
              <a:gd name="connsiteX457" fmla="*/ 1065557 w 2329312"/>
              <a:gd name="connsiteY457" fmla="*/ 24637 h 760234"/>
              <a:gd name="connsiteX458" fmla="*/ 1067894 w 2329312"/>
              <a:gd name="connsiteY458" fmla="*/ 23509 h 760234"/>
              <a:gd name="connsiteX459" fmla="*/ 1070219 w 2329312"/>
              <a:gd name="connsiteY459" fmla="*/ 22407 h 760234"/>
              <a:gd name="connsiteX460" fmla="*/ 1072556 w 2329312"/>
              <a:gd name="connsiteY460" fmla="*/ 21328 h 760234"/>
              <a:gd name="connsiteX461" fmla="*/ 1074893 w 2329312"/>
              <a:gd name="connsiteY461" fmla="*/ 20276 h 760234"/>
              <a:gd name="connsiteX462" fmla="*/ 1077218 w 2329312"/>
              <a:gd name="connsiteY462" fmla="*/ 19249 h 760234"/>
              <a:gd name="connsiteX463" fmla="*/ 1079556 w 2329312"/>
              <a:gd name="connsiteY463" fmla="*/ 18249 h 760234"/>
              <a:gd name="connsiteX464" fmla="*/ 1081881 w 2329312"/>
              <a:gd name="connsiteY464" fmla="*/ 17274 h 760234"/>
              <a:gd name="connsiteX465" fmla="*/ 1084218 w 2329312"/>
              <a:gd name="connsiteY465" fmla="*/ 16324 h 760234"/>
              <a:gd name="connsiteX466" fmla="*/ 1086543 w 2329312"/>
              <a:gd name="connsiteY466" fmla="*/ 15400 h 760234"/>
              <a:gd name="connsiteX467" fmla="*/ 1088880 w 2329312"/>
              <a:gd name="connsiteY467" fmla="*/ 14503 h 760234"/>
              <a:gd name="connsiteX468" fmla="*/ 1091205 w 2329312"/>
              <a:gd name="connsiteY468" fmla="*/ 13632 h 760234"/>
              <a:gd name="connsiteX469" fmla="*/ 1093542 w 2329312"/>
              <a:gd name="connsiteY469" fmla="*/ 12787 h 760234"/>
              <a:gd name="connsiteX470" fmla="*/ 1095867 w 2329312"/>
              <a:gd name="connsiteY470" fmla="*/ 11969 h 760234"/>
              <a:gd name="connsiteX471" fmla="*/ 1098205 w 2329312"/>
              <a:gd name="connsiteY471" fmla="*/ 11177 h 760234"/>
              <a:gd name="connsiteX472" fmla="*/ 1100542 w 2329312"/>
              <a:gd name="connsiteY472" fmla="*/ 10411 h 760234"/>
              <a:gd name="connsiteX473" fmla="*/ 1102867 w 2329312"/>
              <a:gd name="connsiteY473" fmla="*/ 9673 h 760234"/>
              <a:gd name="connsiteX474" fmla="*/ 1105204 w 2329312"/>
              <a:gd name="connsiteY474" fmla="*/ 8960 h 760234"/>
              <a:gd name="connsiteX475" fmla="*/ 1107529 w 2329312"/>
              <a:gd name="connsiteY475" fmla="*/ 8274 h 760234"/>
              <a:gd name="connsiteX476" fmla="*/ 1109866 w 2329312"/>
              <a:gd name="connsiteY476" fmla="*/ 7616 h 760234"/>
              <a:gd name="connsiteX477" fmla="*/ 1112191 w 2329312"/>
              <a:gd name="connsiteY477" fmla="*/ 6983 h 760234"/>
              <a:gd name="connsiteX478" fmla="*/ 1114529 w 2329312"/>
              <a:gd name="connsiteY478" fmla="*/ 6379 h 760234"/>
              <a:gd name="connsiteX479" fmla="*/ 1116853 w 2329312"/>
              <a:gd name="connsiteY479" fmla="*/ 5801 h 760234"/>
              <a:gd name="connsiteX480" fmla="*/ 1119191 w 2329312"/>
              <a:gd name="connsiteY480" fmla="*/ 5250 h 760234"/>
              <a:gd name="connsiteX481" fmla="*/ 1121516 w 2329312"/>
              <a:gd name="connsiteY481" fmla="*/ 4727 h 760234"/>
              <a:gd name="connsiteX482" fmla="*/ 1123853 w 2329312"/>
              <a:gd name="connsiteY482" fmla="*/ 4230 h 760234"/>
              <a:gd name="connsiteX483" fmla="*/ 1126178 w 2329312"/>
              <a:gd name="connsiteY483" fmla="*/ 3762 h 760234"/>
              <a:gd name="connsiteX484" fmla="*/ 1128515 w 2329312"/>
              <a:gd name="connsiteY484" fmla="*/ 3320 h 760234"/>
              <a:gd name="connsiteX485" fmla="*/ 1130852 w 2329312"/>
              <a:gd name="connsiteY485" fmla="*/ 2906 h 760234"/>
              <a:gd name="connsiteX486" fmla="*/ 1133177 w 2329312"/>
              <a:gd name="connsiteY486" fmla="*/ 2519 h 760234"/>
              <a:gd name="connsiteX487" fmla="*/ 1135515 w 2329312"/>
              <a:gd name="connsiteY487" fmla="*/ 2160 h 760234"/>
              <a:gd name="connsiteX488" fmla="*/ 1137840 w 2329312"/>
              <a:gd name="connsiteY488" fmla="*/ 1828 h 760234"/>
              <a:gd name="connsiteX489" fmla="*/ 1140177 w 2329312"/>
              <a:gd name="connsiteY489" fmla="*/ 1523 h 760234"/>
              <a:gd name="connsiteX490" fmla="*/ 1142502 w 2329312"/>
              <a:gd name="connsiteY490" fmla="*/ 1246 h 760234"/>
              <a:gd name="connsiteX491" fmla="*/ 1144839 w 2329312"/>
              <a:gd name="connsiteY491" fmla="*/ 998 h 760234"/>
              <a:gd name="connsiteX492" fmla="*/ 1147164 w 2329312"/>
              <a:gd name="connsiteY492" fmla="*/ 776 h 760234"/>
              <a:gd name="connsiteX493" fmla="*/ 1149501 w 2329312"/>
              <a:gd name="connsiteY493" fmla="*/ 582 h 760234"/>
              <a:gd name="connsiteX494" fmla="*/ 1151826 w 2329312"/>
              <a:gd name="connsiteY494" fmla="*/ 416 h 760234"/>
              <a:gd name="connsiteX495" fmla="*/ 1154164 w 2329312"/>
              <a:gd name="connsiteY495" fmla="*/ 277 h 760234"/>
              <a:gd name="connsiteX496" fmla="*/ 1156501 w 2329312"/>
              <a:gd name="connsiteY496" fmla="*/ 166 h 760234"/>
              <a:gd name="connsiteX497" fmla="*/ 1158826 w 2329312"/>
              <a:gd name="connsiteY497" fmla="*/ 82 h 760234"/>
              <a:gd name="connsiteX498" fmla="*/ 1161163 w 2329312"/>
              <a:gd name="connsiteY498" fmla="*/ 27 h 760234"/>
              <a:gd name="connsiteX499" fmla="*/ 1163488 w 2329312"/>
              <a:gd name="connsiteY499" fmla="*/ 0 h 760234"/>
              <a:gd name="connsiteX500" fmla="*/ 1165825 w 2329312"/>
              <a:gd name="connsiteY500" fmla="*/ 0 h 760234"/>
              <a:gd name="connsiteX501" fmla="*/ 1168150 w 2329312"/>
              <a:gd name="connsiteY501" fmla="*/ 27 h 760234"/>
              <a:gd name="connsiteX502" fmla="*/ 1170487 w 2329312"/>
              <a:gd name="connsiteY502" fmla="*/ 82 h 760234"/>
              <a:gd name="connsiteX503" fmla="*/ 1172812 w 2329312"/>
              <a:gd name="connsiteY503" fmla="*/ 166 h 760234"/>
              <a:gd name="connsiteX504" fmla="*/ 1175150 w 2329312"/>
              <a:gd name="connsiteY504" fmla="*/ 277 h 760234"/>
              <a:gd name="connsiteX505" fmla="*/ 1177475 w 2329312"/>
              <a:gd name="connsiteY505" fmla="*/ 416 h 760234"/>
              <a:gd name="connsiteX506" fmla="*/ 1179812 w 2329312"/>
              <a:gd name="connsiteY506" fmla="*/ 582 h 760234"/>
              <a:gd name="connsiteX507" fmla="*/ 1182149 w 2329312"/>
              <a:gd name="connsiteY507" fmla="*/ 776 h 760234"/>
              <a:gd name="connsiteX508" fmla="*/ 1184474 w 2329312"/>
              <a:gd name="connsiteY508" fmla="*/ 998 h 760234"/>
              <a:gd name="connsiteX509" fmla="*/ 1186811 w 2329312"/>
              <a:gd name="connsiteY509" fmla="*/ 1246 h 760234"/>
              <a:gd name="connsiteX510" fmla="*/ 1189136 w 2329312"/>
              <a:gd name="connsiteY510" fmla="*/ 1523 h 760234"/>
              <a:gd name="connsiteX511" fmla="*/ 1191474 w 2329312"/>
              <a:gd name="connsiteY511" fmla="*/ 1828 h 760234"/>
              <a:gd name="connsiteX512" fmla="*/ 1193798 w 2329312"/>
              <a:gd name="connsiteY512" fmla="*/ 2160 h 760234"/>
              <a:gd name="connsiteX513" fmla="*/ 1196136 w 2329312"/>
              <a:gd name="connsiteY513" fmla="*/ 2519 h 760234"/>
              <a:gd name="connsiteX514" fmla="*/ 1198461 w 2329312"/>
              <a:gd name="connsiteY514" fmla="*/ 2906 h 760234"/>
              <a:gd name="connsiteX515" fmla="*/ 1200798 w 2329312"/>
              <a:gd name="connsiteY515" fmla="*/ 3320 h 760234"/>
              <a:gd name="connsiteX516" fmla="*/ 1203123 w 2329312"/>
              <a:gd name="connsiteY516" fmla="*/ 3762 h 760234"/>
              <a:gd name="connsiteX517" fmla="*/ 1205460 w 2329312"/>
              <a:gd name="connsiteY517" fmla="*/ 4230 h 760234"/>
              <a:gd name="connsiteX518" fmla="*/ 1207797 w 2329312"/>
              <a:gd name="connsiteY518" fmla="*/ 4727 h 760234"/>
              <a:gd name="connsiteX519" fmla="*/ 1210122 w 2329312"/>
              <a:gd name="connsiteY519" fmla="*/ 5250 h 760234"/>
              <a:gd name="connsiteX520" fmla="*/ 1212460 w 2329312"/>
              <a:gd name="connsiteY520" fmla="*/ 5801 h 760234"/>
              <a:gd name="connsiteX521" fmla="*/ 1214785 w 2329312"/>
              <a:gd name="connsiteY521" fmla="*/ 6379 h 760234"/>
              <a:gd name="connsiteX522" fmla="*/ 1217122 w 2329312"/>
              <a:gd name="connsiteY522" fmla="*/ 6983 h 760234"/>
              <a:gd name="connsiteX523" fmla="*/ 1219447 w 2329312"/>
              <a:gd name="connsiteY523" fmla="*/ 7616 h 760234"/>
              <a:gd name="connsiteX524" fmla="*/ 1221784 w 2329312"/>
              <a:gd name="connsiteY524" fmla="*/ 8274 h 760234"/>
              <a:gd name="connsiteX525" fmla="*/ 1224109 w 2329312"/>
              <a:gd name="connsiteY525" fmla="*/ 8960 h 760234"/>
              <a:gd name="connsiteX526" fmla="*/ 1226446 w 2329312"/>
              <a:gd name="connsiteY526" fmla="*/ 9673 h 760234"/>
              <a:gd name="connsiteX527" fmla="*/ 1228771 w 2329312"/>
              <a:gd name="connsiteY527" fmla="*/ 10411 h 760234"/>
              <a:gd name="connsiteX528" fmla="*/ 1231108 w 2329312"/>
              <a:gd name="connsiteY528" fmla="*/ 11177 h 760234"/>
              <a:gd name="connsiteX529" fmla="*/ 1233446 w 2329312"/>
              <a:gd name="connsiteY529" fmla="*/ 11969 h 760234"/>
              <a:gd name="connsiteX530" fmla="*/ 1235771 w 2329312"/>
              <a:gd name="connsiteY530" fmla="*/ 12787 h 760234"/>
              <a:gd name="connsiteX531" fmla="*/ 1238108 w 2329312"/>
              <a:gd name="connsiteY531" fmla="*/ 13632 h 760234"/>
              <a:gd name="connsiteX532" fmla="*/ 1240433 w 2329312"/>
              <a:gd name="connsiteY532" fmla="*/ 14503 h 760234"/>
              <a:gd name="connsiteX533" fmla="*/ 1242770 w 2329312"/>
              <a:gd name="connsiteY533" fmla="*/ 15400 h 760234"/>
              <a:gd name="connsiteX534" fmla="*/ 1245095 w 2329312"/>
              <a:gd name="connsiteY534" fmla="*/ 16324 h 760234"/>
              <a:gd name="connsiteX535" fmla="*/ 1247432 w 2329312"/>
              <a:gd name="connsiteY535" fmla="*/ 17274 h 760234"/>
              <a:gd name="connsiteX536" fmla="*/ 1249757 w 2329312"/>
              <a:gd name="connsiteY536" fmla="*/ 18249 h 760234"/>
              <a:gd name="connsiteX537" fmla="*/ 1252095 w 2329312"/>
              <a:gd name="connsiteY537" fmla="*/ 19249 h 760234"/>
              <a:gd name="connsiteX538" fmla="*/ 1254420 w 2329312"/>
              <a:gd name="connsiteY538" fmla="*/ 20276 h 760234"/>
              <a:gd name="connsiteX539" fmla="*/ 1256757 w 2329312"/>
              <a:gd name="connsiteY539" fmla="*/ 21328 h 760234"/>
              <a:gd name="connsiteX540" fmla="*/ 1259082 w 2329312"/>
              <a:gd name="connsiteY540" fmla="*/ 22407 h 760234"/>
              <a:gd name="connsiteX541" fmla="*/ 1261419 w 2329312"/>
              <a:gd name="connsiteY541" fmla="*/ 23509 h 760234"/>
              <a:gd name="connsiteX542" fmla="*/ 1263756 w 2329312"/>
              <a:gd name="connsiteY542" fmla="*/ 24637 h 760234"/>
              <a:gd name="connsiteX543" fmla="*/ 1266081 w 2329312"/>
              <a:gd name="connsiteY543" fmla="*/ 25791 h 760234"/>
              <a:gd name="connsiteX544" fmla="*/ 1268419 w 2329312"/>
              <a:gd name="connsiteY544" fmla="*/ 26970 h 760234"/>
              <a:gd name="connsiteX545" fmla="*/ 1270744 w 2329312"/>
              <a:gd name="connsiteY545" fmla="*/ 28173 h 760234"/>
              <a:gd name="connsiteX546" fmla="*/ 1273081 w 2329312"/>
              <a:gd name="connsiteY546" fmla="*/ 29400 h 760234"/>
              <a:gd name="connsiteX547" fmla="*/ 1275406 w 2329312"/>
              <a:gd name="connsiteY547" fmla="*/ 30653 h 760234"/>
              <a:gd name="connsiteX548" fmla="*/ 1277743 w 2329312"/>
              <a:gd name="connsiteY548" fmla="*/ 31929 h 760234"/>
              <a:gd name="connsiteX549" fmla="*/ 1280068 w 2329312"/>
              <a:gd name="connsiteY549" fmla="*/ 33231 h 760234"/>
              <a:gd name="connsiteX550" fmla="*/ 1282405 w 2329312"/>
              <a:gd name="connsiteY550" fmla="*/ 34557 h 760234"/>
              <a:gd name="connsiteX551" fmla="*/ 1284730 w 2329312"/>
              <a:gd name="connsiteY551" fmla="*/ 35906 h 760234"/>
              <a:gd name="connsiteX552" fmla="*/ 1287067 w 2329312"/>
              <a:gd name="connsiteY552" fmla="*/ 37279 h 760234"/>
              <a:gd name="connsiteX553" fmla="*/ 1289405 w 2329312"/>
              <a:gd name="connsiteY553" fmla="*/ 38677 h 760234"/>
              <a:gd name="connsiteX554" fmla="*/ 1291730 w 2329312"/>
              <a:gd name="connsiteY554" fmla="*/ 40098 h 760234"/>
              <a:gd name="connsiteX555" fmla="*/ 1294067 w 2329312"/>
              <a:gd name="connsiteY555" fmla="*/ 41542 h 760234"/>
              <a:gd name="connsiteX556" fmla="*/ 1296392 w 2329312"/>
              <a:gd name="connsiteY556" fmla="*/ 43009 h 760234"/>
              <a:gd name="connsiteX557" fmla="*/ 1298729 w 2329312"/>
              <a:gd name="connsiteY557" fmla="*/ 44500 h 760234"/>
              <a:gd name="connsiteX558" fmla="*/ 1301054 w 2329312"/>
              <a:gd name="connsiteY558" fmla="*/ 46013 h 760234"/>
              <a:gd name="connsiteX559" fmla="*/ 1303391 w 2329312"/>
              <a:gd name="connsiteY559" fmla="*/ 47550 h 760234"/>
              <a:gd name="connsiteX560" fmla="*/ 1305716 w 2329312"/>
              <a:gd name="connsiteY560" fmla="*/ 49110 h 760234"/>
              <a:gd name="connsiteX561" fmla="*/ 1308054 w 2329312"/>
              <a:gd name="connsiteY561" fmla="*/ 50691 h 760234"/>
              <a:gd name="connsiteX562" fmla="*/ 1310379 w 2329312"/>
              <a:gd name="connsiteY562" fmla="*/ 52296 h 760234"/>
              <a:gd name="connsiteX563" fmla="*/ 1312716 w 2329312"/>
              <a:gd name="connsiteY563" fmla="*/ 53922 h 760234"/>
              <a:gd name="connsiteX564" fmla="*/ 1315053 w 2329312"/>
              <a:gd name="connsiteY564" fmla="*/ 55570 h 760234"/>
              <a:gd name="connsiteX565" fmla="*/ 1317378 w 2329312"/>
              <a:gd name="connsiteY565" fmla="*/ 57241 h 760234"/>
              <a:gd name="connsiteX566" fmla="*/ 1319715 w 2329312"/>
              <a:gd name="connsiteY566" fmla="*/ 58932 h 760234"/>
              <a:gd name="connsiteX567" fmla="*/ 1322040 w 2329312"/>
              <a:gd name="connsiteY567" fmla="*/ 60646 h 760234"/>
              <a:gd name="connsiteX568" fmla="*/ 1324378 w 2329312"/>
              <a:gd name="connsiteY568" fmla="*/ 62380 h 760234"/>
              <a:gd name="connsiteX569" fmla="*/ 1326702 w 2329312"/>
              <a:gd name="connsiteY569" fmla="*/ 64137 h 760234"/>
              <a:gd name="connsiteX570" fmla="*/ 1329040 w 2329312"/>
              <a:gd name="connsiteY570" fmla="*/ 65913 h 760234"/>
              <a:gd name="connsiteX571" fmla="*/ 1331365 w 2329312"/>
              <a:gd name="connsiteY571" fmla="*/ 67712 h 760234"/>
              <a:gd name="connsiteX572" fmla="*/ 1333702 w 2329312"/>
              <a:gd name="connsiteY572" fmla="*/ 69530 h 760234"/>
              <a:gd name="connsiteX573" fmla="*/ 1336027 w 2329312"/>
              <a:gd name="connsiteY573" fmla="*/ 71369 h 760234"/>
              <a:gd name="connsiteX574" fmla="*/ 1338364 w 2329312"/>
              <a:gd name="connsiteY574" fmla="*/ 73228 h 760234"/>
              <a:gd name="connsiteX575" fmla="*/ 1340701 w 2329312"/>
              <a:gd name="connsiteY575" fmla="*/ 75107 h 760234"/>
              <a:gd name="connsiteX576" fmla="*/ 1343026 w 2329312"/>
              <a:gd name="connsiteY576" fmla="*/ 77007 h 760234"/>
              <a:gd name="connsiteX577" fmla="*/ 1345364 w 2329312"/>
              <a:gd name="connsiteY577" fmla="*/ 78926 h 760234"/>
              <a:gd name="connsiteX578" fmla="*/ 1347689 w 2329312"/>
              <a:gd name="connsiteY578" fmla="*/ 80863 h 760234"/>
              <a:gd name="connsiteX579" fmla="*/ 1350026 w 2329312"/>
              <a:gd name="connsiteY579" fmla="*/ 82821 h 760234"/>
              <a:gd name="connsiteX580" fmla="*/ 1352351 w 2329312"/>
              <a:gd name="connsiteY580" fmla="*/ 84797 h 760234"/>
              <a:gd name="connsiteX581" fmla="*/ 1354688 w 2329312"/>
              <a:gd name="connsiteY581" fmla="*/ 86794 h 760234"/>
              <a:gd name="connsiteX582" fmla="*/ 1357013 w 2329312"/>
              <a:gd name="connsiteY582" fmla="*/ 88807 h 760234"/>
              <a:gd name="connsiteX583" fmla="*/ 1359350 w 2329312"/>
              <a:gd name="connsiteY583" fmla="*/ 90839 h 760234"/>
              <a:gd name="connsiteX584" fmla="*/ 1361675 w 2329312"/>
              <a:gd name="connsiteY584" fmla="*/ 92891 h 760234"/>
              <a:gd name="connsiteX585" fmla="*/ 1364012 w 2329312"/>
              <a:gd name="connsiteY585" fmla="*/ 94960 h 760234"/>
              <a:gd name="connsiteX586" fmla="*/ 1366337 w 2329312"/>
              <a:gd name="connsiteY586" fmla="*/ 97048 h 760234"/>
              <a:gd name="connsiteX587" fmla="*/ 1368675 w 2329312"/>
              <a:gd name="connsiteY587" fmla="*/ 99153 h 760234"/>
              <a:gd name="connsiteX588" fmla="*/ 1371012 w 2329312"/>
              <a:gd name="connsiteY588" fmla="*/ 101275 h 760234"/>
              <a:gd name="connsiteX589" fmla="*/ 1373337 w 2329312"/>
              <a:gd name="connsiteY589" fmla="*/ 103414 h 760234"/>
              <a:gd name="connsiteX590" fmla="*/ 1375674 w 2329312"/>
              <a:gd name="connsiteY590" fmla="*/ 105570 h 760234"/>
              <a:gd name="connsiteX591" fmla="*/ 1377999 w 2329312"/>
              <a:gd name="connsiteY591" fmla="*/ 107744 h 760234"/>
              <a:gd name="connsiteX592" fmla="*/ 1380336 w 2329312"/>
              <a:gd name="connsiteY592" fmla="*/ 109934 h 760234"/>
              <a:gd name="connsiteX593" fmla="*/ 1382661 w 2329312"/>
              <a:gd name="connsiteY593" fmla="*/ 112141 h 760234"/>
              <a:gd name="connsiteX594" fmla="*/ 1384999 w 2329312"/>
              <a:gd name="connsiteY594" fmla="*/ 114363 h 760234"/>
              <a:gd name="connsiteX595" fmla="*/ 1387324 w 2329312"/>
              <a:gd name="connsiteY595" fmla="*/ 116602 h 760234"/>
              <a:gd name="connsiteX596" fmla="*/ 1389661 w 2329312"/>
              <a:gd name="connsiteY596" fmla="*/ 118857 h 760234"/>
              <a:gd name="connsiteX597" fmla="*/ 1391986 w 2329312"/>
              <a:gd name="connsiteY597" fmla="*/ 121127 h 760234"/>
              <a:gd name="connsiteX598" fmla="*/ 1394323 w 2329312"/>
              <a:gd name="connsiteY598" fmla="*/ 123412 h 760234"/>
              <a:gd name="connsiteX599" fmla="*/ 1396660 w 2329312"/>
              <a:gd name="connsiteY599" fmla="*/ 125713 h 760234"/>
              <a:gd name="connsiteX600" fmla="*/ 1398985 w 2329312"/>
              <a:gd name="connsiteY600" fmla="*/ 128028 h 760234"/>
              <a:gd name="connsiteX601" fmla="*/ 1401322 w 2329312"/>
              <a:gd name="connsiteY601" fmla="*/ 130359 h 760234"/>
              <a:gd name="connsiteX602" fmla="*/ 1403647 w 2329312"/>
              <a:gd name="connsiteY602" fmla="*/ 132704 h 760234"/>
              <a:gd name="connsiteX603" fmla="*/ 1405985 w 2329312"/>
              <a:gd name="connsiteY603" fmla="*/ 135062 h 760234"/>
              <a:gd name="connsiteX604" fmla="*/ 1408310 w 2329312"/>
              <a:gd name="connsiteY604" fmla="*/ 137435 h 760234"/>
              <a:gd name="connsiteX605" fmla="*/ 1410647 w 2329312"/>
              <a:gd name="connsiteY605" fmla="*/ 139821 h 760234"/>
              <a:gd name="connsiteX606" fmla="*/ 1412972 w 2329312"/>
              <a:gd name="connsiteY606" fmla="*/ 142222 h 760234"/>
              <a:gd name="connsiteX607" fmla="*/ 1415309 w 2329312"/>
              <a:gd name="connsiteY607" fmla="*/ 144636 h 760234"/>
              <a:gd name="connsiteX608" fmla="*/ 1417634 w 2329312"/>
              <a:gd name="connsiteY608" fmla="*/ 147062 h 760234"/>
              <a:gd name="connsiteX609" fmla="*/ 1419971 w 2329312"/>
              <a:gd name="connsiteY609" fmla="*/ 149502 h 760234"/>
              <a:gd name="connsiteX610" fmla="*/ 1422309 w 2329312"/>
              <a:gd name="connsiteY610" fmla="*/ 151954 h 760234"/>
              <a:gd name="connsiteX611" fmla="*/ 1424634 w 2329312"/>
              <a:gd name="connsiteY611" fmla="*/ 154419 h 760234"/>
              <a:gd name="connsiteX612" fmla="*/ 1426971 w 2329312"/>
              <a:gd name="connsiteY612" fmla="*/ 156897 h 760234"/>
              <a:gd name="connsiteX613" fmla="*/ 1429296 w 2329312"/>
              <a:gd name="connsiteY613" fmla="*/ 159385 h 760234"/>
              <a:gd name="connsiteX614" fmla="*/ 1431633 w 2329312"/>
              <a:gd name="connsiteY614" fmla="*/ 161886 h 760234"/>
              <a:gd name="connsiteX615" fmla="*/ 1433958 w 2329312"/>
              <a:gd name="connsiteY615" fmla="*/ 164398 h 760234"/>
              <a:gd name="connsiteX616" fmla="*/ 1436295 w 2329312"/>
              <a:gd name="connsiteY616" fmla="*/ 166922 h 760234"/>
              <a:gd name="connsiteX617" fmla="*/ 1438620 w 2329312"/>
              <a:gd name="connsiteY617" fmla="*/ 169456 h 760234"/>
              <a:gd name="connsiteX618" fmla="*/ 1440958 w 2329312"/>
              <a:gd name="connsiteY618" fmla="*/ 172003 h 760234"/>
              <a:gd name="connsiteX619" fmla="*/ 1443283 w 2329312"/>
              <a:gd name="connsiteY619" fmla="*/ 174559 h 760234"/>
              <a:gd name="connsiteX620" fmla="*/ 1445620 w 2329312"/>
              <a:gd name="connsiteY620" fmla="*/ 177125 h 760234"/>
              <a:gd name="connsiteX621" fmla="*/ 1447957 w 2329312"/>
              <a:gd name="connsiteY621" fmla="*/ 179702 h 760234"/>
              <a:gd name="connsiteX622" fmla="*/ 1450282 w 2329312"/>
              <a:gd name="connsiteY622" fmla="*/ 182289 h 760234"/>
              <a:gd name="connsiteX623" fmla="*/ 1452619 w 2329312"/>
              <a:gd name="connsiteY623" fmla="*/ 184885 h 760234"/>
              <a:gd name="connsiteX624" fmla="*/ 1454944 w 2329312"/>
              <a:gd name="connsiteY624" fmla="*/ 187491 h 760234"/>
              <a:gd name="connsiteX625" fmla="*/ 1457282 w 2329312"/>
              <a:gd name="connsiteY625" fmla="*/ 190105 h 760234"/>
              <a:gd name="connsiteX626" fmla="*/ 1459606 w 2329312"/>
              <a:gd name="connsiteY626" fmla="*/ 192730 h 760234"/>
              <a:gd name="connsiteX627" fmla="*/ 1461944 w 2329312"/>
              <a:gd name="connsiteY627" fmla="*/ 195363 h 760234"/>
              <a:gd name="connsiteX628" fmla="*/ 1464269 w 2329312"/>
              <a:gd name="connsiteY628" fmla="*/ 198004 h 760234"/>
              <a:gd name="connsiteX629" fmla="*/ 1466606 w 2329312"/>
              <a:gd name="connsiteY629" fmla="*/ 200654 h 760234"/>
              <a:gd name="connsiteX630" fmla="*/ 1468931 w 2329312"/>
              <a:gd name="connsiteY630" fmla="*/ 203312 h 760234"/>
              <a:gd name="connsiteX631" fmla="*/ 1471268 w 2329312"/>
              <a:gd name="connsiteY631" fmla="*/ 205978 h 760234"/>
              <a:gd name="connsiteX632" fmla="*/ 1473593 w 2329312"/>
              <a:gd name="connsiteY632" fmla="*/ 208651 h 760234"/>
              <a:gd name="connsiteX633" fmla="*/ 1475930 w 2329312"/>
              <a:gd name="connsiteY633" fmla="*/ 211333 h 760234"/>
              <a:gd name="connsiteX634" fmla="*/ 1478268 w 2329312"/>
              <a:gd name="connsiteY634" fmla="*/ 214020 h 760234"/>
              <a:gd name="connsiteX635" fmla="*/ 1480593 w 2329312"/>
              <a:gd name="connsiteY635" fmla="*/ 216716 h 760234"/>
              <a:gd name="connsiteX636" fmla="*/ 1482930 w 2329312"/>
              <a:gd name="connsiteY636" fmla="*/ 219417 h 760234"/>
              <a:gd name="connsiteX637" fmla="*/ 1485255 w 2329312"/>
              <a:gd name="connsiteY637" fmla="*/ 222125 h 760234"/>
              <a:gd name="connsiteX638" fmla="*/ 1487592 w 2329312"/>
              <a:gd name="connsiteY638" fmla="*/ 224840 h 760234"/>
              <a:gd name="connsiteX639" fmla="*/ 1489917 w 2329312"/>
              <a:gd name="connsiteY639" fmla="*/ 227559 h 760234"/>
              <a:gd name="connsiteX640" fmla="*/ 1492254 w 2329312"/>
              <a:gd name="connsiteY640" fmla="*/ 230287 h 760234"/>
              <a:gd name="connsiteX641" fmla="*/ 1494579 w 2329312"/>
              <a:gd name="connsiteY641" fmla="*/ 233017 h 760234"/>
              <a:gd name="connsiteX642" fmla="*/ 1496916 w 2329312"/>
              <a:gd name="connsiteY642" fmla="*/ 235756 h 760234"/>
              <a:gd name="connsiteX643" fmla="*/ 1499241 w 2329312"/>
              <a:gd name="connsiteY643" fmla="*/ 238498 h 760234"/>
              <a:gd name="connsiteX644" fmla="*/ 1501579 w 2329312"/>
              <a:gd name="connsiteY644" fmla="*/ 241245 h 760234"/>
              <a:gd name="connsiteX645" fmla="*/ 1503916 w 2329312"/>
              <a:gd name="connsiteY645" fmla="*/ 243998 h 760234"/>
              <a:gd name="connsiteX646" fmla="*/ 1506241 w 2329312"/>
              <a:gd name="connsiteY646" fmla="*/ 246753 h 760234"/>
              <a:gd name="connsiteX647" fmla="*/ 1508578 w 2329312"/>
              <a:gd name="connsiteY647" fmla="*/ 249515 h 760234"/>
              <a:gd name="connsiteX648" fmla="*/ 1510903 w 2329312"/>
              <a:gd name="connsiteY648" fmla="*/ 252279 h 760234"/>
              <a:gd name="connsiteX649" fmla="*/ 1513240 w 2329312"/>
              <a:gd name="connsiteY649" fmla="*/ 255048 h 760234"/>
              <a:gd name="connsiteX650" fmla="*/ 1515565 w 2329312"/>
              <a:gd name="connsiteY650" fmla="*/ 257819 h 760234"/>
              <a:gd name="connsiteX651" fmla="*/ 1517903 w 2329312"/>
              <a:gd name="connsiteY651" fmla="*/ 260596 h 760234"/>
              <a:gd name="connsiteX652" fmla="*/ 1520228 w 2329312"/>
              <a:gd name="connsiteY652" fmla="*/ 263374 h 760234"/>
              <a:gd name="connsiteX653" fmla="*/ 1522565 w 2329312"/>
              <a:gd name="connsiteY653" fmla="*/ 266156 h 760234"/>
              <a:gd name="connsiteX654" fmla="*/ 1524890 w 2329312"/>
              <a:gd name="connsiteY654" fmla="*/ 268940 h 760234"/>
              <a:gd name="connsiteX655" fmla="*/ 1527227 w 2329312"/>
              <a:gd name="connsiteY655" fmla="*/ 271727 h 760234"/>
              <a:gd name="connsiteX656" fmla="*/ 1529564 w 2329312"/>
              <a:gd name="connsiteY656" fmla="*/ 274516 h 760234"/>
              <a:gd name="connsiteX657" fmla="*/ 1531889 w 2329312"/>
              <a:gd name="connsiteY657" fmla="*/ 277307 h 760234"/>
              <a:gd name="connsiteX658" fmla="*/ 1534226 w 2329312"/>
              <a:gd name="connsiteY658" fmla="*/ 280101 h 760234"/>
              <a:gd name="connsiteX659" fmla="*/ 1536551 w 2329312"/>
              <a:gd name="connsiteY659" fmla="*/ 282896 h 760234"/>
              <a:gd name="connsiteX660" fmla="*/ 1538889 w 2329312"/>
              <a:gd name="connsiteY660" fmla="*/ 285692 h 760234"/>
              <a:gd name="connsiteX661" fmla="*/ 1541214 w 2329312"/>
              <a:gd name="connsiteY661" fmla="*/ 288489 h 760234"/>
              <a:gd name="connsiteX662" fmla="*/ 1543551 w 2329312"/>
              <a:gd name="connsiteY662" fmla="*/ 291288 h 760234"/>
              <a:gd name="connsiteX663" fmla="*/ 1545876 w 2329312"/>
              <a:gd name="connsiteY663" fmla="*/ 294086 h 760234"/>
              <a:gd name="connsiteX664" fmla="*/ 1548213 w 2329312"/>
              <a:gd name="connsiteY664" fmla="*/ 296886 h 760234"/>
              <a:gd name="connsiteX665" fmla="*/ 1550538 w 2329312"/>
              <a:gd name="connsiteY665" fmla="*/ 299687 h 760234"/>
              <a:gd name="connsiteX666" fmla="*/ 1552875 w 2329312"/>
              <a:gd name="connsiteY666" fmla="*/ 302487 h 760234"/>
              <a:gd name="connsiteX667" fmla="*/ 1555213 w 2329312"/>
              <a:gd name="connsiteY667" fmla="*/ 305288 h 760234"/>
              <a:gd name="connsiteX668" fmla="*/ 1557538 w 2329312"/>
              <a:gd name="connsiteY668" fmla="*/ 308088 h 760234"/>
              <a:gd name="connsiteX669" fmla="*/ 1559875 w 2329312"/>
              <a:gd name="connsiteY669" fmla="*/ 310888 h 760234"/>
              <a:gd name="connsiteX670" fmla="*/ 1562200 w 2329312"/>
              <a:gd name="connsiteY670" fmla="*/ 313687 h 760234"/>
              <a:gd name="connsiteX671" fmla="*/ 1564537 w 2329312"/>
              <a:gd name="connsiteY671" fmla="*/ 316486 h 760234"/>
              <a:gd name="connsiteX672" fmla="*/ 1566862 w 2329312"/>
              <a:gd name="connsiteY672" fmla="*/ 319283 h 760234"/>
              <a:gd name="connsiteX673" fmla="*/ 1569199 w 2329312"/>
              <a:gd name="connsiteY673" fmla="*/ 322079 h 760234"/>
              <a:gd name="connsiteX674" fmla="*/ 1571524 w 2329312"/>
              <a:gd name="connsiteY674" fmla="*/ 324874 h 760234"/>
              <a:gd name="connsiteX675" fmla="*/ 1573861 w 2329312"/>
              <a:gd name="connsiteY675" fmla="*/ 327668 h 760234"/>
              <a:gd name="connsiteX676" fmla="*/ 1576186 w 2329312"/>
              <a:gd name="connsiteY676" fmla="*/ 330459 h 760234"/>
              <a:gd name="connsiteX677" fmla="*/ 1578524 w 2329312"/>
              <a:gd name="connsiteY677" fmla="*/ 333249 h 760234"/>
              <a:gd name="connsiteX678" fmla="*/ 1580849 w 2329312"/>
              <a:gd name="connsiteY678" fmla="*/ 336036 h 760234"/>
              <a:gd name="connsiteX679" fmla="*/ 1583186 w 2329312"/>
              <a:gd name="connsiteY679" fmla="*/ 338822 h 760234"/>
              <a:gd name="connsiteX680" fmla="*/ 1585523 w 2329312"/>
              <a:gd name="connsiteY680" fmla="*/ 341604 h 760234"/>
              <a:gd name="connsiteX681" fmla="*/ 1587848 w 2329312"/>
              <a:gd name="connsiteY681" fmla="*/ 344384 h 760234"/>
              <a:gd name="connsiteX682" fmla="*/ 1590185 w 2329312"/>
              <a:gd name="connsiteY682" fmla="*/ 347162 h 760234"/>
              <a:gd name="connsiteX683" fmla="*/ 1592510 w 2329312"/>
              <a:gd name="connsiteY683" fmla="*/ 349936 h 760234"/>
              <a:gd name="connsiteX684" fmla="*/ 1594848 w 2329312"/>
              <a:gd name="connsiteY684" fmla="*/ 352706 h 760234"/>
              <a:gd name="connsiteX685" fmla="*/ 1597173 w 2329312"/>
              <a:gd name="connsiteY685" fmla="*/ 355470 h 760234"/>
              <a:gd name="connsiteX686" fmla="*/ 1599510 w 2329312"/>
              <a:gd name="connsiteY686" fmla="*/ 358238 h 760234"/>
              <a:gd name="connsiteX687" fmla="*/ 1601835 w 2329312"/>
              <a:gd name="connsiteY687" fmla="*/ 360994 h 760234"/>
              <a:gd name="connsiteX688" fmla="*/ 1604172 w 2329312"/>
              <a:gd name="connsiteY688" fmla="*/ 363749 h 760234"/>
              <a:gd name="connsiteX689" fmla="*/ 1606497 w 2329312"/>
              <a:gd name="connsiteY689" fmla="*/ 366505 h 760234"/>
              <a:gd name="connsiteX690" fmla="*/ 1608834 w 2329312"/>
              <a:gd name="connsiteY690" fmla="*/ 369248 h 760234"/>
              <a:gd name="connsiteX691" fmla="*/ 1611172 w 2329312"/>
              <a:gd name="connsiteY691" fmla="*/ 371991 h 760234"/>
              <a:gd name="connsiteX692" fmla="*/ 1613497 w 2329312"/>
              <a:gd name="connsiteY692" fmla="*/ 374734 h 760234"/>
              <a:gd name="connsiteX693" fmla="*/ 1615834 w 2329312"/>
              <a:gd name="connsiteY693" fmla="*/ 377465 h 760234"/>
              <a:gd name="connsiteX694" fmla="*/ 1618159 w 2329312"/>
              <a:gd name="connsiteY694" fmla="*/ 380196 h 760234"/>
              <a:gd name="connsiteX695" fmla="*/ 1620496 w 2329312"/>
              <a:gd name="connsiteY695" fmla="*/ 382915 h 760234"/>
              <a:gd name="connsiteX696" fmla="*/ 1622821 w 2329312"/>
              <a:gd name="connsiteY696" fmla="*/ 385633 h 760234"/>
              <a:gd name="connsiteX697" fmla="*/ 1625158 w 2329312"/>
              <a:gd name="connsiteY697" fmla="*/ 388352 h 760234"/>
              <a:gd name="connsiteX698" fmla="*/ 1627483 w 2329312"/>
              <a:gd name="connsiteY698" fmla="*/ 391058 h 760234"/>
              <a:gd name="connsiteX699" fmla="*/ 1629820 w 2329312"/>
              <a:gd name="connsiteY699" fmla="*/ 393764 h 760234"/>
              <a:gd name="connsiteX700" fmla="*/ 1632145 w 2329312"/>
              <a:gd name="connsiteY700" fmla="*/ 396458 h 760234"/>
              <a:gd name="connsiteX701" fmla="*/ 1634483 w 2329312"/>
              <a:gd name="connsiteY701" fmla="*/ 399152 h 760234"/>
              <a:gd name="connsiteX702" fmla="*/ 1636820 w 2329312"/>
              <a:gd name="connsiteY702" fmla="*/ 401834 h 760234"/>
              <a:gd name="connsiteX703" fmla="*/ 1639145 w 2329312"/>
              <a:gd name="connsiteY703" fmla="*/ 404503 h 760234"/>
              <a:gd name="connsiteX704" fmla="*/ 1641482 w 2329312"/>
              <a:gd name="connsiteY704" fmla="*/ 407173 h 760234"/>
              <a:gd name="connsiteX705" fmla="*/ 1643807 w 2329312"/>
              <a:gd name="connsiteY705" fmla="*/ 409842 h 760234"/>
              <a:gd name="connsiteX706" fmla="*/ 1646144 w 2329312"/>
              <a:gd name="connsiteY706" fmla="*/ 412499 h 760234"/>
              <a:gd name="connsiteX707" fmla="*/ 1648469 w 2329312"/>
              <a:gd name="connsiteY707" fmla="*/ 415144 h 760234"/>
              <a:gd name="connsiteX708" fmla="*/ 1650807 w 2329312"/>
              <a:gd name="connsiteY708" fmla="*/ 417789 h 760234"/>
              <a:gd name="connsiteX709" fmla="*/ 1653132 w 2329312"/>
              <a:gd name="connsiteY709" fmla="*/ 420434 h 760234"/>
              <a:gd name="connsiteX710" fmla="*/ 1655469 w 2329312"/>
              <a:gd name="connsiteY710" fmla="*/ 423054 h 760234"/>
              <a:gd name="connsiteX711" fmla="*/ 1657794 w 2329312"/>
              <a:gd name="connsiteY711" fmla="*/ 425674 h 760234"/>
              <a:gd name="connsiteX712" fmla="*/ 1660131 w 2329312"/>
              <a:gd name="connsiteY712" fmla="*/ 428294 h 760234"/>
              <a:gd name="connsiteX713" fmla="*/ 1662468 w 2329312"/>
              <a:gd name="connsiteY713" fmla="*/ 430902 h 760234"/>
              <a:gd name="connsiteX714" fmla="*/ 1664793 w 2329312"/>
              <a:gd name="connsiteY714" fmla="*/ 433498 h 760234"/>
              <a:gd name="connsiteX715" fmla="*/ 1667131 w 2329312"/>
              <a:gd name="connsiteY715" fmla="*/ 436093 h 760234"/>
              <a:gd name="connsiteX716" fmla="*/ 1669455 w 2329312"/>
              <a:gd name="connsiteY716" fmla="*/ 438664 h 760234"/>
              <a:gd name="connsiteX717" fmla="*/ 1671793 w 2329312"/>
              <a:gd name="connsiteY717" fmla="*/ 441248 h 760234"/>
              <a:gd name="connsiteX718" fmla="*/ 1674118 w 2329312"/>
              <a:gd name="connsiteY718" fmla="*/ 443806 h 760234"/>
              <a:gd name="connsiteX719" fmla="*/ 1676455 w 2329312"/>
              <a:gd name="connsiteY719" fmla="*/ 446365 h 760234"/>
              <a:gd name="connsiteX720" fmla="*/ 1678780 w 2329312"/>
              <a:gd name="connsiteY720" fmla="*/ 448911 h 760234"/>
              <a:gd name="connsiteX721" fmla="*/ 1681117 w 2329312"/>
              <a:gd name="connsiteY721" fmla="*/ 451458 h 760234"/>
              <a:gd name="connsiteX722" fmla="*/ 1683442 w 2329312"/>
              <a:gd name="connsiteY722" fmla="*/ 453980 h 760234"/>
              <a:gd name="connsiteX723" fmla="*/ 1685779 w 2329312"/>
              <a:gd name="connsiteY723" fmla="*/ 456501 h 760234"/>
              <a:gd name="connsiteX724" fmla="*/ 1688104 w 2329312"/>
              <a:gd name="connsiteY724" fmla="*/ 459023 h 760234"/>
              <a:gd name="connsiteX725" fmla="*/ 1690442 w 2329312"/>
              <a:gd name="connsiteY725" fmla="*/ 461520 h 760234"/>
              <a:gd name="connsiteX726" fmla="*/ 1692779 w 2329312"/>
              <a:gd name="connsiteY726" fmla="*/ 464017 h 760234"/>
              <a:gd name="connsiteX727" fmla="*/ 1695104 w 2329312"/>
              <a:gd name="connsiteY727" fmla="*/ 466502 h 760234"/>
              <a:gd name="connsiteX728" fmla="*/ 1697441 w 2329312"/>
              <a:gd name="connsiteY728" fmla="*/ 468975 h 760234"/>
              <a:gd name="connsiteX729" fmla="*/ 1699766 w 2329312"/>
              <a:gd name="connsiteY729" fmla="*/ 471447 h 760234"/>
              <a:gd name="connsiteX730" fmla="*/ 1702103 w 2329312"/>
              <a:gd name="connsiteY730" fmla="*/ 473908 h 760234"/>
              <a:gd name="connsiteX731" fmla="*/ 1704428 w 2329312"/>
              <a:gd name="connsiteY731" fmla="*/ 476356 h 760234"/>
              <a:gd name="connsiteX732" fmla="*/ 1706765 w 2329312"/>
              <a:gd name="connsiteY732" fmla="*/ 478791 h 760234"/>
              <a:gd name="connsiteX733" fmla="*/ 1709090 w 2329312"/>
              <a:gd name="connsiteY733" fmla="*/ 481215 h 760234"/>
              <a:gd name="connsiteX734" fmla="*/ 1711428 w 2329312"/>
              <a:gd name="connsiteY734" fmla="*/ 483626 h 760234"/>
              <a:gd name="connsiteX735" fmla="*/ 1713753 w 2329312"/>
              <a:gd name="connsiteY735" fmla="*/ 486037 h 760234"/>
              <a:gd name="connsiteX736" fmla="*/ 1716090 w 2329312"/>
              <a:gd name="connsiteY736" fmla="*/ 488436 h 760234"/>
              <a:gd name="connsiteX737" fmla="*/ 1718427 w 2329312"/>
              <a:gd name="connsiteY737" fmla="*/ 490822 h 760234"/>
              <a:gd name="connsiteX738" fmla="*/ 1720752 w 2329312"/>
              <a:gd name="connsiteY738" fmla="*/ 493196 h 760234"/>
              <a:gd name="connsiteX739" fmla="*/ 1723089 w 2329312"/>
              <a:gd name="connsiteY739" fmla="*/ 495558 h 760234"/>
              <a:gd name="connsiteX740" fmla="*/ 1725414 w 2329312"/>
              <a:gd name="connsiteY740" fmla="*/ 497920 h 760234"/>
              <a:gd name="connsiteX741" fmla="*/ 1727752 w 2329312"/>
              <a:gd name="connsiteY741" fmla="*/ 500257 h 760234"/>
              <a:gd name="connsiteX742" fmla="*/ 1730077 w 2329312"/>
              <a:gd name="connsiteY742" fmla="*/ 502595 h 760234"/>
              <a:gd name="connsiteX743" fmla="*/ 1732414 w 2329312"/>
              <a:gd name="connsiteY743" fmla="*/ 504919 h 760234"/>
              <a:gd name="connsiteX744" fmla="*/ 1734739 w 2329312"/>
              <a:gd name="connsiteY744" fmla="*/ 507232 h 760234"/>
              <a:gd name="connsiteX745" fmla="*/ 1737076 w 2329312"/>
              <a:gd name="connsiteY745" fmla="*/ 509532 h 760234"/>
              <a:gd name="connsiteX746" fmla="*/ 1739401 w 2329312"/>
              <a:gd name="connsiteY746" fmla="*/ 511821 h 760234"/>
              <a:gd name="connsiteX747" fmla="*/ 1741738 w 2329312"/>
              <a:gd name="connsiteY747" fmla="*/ 514096 h 760234"/>
              <a:gd name="connsiteX748" fmla="*/ 1744075 w 2329312"/>
              <a:gd name="connsiteY748" fmla="*/ 516372 h 760234"/>
              <a:gd name="connsiteX749" fmla="*/ 1746400 w 2329312"/>
              <a:gd name="connsiteY749" fmla="*/ 518623 h 760234"/>
              <a:gd name="connsiteX750" fmla="*/ 1748738 w 2329312"/>
              <a:gd name="connsiteY750" fmla="*/ 520874 h 760234"/>
              <a:gd name="connsiteX751" fmla="*/ 1751063 w 2329312"/>
              <a:gd name="connsiteY751" fmla="*/ 523101 h 760234"/>
              <a:gd name="connsiteX752" fmla="*/ 1753400 w 2329312"/>
              <a:gd name="connsiteY752" fmla="*/ 525328 h 760234"/>
              <a:gd name="connsiteX753" fmla="*/ 1755725 w 2329312"/>
              <a:gd name="connsiteY753" fmla="*/ 527542 h 760234"/>
              <a:gd name="connsiteX754" fmla="*/ 1758062 w 2329312"/>
              <a:gd name="connsiteY754" fmla="*/ 529744 h 760234"/>
              <a:gd name="connsiteX755" fmla="*/ 1760387 w 2329312"/>
              <a:gd name="connsiteY755" fmla="*/ 531933 h 760234"/>
              <a:gd name="connsiteX756" fmla="*/ 1762724 w 2329312"/>
              <a:gd name="connsiteY756" fmla="*/ 534111 h 760234"/>
              <a:gd name="connsiteX757" fmla="*/ 1765049 w 2329312"/>
              <a:gd name="connsiteY757" fmla="*/ 536276 h 760234"/>
              <a:gd name="connsiteX758" fmla="*/ 1767387 w 2329312"/>
              <a:gd name="connsiteY758" fmla="*/ 538429 h 760234"/>
              <a:gd name="connsiteX759" fmla="*/ 1769724 w 2329312"/>
              <a:gd name="connsiteY759" fmla="*/ 540569 h 760234"/>
              <a:gd name="connsiteX760" fmla="*/ 1772049 w 2329312"/>
              <a:gd name="connsiteY760" fmla="*/ 542697 h 760234"/>
              <a:gd name="connsiteX761" fmla="*/ 1774386 w 2329312"/>
              <a:gd name="connsiteY761" fmla="*/ 544813 h 760234"/>
              <a:gd name="connsiteX762" fmla="*/ 1776711 w 2329312"/>
              <a:gd name="connsiteY762" fmla="*/ 546929 h 760234"/>
              <a:gd name="connsiteX763" fmla="*/ 1779048 w 2329312"/>
              <a:gd name="connsiteY763" fmla="*/ 549020 h 760234"/>
              <a:gd name="connsiteX764" fmla="*/ 1781373 w 2329312"/>
              <a:gd name="connsiteY764" fmla="*/ 551099 h 760234"/>
              <a:gd name="connsiteX765" fmla="*/ 1783711 w 2329312"/>
              <a:gd name="connsiteY765" fmla="*/ 553178 h 760234"/>
              <a:gd name="connsiteX766" fmla="*/ 1786036 w 2329312"/>
              <a:gd name="connsiteY766" fmla="*/ 555232 h 760234"/>
              <a:gd name="connsiteX767" fmla="*/ 1788373 w 2329312"/>
              <a:gd name="connsiteY767" fmla="*/ 557274 h 760234"/>
              <a:gd name="connsiteX768" fmla="*/ 1790698 w 2329312"/>
              <a:gd name="connsiteY768" fmla="*/ 559316 h 760234"/>
              <a:gd name="connsiteX769" fmla="*/ 1793035 w 2329312"/>
              <a:gd name="connsiteY769" fmla="*/ 561334 h 760234"/>
              <a:gd name="connsiteX770" fmla="*/ 1795360 w 2329312"/>
              <a:gd name="connsiteY770" fmla="*/ 563351 h 760234"/>
              <a:gd name="connsiteX771" fmla="*/ 1797697 w 2329312"/>
              <a:gd name="connsiteY771" fmla="*/ 565344 h 760234"/>
              <a:gd name="connsiteX772" fmla="*/ 1800034 w 2329312"/>
              <a:gd name="connsiteY772" fmla="*/ 567337 h 760234"/>
              <a:gd name="connsiteX773" fmla="*/ 1802359 w 2329312"/>
              <a:gd name="connsiteY773" fmla="*/ 569305 h 760234"/>
              <a:gd name="connsiteX774" fmla="*/ 1804697 w 2329312"/>
              <a:gd name="connsiteY774" fmla="*/ 571261 h 760234"/>
              <a:gd name="connsiteX775" fmla="*/ 1807022 w 2329312"/>
              <a:gd name="connsiteY775" fmla="*/ 573217 h 760234"/>
              <a:gd name="connsiteX776" fmla="*/ 1809359 w 2329312"/>
              <a:gd name="connsiteY776" fmla="*/ 575148 h 760234"/>
              <a:gd name="connsiteX777" fmla="*/ 1811684 w 2329312"/>
              <a:gd name="connsiteY777" fmla="*/ 577079 h 760234"/>
              <a:gd name="connsiteX778" fmla="*/ 1814021 w 2329312"/>
              <a:gd name="connsiteY778" fmla="*/ 578986 h 760234"/>
              <a:gd name="connsiteX779" fmla="*/ 1816346 w 2329312"/>
              <a:gd name="connsiteY779" fmla="*/ 580893 h 760234"/>
              <a:gd name="connsiteX780" fmla="*/ 1818683 w 2329312"/>
              <a:gd name="connsiteY780" fmla="*/ 582775 h 760234"/>
              <a:gd name="connsiteX781" fmla="*/ 1821008 w 2329312"/>
              <a:gd name="connsiteY781" fmla="*/ 584657 h 760234"/>
              <a:gd name="connsiteX782" fmla="*/ 1823346 w 2329312"/>
              <a:gd name="connsiteY782" fmla="*/ 586515 h 760234"/>
              <a:gd name="connsiteX783" fmla="*/ 1825683 w 2329312"/>
              <a:gd name="connsiteY783" fmla="*/ 588372 h 760234"/>
              <a:gd name="connsiteX784" fmla="*/ 1828008 w 2329312"/>
              <a:gd name="connsiteY784" fmla="*/ 590205 h 760234"/>
              <a:gd name="connsiteX785" fmla="*/ 1830345 w 2329312"/>
              <a:gd name="connsiteY785" fmla="*/ 592038 h 760234"/>
              <a:gd name="connsiteX786" fmla="*/ 1832670 w 2329312"/>
              <a:gd name="connsiteY786" fmla="*/ 593846 h 760234"/>
              <a:gd name="connsiteX787" fmla="*/ 1835007 w 2329312"/>
              <a:gd name="connsiteY787" fmla="*/ 595654 h 760234"/>
              <a:gd name="connsiteX788" fmla="*/ 1837332 w 2329312"/>
              <a:gd name="connsiteY788" fmla="*/ 597438 h 760234"/>
              <a:gd name="connsiteX789" fmla="*/ 1839669 w 2329312"/>
              <a:gd name="connsiteY789" fmla="*/ 599222 h 760234"/>
              <a:gd name="connsiteX790" fmla="*/ 1841994 w 2329312"/>
              <a:gd name="connsiteY790" fmla="*/ 600981 h 760234"/>
              <a:gd name="connsiteX791" fmla="*/ 1844332 w 2329312"/>
              <a:gd name="connsiteY791" fmla="*/ 602728 h 760234"/>
              <a:gd name="connsiteX792" fmla="*/ 1846657 w 2329312"/>
              <a:gd name="connsiteY792" fmla="*/ 604475 h 760234"/>
              <a:gd name="connsiteX793" fmla="*/ 1848994 w 2329312"/>
              <a:gd name="connsiteY793" fmla="*/ 606197 h 760234"/>
              <a:gd name="connsiteX794" fmla="*/ 1851331 w 2329312"/>
              <a:gd name="connsiteY794" fmla="*/ 607919 h 760234"/>
              <a:gd name="connsiteX795" fmla="*/ 1853656 w 2329312"/>
              <a:gd name="connsiteY795" fmla="*/ 609617 h 760234"/>
              <a:gd name="connsiteX796" fmla="*/ 1855993 w 2329312"/>
              <a:gd name="connsiteY796" fmla="*/ 611314 h 760234"/>
              <a:gd name="connsiteX797" fmla="*/ 1858318 w 2329312"/>
              <a:gd name="connsiteY797" fmla="*/ 612987 h 760234"/>
              <a:gd name="connsiteX798" fmla="*/ 1860656 w 2329312"/>
              <a:gd name="connsiteY798" fmla="*/ 614648 h 760234"/>
              <a:gd name="connsiteX799" fmla="*/ 1862981 w 2329312"/>
              <a:gd name="connsiteY799" fmla="*/ 616308 h 760234"/>
              <a:gd name="connsiteX800" fmla="*/ 1865318 w 2329312"/>
              <a:gd name="connsiteY800" fmla="*/ 617944 h 760234"/>
              <a:gd name="connsiteX801" fmla="*/ 1867643 w 2329312"/>
              <a:gd name="connsiteY801" fmla="*/ 619581 h 760234"/>
              <a:gd name="connsiteX802" fmla="*/ 1869980 w 2329312"/>
              <a:gd name="connsiteY802" fmla="*/ 621192 h 760234"/>
              <a:gd name="connsiteX803" fmla="*/ 1872305 w 2329312"/>
              <a:gd name="connsiteY803" fmla="*/ 622791 h 760234"/>
              <a:gd name="connsiteX804" fmla="*/ 1874642 w 2329312"/>
              <a:gd name="connsiteY804" fmla="*/ 624390 h 760234"/>
              <a:gd name="connsiteX805" fmla="*/ 1876979 w 2329312"/>
              <a:gd name="connsiteY805" fmla="*/ 625965 h 760234"/>
              <a:gd name="connsiteX806" fmla="*/ 1879304 w 2329312"/>
              <a:gd name="connsiteY806" fmla="*/ 627540 h 760234"/>
              <a:gd name="connsiteX807" fmla="*/ 1881642 w 2329312"/>
              <a:gd name="connsiteY807" fmla="*/ 629090 h 760234"/>
              <a:gd name="connsiteX808" fmla="*/ 1883967 w 2329312"/>
              <a:gd name="connsiteY808" fmla="*/ 630640 h 760234"/>
              <a:gd name="connsiteX809" fmla="*/ 1886304 w 2329312"/>
              <a:gd name="connsiteY809" fmla="*/ 632165 h 760234"/>
              <a:gd name="connsiteX810" fmla="*/ 1888629 w 2329312"/>
              <a:gd name="connsiteY810" fmla="*/ 633690 h 760234"/>
              <a:gd name="connsiteX811" fmla="*/ 1890966 w 2329312"/>
              <a:gd name="connsiteY811" fmla="*/ 635191 h 760234"/>
              <a:gd name="connsiteX812" fmla="*/ 1893291 w 2329312"/>
              <a:gd name="connsiteY812" fmla="*/ 636692 h 760234"/>
              <a:gd name="connsiteX813" fmla="*/ 1895628 w 2329312"/>
              <a:gd name="connsiteY813" fmla="*/ 638168 h 760234"/>
              <a:gd name="connsiteX814" fmla="*/ 1897953 w 2329312"/>
              <a:gd name="connsiteY814" fmla="*/ 639644 h 760234"/>
              <a:gd name="connsiteX815" fmla="*/ 1900291 w 2329312"/>
              <a:gd name="connsiteY815" fmla="*/ 641096 h 760234"/>
              <a:gd name="connsiteX816" fmla="*/ 1902628 w 2329312"/>
              <a:gd name="connsiteY816" fmla="*/ 642547 h 760234"/>
              <a:gd name="connsiteX817" fmla="*/ 1904953 w 2329312"/>
              <a:gd name="connsiteY817" fmla="*/ 643987 h 760234"/>
              <a:gd name="connsiteX818" fmla="*/ 1907290 w 2329312"/>
              <a:gd name="connsiteY818" fmla="*/ 645401 h 760234"/>
              <a:gd name="connsiteX819" fmla="*/ 1909615 w 2329312"/>
              <a:gd name="connsiteY819" fmla="*/ 646816 h 760234"/>
              <a:gd name="connsiteX820" fmla="*/ 1911952 w 2329312"/>
              <a:gd name="connsiteY820" fmla="*/ 648218 h 760234"/>
              <a:gd name="connsiteX821" fmla="*/ 1914277 w 2329312"/>
              <a:gd name="connsiteY821" fmla="*/ 649608 h 760234"/>
              <a:gd name="connsiteX822" fmla="*/ 1916614 w 2329312"/>
              <a:gd name="connsiteY822" fmla="*/ 650986 h 760234"/>
              <a:gd name="connsiteX823" fmla="*/ 1918939 w 2329312"/>
              <a:gd name="connsiteY823" fmla="*/ 652352 h 760234"/>
              <a:gd name="connsiteX824" fmla="*/ 1921277 w 2329312"/>
              <a:gd name="connsiteY824" fmla="*/ 653692 h 760234"/>
              <a:gd name="connsiteX825" fmla="*/ 1923602 w 2329312"/>
              <a:gd name="connsiteY825" fmla="*/ 655045 h 760234"/>
              <a:gd name="connsiteX826" fmla="*/ 1925939 w 2329312"/>
              <a:gd name="connsiteY826" fmla="*/ 656374 h 760234"/>
              <a:gd name="connsiteX827" fmla="*/ 1928264 w 2329312"/>
              <a:gd name="connsiteY827" fmla="*/ 657690 h 760234"/>
              <a:gd name="connsiteX828" fmla="*/ 1930601 w 2329312"/>
              <a:gd name="connsiteY828" fmla="*/ 658994 h 760234"/>
              <a:gd name="connsiteX829" fmla="*/ 1932938 w 2329312"/>
              <a:gd name="connsiteY829" fmla="*/ 660286 h 760234"/>
              <a:gd name="connsiteX830" fmla="*/ 1935263 w 2329312"/>
              <a:gd name="connsiteY830" fmla="*/ 661578 h 760234"/>
              <a:gd name="connsiteX831" fmla="*/ 1937601 w 2329312"/>
              <a:gd name="connsiteY831" fmla="*/ 662844 h 760234"/>
              <a:gd name="connsiteX832" fmla="*/ 1939926 w 2329312"/>
              <a:gd name="connsiteY832" fmla="*/ 664112 h 760234"/>
              <a:gd name="connsiteX833" fmla="*/ 1942263 w 2329312"/>
              <a:gd name="connsiteY833" fmla="*/ 665354 h 760234"/>
              <a:gd name="connsiteX834" fmla="*/ 1944588 w 2329312"/>
              <a:gd name="connsiteY834" fmla="*/ 666596 h 760234"/>
              <a:gd name="connsiteX835" fmla="*/ 1946925 w 2329312"/>
              <a:gd name="connsiteY835" fmla="*/ 667827 h 760234"/>
              <a:gd name="connsiteX836" fmla="*/ 1949250 w 2329312"/>
              <a:gd name="connsiteY836" fmla="*/ 669032 h 760234"/>
              <a:gd name="connsiteX837" fmla="*/ 1951587 w 2329312"/>
              <a:gd name="connsiteY837" fmla="*/ 670238 h 760234"/>
              <a:gd name="connsiteX838" fmla="*/ 1953912 w 2329312"/>
              <a:gd name="connsiteY838" fmla="*/ 671443 h 760234"/>
              <a:gd name="connsiteX839" fmla="*/ 1956250 w 2329312"/>
              <a:gd name="connsiteY839" fmla="*/ 672624 h 760234"/>
              <a:gd name="connsiteX840" fmla="*/ 1958587 w 2329312"/>
              <a:gd name="connsiteY840" fmla="*/ 673793 h 760234"/>
              <a:gd name="connsiteX841" fmla="*/ 1960912 w 2329312"/>
              <a:gd name="connsiteY841" fmla="*/ 674949 h 760234"/>
              <a:gd name="connsiteX842" fmla="*/ 1963249 w 2329312"/>
              <a:gd name="connsiteY842" fmla="*/ 676105 h 760234"/>
              <a:gd name="connsiteX843" fmla="*/ 1965574 w 2329312"/>
              <a:gd name="connsiteY843" fmla="*/ 677249 h 760234"/>
              <a:gd name="connsiteX844" fmla="*/ 1967911 w 2329312"/>
              <a:gd name="connsiteY844" fmla="*/ 678369 h 760234"/>
              <a:gd name="connsiteX845" fmla="*/ 1970236 w 2329312"/>
              <a:gd name="connsiteY845" fmla="*/ 679488 h 760234"/>
              <a:gd name="connsiteX846" fmla="*/ 1972573 w 2329312"/>
              <a:gd name="connsiteY846" fmla="*/ 680595 h 760234"/>
              <a:gd name="connsiteX847" fmla="*/ 1974898 w 2329312"/>
              <a:gd name="connsiteY847" fmla="*/ 681690 h 760234"/>
              <a:gd name="connsiteX848" fmla="*/ 1977236 w 2329312"/>
              <a:gd name="connsiteY848" fmla="*/ 682785 h 760234"/>
              <a:gd name="connsiteX849" fmla="*/ 1979561 w 2329312"/>
              <a:gd name="connsiteY849" fmla="*/ 683855 h 760234"/>
              <a:gd name="connsiteX850" fmla="*/ 1981898 w 2329312"/>
              <a:gd name="connsiteY850" fmla="*/ 684926 h 760234"/>
              <a:gd name="connsiteX851" fmla="*/ 1984235 w 2329312"/>
              <a:gd name="connsiteY851" fmla="*/ 685971 h 760234"/>
              <a:gd name="connsiteX852" fmla="*/ 1986560 w 2329312"/>
              <a:gd name="connsiteY852" fmla="*/ 687017 h 760234"/>
              <a:gd name="connsiteX853" fmla="*/ 1988897 w 2329312"/>
              <a:gd name="connsiteY853" fmla="*/ 688062 h 760234"/>
              <a:gd name="connsiteX854" fmla="*/ 1991222 w 2329312"/>
              <a:gd name="connsiteY854" fmla="*/ 689083 h 760234"/>
              <a:gd name="connsiteX855" fmla="*/ 1993560 w 2329312"/>
              <a:gd name="connsiteY855" fmla="*/ 690092 h 760234"/>
              <a:gd name="connsiteX856" fmla="*/ 1995885 w 2329312"/>
              <a:gd name="connsiteY856" fmla="*/ 691101 h 760234"/>
              <a:gd name="connsiteX857" fmla="*/ 1998222 w 2329312"/>
              <a:gd name="connsiteY857" fmla="*/ 692097 h 760234"/>
              <a:gd name="connsiteX858" fmla="*/ 2000547 w 2329312"/>
              <a:gd name="connsiteY858" fmla="*/ 693081 h 760234"/>
              <a:gd name="connsiteX859" fmla="*/ 2002884 w 2329312"/>
              <a:gd name="connsiteY859" fmla="*/ 694053 h 760234"/>
              <a:gd name="connsiteX860" fmla="*/ 2005209 w 2329312"/>
              <a:gd name="connsiteY860" fmla="*/ 695013 h 760234"/>
              <a:gd name="connsiteX861" fmla="*/ 2007546 w 2329312"/>
              <a:gd name="connsiteY861" fmla="*/ 695972 h 760234"/>
              <a:gd name="connsiteX862" fmla="*/ 2009883 w 2329312"/>
              <a:gd name="connsiteY862" fmla="*/ 696907 h 760234"/>
              <a:gd name="connsiteX863" fmla="*/ 2012208 w 2329312"/>
              <a:gd name="connsiteY863" fmla="*/ 697842 h 760234"/>
              <a:gd name="connsiteX864" fmla="*/ 2014546 w 2329312"/>
              <a:gd name="connsiteY864" fmla="*/ 698777 h 760234"/>
              <a:gd name="connsiteX865" fmla="*/ 2016871 w 2329312"/>
              <a:gd name="connsiteY865" fmla="*/ 699687 h 760234"/>
              <a:gd name="connsiteX866" fmla="*/ 2019208 w 2329312"/>
              <a:gd name="connsiteY866" fmla="*/ 700597 h 760234"/>
              <a:gd name="connsiteX867" fmla="*/ 2021533 w 2329312"/>
              <a:gd name="connsiteY867" fmla="*/ 701495 h 760234"/>
              <a:gd name="connsiteX868" fmla="*/ 2023870 w 2329312"/>
              <a:gd name="connsiteY868" fmla="*/ 702381 h 760234"/>
              <a:gd name="connsiteX869" fmla="*/ 2026195 w 2329312"/>
              <a:gd name="connsiteY869" fmla="*/ 703255 h 760234"/>
              <a:gd name="connsiteX870" fmla="*/ 2028532 w 2329312"/>
              <a:gd name="connsiteY870" fmla="*/ 704128 h 760234"/>
              <a:gd name="connsiteX871" fmla="*/ 2030857 w 2329312"/>
              <a:gd name="connsiteY871" fmla="*/ 704989 h 760234"/>
              <a:gd name="connsiteX872" fmla="*/ 2033195 w 2329312"/>
              <a:gd name="connsiteY872" fmla="*/ 705838 h 760234"/>
              <a:gd name="connsiteX873" fmla="*/ 2035520 w 2329312"/>
              <a:gd name="connsiteY873" fmla="*/ 706674 h 760234"/>
              <a:gd name="connsiteX874" fmla="*/ 2037857 w 2329312"/>
              <a:gd name="connsiteY874" fmla="*/ 707511 h 760234"/>
              <a:gd name="connsiteX875" fmla="*/ 2040194 w 2329312"/>
              <a:gd name="connsiteY875" fmla="*/ 708335 h 760234"/>
              <a:gd name="connsiteX876" fmla="*/ 2042519 w 2329312"/>
              <a:gd name="connsiteY876" fmla="*/ 709147 h 760234"/>
              <a:gd name="connsiteX877" fmla="*/ 2044856 w 2329312"/>
              <a:gd name="connsiteY877" fmla="*/ 709946 h 760234"/>
              <a:gd name="connsiteX878" fmla="*/ 2047181 w 2329312"/>
              <a:gd name="connsiteY878" fmla="*/ 710746 h 760234"/>
              <a:gd name="connsiteX879" fmla="*/ 2049518 w 2329312"/>
              <a:gd name="connsiteY879" fmla="*/ 711533 h 760234"/>
              <a:gd name="connsiteX880" fmla="*/ 2051843 w 2329312"/>
              <a:gd name="connsiteY880" fmla="*/ 712321 h 760234"/>
              <a:gd name="connsiteX881" fmla="*/ 2054181 w 2329312"/>
              <a:gd name="connsiteY881" fmla="*/ 713083 h 760234"/>
              <a:gd name="connsiteX882" fmla="*/ 2056506 w 2329312"/>
              <a:gd name="connsiteY882" fmla="*/ 713846 h 760234"/>
              <a:gd name="connsiteX883" fmla="*/ 2058843 w 2329312"/>
              <a:gd name="connsiteY883" fmla="*/ 714596 h 760234"/>
              <a:gd name="connsiteX884" fmla="*/ 2061168 w 2329312"/>
              <a:gd name="connsiteY884" fmla="*/ 715347 h 760234"/>
              <a:gd name="connsiteX885" fmla="*/ 2063505 w 2329312"/>
              <a:gd name="connsiteY885" fmla="*/ 716085 h 760234"/>
              <a:gd name="connsiteX886" fmla="*/ 2065842 w 2329312"/>
              <a:gd name="connsiteY886" fmla="*/ 716811 h 760234"/>
              <a:gd name="connsiteX887" fmla="*/ 2068167 w 2329312"/>
              <a:gd name="connsiteY887" fmla="*/ 717536 h 760234"/>
              <a:gd name="connsiteX888" fmla="*/ 2070505 w 2329312"/>
              <a:gd name="connsiteY888" fmla="*/ 718250 h 760234"/>
              <a:gd name="connsiteX889" fmla="*/ 2072829 w 2329312"/>
              <a:gd name="connsiteY889" fmla="*/ 718951 h 760234"/>
              <a:gd name="connsiteX890" fmla="*/ 2075167 w 2329312"/>
              <a:gd name="connsiteY890" fmla="*/ 719640 h 760234"/>
              <a:gd name="connsiteX891" fmla="*/ 2077492 w 2329312"/>
              <a:gd name="connsiteY891" fmla="*/ 720329 h 760234"/>
              <a:gd name="connsiteX892" fmla="*/ 2079829 w 2329312"/>
              <a:gd name="connsiteY892" fmla="*/ 721018 h 760234"/>
              <a:gd name="connsiteX893" fmla="*/ 2082154 w 2329312"/>
              <a:gd name="connsiteY893" fmla="*/ 721682 h 760234"/>
              <a:gd name="connsiteX894" fmla="*/ 2084491 w 2329312"/>
              <a:gd name="connsiteY894" fmla="*/ 722346 h 760234"/>
              <a:gd name="connsiteX895" fmla="*/ 2086816 w 2329312"/>
              <a:gd name="connsiteY895" fmla="*/ 723011 h 760234"/>
              <a:gd name="connsiteX896" fmla="*/ 2089153 w 2329312"/>
              <a:gd name="connsiteY896" fmla="*/ 723650 h 760234"/>
              <a:gd name="connsiteX897" fmla="*/ 2091491 w 2329312"/>
              <a:gd name="connsiteY897" fmla="*/ 724302 h 760234"/>
              <a:gd name="connsiteX898" fmla="*/ 2093816 w 2329312"/>
              <a:gd name="connsiteY898" fmla="*/ 724930 h 760234"/>
              <a:gd name="connsiteX899" fmla="*/ 2096153 w 2329312"/>
              <a:gd name="connsiteY899" fmla="*/ 725557 h 760234"/>
              <a:gd name="connsiteX900" fmla="*/ 2098478 w 2329312"/>
              <a:gd name="connsiteY900" fmla="*/ 726172 h 760234"/>
              <a:gd name="connsiteX901" fmla="*/ 2100815 w 2329312"/>
              <a:gd name="connsiteY901" fmla="*/ 726787 h 760234"/>
              <a:gd name="connsiteX902" fmla="*/ 2103140 w 2329312"/>
              <a:gd name="connsiteY902" fmla="*/ 727390 h 760234"/>
              <a:gd name="connsiteX903" fmla="*/ 2105477 w 2329312"/>
              <a:gd name="connsiteY903" fmla="*/ 727993 h 760234"/>
              <a:gd name="connsiteX904" fmla="*/ 2107802 w 2329312"/>
              <a:gd name="connsiteY904" fmla="*/ 728583 h 760234"/>
              <a:gd name="connsiteX905" fmla="*/ 2110140 w 2329312"/>
              <a:gd name="connsiteY905" fmla="*/ 729161 h 760234"/>
              <a:gd name="connsiteX906" fmla="*/ 2112465 w 2329312"/>
              <a:gd name="connsiteY906" fmla="*/ 729739 h 760234"/>
              <a:gd name="connsiteX907" fmla="*/ 2114802 w 2329312"/>
              <a:gd name="connsiteY907" fmla="*/ 730305 h 760234"/>
              <a:gd name="connsiteX908" fmla="*/ 2117139 w 2329312"/>
              <a:gd name="connsiteY908" fmla="*/ 730871 h 760234"/>
              <a:gd name="connsiteX909" fmla="*/ 2119464 w 2329312"/>
              <a:gd name="connsiteY909" fmla="*/ 731425 h 760234"/>
              <a:gd name="connsiteX910" fmla="*/ 2121801 w 2329312"/>
              <a:gd name="connsiteY910" fmla="*/ 731978 h 760234"/>
              <a:gd name="connsiteX911" fmla="*/ 2124126 w 2329312"/>
              <a:gd name="connsiteY911" fmla="*/ 732519 h 760234"/>
              <a:gd name="connsiteX912" fmla="*/ 2126464 w 2329312"/>
              <a:gd name="connsiteY912" fmla="*/ 733048 h 760234"/>
              <a:gd name="connsiteX913" fmla="*/ 2128788 w 2329312"/>
              <a:gd name="connsiteY913" fmla="*/ 733577 h 760234"/>
              <a:gd name="connsiteX914" fmla="*/ 2131126 w 2329312"/>
              <a:gd name="connsiteY914" fmla="*/ 734106 h 760234"/>
              <a:gd name="connsiteX915" fmla="*/ 2133451 w 2329312"/>
              <a:gd name="connsiteY915" fmla="*/ 734611 h 760234"/>
              <a:gd name="connsiteX916" fmla="*/ 2135788 w 2329312"/>
              <a:gd name="connsiteY916" fmla="*/ 735127 h 760234"/>
              <a:gd name="connsiteX917" fmla="*/ 2138113 w 2329312"/>
              <a:gd name="connsiteY917" fmla="*/ 735632 h 760234"/>
              <a:gd name="connsiteX918" fmla="*/ 2140450 w 2329312"/>
              <a:gd name="connsiteY918" fmla="*/ 736124 h 760234"/>
              <a:gd name="connsiteX919" fmla="*/ 2142775 w 2329312"/>
              <a:gd name="connsiteY919" fmla="*/ 736616 h 760234"/>
              <a:gd name="connsiteX920" fmla="*/ 2145112 w 2329312"/>
              <a:gd name="connsiteY920" fmla="*/ 737096 h 760234"/>
              <a:gd name="connsiteX921" fmla="*/ 2147450 w 2329312"/>
              <a:gd name="connsiteY921" fmla="*/ 737575 h 760234"/>
              <a:gd name="connsiteX922" fmla="*/ 2149775 w 2329312"/>
              <a:gd name="connsiteY922" fmla="*/ 738043 h 760234"/>
              <a:gd name="connsiteX923" fmla="*/ 2152112 w 2329312"/>
              <a:gd name="connsiteY923" fmla="*/ 738510 h 760234"/>
              <a:gd name="connsiteX924" fmla="*/ 2154437 w 2329312"/>
              <a:gd name="connsiteY924" fmla="*/ 738965 h 760234"/>
              <a:gd name="connsiteX925" fmla="*/ 2156774 w 2329312"/>
              <a:gd name="connsiteY925" fmla="*/ 739420 h 760234"/>
              <a:gd name="connsiteX926" fmla="*/ 2159099 w 2329312"/>
              <a:gd name="connsiteY926" fmla="*/ 739876 h 760234"/>
              <a:gd name="connsiteX927" fmla="*/ 2161436 w 2329312"/>
              <a:gd name="connsiteY927" fmla="*/ 740319 h 760234"/>
              <a:gd name="connsiteX928" fmla="*/ 2163761 w 2329312"/>
              <a:gd name="connsiteY928" fmla="*/ 740749 h 760234"/>
              <a:gd name="connsiteX929" fmla="*/ 2166099 w 2329312"/>
              <a:gd name="connsiteY929" fmla="*/ 741180 h 760234"/>
              <a:gd name="connsiteX930" fmla="*/ 2168423 w 2329312"/>
              <a:gd name="connsiteY930" fmla="*/ 741598 h 760234"/>
              <a:gd name="connsiteX931" fmla="*/ 2170761 w 2329312"/>
              <a:gd name="connsiteY931" fmla="*/ 742028 h 760234"/>
              <a:gd name="connsiteX932" fmla="*/ 2173098 w 2329312"/>
              <a:gd name="connsiteY932" fmla="*/ 742434 h 760234"/>
              <a:gd name="connsiteX933" fmla="*/ 2175423 w 2329312"/>
              <a:gd name="connsiteY933" fmla="*/ 742840 h 760234"/>
              <a:gd name="connsiteX934" fmla="*/ 2177760 w 2329312"/>
              <a:gd name="connsiteY934" fmla="*/ 743246 h 760234"/>
              <a:gd name="connsiteX935" fmla="*/ 2180085 w 2329312"/>
              <a:gd name="connsiteY935" fmla="*/ 743640 h 760234"/>
              <a:gd name="connsiteX936" fmla="*/ 2182423 w 2329312"/>
              <a:gd name="connsiteY936" fmla="*/ 744033 h 760234"/>
              <a:gd name="connsiteX937" fmla="*/ 2184747 w 2329312"/>
              <a:gd name="connsiteY937" fmla="*/ 744427 h 760234"/>
              <a:gd name="connsiteX938" fmla="*/ 2187085 w 2329312"/>
              <a:gd name="connsiteY938" fmla="*/ 744808 h 760234"/>
              <a:gd name="connsiteX939" fmla="*/ 2189410 w 2329312"/>
              <a:gd name="connsiteY939" fmla="*/ 745178 h 760234"/>
              <a:gd name="connsiteX940" fmla="*/ 2191747 w 2329312"/>
              <a:gd name="connsiteY940" fmla="*/ 745559 h 760234"/>
              <a:gd name="connsiteX941" fmla="*/ 2194072 w 2329312"/>
              <a:gd name="connsiteY941" fmla="*/ 745916 h 760234"/>
              <a:gd name="connsiteX942" fmla="*/ 2196409 w 2329312"/>
              <a:gd name="connsiteY942" fmla="*/ 746285 h 760234"/>
              <a:gd name="connsiteX943" fmla="*/ 2198746 w 2329312"/>
              <a:gd name="connsiteY943" fmla="*/ 746641 h 760234"/>
              <a:gd name="connsiteX944" fmla="*/ 2201071 w 2329312"/>
              <a:gd name="connsiteY944" fmla="*/ 746986 h 760234"/>
              <a:gd name="connsiteX945" fmla="*/ 2203409 w 2329312"/>
              <a:gd name="connsiteY945" fmla="*/ 747343 h 760234"/>
              <a:gd name="connsiteX946" fmla="*/ 2205734 w 2329312"/>
              <a:gd name="connsiteY946" fmla="*/ 747675 h 760234"/>
              <a:gd name="connsiteX947" fmla="*/ 2208071 w 2329312"/>
              <a:gd name="connsiteY947" fmla="*/ 748019 h 760234"/>
              <a:gd name="connsiteX948" fmla="*/ 2210396 w 2329312"/>
              <a:gd name="connsiteY948" fmla="*/ 748351 h 760234"/>
              <a:gd name="connsiteX949" fmla="*/ 2212733 w 2329312"/>
              <a:gd name="connsiteY949" fmla="*/ 748683 h 760234"/>
              <a:gd name="connsiteX950" fmla="*/ 2215058 w 2329312"/>
              <a:gd name="connsiteY950" fmla="*/ 749003 h 760234"/>
              <a:gd name="connsiteX951" fmla="*/ 2217395 w 2329312"/>
              <a:gd name="connsiteY951" fmla="*/ 749323 h 760234"/>
              <a:gd name="connsiteX952" fmla="*/ 2219720 w 2329312"/>
              <a:gd name="connsiteY952" fmla="*/ 749631 h 760234"/>
              <a:gd name="connsiteX953" fmla="*/ 2222058 w 2329312"/>
              <a:gd name="connsiteY953" fmla="*/ 749951 h 760234"/>
              <a:gd name="connsiteX954" fmla="*/ 2224395 w 2329312"/>
              <a:gd name="connsiteY954" fmla="*/ 750246 h 760234"/>
              <a:gd name="connsiteX955" fmla="*/ 2226720 w 2329312"/>
              <a:gd name="connsiteY955" fmla="*/ 750553 h 760234"/>
              <a:gd name="connsiteX956" fmla="*/ 2229057 w 2329312"/>
              <a:gd name="connsiteY956" fmla="*/ 750849 h 760234"/>
              <a:gd name="connsiteX957" fmla="*/ 2231382 w 2329312"/>
              <a:gd name="connsiteY957" fmla="*/ 751144 h 760234"/>
              <a:gd name="connsiteX958" fmla="*/ 2233719 w 2329312"/>
              <a:gd name="connsiteY958" fmla="*/ 751427 h 760234"/>
              <a:gd name="connsiteX959" fmla="*/ 2236044 w 2329312"/>
              <a:gd name="connsiteY959" fmla="*/ 751722 h 760234"/>
              <a:gd name="connsiteX960" fmla="*/ 2238381 w 2329312"/>
              <a:gd name="connsiteY960" fmla="*/ 751993 h 760234"/>
              <a:gd name="connsiteX961" fmla="*/ 2240706 w 2329312"/>
              <a:gd name="connsiteY961" fmla="*/ 752276 h 760234"/>
              <a:gd name="connsiteX962" fmla="*/ 2243044 w 2329312"/>
              <a:gd name="connsiteY962" fmla="*/ 752546 h 760234"/>
              <a:gd name="connsiteX963" fmla="*/ 2245369 w 2329312"/>
              <a:gd name="connsiteY963" fmla="*/ 752817 h 760234"/>
              <a:gd name="connsiteX964" fmla="*/ 2247706 w 2329312"/>
              <a:gd name="connsiteY964" fmla="*/ 753075 h 760234"/>
              <a:gd name="connsiteX965" fmla="*/ 2250031 w 2329312"/>
              <a:gd name="connsiteY965" fmla="*/ 753346 h 760234"/>
              <a:gd name="connsiteX966" fmla="*/ 2252368 w 2329312"/>
              <a:gd name="connsiteY966" fmla="*/ 753604 h 760234"/>
              <a:gd name="connsiteX967" fmla="*/ 2254705 w 2329312"/>
              <a:gd name="connsiteY967" fmla="*/ 753850 h 760234"/>
              <a:gd name="connsiteX968" fmla="*/ 2257030 w 2329312"/>
              <a:gd name="connsiteY968" fmla="*/ 754096 h 760234"/>
              <a:gd name="connsiteX969" fmla="*/ 2259368 w 2329312"/>
              <a:gd name="connsiteY969" fmla="*/ 754354 h 760234"/>
              <a:gd name="connsiteX970" fmla="*/ 2261692 w 2329312"/>
              <a:gd name="connsiteY970" fmla="*/ 754588 h 760234"/>
              <a:gd name="connsiteX971" fmla="*/ 2264030 w 2329312"/>
              <a:gd name="connsiteY971" fmla="*/ 754834 h 760234"/>
              <a:gd name="connsiteX972" fmla="*/ 2266355 w 2329312"/>
              <a:gd name="connsiteY972" fmla="*/ 755068 h 760234"/>
              <a:gd name="connsiteX973" fmla="*/ 2268692 w 2329312"/>
              <a:gd name="connsiteY973" fmla="*/ 755302 h 760234"/>
              <a:gd name="connsiteX974" fmla="*/ 2271017 w 2329312"/>
              <a:gd name="connsiteY974" fmla="*/ 755523 h 760234"/>
              <a:gd name="connsiteX975" fmla="*/ 2273354 w 2329312"/>
              <a:gd name="connsiteY975" fmla="*/ 755757 h 760234"/>
              <a:gd name="connsiteX976" fmla="*/ 2275679 w 2329312"/>
              <a:gd name="connsiteY976" fmla="*/ 755978 h 760234"/>
              <a:gd name="connsiteX977" fmla="*/ 2278016 w 2329312"/>
              <a:gd name="connsiteY977" fmla="*/ 756187 h 760234"/>
              <a:gd name="connsiteX978" fmla="*/ 2280354 w 2329312"/>
              <a:gd name="connsiteY978" fmla="*/ 756409 h 760234"/>
              <a:gd name="connsiteX979" fmla="*/ 2282679 w 2329312"/>
              <a:gd name="connsiteY979" fmla="*/ 756618 h 760234"/>
              <a:gd name="connsiteX980" fmla="*/ 2285016 w 2329312"/>
              <a:gd name="connsiteY980" fmla="*/ 756827 h 760234"/>
              <a:gd name="connsiteX981" fmla="*/ 2287341 w 2329312"/>
              <a:gd name="connsiteY981" fmla="*/ 757036 h 760234"/>
              <a:gd name="connsiteX982" fmla="*/ 2289678 w 2329312"/>
              <a:gd name="connsiteY982" fmla="*/ 757233 h 760234"/>
              <a:gd name="connsiteX983" fmla="*/ 2292003 w 2329312"/>
              <a:gd name="connsiteY983" fmla="*/ 757430 h 760234"/>
              <a:gd name="connsiteX984" fmla="*/ 2294340 w 2329312"/>
              <a:gd name="connsiteY984" fmla="*/ 757627 h 760234"/>
              <a:gd name="connsiteX985" fmla="*/ 2296665 w 2329312"/>
              <a:gd name="connsiteY985" fmla="*/ 757823 h 760234"/>
              <a:gd name="connsiteX986" fmla="*/ 2299003 w 2329312"/>
              <a:gd name="connsiteY986" fmla="*/ 758008 h 760234"/>
              <a:gd name="connsiteX987" fmla="*/ 2301327 w 2329312"/>
              <a:gd name="connsiteY987" fmla="*/ 758205 h 760234"/>
              <a:gd name="connsiteX988" fmla="*/ 2303665 w 2329312"/>
              <a:gd name="connsiteY988" fmla="*/ 758389 h 760234"/>
              <a:gd name="connsiteX989" fmla="*/ 2306002 w 2329312"/>
              <a:gd name="connsiteY989" fmla="*/ 758561 h 760234"/>
              <a:gd name="connsiteX990" fmla="*/ 2308327 w 2329312"/>
              <a:gd name="connsiteY990" fmla="*/ 758746 h 760234"/>
              <a:gd name="connsiteX991" fmla="*/ 2310664 w 2329312"/>
              <a:gd name="connsiteY991" fmla="*/ 758918 h 760234"/>
              <a:gd name="connsiteX992" fmla="*/ 2312989 w 2329312"/>
              <a:gd name="connsiteY992" fmla="*/ 759090 h 760234"/>
              <a:gd name="connsiteX993" fmla="*/ 2315327 w 2329312"/>
              <a:gd name="connsiteY993" fmla="*/ 759263 h 760234"/>
              <a:gd name="connsiteX994" fmla="*/ 2317651 w 2329312"/>
              <a:gd name="connsiteY994" fmla="*/ 759435 h 760234"/>
              <a:gd name="connsiteX995" fmla="*/ 2319989 w 2329312"/>
              <a:gd name="connsiteY995" fmla="*/ 759595 h 760234"/>
              <a:gd name="connsiteX996" fmla="*/ 2322314 w 2329312"/>
              <a:gd name="connsiteY996" fmla="*/ 759767 h 760234"/>
              <a:gd name="connsiteX997" fmla="*/ 2324651 w 2329312"/>
              <a:gd name="connsiteY997" fmla="*/ 759927 h 760234"/>
              <a:gd name="connsiteX998" fmla="*/ 2326976 w 2329312"/>
              <a:gd name="connsiteY998" fmla="*/ 760075 h 760234"/>
              <a:gd name="connsiteX999" fmla="*/ 2329313 w 2329312"/>
              <a:gd name="connsiteY999" fmla="*/ 760234 h 76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760234">
                <a:moveTo>
                  <a:pt x="0" y="760234"/>
                </a:moveTo>
                <a:lnTo>
                  <a:pt x="2331" y="760075"/>
                </a:lnTo>
                <a:lnTo>
                  <a:pt x="4663" y="759927"/>
                </a:lnTo>
                <a:lnTo>
                  <a:pt x="6995" y="759767"/>
                </a:lnTo>
                <a:lnTo>
                  <a:pt x="9326" y="759595"/>
                </a:lnTo>
                <a:lnTo>
                  <a:pt x="11658" y="759435"/>
                </a:lnTo>
                <a:lnTo>
                  <a:pt x="13989" y="759263"/>
                </a:lnTo>
                <a:lnTo>
                  <a:pt x="16321" y="759090"/>
                </a:lnTo>
                <a:lnTo>
                  <a:pt x="18653" y="758918"/>
                </a:lnTo>
                <a:lnTo>
                  <a:pt x="20985" y="758746"/>
                </a:lnTo>
                <a:lnTo>
                  <a:pt x="23316" y="758561"/>
                </a:lnTo>
                <a:lnTo>
                  <a:pt x="25647" y="758389"/>
                </a:lnTo>
                <a:lnTo>
                  <a:pt x="27979" y="758205"/>
                </a:lnTo>
                <a:lnTo>
                  <a:pt x="30311" y="758008"/>
                </a:lnTo>
                <a:lnTo>
                  <a:pt x="32643" y="757823"/>
                </a:lnTo>
                <a:lnTo>
                  <a:pt x="34974" y="757627"/>
                </a:lnTo>
                <a:lnTo>
                  <a:pt x="37306" y="757430"/>
                </a:lnTo>
                <a:lnTo>
                  <a:pt x="39637" y="757233"/>
                </a:lnTo>
                <a:lnTo>
                  <a:pt x="41969" y="757036"/>
                </a:lnTo>
                <a:lnTo>
                  <a:pt x="44301" y="756827"/>
                </a:lnTo>
                <a:lnTo>
                  <a:pt x="46632" y="756618"/>
                </a:lnTo>
                <a:lnTo>
                  <a:pt x="48964" y="756409"/>
                </a:lnTo>
                <a:lnTo>
                  <a:pt x="51295" y="756187"/>
                </a:lnTo>
                <a:lnTo>
                  <a:pt x="53628" y="755978"/>
                </a:lnTo>
                <a:lnTo>
                  <a:pt x="55959" y="755757"/>
                </a:lnTo>
                <a:lnTo>
                  <a:pt x="58291" y="755523"/>
                </a:lnTo>
                <a:lnTo>
                  <a:pt x="60622" y="755302"/>
                </a:lnTo>
                <a:lnTo>
                  <a:pt x="62953" y="755068"/>
                </a:lnTo>
                <a:lnTo>
                  <a:pt x="65286" y="754834"/>
                </a:lnTo>
                <a:lnTo>
                  <a:pt x="67617" y="754588"/>
                </a:lnTo>
                <a:lnTo>
                  <a:pt x="69949" y="754354"/>
                </a:lnTo>
                <a:lnTo>
                  <a:pt x="72280" y="754096"/>
                </a:lnTo>
                <a:lnTo>
                  <a:pt x="74613" y="753850"/>
                </a:lnTo>
                <a:lnTo>
                  <a:pt x="76944" y="753604"/>
                </a:lnTo>
                <a:lnTo>
                  <a:pt x="79275" y="753346"/>
                </a:lnTo>
                <a:lnTo>
                  <a:pt x="81607" y="753075"/>
                </a:lnTo>
                <a:lnTo>
                  <a:pt x="83938" y="752817"/>
                </a:lnTo>
                <a:lnTo>
                  <a:pt x="86271" y="752546"/>
                </a:lnTo>
                <a:lnTo>
                  <a:pt x="88602" y="752276"/>
                </a:lnTo>
                <a:lnTo>
                  <a:pt x="90934" y="751993"/>
                </a:lnTo>
                <a:lnTo>
                  <a:pt x="93265" y="751722"/>
                </a:lnTo>
                <a:lnTo>
                  <a:pt x="95596" y="751427"/>
                </a:lnTo>
                <a:lnTo>
                  <a:pt x="97929" y="751144"/>
                </a:lnTo>
                <a:lnTo>
                  <a:pt x="100260" y="750849"/>
                </a:lnTo>
                <a:lnTo>
                  <a:pt x="102592" y="750553"/>
                </a:lnTo>
                <a:lnTo>
                  <a:pt x="104923" y="750246"/>
                </a:lnTo>
                <a:lnTo>
                  <a:pt x="107256" y="749951"/>
                </a:lnTo>
                <a:lnTo>
                  <a:pt x="109587" y="749631"/>
                </a:lnTo>
                <a:lnTo>
                  <a:pt x="111919" y="749323"/>
                </a:lnTo>
                <a:lnTo>
                  <a:pt x="114250" y="749003"/>
                </a:lnTo>
                <a:lnTo>
                  <a:pt x="116581" y="748683"/>
                </a:lnTo>
                <a:lnTo>
                  <a:pt x="118914" y="748351"/>
                </a:lnTo>
                <a:lnTo>
                  <a:pt x="121245" y="748019"/>
                </a:lnTo>
                <a:lnTo>
                  <a:pt x="123577" y="747675"/>
                </a:lnTo>
                <a:lnTo>
                  <a:pt x="125908" y="747343"/>
                </a:lnTo>
                <a:lnTo>
                  <a:pt x="128241" y="746986"/>
                </a:lnTo>
                <a:lnTo>
                  <a:pt x="130572" y="746641"/>
                </a:lnTo>
                <a:lnTo>
                  <a:pt x="132903" y="746285"/>
                </a:lnTo>
                <a:lnTo>
                  <a:pt x="135235" y="745916"/>
                </a:lnTo>
                <a:lnTo>
                  <a:pt x="137566" y="745559"/>
                </a:lnTo>
                <a:lnTo>
                  <a:pt x="139899" y="745178"/>
                </a:lnTo>
                <a:lnTo>
                  <a:pt x="142230" y="744808"/>
                </a:lnTo>
                <a:lnTo>
                  <a:pt x="144562" y="744427"/>
                </a:lnTo>
                <a:lnTo>
                  <a:pt x="146893" y="744033"/>
                </a:lnTo>
                <a:lnTo>
                  <a:pt x="149225" y="743640"/>
                </a:lnTo>
                <a:lnTo>
                  <a:pt x="151557" y="743246"/>
                </a:lnTo>
                <a:lnTo>
                  <a:pt x="153888" y="742840"/>
                </a:lnTo>
                <a:lnTo>
                  <a:pt x="156220" y="742434"/>
                </a:lnTo>
                <a:lnTo>
                  <a:pt x="158551" y="742028"/>
                </a:lnTo>
                <a:lnTo>
                  <a:pt x="160883" y="741598"/>
                </a:lnTo>
                <a:lnTo>
                  <a:pt x="163215" y="741180"/>
                </a:lnTo>
                <a:lnTo>
                  <a:pt x="165547" y="740749"/>
                </a:lnTo>
                <a:lnTo>
                  <a:pt x="167878" y="740319"/>
                </a:lnTo>
                <a:lnTo>
                  <a:pt x="170209" y="739876"/>
                </a:lnTo>
                <a:lnTo>
                  <a:pt x="172541" y="739420"/>
                </a:lnTo>
                <a:lnTo>
                  <a:pt x="174873" y="738965"/>
                </a:lnTo>
                <a:lnTo>
                  <a:pt x="177205" y="738510"/>
                </a:lnTo>
                <a:lnTo>
                  <a:pt x="179536" y="738043"/>
                </a:lnTo>
                <a:lnTo>
                  <a:pt x="181868" y="737575"/>
                </a:lnTo>
                <a:lnTo>
                  <a:pt x="184199" y="737096"/>
                </a:lnTo>
                <a:lnTo>
                  <a:pt x="186531" y="736616"/>
                </a:lnTo>
                <a:lnTo>
                  <a:pt x="188863" y="736124"/>
                </a:lnTo>
                <a:lnTo>
                  <a:pt x="191194" y="735632"/>
                </a:lnTo>
                <a:lnTo>
                  <a:pt x="193526" y="735127"/>
                </a:lnTo>
                <a:lnTo>
                  <a:pt x="195857" y="734611"/>
                </a:lnTo>
                <a:lnTo>
                  <a:pt x="198190" y="734106"/>
                </a:lnTo>
                <a:lnTo>
                  <a:pt x="200521" y="733577"/>
                </a:lnTo>
                <a:lnTo>
                  <a:pt x="202853" y="733048"/>
                </a:lnTo>
                <a:lnTo>
                  <a:pt x="205184" y="732519"/>
                </a:lnTo>
                <a:lnTo>
                  <a:pt x="207515" y="731978"/>
                </a:lnTo>
                <a:lnTo>
                  <a:pt x="209848" y="731425"/>
                </a:lnTo>
                <a:lnTo>
                  <a:pt x="212179" y="730871"/>
                </a:lnTo>
                <a:lnTo>
                  <a:pt x="214511" y="730305"/>
                </a:lnTo>
                <a:lnTo>
                  <a:pt x="216842" y="729739"/>
                </a:lnTo>
                <a:lnTo>
                  <a:pt x="219175" y="729161"/>
                </a:lnTo>
                <a:lnTo>
                  <a:pt x="221506" y="728583"/>
                </a:lnTo>
                <a:lnTo>
                  <a:pt x="223837" y="727993"/>
                </a:lnTo>
                <a:lnTo>
                  <a:pt x="226169" y="727390"/>
                </a:lnTo>
                <a:lnTo>
                  <a:pt x="228500" y="726787"/>
                </a:lnTo>
                <a:lnTo>
                  <a:pt x="230833" y="726172"/>
                </a:lnTo>
                <a:lnTo>
                  <a:pt x="233164" y="725557"/>
                </a:lnTo>
                <a:lnTo>
                  <a:pt x="235496" y="724930"/>
                </a:lnTo>
                <a:lnTo>
                  <a:pt x="237827" y="724302"/>
                </a:lnTo>
                <a:lnTo>
                  <a:pt x="240158" y="723650"/>
                </a:lnTo>
                <a:lnTo>
                  <a:pt x="242491" y="723011"/>
                </a:lnTo>
                <a:lnTo>
                  <a:pt x="244822" y="722346"/>
                </a:lnTo>
                <a:lnTo>
                  <a:pt x="247154" y="721682"/>
                </a:lnTo>
                <a:lnTo>
                  <a:pt x="249485" y="721018"/>
                </a:lnTo>
                <a:lnTo>
                  <a:pt x="251818" y="720329"/>
                </a:lnTo>
                <a:lnTo>
                  <a:pt x="254149" y="719640"/>
                </a:lnTo>
                <a:lnTo>
                  <a:pt x="256481" y="718951"/>
                </a:lnTo>
                <a:lnTo>
                  <a:pt x="258812" y="718250"/>
                </a:lnTo>
                <a:lnTo>
                  <a:pt x="261143" y="717536"/>
                </a:lnTo>
                <a:lnTo>
                  <a:pt x="263476" y="716811"/>
                </a:lnTo>
                <a:lnTo>
                  <a:pt x="265807" y="716085"/>
                </a:lnTo>
                <a:lnTo>
                  <a:pt x="268139" y="715347"/>
                </a:lnTo>
                <a:lnTo>
                  <a:pt x="270470" y="714596"/>
                </a:lnTo>
                <a:lnTo>
                  <a:pt x="272803" y="713846"/>
                </a:lnTo>
                <a:lnTo>
                  <a:pt x="275134" y="713083"/>
                </a:lnTo>
                <a:lnTo>
                  <a:pt x="277465" y="712321"/>
                </a:lnTo>
                <a:lnTo>
                  <a:pt x="279797" y="711533"/>
                </a:lnTo>
                <a:lnTo>
                  <a:pt x="282128" y="710746"/>
                </a:lnTo>
                <a:lnTo>
                  <a:pt x="284461" y="709946"/>
                </a:lnTo>
                <a:lnTo>
                  <a:pt x="286792" y="709147"/>
                </a:lnTo>
                <a:lnTo>
                  <a:pt x="289124" y="708335"/>
                </a:lnTo>
                <a:lnTo>
                  <a:pt x="291455" y="707511"/>
                </a:lnTo>
                <a:lnTo>
                  <a:pt x="293787" y="706674"/>
                </a:lnTo>
                <a:lnTo>
                  <a:pt x="296119" y="705838"/>
                </a:lnTo>
                <a:lnTo>
                  <a:pt x="298450" y="704989"/>
                </a:lnTo>
                <a:lnTo>
                  <a:pt x="300782" y="704128"/>
                </a:lnTo>
                <a:lnTo>
                  <a:pt x="303113" y="703255"/>
                </a:lnTo>
                <a:lnTo>
                  <a:pt x="305445" y="702381"/>
                </a:lnTo>
                <a:lnTo>
                  <a:pt x="307777" y="701495"/>
                </a:lnTo>
                <a:lnTo>
                  <a:pt x="310109" y="700597"/>
                </a:lnTo>
                <a:lnTo>
                  <a:pt x="312440" y="699687"/>
                </a:lnTo>
                <a:lnTo>
                  <a:pt x="314771" y="698777"/>
                </a:lnTo>
                <a:lnTo>
                  <a:pt x="317103" y="697842"/>
                </a:lnTo>
                <a:lnTo>
                  <a:pt x="319435" y="696907"/>
                </a:lnTo>
                <a:lnTo>
                  <a:pt x="321767" y="695972"/>
                </a:lnTo>
                <a:lnTo>
                  <a:pt x="324098" y="695013"/>
                </a:lnTo>
                <a:lnTo>
                  <a:pt x="326430" y="694053"/>
                </a:lnTo>
                <a:lnTo>
                  <a:pt x="328761" y="693081"/>
                </a:lnTo>
                <a:lnTo>
                  <a:pt x="331092" y="692097"/>
                </a:lnTo>
                <a:lnTo>
                  <a:pt x="333425" y="691101"/>
                </a:lnTo>
                <a:lnTo>
                  <a:pt x="335756" y="690092"/>
                </a:lnTo>
                <a:lnTo>
                  <a:pt x="338088" y="689083"/>
                </a:lnTo>
                <a:lnTo>
                  <a:pt x="340419" y="688062"/>
                </a:lnTo>
                <a:lnTo>
                  <a:pt x="342752" y="687017"/>
                </a:lnTo>
                <a:lnTo>
                  <a:pt x="345083" y="685971"/>
                </a:lnTo>
                <a:lnTo>
                  <a:pt x="347415" y="684926"/>
                </a:lnTo>
                <a:lnTo>
                  <a:pt x="349746" y="683855"/>
                </a:lnTo>
                <a:lnTo>
                  <a:pt x="352077" y="682785"/>
                </a:lnTo>
                <a:lnTo>
                  <a:pt x="354410" y="681690"/>
                </a:lnTo>
                <a:lnTo>
                  <a:pt x="356741" y="680595"/>
                </a:lnTo>
                <a:lnTo>
                  <a:pt x="359073" y="679488"/>
                </a:lnTo>
                <a:lnTo>
                  <a:pt x="361404" y="678369"/>
                </a:lnTo>
                <a:lnTo>
                  <a:pt x="363737" y="677249"/>
                </a:lnTo>
                <a:lnTo>
                  <a:pt x="366068" y="676105"/>
                </a:lnTo>
                <a:lnTo>
                  <a:pt x="368399" y="674949"/>
                </a:lnTo>
                <a:lnTo>
                  <a:pt x="370731" y="673793"/>
                </a:lnTo>
                <a:lnTo>
                  <a:pt x="373062" y="672624"/>
                </a:lnTo>
                <a:lnTo>
                  <a:pt x="375395" y="671443"/>
                </a:lnTo>
                <a:lnTo>
                  <a:pt x="377726" y="670238"/>
                </a:lnTo>
                <a:lnTo>
                  <a:pt x="380058" y="669032"/>
                </a:lnTo>
                <a:lnTo>
                  <a:pt x="382389" y="667827"/>
                </a:lnTo>
                <a:lnTo>
                  <a:pt x="384720" y="666596"/>
                </a:lnTo>
                <a:lnTo>
                  <a:pt x="387053" y="665354"/>
                </a:lnTo>
                <a:lnTo>
                  <a:pt x="389384" y="664112"/>
                </a:lnTo>
                <a:lnTo>
                  <a:pt x="391716" y="662844"/>
                </a:lnTo>
                <a:lnTo>
                  <a:pt x="394047" y="661578"/>
                </a:lnTo>
                <a:lnTo>
                  <a:pt x="396380" y="660286"/>
                </a:lnTo>
                <a:lnTo>
                  <a:pt x="398711" y="658994"/>
                </a:lnTo>
                <a:lnTo>
                  <a:pt x="401043" y="657690"/>
                </a:lnTo>
                <a:lnTo>
                  <a:pt x="403374" y="656374"/>
                </a:lnTo>
                <a:lnTo>
                  <a:pt x="405705" y="655045"/>
                </a:lnTo>
                <a:lnTo>
                  <a:pt x="408038" y="653692"/>
                </a:lnTo>
                <a:lnTo>
                  <a:pt x="410369" y="652352"/>
                </a:lnTo>
                <a:lnTo>
                  <a:pt x="412701" y="650986"/>
                </a:lnTo>
                <a:lnTo>
                  <a:pt x="415032" y="649608"/>
                </a:lnTo>
                <a:lnTo>
                  <a:pt x="417364" y="648218"/>
                </a:lnTo>
                <a:lnTo>
                  <a:pt x="419696" y="646816"/>
                </a:lnTo>
                <a:lnTo>
                  <a:pt x="422027" y="645401"/>
                </a:lnTo>
                <a:lnTo>
                  <a:pt x="424359" y="643987"/>
                </a:lnTo>
                <a:lnTo>
                  <a:pt x="426690" y="642547"/>
                </a:lnTo>
                <a:lnTo>
                  <a:pt x="429022" y="641096"/>
                </a:lnTo>
                <a:lnTo>
                  <a:pt x="431354" y="639644"/>
                </a:lnTo>
                <a:lnTo>
                  <a:pt x="433686" y="638168"/>
                </a:lnTo>
                <a:lnTo>
                  <a:pt x="436017" y="636692"/>
                </a:lnTo>
                <a:lnTo>
                  <a:pt x="438349" y="635191"/>
                </a:lnTo>
                <a:lnTo>
                  <a:pt x="440680" y="633690"/>
                </a:lnTo>
                <a:lnTo>
                  <a:pt x="443012" y="632165"/>
                </a:lnTo>
                <a:lnTo>
                  <a:pt x="445344" y="630640"/>
                </a:lnTo>
                <a:lnTo>
                  <a:pt x="447675" y="629090"/>
                </a:lnTo>
                <a:lnTo>
                  <a:pt x="450007" y="627540"/>
                </a:lnTo>
                <a:lnTo>
                  <a:pt x="452339" y="625965"/>
                </a:lnTo>
                <a:lnTo>
                  <a:pt x="454671" y="624390"/>
                </a:lnTo>
                <a:lnTo>
                  <a:pt x="457002" y="622791"/>
                </a:lnTo>
                <a:lnTo>
                  <a:pt x="459333" y="621192"/>
                </a:lnTo>
                <a:lnTo>
                  <a:pt x="461665" y="619581"/>
                </a:lnTo>
                <a:lnTo>
                  <a:pt x="463997" y="617944"/>
                </a:lnTo>
                <a:lnTo>
                  <a:pt x="466329" y="616308"/>
                </a:lnTo>
                <a:lnTo>
                  <a:pt x="468660" y="614648"/>
                </a:lnTo>
                <a:lnTo>
                  <a:pt x="470992" y="612987"/>
                </a:lnTo>
                <a:lnTo>
                  <a:pt x="473323" y="611314"/>
                </a:lnTo>
                <a:lnTo>
                  <a:pt x="475654" y="609617"/>
                </a:lnTo>
                <a:lnTo>
                  <a:pt x="477987" y="607919"/>
                </a:lnTo>
                <a:lnTo>
                  <a:pt x="480318" y="606197"/>
                </a:lnTo>
                <a:lnTo>
                  <a:pt x="482650" y="604475"/>
                </a:lnTo>
                <a:lnTo>
                  <a:pt x="484981" y="602728"/>
                </a:lnTo>
                <a:lnTo>
                  <a:pt x="487314" y="600981"/>
                </a:lnTo>
                <a:lnTo>
                  <a:pt x="489645" y="599222"/>
                </a:lnTo>
                <a:lnTo>
                  <a:pt x="491977" y="597438"/>
                </a:lnTo>
                <a:lnTo>
                  <a:pt x="494308" y="595654"/>
                </a:lnTo>
                <a:lnTo>
                  <a:pt x="496639" y="593846"/>
                </a:lnTo>
                <a:lnTo>
                  <a:pt x="498972" y="592038"/>
                </a:lnTo>
                <a:lnTo>
                  <a:pt x="501303" y="590205"/>
                </a:lnTo>
                <a:lnTo>
                  <a:pt x="503635" y="588372"/>
                </a:lnTo>
                <a:lnTo>
                  <a:pt x="505966" y="586515"/>
                </a:lnTo>
                <a:lnTo>
                  <a:pt x="508299" y="584657"/>
                </a:lnTo>
                <a:lnTo>
                  <a:pt x="510630" y="582775"/>
                </a:lnTo>
                <a:lnTo>
                  <a:pt x="512961" y="580893"/>
                </a:lnTo>
                <a:lnTo>
                  <a:pt x="515293" y="578986"/>
                </a:lnTo>
                <a:lnTo>
                  <a:pt x="517624" y="577079"/>
                </a:lnTo>
                <a:lnTo>
                  <a:pt x="519957" y="575148"/>
                </a:lnTo>
                <a:lnTo>
                  <a:pt x="522288" y="573217"/>
                </a:lnTo>
                <a:lnTo>
                  <a:pt x="524620" y="571261"/>
                </a:lnTo>
                <a:lnTo>
                  <a:pt x="526951" y="569305"/>
                </a:lnTo>
                <a:lnTo>
                  <a:pt x="529282" y="567337"/>
                </a:lnTo>
                <a:lnTo>
                  <a:pt x="531615" y="565344"/>
                </a:lnTo>
                <a:lnTo>
                  <a:pt x="533946" y="563351"/>
                </a:lnTo>
                <a:lnTo>
                  <a:pt x="536278" y="561334"/>
                </a:lnTo>
                <a:lnTo>
                  <a:pt x="538609" y="559316"/>
                </a:lnTo>
                <a:lnTo>
                  <a:pt x="540942" y="557274"/>
                </a:lnTo>
                <a:lnTo>
                  <a:pt x="543273" y="555232"/>
                </a:lnTo>
                <a:lnTo>
                  <a:pt x="545605" y="553178"/>
                </a:lnTo>
                <a:lnTo>
                  <a:pt x="547936" y="551099"/>
                </a:lnTo>
                <a:lnTo>
                  <a:pt x="550267" y="549020"/>
                </a:lnTo>
                <a:lnTo>
                  <a:pt x="552600" y="546929"/>
                </a:lnTo>
                <a:lnTo>
                  <a:pt x="554931" y="544813"/>
                </a:lnTo>
                <a:lnTo>
                  <a:pt x="557263" y="542697"/>
                </a:lnTo>
                <a:lnTo>
                  <a:pt x="559594" y="540569"/>
                </a:lnTo>
                <a:lnTo>
                  <a:pt x="561926" y="538429"/>
                </a:lnTo>
                <a:lnTo>
                  <a:pt x="564258" y="536276"/>
                </a:lnTo>
                <a:lnTo>
                  <a:pt x="566589" y="534111"/>
                </a:lnTo>
                <a:lnTo>
                  <a:pt x="568921" y="531933"/>
                </a:lnTo>
                <a:lnTo>
                  <a:pt x="571252" y="529744"/>
                </a:lnTo>
                <a:lnTo>
                  <a:pt x="573584" y="527542"/>
                </a:lnTo>
                <a:lnTo>
                  <a:pt x="575916" y="525328"/>
                </a:lnTo>
                <a:lnTo>
                  <a:pt x="578248" y="523101"/>
                </a:lnTo>
                <a:lnTo>
                  <a:pt x="580579" y="520874"/>
                </a:lnTo>
                <a:lnTo>
                  <a:pt x="582911" y="518623"/>
                </a:lnTo>
                <a:lnTo>
                  <a:pt x="585242" y="516372"/>
                </a:lnTo>
                <a:lnTo>
                  <a:pt x="587574" y="514096"/>
                </a:lnTo>
                <a:lnTo>
                  <a:pt x="589906" y="511821"/>
                </a:lnTo>
                <a:lnTo>
                  <a:pt x="592237" y="509532"/>
                </a:lnTo>
                <a:lnTo>
                  <a:pt x="594569" y="507232"/>
                </a:lnTo>
                <a:lnTo>
                  <a:pt x="596900" y="504919"/>
                </a:lnTo>
                <a:lnTo>
                  <a:pt x="599233" y="502595"/>
                </a:lnTo>
                <a:lnTo>
                  <a:pt x="601564" y="500257"/>
                </a:lnTo>
                <a:lnTo>
                  <a:pt x="603895" y="497920"/>
                </a:lnTo>
                <a:lnTo>
                  <a:pt x="606227" y="495558"/>
                </a:lnTo>
                <a:lnTo>
                  <a:pt x="608558" y="493196"/>
                </a:lnTo>
                <a:lnTo>
                  <a:pt x="610891" y="490822"/>
                </a:lnTo>
                <a:lnTo>
                  <a:pt x="613222" y="488436"/>
                </a:lnTo>
                <a:lnTo>
                  <a:pt x="615554" y="486037"/>
                </a:lnTo>
                <a:lnTo>
                  <a:pt x="617885" y="483626"/>
                </a:lnTo>
                <a:lnTo>
                  <a:pt x="620216" y="481215"/>
                </a:lnTo>
                <a:lnTo>
                  <a:pt x="622549" y="478791"/>
                </a:lnTo>
                <a:lnTo>
                  <a:pt x="624880" y="476356"/>
                </a:lnTo>
                <a:lnTo>
                  <a:pt x="627212" y="473908"/>
                </a:lnTo>
                <a:lnTo>
                  <a:pt x="629543" y="471447"/>
                </a:lnTo>
                <a:lnTo>
                  <a:pt x="631876" y="468975"/>
                </a:lnTo>
                <a:lnTo>
                  <a:pt x="634207" y="466502"/>
                </a:lnTo>
                <a:lnTo>
                  <a:pt x="636539" y="464017"/>
                </a:lnTo>
                <a:lnTo>
                  <a:pt x="638870" y="461520"/>
                </a:lnTo>
                <a:lnTo>
                  <a:pt x="641201" y="459023"/>
                </a:lnTo>
                <a:lnTo>
                  <a:pt x="643534" y="456501"/>
                </a:lnTo>
                <a:lnTo>
                  <a:pt x="645865" y="453980"/>
                </a:lnTo>
                <a:lnTo>
                  <a:pt x="648197" y="451458"/>
                </a:lnTo>
                <a:lnTo>
                  <a:pt x="650528" y="448911"/>
                </a:lnTo>
                <a:lnTo>
                  <a:pt x="652861" y="446365"/>
                </a:lnTo>
                <a:lnTo>
                  <a:pt x="655192" y="443806"/>
                </a:lnTo>
                <a:lnTo>
                  <a:pt x="657523" y="441248"/>
                </a:lnTo>
                <a:lnTo>
                  <a:pt x="659855" y="438664"/>
                </a:lnTo>
                <a:lnTo>
                  <a:pt x="662186" y="436093"/>
                </a:lnTo>
                <a:lnTo>
                  <a:pt x="664519" y="433498"/>
                </a:lnTo>
                <a:lnTo>
                  <a:pt x="666850" y="430902"/>
                </a:lnTo>
                <a:lnTo>
                  <a:pt x="669182" y="428294"/>
                </a:lnTo>
                <a:lnTo>
                  <a:pt x="671513" y="425674"/>
                </a:lnTo>
                <a:lnTo>
                  <a:pt x="673845" y="423054"/>
                </a:lnTo>
                <a:lnTo>
                  <a:pt x="676177" y="420434"/>
                </a:lnTo>
                <a:lnTo>
                  <a:pt x="678508" y="417789"/>
                </a:lnTo>
                <a:lnTo>
                  <a:pt x="680840" y="415144"/>
                </a:lnTo>
                <a:lnTo>
                  <a:pt x="683171" y="412499"/>
                </a:lnTo>
                <a:lnTo>
                  <a:pt x="685504" y="409842"/>
                </a:lnTo>
                <a:lnTo>
                  <a:pt x="687835" y="407173"/>
                </a:lnTo>
                <a:lnTo>
                  <a:pt x="690167" y="404503"/>
                </a:lnTo>
                <a:lnTo>
                  <a:pt x="692498" y="401834"/>
                </a:lnTo>
                <a:lnTo>
                  <a:pt x="694829" y="399152"/>
                </a:lnTo>
                <a:lnTo>
                  <a:pt x="697162" y="396458"/>
                </a:lnTo>
                <a:lnTo>
                  <a:pt x="699493" y="393764"/>
                </a:lnTo>
                <a:lnTo>
                  <a:pt x="701825" y="391058"/>
                </a:lnTo>
                <a:lnTo>
                  <a:pt x="704156" y="388352"/>
                </a:lnTo>
                <a:lnTo>
                  <a:pt x="706488" y="385633"/>
                </a:lnTo>
                <a:lnTo>
                  <a:pt x="708820" y="382915"/>
                </a:lnTo>
                <a:lnTo>
                  <a:pt x="711151" y="380196"/>
                </a:lnTo>
                <a:lnTo>
                  <a:pt x="713483" y="377465"/>
                </a:lnTo>
                <a:lnTo>
                  <a:pt x="715814" y="374734"/>
                </a:lnTo>
                <a:lnTo>
                  <a:pt x="718146" y="371991"/>
                </a:lnTo>
                <a:lnTo>
                  <a:pt x="720478" y="369248"/>
                </a:lnTo>
                <a:lnTo>
                  <a:pt x="722810" y="366505"/>
                </a:lnTo>
                <a:lnTo>
                  <a:pt x="725141" y="363749"/>
                </a:lnTo>
                <a:lnTo>
                  <a:pt x="727473" y="360994"/>
                </a:lnTo>
                <a:lnTo>
                  <a:pt x="729804" y="358238"/>
                </a:lnTo>
                <a:lnTo>
                  <a:pt x="732136" y="355470"/>
                </a:lnTo>
                <a:lnTo>
                  <a:pt x="734468" y="352706"/>
                </a:lnTo>
                <a:lnTo>
                  <a:pt x="736803" y="349936"/>
                </a:lnTo>
                <a:lnTo>
                  <a:pt x="739128" y="347162"/>
                </a:lnTo>
                <a:lnTo>
                  <a:pt x="741465" y="344384"/>
                </a:lnTo>
                <a:lnTo>
                  <a:pt x="743790" y="341604"/>
                </a:lnTo>
                <a:lnTo>
                  <a:pt x="746127" y="338822"/>
                </a:lnTo>
                <a:lnTo>
                  <a:pt x="748452" y="336036"/>
                </a:lnTo>
                <a:lnTo>
                  <a:pt x="750789" y="333249"/>
                </a:lnTo>
                <a:lnTo>
                  <a:pt x="753127" y="330459"/>
                </a:lnTo>
                <a:lnTo>
                  <a:pt x="755452" y="327668"/>
                </a:lnTo>
                <a:lnTo>
                  <a:pt x="757789" y="324874"/>
                </a:lnTo>
                <a:lnTo>
                  <a:pt x="760114" y="322079"/>
                </a:lnTo>
                <a:lnTo>
                  <a:pt x="762451" y="319283"/>
                </a:lnTo>
                <a:lnTo>
                  <a:pt x="764776" y="316486"/>
                </a:lnTo>
                <a:lnTo>
                  <a:pt x="767113" y="313687"/>
                </a:lnTo>
                <a:lnTo>
                  <a:pt x="769438" y="310888"/>
                </a:lnTo>
                <a:lnTo>
                  <a:pt x="771776" y="308088"/>
                </a:lnTo>
                <a:lnTo>
                  <a:pt x="774100" y="305288"/>
                </a:lnTo>
                <a:lnTo>
                  <a:pt x="776438" y="302487"/>
                </a:lnTo>
                <a:lnTo>
                  <a:pt x="778775" y="299687"/>
                </a:lnTo>
                <a:lnTo>
                  <a:pt x="781100" y="296886"/>
                </a:lnTo>
                <a:lnTo>
                  <a:pt x="783437" y="294086"/>
                </a:lnTo>
                <a:lnTo>
                  <a:pt x="785762" y="291288"/>
                </a:lnTo>
                <a:lnTo>
                  <a:pt x="788099" y="288489"/>
                </a:lnTo>
                <a:lnTo>
                  <a:pt x="790424" y="285692"/>
                </a:lnTo>
                <a:lnTo>
                  <a:pt x="792762" y="282896"/>
                </a:lnTo>
                <a:lnTo>
                  <a:pt x="795087" y="280101"/>
                </a:lnTo>
                <a:lnTo>
                  <a:pt x="797424" y="277307"/>
                </a:lnTo>
                <a:lnTo>
                  <a:pt x="799749" y="274516"/>
                </a:lnTo>
                <a:lnTo>
                  <a:pt x="802086" y="271727"/>
                </a:lnTo>
                <a:lnTo>
                  <a:pt x="804411" y="268940"/>
                </a:lnTo>
                <a:lnTo>
                  <a:pt x="806748" y="266156"/>
                </a:lnTo>
                <a:lnTo>
                  <a:pt x="809086" y="263374"/>
                </a:lnTo>
                <a:lnTo>
                  <a:pt x="811410" y="260596"/>
                </a:lnTo>
                <a:lnTo>
                  <a:pt x="813748" y="257819"/>
                </a:lnTo>
                <a:lnTo>
                  <a:pt x="816073" y="255048"/>
                </a:lnTo>
                <a:lnTo>
                  <a:pt x="818410" y="252279"/>
                </a:lnTo>
                <a:lnTo>
                  <a:pt x="820735" y="249515"/>
                </a:lnTo>
                <a:lnTo>
                  <a:pt x="823072" y="246753"/>
                </a:lnTo>
                <a:lnTo>
                  <a:pt x="825397" y="243998"/>
                </a:lnTo>
                <a:lnTo>
                  <a:pt x="827734" y="241245"/>
                </a:lnTo>
                <a:lnTo>
                  <a:pt x="830059" y="238498"/>
                </a:lnTo>
                <a:lnTo>
                  <a:pt x="832397" y="235756"/>
                </a:lnTo>
                <a:lnTo>
                  <a:pt x="834734" y="233017"/>
                </a:lnTo>
                <a:lnTo>
                  <a:pt x="837059" y="230287"/>
                </a:lnTo>
                <a:lnTo>
                  <a:pt x="839396" y="227559"/>
                </a:lnTo>
                <a:lnTo>
                  <a:pt x="841721" y="224840"/>
                </a:lnTo>
                <a:lnTo>
                  <a:pt x="844058" y="222125"/>
                </a:lnTo>
                <a:lnTo>
                  <a:pt x="846383" y="219417"/>
                </a:lnTo>
                <a:lnTo>
                  <a:pt x="848720" y="216716"/>
                </a:lnTo>
                <a:lnTo>
                  <a:pt x="851045" y="214020"/>
                </a:lnTo>
                <a:lnTo>
                  <a:pt x="853383" y="211333"/>
                </a:lnTo>
                <a:lnTo>
                  <a:pt x="855708" y="208651"/>
                </a:lnTo>
                <a:lnTo>
                  <a:pt x="858045" y="205978"/>
                </a:lnTo>
                <a:lnTo>
                  <a:pt x="860382" y="203312"/>
                </a:lnTo>
                <a:lnTo>
                  <a:pt x="862707" y="200654"/>
                </a:lnTo>
                <a:lnTo>
                  <a:pt x="865044" y="198004"/>
                </a:lnTo>
                <a:lnTo>
                  <a:pt x="867369" y="195363"/>
                </a:lnTo>
                <a:lnTo>
                  <a:pt x="869707" y="192730"/>
                </a:lnTo>
                <a:lnTo>
                  <a:pt x="872032" y="190105"/>
                </a:lnTo>
                <a:lnTo>
                  <a:pt x="874369" y="187491"/>
                </a:lnTo>
                <a:lnTo>
                  <a:pt x="876694" y="184885"/>
                </a:lnTo>
                <a:lnTo>
                  <a:pt x="879031" y="182289"/>
                </a:lnTo>
                <a:lnTo>
                  <a:pt x="881356" y="179702"/>
                </a:lnTo>
                <a:lnTo>
                  <a:pt x="883693" y="177125"/>
                </a:lnTo>
                <a:lnTo>
                  <a:pt x="886031" y="174559"/>
                </a:lnTo>
                <a:lnTo>
                  <a:pt x="888355" y="172003"/>
                </a:lnTo>
                <a:lnTo>
                  <a:pt x="890693" y="169456"/>
                </a:lnTo>
                <a:lnTo>
                  <a:pt x="893018" y="166922"/>
                </a:lnTo>
                <a:lnTo>
                  <a:pt x="895355" y="164398"/>
                </a:lnTo>
                <a:lnTo>
                  <a:pt x="897680" y="161886"/>
                </a:lnTo>
                <a:lnTo>
                  <a:pt x="900017" y="159385"/>
                </a:lnTo>
                <a:lnTo>
                  <a:pt x="902342" y="156897"/>
                </a:lnTo>
                <a:lnTo>
                  <a:pt x="904679" y="154419"/>
                </a:lnTo>
                <a:lnTo>
                  <a:pt x="907004" y="151954"/>
                </a:lnTo>
                <a:lnTo>
                  <a:pt x="909342" y="149502"/>
                </a:lnTo>
                <a:lnTo>
                  <a:pt x="911667" y="147062"/>
                </a:lnTo>
                <a:lnTo>
                  <a:pt x="914004" y="144636"/>
                </a:lnTo>
                <a:lnTo>
                  <a:pt x="916341" y="142222"/>
                </a:lnTo>
                <a:lnTo>
                  <a:pt x="918666" y="139821"/>
                </a:lnTo>
                <a:lnTo>
                  <a:pt x="921003" y="137435"/>
                </a:lnTo>
                <a:lnTo>
                  <a:pt x="923328" y="135062"/>
                </a:lnTo>
                <a:lnTo>
                  <a:pt x="925666" y="132704"/>
                </a:lnTo>
                <a:lnTo>
                  <a:pt x="927991" y="130359"/>
                </a:lnTo>
                <a:lnTo>
                  <a:pt x="930328" y="128028"/>
                </a:lnTo>
                <a:lnTo>
                  <a:pt x="932653" y="125713"/>
                </a:lnTo>
                <a:lnTo>
                  <a:pt x="934990" y="123412"/>
                </a:lnTo>
                <a:lnTo>
                  <a:pt x="937315" y="121127"/>
                </a:lnTo>
                <a:lnTo>
                  <a:pt x="939652" y="118857"/>
                </a:lnTo>
                <a:lnTo>
                  <a:pt x="941990" y="116602"/>
                </a:lnTo>
                <a:lnTo>
                  <a:pt x="944315" y="114363"/>
                </a:lnTo>
                <a:lnTo>
                  <a:pt x="946652" y="112141"/>
                </a:lnTo>
                <a:lnTo>
                  <a:pt x="948977" y="109934"/>
                </a:lnTo>
                <a:lnTo>
                  <a:pt x="951314" y="107744"/>
                </a:lnTo>
                <a:lnTo>
                  <a:pt x="953639" y="105570"/>
                </a:lnTo>
                <a:lnTo>
                  <a:pt x="955976" y="103414"/>
                </a:lnTo>
                <a:lnTo>
                  <a:pt x="958301" y="101275"/>
                </a:lnTo>
                <a:lnTo>
                  <a:pt x="960638" y="99153"/>
                </a:lnTo>
                <a:lnTo>
                  <a:pt x="962963" y="97048"/>
                </a:lnTo>
                <a:lnTo>
                  <a:pt x="965301" y="94960"/>
                </a:lnTo>
                <a:lnTo>
                  <a:pt x="967638" y="92891"/>
                </a:lnTo>
                <a:lnTo>
                  <a:pt x="969963" y="90839"/>
                </a:lnTo>
                <a:lnTo>
                  <a:pt x="972300" y="88807"/>
                </a:lnTo>
                <a:lnTo>
                  <a:pt x="974625" y="86794"/>
                </a:lnTo>
                <a:lnTo>
                  <a:pt x="976962" y="84797"/>
                </a:lnTo>
                <a:lnTo>
                  <a:pt x="979287" y="82821"/>
                </a:lnTo>
                <a:lnTo>
                  <a:pt x="981625" y="80863"/>
                </a:lnTo>
                <a:lnTo>
                  <a:pt x="983949" y="78926"/>
                </a:lnTo>
                <a:lnTo>
                  <a:pt x="986287" y="77007"/>
                </a:lnTo>
                <a:lnTo>
                  <a:pt x="988612" y="75107"/>
                </a:lnTo>
                <a:lnTo>
                  <a:pt x="990949" y="73228"/>
                </a:lnTo>
                <a:lnTo>
                  <a:pt x="993286" y="71369"/>
                </a:lnTo>
                <a:lnTo>
                  <a:pt x="995611" y="69530"/>
                </a:lnTo>
                <a:lnTo>
                  <a:pt x="997948" y="67712"/>
                </a:lnTo>
                <a:lnTo>
                  <a:pt x="1000273" y="65913"/>
                </a:lnTo>
                <a:lnTo>
                  <a:pt x="1002611" y="64137"/>
                </a:lnTo>
                <a:lnTo>
                  <a:pt x="1004936" y="62380"/>
                </a:lnTo>
                <a:lnTo>
                  <a:pt x="1007273" y="60646"/>
                </a:lnTo>
                <a:lnTo>
                  <a:pt x="1009598" y="58932"/>
                </a:lnTo>
                <a:lnTo>
                  <a:pt x="1011935" y="57241"/>
                </a:lnTo>
                <a:lnTo>
                  <a:pt x="1014260" y="55570"/>
                </a:lnTo>
                <a:lnTo>
                  <a:pt x="1016597" y="53922"/>
                </a:lnTo>
                <a:lnTo>
                  <a:pt x="1018922" y="52296"/>
                </a:lnTo>
                <a:lnTo>
                  <a:pt x="1021259" y="50691"/>
                </a:lnTo>
                <a:lnTo>
                  <a:pt x="1023597" y="49110"/>
                </a:lnTo>
                <a:lnTo>
                  <a:pt x="1025922" y="47550"/>
                </a:lnTo>
                <a:lnTo>
                  <a:pt x="1028259" y="46013"/>
                </a:lnTo>
                <a:lnTo>
                  <a:pt x="1030584" y="44500"/>
                </a:lnTo>
                <a:lnTo>
                  <a:pt x="1032921" y="43009"/>
                </a:lnTo>
                <a:lnTo>
                  <a:pt x="1035246" y="41542"/>
                </a:lnTo>
                <a:lnTo>
                  <a:pt x="1037583" y="40098"/>
                </a:lnTo>
                <a:lnTo>
                  <a:pt x="1039908" y="38677"/>
                </a:lnTo>
                <a:lnTo>
                  <a:pt x="1042246" y="37279"/>
                </a:lnTo>
                <a:lnTo>
                  <a:pt x="1044571" y="35906"/>
                </a:lnTo>
                <a:lnTo>
                  <a:pt x="1046908" y="34557"/>
                </a:lnTo>
                <a:lnTo>
                  <a:pt x="1049245" y="33231"/>
                </a:lnTo>
                <a:lnTo>
                  <a:pt x="1051570" y="31929"/>
                </a:lnTo>
                <a:lnTo>
                  <a:pt x="1053907" y="30653"/>
                </a:lnTo>
                <a:lnTo>
                  <a:pt x="1056232" y="29400"/>
                </a:lnTo>
                <a:lnTo>
                  <a:pt x="1058569" y="28173"/>
                </a:lnTo>
                <a:lnTo>
                  <a:pt x="1060894" y="26970"/>
                </a:lnTo>
                <a:lnTo>
                  <a:pt x="1063232" y="25791"/>
                </a:lnTo>
                <a:lnTo>
                  <a:pt x="1065557" y="24637"/>
                </a:lnTo>
                <a:lnTo>
                  <a:pt x="1067894" y="23509"/>
                </a:lnTo>
                <a:lnTo>
                  <a:pt x="1070219" y="22407"/>
                </a:lnTo>
                <a:lnTo>
                  <a:pt x="1072556" y="21328"/>
                </a:lnTo>
                <a:lnTo>
                  <a:pt x="1074893" y="20276"/>
                </a:lnTo>
                <a:lnTo>
                  <a:pt x="1077218" y="19249"/>
                </a:lnTo>
                <a:lnTo>
                  <a:pt x="1079556" y="18249"/>
                </a:lnTo>
                <a:lnTo>
                  <a:pt x="1081881" y="17274"/>
                </a:lnTo>
                <a:lnTo>
                  <a:pt x="1084218" y="16324"/>
                </a:lnTo>
                <a:lnTo>
                  <a:pt x="1086543" y="15400"/>
                </a:lnTo>
                <a:lnTo>
                  <a:pt x="1088880" y="14503"/>
                </a:lnTo>
                <a:lnTo>
                  <a:pt x="1091205" y="13632"/>
                </a:lnTo>
                <a:lnTo>
                  <a:pt x="1093542" y="12787"/>
                </a:lnTo>
                <a:lnTo>
                  <a:pt x="1095867" y="11969"/>
                </a:lnTo>
                <a:lnTo>
                  <a:pt x="1098205" y="11177"/>
                </a:lnTo>
                <a:lnTo>
                  <a:pt x="1100542" y="10411"/>
                </a:lnTo>
                <a:lnTo>
                  <a:pt x="1102867" y="9673"/>
                </a:lnTo>
                <a:lnTo>
                  <a:pt x="1105204" y="8960"/>
                </a:lnTo>
                <a:lnTo>
                  <a:pt x="1107529" y="8274"/>
                </a:lnTo>
                <a:lnTo>
                  <a:pt x="1109866" y="7616"/>
                </a:lnTo>
                <a:lnTo>
                  <a:pt x="1112191" y="6983"/>
                </a:lnTo>
                <a:lnTo>
                  <a:pt x="1114529" y="6379"/>
                </a:lnTo>
                <a:lnTo>
                  <a:pt x="1116853" y="5801"/>
                </a:lnTo>
                <a:lnTo>
                  <a:pt x="1119191" y="5250"/>
                </a:lnTo>
                <a:lnTo>
                  <a:pt x="1121516" y="4727"/>
                </a:lnTo>
                <a:lnTo>
                  <a:pt x="1123853" y="4230"/>
                </a:lnTo>
                <a:lnTo>
                  <a:pt x="1126178" y="3762"/>
                </a:lnTo>
                <a:lnTo>
                  <a:pt x="1128515" y="3320"/>
                </a:lnTo>
                <a:lnTo>
                  <a:pt x="1130852" y="2906"/>
                </a:lnTo>
                <a:lnTo>
                  <a:pt x="1133177" y="2519"/>
                </a:lnTo>
                <a:lnTo>
                  <a:pt x="1135515" y="2160"/>
                </a:lnTo>
                <a:lnTo>
                  <a:pt x="1137840" y="1828"/>
                </a:lnTo>
                <a:lnTo>
                  <a:pt x="1140177" y="1523"/>
                </a:lnTo>
                <a:lnTo>
                  <a:pt x="1142502" y="1246"/>
                </a:lnTo>
                <a:lnTo>
                  <a:pt x="1144839" y="998"/>
                </a:lnTo>
                <a:lnTo>
                  <a:pt x="1147164" y="776"/>
                </a:lnTo>
                <a:lnTo>
                  <a:pt x="1149501" y="582"/>
                </a:lnTo>
                <a:lnTo>
                  <a:pt x="1151826" y="416"/>
                </a:lnTo>
                <a:lnTo>
                  <a:pt x="1154164" y="277"/>
                </a:lnTo>
                <a:lnTo>
                  <a:pt x="1156501" y="166"/>
                </a:lnTo>
                <a:lnTo>
                  <a:pt x="1158826" y="82"/>
                </a:lnTo>
                <a:lnTo>
                  <a:pt x="1161163" y="27"/>
                </a:lnTo>
                <a:lnTo>
                  <a:pt x="1163488" y="0"/>
                </a:lnTo>
                <a:lnTo>
                  <a:pt x="1165825" y="0"/>
                </a:lnTo>
                <a:lnTo>
                  <a:pt x="1168150" y="27"/>
                </a:lnTo>
                <a:lnTo>
                  <a:pt x="1170487" y="82"/>
                </a:lnTo>
                <a:lnTo>
                  <a:pt x="1172812" y="166"/>
                </a:lnTo>
                <a:lnTo>
                  <a:pt x="1175150" y="277"/>
                </a:lnTo>
                <a:lnTo>
                  <a:pt x="1177475" y="416"/>
                </a:lnTo>
                <a:lnTo>
                  <a:pt x="1179812" y="582"/>
                </a:lnTo>
                <a:lnTo>
                  <a:pt x="1182149" y="776"/>
                </a:lnTo>
                <a:lnTo>
                  <a:pt x="1184474" y="998"/>
                </a:lnTo>
                <a:lnTo>
                  <a:pt x="1186811" y="1246"/>
                </a:lnTo>
                <a:lnTo>
                  <a:pt x="1189136" y="1523"/>
                </a:lnTo>
                <a:lnTo>
                  <a:pt x="1191474" y="1828"/>
                </a:lnTo>
                <a:lnTo>
                  <a:pt x="1193798" y="2160"/>
                </a:lnTo>
                <a:lnTo>
                  <a:pt x="1196136" y="2519"/>
                </a:lnTo>
                <a:lnTo>
                  <a:pt x="1198461" y="2906"/>
                </a:lnTo>
                <a:lnTo>
                  <a:pt x="1200798" y="3320"/>
                </a:lnTo>
                <a:lnTo>
                  <a:pt x="1203123" y="3762"/>
                </a:lnTo>
                <a:lnTo>
                  <a:pt x="1205460" y="4230"/>
                </a:lnTo>
                <a:lnTo>
                  <a:pt x="1207797" y="4727"/>
                </a:lnTo>
                <a:lnTo>
                  <a:pt x="1210122" y="5250"/>
                </a:lnTo>
                <a:lnTo>
                  <a:pt x="1212460" y="5801"/>
                </a:lnTo>
                <a:lnTo>
                  <a:pt x="1214785" y="6379"/>
                </a:lnTo>
                <a:lnTo>
                  <a:pt x="1217122" y="6983"/>
                </a:lnTo>
                <a:lnTo>
                  <a:pt x="1219447" y="7616"/>
                </a:lnTo>
                <a:lnTo>
                  <a:pt x="1221784" y="8274"/>
                </a:lnTo>
                <a:lnTo>
                  <a:pt x="1224109" y="8960"/>
                </a:lnTo>
                <a:lnTo>
                  <a:pt x="1226446" y="9673"/>
                </a:lnTo>
                <a:lnTo>
                  <a:pt x="1228771" y="10411"/>
                </a:lnTo>
                <a:lnTo>
                  <a:pt x="1231108" y="11177"/>
                </a:lnTo>
                <a:lnTo>
                  <a:pt x="1233446" y="11969"/>
                </a:lnTo>
                <a:lnTo>
                  <a:pt x="1235771" y="12787"/>
                </a:lnTo>
                <a:lnTo>
                  <a:pt x="1238108" y="13632"/>
                </a:lnTo>
                <a:lnTo>
                  <a:pt x="1240433" y="14503"/>
                </a:lnTo>
                <a:lnTo>
                  <a:pt x="1242770" y="15400"/>
                </a:lnTo>
                <a:lnTo>
                  <a:pt x="1245095" y="16324"/>
                </a:lnTo>
                <a:lnTo>
                  <a:pt x="1247432" y="17274"/>
                </a:lnTo>
                <a:lnTo>
                  <a:pt x="1249757" y="18249"/>
                </a:lnTo>
                <a:lnTo>
                  <a:pt x="1252095" y="19249"/>
                </a:lnTo>
                <a:lnTo>
                  <a:pt x="1254420" y="20276"/>
                </a:lnTo>
                <a:lnTo>
                  <a:pt x="1256757" y="21328"/>
                </a:lnTo>
                <a:lnTo>
                  <a:pt x="1259082" y="22407"/>
                </a:lnTo>
                <a:lnTo>
                  <a:pt x="1261419" y="23509"/>
                </a:lnTo>
                <a:lnTo>
                  <a:pt x="1263756" y="24637"/>
                </a:lnTo>
                <a:lnTo>
                  <a:pt x="1266081" y="25791"/>
                </a:lnTo>
                <a:lnTo>
                  <a:pt x="1268419" y="26970"/>
                </a:lnTo>
                <a:lnTo>
                  <a:pt x="1270744" y="28173"/>
                </a:lnTo>
                <a:lnTo>
                  <a:pt x="1273081" y="29400"/>
                </a:lnTo>
                <a:lnTo>
                  <a:pt x="1275406" y="30653"/>
                </a:lnTo>
                <a:lnTo>
                  <a:pt x="1277743" y="31929"/>
                </a:lnTo>
                <a:lnTo>
                  <a:pt x="1280068" y="33231"/>
                </a:lnTo>
                <a:lnTo>
                  <a:pt x="1282405" y="34557"/>
                </a:lnTo>
                <a:lnTo>
                  <a:pt x="1284730" y="35906"/>
                </a:lnTo>
                <a:lnTo>
                  <a:pt x="1287067" y="37279"/>
                </a:lnTo>
                <a:lnTo>
                  <a:pt x="1289405" y="38677"/>
                </a:lnTo>
                <a:lnTo>
                  <a:pt x="1291730" y="40098"/>
                </a:lnTo>
                <a:lnTo>
                  <a:pt x="1294067" y="41542"/>
                </a:lnTo>
                <a:lnTo>
                  <a:pt x="1296392" y="43009"/>
                </a:lnTo>
                <a:lnTo>
                  <a:pt x="1298729" y="44500"/>
                </a:lnTo>
                <a:lnTo>
                  <a:pt x="1301054" y="46013"/>
                </a:lnTo>
                <a:lnTo>
                  <a:pt x="1303391" y="47550"/>
                </a:lnTo>
                <a:lnTo>
                  <a:pt x="1305716" y="49110"/>
                </a:lnTo>
                <a:lnTo>
                  <a:pt x="1308054" y="50691"/>
                </a:lnTo>
                <a:lnTo>
                  <a:pt x="1310379" y="52296"/>
                </a:lnTo>
                <a:lnTo>
                  <a:pt x="1312716" y="53922"/>
                </a:lnTo>
                <a:lnTo>
                  <a:pt x="1315053" y="55570"/>
                </a:lnTo>
                <a:lnTo>
                  <a:pt x="1317378" y="57241"/>
                </a:lnTo>
                <a:lnTo>
                  <a:pt x="1319715" y="58932"/>
                </a:lnTo>
                <a:lnTo>
                  <a:pt x="1322040" y="60646"/>
                </a:lnTo>
                <a:lnTo>
                  <a:pt x="1324378" y="62380"/>
                </a:lnTo>
                <a:lnTo>
                  <a:pt x="1326702" y="64137"/>
                </a:lnTo>
                <a:lnTo>
                  <a:pt x="1329040" y="65913"/>
                </a:lnTo>
                <a:lnTo>
                  <a:pt x="1331365" y="67712"/>
                </a:lnTo>
                <a:lnTo>
                  <a:pt x="1333702" y="69530"/>
                </a:lnTo>
                <a:lnTo>
                  <a:pt x="1336027" y="71369"/>
                </a:lnTo>
                <a:lnTo>
                  <a:pt x="1338364" y="73228"/>
                </a:lnTo>
                <a:lnTo>
                  <a:pt x="1340701" y="75107"/>
                </a:lnTo>
                <a:lnTo>
                  <a:pt x="1343026" y="77007"/>
                </a:lnTo>
                <a:lnTo>
                  <a:pt x="1345364" y="78926"/>
                </a:lnTo>
                <a:lnTo>
                  <a:pt x="1347689" y="80863"/>
                </a:lnTo>
                <a:lnTo>
                  <a:pt x="1350026" y="82821"/>
                </a:lnTo>
                <a:lnTo>
                  <a:pt x="1352351" y="84797"/>
                </a:lnTo>
                <a:lnTo>
                  <a:pt x="1354688" y="86794"/>
                </a:lnTo>
                <a:lnTo>
                  <a:pt x="1357013" y="88807"/>
                </a:lnTo>
                <a:lnTo>
                  <a:pt x="1359350" y="90839"/>
                </a:lnTo>
                <a:lnTo>
                  <a:pt x="1361675" y="92891"/>
                </a:lnTo>
                <a:lnTo>
                  <a:pt x="1364012" y="94960"/>
                </a:lnTo>
                <a:lnTo>
                  <a:pt x="1366337" y="97048"/>
                </a:lnTo>
                <a:lnTo>
                  <a:pt x="1368675" y="99153"/>
                </a:lnTo>
                <a:lnTo>
                  <a:pt x="1371012" y="101275"/>
                </a:lnTo>
                <a:lnTo>
                  <a:pt x="1373337" y="103414"/>
                </a:lnTo>
                <a:lnTo>
                  <a:pt x="1375674" y="105570"/>
                </a:lnTo>
                <a:lnTo>
                  <a:pt x="1377999" y="107744"/>
                </a:lnTo>
                <a:lnTo>
                  <a:pt x="1380336" y="109934"/>
                </a:lnTo>
                <a:lnTo>
                  <a:pt x="1382661" y="112141"/>
                </a:lnTo>
                <a:lnTo>
                  <a:pt x="1384999" y="114363"/>
                </a:lnTo>
                <a:lnTo>
                  <a:pt x="1387324" y="116602"/>
                </a:lnTo>
                <a:lnTo>
                  <a:pt x="1389661" y="118857"/>
                </a:lnTo>
                <a:lnTo>
                  <a:pt x="1391986" y="121127"/>
                </a:lnTo>
                <a:lnTo>
                  <a:pt x="1394323" y="123412"/>
                </a:lnTo>
                <a:lnTo>
                  <a:pt x="1396660" y="125713"/>
                </a:lnTo>
                <a:lnTo>
                  <a:pt x="1398985" y="128028"/>
                </a:lnTo>
                <a:lnTo>
                  <a:pt x="1401322" y="130359"/>
                </a:lnTo>
                <a:lnTo>
                  <a:pt x="1403647" y="132704"/>
                </a:lnTo>
                <a:lnTo>
                  <a:pt x="1405985" y="135062"/>
                </a:lnTo>
                <a:lnTo>
                  <a:pt x="1408310" y="137435"/>
                </a:lnTo>
                <a:lnTo>
                  <a:pt x="1410647" y="139821"/>
                </a:lnTo>
                <a:lnTo>
                  <a:pt x="1412972" y="142222"/>
                </a:lnTo>
                <a:lnTo>
                  <a:pt x="1415309" y="144636"/>
                </a:lnTo>
                <a:lnTo>
                  <a:pt x="1417634" y="147062"/>
                </a:lnTo>
                <a:lnTo>
                  <a:pt x="1419971" y="149502"/>
                </a:lnTo>
                <a:lnTo>
                  <a:pt x="1422309" y="151954"/>
                </a:lnTo>
                <a:lnTo>
                  <a:pt x="1424634" y="154419"/>
                </a:lnTo>
                <a:lnTo>
                  <a:pt x="1426971" y="156897"/>
                </a:lnTo>
                <a:lnTo>
                  <a:pt x="1429296" y="159385"/>
                </a:lnTo>
                <a:lnTo>
                  <a:pt x="1431633" y="161886"/>
                </a:lnTo>
                <a:lnTo>
                  <a:pt x="1433958" y="164398"/>
                </a:lnTo>
                <a:lnTo>
                  <a:pt x="1436295" y="166922"/>
                </a:lnTo>
                <a:lnTo>
                  <a:pt x="1438620" y="169456"/>
                </a:lnTo>
                <a:lnTo>
                  <a:pt x="1440958" y="172003"/>
                </a:lnTo>
                <a:lnTo>
                  <a:pt x="1443283" y="174559"/>
                </a:lnTo>
                <a:lnTo>
                  <a:pt x="1445620" y="177125"/>
                </a:lnTo>
                <a:lnTo>
                  <a:pt x="1447957" y="179702"/>
                </a:lnTo>
                <a:lnTo>
                  <a:pt x="1450282" y="182289"/>
                </a:lnTo>
                <a:lnTo>
                  <a:pt x="1452619" y="184885"/>
                </a:lnTo>
                <a:lnTo>
                  <a:pt x="1454944" y="187491"/>
                </a:lnTo>
                <a:lnTo>
                  <a:pt x="1457282" y="190105"/>
                </a:lnTo>
                <a:lnTo>
                  <a:pt x="1459606" y="192730"/>
                </a:lnTo>
                <a:lnTo>
                  <a:pt x="1461944" y="195363"/>
                </a:lnTo>
                <a:lnTo>
                  <a:pt x="1464269" y="198004"/>
                </a:lnTo>
                <a:lnTo>
                  <a:pt x="1466606" y="200654"/>
                </a:lnTo>
                <a:lnTo>
                  <a:pt x="1468931" y="203312"/>
                </a:lnTo>
                <a:lnTo>
                  <a:pt x="1471268" y="205978"/>
                </a:lnTo>
                <a:lnTo>
                  <a:pt x="1473593" y="208651"/>
                </a:lnTo>
                <a:lnTo>
                  <a:pt x="1475930" y="211333"/>
                </a:lnTo>
                <a:lnTo>
                  <a:pt x="1478268" y="214020"/>
                </a:lnTo>
                <a:lnTo>
                  <a:pt x="1480593" y="216716"/>
                </a:lnTo>
                <a:lnTo>
                  <a:pt x="1482930" y="219417"/>
                </a:lnTo>
                <a:lnTo>
                  <a:pt x="1485255" y="222125"/>
                </a:lnTo>
                <a:lnTo>
                  <a:pt x="1487592" y="224840"/>
                </a:lnTo>
                <a:lnTo>
                  <a:pt x="1489917" y="227559"/>
                </a:lnTo>
                <a:lnTo>
                  <a:pt x="1492254" y="230287"/>
                </a:lnTo>
                <a:lnTo>
                  <a:pt x="1494579" y="233017"/>
                </a:lnTo>
                <a:lnTo>
                  <a:pt x="1496916" y="235756"/>
                </a:lnTo>
                <a:lnTo>
                  <a:pt x="1499241" y="238498"/>
                </a:lnTo>
                <a:lnTo>
                  <a:pt x="1501579" y="241245"/>
                </a:lnTo>
                <a:lnTo>
                  <a:pt x="1503916" y="243998"/>
                </a:lnTo>
                <a:lnTo>
                  <a:pt x="1506241" y="246753"/>
                </a:lnTo>
                <a:lnTo>
                  <a:pt x="1508578" y="249515"/>
                </a:lnTo>
                <a:lnTo>
                  <a:pt x="1510903" y="252279"/>
                </a:lnTo>
                <a:lnTo>
                  <a:pt x="1513240" y="255048"/>
                </a:lnTo>
                <a:lnTo>
                  <a:pt x="1515565" y="257819"/>
                </a:lnTo>
                <a:lnTo>
                  <a:pt x="1517903" y="260596"/>
                </a:lnTo>
                <a:lnTo>
                  <a:pt x="1520228" y="263374"/>
                </a:lnTo>
                <a:lnTo>
                  <a:pt x="1522565" y="266156"/>
                </a:lnTo>
                <a:lnTo>
                  <a:pt x="1524890" y="268940"/>
                </a:lnTo>
                <a:lnTo>
                  <a:pt x="1527227" y="271727"/>
                </a:lnTo>
                <a:lnTo>
                  <a:pt x="1529564" y="274516"/>
                </a:lnTo>
                <a:lnTo>
                  <a:pt x="1531889" y="277307"/>
                </a:lnTo>
                <a:lnTo>
                  <a:pt x="1534226" y="280101"/>
                </a:lnTo>
                <a:lnTo>
                  <a:pt x="1536551" y="282896"/>
                </a:lnTo>
                <a:lnTo>
                  <a:pt x="1538889" y="285692"/>
                </a:lnTo>
                <a:lnTo>
                  <a:pt x="1541214" y="288489"/>
                </a:lnTo>
                <a:lnTo>
                  <a:pt x="1543551" y="291288"/>
                </a:lnTo>
                <a:lnTo>
                  <a:pt x="1545876" y="294086"/>
                </a:lnTo>
                <a:lnTo>
                  <a:pt x="1548213" y="296886"/>
                </a:lnTo>
                <a:lnTo>
                  <a:pt x="1550538" y="299687"/>
                </a:lnTo>
                <a:lnTo>
                  <a:pt x="1552875" y="302487"/>
                </a:lnTo>
                <a:lnTo>
                  <a:pt x="1555213" y="305288"/>
                </a:lnTo>
                <a:lnTo>
                  <a:pt x="1557538" y="308088"/>
                </a:lnTo>
                <a:lnTo>
                  <a:pt x="1559875" y="310888"/>
                </a:lnTo>
                <a:lnTo>
                  <a:pt x="1562200" y="313687"/>
                </a:lnTo>
                <a:lnTo>
                  <a:pt x="1564537" y="316486"/>
                </a:lnTo>
                <a:lnTo>
                  <a:pt x="1566862" y="319283"/>
                </a:lnTo>
                <a:lnTo>
                  <a:pt x="1569199" y="322079"/>
                </a:lnTo>
                <a:lnTo>
                  <a:pt x="1571524" y="324874"/>
                </a:lnTo>
                <a:lnTo>
                  <a:pt x="1573861" y="327668"/>
                </a:lnTo>
                <a:lnTo>
                  <a:pt x="1576186" y="330459"/>
                </a:lnTo>
                <a:lnTo>
                  <a:pt x="1578524" y="333249"/>
                </a:lnTo>
                <a:lnTo>
                  <a:pt x="1580849" y="336036"/>
                </a:lnTo>
                <a:lnTo>
                  <a:pt x="1583186" y="338822"/>
                </a:lnTo>
                <a:lnTo>
                  <a:pt x="1585523" y="341604"/>
                </a:lnTo>
                <a:lnTo>
                  <a:pt x="1587848" y="344384"/>
                </a:lnTo>
                <a:lnTo>
                  <a:pt x="1590185" y="347162"/>
                </a:lnTo>
                <a:lnTo>
                  <a:pt x="1592510" y="349936"/>
                </a:lnTo>
                <a:lnTo>
                  <a:pt x="1594848" y="352706"/>
                </a:lnTo>
                <a:lnTo>
                  <a:pt x="1597173" y="355470"/>
                </a:lnTo>
                <a:lnTo>
                  <a:pt x="1599510" y="358238"/>
                </a:lnTo>
                <a:lnTo>
                  <a:pt x="1601835" y="360994"/>
                </a:lnTo>
                <a:lnTo>
                  <a:pt x="1604172" y="363749"/>
                </a:lnTo>
                <a:lnTo>
                  <a:pt x="1606497" y="366505"/>
                </a:lnTo>
                <a:lnTo>
                  <a:pt x="1608834" y="369248"/>
                </a:lnTo>
                <a:lnTo>
                  <a:pt x="1611172" y="371991"/>
                </a:lnTo>
                <a:lnTo>
                  <a:pt x="1613497" y="374734"/>
                </a:lnTo>
                <a:lnTo>
                  <a:pt x="1615834" y="377465"/>
                </a:lnTo>
                <a:lnTo>
                  <a:pt x="1618159" y="380196"/>
                </a:lnTo>
                <a:lnTo>
                  <a:pt x="1620496" y="382915"/>
                </a:lnTo>
                <a:lnTo>
                  <a:pt x="1622821" y="385633"/>
                </a:lnTo>
                <a:lnTo>
                  <a:pt x="1625158" y="388352"/>
                </a:lnTo>
                <a:lnTo>
                  <a:pt x="1627483" y="391058"/>
                </a:lnTo>
                <a:lnTo>
                  <a:pt x="1629820" y="393764"/>
                </a:lnTo>
                <a:lnTo>
                  <a:pt x="1632145" y="396458"/>
                </a:lnTo>
                <a:lnTo>
                  <a:pt x="1634483" y="399152"/>
                </a:lnTo>
                <a:lnTo>
                  <a:pt x="1636820" y="401834"/>
                </a:lnTo>
                <a:lnTo>
                  <a:pt x="1639145" y="404503"/>
                </a:lnTo>
                <a:lnTo>
                  <a:pt x="1641482" y="407173"/>
                </a:lnTo>
                <a:lnTo>
                  <a:pt x="1643807" y="409842"/>
                </a:lnTo>
                <a:lnTo>
                  <a:pt x="1646144" y="412499"/>
                </a:lnTo>
                <a:lnTo>
                  <a:pt x="1648469" y="415144"/>
                </a:lnTo>
                <a:lnTo>
                  <a:pt x="1650807" y="417789"/>
                </a:lnTo>
                <a:lnTo>
                  <a:pt x="1653132" y="420434"/>
                </a:lnTo>
                <a:lnTo>
                  <a:pt x="1655469" y="423054"/>
                </a:lnTo>
                <a:lnTo>
                  <a:pt x="1657794" y="425674"/>
                </a:lnTo>
                <a:lnTo>
                  <a:pt x="1660131" y="428294"/>
                </a:lnTo>
                <a:lnTo>
                  <a:pt x="1662468" y="430902"/>
                </a:lnTo>
                <a:lnTo>
                  <a:pt x="1664793" y="433498"/>
                </a:lnTo>
                <a:lnTo>
                  <a:pt x="1667131" y="436093"/>
                </a:lnTo>
                <a:lnTo>
                  <a:pt x="1669455" y="438664"/>
                </a:lnTo>
                <a:lnTo>
                  <a:pt x="1671793" y="441248"/>
                </a:lnTo>
                <a:lnTo>
                  <a:pt x="1674118" y="443806"/>
                </a:lnTo>
                <a:lnTo>
                  <a:pt x="1676455" y="446365"/>
                </a:lnTo>
                <a:lnTo>
                  <a:pt x="1678780" y="448911"/>
                </a:lnTo>
                <a:lnTo>
                  <a:pt x="1681117" y="451458"/>
                </a:lnTo>
                <a:lnTo>
                  <a:pt x="1683442" y="453980"/>
                </a:lnTo>
                <a:lnTo>
                  <a:pt x="1685779" y="456501"/>
                </a:lnTo>
                <a:lnTo>
                  <a:pt x="1688104" y="459023"/>
                </a:lnTo>
                <a:lnTo>
                  <a:pt x="1690442" y="461520"/>
                </a:lnTo>
                <a:lnTo>
                  <a:pt x="1692779" y="464017"/>
                </a:lnTo>
                <a:lnTo>
                  <a:pt x="1695104" y="466502"/>
                </a:lnTo>
                <a:lnTo>
                  <a:pt x="1697441" y="468975"/>
                </a:lnTo>
                <a:lnTo>
                  <a:pt x="1699766" y="471447"/>
                </a:lnTo>
                <a:lnTo>
                  <a:pt x="1702103" y="473908"/>
                </a:lnTo>
                <a:lnTo>
                  <a:pt x="1704428" y="476356"/>
                </a:lnTo>
                <a:lnTo>
                  <a:pt x="1706765" y="478791"/>
                </a:lnTo>
                <a:lnTo>
                  <a:pt x="1709090" y="481215"/>
                </a:lnTo>
                <a:lnTo>
                  <a:pt x="1711428" y="483626"/>
                </a:lnTo>
                <a:lnTo>
                  <a:pt x="1713753" y="486037"/>
                </a:lnTo>
                <a:lnTo>
                  <a:pt x="1716090" y="488436"/>
                </a:lnTo>
                <a:lnTo>
                  <a:pt x="1718427" y="490822"/>
                </a:lnTo>
                <a:lnTo>
                  <a:pt x="1720752" y="493196"/>
                </a:lnTo>
                <a:lnTo>
                  <a:pt x="1723089" y="495558"/>
                </a:lnTo>
                <a:lnTo>
                  <a:pt x="1725414" y="497920"/>
                </a:lnTo>
                <a:lnTo>
                  <a:pt x="1727752" y="500257"/>
                </a:lnTo>
                <a:lnTo>
                  <a:pt x="1730077" y="502595"/>
                </a:lnTo>
                <a:lnTo>
                  <a:pt x="1732414" y="504919"/>
                </a:lnTo>
                <a:lnTo>
                  <a:pt x="1734739" y="507232"/>
                </a:lnTo>
                <a:lnTo>
                  <a:pt x="1737076" y="509532"/>
                </a:lnTo>
                <a:lnTo>
                  <a:pt x="1739401" y="511821"/>
                </a:lnTo>
                <a:lnTo>
                  <a:pt x="1741738" y="514096"/>
                </a:lnTo>
                <a:lnTo>
                  <a:pt x="1744075" y="516372"/>
                </a:lnTo>
                <a:lnTo>
                  <a:pt x="1746400" y="518623"/>
                </a:lnTo>
                <a:lnTo>
                  <a:pt x="1748738" y="520874"/>
                </a:lnTo>
                <a:lnTo>
                  <a:pt x="1751063" y="523101"/>
                </a:lnTo>
                <a:lnTo>
                  <a:pt x="1753400" y="525328"/>
                </a:lnTo>
                <a:lnTo>
                  <a:pt x="1755725" y="527542"/>
                </a:lnTo>
                <a:lnTo>
                  <a:pt x="1758062" y="529744"/>
                </a:lnTo>
                <a:lnTo>
                  <a:pt x="1760387" y="531933"/>
                </a:lnTo>
                <a:lnTo>
                  <a:pt x="1762724" y="534111"/>
                </a:lnTo>
                <a:lnTo>
                  <a:pt x="1765049" y="536276"/>
                </a:lnTo>
                <a:lnTo>
                  <a:pt x="1767387" y="538429"/>
                </a:lnTo>
                <a:lnTo>
                  <a:pt x="1769724" y="540569"/>
                </a:lnTo>
                <a:lnTo>
                  <a:pt x="1772049" y="542697"/>
                </a:lnTo>
                <a:lnTo>
                  <a:pt x="1774386" y="544813"/>
                </a:lnTo>
                <a:lnTo>
                  <a:pt x="1776711" y="546929"/>
                </a:lnTo>
                <a:lnTo>
                  <a:pt x="1779048" y="549020"/>
                </a:lnTo>
                <a:lnTo>
                  <a:pt x="1781373" y="551099"/>
                </a:lnTo>
                <a:lnTo>
                  <a:pt x="1783711" y="553178"/>
                </a:lnTo>
                <a:lnTo>
                  <a:pt x="1786036" y="555232"/>
                </a:lnTo>
                <a:lnTo>
                  <a:pt x="1788373" y="557274"/>
                </a:lnTo>
                <a:lnTo>
                  <a:pt x="1790698" y="559316"/>
                </a:lnTo>
                <a:lnTo>
                  <a:pt x="1793035" y="561334"/>
                </a:lnTo>
                <a:lnTo>
                  <a:pt x="1795360" y="563351"/>
                </a:lnTo>
                <a:lnTo>
                  <a:pt x="1797697" y="565344"/>
                </a:lnTo>
                <a:lnTo>
                  <a:pt x="1800034" y="567337"/>
                </a:lnTo>
                <a:lnTo>
                  <a:pt x="1802359" y="569305"/>
                </a:lnTo>
                <a:lnTo>
                  <a:pt x="1804697" y="571261"/>
                </a:lnTo>
                <a:lnTo>
                  <a:pt x="1807022" y="573217"/>
                </a:lnTo>
                <a:lnTo>
                  <a:pt x="1809359" y="575148"/>
                </a:lnTo>
                <a:lnTo>
                  <a:pt x="1811684" y="577079"/>
                </a:lnTo>
                <a:lnTo>
                  <a:pt x="1814021" y="578986"/>
                </a:lnTo>
                <a:lnTo>
                  <a:pt x="1816346" y="580893"/>
                </a:lnTo>
                <a:lnTo>
                  <a:pt x="1818683" y="582775"/>
                </a:lnTo>
                <a:lnTo>
                  <a:pt x="1821008" y="584657"/>
                </a:lnTo>
                <a:lnTo>
                  <a:pt x="1823346" y="586515"/>
                </a:lnTo>
                <a:lnTo>
                  <a:pt x="1825683" y="588372"/>
                </a:lnTo>
                <a:lnTo>
                  <a:pt x="1828008" y="590205"/>
                </a:lnTo>
                <a:lnTo>
                  <a:pt x="1830345" y="592038"/>
                </a:lnTo>
                <a:lnTo>
                  <a:pt x="1832670" y="593846"/>
                </a:lnTo>
                <a:lnTo>
                  <a:pt x="1835007" y="595654"/>
                </a:lnTo>
                <a:lnTo>
                  <a:pt x="1837332" y="597438"/>
                </a:lnTo>
                <a:lnTo>
                  <a:pt x="1839669" y="599222"/>
                </a:lnTo>
                <a:lnTo>
                  <a:pt x="1841994" y="600981"/>
                </a:lnTo>
                <a:lnTo>
                  <a:pt x="1844332" y="602728"/>
                </a:lnTo>
                <a:lnTo>
                  <a:pt x="1846657" y="604475"/>
                </a:lnTo>
                <a:lnTo>
                  <a:pt x="1848994" y="606197"/>
                </a:lnTo>
                <a:lnTo>
                  <a:pt x="1851331" y="607919"/>
                </a:lnTo>
                <a:lnTo>
                  <a:pt x="1853656" y="609617"/>
                </a:lnTo>
                <a:lnTo>
                  <a:pt x="1855993" y="611314"/>
                </a:lnTo>
                <a:lnTo>
                  <a:pt x="1858318" y="612987"/>
                </a:lnTo>
                <a:lnTo>
                  <a:pt x="1860656" y="614648"/>
                </a:lnTo>
                <a:lnTo>
                  <a:pt x="1862981" y="616308"/>
                </a:lnTo>
                <a:lnTo>
                  <a:pt x="1865318" y="617944"/>
                </a:lnTo>
                <a:lnTo>
                  <a:pt x="1867643" y="619581"/>
                </a:lnTo>
                <a:lnTo>
                  <a:pt x="1869980" y="621192"/>
                </a:lnTo>
                <a:lnTo>
                  <a:pt x="1872305" y="622791"/>
                </a:lnTo>
                <a:lnTo>
                  <a:pt x="1874642" y="624390"/>
                </a:lnTo>
                <a:lnTo>
                  <a:pt x="1876979" y="625965"/>
                </a:lnTo>
                <a:lnTo>
                  <a:pt x="1879304" y="627540"/>
                </a:lnTo>
                <a:lnTo>
                  <a:pt x="1881642" y="629090"/>
                </a:lnTo>
                <a:lnTo>
                  <a:pt x="1883967" y="630640"/>
                </a:lnTo>
                <a:lnTo>
                  <a:pt x="1886304" y="632165"/>
                </a:lnTo>
                <a:lnTo>
                  <a:pt x="1888629" y="633690"/>
                </a:lnTo>
                <a:lnTo>
                  <a:pt x="1890966" y="635191"/>
                </a:lnTo>
                <a:lnTo>
                  <a:pt x="1893291" y="636692"/>
                </a:lnTo>
                <a:lnTo>
                  <a:pt x="1895628" y="638168"/>
                </a:lnTo>
                <a:lnTo>
                  <a:pt x="1897953" y="639644"/>
                </a:lnTo>
                <a:lnTo>
                  <a:pt x="1900291" y="641096"/>
                </a:lnTo>
                <a:lnTo>
                  <a:pt x="1902628" y="642547"/>
                </a:lnTo>
                <a:lnTo>
                  <a:pt x="1904953" y="643987"/>
                </a:lnTo>
                <a:lnTo>
                  <a:pt x="1907290" y="645401"/>
                </a:lnTo>
                <a:lnTo>
                  <a:pt x="1909615" y="646816"/>
                </a:lnTo>
                <a:lnTo>
                  <a:pt x="1911952" y="648218"/>
                </a:lnTo>
                <a:lnTo>
                  <a:pt x="1914277" y="649608"/>
                </a:lnTo>
                <a:lnTo>
                  <a:pt x="1916614" y="650986"/>
                </a:lnTo>
                <a:lnTo>
                  <a:pt x="1918939" y="652352"/>
                </a:lnTo>
                <a:lnTo>
                  <a:pt x="1921277" y="653692"/>
                </a:lnTo>
                <a:lnTo>
                  <a:pt x="1923602" y="655045"/>
                </a:lnTo>
                <a:lnTo>
                  <a:pt x="1925939" y="656374"/>
                </a:lnTo>
                <a:lnTo>
                  <a:pt x="1928264" y="657690"/>
                </a:lnTo>
                <a:lnTo>
                  <a:pt x="1930601" y="658994"/>
                </a:lnTo>
                <a:lnTo>
                  <a:pt x="1932938" y="660286"/>
                </a:lnTo>
                <a:lnTo>
                  <a:pt x="1935263" y="661578"/>
                </a:lnTo>
                <a:lnTo>
                  <a:pt x="1937601" y="662844"/>
                </a:lnTo>
                <a:lnTo>
                  <a:pt x="1939926" y="664112"/>
                </a:lnTo>
                <a:lnTo>
                  <a:pt x="1942263" y="665354"/>
                </a:lnTo>
                <a:lnTo>
                  <a:pt x="1944588" y="666596"/>
                </a:lnTo>
                <a:lnTo>
                  <a:pt x="1946925" y="667827"/>
                </a:lnTo>
                <a:lnTo>
                  <a:pt x="1949250" y="669032"/>
                </a:lnTo>
                <a:lnTo>
                  <a:pt x="1951587" y="670238"/>
                </a:lnTo>
                <a:lnTo>
                  <a:pt x="1953912" y="671443"/>
                </a:lnTo>
                <a:lnTo>
                  <a:pt x="1956250" y="672624"/>
                </a:lnTo>
                <a:lnTo>
                  <a:pt x="1958587" y="673793"/>
                </a:lnTo>
                <a:lnTo>
                  <a:pt x="1960912" y="674949"/>
                </a:lnTo>
                <a:lnTo>
                  <a:pt x="1963249" y="676105"/>
                </a:lnTo>
                <a:lnTo>
                  <a:pt x="1965574" y="677249"/>
                </a:lnTo>
                <a:lnTo>
                  <a:pt x="1967911" y="678369"/>
                </a:lnTo>
                <a:lnTo>
                  <a:pt x="1970236" y="679488"/>
                </a:lnTo>
                <a:lnTo>
                  <a:pt x="1972573" y="680595"/>
                </a:lnTo>
                <a:lnTo>
                  <a:pt x="1974898" y="681690"/>
                </a:lnTo>
                <a:lnTo>
                  <a:pt x="1977236" y="682785"/>
                </a:lnTo>
                <a:lnTo>
                  <a:pt x="1979561" y="683855"/>
                </a:lnTo>
                <a:lnTo>
                  <a:pt x="1981898" y="684926"/>
                </a:lnTo>
                <a:lnTo>
                  <a:pt x="1984235" y="685971"/>
                </a:lnTo>
                <a:lnTo>
                  <a:pt x="1986560" y="687017"/>
                </a:lnTo>
                <a:lnTo>
                  <a:pt x="1988897" y="688062"/>
                </a:lnTo>
                <a:lnTo>
                  <a:pt x="1991222" y="689083"/>
                </a:lnTo>
                <a:lnTo>
                  <a:pt x="1993560" y="690092"/>
                </a:lnTo>
                <a:lnTo>
                  <a:pt x="1995885" y="691101"/>
                </a:lnTo>
                <a:lnTo>
                  <a:pt x="1998222" y="692097"/>
                </a:lnTo>
                <a:lnTo>
                  <a:pt x="2000547" y="693081"/>
                </a:lnTo>
                <a:lnTo>
                  <a:pt x="2002884" y="694053"/>
                </a:lnTo>
                <a:lnTo>
                  <a:pt x="2005209" y="695013"/>
                </a:lnTo>
                <a:lnTo>
                  <a:pt x="2007546" y="695972"/>
                </a:lnTo>
                <a:lnTo>
                  <a:pt x="2009883" y="696907"/>
                </a:lnTo>
                <a:lnTo>
                  <a:pt x="2012208" y="697842"/>
                </a:lnTo>
                <a:lnTo>
                  <a:pt x="2014546" y="698777"/>
                </a:lnTo>
                <a:lnTo>
                  <a:pt x="2016871" y="699687"/>
                </a:lnTo>
                <a:lnTo>
                  <a:pt x="2019208" y="700597"/>
                </a:lnTo>
                <a:lnTo>
                  <a:pt x="2021533" y="701495"/>
                </a:lnTo>
                <a:lnTo>
                  <a:pt x="2023870" y="702381"/>
                </a:lnTo>
                <a:lnTo>
                  <a:pt x="2026195" y="703255"/>
                </a:lnTo>
                <a:lnTo>
                  <a:pt x="2028532" y="704128"/>
                </a:lnTo>
                <a:lnTo>
                  <a:pt x="2030857" y="704989"/>
                </a:lnTo>
                <a:lnTo>
                  <a:pt x="2033195" y="705838"/>
                </a:lnTo>
                <a:lnTo>
                  <a:pt x="2035520" y="706674"/>
                </a:lnTo>
                <a:lnTo>
                  <a:pt x="2037857" y="707511"/>
                </a:lnTo>
                <a:lnTo>
                  <a:pt x="2040194" y="708335"/>
                </a:lnTo>
                <a:lnTo>
                  <a:pt x="2042519" y="709147"/>
                </a:lnTo>
                <a:lnTo>
                  <a:pt x="2044856" y="709946"/>
                </a:lnTo>
                <a:lnTo>
                  <a:pt x="2047181" y="710746"/>
                </a:lnTo>
                <a:lnTo>
                  <a:pt x="2049518" y="711533"/>
                </a:lnTo>
                <a:lnTo>
                  <a:pt x="2051843" y="712321"/>
                </a:lnTo>
                <a:lnTo>
                  <a:pt x="2054181" y="713083"/>
                </a:lnTo>
                <a:lnTo>
                  <a:pt x="2056506" y="713846"/>
                </a:lnTo>
                <a:lnTo>
                  <a:pt x="2058843" y="714596"/>
                </a:lnTo>
                <a:lnTo>
                  <a:pt x="2061168" y="715347"/>
                </a:lnTo>
                <a:lnTo>
                  <a:pt x="2063505" y="716085"/>
                </a:lnTo>
                <a:lnTo>
                  <a:pt x="2065842" y="716811"/>
                </a:lnTo>
                <a:lnTo>
                  <a:pt x="2068167" y="717536"/>
                </a:lnTo>
                <a:lnTo>
                  <a:pt x="2070505" y="718250"/>
                </a:lnTo>
                <a:lnTo>
                  <a:pt x="2072829" y="718951"/>
                </a:lnTo>
                <a:lnTo>
                  <a:pt x="2075167" y="719640"/>
                </a:lnTo>
                <a:lnTo>
                  <a:pt x="2077492" y="720329"/>
                </a:lnTo>
                <a:lnTo>
                  <a:pt x="2079829" y="721018"/>
                </a:lnTo>
                <a:lnTo>
                  <a:pt x="2082154" y="721682"/>
                </a:lnTo>
                <a:lnTo>
                  <a:pt x="2084491" y="722346"/>
                </a:lnTo>
                <a:lnTo>
                  <a:pt x="2086816" y="723011"/>
                </a:lnTo>
                <a:lnTo>
                  <a:pt x="2089153" y="723650"/>
                </a:lnTo>
                <a:lnTo>
                  <a:pt x="2091491" y="724302"/>
                </a:lnTo>
                <a:lnTo>
                  <a:pt x="2093816" y="724930"/>
                </a:lnTo>
                <a:lnTo>
                  <a:pt x="2096153" y="725557"/>
                </a:lnTo>
                <a:lnTo>
                  <a:pt x="2098478" y="726172"/>
                </a:lnTo>
                <a:lnTo>
                  <a:pt x="2100815" y="726787"/>
                </a:lnTo>
                <a:lnTo>
                  <a:pt x="2103140" y="727390"/>
                </a:lnTo>
                <a:lnTo>
                  <a:pt x="2105477" y="727993"/>
                </a:lnTo>
                <a:lnTo>
                  <a:pt x="2107802" y="728583"/>
                </a:lnTo>
                <a:lnTo>
                  <a:pt x="2110140" y="729161"/>
                </a:lnTo>
                <a:lnTo>
                  <a:pt x="2112465" y="729739"/>
                </a:lnTo>
                <a:lnTo>
                  <a:pt x="2114802" y="730305"/>
                </a:lnTo>
                <a:lnTo>
                  <a:pt x="2117139" y="730871"/>
                </a:lnTo>
                <a:lnTo>
                  <a:pt x="2119464" y="731425"/>
                </a:lnTo>
                <a:lnTo>
                  <a:pt x="2121801" y="731978"/>
                </a:lnTo>
                <a:lnTo>
                  <a:pt x="2124126" y="732519"/>
                </a:lnTo>
                <a:lnTo>
                  <a:pt x="2126464" y="733048"/>
                </a:lnTo>
                <a:lnTo>
                  <a:pt x="2128788" y="733577"/>
                </a:lnTo>
                <a:lnTo>
                  <a:pt x="2131126" y="734106"/>
                </a:lnTo>
                <a:lnTo>
                  <a:pt x="2133451" y="734611"/>
                </a:lnTo>
                <a:lnTo>
                  <a:pt x="2135788" y="735127"/>
                </a:lnTo>
                <a:lnTo>
                  <a:pt x="2138113" y="735632"/>
                </a:lnTo>
                <a:lnTo>
                  <a:pt x="2140450" y="736124"/>
                </a:lnTo>
                <a:lnTo>
                  <a:pt x="2142775" y="736616"/>
                </a:lnTo>
                <a:lnTo>
                  <a:pt x="2145112" y="737096"/>
                </a:lnTo>
                <a:lnTo>
                  <a:pt x="2147450" y="737575"/>
                </a:lnTo>
                <a:lnTo>
                  <a:pt x="2149775" y="738043"/>
                </a:lnTo>
                <a:lnTo>
                  <a:pt x="2152112" y="738510"/>
                </a:lnTo>
                <a:lnTo>
                  <a:pt x="2154437" y="738965"/>
                </a:lnTo>
                <a:lnTo>
                  <a:pt x="2156774" y="739420"/>
                </a:lnTo>
                <a:lnTo>
                  <a:pt x="2159099" y="739876"/>
                </a:lnTo>
                <a:lnTo>
                  <a:pt x="2161436" y="740319"/>
                </a:lnTo>
                <a:lnTo>
                  <a:pt x="2163761" y="740749"/>
                </a:lnTo>
                <a:lnTo>
                  <a:pt x="2166099" y="741180"/>
                </a:lnTo>
                <a:lnTo>
                  <a:pt x="2168423" y="741598"/>
                </a:lnTo>
                <a:lnTo>
                  <a:pt x="2170761" y="742028"/>
                </a:lnTo>
                <a:lnTo>
                  <a:pt x="2173098" y="742434"/>
                </a:lnTo>
                <a:lnTo>
                  <a:pt x="2175423" y="742840"/>
                </a:lnTo>
                <a:lnTo>
                  <a:pt x="2177760" y="743246"/>
                </a:lnTo>
                <a:lnTo>
                  <a:pt x="2180085" y="743640"/>
                </a:lnTo>
                <a:lnTo>
                  <a:pt x="2182423" y="744033"/>
                </a:lnTo>
                <a:lnTo>
                  <a:pt x="2184747" y="744427"/>
                </a:lnTo>
                <a:lnTo>
                  <a:pt x="2187085" y="744808"/>
                </a:lnTo>
                <a:lnTo>
                  <a:pt x="2189410" y="745178"/>
                </a:lnTo>
                <a:lnTo>
                  <a:pt x="2191747" y="745559"/>
                </a:lnTo>
                <a:lnTo>
                  <a:pt x="2194072" y="745916"/>
                </a:lnTo>
                <a:lnTo>
                  <a:pt x="2196409" y="746285"/>
                </a:lnTo>
                <a:lnTo>
                  <a:pt x="2198746" y="746641"/>
                </a:lnTo>
                <a:lnTo>
                  <a:pt x="2201071" y="746986"/>
                </a:lnTo>
                <a:lnTo>
                  <a:pt x="2203409" y="747343"/>
                </a:lnTo>
                <a:lnTo>
                  <a:pt x="2205734" y="747675"/>
                </a:lnTo>
                <a:lnTo>
                  <a:pt x="2208071" y="748019"/>
                </a:lnTo>
                <a:lnTo>
                  <a:pt x="2210396" y="748351"/>
                </a:lnTo>
                <a:lnTo>
                  <a:pt x="2212733" y="748683"/>
                </a:lnTo>
                <a:lnTo>
                  <a:pt x="2215058" y="749003"/>
                </a:lnTo>
                <a:lnTo>
                  <a:pt x="2217395" y="749323"/>
                </a:lnTo>
                <a:lnTo>
                  <a:pt x="2219720" y="749631"/>
                </a:lnTo>
                <a:lnTo>
                  <a:pt x="2222058" y="749951"/>
                </a:lnTo>
                <a:lnTo>
                  <a:pt x="2224395" y="750246"/>
                </a:lnTo>
                <a:lnTo>
                  <a:pt x="2226720" y="750553"/>
                </a:lnTo>
                <a:lnTo>
                  <a:pt x="2229057" y="750849"/>
                </a:lnTo>
                <a:lnTo>
                  <a:pt x="2231382" y="751144"/>
                </a:lnTo>
                <a:lnTo>
                  <a:pt x="2233719" y="751427"/>
                </a:lnTo>
                <a:lnTo>
                  <a:pt x="2236044" y="751722"/>
                </a:lnTo>
                <a:lnTo>
                  <a:pt x="2238381" y="751993"/>
                </a:lnTo>
                <a:lnTo>
                  <a:pt x="2240706" y="752276"/>
                </a:lnTo>
                <a:lnTo>
                  <a:pt x="2243044" y="752546"/>
                </a:lnTo>
                <a:lnTo>
                  <a:pt x="2245369" y="752817"/>
                </a:lnTo>
                <a:lnTo>
                  <a:pt x="2247706" y="753075"/>
                </a:lnTo>
                <a:lnTo>
                  <a:pt x="2250031" y="753346"/>
                </a:lnTo>
                <a:lnTo>
                  <a:pt x="2252368" y="753604"/>
                </a:lnTo>
                <a:lnTo>
                  <a:pt x="2254705" y="753850"/>
                </a:lnTo>
                <a:lnTo>
                  <a:pt x="2257030" y="754096"/>
                </a:lnTo>
                <a:lnTo>
                  <a:pt x="2259368" y="754354"/>
                </a:lnTo>
                <a:lnTo>
                  <a:pt x="2261692" y="754588"/>
                </a:lnTo>
                <a:lnTo>
                  <a:pt x="2264030" y="754834"/>
                </a:lnTo>
                <a:lnTo>
                  <a:pt x="2266355" y="755068"/>
                </a:lnTo>
                <a:lnTo>
                  <a:pt x="2268692" y="755302"/>
                </a:lnTo>
                <a:lnTo>
                  <a:pt x="2271017" y="755523"/>
                </a:lnTo>
                <a:lnTo>
                  <a:pt x="2273354" y="755757"/>
                </a:lnTo>
                <a:lnTo>
                  <a:pt x="2275679" y="755978"/>
                </a:lnTo>
                <a:lnTo>
                  <a:pt x="2278016" y="756187"/>
                </a:lnTo>
                <a:lnTo>
                  <a:pt x="2280354" y="756409"/>
                </a:lnTo>
                <a:lnTo>
                  <a:pt x="2282679" y="756618"/>
                </a:lnTo>
                <a:lnTo>
                  <a:pt x="2285016" y="756827"/>
                </a:lnTo>
                <a:lnTo>
                  <a:pt x="2287341" y="757036"/>
                </a:lnTo>
                <a:lnTo>
                  <a:pt x="2289678" y="757233"/>
                </a:lnTo>
                <a:lnTo>
                  <a:pt x="2292003" y="757430"/>
                </a:lnTo>
                <a:lnTo>
                  <a:pt x="2294340" y="757627"/>
                </a:lnTo>
                <a:lnTo>
                  <a:pt x="2296665" y="757823"/>
                </a:lnTo>
                <a:lnTo>
                  <a:pt x="2299003" y="758008"/>
                </a:lnTo>
                <a:lnTo>
                  <a:pt x="2301327" y="758205"/>
                </a:lnTo>
                <a:lnTo>
                  <a:pt x="2303665" y="758389"/>
                </a:lnTo>
                <a:lnTo>
                  <a:pt x="2306002" y="758561"/>
                </a:lnTo>
                <a:lnTo>
                  <a:pt x="2308327" y="758746"/>
                </a:lnTo>
                <a:lnTo>
                  <a:pt x="2310664" y="758918"/>
                </a:lnTo>
                <a:lnTo>
                  <a:pt x="2312989" y="759090"/>
                </a:lnTo>
                <a:lnTo>
                  <a:pt x="2315327" y="759263"/>
                </a:lnTo>
                <a:lnTo>
                  <a:pt x="2317651" y="759435"/>
                </a:lnTo>
                <a:lnTo>
                  <a:pt x="2319989" y="759595"/>
                </a:lnTo>
                <a:lnTo>
                  <a:pt x="2322314" y="759767"/>
                </a:lnTo>
                <a:lnTo>
                  <a:pt x="2324651" y="759927"/>
                </a:lnTo>
                <a:lnTo>
                  <a:pt x="2326976" y="760075"/>
                </a:lnTo>
                <a:lnTo>
                  <a:pt x="2329313" y="760234"/>
                </a:lnTo>
              </a:path>
            </a:pathLst>
          </a:custGeom>
          <a:noFill/>
          <a:ln w="28575" cap="rnd">
            <a:solidFill>
              <a:srgbClr val="00B05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7AD2D870-3306-C04D-EE9E-95A99C8B9C86}"/>
              </a:ext>
            </a:extLst>
          </p:cNvPr>
          <p:cNvSpPr/>
          <p:nvPr/>
        </p:nvSpPr>
        <p:spPr>
          <a:xfrm>
            <a:off x="3095055" y="3126736"/>
            <a:ext cx="2329312" cy="1541631"/>
          </a:xfrm>
          <a:custGeom>
            <a:avLst/>
            <a:gdLst>
              <a:gd name="connsiteX0" fmla="*/ 0 w 2329312"/>
              <a:gd name="connsiteY0" fmla="*/ 1541631 h 1541631"/>
              <a:gd name="connsiteX1" fmla="*/ 2331 w 2329312"/>
              <a:gd name="connsiteY1" fmla="*/ 1541631 h 1541631"/>
              <a:gd name="connsiteX2" fmla="*/ 4663 w 2329312"/>
              <a:gd name="connsiteY2" fmla="*/ 1541631 h 1541631"/>
              <a:gd name="connsiteX3" fmla="*/ 6995 w 2329312"/>
              <a:gd name="connsiteY3" fmla="*/ 1541631 h 1541631"/>
              <a:gd name="connsiteX4" fmla="*/ 9326 w 2329312"/>
              <a:gd name="connsiteY4" fmla="*/ 1541631 h 1541631"/>
              <a:gd name="connsiteX5" fmla="*/ 11658 w 2329312"/>
              <a:gd name="connsiteY5" fmla="*/ 1541631 h 1541631"/>
              <a:gd name="connsiteX6" fmla="*/ 13989 w 2329312"/>
              <a:gd name="connsiteY6" fmla="*/ 1541631 h 1541631"/>
              <a:gd name="connsiteX7" fmla="*/ 16321 w 2329312"/>
              <a:gd name="connsiteY7" fmla="*/ 1541631 h 1541631"/>
              <a:gd name="connsiteX8" fmla="*/ 18653 w 2329312"/>
              <a:gd name="connsiteY8" fmla="*/ 1541631 h 1541631"/>
              <a:gd name="connsiteX9" fmla="*/ 20985 w 2329312"/>
              <a:gd name="connsiteY9" fmla="*/ 1541631 h 1541631"/>
              <a:gd name="connsiteX10" fmla="*/ 23316 w 2329312"/>
              <a:gd name="connsiteY10" fmla="*/ 1541631 h 1541631"/>
              <a:gd name="connsiteX11" fmla="*/ 25647 w 2329312"/>
              <a:gd name="connsiteY11" fmla="*/ 1541631 h 1541631"/>
              <a:gd name="connsiteX12" fmla="*/ 27979 w 2329312"/>
              <a:gd name="connsiteY12" fmla="*/ 1541631 h 1541631"/>
              <a:gd name="connsiteX13" fmla="*/ 30311 w 2329312"/>
              <a:gd name="connsiteY13" fmla="*/ 1541631 h 1541631"/>
              <a:gd name="connsiteX14" fmla="*/ 32643 w 2329312"/>
              <a:gd name="connsiteY14" fmla="*/ 1541631 h 1541631"/>
              <a:gd name="connsiteX15" fmla="*/ 34974 w 2329312"/>
              <a:gd name="connsiteY15" fmla="*/ 1541631 h 1541631"/>
              <a:gd name="connsiteX16" fmla="*/ 37306 w 2329312"/>
              <a:gd name="connsiteY16" fmla="*/ 1541631 h 1541631"/>
              <a:gd name="connsiteX17" fmla="*/ 39637 w 2329312"/>
              <a:gd name="connsiteY17" fmla="*/ 1541631 h 1541631"/>
              <a:gd name="connsiteX18" fmla="*/ 41969 w 2329312"/>
              <a:gd name="connsiteY18" fmla="*/ 1541631 h 1541631"/>
              <a:gd name="connsiteX19" fmla="*/ 44301 w 2329312"/>
              <a:gd name="connsiteY19" fmla="*/ 1541631 h 1541631"/>
              <a:gd name="connsiteX20" fmla="*/ 46632 w 2329312"/>
              <a:gd name="connsiteY20" fmla="*/ 1541631 h 1541631"/>
              <a:gd name="connsiteX21" fmla="*/ 48964 w 2329312"/>
              <a:gd name="connsiteY21" fmla="*/ 1541631 h 1541631"/>
              <a:gd name="connsiteX22" fmla="*/ 51295 w 2329312"/>
              <a:gd name="connsiteY22" fmla="*/ 1541631 h 1541631"/>
              <a:gd name="connsiteX23" fmla="*/ 53628 w 2329312"/>
              <a:gd name="connsiteY23" fmla="*/ 1541631 h 1541631"/>
              <a:gd name="connsiteX24" fmla="*/ 55959 w 2329312"/>
              <a:gd name="connsiteY24" fmla="*/ 1541631 h 1541631"/>
              <a:gd name="connsiteX25" fmla="*/ 58291 w 2329312"/>
              <a:gd name="connsiteY25" fmla="*/ 1541631 h 1541631"/>
              <a:gd name="connsiteX26" fmla="*/ 60622 w 2329312"/>
              <a:gd name="connsiteY26" fmla="*/ 1541631 h 1541631"/>
              <a:gd name="connsiteX27" fmla="*/ 62953 w 2329312"/>
              <a:gd name="connsiteY27" fmla="*/ 1541631 h 1541631"/>
              <a:gd name="connsiteX28" fmla="*/ 65286 w 2329312"/>
              <a:gd name="connsiteY28" fmla="*/ 1541631 h 1541631"/>
              <a:gd name="connsiteX29" fmla="*/ 67617 w 2329312"/>
              <a:gd name="connsiteY29" fmla="*/ 1541631 h 1541631"/>
              <a:gd name="connsiteX30" fmla="*/ 69949 w 2329312"/>
              <a:gd name="connsiteY30" fmla="*/ 1541631 h 1541631"/>
              <a:gd name="connsiteX31" fmla="*/ 72280 w 2329312"/>
              <a:gd name="connsiteY31" fmla="*/ 1541631 h 1541631"/>
              <a:gd name="connsiteX32" fmla="*/ 74613 w 2329312"/>
              <a:gd name="connsiteY32" fmla="*/ 1541631 h 1541631"/>
              <a:gd name="connsiteX33" fmla="*/ 76944 w 2329312"/>
              <a:gd name="connsiteY33" fmla="*/ 1541631 h 1541631"/>
              <a:gd name="connsiteX34" fmla="*/ 79275 w 2329312"/>
              <a:gd name="connsiteY34" fmla="*/ 1541631 h 1541631"/>
              <a:gd name="connsiteX35" fmla="*/ 81607 w 2329312"/>
              <a:gd name="connsiteY35" fmla="*/ 1541631 h 1541631"/>
              <a:gd name="connsiteX36" fmla="*/ 83938 w 2329312"/>
              <a:gd name="connsiteY36" fmla="*/ 1541631 h 1541631"/>
              <a:gd name="connsiteX37" fmla="*/ 86271 w 2329312"/>
              <a:gd name="connsiteY37" fmla="*/ 1541631 h 1541631"/>
              <a:gd name="connsiteX38" fmla="*/ 88602 w 2329312"/>
              <a:gd name="connsiteY38" fmla="*/ 1541631 h 1541631"/>
              <a:gd name="connsiteX39" fmla="*/ 90934 w 2329312"/>
              <a:gd name="connsiteY39" fmla="*/ 1541631 h 1541631"/>
              <a:gd name="connsiteX40" fmla="*/ 93265 w 2329312"/>
              <a:gd name="connsiteY40" fmla="*/ 1541631 h 1541631"/>
              <a:gd name="connsiteX41" fmla="*/ 95596 w 2329312"/>
              <a:gd name="connsiteY41" fmla="*/ 1541631 h 1541631"/>
              <a:gd name="connsiteX42" fmla="*/ 97929 w 2329312"/>
              <a:gd name="connsiteY42" fmla="*/ 1541631 h 1541631"/>
              <a:gd name="connsiteX43" fmla="*/ 100260 w 2329312"/>
              <a:gd name="connsiteY43" fmla="*/ 1541631 h 1541631"/>
              <a:gd name="connsiteX44" fmla="*/ 102592 w 2329312"/>
              <a:gd name="connsiteY44" fmla="*/ 1541631 h 1541631"/>
              <a:gd name="connsiteX45" fmla="*/ 104923 w 2329312"/>
              <a:gd name="connsiteY45" fmla="*/ 1541631 h 1541631"/>
              <a:gd name="connsiteX46" fmla="*/ 107256 w 2329312"/>
              <a:gd name="connsiteY46" fmla="*/ 1541631 h 1541631"/>
              <a:gd name="connsiteX47" fmla="*/ 109587 w 2329312"/>
              <a:gd name="connsiteY47" fmla="*/ 1541631 h 1541631"/>
              <a:gd name="connsiteX48" fmla="*/ 111919 w 2329312"/>
              <a:gd name="connsiteY48" fmla="*/ 1541631 h 1541631"/>
              <a:gd name="connsiteX49" fmla="*/ 114250 w 2329312"/>
              <a:gd name="connsiteY49" fmla="*/ 1541631 h 1541631"/>
              <a:gd name="connsiteX50" fmla="*/ 116581 w 2329312"/>
              <a:gd name="connsiteY50" fmla="*/ 1541631 h 1541631"/>
              <a:gd name="connsiteX51" fmla="*/ 118914 w 2329312"/>
              <a:gd name="connsiteY51" fmla="*/ 1541631 h 1541631"/>
              <a:gd name="connsiteX52" fmla="*/ 121245 w 2329312"/>
              <a:gd name="connsiteY52" fmla="*/ 1541631 h 1541631"/>
              <a:gd name="connsiteX53" fmla="*/ 123577 w 2329312"/>
              <a:gd name="connsiteY53" fmla="*/ 1541631 h 1541631"/>
              <a:gd name="connsiteX54" fmla="*/ 125908 w 2329312"/>
              <a:gd name="connsiteY54" fmla="*/ 1541631 h 1541631"/>
              <a:gd name="connsiteX55" fmla="*/ 128241 w 2329312"/>
              <a:gd name="connsiteY55" fmla="*/ 1541631 h 1541631"/>
              <a:gd name="connsiteX56" fmla="*/ 130572 w 2329312"/>
              <a:gd name="connsiteY56" fmla="*/ 1541631 h 1541631"/>
              <a:gd name="connsiteX57" fmla="*/ 132903 w 2329312"/>
              <a:gd name="connsiteY57" fmla="*/ 1541631 h 1541631"/>
              <a:gd name="connsiteX58" fmla="*/ 135235 w 2329312"/>
              <a:gd name="connsiteY58" fmla="*/ 1541631 h 1541631"/>
              <a:gd name="connsiteX59" fmla="*/ 137566 w 2329312"/>
              <a:gd name="connsiteY59" fmla="*/ 1541631 h 1541631"/>
              <a:gd name="connsiteX60" fmla="*/ 139899 w 2329312"/>
              <a:gd name="connsiteY60" fmla="*/ 1541631 h 1541631"/>
              <a:gd name="connsiteX61" fmla="*/ 142230 w 2329312"/>
              <a:gd name="connsiteY61" fmla="*/ 1541631 h 1541631"/>
              <a:gd name="connsiteX62" fmla="*/ 144562 w 2329312"/>
              <a:gd name="connsiteY62" fmla="*/ 1541631 h 1541631"/>
              <a:gd name="connsiteX63" fmla="*/ 146893 w 2329312"/>
              <a:gd name="connsiteY63" fmla="*/ 1541631 h 1541631"/>
              <a:gd name="connsiteX64" fmla="*/ 149225 w 2329312"/>
              <a:gd name="connsiteY64" fmla="*/ 1541631 h 1541631"/>
              <a:gd name="connsiteX65" fmla="*/ 151557 w 2329312"/>
              <a:gd name="connsiteY65" fmla="*/ 1541631 h 1541631"/>
              <a:gd name="connsiteX66" fmla="*/ 153888 w 2329312"/>
              <a:gd name="connsiteY66" fmla="*/ 1541631 h 1541631"/>
              <a:gd name="connsiteX67" fmla="*/ 156220 w 2329312"/>
              <a:gd name="connsiteY67" fmla="*/ 1541631 h 1541631"/>
              <a:gd name="connsiteX68" fmla="*/ 158551 w 2329312"/>
              <a:gd name="connsiteY68" fmla="*/ 1541631 h 1541631"/>
              <a:gd name="connsiteX69" fmla="*/ 160883 w 2329312"/>
              <a:gd name="connsiteY69" fmla="*/ 1541631 h 1541631"/>
              <a:gd name="connsiteX70" fmla="*/ 163215 w 2329312"/>
              <a:gd name="connsiteY70" fmla="*/ 1541631 h 1541631"/>
              <a:gd name="connsiteX71" fmla="*/ 165547 w 2329312"/>
              <a:gd name="connsiteY71" fmla="*/ 1541631 h 1541631"/>
              <a:gd name="connsiteX72" fmla="*/ 167878 w 2329312"/>
              <a:gd name="connsiteY72" fmla="*/ 1541631 h 1541631"/>
              <a:gd name="connsiteX73" fmla="*/ 170209 w 2329312"/>
              <a:gd name="connsiteY73" fmla="*/ 1541631 h 1541631"/>
              <a:gd name="connsiteX74" fmla="*/ 172541 w 2329312"/>
              <a:gd name="connsiteY74" fmla="*/ 1541631 h 1541631"/>
              <a:gd name="connsiteX75" fmla="*/ 174873 w 2329312"/>
              <a:gd name="connsiteY75" fmla="*/ 1541631 h 1541631"/>
              <a:gd name="connsiteX76" fmla="*/ 177205 w 2329312"/>
              <a:gd name="connsiteY76" fmla="*/ 1541631 h 1541631"/>
              <a:gd name="connsiteX77" fmla="*/ 179536 w 2329312"/>
              <a:gd name="connsiteY77" fmla="*/ 1541631 h 1541631"/>
              <a:gd name="connsiteX78" fmla="*/ 181868 w 2329312"/>
              <a:gd name="connsiteY78" fmla="*/ 1541631 h 1541631"/>
              <a:gd name="connsiteX79" fmla="*/ 184199 w 2329312"/>
              <a:gd name="connsiteY79" fmla="*/ 1541631 h 1541631"/>
              <a:gd name="connsiteX80" fmla="*/ 186531 w 2329312"/>
              <a:gd name="connsiteY80" fmla="*/ 1541631 h 1541631"/>
              <a:gd name="connsiteX81" fmla="*/ 188863 w 2329312"/>
              <a:gd name="connsiteY81" fmla="*/ 1541631 h 1541631"/>
              <a:gd name="connsiteX82" fmla="*/ 191194 w 2329312"/>
              <a:gd name="connsiteY82" fmla="*/ 1541631 h 1541631"/>
              <a:gd name="connsiteX83" fmla="*/ 193526 w 2329312"/>
              <a:gd name="connsiteY83" fmla="*/ 1541631 h 1541631"/>
              <a:gd name="connsiteX84" fmla="*/ 195857 w 2329312"/>
              <a:gd name="connsiteY84" fmla="*/ 1541631 h 1541631"/>
              <a:gd name="connsiteX85" fmla="*/ 198190 w 2329312"/>
              <a:gd name="connsiteY85" fmla="*/ 1541631 h 1541631"/>
              <a:gd name="connsiteX86" fmla="*/ 200521 w 2329312"/>
              <a:gd name="connsiteY86" fmla="*/ 1541631 h 1541631"/>
              <a:gd name="connsiteX87" fmla="*/ 202853 w 2329312"/>
              <a:gd name="connsiteY87" fmla="*/ 1541631 h 1541631"/>
              <a:gd name="connsiteX88" fmla="*/ 205184 w 2329312"/>
              <a:gd name="connsiteY88" fmla="*/ 1541631 h 1541631"/>
              <a:gd name="connsiteX89" fmla="*/ 207515 w 2329312"/>
              <a:gd name="connsiteY89" fmla="*/ 1541631 h 1541631"/>
              <a:gd name="connsiteX90" fmla="*/ 209848 w 2329312"/>
              <a:gd name="connsiteY90" fmla="*/ 1541631 h 1541631"/>
              <a:gd name="connsiteX91" fmla="*/ 212179 w 2329312"/>
              <a:gd name="connsiteY91" fmla="*/ 1541631 h 1541631"/>
              <a:gd name="connsiteX92" fmla="*/ 214511 w 2329312"/>
              <a:gd name="connsiteY92" fmla="*/ 1541631 h 1541631"/>
              <a:gd name="connsiteX93" fmla="*/ 216842 w 2329312"/>
              <a:gd name="connsiteY93" fmla="*/ 1541631 h 1541631"/>
              <a:gd name="connsiteX94" fmla="*/ 219175 w 2329312"/>
              <a:gd name="connsiteY94" fmla="*/ 1541631 h 1541631"/>
              <a:gd name="connsiteX95" fmla="*/ 221506 w 2329312"/>
              <a:gd name="connsiteY95" fmla="*/ 1541631 h 1541631"/>
              <a:gd name="connsiteX96" fmla="*/ 223837 w 2329312"/>
              <a:gd name="connsiteY96" fmla="*/ 1541631 h 1541631"/>
              <a:gd name="connsiteX97" fmla="*/ 226169 w 2329312"/>
              <a:gd name="connsiteY97" fmla="*/ 1541631 h 1541631"/>
              <a:gd name="connsiteX98" fmla="*/ 228500 w 2329312"/>
              <a:gd name="connsiteY98" fmla="*/ 1541631 h 1541631"/>
              <a:gd name="connsiteX99" fmla="*/ 230833 w 2329312"/>
              <a:gd name="connsiteY99" fmla="*/ 1541631 h 1541631"/>
              <a:gd name="connsiteX100" fmla="*/ 233164 w 2329312"/>
              <a:gd name="connsiteY100" fmla="*/ 1541631 h 1541631"/>
              <a:gd name="connsiteX101" fmla="*/ 235496 w 2329312"/>
              <a:gd name="connsiteY101" fmla="*/ 1541631 h 1541631"/>
              <a:gd name="connsiteX102" fmla="*/ 237827 w 2329312"/>
              <a:gd name="connsiteY102" fmla="*/ 1541631 h 1541631"/>
              <a:gd name="connsiteX103" fmla="*/ 240158 w 2329312"/>
              <a:gd name="connsiteY103" fmla="*/ 1541631 h 1541631"/>
              <a:gd name="connsiteX104" fmla="*/ 242491 w 2329312"/>
              <a:gd name="connsiteY104" fmla="*/ 1541631 h 1541631"/>
              <a:gd name="connsiteX105" fmla="*/ 244822 w 2329312"/>
              <a:gd name="connsiteY105" fmla="*/ 1541631 h 1541631"/>
              <a:gd name="connsiteX106" fmla="*/ 247154 w 2329312"/>
              <a:gd name="connsiteY106" fmla="*/ 1541631 h 1541631"/>
              <a:gd name="connsiteX107" fmla="*/ 249485 w 2329312"/>
              <a:gd name="connsiteY107" fmla="*/ 1541631 h 1541631"/>
              <a:gd name="connsiteX108" fmla="*/ 251818 w 2329312"/>
              <a:gd name="connsiteY108" fmla="*/ 1541631 h 1541631"/>
              <a:gd name="connsiteX109" fmla="*/ 254149 w 2329312"/>
              <a:gd name="connsiteY109" fmla="*/ 1541631 h 1541631"/>
              <a:gd name="connsiteX110" fmla="*/ 256481 w 2329312"/>
              <a:gd name="connsiteY110" fmla="*/ 1541631 h 1541631"/>
              <a:gd name="connsiteX111" fmla="*/ 258812 w 2329312"/>
              <a:gd name="connsiteY111" fmla="*/ 1541631 h 1541631"/>
              <a:gd name="connsiteX112" fmla="*/ 261143 w 2329312"/>
              <a:gd name="connsiteY112" fmla="*/ 1541631 h 1541631"/>
              <a:gd name="connsiteX113" fmla="*/ 263476 w 2329312"/>
              <a:gd name="connsiteY113" fmla="*/ 1541631 h 1541631"/>
              <a:gd name="connsiteX114" fmla="*/ 265807 w 2329312"/>
              <a:gd name="connsiteY114" fmla="*/ 1541631 h 1541631"/>
              <a:gd name="connsiteX115" fmla="*/ 268139 w 2329312"/>
              <a:gd name="connsiteY115" fmla="*/ 1541631 h 1541631"/>
              <a:gd name="connsiteX116" fmla="*/ 270470 w 2329312"/>
              <a:gd name="connsiteY116" fmla="*/ 1541631 h 1541631"/>
              <a:gd name="connsiteX117" fmla="*/ 272803 w 2329312"/>
              <a:gd name="connsiteY117" fmla="*/ 1541631 h 1541631"/>
              <a:gd name="connsiteX118" fmla="*/ 275134 w 2329312"/>
              <a:gd name="connsiteY118" fmla="*/ 1541631 h 1541631"/>
              <a:gd name="connsiteX119" fmla="*/ 277465 w 2329312"/>
              <a:gd name="connsiteY119" fmla="*/ 1541631 h 1541631"/>
              <a:gd name="connsiteX120" fmla="*/ 279797 w 2329312"/>
              <a:gd name="connsiteY120" fmla="*/ 1541631 h 1541631"/>
              <a:gd name="connsiteX121" fmla="*/ 282128 w 2329312"/>
              <a:gd name="connsiteY121" fmla="*/ 1541631 h 1541631"/>
              <a:gd name="connsiteX122" fmla="*/ 284461 w 2329312"/>
              <a:gd name="connsiteY122" fmla="*/ 1541631 h 1541631"/>
              <a:gd name="connsiteX123" fmla="*/ 286792 w 2329312"/>
              <a:gd name="connsiteY123" fmla="*/ 1541631 h 1541631"/>
              <a:gd name="connsiteX124" fmla="*/ 289124 w 2329312"/>
              <a:gd name="connsiteY124" fmla="*/ 1541631 h 1541631"/>
              <a:gd name="connsiteX125" fmla="*/ 291455 w 2329312"/>
              <a:gd name="connsiteY125" fmla="*/ 1541631 h 1541631"/>
              <a:gd name="connsiteX126" fmla="*/ 293787 w 2329312"/>
              <a:gd name="connsiteY126" fmla="*/ 1541631 h 1541631"/>
              <a:gd name="connsiteX127" fmla="*/ 296119 w 2329312"/>
              <a:gd name="connsiteY127" fmla="*/ 1541631 h 1541631"/>
              <a:gd name="connsiteX128" fmla="*/ 298450 w 2329312"/>
              <a:gd name="connsiteY128" fmla="*/ 1541631 h 1541631"/>
              <a:gd name="connsiteX129" fmla="*/ 300782 w 2329312"/>
              <a:gd name="connsiteY129" fmla="*/ 1541631 h 1541631"/>
              <a:gd name="connsiteX130" fmla="*/ 303113 w 2329312"/>
              <a:gd name="connsiteY130" fmla="*/ 1541631 h 1541631"/>
              <a:gd name="connsiteX131" fmla="*/ 305445 w 2329312"/>
              <a:gd name="connsiteY131" fmla="*/ 1541631 h 1541631"/>
              <a:gd name="connsiteX132" fmla="*/ 307777 w 2329312"/>
              <a:gd name="connsiteY132" fmla="*/ 1541631 h 1541631"/>
              <a:gd name="connsiteX133" fmla="*/ 310109 w 2329312"/>
              <a:gd name="connsiteY133" fmla="*/ 1541631 h 1541631"/>
              <a:gd name="connsiteX134" fmla="*/ 312440 w 2329312"/>
              <a:gd name="connsiteY134" fmla="*/ 1541631 h 1541631"/>
              <a:gd name="connsiteX135" fmla="*/ 314771 w 2329312"/>
              <a:gd name="connsiteY135" fmla="*/ 1541631 h 1541631"/>
              <a:gd name="connsiteX136" fmla="*/ 317103 w 2329312"/>
              <a:gd name="connsiteY136" fmla="*/ 1541631 h 1541631"/>
              <a:gd name="connsiteX137" fmla="*/ 319435 w 2329312"/>
              <a:gd name="connsiteY137" fmla="*/ 1541631 h 1541631"/>
              <a:gd name="connsiteX138" fmla="*/ 321767 w 2329312"/>
              <a:gd name="connsiteY138" fmla="*/ 1541631 h 1541631"/>
              <a:gd name="connsiteX139" fmla="*/ 324098 w 2329312"/>
              <a:gd name="connsiteY139" fmla="*/ 1541631 h 1541631"/>
              <a:gd name="connsiteX140" fmla="*/ 326430 w 2329312"/>
              <a:gd name="connsiteY140" fmla="*/ 1541631 h 1541631"/>
              <a:gd name="connsiteX141" fmla="*/ 328761 w 2329312"/>
              <a:gd name="connsiteY141" fmla="*/ 1541631 h 1541631"/>
              <a:gd name="connsiteX142" fmla="*/ 331092 w 2329312"/>
              <a:gd name="connsiteY142" fmla="*/ 1541631 h 1541631"/>
              <a:gd name="connsiteX143" fmla="*/ 333425 w 2329312"/>
              <a:gd name="connsiteY143" fmla="*/ 1541631 h 1541631"/>
              <a:gd name="connsiteX144" fmla="*/ 335756 w 2329312"/>
              <a:gd name="connsiteY144" fmla="*/ 1541631 h 1541631"/>
              <a:gd name="connsiteX145" fmla="*/ 338088 w 2329312"/>
              <a:gd name="connsiteY145" fmla="*/ 1541631 h 1541631"/>
              <a:gd name="connsiteX146" fmla="*/ 340419 w 2329312"/>
              <a:gd name="connsiteY146" fmla="*/ 1541631 h 1541631"/>
              <a:gd name="connsiteX147" fmla="*/ 342752 w 2329312"/>
              <a:gd name="connsiteY147" fmla="*/ 1541631 h 1541631"/>
              <a:gd name="connsiteX148" fmla="*/ 345083 w 2329312"/>
              <a:gd name="connsiteY148" fmla="*/ 1541631 h 1541631"/>
              <a:gd name="connsiteX149" fmla="*/ 347415 w 2329312"/>
              <a:gd name="connsiteY149" fmla="*/ 1541631 h 1541631"/>
              <a:gd name="connsiteX150" fmla="*/ 349746 w 2329312"/>
              <a:gd name="connsiteY150" fmla="*/ 1541631 h 1541631"/>
              <a:gd name="connsiteX151" fmla="*/ 352077 w 2329312"/>
              <a:gd name="connsiteY151" fmla="*/ 1541631 h 1541631"/>
              <a:gd name="connsiteX152" fmla="*/ 354410 w 2329312"/>
              <a:gd name="connsiteY152" fmla="*/ 1541631 h 1541631"/>
              <a:gd name="connsiteX153" fmla="*/ 356741 w 2329312"/>
              <a:gd name="connsiteY153" fmla="*/ 1541631 h 1541631"/>
              <a:gd name="connsiteX154" fmla="*/ 359073 w 2329312"/>
              <a:gd name="connsiteY154" fmla="*/ 1541631 h 1541631"/>
              <a:gd name="connsiteX155" fmla="*/ 361404 w 2329312"/>
              <a:gd name="connsiteY155" fmla="*/ 1541631 h 1541631"/>
              <a:gd name="connsiteX156" fmla="*/ 363737 w 2329312"/>
              <a:gd name="connsiteY156" fmla="*/ 1541631 h 1541631"/>
              <a:gd name="connsiteX157" fmla="*/ 366068 w 2329312"/>
              <a:gd name="connsiteY157" fmla="*/ 1541631 h 1541631"/>
              <a:gd name="connsiteX158" fmla="*/ 368399 w 2329312"/>
              <a:gd name="connsiteY158" fmla="*/ 1541631 h 1541631"/>
              <a:gd name="connsiteX159" fmla="*/ 370731 w 2329312"/>
              <a:gd name="connsiteY159" fmla="*/ 1541631 h 1541631"/>
              <a:gd name="connsiteX160" fmla="*/ 373062 w 2329312"/>
              <a:gd name="connsiteY160" fmla="*/ 1541631 h 1541631"/>
              <a:gd name="connsiteX161" fmla="*/ 375395 w 2329312"/>
              <a:gd name="connsiteY161" fmla="*/ 1541631 h 1541631"/>
              <a:gd name="connsiteX162" fmla="*/ 377726 w 2329312"/>
              <a:gd name="connsiteY162" fmla="*/ 1541631 h 1541631"/>
              <a:gd name="connsiteX163" fmla="*/ 380058 w 2329312"/>
              <a:gd name="connsiteY163" fmla="*/ 1541631 h 1541631"/>
              <a:gd name="connsiteX164" fmla="*/ 382389 w 2329312"/>
              <a:gd name="connsiteY164" fmla="*/ 1541631 h 1541631"/>
              <a:gd name="connsiteX165" fmla="*/ 384720 w 2329312"/>
              <a:gd name="connsiteY165" fmla="*/ 1541631 h 1541631"/>
              <a:gd name="connsiteX166" fmla="*/ 387053 w 2329312"/>
              <a:gd name="connsiteY166" fmla="*/ 1541631 h 1541631"/>
              <a:gd name="connsiteX167" fmla="*/ 389384 w 2329312"/>
              <a:gd name="connsiteY167" fmla="*/ 1541631 h 1541631"/>
              <a:gd name="connsiteX168" fmla="*/ 391716 w 2329312"/>
              <a:gd name="connsiteY168" fmla="*/ 1541631 h 1541631"/>
              <a:gd name="connsiteX169" fmla="*/ 394047 w 2329312"/>
              <a:gd name="connsiteY169" fmla="*/ 1541631 h 1541631"/>
              <a:gd name="connsiteX170" fmla="*/ 396380 w 2329312"/>
              <a:gd name="connsiteY170" fmla="*/ 1541631 h 1541631"/>
              <a:gd name="connsiteX171" fmla="*/ 398711 w 2329312"/>
              <a:gd name="connsiteY171" fmla="*/ 1541631 h 1541631"/>
              <a:gd name="connsiteX172" fmla="*/ 401043 w 2329312"/>
              <a:gd name="connsiteY172" fmla="*/ 1541631 h 1541631"/>
              <a:gd name="connsiteX173" fmla="*/ 403374 w 2329312"/>
              <a:gd name="connsiteY173" fmla="*/ 1541631 h 1541631"/>
              <a:gd name="connsiteX174" fmla="*/ 405705 w 2329312"/>
              <a:gd name="connsiteY174" fmla="*/ 1541631 h 1541631"/>
              <a:gd name="connsiteX175" fmla="*/ 408038 w 2329312"/>
              <a:gd name="connsiteY175" fmla="*/ 1541631 h 1541631"/>
              <a:gd name="connsiteX176" fmla="*/ 410369 w 2329312"/>
              <a:gd name="connsiteY176" fmla="*/ 1541631 h 1541631"/>
              <a:gd name="connsiteX177" fmla="*/ 412701 w 2329312"/>
              <a:gd name="connsiteY177" fmla="*/ 1541631 h 1541631"/>
              <a:gd name="connsiteX178" fmla="*/ 415032 w 2329312"/>
              <a:gd name="connsiteY178" fmla="*/ 1541631 h 1541631"/>
              <a:gd name="connsiteX179" fmla="*/ 417364 w 2329312"/>
              <a:gd name="connsiteY179" fmla="*/ 1541631 h 1541631"/>
              <a:gd name="connsiteX180" fmla="*/ 419696 w 2329312"/>
              <a:gd name="connsiteY180" fmla="*/ 1541631 h 1541631"/>
              <a:gd name="connsiteX181" fmla="*/ 422027 w 2329312"/>
              <a:gd name="connsiteY181" fmla="*/ 1541631 h 1541631"/>
              <a:gd name="connsiteX182" fmla="*/ 424359 w 2329312"/>
              <a:gd name="connsiteY182" fmla="*/ 1541631 h 1541631"/>
              <a:gd name="connsiteX183" fmla="*/ 426690 w 2329312"/>
              <a:gd name="connsiteY183" fmla="*/ 1541631 h 1541631"/>
              <a:gd name="connsiteX184" fmla="*/ 429022 w 2329312"/>
              <a:gd name="connsiteY184" fmla="*/ 1541631 h 1541631"/>
              <a:gd name="connsiteX185" fmla="*/ 431354 w 2329312"/>
              <a:gd name="connsiteY185" fmla="*/ 1541631 h 1541631"/>
              <a:gd name="connsiteX186" fmla="*/ 433686 w 2329312"/>
              <a:gd name="connsiteY186" fmla="*/ 1541631 h 1541631"/>
              <a:gd name="connsiteX187" fmla="*/ 436017 w 2329312"/>
              <a:gd name="connsiteY187" fmla="*/ 1541631 h 1541631"/>
              <a:gd name="connsiteX188" fmla="*/ 438349 w 2329312"/>
              <a:gd name="connsiteY188" fmla="*/ 1541631 h 1541631"/>
              <a:gd name="connsiteX189" fmla="*/ 440680 w 2329312"/>
              <a:gd name="connsiteY189" fmla="*/ 1541631 h 1541631"/>
              <a:gd name="connsiteX190" fmla="*/ 443012 w 2329312"/>
              <a:gd name="connsiteY190" fmla="*/ 1541631 h 1541631"/>
              <a:gd name="connsiteX191" fmla="*/ 445344 w 2329312"/>
              <a:gd name="connsiteY191" fmla="*/ 1541631 h 1541631"/>
              <a:gd name="connsiteX192" fmla="*/ 447675 w 2329312"/>
              <a:gd name="connsiteY192" fmla="*/ 1541631 h 1541631"/>
              <a:gd name="connsiteX193" fmla="*/ 450007 w 2329312"/>
              <a:gd name="connsiteY193" fmla="*/ 1541631 h 1541631"/>
              <a:gd name="connsiteX194" fmla="*/ 452339 w 2329312"/>
              <a:gd name="connsiteY194" fmla="*/ 1541631 h 1541631"/>
              <a:gd name="connsiteX195" fmla="*/ 454671 w 2329312"/>
              <a:gd name="connsiteY195" fmla="*/ 1541631 h 1541631"/>
              <a:gd name="connsiteX196" fmla="*/ 457002 w 2329312"/>
              <a:gd name="connsiteY196" fmla="*/ 1541631 h 1541631"/>
              <a:gd name="connsiteX197" fmla="*/ 459333 w 2329312"/>
              <a:gd name="connsiteY197" fmla="*/ 1541631 h 1541631"/>
              <a:gd name="connsiteX198" fmla="*/ 461665 w 2329312"/>
              <a:gd name="connsiteY198" fmla="*/ 1541631 h 1541631"/>
              <a:gd name="connsiteX199" fmla="*/ 463997 w 2329312"/>
              <a:gd name="connsiteY199" fmla="*/ 1541631 h 1541631"/>
              <a:gd name="connsiteX200" fmla="*/ 466329 w 2329312"/>
              <a:gd name="connsiteY200" fmla="*/ 1541631 h 1541631"/>
              <a:gd name="connsiteX201" fmla="*/ 468660 w 2329312"/>
              <a:gd name="connsiteY201" fmla="*/ 1541631 h 1541631"/>
              <a:gd name="connsiteX202" fmla="*/ 470992 w 2329312"/>
              <a:gd name="connsiteY202" fmla="*/ 1541631 h 1541631"/>
              <a:gd name="connsiteX203" fmla="*/ 473323 w 2329312"/>
              <a:gd name="connsiteY203" fmla="*/ 1541631 h 1541631"/>
              <a:gd name="connsiteX204" fmla="*/ 475654 w 2329312"/>
              <a:gd name="connsiteY204" fmla="*/ 1541631 h 1541631"/>
              <a:gd name="connsiteX205" fmla="*/ 477987 w 2329312"/>
              <a:gd name="connsiteY205" fmla="*/ 1541631 h 1541631"/>
              <a:gd name="connsiteX206" fmla="*/ 480318 w 2329312"/>
              <a:gd name="connsiteY206" fmla="*/ 1541631 h 1541631"/>
              <a:gd name="connsiteX207" fmla="*/ 482650 w 2329312"/>
              <a:gd name="connsiteY207" fmla="*/ 1541631 h 1541631"/>
              <a:gd name="connsiteX208" fmla="*/ 484981 w 2329312"/>
              <a:gd name="connsiteY208" fmla="*/ 1541631 h 1541631"/>
              <a:gd name="connsiteX209" fmla="*/ 487314 w 2329312"/>
              <a:gd name="connsiteY209" fmla="*/ 1541631 h 1541631"/>
              <a:gd name="connsiteX210" fmla="*/ 489645 w 2329312"/>
              <a:gd name="connsiteY210" fmla="*/ 1541631 h 1541631"/>
              <a:gd name="connsiteX211" fmla="*/ 491977 w 2329312"/>
              <a:gd name="connsiteY211" fmla="*/ 1541631 h 1541631"/>
              <a:gd name="connsiteX212" fmla="*/ 494308 w 2329312"/>
              <a:gd name="connsiteY212" fmla="*/ 1541631 h 1541631"/>
              <a:gd name="connsiteX213" fmla="*/ 496639 w 2329312"/>
              <a:gd name="connsiteY213" fmla="*/ 1541631 h 1541631"/>
              <a:gd name="connsiteX214" fmla="*/ 498972 w 2329312"/>
              <a:gd name="connsiteY214" fmla="*/ 1541631 h 1541631"/>
              <a:gd name="connsiteX215" fmla="*/ 501303 w 2329312"/>
              <a:gd name="connsiteY215" fmla="*/ 1541631 h 1541631"/>
              <a:gd name="connsiteX216" fmla="*/ 503635 w 2329312"/>
              <a:gd name="connsiteY216" fmla="*/ 1541631 h 1541631"/>
              <a:gd name="connsiteX217" fmla="*/ 505966 w 2329312"/>
              <a:gd name="connsiteY217" fmla="*/ 1541631 h 1541631"/>
              <a:gd name="connsiteX218" fmla="*/ 508299 w 2329312"/>
              <a:gd name="connsiteY218" fmla="*/ 1541631 h 1541631"/>
              <a:gd name="connsiteX219" fmla="*/ 510630 w 2329312"/>
              <a:gd name="connsiteY219" fmla="*/ 1541631 h 1541631"/>
              <a:gd name="connsiteX220" fmla="*/ 512961 w 2329312"/>
              <a:gd name="connsiteY220" fmla="*/ 1541631 h 1541631"/>
              <a:gd name="connsiteX221" fmla="*/ 515293 w 2329312"/>
              <a:gd name="connsiteY221" fmla="*/ 1541631 h 1541631"/>
              <a:gd name="connsiteX222" fmla="*/ 517624 w 2329312"/>
              <a:gd name="connsiteY222" fmla="*/ 1541631 h 1541631"/>
              <a:gd name="connsiteX223" fmla="*/ 519957 w 2329312"/>
              <a:gd name="connsiteY223" fmla="*/ 1541631 h 1541631"/>
              <a:gd name="connsiteX224" fmla="*/ 522288 w 2329312"/>
              <a:gd name="connsiteY224" fmla="*/ 1541631 h 1541631"/>
              <a:gd name="connsiteX225" fmla="*/ 524620 w 2329312"/>
              <a:gd name="connsiteY225" fmla="*/ 1541631 h 1541631"/>
              <a:gd name="connsiteX226" fmla="*/ 526951 w 2329312"/>
              <a:gd name="connsiteY226" fmla="*/ 1541631 h 1541631"/>
              <a:gd name="connsiteX227" fmla="*/ 529282 w 2329312"/>
              <a:gd name="connsiteY227" fmla="*/ 1541631 h 1541631"/>
              <a:gd name="connsiteX228" fmla="*/ 531615 w 2329312"/>
              <a:gd name="connsiteY228" fmla="*/ 1541631 h 1541631"/>
              <a:gd name="connsiteX229" fmla="*/ 533946 w 2329312"/>
              <a:gd name="connsiteY229" fmla="*/ 1541631 h 1541631"/>
              <a:gd name="connsiteX230" fmla="*/ 536278 w 2329312"/>
              <a:gd name="connsiteY230" fmla="*/ 1541631 h 1541631"/>
              <a:gd name="connsiteX231" fmla="*/ 538609 w 2329312"/>
              <a:gd name="connsiteY231" fmla="*/ 1541631 h 1541631"/>
              <a:gd name="connsiteX232" fmla="*/ 540942 w 2329312"/>
              <a:gd name="connsiteY232" fmla="*/ 1541631 h 1541631"/>
              <a:gd name="connsiteX233" fmla="*/ 543273 w 2329312"/>
              <a:gd name="connsiteY233" fmla="*/ 1541631 h 1541631"/>
              <a:gd name="connsiteX234" fmla="*/ 545605 w 2329312"/>
              <a:gd name="connsiteY234" fmla="*/ 1541631 h 1541631"/>
              <a:gd name="connsiteX235" fmla="*/ 547936 w 2329312"/>
              <a:gd name="connsiteY235" fmla="*/ 1541631 h 1541631"/>
              <a:gd name="connsiteX236" fmla="*/ 550267 w 2329312"/>
              <a:gd name="connsiteY236" fmla="*/ 1541631 h 1541631"/>
              <a:gd name="connsiteX237" fmla="*/ 552600 w 2329312"/>
              <a:gd name="connsiteY237" fmla="*/ 1541631 h 1541631"/>
              <a:gd name="connsiteX238" fmla="*/ 554931 w 2329312"/>
              <a:gd name="connsiteY238" fmla="*/ 1541631 h 1541631"/>
              <a:gd name="connsiteX239" fmla="*/ 557263 w 2329312"/>
              <a:gd name="connsiteY239" fmla="*/ 1541631 h 1541631"/>
              <a:gd name="connsiteX240" fmla="*/ 559594 w 2329312"/>
              <a:gd name="connsiteY240" fmla="*/ 1541631 h 1541631"/>
              <a:gd name="connsiteX241" fmla="*/ 561926 w 2329312"/>
              <a:gd name="connsiteY241" fmla="*/ 1541631 h 1541631"/>
              <a:gd name="connsiteX242" fmla="*/ 564258 w 2329312"/>
              <a:gd name="connsiteY242" fmla="*/ 1541631 h 1541631"/>
              <a:gd name="connsiteX243" fmla="*/ 566589 w 2329312"/>
              <a:gd name="connsiteY243" fmla="*/ 1541631 h 1541631"/>
              <a:gd name="connsiteX244" fmla="*/ 568921 w 2329312"/>
              <a:gd name="connsiteY244" fmla="*/ 1541631 h 1541631"/>
              <a:gd name="connsiteX245" fmla="*/ 571252 w 2329312"/>
              <a:gd name="connsiteY245" fmla="*/ 1541631 h 1541631"/>
              <a:gd name="connsiteX246" fmla="*/ 573584 w 2329312"/>
              <a:gd name="connsiteY246" fmla="*/ 1541631 h 1541631"/>
              <a:gd name="connsiteX247" fmla="*/ 575916 w 2329312"/>
              <a:gd name="connsiteY247" fmla="*/ 1541631 h 1541631"/>
              <a:gd name="connsiteX248" fmla="*/ 578248 w 2329312"/>
              <a:gd name="connsiteY248" fmla="*/ 1541631 h 1541631"/>
              <a:gd name="connsiteX249" fmla="*/ 580579 w 2329312"/>
              <a:gd name="connsiteY249" fmla="*/ 1541631 h 1541631"/>
              <a:gd name="connsiteX250" fmla="*/ 582911 w 2329312"/>
              <a:gd name="connsiteY250" fmla="*/ 1541631 h 1541631"/>
              <a:gd name="connsiteX251" fmla="*/ 585242 w 2329312"/>
              <a:gd name="connsiteY251" fmla="*/ 1541631 h 1541631"/>
              <a:gd name="connsiteX252" fmla="*/ 587574 w 2329312"/>
              <a:gd name="connsiteY252" fmla="*/ 1541631 h 1541631"/>
              <a:gd name="connsiteX253" fmla="*/ 589906 w 2329312"/>
              <a:gd name="connsiteY253" fmla="*/ 1541631 h 1541631"/>
              <a:gd name="connsiteX254" fmla="*/ 592237 w 2329312"/>
              <a:gd name="connsiteY254" fmla="*/ 1541631 h 1541631"/>
              <a:gd name="connsiteX255" fmla="*/ 594569 w 2329312"/>
              <a:gd name="connsiteY255" fmla="*/ 1541631 h 1541631"/>
              <a:gd name="connsiteX256" fmla="*/ 596900 w 2329312"/>
              <a:gd name="connsiteY256" fmla="*/ 1541631 h 1541631"/>
              <a:gd name="connsiteX257" fmla="*/ 599233 w 2329312"/>
              <a:gd name="connsiteY257" fmla="*/ 1541631 h 1541631"/>
              <a:gd name="connsiteX258" fmla="*/ 601564 w 2329312"/>
              <a:gd name="connsiteY258" fmla="*/ 1541631 h 1541631"/>
              <a:gd name="connsiteX259" fmla="*/ 603895 w 2329312"/>
              <a:gd name="connsiteY259" fmla="*/ 1541631 h 1541631"/>
              <a:gd name="connsiteX260" fmla="*/ 606227 w 2329312"/>
              <a:gd name="connsiteY260" fmla="*/ 1541631 h 1541631"/>
              <a:gd name="connsiteX261" fmla="*/ 608558 w 2329312"/>
              <a:gd name="connsiteY261" fmla="*/ 1541631 h 1541631"/>
              <a:gd name="connsiteX262" fmla="*/ 610891 w 2329312"/>
              <a:gd name="connsiteY262" fmla="*/ 1541631 h 1541631"/>
              <a:gd name="connsiteX263" fmla="*/ 613222 w 2329312"/>
              <a:gd name="connsiteY263" fmla="*/ 1541631 h 1541631"/>
              <a:gd name="connsiteX264" fmla="*/ 615554 w 2329312"/>
              <a:gd name="connsiteY264" fmla="*/ 1541631 h 1541631"/>
              <a:gd name="connsiteX265" fmla="*/ 617885 w 2329312"/>
              <a:gd name="connsiteY265" fmla="*/ 1541631 h 1541631"/>
              <a:gd name="connsiteX266" fmla="*/ 620216 w 2329312"/>
              <a:gd name="connsiteY266" fmla="*/ 1541631 h 1541631"/>
              <a:gd name="connsiteX267" fmla="*/ 622549 w 2329312"/>
              <a:gd name="connsiteY267" fmla="*/ 1541631 h 1541631"/>
              <a:gd name="connsiteX268" fmla="*/ 624880 w 2329312"/>
              <a:gd name="connsiteY268" fmla="*/ 1541631 h 1541631"/>
              <a:gd name="connsiteX269" fmla="*/ 627212 w 2329312"/>
              <a:gd name="connsiteY269" fmla="*/ 1541631 h 1541631"/>
              <a:gd name="connsiteX270" fmla="*/ 629543 w 2329312"/>
              <a:gd name="connsiteY270" fmla="*/ 1541631 h 1541631"/>
              <a:gd name="connsiteX271" fmla="*/ 631876 w 2329312"/>
              <a:gd name="connsiteY271" fmla="*/ 1541631 h 1541631"/>
              <a:gd name="connsiteX272" fmla="*/ 634207 w 2329312"/>
              <a:gd name="connsiteY272" fmla="*/ 1541631 h 1541631"/>
              <a:gd name="connsiteX273" fmla="*/ 636539 w 2329312"/>
              <a:gd name="connsiteY273" fmla="*/ 1541631 h 1541631"/>
              <a:gd name="connsiteX274" fmla="*/ 638870 w 2329312"/>
              <a:gd name="connsiteY274" fmla="*/ 1541631 h 1541631"/>
              <a:gd name="connsiteX275" fmla="*/ 641201 w 2329312"/>
              <a:gd name="connsiteY275" fmla="*/ 1541631 h 1541631"/>
              <a:gd name="connsiteX276" fmla="*/ 643534 w 2329312"/>
              <a:gd name="connsiteY276" fmla="*/ 1541631 h 1541631"/>
              <a:gd name="connsiteX277" fmla="*/ 645865 w 2329312"/>
              <a:gd name="connsiteY277" fmla="*/ 1541631 h 1541631"/>
              <a:gd name="connsiteX278" fmla="*/ 648197 w 2329312"/>
              <a:gd name="connsiteY278" fmla="*/ 1541631 h 1541631"/>
              <a:gd name="connsiteX279" fmla="*/ 650528 w 2329312"/>
              <a:gd name="connsiteY279" fmla="*/ 1541631 h 1541631"/>
              <a:gd name="connsiteX280" fmla="*/ 652861 w 2329312"/>
              <a:gd name="connsiteY280" fmla="*/ 1541631 h 1541631"/>
              <a:gd name="connsiteX281" fmla="*/ 655192 w 2329312"/>
              <a:gd name="connsiteY281" fmla="*/ 1541631 h 1541631"/>
              <a:gd name="connsiteX282" fmla="*/ 657523 w 2329312"/>
              <a:gd name="connsiteY282" fmla="*/ 1541631 h 1541631"/>
              <a:gd name="connsiteX283" fmla="*/ 659855 w 2329312"/>
              <a:gd name="connsiteY283" fmla="*/ 1541631 h 1541631"/>
              <a:gd name="connsiteX284" fmla="*/ 662186 w 2329312"/>
              <a:gd name="connsiteY284" fmla="*/ 1541631 h 1541631"/>
              <a:gd name="connsiteX285" fmla="*/ 664519 w 2329312"/>
              <a:gd name="connsiteY285" fmla="*/ 1541631 h 1541631"/>
              <a:gd name="connsiteX286" fmla="*/ 666850 w 2329312"/>
              <a:gd name="connsiteY286" fmla="*/ 1541631 h 1541631"/>
              <a:gd name="connsiteX287" fmla="*/ 669182 w 2329312"/>
              <a:gd name="connsiteY287" fmla="*/ 1541631 h 1541631"/>
              <a:gd name="connsiteX288" fmla="*/ 671513 w 2329312"/>
              <a:gd name="connsiteY288" fmla="*/ 1541631 h 1541631"/>
              <a:gd name="connsiteX289" fmla="*/ 673845 w 2329312"/>
              <a:gd name="connsiteY289" fmla="*/ 1541631 h 1541631"/>
              <a:gd name="connsiteX290" fmla="*/ 676177 w 2329312"/>
              <a:gd name="connsiteY290" fmla="*/ 1541631 h 1541631"/>
              <a:gd name="connsiteX291" fmla="*/ 678508 w 2329312"/>
              <a:gd name="connsiteY291" fmla="*/ 1541631 h 1541631"/>
              <a:gd name="connsiteX292" fmla="*/ 680840 w 2329312"/>
              <a:gd name="connsiteY292" fmla="*/ 1541631 h 1541631"/>
              <a:gd name="connsiteX293" fmla="*/ 683171 w 2329312"/>
              <a:gd name="connsiteY293" fmla="*/ 1541631 h 1541631"/>
              <a:gd name="connsiteX294" fmla="*/ 685504 w 2329312"/>
              <a:gd name="connsiteY294" fmla="*/ 1541631 h 1541631"/>
              <a:gd name="connsiteX295" fmla="*/ 687835 w 2329312"/>
              <a:gd name="connsiteY295" fmla="*/ 1541631 h 1541631"/>
              <a:gd name="connsiteX296" fmla="*/ 690167 w 2329312"/>
              <a:gd name="connsiteY296" fmla="*/ 1541631 h 1541631"/>
              <a:gd name="connsiteX297" fmla="*/ 692498 w 2329312"/>
              <a:gd name="connsiteY297" fmla="*/ 1541631 h 1541631"/>
              <a:gd name="connsiteX298" fmla="*/ 694829 w 2329312"/>
              <a:gd name="connsiteY298" fmla="*/ 1541631 h 1541631"/>
              <a:gd name="connsiteX299" fmla="*/ 697162 w 2329312"/>
              <a:gd name="connsiteY299" fmla="*/ 1541631 h 1541631"/>
              <a:gd name="connsiteX300" fmla="*/ 699493 w 2329312"/>
              <a:gd name="connsiteY300" fmla="*/ 1541631 h 1541631"/>
              <a:gd name="connsiteX301" fmla="*/ 701825 w 2329312"/>
              <a:gd name="connsiteY301" fmla="*/ 1541631 h 1541631"/>
              <a:gd name="connsiteX302" fmla="*/ 704156 w 2329312"/>
              <a:gd name="connsiteY302" fmla="*/ 1541631 h 1541631"/>
              <a:gd name="connsiteX303" fmla="*/ 706488 w 2329312"/>
              <a:gd name="connsiteY303" fmla="*/ 1541631 h 1541631"/>
              <a:gd name="connsiteX304" fmla="*/ 708820 w 2329312"/>
              <a:gd name="connsiteY304" fmla="*/ 1541631 h 1541631"/>
              <a:gd name="connsiteX305" fmla="*/ 711151 w 2329312"/>
              <a:gd name="connsiteY305" fmla="*/ 1541631 h 1541631"/>
              <a:gd name="connsiteX306" fmla="*/ 713483 w 2329312"/>
              <a:gd name="connsiteY306" fmla="*/ 1541631 h 1541631"/>
              <a:gd name="connsiteX307" fmla="*/ 715814 w 2329312"/>
              <a:gd name="connsiteY307" fmla="*/ 1541631 h 1541631"/>
              <a:gd name="connsiteX308" fmla="*/ 718146 w 2329312"/>
              <a:gd name="connsiteY308" fmla="*/ 1541631 h 1541631"/>
              <a:gd name="connsiteX309" fmla="*/ 720478 w 2329312"/>
              <a:gd name="connsiteY309" fmla="*/ 1541631 h 1541631"/>
              <a:gd name="connsiteX310" fmla="*/ 722810 w 2329312"/>
              <a:gd name="connsiteY310" fmla="*/ 1541631 h 1541631"/>
              <a:gd name="connsiteX311" fmla="*/ 725141 w 2329312"/>
              <a:gd name="connsiteY311" fmla="*/ 1541631 h 1541631"/>
              <a:gd name="connsiteX312" fmla="*/ 727473 w 2329312"/>
              <a:gd name="connsiteY312" fmla="*/ 1541631 h 1541631"/>
              <a:gd name="connsiteX313" fmla="*/ 729804 w 2329312"/>
              <a:gd name="connsiteY313" fmla="*/ 1541631 h 1541631"/>
              <a:gd name="connsiteX314" fmla="*/ 732136 w 2329312"/>
              <a:gd name="connsiteY314" fmla="*/ 1541631 h 1541631"/>
              <a:gd name="connsiteX315" fmla="*/ 734468 w 2329312"/>
              <a:gd name="connsiteY315" fmla="*/ 1541631 h 1541631"/>
              <a:gd name="connsiteX316" fmla="*/ 736803 w 2329312"/>
              <a:gd name="connsiteY316" fmla="*/ 1541631 h 1541631"/>
              <a:gd name="connsiteX317" fmla="*/ 739128 w 2329312"/>
              <a:gd name="connsiteY317" fmla="*/ 1541631 h 1541631"/>
              <a:gd name="connsiteX318" fmla="*/ 741465 w 2329312"/>
              <a:gd name="connsiteY318" fmla="*/ 1541631 h 1541631"/>
              <a:gd name="connsiteX319" fmla="*/ 743790 w 2329312"/>
              <a:gd name="connsiteY319" fmla="*/ 1541631 h 1541631"/>
              <a:gd name="connsiteX320" fmla="*/ 746127 w 2329312"/>
              <a:gd name="connsiteY320" fmla="*/ 1541631 h 1541631"/>
              <a:gd name="connsiteX321" fmla="*/ 748452 w 2329312"/>
              <a:gd name="connsiteY321" fmla="*/ 1541631 h 1541631"/>
              <a:gd name="connsiteX322" fmla="*/ 750789 w 2329312"/>
              <a:gd name="connsiteY322" fmla="*/ 1541631 h 1541631"/>
              <a:gd name="connsiteX323" fmla="*/ 753127 w 2329312"/>
              <a:gd name="connsiteY323" fmla="*/ 1541631 h 1541631"/>
              <a:gd name="connsiteX324" fmla="*/ 755452 w 2329312"/>
              <a:gd name="connsiteY324" fmla="*/ 1541631 h 1541631"/>
              <a:gd name="connsiteX325" fmla="*/ 757789 w 2329312"/>
              <a:gd name="connsiteY325" fmla="*/ 1541631 h 1541631"/>
              <a:gd name="connsiteX326" fmla="*/ 760114 w 2329312"/>
              <a:gd name="connsiteY326" fmla="*/ 1541631 h 1541631"/>
              <a:gd name="connsiteX327" fmla="*/ 762451 w 2329312"/>
              <a:gd name="connsiteY327" fmla="*/ 1541631 h 1541631"/>
              <a:gd name="connsiteX328" fmla="*/ 764776 w 2329312"/>
              <a:gd name="connsiteY328" fmla="*/ 1541631 h 1541631"/>
              <a:gd name="connsiteX329" fmla="*/ 767113 w 2329312"/>
              <a:gd name="connsiteY329" fmla="*/ 1541631 h 1541631"/>
              <a:gd name="connsiteX330" fmla="*/ 769438 w 2329312"/>
              <a:gd name="connsiteY330" fmla="*/ 1541631 h 1541631"/>
              <a:gd name="connsiteX331" fmla="*/ 771776 w 2329312"/>
              <a:gd name="connsiteY331" fmla="*/ 1541631 h 1541631"/>
              <a:gd name="connsiteX332" fmla="*/ 774100 w 2329312"/>
              <a:gd name="connsiteY332" fmla="*/ 1541631 h 1541631"/>
              <a:gd name="connsiteX333" fmla="*/ 776438 w 2329312"/>
              <a:gd name="connsiteY333" fmla="*/ 1541631 h 1541631"/>
              <a:gd name="connsiteX334" fmla="*/ 778775 w 2329312"/>
              <a:gd name="connsiteY334" fmla="*/ 1541631 h 1541631"/>
              <a:gd name="connsiteX335" fmla="*/ 781100 w 2329312"/>
              <a:gd name="connsiteY335" fmla="*/ 1541631 h 1541631"/>
              <a:gd name="connsiteX336" fmla="*/ 783437 w 2329312"/>
              <a:gd name="connsiteY336" fmla="*/ 1541631 h 1541631"/>
              <a:gd name="connsiteX337" fmla="*/ 785762 w 2329312"/>
              <a:gd name="connsiteY337" fmla="*/ 1541631 h 1541631"/>
              <a:gd name="connsiteX338" fmla="*/ 788099 w 2329312"/>
              <a:gd name="connsiteY338" fmla="*/ 1541631 h 1541631"/>
              <a:gd name="connsiteX339" fmla="*/ 790424 w 2329312"/>
              <a:gd name="connsiteY339" fmla="*/ 1541631 h 1541631"/>
              <a:gd name="connsiteX340" fmla="*/ 792762 w 2329312"/>
              <a:gd name="connsiteY340" fmla="*/ 1541631 h 1541631"/>
              <a:gd name="connsiteX341" fmla="*/ 795087 w 2329312"/>
              <a:gd name="connsiteY341" fmla="*/ 1541631 h 1541631"/>
              <a:gd name="connsiteX342" fmla="*/ 797424 w 2329312"/>
              <a:gd name="connsiteY342" fmla="*/ 1541631 h 1541631"/>
              <a:gd name="connsiteX343" fmla="*/ 799749 w 2329312"/>
              <a:gd name="connsiteY343" fmla="*/ 1541631 h 1541631"/>
              <a:gd name="connsiteX344" fmla="*/ 802086 w 2329312"/>
              <a:gd name="connsiteY344" fmla="*/ 1541631 h 1541631"/>
              <a:gd name="connsiteX345" fmla="*/ 804411 w 2329312"/>
              <a:gd name="connsiteY345" fmla="*/ 1541631 h 1541631"/>
              <a:gd name="connsiteX346" fmla="*/ 806748 w 2329312"/>
              <a:gd name="connsiteY346" fmla="*/ 1541631 h 1541631"/>
              <a:gd name="connsiteX347" fmla="*/ 809086 w 2329312"/>
              <a:gd name="connsiteY347" fmla="*/ 1541631 h 1541631"/>
              <a:gd name="connsiteX348" fmla="*/ 811410 w 2329312"/>
              <a:gd name="connsiteY348" fmla="*/ 1541631 h 1541631"/>
              <a:gd name="connsiteX349" fmla="*/ 813748 w 2329312"/>
              <a:gd name="connsiteY349" fmla="*/ 1541631 h 1541631"/>
              <a:gd name="connsiteX350" fmla="*/ 816073 w 2329312"/>
              <a:gd name="connsiteY350" fmla="*/ 1541631 h 1541631"/>
              <a:gd name="connsiteX351" fmla="*/ 818410 w 2329312"/>
              <a:gd name="connsiteY351" fmla="*/ 1541631 h 1541631"/>
              <a:gd name="connsiteX352" fmla="*/ 820735 w 2329312"/>
              <a:gd name="connsiteY352" fmla="*/ 1541631 h 1541631"/>
              <a:gd name="connsiteX353" fmla="*/ 823072 w 2329312"/>
              <a:gd name="connsiteY353" fmla="*/ 1541631 h 1541631"/>
              <a:gd name="connsiteX354" fmla="*/ 825397 w 2329312"/>
              <a:gd name="connsiteY354" fmla="*/ 1541631 h 1541631"/>
              <a:gd name="connsiteX355" fmla="*/ 827734 w 2329312"/>
              <a:gd name="connsiteY355" fmla="*/ 1541631 h 1541631"/>
              <a:gd name="connsiteX356" fmla="*/ 830059 w 2329312"/>
              <a:gd name="connsiteY356" fmla="*/ 1541631 h 1541631"/>
              <a:gd name="connsiteX357" fmla="*/ 832397 w 2329312"/>
              <a:gd name="connsiteY357" fmla="*/ 1541631 h 1541631"/>
              <a:gd name="connsiteX358" fmla="*/ 834734 w 2329312"/>
              <a:gd name="connsiteY358" fmla="*/ 1541631 h 1541631"/>
              <a:gd name="connsiteX359" fmla="*/ 837059 w 2329312"/>
              <a:gd name="connsiteY359" fmla="*/ 1541631 h 1541631"/>
              <a:gd name="connsiteX360" fmla="*/ 839396 w 2329312"/>
              <a:gd name="connsiteY360" fmla="*/ 1541631 h 1541631"/>
              <a:gd name="connsiteX361" fmla="*/ 841721 w 2329312"/>
              <a:gd name="connsiteY361" fmla="*/ 1541631 h 1541631"/>
              <a:gd name="connsiteX362" fmla="*/ 844058 w 2329312"/>
              <a:gd name="connsiteY362" fmla="*/ 1541631 h 1541631"/>
              <a:gd name="connsiteX363" fmla="*/ 846383 w 2329312"/>
              <a:gd name="connsiteY363" fmla="*/ 1541631 h 1541631"/>
              <a:gd name="connsiteX364" fmla="*/ 848720 w 2329312"/>
              <a:gd name="connsiteY364" fmla="*/ 1541631 h 1541631"/>
              <a:gd name="connsiteX365" fmla="*/ 851045 w 2329312"/>
              <a:gd name="connsiteY365" fmla="*/ 1541631 h 1541631"/>
              <a:gd name="connsiteX366" fmla="*/ 853383 w 2329312"/>
              <a:gd name="connsiteY366" fmla="*/ 1541631 h 1541631"/>
              <a:gd name="connsiteX367" fmla="*/ 855708 w 2329312"/>
              <a:gd name="connsiteY367" fmla="*/ 1541631 h 1541631"/>
              <a:gd name="connsiteX368" fmla="*/ 858045 w 2329312"/>
              <a:gd name="connsiteY368" fmla="*/ 1541631 h 1541631"/>
              <a:gd name="connsiteX369" fmla="*/ 860382 w 2329312"/>
              <a:gd name="connsiteY369" fmla="*/ 1541631 h 1541631"/>
              <a:gd name="connsiteX370" fmla="*/ 862707 w 2329312"/>
              <a:gd name="connsiteY370" fmla="*/ 1541631 h 1541631"/>
              <a:gd name="connsiteX371" fmla="*/ 865044 w 2329312"/>
              <a:gd name="connsiteY371" fmla="*/ 1541631 h 1541631"/>
              <a:gd name="connsiteX372" fmla="*/ 867369 w 2329312"/>
              <a:gd name="connsiteY372" fmla="*/ 1541631 h 1541631"/>
              <a:gd name="connsiteX373" fmla="*/ 869707 w 2329312"/>
              <a:gd name="connsiteY373" fmla="*/ 1541631 h 1541631"/>
              <a:gd name="connsiteX374" fmla="*/ 872032 w 2329312"/>
              <a:gd name="connsiteY374" fmla="*/ 1541631 h 1541631"/>
              <a:gd name="connsiteX375" fmla="*/ 874369 w 2329312"/>
              <a:gd name="connsiteY375" fmla="*/ 1541631 h 1541631"/>
              <a:gd name="connsiteX376" fmla="*/ 876694 w 2329312"/>
              <a:gd name="connsiteY376" fmla="*/ 1541631 h 1541631"/>
              <a:gd name="connsiteX377" fmla="*/ 879031 w 2329312"/>
              <a:gd name="connsiteY377" fmla="*/ 1541631 h 1541631"/>
              <a:gd name="connsiteX378" fmla="*/ 881356 w 2329312"/>
              <a:gd name="connsiteY378" fmla="*/ 1541631 h 1541631"/>
              <a:gd name="connsiteX379" fmla="*/ 883693 w 2329312"/>
              <a:gd name="connsiteY379" fmla="*/ 1541631 h 1541631"/>
              <a:gd name="connsiteX380" fmla="*/ 886031 w 2329312"/>
              <a:gd name="connsiteY380" fmla="*/ 1541631 h 1541631"/>
              <a:gd name="connsiteX381" fmla="*/ 888355 w 2329312"/>
              <a:gd name="connsiteY381" fmla="*/ 1541631 h 1541631"/>
              <a:gd name="connsiteX382" fmla="*/ 890693 w 2329312"/>
              <a:gd name="connsiteY382" fmla="*/ 1541631 h 1541631"/>
              <a:gd name="connsiteX383" fmla="*/ 893018 w 2329312"/>
              <a:gd name="connsiteY383" fmla="*/ 1541631 h 1541631"/>
              <a:gd name="connsiteX384" fmla="*/ 895355 w 2329312"/>
              <a:gd name="connsiteY384" fmla="*/ 1541631 h 1541631"/>
              <a:gd name="connsiteX385" fmla="*/ 897680 w 2329312"/>
              <a:gd name="connsiteY385" fmla="*/ 1541631 h 1541631"/>
              <a:gd name="connsiteX386" fmla="*/ 900017 w 2329312"/>
              <a:gd name="connsiteY386" fmla="*/ 1541631 h 1541631"/>
              <a:gd name="connsiteX387" fmla="*/ 902342 w 2329312"/>
              <a:gd name="connsiteY387" fmla="*/ 1541631 h 1541631"/>
              <a:gd name="connsiteX388" fmla="*/ 904679 w 2329312"/>
              <a:gd name="connsiteY388" fmla="*/ 1541631 h 1541631"/>
              <a:gd name="connsiteX389" fmla="*/ 907004 w 2329312"/>
              <a:gd name="connsiteY389" fmla="*/ 1541631 h 1541631"/>
              <a:gd name="connsiteX390" fmla="*/ 909342 w 2329312"/>
              <a:gd name="connsiteY390" fmla="*/ 1541631 h 1541631"/>
              <a:gd name="connsiteX391" fmla="*/ 911667 w 2329312"/>
              <a:gd name="connsiteY391" fmla="*/ 1541631 h 1541631"/>
              <a:gd name="connsiteX392" fmla="*/ 914004 w 2329312"/>
              <a:gd name="connsiteY392" fmla="*/ 1541631 h 1541631"/>
              <a:gd name="connsiteX393" fmla="*/ 916341 w 2329312"/>
              <a:gd name="connsiteY393" fmla="*/ 1541631 h 1541631"/>
              <a:gd name="connsiteX394" fmla="*/ 918666 w 2329312"/>
              <a:gd name="connsiteY394" fmla="*/ 1541631 h 1541631"/>
              <a:gd name="connsiteX395" fmla="*/ 921003 w 2329312"/>
              <a:gd name="connsiteY395" fmla="*/ 1541631 h 1541631"/>
              <a:gd name="connsiteX396" fmla="*/ 923328 w 2329312"/>
              <a:gd name="connsiteY396" fmla="*/ 1541631 h 1541631"/>
              <a:gd name="connsiteX397" fmla="*/ 925666 w 2329312"/>
              <a:gd name="connsiteY397" fmla="*/ 1541631 h 1541631"/>
              <a:gd name="connsiteX398" fmla="*/ 927991 w 2329312"/>
              <a:gd name="connsiteY398" fmla="*/ 1541631 h 1541631"/>
              <a:gd name="connsiteX399" fmla="*/ 930328 w 2329312"/>
              <a:gd name="connsiteY399" fmla="*/ 1541631 h 1541631"/>
              <a:gd name="connsiteX400" fmla="*/ 932653 w 2329312"/>
              <a:gd name="connsiteY400" fmla="*/ 1541631 h 1541631"/>
              <a:gd name="connsiteX401" fmla="*/ 934990 w 2329312"/>
              <a:gd name="connsiteY401" fmla="*/ 1541631 h 1541631"/>
              <a:gd name="connsiteX402" fmla="*/ 937315 w 2329312"/>
              <a:gd name="connsiteY402" fmla="*/ 1541631 h 1541631"/>
              <a:gd name="connsiteX403" fmla="*/ 939652 w 2329312"/>
              <a:gd name="connsiteY403" fmla="*/ 1541631 h 1541631"/>
              <a:gd name="connsiteX404" fmla="*/ 941990 w 2329312"/>
              <a:gd name="connsiteY404" fmla="*/ 1541631 h 1541631"/>
              <a:gd name="connsiteX405" fmla="*/ 944315 w 2329312"/>
              <a:gd name="connsiteY405" fmla="*/ 1541631 h 1541631"/>
              <a:gd name="connsiteX406" fmla="*/ 946652 w 2329312"/>
              <a:gd name="connsiteY406" fmla="*/ 1541631 h 1541631"/>
              <a:gd name="connsiteX407" fmla="*/ 948977 w 2329312"/>
              <a:gd name="connsiteY407" fmla="*/ 1541631 h 1541631"/>
              <a:gd name="connsiteX408" fmla="*/ 951314 w 2329312"/>
              <a:gd name="connsiteY408" fmla="*/ 1541631 h 1541631"/>
              <a:gd name="connsiteX409" fmla="*/ 953639 w 2329312"/>
              <a:gd name="connsiteY409" fmla="*/ 1541631 h 1541631"/>
              <a:gd name="connsiteX410" fmla="*/ 955976 w 2329312"/>
              <a:gd name="connsiteY410" fmla="*/ 1541631 h 1541631"/>
              <a:gd name="connsiteX411" fmla="*/ 958301 w 2329312"/>
              <a:gd name="connsiteY411" fmla="*/ 1541631 h 1541631"/>
              <a:gd name="connsiteX412" fmla="*/ 960638 w 2329312"/>
              <a:gd name="connsiteY412" fmla="*/ 1541631 h 1541631"/>
              <a:gd name="connsiteX413" fmla="*/ 962963 w 2329312"/>
              <a:gd name="connsiteY413" fmla="*/ 1541631 h 1541631"/>
              <a:gd name="connsiteX414" fmla="*/ 965301 w 2329312"/>
              <a:gd name="connsiteY414" fmla="*/ 1541631 h 1541631"/>
              <a:gd name="connsiteX415" fmla="*/ 967638 w 2329312"/>
              <a:gd name="connsiteY415" fmla="*/ 1541631 h 1541631"/>
              <a:gd name="connsiteX416" fmla="*/ 969963 w 2329312"/>
              <a:gd name="connsiteY416" fmla="*/ 1541631 h 1541631"/>
              <a:gd name="connsiteX417" fmla="*/ 972300 w 2329312"/>
              <a:gd name="connsiteY417" fmla="*/ 1541631 h 1541631"/>
              <a:gd name="connsiteX418" fmla="*/ 974625 w 2329312"/>
              <a:gd name="connsiteY418" fmla="*/ 1541631 h 1541631"/>
              <a:gd name="connsiteX419" fmla="*/ 976962 w 2329312"/>
              <a:gd name="connsiteY419" fmla="*/ 1541631 h 1541631"/>
              <a:gd name="connsiteX420" fmla="*/ 979287 w 2329312"/>
              <a:gd name="connsiteY420" fmla="*/ 1541631 h 1541631"/>
              <a:gd name="connsiteX421" fmla="*/ 981625 w 2329312"/>
              <a:gd name="connsiteY421" fmla="*/ 1541631 h 1541631"/>
              <a:gd name="connsiteX422" fmla="*/ 983949 w 2329312"/>
              <a:gd name="connsiteY422" fmla="*/ 1541631 h 1541631"/>
              <a:gd name="connsiteX423" fmla="*/ 986287 w 2329312"/>
              <a:gd name="connsiteY423" fmla="*/ 1541631 h 1541631"/>
              <a:gd name="connsiteX424" fmla="*/ 988612 w 2329312"/>
              <a:gd name="connsiteY424" fmla="*/ 1541631 h 1541631"/>
              <a:gd name="connsiteX425" fmla="*/ 990949 w 2329312"/>
              <a:gd name="connsiteY425" fmla="*/ 1541631 h 1541631"/>
              <a:gd name="connsiteX426" fmla="*/ 993286 w 2329312"/>
              <a:gd name="connsiteY426" fmla="*/ 1541631 h 1541631"/>
              <a:gd name="connsiteX427" fmla="*/ 995611 w 2329312"/>
              <a:gd name="connsiteY427" fmla="*/ 1541631 h 1541631"/>
              <a:gd name="connsiteX428" fmla="*/ 997948 w 2329312"/>
              <a:gd name="connsiteY428" fmla="*/ 1541631 h 1541631"/>
              <a:gd name="connsiteX429" fmla="*/ 1000273 w 2329312"/>
              <a:gd name="connsiteY429" fmla="*/ 1541631 h 1541631"/>
              <a:gd name="connsiteX430" fmla="*/ 1002611 w 2329312"/>
              <a:gd name="connsiteY430" fmla="*/ 1541631 h 1541631"/>
              <a:gd name="connsiteX431" fmla="*/ 1004936 w 2329312"/>
              <a:gd name="connsiteY431" fmla="*/ 1541631 h 1541631"/>
              <a:gd name="connsiteX432" fmla="*/ 1007273 w 2329312"/>
              <a:gd name="connsiteY432" fmla="*/ 1541631 h 1541631"/>
              <a:gd name="connsiteX433" fmla="*/ 1009598 w 2329312"/>
              <a:gd name="connsiteY433" fmla="*/ 1541631 h 1541631"/>
              <a:gd name="connsiteX434" fmla="*/ 1011935 w 2329312"/>
              <a:gd name="connsiteY434" fmla="*/ 1541631 h 1541631"/>
              <a:gd name="connsiteX435" fmla="*/ 1014260 w 2329312"/>
              <a:gd name="connsiteY435" fmla="*/ 1541631 h 1541631"/>
              <a:gd name="connsiteX436" fmla="*/ 1016597 w 2329312"/>
              <a:gd name="connsiteY436" fmla="*/ 1541631 h 1541631"/>
              <a:gd name="connsiteX437" fmla="*/ 1018922 w 2329312"/>
              <a:gd name="connsiteY437" fmla="*/ 1541631 h 1541631"/>
              <a:gd name="connsiteX438" fmla="*/ 1021259 w 2329312"/>
              <a:gd name="connsiteY438" fmla="*/ 1541631 h 1541631"/>
              <a:gd name="connsiteX439" fmla="*/ 1023597 w 2329312"/>
              <a:gd name="connsiteY439" fmla="*/ 1541631 h 1541631"/>
              <a:gd name="connsiteX440" fmla="*/ 1025922 w 2329312"/>
              <a:gd name="connsiteY440" fmla="*/ 1541631 h 1541631"/>
              <a:gd name="connsiteX441" fmla="*/ 1028259 w 2329312"/>
              <a:gd name="connsiteY441" fmla="*/ 1541631 h 1541631"/>
              <a:gd name="connsiteX442" fmla="*/ 1030584 w 2329312"/>
              <a:gd name="connsiteY442" fmla="*/ 1541631 h 1541631"/>
              <a:gd name="connsiteX443" fmla="*/ 1032921 w 2329312"/>
              <a:gd name="connsiteY443" fmla="*/ 1541631 h 1541631"/>
              <a:gd name="connsiteX444" fmla="*/ 1035246 w 2329312"/>
              <a:gd name="connsiteY444" fmla="*/ 1541631 h 1541631"/>
              <a:gd name="connsiteX445" fmla="*/ 1037583 w 2329312"/>
              <a:gd name="connsiteY445" fmla="*/ 1541631 h 1541631"/>
              <a:gd name="connsiteX446" fmla="*/ 1039908 w 2329312"/>
              <a:gd name="connsiteY446" fmla="*/ 1541631 h 1541631"/>
              <a:gd name="connsiteX447" fmla="*/ 1042246 w 2329312"/>
              <a:gd name="connsiteY447" fmla="*/ 1541631 h 1541631"/>
              <a:gd name="connsiteX448" fmla="*/ 1044571 w 2329312"/>
              <a:gd name="connsiteY448" fmla="*/ 1541631 h 1541631"/>
              <a:gd name="connsiteX449" fmla="*/ 1046908 w 2329312"/>
              <a:gd name="connsiteY449" fmla="*/ 1541631 h 1541631"/>
              <a:gd name="connsiteX450" fmla="*/ 1049245 w 2329312"/>
              <a:gd name="connsiteY450" fmla="*/ 1541631 h 1541631"/>
              <a:gd name="connsiteX451" fmla="*/ 1051570 w 2329312"/>
              <a:gd name="connsiteY451" fmla="*/ 1541631 h 1541631"/>
              <a:gd name="connsiteX452" fmla="*/ 1053907 w 2329312"/>
              <a:gd name="connsiteY452" fmla="*/ 1541631 h 1541631"/>
              <a:gd name="connsiteX453" fmla="*/ 1056232 w 2329312"/>
              <a:gd name="connsiteY453" fmla="*/ 1541631 h 1541631"/>
              <a:gd name="connsiteX454" fmla="*/ 1058569 w 2329312"/>
              <a:gd name="connsiteY454" fmla="*/ 1541631 h 1541631"/>
              <a:gd name="connsiteX455" fmla="*/ 1060894 w 2329312"/>
              <a:gd name="connsiteY455" fmla="*/ 1541631 h 1541631"/>
              <a:gd name="connsiteX456" fmla="*/ 1063232 w 2329312"/>
              <a:gd name="connsiteY456" fmla="*/ 1541631 h 1541631"/>
              <a:gd name="connsiteX457" fmla="*/ 1065557 w 2329312"/>
              <a:gd name="connsiteY457" fmla="*/ 1541631 h 1541631"/>
              <a:gd name="connsiteX458" fmla="*/ 1067894 w 2329312"/>
              <a:gd name="connsiteY458" fmla="*/ 1541631 h 1541631"/>
              <a:gd name="connsiteX459" fmla="*/ 1070219 w 2329312"/>
              <a:gd name="connsiteY459" fmla="*/ 1541631 h 1541631"/>
              <a:gd name="connsiteX460" fmla="*/ 1072556 w 2329312"/>
              <a:gd name="connsiteY460" fmla="*/ 1541631 h 1541631"/>
              <a:gd name="connsiteX461" fmla="*/ 1074893 w 2329312"/>
              <a:gd name="connsiteY461" fmla="*/ 1541631 h 1541631"/>
              <a:gd name="connsiteX462" fmla="*/ 1077218 w 2329312"/>
              <a:gd name="connsiteY462" fmla="*/ 1541631 h 1541631"/>
              <a:gd name="connsiteX463" fmla="*/ 1079556 w 2329312"/>
              <a:gd name="connsiteY463" fmla="*/ 1541631 h 1541631"/>
              <a:gd name="connsiteX464" fmla="*/ 1081881 w 2329312"/>
              <a:gd name="connsiteY464" fmla="*/ 1541631 h 1541631"/>
              <a:gd name="connsiteX465" fmla="*/ 1084218 w 2329312"/>
              <a:gd name="connsiteY465" fmla="*/ 1541631 h 1541631"/>
              <a:gd name="connsiteX466" fmla="*/ 1086543 w 2329312"/>
              <a:gd name="connsiteY466" fmla="*/ 1541631 h 1541631"/>
              <a:gd name="connsiteX467" fmla="*/ 1088880 w 2329312"/>
              <a:gd name="connsiteY467" fmla="*/ 1541631 h 1541631"/>
              <a:gd name="connsiteX468" fmla="*/ 1091205 w 2329312"/>
              <a:gd name="connsiteY468" fmla="*/ 1541631 h 1541631"/>
              <a:gd name="connsiteX469" fmla="*/ 1093542 w 2329312"/>
              <a:gd name="connsiteY469" fmla="*/ 1541631 h 1541631"/>
              <a:gd name="connsiteX470" fmla="*/ 1095867 w 2329312"/>
              <a:gd name="connsiteY470" fmla="*/ 1541631 h 1541631"/>
              <a:gd name="connsiteX471" fmla="*/ 1098205 w 2329312"/>
              <a:gd name="connsiteY471" fmla="*/ 1541631 h 1541631"/>
              <a:gd name="connsiteX472" fmla="*/ 1100542 w 2329312"/>
              <a:gd name="connsiteY472" fmla="*/ 1541631 h 1541631"/>
              <a:gd name="connsiteX473" fmla="*/ 1102867 w 2329312"/>
              <a:gd name="connsiteY473" fmla="*/ 1541631 h 1541631"/>
              <a:gd name="connsiteX474" fmla="*/ 1105204 w 2329312"/>
              <a:gd name="connsiteY474" fmla="*/ 1541631 h 1541631"/>
              <a:gd name="connsiteX475" fmla="*/ 1107529 w 2329312"/>
              <a:gd name="connsiteY475" fmla="*/ 1541631 h 1541631"/>
              <a:gd name="connsiteX476" fmla="*/ 1109866 w 2329312"/>
              <a:gd name="connsiteY476" fmla="*/ 1541631 h 1541631"/>
              <a:gd name="connsiteX477" fmla="*/ 1112191 w 2329312"/>
              <a:gd name="connsiteY477" fmla="*/ 1541631 h 1541631"/>
              <a:gd name="connsiteX478" fmla="*/ 1114529 w 2329312"/>
              <a:gd name="connsiteY478" fmla="*/ 1541631 h 1541631"/>
              <a:gd name="connsiteX479" fmla="*/ 1116853 w 2329312"/>
              <a:gd name="connsiteY479" fmla="*/ 1541631 h 1541631"/>
              <a:gd name="connsiteX480" fmla="*/ 1119191 w 2329312"/>
              <a:gd name="connsiteY480" fmla="*/ 1541631 h 1541631"/>
              <a:gd name="connsiteX481" fmla="*/ 1121516 w 2329312"/>
              <a:gd name="connsiteY481" fmla="*/ 1541631 h 1541631"/>
              <a:gd name="connsiteX482" fmla="*/ 1123853 w 2329312"/>
              <a:gd name="connsiteY482" fmla="*/ 1541631 h 1541631"/>
              <a:gd name="connsiteX483" fmla="*/ 1126178 w 2329312"/>
              <a:gd name="connsiteY483" fmla="*/ 1541631 h 1541631"/>
              <a:gd name="connsiteX484" fmla="*/ 1128515 w 2329312"/>
              <a:gd name="connsiteY484" fmla="*/ 1541631 h 1541631"/>
              <a:gd name="connsiteX485" fmla="*/ 1130852 w 2329312"/>
              <a:gd name="connsiteY485" fmla="*/ 1541631 h 1541631"/>
              <a:gd name="connsiteX486" fmla="*/ 1133177 w 2329312"/>
              <a:gd name="connsiteY486" fmla="*/ 1541631 h 1541631"/>
              <a:gd name="connsiteX487" fmla="*/ 1135515 w 2329312"/>
              <a:gd name="connsiteY487" fmla="*/ 1541631 h 1541631"/>
              <a:gd name="connsiteX488" fmla="*/ 1137840 w 2329312"/>
              <a:gd name="connsiteY488" fmla="*/ 1541631 h 1541631"/>
              <a:gd name="connsiteX489" fmla="*/ 1140177 w 2329312"/>
              <a:gd name="connsiteY489" fmla="*/ 1541631 h 1541631"/>
              <a:gd name="connsiteX490" fmla="*/ 1142502 w 2329312"/>
              <a:gd name="connsiteY490" fmla="*/ 1541631 h 1541631"/>
              <a:gd name="connsiteX491" fmla="*/ 1144839 w 2329312"/>
              <a:gd name="connsiteY491" fmla="*/ 1541631 h 1541631"/>
              <a:gd name="connsiteX492" fmla="*/ 1147164 w 2329312"/>
              <a:gd name="connsiteY492" fmla="*/ 1541631 h 1541631"/>
              <a:gd name="connsiteX493" fmla="*/ 1149501 w 2329312"/>
              <a:gd name="connsiteY493" fmla="*/ 1541631 h 1541631"/>
              <a:gd name="connsiteX494" fmla="*/ 1151826 w 2329312"/>
              <a:gd name="connsiteY494" fmla="*/ 1541631 h 1541631"/>
              <a:gd name="connsiteX495" fmla="*/ 1154164 w 2329312"/>
              <a:gd name="connsiteY495" fmla="*/ 1541631 h 1541631"/>
              <a:gd name="connsiteX496" fmla="*/ 1156501 w 2329312"/>
              <a:gd name="connsiteY496" fmla="*/ 1541631 h 1541631"/>
              <a:gd name="connsiteX497" fmla="*/ 1158826 w 2329312"/>
              <a:gd name="connsiteY497" fmla="*/ 1541631 h 1541631"/>
              <a:gd name="connsiteX498" fmla="*/ 1161163 w 2329312"/>
              <a:gd name="connsiteY498" fmla="*/ 1541631 h 1541631"/>
              <a:gd name="connsiteX499" fmla="*/ 1163488 w 2329312"/>
              <a:gd name="connsiteY499" fmla="*/ 1541631 h 1541631"/>
              <a:gd name="connsiteX500" fmla="*/ 1165825 w 2329312"/>
              <a:gd name="connsiteY500" fmla="*/ 0 h 1541631"/>
              <a:gd name="connsiteX501" fmla="*/ 1168150 w 2329312"/>
              <a:gd name="connsiteY501" fmla="*/ 0 h 1541631"/>
              <a:gd name="connsiteX502" fmla="*/ 1170487 w 2329312"/>
              <a:gd name="connsiteY502" fmla="*/ 0 h 1541631"/>
              <a:gd name="connsiteX503" fmla="*/ 1172812 w 2329312"/>
              <a:gd name="connsiteY503" fmla="*/ 0 h 1541631"/>
              <a:gd name="connsiteX504" fmla="*/ 1175150 w 2329312"/>
              <a:gd name="connsiteY504" fmla="*/ 0 h 1541631"/>
              <a:gd name="connsiteX505" fmla="*/ 1177475 w 2329312"/>
              <a:gd name="connsiteY505" fmla="*/ 0 h 1541631"/>
              <a:gd name="connsiteX506" fmla="*/ 1179812 w 2329312"/>
              <a:gd name="connsiteY506" fmla="*/ 0 h 1541631"/>
              <a:gd name="connsiteX507" fmla="*/ 1182149 w 2329312"/>
              <a:gd name="connsiteY507" fmla="*/ 0 h 1541631"/>
              <a:gd name="connsiteX508" fmla="*/ 1184474 w 2329312"/>
              <a:gd name="connsiteY508" fmla="*/ 0 h 1541631"/>
              <a:gd name="connsiteX509" fmla="*/ 1186811 w 2329312"/>
              <a:gd name="connsiteY509" fmla="*/ 0 h 1541631"/>
              <a:gd name="connsiteX510" fmla="*/ 1189136 w 2329312"/>
              <a:gd name="connsiteY510" fmla="*/ 0 h 1541631"/>
              <a:gd name="connsiteX511" fmla="*/ 1191474 w 2329312"/>
              <a:gd name="connsiteY511" fmla="*/ 0 h 1541631"/>
              <a:gd name="connsiteX512" fmla="*/ 1193798 w 2329312"/>
              <a:gd name="connsiteY512" fmla="*/ 0 h 1541631"/>
              <a:gd name="connsiteX513" fmla="*/ 1196136 w 2329312"/>
              <a:gd name="connsiteY513" fmla="*/ 0 h 1541631"/>
              <a:gd name="connsiteX514" fmla="*/ 1198461 w 2329312"/>
              <a:gd name="connsiteY514" fmla="*/ 0 h 1541631"/>
              <a:gd name="connsiteX515" fmla="*/ 1200798 w 2329312"/>
              <a:gd name="connsiteY515" fmla="*/ 0 h 1541631"/>
              <a:gd name="connsiteX516" fmla="*/ 1203123 w 2329312"/>
              <a:gd name="connsiteY516" fmla="*/ 0 h 1541631"/>
              <a:gd name="connsiteX517" fmla="*/ 1205460 w 2329312"/>
              <a:gd name="connsiteY517" fmla="*/ 0 h 1541631"/>
              <a:gd name="connsiteX518" fmla="*/ 1207797 w 2329312"/>
              <a:gd name="connsiteY518" fmla="*/ 0 h 1541631"/>
              <a:gd name="connsiteX519" fmla="*/ 1210122 w 2329312"/>
              <a:gd name="connsiteY519" fmla="*/ 0 h 1541631"/>
              <a:gd name="connsiteX520" fmla="*/ 1212460 w 2329312"/>
              <a:gd name="connsiteY520" fmla="*/ 0 h 1541631"/>
              <a:gd name="connsiteX521" fmla="*/ 1214785 w 2329312"/>
              <a:gd name="connsiteY521" fmla="*/ 0 h 1541631"/>
              <a:gd name="connsiteX522" fmla="*/ 1217122 w 2329312"/>
              <a:gd name="connsiteY522" fmla="*/ 0 h 1541631"/>
              <a:gd name="connsiteX523" fmla="*/ 1219447 w 2329312"/>
              <a:gd name="connsiteY523" fmla="*/ 0 h 1541631"/>
              <a:gd name="connsiteX524" fmla="*/ 1221784 w 2329312"/>
              <a:gd name="connsiteY524" fmla="*/ 0 h 1541631"/>
              <a:gd name="connsiteX525" fmla="*/ 1224109 w 2329312"/>
              <a:gd name="connsiteY525" fmla="*/ 0 h 1541631"/>
              <a:gd name="connsiteX526" fmla="*/ 1226446 w 2329312"/>
              <a:gd name="connsiteY526" fmla="*/ 0 h 1541631"/>
              <a:gd name="connsiteX527" fmla="*/ 1228771 w 2329312"/>
              <a:gd name="connsiteY527" fmla="*/ 0 h 1541631"/>
              <a:gd name="connsiteX528" fmla="*/ 1231108 w 2329312"/>
              <a:gd name="connsiteY528" fmla="*/ 0 h 1541631"/>
              <a:gd name="connsiteX529" fmla="*/ 1233446 w 2329312"/>
              <a:gd name="connsiteY529" fmla="*/ 0 h 1541631"/>
              <a:gd name="connsiteX530" fmla="*/ 1235771 w 2329312"/>
              <a:gd name="connsiteY530" fmla="*/ 0 h 1541631"/>
              <a:gd name="connsiteX531" fmla="*/ 1238108 w 2329312"/>
              <a:gd name="connsiteY531" fmla="*/ 0 h 1541631"/>
              <a:gd name="connsiteX532" fmla="*/ 1240433 w 2329312"/>
              <a:gd name="connsiteY532" fmla="*/ 0 h 1541631"/>
              <a:gd name="connsiteX533" fmla="*/ 1242770 w 2329312"/>
              <a:gd name="connsiteY533" fmla="*/ 0 h 1541631"/>
              <a:gd name="connsiteX534" fmla="*/ 1245095 w 2329312"/>
              <a:gd name="connsiteY534" fmla="*/ 0 h 1541631"/>
              <a:gd name="connsiteX535" fmla="*/ 1247432 w 2329312"/>
              <a:gd name="connsiteY535" fmla="*/ 0 h 1541631"/>
              <a:gd name="connsiteX536" fmla="*/ 1249757 w 2329312"/>
              <a:gd name="connsiteY536" fmla="*/ 0 h 1541631"/>
              <a:gd name="connsiteX537" fmla="*/ 1252095 w 2329312"/>
              <a:gd name="connsiteY537" fmla="*/ 0 h 1541631"/>
              <a:gd name="connsiteX538" fmla="*/ 1254420 w 2329312"/>
              <a:gd name="connsiteY538" fmla="*/ 0 h 1541631"/>
              <a:gd name="connsiteX539" fmla="*/ 1256757 w 2329312"/>
              <a:gd name="connsiteY539" fmla="*/ 0 h 1541631"/>
              <a:gd name="connsiteX540" fmla="*/ 1259082 w 2329312"/>
              <a:gd name="connsiteY540" fmla="*/ 0 h 1541631"/>
              <a:gd name="connsiteX541" fmla="*/ 1261419 w 2329312"/>
              <a:gd name="connsiteY541" fmla="*/ 0 h 1541631"/>
              <a:gd name="connsiteX542" fmla="*/ 1263756 w 2329312"/>
              <a:gd name="connsiteY542" fmla="*/ 0 h 1541631"/>
              <a:gd name="connsiteX543" fmla="*/ 1266081 w 2329312"/>
              <a:gd name="connsiteY543" fmla="*/ 0 h 1541631"/>
              <a:gd name="connsiteX544" fmla="*/ 1268419 w 2329312"/>
              <a:gd name="connsiteY544" fmla="*/ 0 h 1541631"/>
              <a:gd name="connsiteX545" fmla="*/ 1270744 w 2329312"/>
              <a:gd name="connsiteY545" fmla="*/ 0 h 1541631"/>
              <a:gd name="connsiteX546" fmla="*/ 1273081 w 2329312"/>
              <a:gd name="connsiteY546" fmla="*/ 0 h 1541631"/>
              <a:gd name="connsiteX547" fmla="*/ 1275406 w 2329312"/>
              <a:gd name="connsiteY547" fmla="*/ 0 h 1541631"/>
              <a:gd name="connsiteX548" fmla="*/ 1277743 w 2329312"/>
              <a:gd name="connsiteY548" fmla="*/ 0 h 1541631"/>
              <a:gd name="connsiteX549" fmla="*/ 1280068 w 2329312"/>
              <a:gd name="connsiteY549" fmla="*/ 0 h 1541631"/>
              <a:gd name="connsiteX550" fmla="*/ 1282405 w 2329312"/>
              <a:gd name="connsiteY550" fmla="*/ 0 h 1541631"/>
              <a:gd name="connsiteX551" fmla="*/ 1284730 w 2329312"/>
              <a:gd name="connsiteY551" fmla="*/ 0 h 1541631"/>
              <a:gd name="connsiteX552" fmla="*/ 1287067 w 2329312"/>
              <a:gd name="connsiteY552" fmla="*/ 0 h 1541631"/>
              <a:gd name="connsiteX553" fmla="*/ 1289405 w 2329312"/>
              <a:gd name="connsiteY553" fmla="*/ 0 h 1541631"/>
              <a:gd name="connsiteX554" fmla="*/ 1291730 w 2329312"/>
              <a:gd name="connsiteY554" fmla="*/ 0 h 1541631"/>
              <a:gd name="connsiteX555" fmla="*/ 1294067 w 2329312"/>
              <a:gd name="connsiteY555" fmla="*/ 0 h 1541631"/>
              <a:gd name="connsiteX556" fmla="*/ 1296392 w 2329312"/>
              <a:gd name="connsiteY556" fmla="*/ 0 h 1541631"/>
              <a:gd name="connsiteX557" fmla="*/ 1298729 w 2329312"/>
              <a:gd name="connsiteY557" fmla="*/ 0 h 1541631"/>
              <a:gd name="connsiteX558" fmla="*/ 1301054 w 2329312"/>
              <a:gd name="connsiteY558" fmla="*/ 0 h 1541631"/>
              <a:gd name="connsiteX559" fmla="*/ 1303391 w 2329312"/>
              <a:gd name="connsiteY559" fmla="*/ 0 h 1541631"/>
              <a:gd name="connsiteX560" fmla="*/ 1305716 w 2329312"/>
              <a:gd name="connsiteY560" fmla="*/ 0 h 1541631"/>
              <a:gd name="connsiteX561" fmla="*/ 1308054 w 2329312"/>
              <a:gd name="connsiteY561" fmla="*/ 0 h 1541631"/>
              <a:gd name="connsiteX562" fmla="*/ 1310379 w 2329312"/>
              <a:gd name="connsiteY562" fmla="*/ 0 h 1541631"/>
              <a:gd name="connsiteX563" fmla="*/ 1312716 w 2329312"/>
              <a:gd name="connsiteY563" fmla="*/ 0 h 1541631"/>
              <a:gd name="connsiteX564" fmla="*/ 1315053 w 2329312"/>
              <a:gd name="connsiteY564" fmla="*/ 0 h 1541631"/>
              <a:gd name="connsiteX565" fmla="*/ 1317378 w 2329312"/>
              <a:gd name="connsiteY565" fmla="*/ 0 h 1541631"/>
              <a:gd name="connsiteX566" fmla="*/ 1319715 w 2329312"/>
              <a:gd name="connsiteY566" fmla="*/ 0 h 1541631"/>
              <a:gd name="connsiteX567" fmla="*/ 1322040 w 2329312"/>
              <a:gd name="connsiteY567" fmla="*/ 0 h 1541631"/>
              <a:gd name="connsiteX568" fmla="*/ 1324378 w 2329312"/>
              <a:gd name="connsiteY568" fmla="*/ 0 h 1541631"/>
              <a:gd name="connsiteX569" fmla="*/ 1326702 w 2329312"/>
              <a:gd name="connsiteY569" fmla="*/ 0 h 1541631"/>
              <a:gd name="connsiteX570" fmla="*/ 1329040 w 2329312"/>
              <a:gd name="connsiteY570" fmla="*/ 0 h 1541631"/>
              <a:gd name="connsiteX571" fmla="*/ 1331365 w 2329312"/>
              <a:gd name="connsiteY571" fmla="*/ 0 h 1541631"/>
              <a:gd name="connsiteX572" fmla="*/ 1333702 w 2329312"/>
              <a:gd name="connsiteY572" fmla="*/ 0 h 1541631"/>
              <a:gd name="connsiteX573" fmla="*/ 1336027 w 2329312"/>
              <a:gd name="connsiteY573" fmla="*/ 0 h 1541631"/>
              <a:gd name="connsiteX574" fmla="*/ 1338364 w 2329312"/>
              <a:gd name="connsiteY574" fmla="*/ 0 h 1541631"/>
              <a:gd name="connsiteX575" fmla="*/ 1340701 w 2329312"/>
              <a:gd name="connsiteY575" fmla="*/ 0 h 1541631"/>
              <a:gd name="connsiteX576" fmla="*/ 1343026 w 2329312"/>
              <a:gd name="connsiteY576" fmla="*/ 0 h 1541631"/>
              <a:gd name="connsiteX577" fmla="*/ 1345364 w 2329312"/>
              <a:gd name="connsiteY577" fmla="*/ 0 h 1541631"/>
              <a:gd name="connsiteX578" fmla="*/ 1347689 w 2329312"/>
              <a:gd name="connsiteY578" fmla="*/ 0 h 1541631"/>
              <a:gd name="connsiteX579" fmla="*/ 1350026 w 2329312"/>
              <a:gd name="connsiteY579" fmla="*/ 0 h 1541631"/>
              <a:gd name="connsiteX580" fmla="*/ 1352351 w 2329312"/>
              <a:gd name="connsiteY580" fmla="*/ 0 h 1541631"/>
              <a:gd name="connsiteX581" fmla="*/ 1354688 w 2329312"/>
              <a:gd name="connsiteY581" fmla="*/ 0 h 1541631"/>
              <a:gd name="connsiteX582" fmla="*/ 1357013 w 2329312"/>
              <a:gd name="connsiteY582" fmla="*/ 0 h 1541631"/>
              <a:gd name="connsiteX583" fmla="*/ 1359350 w 2329312"/>
              <a:gd name="connsiteY583" fmla="*/ 0 h 1541631"/>
              <a:gd name="connsiteX584" fmla="*/ 1361675 w 2329312"/>
              <a:gd name="connsiteY584" fmla="*/ 0 h 1541631"/>
              <a:gd name="connsiteX585" fmla="*/ 1364012 w 2329312"/>
              <a:gd name="connsiteY585" fmla="*/ 0 h 1541631"/>
              <a:gd name="connsiteX586" fmla="*/ 1366337 w 2329312"/>
              <a:gd name="connsiteY586" fmla="*/ 0 h 1541631"/>
              <a:gd name="connsiteX587" fmla="*/ 1368675 w 2329312"/>
              <a:gd name="connsiteY587" fmla="*/ 0 h 1541631"/>
              <a:gd name="connsiteX588" fmla="*/ 1371012 w 2329312"/>
              <a:gd name="connsiteY588" fmla="*/ 0 h 1541631"/>
              <a:gd name="connsiteX589" fmla="*/ 1373337 w 2329312"/>
              <a:gd name="connsiteY589" fmla="*/ 0 h 1541631"/>
              <a:gd name="connsiteX590" fmla="*/ 1375674 w 2329312"/>
              <a:gd name="connsiteY590" fmla="*/ 0 h 1541631"/>
              <a:gd name="connsiteX591" fmla="*/ 1377999 w 2329312"/>
              <a:gd name="connsiteY591" fmla="*/ 0 h 1541631"/>
              <a:gd name="connsiteX592" fmla="*/ 1380336 w 2329312"/>
              <a:gd name="connsiteY592" fmla="*/ 0 h 1541631"/>
              <a:gd name="connsiteX593" fmla="*/ 1382661 w 2329312"/>
              <a:gd name="connsiteY593" fmla="*/ 0 h 1541631"/>
              <a:gd name="connsiteX594" fmla="*/ 1384999 w 2329312"/>
              <a:gd name="connsiteY594" fmla="*/ 0 h 1541631"/>
              <a:gd name="connsiteX595" fmla="*/ 1387324 w 2329312"/>
              <a:gd name="connsiteY595" fmla="*/ 0 h 1541631"/>
              <a:gd name="connsiteX596" fmla="*/ 1389661 w 2329312"/>
              <a:gd name="connsiteY596" fmla="*/ 0 h 1541631"/>
              <a:gd name="connsiteX597" fmla="*/ 1391986 w 2329312"/>
              <a:gd name="connsiteY597" fmla="*/ 0 h 1541631"/>
              <a:gd name="connsiteX598" fmla="*/ 1394323 w 2329312"/>
              <a:gd name="connsiteY598" fmla="*/ 0 h 1541631"/>
              <a:gd name="connsiteX599" fmla="*/ 1396660 w 2329312"/>
              <a:gd name="connsiteY599" fmla="*/ 0 h 1541631"/>
              <a:gd name="connsiteX600" fmla="*/ 1398985 w 2329312"/>
              <a:gd name="connsiteY600" fmla="*/ 0 h 1541631"/>
              <a:gd name="connsiteX601" fmla="*/ 1401322 w 2329312"/>
              <a:gd name="connsiteY601" fmla="*/ 0 h 1541631"/>
              <a:gd name="connsiteX602" fmla="*/ 1403647 w 2329312"/>
              <a:gd name="connsiteY602" fmla="*/ 0 h 1541631"/>
              <a:gd name="connsiteX603" fmla="*/ 1405985 w 2329312"/>
              <a:gd name="connsiteY603" fmla="*/ 0 h 1541631"/>
              <a:gd name="connsiteX604" fmla="*/ 1408310 w 2329312"/>
              <a:gd name="connsiteY604" fmla="*/ 0 h 1541631"/>
              <a:gd name="connsiteX605" fmla="*/ 1410647 w 2329312"/>
              <a:gd name="connsiteY605" fmla="*/ 0 h 1541631"/>
              <a:gd name="connsiteX606" fmla="*/ 1412972 w 2329312"/>
              <a:gd name="connsiteY606" fmla="*/ 0 h 1541631"/>
              <a:gd name="connsiteX607" fmla="*/ 1415309 w 2329312"/>
              <a:gd name="connsiteY607" fmla="*/ 0 h 1541631"/>
              <a:gd name="connsiteX608" fmla="*/ 1417634 w 2329312"/>
              <a:gd name="connsiteY608" fmla="*/ 0 h 1541631"/>
              <a:gd name="connsiteX609" fmla="*/ 1419971 w 2329312"/>
              <a:gd name="connsiteY609" fmla="*/ 0 h 1541631"/>
              <a:gd name="connsiteX610" fmla="*/ 1422309 w 2329312"/>
              <a:gd name="connsiteY610" fmla="*/ 0 h 1541631"/>
              <a:gd name="connsiteX611" fmla="*/ 1424634 w 2329312"/>
              <a:gd name="connsiteY611" fmla="*/ 0 h 1541631"/>
              <a:gd name="connsiteX612" fmla="*/ 1426971 w 2329312"/>
              <a:gd name="connsiteY612" fmla="*/ 0 h 1541631"/>
              <a:gd name="connsiteX613" fmla="*/ 1429296 w 2329312"/>
              <a:gd name="connsiteY613" fmla="*/ 0 h 1541631"/>
              <a:gd name="connsiteX614" fmla="*/ 1431633 w 2329312"/>
              <a:gd name="connsiteY614" fmla="*/ 0 h 1541631"/>
              <a:gd name="connsiteX615" fmla="*/ 1433958 w 2329312"/>
              <a:gd name="connsiteY615" fmla="*/ 0 h 1541631"/>
              <a:gd name="connsiteX616" fmla="*/ 1436295 w 2329312"/>
              <a:gd name="connsiteY616" fmla="*/ 0 h 1541631"/>
              <a:gd name="connsiteX617" fmla="*/ 1438620 w 2329312"/>
              <a:gd name="connsiteY617" fmla="*/ 0 h 1541631"/>
              <a:gd name="connsiteX618" fmla="*/ 1440958 w 2329312"/>
              <a:gd name="connsiteY618" fmla="*/ 0 h 1541631"/>
              <a:gd name="connsiteX619" fmla="*/ 1443283 w 2329312"/>
              <a:gd name="connsiteY619" fmla="*/ 0 h 1541631"/>
              <a:gd name="connsiteX620" fmla="*/ 1445620 w 2329312"/>
              <a:gd name="connsiteY620" fmla="*/ 0 h 1541631"/>
              <a:gd name="connsiteX621" fmla="*/ 1447957 w 2329312"/>
              <a:gd name="connsiteY621" fmla="*/ 0 h 1541631"/>
              <a:gd name="connsiteX622" fmla="*/ 1450282 w 2329312"/>
              <a:gd name="connsiteY622" fmla="*/ 0 h 1541631"/>
              <a:gd name="connsiteX623" fmla="*/ 1452619 w 2329312"/>
              <a:gd name="connsiteY623" fmla="*/ 0 h 1541631"/>
              <a:gd name="connsiteX624" fmla="*/ 1454944 w 2329312"/>
              <a:gd name="connsiteY624" fmla="*/ 0 h 1541631"/>
              <a:gd name="connsiteX625" fmla="*/ 1457282 w 2329312"/>
              <a:gd name="connsiteY625" fmla="*/ 0 h 1541631"/>
              <a:gd name="connsiteX626" fmla="*/ 1459606 w 2329312"/>
              <a:gd name="connsiteY626" fmla="*/ 0 h 1541631"/>
              <a:gd name="connsiteX627" fmla="*/ 1461944 w 2329312"/>
              <a:gd name="connsiteY627" fmla="*/ 0 h 1541631"/>
              <a:gd name="connsiteX628" fmla="*/ 1464269 w 2329312"/>
              <a:gd name="connsiteY628" fmla="*/ 0 h 1541631"/>
              <a:gd name="connsiteX629" fmla="*/ 1466606 w 2329312"/>
              <a:gd name="connsiteY629" fmla="*/ 0 h 1541631"/>
              <a:gd name="connsiteX630" fmla="*/ 1468931 w 2329312"/>
              <a:gd name="connsiteY630" fmla="*/ 0 h 1541631"/>
              <a:gd name="connsiteX631" fmla="*/ 1471268 w 2329312"/>
              <a:gd name="connsiteY631" fmla="*/ 0 h 1541631"/>
              <a:gd name="connsiteX632" fmla="*/ 1473593 w 2329312"/>
              <a:gd name="connsiteY632" fmla="*/ 0 h 1541631"/>
              <a:gd name="connsiteX633" fmla="*/ 1475930 w 2329312"/>
              <a:gd name="connsiteY633" fmla="*/ 0 h 1541631"/>
              <a:gd name="connsiteX634" fmla="*/ 1478268 w 2329312"/>
              <a:gd name="connsiteY634" fmla="*/ 0 h 1541631"/>
              <a:gd name="connsiteX635" fmla="*/ 1480593 w 2329312"/>
              <a:gd name="connsiteY635" fmla="*/ 0 h 1541631"/>
              <a:gd name="connsiteX636" fmla="*/ 1482930 w 2329312"/>
              <a:gd name="connsiteY636" fmla="*/ 0 h 1541631"/>
              <a:gd name="connsiteX637" fmla="*/ 1485255 w 2329312"/>
              <a:gd name="connsiteY637" fmla="*/ 0 h 1541631"/>
              <a:gd name="connsiteX638" fmla="*/ 1487592 w 2329312"/>
              <a:gd name="connsiteY638" fmla="*/ 0 h 1541631"/>
              <a:gd name="connsiteX639" fmla="*/ 1489917 w 2329312"/>
              <a:gd name="connsiteY639" fmla="*/ 0 h 1541631"/>
              <a:gd name="connsiteX640" fmla="*/ 1492254 w 2329312"/>
              <a:gd name="connsiteY640" fmla="*/ 0 h 1541631"/>
              <a:gd name="connsiteX641" fmla="*/ 1494579 w 2329312"/>
              <a:gd name="connsiteY641" fmla="*/ 0 h 1541631"/>
              <a:gd name="connsiteX642" fmla="*/ 1496916 w 2329312"/>
              <a:gd name="connsiteY642" fmla="*/ 0 h 1541631"/>
              <a:gd name="connsiteX643" fmla="*/ 1499241 w 2329312"/>
              <a:gd name="connsiteY643" fmla="*/ 0 h 1541631"/>
              <a:gd name="connsiteX644" fmla="*/ 1501579 w 2329312"/>
              <a:gd name="connsiteY644" fmla="*/ 0 h 1541631"/>
              <a:gd name="connsiteX645" fmla="*/ 1503916 w 2329312"/>
              <a:gd name="connsiteY645" fmla="*/ 0 h 1541631"/>
              <a:gd name="connsiteX646" fmla="*/ 1506241 w 2329312"/>
              <a:gd name="connsiteY646" fmla="*/ 0 h 1541631"/>
              <a:gd name="connsiteX647" fmla="*/ 1508578 w 2329312"/>
              <a:gd name="connsiteY647" fmla="*/ 0 h 1541631"/>
              <a:gd name="connsiteX648" fmla="*/ 1510903 w 2329312"/>
              <a:gd name="connsiteY648" fmla="*/ 0 h 1541631"/>
              <a:gd name="connsiteX649" fmla="*/ 1513240 w 2329312"/>
              <a:gd name="connsiteY649" fmla="*/ 0 h 1541631"/>
              <a:gd name="connsiteX650" fmla="*/ 1515565 w 2329312"/>
              <a:gd name="connsiteY650" fmla="*/ 0 h 1541631"/>
              <a:gd name="connsiteX651" fmla="*/ 1517903 w 2329312"/>
              <a:gd name="connsiteY651" fmla="*/ 0 h 1541631"/>
              <a:gd name="connsiteX652" fmla="*/ 1520228 w 2329312"/>
              <a:gd name="connsiteY652" fmla="*/ 0 h 1541631"/>
              <a:gd name="connsiteX653" fmla="*/ 1522565 w 2329312"/>
              <a:gd name="connsiteY653" fmla="*/ 0 h 1541631"/>
              <a:gd name="connsiteX654" fmla="*/ 1524890 w 2329312"/>
              <a:gd name="connsiteY654" fmla="*/ 0 h 1541631"/>
              <a:gd name="connsiteX655" fmla="*/ 1527227 w 2329312"/>
              <a:gd name="connsiteY655" fmla="*/ 0 h 1541631"/>
              <a:gd name="connsiteX656" fmla="*/ 1529564 w 2329312"/>
              <a:gd name="connsiteY656" fmla="*/ 0 h 1541631"/>
              <a:gd name="connsiteX657" fmla="*/ 1531889 w 2329312"/>
              <a:gd name="connsiteY657" fmla="*/ 0 h 1541631"/>
              <a:gd name="connsiteX658" fmla="*/ 1534226 w 2329312"/>
              <a:gd name="connsiteY658" fmla="*/ 0 h 1541631"/>
              <a:gd name="connsiteX659" fmla="*/ 1536551 w 2329312"/>
              <a:gd name="connsiteY659" fmla="*/ 0 h 1541631"/>
              <a:gd name="connsiteX660" fmla="*/ 1538889 w 2329312"/>
              <a:gd name="connsiteY660" fmla="*/ 0 h 1541631"/>
              <a:gd name="connsiteX661" fmla="*/ 1541214 w 2329312"/>
              <a:gd name="connsiteY661" fmla="*/ 0 h 1541631"/>
              <a:gd name="connsiteX662" fmla="*/ 1543551 w 2329312"/>
              <a:gd name="connsiteY662" fmla="*/ 0 h 1541631"/>
              <a:gd name="connsiteX663" fmla="*/ 1545876 w 2329312"/>
              <a:gd name="connsiteY663" fmla="*/ 0 h 1541631"/>
              <a:gd name="connsiteX664" fmla="*/ 1548213 w 2329312"/>
              <a:gd name="connsiteY664" fmla="*/ 0 h 1541631"/>
              <a:gd name="connsiteX665" fmla="*/ 1550538 w 2329312"/>
              <a:gd name="connsiteY665" fmla="*/ 0 h 1541631"/>
              <a:gd name="connsiteX666" fmla="*/ 1552875 w 2329312"/>
              <a:gd name="connsiteY666" fmla="*/ 0 h 1541631"/>
              <a:gd name="connsiteX667" fmla="*/ 1555213 w 2329312"/>
              <a:gd name="connsiteY667" fmla="*/ 0 h 1541631"/>
              <a:gd name="connsiteX668" fmla="*/ 1557538 w 2329312"/>
              <a:gd name="connsiteY668" fmla="*/ 0 h 1541631"/>
              <a:gd name="connsiteX669" fmla="*/ 1559875 w 2329312"/>
              <a:gd name="connsiteY669" fmla="*/ 0 h 1541631"/>
              <a:gd name="connsiteX670" fmla="*/ 1562200 w 2329312"/>
              <a:gd name="connsiteY670" fmla="*/ 0 h 1541631"/>
              <a:gd name="connsiteX671" fmla="*/ 1564537 w 2329312"/>
              <a:gd name="connsiteY671" fmla="*/ 0 h 1541631"/>
              <a:gd name="connsiteX672" fmla="*/ 1566862 w 2329312"/>
              <a:gd name="connsiteY672" fmla="*/ 0 h 1541631"/>
              <a:gd name="connsiteX673" fmla="*/ 1569199 w 2329312"/>
              <a:gd name="connsiteY673" fmla="*/ 0 h 1541631"/>
              <a:gd name="connsiteX674" fmla="*/ 1571524 w 2329312"/>
              <a:gd name="connsiteY674" fmla="*/ 0 h 1541631"/>
              <a:gd name="connsiteX675" fmla="*/ 1573861 w 2329312"/>
              <a:gd name="connsiteY675" fmla="*/ 0 h 1541631"/>
              <a:gd name="connsiteX676" fmla="*/ 1576186 w 2329312"/>
              <a:gd name="connsiteY676" fmla="*/ 0 h 1541631"/>
              <a:gd name="connsiteX677" fmla="*/ 1578524 w 2329312"/>
              <a:gd name="connsiteY677" fmla="*/ 0 h 1541631"/>
              <a:gd name="connsiteX678" fmla="*/ 1580849 w 2329312"/>
              <a:gd name="connsiteY678" fmla="*/ 0 h 1541631"/>
              <a:gd name="connsiteX679" fmla="*/ 1583186 w 2329312"/>
              <a:gd name="connsiteY679" fmla="*/ 0 h 1541631"/>
              <a:gd name="connsiteX680" fmla="*/ 1585523 w 2329312"/>
              <a:gd name="connsiteY680" fmla="*/ 0 h 1541631"/>
              <a:gd name="connsiteX681" fmla="*/ 1587848 w 2329312"/>
              <a:gd name="connsiteY681" fmla="*/ 0 h 1541631"/>
              <a:gd name="connsiteX682" fmla="*/ 1590185 w 2329312"/>
              <a:gd name="connsiteY682" fmla="*/ 0 h 1541631"/>
              <a:gd name="connsiteX683" fmla="*/ 1592510 w 2329312"/>
              <a:gd name="connsiteY683" fmla="*/ 0 h 1541631"/>
              <a:gd name="connsiteX684" fmla="*/ 1594848 w 2329312"/>
              <a:gd name="connsiteY684" fmla="*/ 0 h 1541631"/>
              <a:gd name="connsiteX685" fmla="*/ 1597173 w 2329312"/>
              <a:gd name="connsiteY685" fmla="*/ 0 h 1541631"/>
              <a:gd name="connsiteX686" fmla="*/ 1599510 w 2329312"/>
              <a:gd name="connsiteY686" fmla="*/ 0 h 1541631"/>
              <a:gd name="connsiteX687" fmla="*/ 1601835 w 2329312"/>
              <a:gd name="connsiteY687" fmla="*/ 0 h 1541631"/>
              <a:gd name="connsiteX688" fmla="*/ 1604172 w 2329312"/>
              <a:gd name="connsiteY688" fmla="*/ 0 h 1541631"/>
              <a:gd name="connsiteX689" fmla="*/ 1606497 w 2329312"/>
              <a:gd name="connsiteY689" fmla="*/ 0 h 1541631"/>
              <a:gd name="connsiteX690" fmla="*/ 1608834 w 2329312"/>
              <a:gd name="connsiteY690" fmla="*/ 0 h 1541631"/>
              <a:gd name="connsiteX691" fmla="*/ 1611172 w 2329312"/>
              <a:gd name="connsiteY691" fmla="*/ 0 h 1541631"/>
              <a:gd name="connsiteX692" fmla="*/ 1613497 w 2329312"/>
              <a:gd name="connsiteY692" fmla="*/ 0 h 1541631"/>
              <a:gd name="connsiteX693" fmla="*/ 1615834 w 2329312"/>
              <a:gd name="connsiteY693" fmla="*/ 0 h 1541631"/>
              <a:gd name="connsiteX694" fmla="*/ 1618159 w 2329312"/>
              <a:gd name="connsiteY694" fmla="*/ 0 h 1541631"/>
              <a:gd name="connsiteX695" fmla="*/ 1620496 w 2329312"/>
              <a:gd name="connsiteY695" fmla="*/ 0 h 1541631"/>
              <a:gd name="connsiteX696" fmla="*/ 1622821 w 2329312"/>
              <a:gd name="connsiteY696" fmla="*/ 0 h 1541631"/>
              <a:gd name="connsiteX697" fmla="*/ 1625158 w 2329312"/>
              <a:gd name="connsiteY697" fmla="*/ 0 h 1541631"/>
              <a:gd name="connsiteX698" fmla="*/ 1627483 w 2329312"/>
              <a:gd name="connsiteY698" fmla="*/ 0 h 1541631"/>
              <a:gd name="connsiteX699" fmla="*/ 1629820 w 2329312"/>
              <a:gd name="connsiteY699" fmla="*/ 0 h 1541631"/>
              <a:gd name="connsiteX700" fmla="*/ 1632145 w 2329312"/>
              <a:gd name="connsiteY700" fmla="*/ 0 h 1541631"/>
              <a:gd name="connsiteX701" fmla="*/ 1634483 w 2329312"/>
              <a:gd name="connsiteY701" fmla="*/ 0 h 1541631"/>
              <a:gd name="connsiteX702" fmla="*/ 1636820 w 2329312"/>
              <a:gd name="connsiteY702" fmla="*/ 0 h 1541631"/>
              <a:gd name="connsiteX703" fmla="*/ 1639145 w 2329312"/>
              <a:gd name="connsiteY703" fmla="*/ 0 h 1541631"/>
              <a:gd name="connsiteX704" fmla="*/ 1641482 w 2329312"/>
              <a:gd name="connsiteY704" fmla="*/ 0 h 1541631"/>
              <a:gd name="connsiteX705" fmla="*/ 1643807 w 2329312"/>
              <a:gd name="connsiteY705" fmla="*/ 0 h 1541631"/>
              <a:gd name="connsiteX706" fmla="*/ 1646144 w 2329312"/>
              <a:gd name="connsiteY706" fmla="*/ 0 h 1541631"/>
              <a:gd name="connsiteX707" fmla="*/ 1648469 w 2329312"/>
              <a:gd name="connsiteY707" fmla="*/ 0 h 1541631"/>
              <a:gd name="connsiteX708" fmla="*/ 1650807 w 2329312"/>
              <a:gd name="connsiteY708" fmla="*/ 0 h 1541631"/>
              <a:gd name="connsiteX709" fmla="*/ 1653132 w 2329312"/>
              <a:gd name="connsiteY709" fmla="*/ 0 h 1541631"/>
              <a:gd name="connsiteX710" fmla="*/ 1655469 w 2329312"/>
              <a:gd name="connsiteY710" fmla="*/ 0 h 1541631"/>
              <a:gd name="connsiteX711" fmla="*/ 1657794 w 2329312"/>
              <a:gd name="connsiteY711" fmla="*/ 0 h 1541631"/>
              <a:gd name="connsiteX712" fmla="*/ 1660131 w 2329312"/>
              <a:gd name="connsiteY712" fmla="*/ 0 h 1541631"/>
              <a:gd name="connsiteX713" fmla="*/ 1662468 w 2329312"/>
              <a:gd name="connsiteY713" fmla="*/ 0 h 1541631"/>
              <a:gd name="connsiteX714" fmla="*/ 1664793 w 2329312"/>
              <a:gd name="connsiteY714" fmla="*/ 0 h 1541631"/>
              <a:gd name="connsiteX715" fmla="*/ 1667131 w 2329312"/>
              <a:gd name="connsiteY715" fmla="*/ 0 h 1541631"/>
              <a:gd name="connsiteX716" fmla="*/ 1669455 w 2329312"/>
              <a:gd name="connsiteY716" fmla="*/ 0 h 1541631"/>
              <a:gd name="connsiteX717" fmla="*/ 1671793 w 2329312"/>
              <a:gd name="connsiteY717" fmla="*/ 0 h 1541631"/>
              <a:gd name="connsiteX718" fmla="*/ 1674118 w 2329312"/>
              <a:gd name="connsiteY718" fmla="*/ 0 h 1541631"/>
              <a:gd name="connsiteX719" fmla="*/ 1676455 w 2329312"/>
              <a:gd name="connsiteY719" fmla="*/ 0 h 1541631"/>
              <a:gd name="connsiteX720" fmla="*/ 1678780 w 2329312"/>
              <a:gd name="connsiteY720" fmla="*/ 0 h 1541631"/>
              <a:gd name="connsiteX721" fmla="*/ 1681117 w 2329312"/>
              <a:gd name="connsiteY721" fmla="*/ 0 h 1541631"/>
              <a:gd name="connsiteX722" fmla="*/ 1683442 w 2329312"/>
              <a:gd name="connsiteY722" fmla="*/ 0 h 1541631"/>
              <a:gd name="connsiteX723" fmla="*/ 1685779 w 2329312"/>
              <a:gd name="connsiteY723" fmla="*/ 0 h 1541631"/>
              <a:gd name="connsiteX724" fmla="*/ 1688104 w 2329312"/>
              <a:gd name="connsiteY724" fmla="*/ 0 h 1541631"/>
              <a:gd name="connsiteX725" fmla="*/ 1690442 w 2329312"/>
              <a:gd name="connsiteY725" fmla="*/ 0 h 1541631"/>
              <a:gd name="connsiteX726" fmla="*/ 1692779 w 2329312"/>
              <a:gd name="connsiteY726" fmla="*/ 0 h 1541631"/>
              <a:gd name="connsiteX727" fmla="*/ 1695104 w 2329312"/>
              <a:gd name="connsiteY727" fmla="*/ 0 h 1541631"/>
              <a:gd name="connsiteX728" fmla="*/ 1697441 w 2329312"/>
              <a:gd name="connsiteY728" fmla="*/ 0 h 1541631"/>
              <a:gd name="connsiteX729" fmla="*/ 1699766 w 2329312"/>
              <a:gd name="connsiteY729" fmla="*/ 0 h 1541631"/>
              <a:gd name="connsiteX730" fmla="*/ 1702103 w 2329312"/>
              <a:gd name="connsiteY730" fmla="*/ 0 h 1541631"/>
              <a:gd name="connsiteX731" fmla="*/ 1704428 w 2329312"/>
              <a:gd name="connsiteY731" fmla="*/ 0 h 1541631"/>
              <a:gd name="connsiteX732" fmla="*/ 1706765 w 2329312"/>
              <a:gd name="connsiteY732" fmla="*/ 0 h 1541631"/>
              <a:gd name="connsiteX733" fmla="*/ 1709090 w 2329312"/>
              <a:gd name="connsiteY733" fmla="*/ 0 h 1541631"/>
              <a:gd name="connsiteX734" fmla="*/ 1711428 w 2329312"/>
              <a:gd name="connsiteY734" fmla="*/ 0 h 1541631"/>
              <a:gd name="connsiteX735" fmla="*/ 1713753 w 2329312"/>
              <a:gd name="connsiteY735" fmla="*/ 0 h 1541631"/>
              <a:gd name="connsiteX736" fmla="*/ 1716090 w 2329312"/>
              <a:gd name="connsiteY736" fmla="*/ 0 h 1541631"/>
              <a:gd name="connsiteX737" fmla="*/ 1718427 w 2329312"/>
              <a:gd name="connsiteY737" fmla="*/ 0 h 1541631"/>
              <a:gd name="connsiteX738" fmla="*/ 1720752 w 2329312"/>
              <a:gd name="connsiteY738" fmla="*/ 0 h 1541631"/>
              <a:gd name="connsiteX739" fmla="*/ 1723089 w 2329312"/>
              <a:gd name="connsiteY739" fmla="*/ 0 h 1541631"/>
              <a:gd name="connsiteX740" fmla="*/ 1725414 w 2329312"/>
              <a:gd name="connsiteY740" fmla="*/ 0 h 1541631"/>
              <a:gd name="connsiteX741" fmla="*/ 1727752 w 2329312"/>
              <a:gd name="connsiteY741" fmla="*/ 0 h 1541631"/>
              <a:gd name="connsiteX742" fmla="*/ 1730077 w 2329312"/>
              <a:gd name="connsiteY742" fmla="*/ 0 h 1541631"/>
              <a:gd name="connsiteX743" fmla="*/ 1732414 w 2329312"/>
              <a:gd name="connsiteY743" fmla="*/ 0 h 1541631"/>
              <a:gd name="connsiteX744" fmla="*/ 1734739 w 2329312"/>
              <a:gd name="connsiteY744" fmla="*/ 0 h 1541631"/>
              <a:gd name="connsiteX745" fmla="*/ 1737076 w 2329312"/>
              <a:gd name="connsiteY745" fmla="*/ 0 h 1541631"/>
              <a:gd name="connsiteX746" fmla="*/ 1739401 w 2329312"/>
              <a:gd name="connsiteY746" fmla="*/ 0 h 1541631"/>
              <a:gd name="connsiteX747" fmla="*/ 1741738 w 2329312"/>
              <a:gd name="connsiteY747" fmla="*/ 0 h 1541631"/>
              <a:gd name="connsiteX748" fmla="*/ 1744075 w 2329312"/>
              <a:gd name="connsiteY748" fmla="*/ 0 h 1541631"/>
              <a:gd name="connsiteX749" fmla="*/ 1746400 w 2329312"/>
              <a:gd name="connsiteY749" fmla="*/ 0 h 1541631"/>
              <a:gd name="connsiteX750" fmla="*/ 1748738 w 2329312"/>
              <a:gd name="connsiteY750" fmla="*/ 0 h 1541631"/>
              <a:gd name="connsiteX751" fmla="*/ 1751063 w 2329312"/>
              <a:gd name="connsiteY751" fmla="*/ 0 h 1541631"/>
              <a:gd name="connsiteX752" fmla="*/ 1753400 w 2329312"/>
              <a:gd name="connsiteY752" fmla="*/ 0 h 1541631"/>
              <a:gd name="connsiteX753" fmla="*/ 1755725 w 2329312"/>
              <a:gd name="connsiteY753" fmla="*/ 0 h 1541631"/>
              <a:gd name="connsiteX754" fmla="*/ 1758062 w 2329312"/>
              <a:gd name="connsiteY754" fmla="*/ 0 h 1541631"/>
              <a:gd name="connsiteX755" fmla="*/ 1760387 w 2329312"/>
              <a:gd name="connsiteY755" fmla="*/ 0 h 1541631"/>
              <a:gd name="connsiteX756" fmla="*/ 1762724 w 2329312"/>
              <a:gd name="connsiteY756" fmla="*/ 0 h 1541631"/>
              <a:gd name="connsiteX757" fmla="*/ 1765049 w 2329312"/>
              <a:gd name="connsiteY757" fmla="*/ 0 h 1541631"/>
              <a:gd name="connsiteX758" fmla="*/ 1767387 w 2329312"/>
              <a:gd name="connsiteY758" fmla="*/ 0 h 1541631"/>
              <a:gd name="connsiteX759" fmla="*/ 1769724 w 2329312"/>
              <a:gd name="connsiteY759" fmla="*/ 0 h 1541631"/>
              <a:gd name="connsiteX760" fmla="*/ 1772049 w 2329312"/>
              <a:gd name="connsiteY760" fmla="*/ 0 h 1541631"/>
              <a:gd name="connsiteX761" fmla="*/ 1774386 w 2329312"/>
              <a:gd name="connsiteY761" fmla="*/ 0 h 1541631"/>
              <a:gd name="connsiteX762" fmla="*/ 1776711 w 2329312"/>
              <a:gd name="connsiteY762" fmla="*/ 0 h 1541631"/>
              <a:gd name="connsiteX763" fmla="*/ 1779048 w 2329312"/>
              <a:gd name="connsiteY763" fmla="*/ 0 h 1541631"/>
              <a:gd name="connsiteX764" fmla="*/ 1781373 w 2329312"/>
              <a:gd name="connsiteY764" fmla="*/ 0 h 1541631"/>
              <a:gd name="connsiteX765" fmla="*/ 1783711 w 2329312"/>
              <a:gd name="connsiteY765" fmla="*/ 0 h 1541631"/>
              <a:gd name="connsiteX766" fmla="*/ 1786036 w 2329312"/>
              <a:gd name="connsiteY766" fmla="*/ 0 h 1541631"/>
              <a:gd name="connsiteX767" fmla="*/ 1788373 w 2329312"/>
              <a:gd name="connsiteY767" fmla="*/ 0 h 1541631"/>
              <a:gd name="connsiteX768" fmla="*/ 1790698 w 2329312"/>
              <a:gd name="connsiteY768" fmla="*/ 0 h 1541631"/>
              <a:gd name="connsiteX769" fmla="*/ 1793035 w 2329312"/>
              <a:gd name="connsiteY769" fmla="*/ 0 h 1541631"/>
              <a:gd name="connsiteX770" fmla="*/ 1795360 w 2329312"/>
              <a:gd name="connsiteY770" fmla="*/ 0 h 1541631"/>
              <a:gd name="connsiteX771" fmla="*/ 1797697 w 2329312"/>
              <a:gd name="connsiteY771" fmla="*/ 0 h 1541631"/>
              <a:gd name="connsiteX772" fmla="*/ 1800034 w 2329312"/>
              <a:gd name="connsiteY772" fmla="*/ 0 h 1541631"/>
              <a:gd name="connsiteX773" fmla="*/ 1802359 w 2329312"/>
              <a:gd name="connsiteY773" fmla="*/ 0 h 1541631"/>
              <a:gd name="connsiteX774" fmla="*/ 1804697 w 2329312"/>
              <a:gd name="connsiteY774" fmla="*/ 0 h 1541631"/>
              <a:gd name="connsiteX775" fmla="*/ 1807022 w 2329312"/>
              <a:gd name="connsiteY775" fmla="*/ 0 h 1541631"/>
              <a:gd name="connsiteX776" fmla="*/ 1809359 w 2329312"/>
              <a:gd name="connsiteY776" fmla="*/ 0 h 1541631"/>
              <a:gd name="connsiteX777" fmla="*/ 1811684 w 2329312"/>
              <a:gd name="connsiteY777" fmla="*/ 0 h 1541631"/>
              <a:gd name="connsiteX778" fmla="*/ 1814021 w 2329312"/>
              <a:gd name="connsiteY778" fmla="*/ 0 h 1541631"/>
              <a:gd name="connsiteX779" fmla="*/ 1816346 w 2329312"/>
              <a:gd name="connsiteY779" fmla="*/ 0 h 1541631"/>
              <a:gd name="connsiteX780" fmla="*/ 1818683 w 2329312"/>
              <a:gd name="connsiteY780" fmla="*/ 0 h 1541631"/>
              <a:gd name="connsiteX781" fmla="*/ 1821008 w 2329312"/>
              <a:gd name="connsiteY781" fmla="*/ 0 h 1541631"/>
              <a:gd name="connsiteX782" fmla="*/ 1823346 w 2329312"/>
              <a:gd name="connsiteY782" fmla="*/ 0 h 1541631"/>
              <a:gd name="connsiteX783" fmla="*/ 1825683 w 2329312"/>
              <a:gd name="connsiteY783" fmla="*/ 0 h 1541631"/>
              <a:gd name="connsiteX784" fmla="*/ 1828008 w 2329312"/>
              <a:gd name="connsiteY784" fmla="*/ 0 h 1541631"/>
              <a:gd name="connsiteX785" fmla="*/ 1830345 w 2329312"/>
              <a:gd name="connsiteY785" fmla="*/ 0 h 1541631"/>
              <a:gd name="connsiteX786" fmla="*/ 1832670 w 2329312"/>
              <a:gd name="connsiteY786" fmla="*/ 0 h 1541631"/>
              <a:gd name="connsiteX787" fmla="*/ 1835007 w 2329312"/>
              <a:gd name="connsiteY787" fmla="*/ 0 h 1541631"/>
              <a:gd name="connsiteX788" fmla="*/ 1837332 w 2329312"/>
              <a:gd name="connsiteY788" fmla="*/ 0 h 1541631"/>
              <a:gd name="connsiteX789" fmla="*/ 1839669 w 2329312"/>
              <a:gd name="connsiteY789" fmla="*/ 0 h 1541631"/>
              <a:gd name="connsiteX790" fmla="*/ 1841994 w 2329312"/>
              <a:gd name="connsiteY790" fmla="*/ 0 h 1541631"/>
              <a:gd name="connsiteX791" fmla="*/ 1844332 w 2329312"/>
              <a:gd name="connsiteY791" fmla="*/ 0 h 1541631"/>
              <a:gd name="connsiteX792" fmla="*/ 1846657 w 2329312"/>
              <a:gd name="connsiteY792" fmla="*/ 0 h 1541631"/>
              <a:gd name="connsiteX793" fmla="*/ 1848994 w 2329312"/>
              <a:gd name="connsiteY793" fmla="*/ 0 h 1541631"/>
              <a:gd name="connsiteX794" fmla="*/ 1851331 w 2329312"/>
              <a:gd name="connsiteY794" fmla="*/ 0 h 1541631"/>
              <a:gd name="connsiteX795" fmla="*/ 1853656 w 2329312"/>
              <a:gd name="connsiteY795" fmla="*/ 0 h 1541631"/>
              <a:gd name="connsiteX796" fmla="*/ 1855993 w 2329312"/>
              <a:gd name="connsiteY796" fmla="*/ 0 h 1541631"/>
              <a:gd name="connsiteX797" fmla="*/ 1858318 w 2329312"/>
              <a:gd name="connsiteY797" fmla="*/ 0 h 1541631"/>
              <a:gd name="connsiteX798" fmla="*/ 1860656 w 2329312"/>
              <a:gd name="connsiteY798" fmla="*/ 0 h 1541631"/>
              <a:gd name="connsiteX799" fmla="*/ 1862981 w 2329312"/>
              <a:gd name="connsiteY799" fmla="*/ 0 h 1541631"/>
              <a:gd name="connsiteX800" fmla="*/ 1865318 w 2329312"/>
              <a:gd name="connsiteY800" fmla="*/ 0 h 1541631"/>
              <a:gd name="connsiteX801" fmla="*/ 1867643 w 2329312"/>
              <a:gd name="connsiteY801" fmla="*/ 0 h 1541631"/>
              <a:gd name="connsiteX802" fmla="*/ 1869980 w 2329312"/>
              <a:gd name="connsiteY802" fmla="*/ 0 h 1541631"/>
              <a:gd name="connsiteX803" fmla="*/ 1872305 w 2329312"/>
              <a:gd name="connsiteY803" fmla="*/ 0 h 1541631"/>
              <a:gd name="connsiteX804" fmla="*/ 1874642 w 2329312"/>
              <a:gd name="connsiteY804" fmla="*/ 0 h 1541631"/>
              <a:gd name="connsiteX805" fmla="*/ 1876979 w 2329312"/>
              <a:gd name="connsiteY805" fmla="*/ 0 h 1541631"/>
              <a:gd name="connsiteX806" fmla="*/ 1879304 w 2329312"/>
              <a:gd name="connsiteY806" fmla="*/ 0 h 1541631"/>
              <a:gd name="connsiteX807" fmla="*/ 1881642 w 2329312"/>
              <a:gd name="connsiteY807" fmla="*/ 0 h 1541631"/>
              <a:gd name="connsiteX808" fmla="*/ 1883967 w 2329312"/>
              <a:gd name="connsiteY808" fmla="*/ 0 h 1541631"/>
              <a:gd name="connsiteX809" fmla="*/ 1886304 w 2329312"/>
              <a:gd name="connsiteY809" fmla="*/ 0 h 1541631"/>
              <a:gd name="connsiteX810" fmla="*/ 1888629 w 2329312"/>
              <a:gd name="connsiteY810" fmla="*/ 0 h 1541631"/>
              <a:gd name="connsiteX811" fmla="*/ 1890966 w 2329312"/>
              <a:gd name="connsiteY811" fmla="*/ 0 h 1541631"/>
              <a:gd name="connsiteX812" fmla="*/ 1893291 w 2329312"/>
              <a:gd name="connsiteY812" fmla="*/ 0 h 1541631"/>
              <a:gd name="connsiteX813" fmla="*/ 1895628 w 2329312"/>
              <a:gd name="connsiteY813" fmla="*/ 0 h 1541631"/>
              <a:gd name="connsiteX814" fmla="*/ 1897953 w 2329312"/>
              <a:gd name="connsiteY814" fmla="*/ 0 h 1541631"/>
              <a:gd name="connsiteX815" fmla="*/ 1900291 w 2329312"/>
              <a:gd name="connsiteY815" fmla="*/ 0 h 1541631"/>
              <a:gd name="connsiteX816" fmla="*/ 1902628 w 2329312"/>
              <a:gd name="connsiteY816" fmla="*/ 0 h 1541631"/>
              <a:gd name="connsiteX817" fmla="*/ 1904953 w 2329312"/>
              <a:gd name="connsiteY817" fmla="*/ 0 h 1541631"/>
              <a:gd name="connsiteX818" fmla="*/ 1907290 w 2329312"/>
              <a:gd name="connsiteY818" fmla="*/ 0 h 1541631"/>
              <a:gd name="connsiteX819" fmla="*/ 1909615 w 2329312"/>
              <a:gd name="connsiteY819" fmla="*/ 0 h 1541631"/>
              <a:gd name="connsiteX820" fmla="*/ 1911952 w 2329312"/>
              <a:gd name="connsiteY820" fmla="*/ 0 h 1541631"/>
              <a:gd name="connsiteX821" fmla="*/ 1914277 w 2329312"/>
              <a:gd name="connsiteY821" fmla="*/ 0 h 1541631"/>
              <a:gd name="connsiteX822" fmla="*/ 1916614 w 2329312"/>
              <a:gd name="connsiteY822" fmla="*/ 0 h 1541631"/>
              <a:gd name="connsiteX823" fmla="*/ 1918939 w 2329312"/>
              <a:gd name="connsiteY823" fmla="*/ 0 h 1541631"/>
              <a:gd name="connsiteX824" fmla="*/ 1921277 w 2329312"/>
              <a:gd name="connsiteY824" fmla="*/ 0 h 1541631"/>
              <a:gd name="connsiteX825" fmla="*/ 1923602 w 2329312"/>
              <a:gd name="connsiteY825" fmla="*/ 0 h 1541631"/>
              <a:gd name="connsiteX826" fmla="*/ 1925939 w 2329312"/>
              <a:gd name="connsiteY826" fmla="*/ 0 h 1541631"/>
              <a:gd name="connsiteX827" fmla="*/ 1928264 w 2329312"/>
              <a:gd name="connsiteY827" fmla="*/ 0 h 1541631"/>
              <a:gd name="connsiteX828" fmla="*/ 1930601 w 2329312"/>
              <a:gd name="connsiteY828" fmla="*/ 0 h 1541631"/>
              <a:gd name="connsiteX829" fmla="*/ 1932938 w 2329312"/>
              <a:gd name="connsiteY829" fmla="*/ 0 h 1541631"/>
              <a:gd name="connsiteX830" fmla="*/ 1935263 w 2329312"/>
              <a:gd name="connsiteY830" fmla="*/ 0 h 1541631"/>
              <a:gd name="connsiteX831" fmla="*/ 1937601 w 2329312"/>
              <a:gd name="connsiteY831" fmla="*/ 0 h 1541631"/>
              <a:gd name="connsiteX832" fmla="*/ 1939926 w 2329312"/>
              <a:gd name="connsiteY832" fmla="*/ 0 h 1541631"/>
              <a:gd name="connsiteX833" fmla="*/ 1942263 w 2329312"/>
              <a:gd name="connsiteY833" fmla="*/ 0 h 1541631"/>
              <a:gd name="connsiteX834" fmla="*/ 1944588 w 2329312"/>
              <a:gd name="connsiteY834" fmla="*/ 0 h 1541631"/>
              <a:gd name="connsiteX835" fmla="*/ 1946925 w 2329312"/>
              <a:gd name="connsiteY835" fmla="*/ 0 h 1541631"/>
              <a:gd name="connsiteX836" fmla="*/ 1949250 w 2329312"/>
              <a:gd name="connsiteY836" fmla="*/ 0 h 1541631"/>
              <a:gd name="connsiteX837" fmla="*/ 1951587 w 2329312"/>
              <a:gd name="connsiteY837" fmla="*/ 0 h 1541631"/>
              <a:gd name="connsiteX838" fmla="*/ 1953912 w 2329312"/>
              <a:gd name="connsiteY838" fmla="*/ 0 h 1541631"/>
              <a:gd name="connsiteX839" fmla="*/ 1956250 w 2329312"/>
              <a:gd name="connsiteY839" fmla="*/ 0 h 1541631"/>
              <a:gd name="connsiteX840" fmla="*/ 1958587 w 2329312"/>
              <a:gd name="connsiteY840" fmla="*/ 0 h 1541631"/>
              <a:gd name="connsiteX841" fmla="*/ 1960912 w 2329312"/>
              <a:gd name="connsiteY841" fmla="*/ 0 h 1541631"/>
              <a:gd name="connsiteX842" fmla="*/ 1963249 w 2329312"/>
              <a:gd name="connsiteY842" fmla="*/ 0 h 1541631"/>
              <a:gd name="connsiteX843" fmla="*/ 1965574 w 2329312"/>
              <a:gd name="connsiteY843" fmla="*/ 0 h 1541631"/>
              <a:gd name="connsiteX844" fmla="*/ 1967911 w 2329312"/>
              <a:gd name="connsiteY844" fmla="*/ 0 h 1541631"/>
              <a:gd name="connsiteX845" fmla="*/ 1970236 w 2329312"/>
              <a:gd name="connsiteY845" fmla="*/ 0 h 1541631"/>
              <a:gd name="connsiteX846" fmla="*/ 1972573 w 2329312"/>
              <a:gd name="connsiteY846" fmla="*/ 0 h 1541631"/>
              <a:gd name="connsiteX847" fmla="*/ 1974898 w 2329312"/>
              <a:gd name="connsiteY847" fmla="*/ 0 h 1541631"/>
              <a:gd name="connsiteX848" fmla="*/ 1977236 w 2329312"/>
              <a:gd name="connsiteY848" fmla="*/ 0 h 1541631"/>
              <a:gd name="connsiteX849" fmla="*/ 1979561 w 2329312"/>
              <a:gd name="connsiteY849" fmla="*/ 0 h 1541631"/>
              <a:gd name="connsiteX850" fmla="*/ 1981898 w 2329312"/>
              <a:gd name="connsiteY850" fmla="*/ 0 h 1541631"/>
              <a:gd name="connsiteX851" fmla="*/ 1984235 w 2329312"/>
              <a:gd name="connsiteY851" fmla="*/ 0 h 1541631"/>
              <a:gd name="connsiteX852" fmla="*/ 1986560 w 2329312"/>
              <a:gd name="connsiteY852" fmla="*/ 0 h 1541631"/>
              <a:gd name="connsiteX853" fmla="*/ 1988897 w 2329312"/>
              <a:gd name="connsiteY853" fmla="*/ 0 h 1541631"/>
              <a:gd name="connsiteX854" fmla="*/ 1991222 w 2329312"/>
              <a:gd name="connsiteY854" fmla="*/ 0 h 1541631"/>
              <a:gd name="connsiteX855" fmla="*/ 1993560 w 2329312"/>
              <a:gd name="connsiteY855" fmla="*/ 0 h 1541631"/>
              <a:gd name="connsiteX856" fmla="*/ 1995885 w 2329312"/>
              <a:gd name="connsiteY856" fmla="*/ 0 h 1541631"/>
              <a:gd name="connsiteX857" fmla="*/ 1998222 w 2329312"/>
              <a:gd name="connsiteY857" fmla="*/ 0 h 1541631"/>
              <a:gd name="connsiteX858" fmla="*/ 2000547 w 2329312"/>
              <a:gd name="connsiteY858" fmla="*/ 0 h 1541631"/>
              <a:gd name="connsiteX859" fmla="*/ 2002884 w 2329312"/>
              <a:gd name="connsiteY859" fmla="*/ 0 h 1541631"/>
              <a:gd name="connsiteX860" fmla="*/ 2005209 w 2329312"/>
              <a:gd name="connsiteY860" fmla="*/ 0 h 1541631"/>
              <a:gd name="connsiteX861" fmla="*/ 2007546 w 2329312"/>
              <a:gd name="connsiteY861" fmla="*/ 0 h 1541631"/>
              <a:gd name="connsiteX862" fmla="*/ 2009883 w 2329312"/>
              <a:gd name="connsiteY862" fmla="*/ 0 h 1541631"/>
              <a:gd name="connsiteX863" fmla="*/ 2012208 w 2329312"/>
              <a:gd name="connsiteY863" fmla="*/ 0 h 1541631"/>
              <a:gd name="connsiteX864" fmla="*/ 2014546 w 2329312"/>
              <a:gd name="connsiteY864" fmla="*/ 0 h 1541631"/>
              <a:gd name="connsiteX865" fmla="*/ 2016871 w 2329312"/>
              <a:gd name="connsiteY865" fmla="*/ 0 h 1541631"/>
              <a:gd name="connsiteX866" fmla="*/ 2019208 w 2329312"/>
              <a:gd name="connsiteY866" fmla="*/ 0 h 1541631"/>
              <a:gd name="connsiteX867" fmla="*/ 2021533 w 2329312"/>
              <a:gd name="connsiteY867" fmla="*/ 0 h 1541631"/>
              <a:gd name="connsiteX868" fmla="*/ 2023870 w 2329312"/>
              <a:gd name="connsiteY868" fmla="*/ 0 h 1541631"/>
              <a:gd name="connsiteX869" fmla="*/ 2026195 w 2329312"/>
              <a:gd name="connsiteY869" fmla="*/ 0 h 1541631"/>
              <a:gd name="connsiteX870" fmla="*/ 2028532 w 2329312"/>
              <a:gd name="connsiteY870" fmla="*/ 0 h 1541631"/>
              <a:gd name="connsiteX871" fmla="*/ 2030857 w 2329312"/>
              <a:gd name="connsiteY871" fmla="*/ 0 h 1541631"/>
              <a:gd name="connsiteX872" fmla="*/ 2033195 w 2329312"/>
              <a:gd name="connsiteY872" fmla="*/ 0 h 1541631"/>
              <a:gd name="connsiteX873" fmla="*/ 2035520 w 2329312"/>
              <a:gd name="connsiteY873" fmla="*/ 0 h 1541631"/>
              <a:gd name="connsiteX874" fmla="*/ 2037857 w 2329312"/>
              <a:gd name="connsiteY874" fmla="*/ 0 h 1541631"/>
              <a:gd name="connsiteX875" fmla="*/ 2040194 w 2329312"/>
              <a:gd name="connsiteY875" fmla="*/ 0 h 1541631"/>
              <a:gd name="connsiteX876" fmla="*/ 2042519 w 2329312"/>
              <a:gd name="connsiteY876" fmla="*/ 0 h 1541631"/>
              <a:gd name="connsiteX877" fmla="*/ 2044856 w 2329312"/>
              <a:gd name="connsiteY877" fmla="*/ 0 h 1541631"/>
              <a:gd name="connsiteX878" fmla="*/ 2047181 w 2329312"/>
              <a:gd name="connsiteY878" fmla="*/ 0 h 1541631"/>
              <a:gd name="connsiteX879" fmla="*/ 2049518 w 2329312"/>
              <a:gd name="connsiteY879" fmla="*/ 0 h 1541631"/>
              <a:gd name="connsiteX880" fmla="*/ 2051843 w 2329312"/>
              <a:gd name="connsiteY880" fmla="*/ 0 h 1541631"/>
              <a:gd name="connsiteX881" fmla="*/ 2054181 w 2329312"/>
              <a:gd name="connsiteY881" fmla="*/ 0 h 1541631"/>
              <a:gd name="connsiteX882" fmla="*/ 2056506 w 2329312"/>
              <a:gd name="connsiteY882" fmla="*/ 0 h 1541631"/>
              <a:gd name="connsiteX883" fmla="*/ 2058843 w 2329312"/>
              <a:gd name="connsiteY883" fmla="*/ 0 h 1541631"/>
              <a:gd name="connsiteX884" fmla="*/ 2061168 w 2329312"/>
              <a:gd name="connsiteY884" fmla="*/ 0 h 1541631"/>
              <a:gd name="connsiteX885" fmla="*/ 2063505 w 2329312"/>
              <a:gd name="connsiteY885" fmla="*/ 0 h 1541631"/>
              <a:gd name="connsiteX886" fmla="*/ 2065842 w 2329312"/>
              <a:gd name="connsiteY886" fmla="*/ 0 h 1541631"/>
              <a:gd name="connsiteX887" fmla="*/ 2068167 w 2329312"/>
              <a:gd name="connsiteY887" fmla="*/ 0 h 1541631"/>
              <a:gd name="connsiteX888" fmla="*/ 2070505 w 2329312"/>
              <a:gd name="connsiteY888" fmla="*/ 0 h 1541631"/>
              <a:gd name="connsiteX889" fmla="*/ 2072829 w 2329312"/>
              <a:gd name="connsiteY889" fmla="*/ 0 h 1541631"/>
              <a:gd name="connsiteX890" fmla="*/ 2075167 w 2329312"/>
              <a:gd name="connsiteY890" fmla="*/ 0 h 1541631"/>
              <a:gd name="connsiteX891" fmla="*/ 2077492 w 2329312"/>
              <a:gd name="connsiteY891" fmla="*/ 0 h 1541631"/>
              <a:gd name="connsiteX892" fmla="*/ 2079829 w 2329312"/>
              <a:gd name="connsiteY892" fmla="*/ 0 h 1541631"/>
              <a:gd name="connsiteX893" fmla="*/ 2082154 w 2329312"/>
              <a:gd name="connsiteY893" fmla="*/ 0 h 1541631"/>
              <a:gd name="connsiteX894" fmla="*/ 2084491 w 2329312"/>
              <a:gd name="connsiteY894" fmla="*/ 0 h 1541631"/>
              <a:gd name="connsiteX895" fmla="*/ 2086816 w 2329312"/>
              <a:gd name="connsiteY895" fmla="*/ 0 h 1541631"/>
              <a:gd name="connsiteX896" fmla="*/ 2089153 w 2329312"/>
              <a:gd name="connsiteY896" fmla="*/ 0 h 1541631"/>
              <a:gd name="connsiteX897" fmla="*/ 2091491 w 2329312"/>
              <a:gd name="connsiteY897" fmla="*/ 0 h 1541631"/>
              <a:gd name="connsiteX898" fmla="*/ 2093816 w 2329312"/>
              <a:gd name="connsiteY898" fmla="*/ 0 h 1541631"/>
              <a:gd name="connsiteX899" fmla="*/ 2096153 w 2329312"/>
              <a:gd name="connsiteY899" fmla="*/ 0 h 1541631"/>
              <a:gd name="connsiteX900" fmla="*/ 2098478 w 2329312"/>
              <a:gd name="connsiteY900" fmla="*/ 0 h 1541631"/>
              <a:gd name="connsiteX901" fmla="*/ 2100815 w 2329312"/>
              <a:gd name="connsiteY901" fmla="*/ 0 h 1541631"/>
              <a:gd name="connsiteX902" fmla="*/ 2103140 w 2329312"/>
              <a:gd name="connsiteY902" fmla="*/ 0 h 1541631"/>
              <a:gd name="connsiteX903" fmla="*/ 2105477 w 2329312"/>
              <a:gd name="connsiteY903" fmla="*/ 0 h 1541631"/>
              <a:gd name="connsiteX904" fmla="*/ 2107802 w 2329312"/>
              <a:gd name="connsiteY904" fmla="*/ 0 h 1541631"/>
              <a:gd name="connsiteX905" fmla="*/ 2110140 w 2329312"/>
              <a:gd name="connsiteY905" fmla="*/ 0 h 1541631"/>
              <a:gd name="connsiteX906" fmla="*/ 2112465 w 2329312"/>
              <a:gd name="connsiteY906" fmla="*/ 0 h 1541631"/>
              <a:gd name="connsiteX907" fmla="*/ 2114802 w 2329312"/>
              <a:gd name="connsiteY907" fmla="*/ 0 h 1541631"/>
              <a:gd name="connsiteX908" fmla="*/ 2117139 w 2329312"/>
              <a:gd name="connsiteY908" fmla="*/ 0 h 1541631"/>
              <a:gd name="connsiteX909" fmla="*/ 2119464 w 2329312"/>
              <a:gd name="connsiteY909" fmla="*/ 0 h 1541631"/>
              <a:gd name="connsiteX910" fmla="*/ 2121801 w 2329312"/>
              <a:gd name="connsiteY910" fmla="*/ 0 h 1541631"/>
              <a:gd name="connsiteX911" fmla="*/ 2124126 w 2329312"/>
              <a:gd name="connsiteY911" fmla="*/ 0 h 1541631"/>
              <a:gd name="connsiteX912" fmla="*/ 2126464 w 2329312"/>
              <a:gd name="connsiteY912" fmla="*/ 0 h 1541631"/>
              <a:gd name="connsiteX913" fmla="*/ 2128788 w 2329312"/>
              <a:gd name="connsiteY913" fmla="*/ 0 h 1541631"/>
              <a:gd name="connsiteX914" fmla="*/ 2131126 w 2329312"/>
              <a:gd name="connsiteY914" fmla="*/ 0 h 1541631"/>
              <a:gd name="connsiteX915" fmla="*/ 2133451 w 2329312"/>
              <a:gd name="connsiteY915" fmla="*/ 0 h 1541631"/>
              <a:gd name="connsiteX916" fmla="*/ 2135788 w 2329312"/>
              <a:gd name="connsiteY916" fmla="*/ 0 h 1541631"/>
              <a:gd name="connsiteX917" fmla="*/ 2138113 w 2329312"/>
              <a:gd name="connsiteY917" fmla="*/ 0 h 1541631"/>
              <a:gd name="connsiteX918" fmla="*/ 2140450 w 2329312"/>
              <a:gd name="connsiteY918" fmla="*/ 0 h 1541631"/>
              <a:gd name="connsiteX919" fmla="*/ 2142775 w 2329312"/>
              <a:gd name="connsiteY919" fmla="*/ 0 h 1541631"/>
              <a:gd name="connsiteX920" fmla="*/ 2145112 w 2329312"/>
              <a:gd name="connsiteY920" fmla="*/ 0 h 1541631"/>
              <a:gd name="connsiteX921" fmla="*/ 2147450 w 2329312"/>
              <a:gd name="connsiteY921" fmla="*/ 0 h 1541631"/>
              <a:gd name="connsiteX922" fmla="*/ 2149775 w 2329312"/>
              <a:gd name="connsiteY922" fmla="*/ 0 h 1541631"/>
              <a:gd name="connsiteX923" fmla="*/ 2152112 w 2329312"/>
              <a:gd name="connsiteY923" fmla="*/ 0 h 1541631"/>
              <a:gd name="connsiteX924" fmla="*/ 2154437 w 2329312"/>
              <a:gd name="connsiteY924" fmla="*/ 0 h 1541631"/>
              <a:gd name="connsiteX925" fmla="*/ 2156774 w 2329312"/>
              <a:gd name="connsiteY925" fmla="*/ 0 h 1541631"/>
              <a:gd name="connsiteX926" fmla="*/ 2159099 w 2329312"/>
              <a:gd name="connsiteY926" fmla="*/ 0 h 1541631"/>
              <a:gd name="connsiteX927" fmla="*/ 2161436 w 2329312"/>
              <a:gd name="connsiteY927" fmla="*/ 0 h 1541631"/>
              <a:gd name="connsiteX928" fmla="*/ 2163761 w 2329312"/>
              <a:gd name="connsiteY928" fmla="*/ 0 h 1541631"/>
              <a:gd name="connsiteX929" fmla="*/ 2166099 w 2329312"/>
              <a:gd name="connsiteY929" fmla="*/ 0 h 1541631"/>
              <a:gd name="connsiteX930" fmla="*/ 2168423 w 2329312"/>
              <a:gd name="connsiteY930" fmla="*/ 0 h 1541631"/>
              <a:gd name="connsiteX931" fmla="*/ 2170761 w 2329312"/>
              <a:gd name="connsiteY931" fmla="*/ 0 h 1541631"/>
              <a:gd name="connsiteX932" fmla="*/ 2173098 w 2329312"/>
              <a:gd name="connsiteY932" fmla="*/ 0 h 1541631"/>
              <a:gd name="connsiteX933" fmla="*/ 2175423 w 2329312"/>
              <a:gd name="connsiteY933" fmla="*/ 0 h 1541631"/>
              <a:gd name="connsiteX934" fmla="*/ 2177760 w 2329312"/>
              <a:gd name="connsiteY934" fmla="*/ 0 h 1541631"/>
              <a:gd name="connsiteX935" fmla="*/ 2180085 w 2329312"/>
              <a:gd name="connsiteY935" fmla="*/ 0 h 1541631"/>
              <a:gd name="connsiteX936" fmla="*/ 2182423 w 2329312"/>
              <a:gd name="connsiteY936" fmla="*/ 0 h 1541631"/>
              <a:gd name="connsiteX937" fmla="*/ 2184747 w 2329312"/>
              <a:gd name="connsiteY937" fmla="*/ 0 h 1541631"/>
              <a:gd name="connsiteX938" fmla="*/ 2187085 w 2329312"/>
              <a:gd name="connsiteY938" fmla="*/ 0 h 1541631"/>
              <a:gd name="connsiteX939" fmla="*/ 2189410 w 2329312"/>
              <a:gd name="connsiteY939" fmla="*/ 0 h 1541631"/>
              <a:gd name="connsiteX940" fmla="*/ 2191747 w 2329312"/>
              <a:gd name="connsiteY940" fmla="*/ 0 h 1541631"/>
              <a:gd name="connsiteX941" fmla="*/ 2194072 w 2329312"/>
              <a:gd name="connsiteY941" fmla="*/ 0 h 1541631"/>
              <a:gd name="connsiteX942" fmla="*/ 2196409 w 2329312"/>
              <a:gd name="connsiteY942" fmla="*/ 0 h 1541631"/>
              <a:gd name="connsiteX943" fmla="*/ 2198746 w 2329312"/>
              <a:gd name="connsiteY943" fmla="*/ 0 h 1541631"/>
              <a:gd name="connsiteX944" fmla="*/ 2201071 w 2329312"/>
              <a:gd name="connsiteY944" fmla="*/ 0 h 1541631"/>
              <a:gd name="connsiteX945" fmla="*/ 2203409 w 2329312"/>
              <a:gd name="connsiteY945" fmla="*/ 0 h 1541631"/>
              <a:gd name="connsiteX946" fmla="*/ 2205734 w 2329312"/>
              <a:gd name="connsiteY946" fmla="*/ 0 h 1541631"/>
              <a:gd name="connsiteX947" fmla="*/ 2208071 w 2329312"/>
              <a:gd name="connsiteY947" fmla="*/ 0 h 1541631"/>
              <a:gd name="connsiteX948" fmla="*/ 2210396 w 2329312"/>
              <a:gd name="connsiteY948" fmla="*/ 0 h 1541631"/>
              <a:gd name="connsiteX949" fmla="*/ 2212733 w 2329312"/>
              <a:gd name="connsiteY949" fmla="*/ 0 h 1541631"/>
              <a:gd name="connsiteX950" fmla="*/ 2215058 w 2329312"/>
              <a:gd name="connsiteY950" fmla="*/ 0 h 1541631"/>
              <a:gd name="connsiteX951" fmla="*/ 2217395 w 2329312"/>
              <a:gd name="connsiteY951" fmla="*/ 0 h 1541631"/>
              <a:gd name="connsiteX952" fmla="*/ 2219720 w 2329312"/>
              <a:gd name="connsiteY952" fmla="*/ 0 h 1541631"/>
              <a:gd name="connsiteX953" fmla="*/ 2222058 w 2329312"/>
              <a:gd name="connsiteY953" fmla="*/ 0 h 1541631"/>
              <a:gd name="connsiteX954" fmla="*/ 2224395 w 2329312"/>
              <a:gd name="connsiteY954" fmla="*/ 0 h 1541631"/>
              <a:gd name="connsiteX955" fmla="*/ 2226720 w 2329312"/>
              <a:gd name="connsiteY955" fmla="*/ 0 h 1541631"/>
              <a:gd name="connsiteX956" fmla="*/ 2229057 w 2329312"/>
              <a:gd name="connsiteY956" fmla="*/ 0 h 1541631"/>
              <a:gd name="connsiteX957" fmla="*/ 2231382 w 2329312"/>
              <a:gd name="connsiteY957" fmla="*/ 0 h 1541631"/>
              <a:gd name="connsiteX958" fmla="*/ 2233719 w 2329312"/>
              <a:gd name="connsiteY958" fmla="*/ 0 h 1541631"/>
              <a:gd name="connsiteX959" fmla="*/ 2236044 w 2329312"/>
              <a:gd name="connsiteY959" fmla="*/ 0 h 1541631"/>
              <a:gd name="connsiteX960" fmla="*/ 2238381 w 2329312"/>
              <a:gd name="connsiteY960" fmla="*/ 0 h 1541631"/>
              <a:gd name="connsiteX961" fmla="*/ 2240706 w 2329312"/>
              <a:gd name="connsiteY961" fmla="*/ 0 h 1541631"/>
              <a:gd name="connsiteX962" fmla="*/ 2243044 w 2329312"/>
              <a:gd name="connsiteY962" fmla="*/ 0 h 1541631"/>
              <a:gd name="connsiteX963" fmla="*/ 2245369 w 2329312"/>
              <a:gd name="connsiteY963" fmla="*/ 0 h 1541631"/>
              <a:gd name="connsiteX964" fmla="*/ 2247706 w 2329312"/>
              <a:gd name="connsiteY964" fmla="*/ 0 h 1541631"/>
              <a:gd name="connsiteX965" fmla="*/ 2250031 w 2329312"/>
              <a:gd name="connsiteY965" fmla="*/ 0 h 1541631"/>
              <a:gd name="connsiteX966" fmla="*/ 2252368 w 2329312"/>
              <a:gd name="connsiteY966" fmla="*/ 0 h 1541631"/>
              <a:gd name="connsiteX967" fmla="*/ 2254705 w 2329312"/>
              <a:gd name="connsiteY967" fmla="*/ 0 h 1541631"/>
              <a:gd name="connsiteX968" fmla="*/ 2257030 w 2329312"/>
              <a:gd name="connsiteY968" fmla="*/ 0 h 1541631"/>
              <a:gd name="connsiteX969" fmla="*/ 2259368 w 2329312"/>
              <a:gd name="connsiteY969" fmla="*/ 0 h 1541631"/>
              <a:gd name="connsiteX970" fmla="*/ 2261692 w 2329312"/>
              <a:gd name="connsiteY970" fmla="*/ 0 h 1541631"/>
              <a:gd name="connsiteX971" fmla="*/ 2264030 w 2329312"/>
              <a:gd name="connsiteY971" fmla="*/ 0 h 1541631"/>
              <a:gd name="connsiteX972" fmla="*/ 2266355 w 2329312"/>
              <a:gd name="connsiteY972" fmla="*/ 0 h 1541631"/>
              <a:gd name="connsiteX973" fmla="*/ 2268692 w 2329312"/>
              <a:gd name="connsiteY973" fmla="*/ 0 h 1541631"/>
              <a:gd name="connsiteX974" fmla="*/ 2271017 w 2329312"/>
              <a:gd name="connsiteY974" fmla="*/ 0 h 1541631"/>
              <a:gd name="connsiteX975" fmla="*/ 2273354 w 2329312"/>
              <a:gd name="connsiteY975" fmla="*/ 0 h 1541631"/>
              <a:gd name="connsiteX976" fmla="*/ 2275679 w 2329312"/>
              <a:gd name="connsiteY976" fmla="*/ 0 h 1541631"/>
              <a:gd name="connsiteX977" fmla="*/ 2278016 w 2329312"/>
              <a:gd name="connsiteY977" fmla="*/ 0 h 1541631"/>
              <a:gd name="connsiteX978" fmla="*/ 2280354 w 2329312"/>
              <a:gd name="connsiteY978" fmla="*/ 0 h 1541631"/>
              <a:gd name="connsiteX979" fmla="*/ 2282679 w 2329312"/>
              <a:gd name="connsiteY979" fmla="*/ 0 h 1541631"/>
              <a:gd name="connsiteX980" fmla="*/ 2285016 w 2329312"/>
              <a:gd name="connsiteY980" fmla="*/ 0 h 1541631"/>
              <a:gd name="connsiteX981" fmla="*/ 2287341 w 2329312"/>
              <a:gd name="connsiteY981" fmla="*/ 0 h 1541631"/>
              <a:gd name="connsiteX982" fmla="*/ 2289678 w 2329312"/>
              <a:gd name="connsiteY982" fmla="*/ 0 h 1541631"/>
              <a:gd name="connsiteX983" fmla="*/ 2292003 w 2329312"/>
              <a:gd name="connsiteY983" fmla="*/ 0 h 1541631"/>
              <a:gd name="connsiteX984" fmla="*/ 2294340 w 2329312"/>
              <a:gd name="connsiteY984" fmla="*/ 0 h 1541631"/>
              <a:gd name="connsiteX985" fmla="*/ 2296665 w 2329312"/>
              <a:gd name="connsiteY985" fmla="*/ 0 h 1541631"/>
              <a:gd name="connsiteX986" fmla="*/ 2299003 w 2329312"/>
              <a:gd name="connsiteY986" fmla="*/ 0 h 1541631"/>
              <a:gd name="connsiteX987" fmla="*/ 2301327 w 2329312"/>
              <a:gd name="connsiteY987" fmla="*/ 0 h 1541631"/>
              <a:gd name="connsiteX988" fmla="*/ 2303665 w 2329312"/>
              <a:gd name="connsiteY988" fmla="*/ 0 h 1541631"/>
              <a:gd name="connsiteX989" fmla="*/ 2306002 w 2329312"/>
              <a:gd name="connsiteY989" fmla="*/ 0 h 1541631"/>
              <a:gd name="connsiteX990" fmla="*/ 2308327 w 2329312"/>
              <a:gd name="connsiteY990" fmla="*/ 0 h 1541631"/>
              <a:gd name="connsiteX991" fmla="*/ 2310664 w 2329312"/>
              <a:gd name="connsiteY991" fmla="*/ 0 h 1541631"/>
              <a:gd name="connsiteX992" fmla="*/ 2312989 w 2329312"/>
              <a:gd name="connsiteY992" fmla="*/ 0 h 1541631"/>
              <a:gd name="connsiteX993" fmla="*/ 2315327 w 2329312"/>
              <a:gd name="connsiteY993" fmla="*/ 0 h 1541631"/>
              <a:gd name="connsiteX994" fmla="*/ 2317651 w 2329312"/>
              <a:gd name="connsiteY994" fmla="*/ 0 h 1541631"/>
              <a:gd name="connsiteX995" fmla="*/ 2319989 w 2329312"/>
              <a:gd name="connsiteY995" fmla="*/ 0 h 1541631"/>
              <a:gd name="connsiteX996" fmla="*/ 2322314 w 2329312"/>
              <a:gd name="connsiteY996" fmla="*/ 0 h 1541631"/>
              <a:gd name="connsiteX997" fmla="*/ 2324651 w 2329312"/>
              <a:gd name="connsiteY997" fmla="*/ 0 h 1541631"/>
              <a:gd name="connsiteX998" fmla="*/ 2326976 w 2329312"/>
              <a:gd name="connsiteY998" fmla="*/ 0 h 1541631"/>
              <a:gd name="connsiteX999" fmla="*/ 2329313 w 2329312"/>
              <a:gd name="connsiteY999" fmla="*/ 0 h 154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541631">
                <a:moveTo>
                  <a:pt x="0" y="1541631"/>
                </a:moveTo>
                <a:lnTo>
                  <a:pt x="2331" y="1541631"/>
                </a:lnTo>
                <a:lnTo>
                  <a:pt x="4663" y="1541631"/>
                </a:lnTo>
                <a:lnTo>
                  <a:pt x="6995" y="1541631"/>
                </a:lnTo>
                <a:lnTo>
                  <a:pt x="9326" y="1541631"/>
                </a:lnTo>
                <a:lnTo>
                  <a:pt x="11658" y="1541631"/>
                </a:lnTo>
                <a:lnTo>
                  <a:pt x="13989" y="1541631"/>
                </a:lnTo>
                <a:lnTo>
                  <a:pt x="16321" y="1541631"/>
                </a:lnTo>
                <a:lnTo>
                  <a:pt x="18653" y="1541631"/>
                </a:lnTo>
                <a:lnTo>
                  <a:pt x="20985" y="1541631"/>
                </a:lnTo>
                <a:lnTo>
                  <a:pt x="23316" y="1541631"/>
                </a:lnTo>
                <a:lnTo>
                  <a:pt x="25647" y="1541631"/>
                </a:lnTo>
                <a:lnTo>
                  <a:pt x="27979" y="1541631"/>
                </a:lnTo>
                <a:lnTo>
                  <a:pt x="30311" y="1541631"/>
                </a:lnTo>
                <a:lnTo>
                  <a:pt x="32643" y="1541631"/>
                </a:lnTo>
                <a:lnTo>
                  <a:pt x="34974" y="1541631"/>
                </a:lnTo>
                <a:lnTo>
                  <a:pt x="37306" y="1541631"/>
                </a:lnTo>
                <a:lnTo>
                  <a:pt x="39637" y="1541631"/>
                </a:lnTo>
                <a:lnTo>
                  <a:pt x="41969" y="1541631"/>
                </a:lnTo>
                <a:lnTo>
                  <a:pt x="44301" y="1541631"/>
                </a:lnTo>
                <a:lnTo>
                  <a:pt x="46632" y="1541631"/>
                </a:lnTo>
                <a:lnTo>
                  <a:pt x="48964" y="1541631"/>
                </a:lnTo>
                <a:lnTo>
                  <a:pt x="51295" y="1541631"/>
                </a:lnTo>
                <a:lnTo>
                  <a:pt x="53628" y="1541631"/>
                </a:lnTo>
                <a:lnTo>
                  <a:pt x="55959" y="1541631"/>
                </a:lnTo>
                <a:lnTo>
                  <a:pt x="58291" y="1541631"/>
                </a:lnTo>
                <a:lnTo>
                  <a:pt x="60622" y="1541631"/>
                </a:lnTo>
                <a:lnTo>
                  <a:pt x="62953" y="1541631"/>
                </a:lnTo>
                <a:lnTo>
                  <a:pt x="65286" y="1541631"/>
                </a:lnTo>
                <a:lnTo>
                  <a:pt x="67617" y="1541631"/>
                </a:lnTo>
                <a:lnTo>
                  <a:pt x="69949" y="1541631"/>
                </a:lnTo>
                <a:lnTo>
                  <a:pt x="72280" y="1541631"/>
                </a:lnTo>
                <a:lnTo>
                  <a:pt x="74613" y="1541631"/>
                </a:lnTo>
                <a:lnTo>
                  <a:pt x="76944" y="1541631"/>
                </a:lnTo>
                <a:lnTo>
                  <a:pt x="79275" y="1541631"/>
                </a:lnTo>
                <a:lnTo>
                  <a:pt x="81607" y="1541631"/>
                </a:lnTo>
                <a:lnTo>
                  <a:pt x="83938" y="1541631"/>
                </a:lnTo>
                <a:lnTo>
                  <a:pt x="86271" y="1541631"/>
                </a:lnTo>
                <a:lnTo>
                  <a:pt x="88602" y="1541631"/>
                </a:lnTo>
                <a:lnTo>
                  <a:pt x="90934" y="1541631"/>
                </a:lnTo>
                <a:lnTo>
                  <a:pt x="93265" y="1541631"/>
                </a:lnTo>
                <a:lnTo>
                  <a:pt x="95596" y="1541631"/>
                </a:lnTo>
                <a:lnTo>
                  <a:pt x="97929" y="1541631"/>
                </a:lnTo>
                <a:lnTo>
                  <a:pt x="100260" y="1541631"/>
                </a:lnTo>
                <a:lnTo>
                  <a:pt x="102592" y="1541631"/>
                </a:lnTo>
                <a:lnTo>
                  <a:pt x="104923" y="1541631"/>
                </a:lnTo>
                <a:lnTo>
                  <a:pt x="107256" y="1541631"/>
                </a:lnTo>
                <a:lnTo>
                  <a:pt x="109587" y="1541631"/>
                </a:lnTo>
                <a:lnTo>
                  <a:pt x="111919" y="1541631"/>
                </a:lnTo>
                <a:lnTo>
                  <a:pt x="114250" y="1541631"/>
                </a:lnTo>
                <a:lnTo>
                  <a:pt x="116581" y="1541631"/>
                </a:lnTo>
                <a:lnTo>
                  <a:pt x="118914" y="1541631"/>
                </a:lnTo>
                <a:lnTo>
                  <a:pt x="121245" y="1541631"/>
                </a:lnTo>
                <a:lnTo>
                  <a:pt x="123577" y="1541631"/>
                </a:lnTo>
                <a:lnTo>
                  <a:pt x="125908" y="1541631"/>
                </a:lnTo>
                <a:lnTo>
                  <a:pt x="128241" y="1541631"/>
                </a:lnTo>
                <a:lnTo>
                  <a:pt x="130572" y="1541631"/>
                </a:lnTo>
                <a:lnTo>
                  <a:pt x="132903" y="1541631"/>
                </a:lnTo>
                <a:lnTo>
                  <a:pt x="135235" y="1541631"/>
                </a:lnTo>
                <a:lnTo>
                  <a:pt x="137566" y="1541631"/>
                </a:lnTo>
                <a:lnTo>
                  <a:pt x="139899" y="1541631"/>
                </a:lnTo>
                <a:lnTo>
                  <a:pt x="142230" y="1541631"/>
                </a:lnTo>
                <a:lnTo>
                  <a:pt x="144562" y="1541631"/>
                </a:lnTo>
                <a:lnTo>
                  <a:pt x="146893" y="1541631"/>
                </a:lnTo>
                <a:lnTo>
                  <a:pt x="149225" y="1541631"/>
                </a:lnTo>
                <a:lnTo>
                  <a:pt x="151557" y="1541631"/>
                </a:lnTo>
                <a:lnTo>
                  <a:pt x="153888" y="1541631"/>
                </a:lnTo>
                <a:lnTo>
                  <a:pt x="156220" y="1541631"/>
                </a:lnTo>
                <a:lnTo>
                  <a:pt x="158551" y="1541631"/>
                </a:lnTo>
                <a:lnTo>
                  <a:pt x="160883" y="1541631"/>
                </a:lnTo>
                <a:lnTo>
                  <a:pt x="163215" y="1541631"/>
                </a:lnTo>
                <a:lnTo>
                  <a:pt x="165547" y="1541631"/>
                </a:lnTo>
                <a:lnTo>
                  <a:pt x="167878" y="1541631"/>
                </a:lnTo>
                <a:lnTo>
                  <a:pt x="170209" y="1541631"/>
                </a:lnTo>
                <a:lnTo>
                  <a:pt x="172541" y="1541631"/>
                </a:lnTo>
                <a:lnTo>
                  <a:pt x="174873" y="1541631"/>
                </a:lnTo>
                <a:lnTo>
                  <a:pt x="177205" y="1541631"/>
                </a:lnTo>
                <a:lnTo>
                  <a:pt x="179536" y="1541631"/>
                </a:lnTo>
                <a:lnTo>
                  <a:pt x="181868" y="1541631"/>
                </a:lnTo>
                <a:lnTo>
                  <a:pt x="184199" y="1541631"/>
                </a:lnTo>
                <a:lnTo>
                  <a:pt x="186531" y="1541631"/>
                </a:lnTo>
                <a:lnTo>
                  <a:pt x="188863" y="1541631"/>
                </a:lnTo>
                <a:lnTo>
                  <a:pt x="191194" y="1541631"/>
                </a:lnTo>
                <a:lnTo>
                  <a:pt x="193526" y="1541631"/>
                </a:lnTo>
                <a:lnTo>
                  <a:pt x="195857" y="1541631"/>
                </a:lnTo>
                <a:lnTo>
                  <a:pt x="198190" y="1541631"/>
                </a:lnTo>
                <a:lnTo>
                  <a:pt x="200521" y="1541631"/>
                </a:lnTo>
                <a:lnTo>
                  <a:pt x="202853" y="1541631"/>
                </a:lnTo>
                <a:lnTo>
                  <a:pt x="205184" y="1541631"/>
                </a:lnTo>
                <a:lnTo>
                  <a:pt x="207515" y="1541631"/>
                </a:lnTo>
                <a:lnTo>
                  <a:pt x="209848" y="1541631"/>
                </a:lnTo>
                <a:lnTo>
                  <a:pt x="212179" y="1541631"/>
                </a:lnTo>
                <a:lnTo>
                  <a:pt x="214511" y="1541631"/>
                </a:lnTo>
                <a:lnTo>
                  <a:pt x="216842" y="1541631"/>
                </a:lnTo>
                <a:lnTo>
                  <a:pt x="219175" y="1541631"/>
                </a:lnTo>
                <a:lnTo>
                  <a:pt x="221506" y="1541631"/>
                </a:lnTo>
                <a:lnTo>
                  <a:pt x="223837" y="1541631"/>
                </a:lnTo>
                <a:lnTo>
                  <a:pt x="226169" y="1541631"/>
                </a:lnTo>
                <a:lnTo>
                  <a:pt x="228500" y="1541631"/>
                </a:lnTo>
                <a:lnTo>
                  <a:pt x="230833" y="1541631"/>
                </a:lnTo>
                <a:lnTo>
                  <a:pt x="233164" y="1541631"/>
                </a:lnTo>
                <a:lnTo>
                  <a:pt x="235496" y="1541631"/>
                </a:lnTo>
                <a:lnTo>
                  <a:pt x="237827" y="1541631"/>
                </a:lnTo>
                <a:lnTo>
                  <a:pt x="240158" y="1541631"/>
                </a:lnTo>
                <a:lnTo>
                  <a:pt x="242491" y="1541631"/>
                </a:lnTo>
                <a:lnTo>
                  <a:pt x="244822" y="1541631"/>
                </a:lnTo>
                <a:lnTo>
                  <a:pt x="247154" y="1541631"/>
                </a:lnTo>
                <a:lnTo>
                  <a:pt x="249485" y="1541631"/>
                </a:lnTo>
                <a:lnTo>
                  <a:pt x="251818" y="1541631"/>
                </a:lnTo>
                <a:lnTo>
                  <a:pt x="254149" y="1541631"/>
                </a:lnTo>
                <a:lnTo>
                  <a:pt x="256481" y="1541631"/>
                </a:lnTo>
                <a:lnTo>
                  <a:pt x="258812" y="1541631"/>
                </a:lnTo>
                <a:lnTo>
                  <a:pt x="261143" y="1541631"/>
                </a:lnTo>
                <a:lnTo>
                  <a:pt x="263476" y="1541631"/>
                </a:lnTo>
                <a:lnTo>
                  <a:pt x="265807" y="1541631"/>
                </a:lnTo>
                <a:lnTo>
                  <a:pt x="268139" y="1541631"/>
                </a:lnTo>
                <a:lnTo>
                  <a:pt x="270470" y="1541631"/>
                </a:lnTo>
                <a:lnTo>
                  <a:pt x="272803" y="1541631"/>
                </a:lnTo>
                <a:lnTo>
                  <a:pt x="275134" y="1541631"/>
                </a:lnTo>
                <a:lnTo>
                  <a:pt x="277465" y="1541631"/>
                </a:lnTo>
                <a:lnTo>
                  <a:pt x="279797" y="1541631"/>
                </a:lnTo>
                <a:lnTo>
                  <a:pt x="282128" y="1541631"/>
                </a:lnTo>
                <a:lnTo>
                  <a:pt x="284461" y="1541631"/>
                </a:lnTo>
                <a:lnTo>
                  <a:pt x="286792" y="1541631"/>
                </a:lnTo>
                <a:lnTo>
                  <a:pt x="289124" y="1541631"/>
                </a:lnTo>
                <a:lnTo>
                  <a:pt x="291455" y="1541631"/>
                </a:lnTo>
                <a:lnTo>
                  <a:pt x="293787" y="1541631"/>
                </a:lnTo>
                <a:lnTo>
                  <a:pt x="296119" y="1541631"/>
                </a:lnTo>
                <a:lnTo>
                  <a:pt x="298450" y="1541631"/>
                </a:lnTo>
                <a:lnTo>
                  <a:pt x="300782" y="1541631"/>
                </a:lnTo>
                <a:lnTo>
                  <a:pt x="303113" y="1541631"/>
                </a:lnTo>
                <a:lnTo>
                  <a:pt x="305445" y="1541631"/>
                </a:lnTo>
                <a:lnTo>
                  <a:pt x="307777" y="1541631"/>
                </a:lnTo>
                <a:lnTo>
                  <a:pt x="310109" y="1541631"/>
                </a:lnTo>
                <a:lnTo>
                  <a:pt x="312440" y="1541631"/>
                </a:lnTo>
                <a:lnTo>
                  <a:pt x="314771" y="1541631"/>
                </a:lnTo>
                <a:lnTo>
                  <a:pt x="317103" y="1541631"/>
                </a:lnTo>
                <a:lnTo>
                  <a:pt x="319435" y="1541631"/>
                </a:lnTo>
                <a:lnTo>
                  <a:pt x="321767" y="1541631"/>
                </a:lnTo>
                <a:lnTo>
                  <a:pt x="324098" y="1541631"/>
                </a:lnTo>
                <a:lnTo>
                  <a:pt x="326430" y="1541631"/>
                </a:lnTo>
                <a:lnTo>
                  <a:pt x="328761" y="1541631"/>
                </a:lnTo>
                <a:lnTo>
                  <a:pt x="331092" y="1541631"/>
                </a:lnTo>
                <a:lnTo>
                  <a:pt x="333425" y="1541631"/>
                </a:lnTo>
                <a:lnTo>
                  <a:pt x="335756" y="1541631"/>
                </a:lnTo>
                <a:lnTo>
                  <a:pt x="338088" y="1541631"/>
                </a:lnTo>
                <a:lnTo>
                  <a:pt x="340419" y="1541631"/>
                </a:lnTo>
                <a:lnTo>
                  <a:pt x="342752" y="1541631"/>
                </a:lnTo>
                <a:lnTo>
                  <a:pt x="345083" y="1541631"/>
                </a:lnTo>
                <a:lnTo>
                  <a:pt x="347415" y="1541631"/>
                </a:lnTo>
                <a:lnTo>
                  <a:pt x="349746" y="1541631"/>
                </a:lnTo>
                <a:lnTo>
                  <a:pt x="352077" y="1541631"/>
                </a:lnTo>
                <a:lnTo>
                  <a:pt x="354410" y="1541631"/>
                </a:lnTo>
                <a:lnTo>
                  <a:pt x="356741" y="1541631"/>
                </a:lnTo>
                <a:lnTo>
                  <a:pt x="359073" y="1541631"/>
                </a:lnTo>
                <a:lnTo>
                  <a:pt x="361404" y="1541631"/>
                </a:lnTo>
                <a:lnTo>
                  <a:pt x="363737" y="1541631"/>
                </a:lnTo>
                <a:lnTo>
                  <a:pt x="366068" y="1541631"/>
                </a:lnTo>
                <a:lnTo>
                  <a:pt x="368399" y="1541631"/>
                </a:lnTo>
                <a:lnTo>
                  <a:pt x="370731" y="1541631"/>
                </a:lnTo>
                <a:lnTo>
                  <a:pt x="373062" y="1541631"/>
                </a:lnTo>
                <a:lnTo>
                  <a:pt x="375395" y="1541631"/>
                </a:lnTo>
                <a:lnTo>
                  <a:pt x="377726" y="1541631"/>
                </a:lnTo>
                <a:lnTo>
                  <a:pt x="380058" y="1541631"/>
                </a:lnTo>
                <a:lnTo>
                  <a:pt x="382389" y="1541631"/>
                </a:lnTo>
                <a:lnTo>
                  <a:pt x="384720" y="1541631"/>
                </a:lnTo>
                <a:lnTo>
                  <a:pt x="387053" y="1541631"/>
                </a:lnTo>
                <a:lnTo>
                  <a:pt x="389384" y="1541631"/>
                </a:lnTo>
                <a:lnTo>
                  <a:pt x="391716" y="1541631"/>
                </a:lnTo>
                <a:lnTo>
                  <a:pt x="394047" y="1541631"/>
                </a:lnTo>
                <a:lnTo>
                  <a:pt x="396380" y="1541631"/>
                </a:lnTo>
                <a:lnTo>
                  <a:pt x="398711" y="1541631"/>
                </a:lnTo>
                <a:lnTo>
                  <a:pt x="401043" y="1541631"/>
                </a:lnTo>
                <a:lnTo>
                  <a:pt x="403374" y="1541631"/>
                </a:lnTo>
                <a:lnTo>
                  <a:pt x="405705" y="1541631"/>
                </a:lnTo>
                <a:lnTo>
                  <a:pt x="408038" y="1541631"/>
                </a:lnTo>
                <a:lnTo>
                  <a:pt x="410369" y="1541631"/>
                </a:lnTo>
                <a:lnTo>
                  <a:pt x="412701" y="1541631"/>
                </a:lnTo>
                <a:lnTo>
                  <a:pt x="415032" y="1541631"/>
                </a:lnTo>
                <a:lnTo>
                  <a:pt x="417364" y="1541631"/>
                </a:lnTo>
                <a:lnTo>
                  <a:pt x="419696" y="1541631"/>
                </a:lnTo>
                <a:lnTo>
                  <a:pt x="422027" y="1541631"/>
                </a:lnTo>
                <a:lnTo>
                  <a:pt x="424359" y="1541631"/>
                </a:lnTo>
                <a:lnTo>
                  <a:pt x="426690" y="1541631"/>
                </a:lnTo>
                <a:lnTo>
                  <a:pt x="429022" y="1541631"/>
                </a:lnTo>
                <a:lnTo>
                  <a:pt x="431354" y="1541631"/>
                </a:lnTo>
                <a:lnTo>
                  <a:pt x="433686" y="1541631"/>
                </a:lnTo>
                <a:lnTo>
                  <a:pt x="436017" y="1541631"/>
                </a:lnTo>
                <a:lnTo>
                  <a:pt x="438349" y="1541631"/>
                </a:lnTo>
                <a:lnTo>
                  <a:pt x="440680" y="1541631"/>
                </a:lnTo>
                <a:lnTo>
                  <a:pt x="443012" y="1541631"/>
                </a:lnTo>
                <a:lnTo>
                  <a:pt x="445344" y="1541631"/>
                </a:lnTo>
                <a:lnTo>
                  <a:pt x="447675" y="1541631"/>
                </a:lnTo>
                <a:lnTo>
                  <a:pt x="450007" y="1541631"/>
                </a:lnTo>
                <a:lnTo>
                  <a:pt x="452339" y="1541631"/>
                </a:lnTo>
                <a:lnTo>
                  <a:pt x="454671" y="1541631"/>
                </a:lnTo>
                <a:lnTo>
                  <a:pt x="457002" y="1541631"/>
                </a:lnTo>
                <a:lnTo>
                  <a:pt x="459333" y="1541631"/>
                </a:lnTo>
                <a:lnTo>
                  <a:pt x="461665" y="1541631"/>
                </a:lnTo>
                <a:lnTo>
                  <a:pt x="463997" y="1541631"/>
                </a:lnTo>
                <a:lnTo>
                  <a:pt x="466329" y="1541631"/>
                </a:lnTo>
                <a:lnTo>
                  <a:pt x="468660" y="1541631"/>
                </a:lnTo>
                <a:lnTo>
                  <a:pt x="470992" y="1541631"/>
                </a:lnTo>
                <a:lnTo>
                  <a:pt x="473323" y="1541631"/>
                </a:lnTo>
                <a:lnTo>
                  <a:pt x="475654" y="1541631"/>
                </a:lnTo>
                <a:lnTo>
                  <a:pt x="477987" y="1541631"/>
                </a:lnTo>
                <a:lnTo>
                  <a:pt x="480318" y="1541631"/>
                </a:lnTo>
                <a:lnTo>
                  <a:pt x="482650" y="1541631"/>
                </a:lnTo>
                <a:lnTo>
                  <a:pt x="484981" y="1541631"/>
                </a:lnTo>
                <a:lnTo>
                  <a:pt x="487314" y="1541631"/>
                </a:lnTo>
                <a:lnTo>
                  <a:pt x="489645" y="1541631"/>
                </a:lnTo>
                <a:lnTo>
                  <a:pt x="491977" y="1541631"/>
                </a:lnTo>
                <a:lnTo>
                  <a:pt x="494308" y="1541631"/>
                </a:lnTo>
                <a:lnTo>
                  <a:pt x="496639" y="1541631"/>
                </a:lnTo>
                <a:lnTo>
                  <a:pt x="498972" y="1541631"/>
                </a:lnTo>
                <a:lnTo>
                  <a:pt x="501303" y="1541631"/>
                </a:lnTo>
                <a:lnTo>
                  <a:pt x="503635" y="1541631"/>
                </a:lnTo>
                <a:lnTo>
                  <a:pt x="505966" y="1541631"/>
                </a:lnTo>
                <a:lnTo>
                  <a:pt x="508299" y="1541631"/>
                </a:lnTo>
                <a:lnTo>
                  <a:pt x="510630" y="1541631"/>
                </a:lnTo>
                <a:lnTo>
                  <a:pt x="512961" y="1541631"/>
                </a:lnTo>
                <a:lnTo>
                  <a:pt x="515293" y="1541631"/>
                </a:lnTo>
                <a:lnTo>
                  <a:pt x="517624" y="1541631"/>
                </a:lnTo>
                <a:lnTo>
                  <a:pt x="519957" y="1541631"/>
                </a:lnTo>
                <a:lnTo>
                  <a:pt x="522288" y="1541631"/>
                </a:lnTo>
                <a:lnTo>
                  <a:pt x="524620" y="1541631"/>
                </a:lnTo>
                <a:lnTo>
                  <a:pt x="526951" y="1541631"/>
                </a:lnTo>
                <a:lnTo>
                  <a:pt x="529282" y="1541631"/>
                </a:lnTo>
                <a:lnTo>
                  <a:pt x="531615" y="1541631"/>
                </a:lnTo>
                <a:lnTo>
                  <a:pt x="533946" y="1541631"/>
                </a:lnTo>
                <a:lnTo>
                  <a:pt x="536278" y="1541631"/>
                </a:lnTo>
                <a:lnTo>
                  <a:pt x="538609" y="1541631"/>
                </a:lnTo>
                <a:lnTo>
                  <a:pt x="540942" y="1541631"/>
                </a:lnTo>
                <a:lnTo>
                  <a:pt x="543273" y="1541631"/>
                </a:lnTo>
                <a:lnTo>
                  <a:pt x="545605" y="1541631"/>
                </a:lnTo>
                <a:lnTo>
                  <a:pt x="547936" y="1541631"/>
                </a:lnTo>
                <a:lnTo>
                  <a:pt x="550267" y="1541631"/>
                </a:lnTo>
                <a:lnTo>
                  <a:pt x="552600" y="1541631"/>
                </a:lnTo>
                <a:lnTo>
                  <a:pt x="554931" y="1541631"/>
                </a:lnTo>
                <a:lnTo>
                  <a:pt x="557263" y="1541631"/>
                </a:lnTo>
                <a:lnTo>
                  <a:pt x="559594" y="1541631"/>
                </a:lnTo>
                <a:lnTo>
                  <a:pt x="561926" y="1541631"/>
                </a:lnTo>
                <a:lnTo>
                  <a:pt x="564258" y="1541631"/>
                </a:lnTo>
                <a:lnTo>
                  <a:pt x="566589" y="1541631"/>
                </a:lnTo>
                <a:lnTo>
                  <a:pt x="568921" y="1541631"/>
                </a:lnTo>
                <a:lnTo>
                  <a:pt x="571252" y="1541631"/>
                </a:lnTo>
                <a:lnTo>
                  <a:pt x="573584" y="1541631"/>
                </a:lnTo>
                <a:lnTo>
                  <a:pt x="575916" y="1541631"/>
                </a:lnTo>
                <a:lnTo>
                  <a:pt x="578248" y="1541631"/>
                </a:lnTo>
                <a:lnTo>
                  <a:pt x="580579" y="1541631"/>
                </a:lnTo>
                <a:lnTo>
                  <a:pt x="582911" y="1541631"/>
                </a:lnTo>
                <a:lnTo>
                  <a:pt x="585242" y="1541631"/>
                </a:lnTo>
                <a:lnTo>
                  <a:pt x="587574" y="1541631"/>
                </a:lnTo>
                <a:lnTo>
                  <a:pt x="589906" y="1541631"/>
                </a:lnTo>
                <a:lnTo>
                  <a:pt x="592237" y="1541631"/>
                </a:lnTo>
                <a:lnTo>
                  <a:pt x="594569" y="1541631"/>
                </a:lnTo>
                <a:lnTo>
                  <a:pt x="596900" y="1541631"/>
                </a:lnTo>
                <a:lnTo>
                  <a:pt x="599233" y="1541631"/>
                </a:lnTo>
                <a:lnTo>
                  <a:pt x="601564" y="1541631"/>
                </a:lnTo>
                <a:lnTo>
                  <a:pt x="603895" y="1541631"/>
                </a:lnTo>
                <a:lnTo>
                  <a:pt x="606227" y="1541631"/>
                </a:lnTo>
                <a:lnTo>
                  <a:pt x="608558" y="1541631"/>
                </a:lnTo>
                <a:lnTo>
                  <a:pt x="610891" y="1541631"/>
                </a:lnTo>
                <a:lnTo>
                  <a:pt x="613222" y="1541631"/>
                </a:lnTo>
                <a:lnTo>
                  <a:pt x="615554" y="1541631"/>
                </a:lnTo>
                <a:lnTo>
                  <a:pt x="617885" y="1541631"/>
                </a:lnTo>
                <a:lnTo>
                  <a:pt x="620216" y="1541631"/>
                </a:lnTo>
                <a:lnTo>
                  <a:pt x="622549" y="1541631"/>
                </a:lnTo>
                <a:lnTo>
                  <a:pt x="624880" y="1541631"/>
                </a:lnTo>
                <a:lnTo>
                  <a:pt x="627212" y="1541631"/>
                </a:lnTo>
                <a:lnTo>
                  <a:pt x="629543" y="1541631"/>
                </a:lnTo>
                <a:lnTo>
                  <a:pt x="631876" y="1541631"/>
                </a:lnTo>
                <a:lnTo>
                  <a:pt x="634207" y="1541631"/>
                </a:lnTo>
                <a:lnTo>
                  <a:pt x="636539" y="1541631"/>
                </a:lnTo>
                <a:lnTo>
                  <a:pt x="638870" y="1541631"/>
                </a:lnTo>
                <a:lnTo>
                  <a:pt x="641201" y="1541631"/>
                </a:lnTo>
                <a:lnTo>
                  <a:pt x="643534" y="1541631"/>
                </a:lnTo>
                <a:lnTo>
                  <a:pt x="645865" y="1541631"/>
                </a:lnTo>
                <a:lnTo>
                  <a:pt x="648197" y="1541631"/>
                </a:lnTo>
                <a:lnTo>
                  <a:pt x="650528" y="1541631"/>
                </a:lnTo>
                <a:lnTo>
                  <a:pt x="652861" y="1541631"/>
                </a:lnTo>
                <a:lnTo>
                  <a:pt x="655192" y="1541631"/>
                </a:lnTo>
                <a:lnTo>
                  <a:pt x="657523" y="1541631"/>
                </a:lnTo>
                <a:lnTo>
                  <a:pt x="659855" y="1541631"/>
                </a:lnTo>
                <a:lnTo>
                  <a:pt x="662186" y="1541631"/>
                </a:lnTo>
                <a:lnTo>
                  <a:pt x="664519" y="1541631"/>
                </a:lnTo>
                <a:lnTo>
                  <a:pt x="666850" y="1541631"/>
                </a:lnTo>
                <a:lnTo>
                  <a:pt x="669182" y="1541631"/>
                </a:lnTo>
                <a:lnTo>
                  <a:pt x="671513" y="1541631"/>
                </a:lnTo>
                <a:lnTo>
                  <a:pt x="673845" y="1541631"/>
                </a:lnTo>
                <a:lnTo>
                  <a:pt x="676177" y="1541631"/>
                </a:lnTo>
                <a:lnTo>
                  <a:pt x="678508" y="1541631"/>
                </a:lnTo>
                <a:lnTo>
                  <a:pt x="680840" y="1541631"/>
                </a:lnTo>
                <a:lnTo>
                  <a:pt x="683171" y="1541631"/>
                </a:lnTo>
                <a:lnTo>
                  <a:pt x="685504" y="1541631"/>
                </a:lnTo>
                <a:lnTo>
                  <a:pt x="687835" y="1541631"/>
                </a:lnTo>
                <a:lnTo>
                  <a:pt x="690167" y="1541631"/>
                </a:lnTo>
                <a:lnTo>
                  <a:pt x="692498" y="1541631"/>
                </a:lnTo>
                <a:lnTo>
                  <a:pt x="694829" y="1541631"/>
                </a:lnTo>
                <a:lnTo>
                  <a:pt x="697162" y="1541631"/>
                </a:lnTo>
                <a:lnTo>
                  <a:pt x="699493" y="1541631"/>
                </a:lnTo>
                <a:lnTo>
                  <a:pt x="701825" y="1541631"/>
                </a:lnTo>
                <a:lnTo>
                  <a:pt x="704156" y="1541631"/>
                </a:lnTo>
                <a:lnTo>
                  <a:pt x="706488" y="1541631"/>
                </a:lnTo>
                <a:lnTo>
                  <a:pt x="708820" y="1541631"/>
                </a:lnTo>
                <a:lnTo>
                  <a:pt x="711151" y="1541631"/>
                </a:lnTo>
                <a:lnTo>
                  <a:pt x="713483" y="1541631"/>
                </a:lnTo>
                <a:lnTo>
                  <a:pt x="715814" y="1541631"/>
                </a:lnTo>
                <a:lnTo>
                  <a:pt x="718146" y="1541631"/>
                </a:lnTo>
                <a:lnTo>
                  <a:pt x="720478" y="1541631"/>
                </a:lnTo>
                <a:lnTo>
                  <a:pt x="722810" y="1541631"/>
                </a:lnTo>
                <a:lnTo>
                  <a:pt x="725141" y="1541631"/>
                </a:lnTo>
                <a:lnTo>
                  <a:pt x="727473" y="1541631"/>
                </a:lnTo>
                <a:lnTo>
                  <a:pt x="729804" y="1541631"/>
                </a:lnTo>
                <a:lnTo>
                  <a:pt x="732136" y="1541631"/>
                </a:lnTo>
                <a:lnTo>
                  <a:pt x="734468" y="1541631"/>
                </a:lnTo>
                <a:lnTo>
                  <a:pt x="736803" y="1541631"/>
                </a:lnTo>
                <a:lnTo>
                  <a:pt x="739128" y="1541631"/>
                </a:lnTo>
                <a:lnTo>
                  <a:pt x="741465" y="1541631"/>
                </a:lnTo>
                <a:lnTo>
                  <a:pt x="743790" y="1541631"/>
                </a:lnTo>
                <a:lnTo>
                  <a:pt x="746127" y="1541631"/>
                </a:lnTo>
                <a:lnTo>
                  <a:pt x="748452" y="1541631"/>
                </a:lnTo>
                <a:lnTo>
                  <a:pt x="750789" y="1541631"/>
                </a:lnTo>
                <a:lnTo>
                  <a:pt x="753127" y="1541631"/>
                </a:lnTo>
                <a:lnTo>
                  <a:pt x="755452" y="1541631"/>
                </a:lnTo>
                <a:lnTo>
                  <a:pt x="757789" y="1541631"/>
                </a:lnTo>
                <a:lnTo>
                  <a:pt x="760114" y="1541631"/>
                </a:lnTo>
                <a:lnTo>
                  <a:pt x="762451" y="1541631"/>
                </a:lnTo>
                <a:lnTo>
                  <a:pt x="764776" y="1541631"/>
                </a:lnTo>
                <a:lnTo>
                  <a:pt x="767113" y="1541631"/>
                </a:lnTo>
                <a:lnTo>
                  <a:pt x="769438" y="1541631"/>
                </a:lnTo>
                <a:lnTo>
                  <a:pt x="771776" y="1541631"/>
                </a:lnTo>
                <a:lnTo>
                  <a:pt x="774100" y="1541631"/>
                </a:lnTo>
                <a:lnTo>
                  <a:pt x="776438" y="1541631"/>
                </a:lnTo>
                <a:lnTo>
                  <a:pt x="778775" y="1541631"/>
                </a:lnTo>
                <a:lnTo>
                  <a:pt x="781100" y="1541631"/>
                </a:lnTo>
                <a:lnTo>
                  <a:pt x="783437" y="1541631"/>
                </a:lnTo>
                <a:lnTo>
                  <a:pt x="785762" y="1541631"/>
                </a:lnTo>
                <a:lnTo>
                  <a:pt x="788099" y="1541631"/>
                </a:lnTo>
                <a:lnTo>
                  <a:pt x="790424" y="1541631"/>
                </a:lnTo>
                <a:lnTo>
                  <a:pt x="792762" y="1541631"/>
                </a:lnTo>
                <a:lnTo>
                  <a:pt x="795087" y="1541631"/>
                </a:lnTo>
                <a:lnTo>
                  <a:pt x="797424" y="1541631"/>
                </a:lnTo>
                <a:lnTo>
                  <a:pt x="799749" y="1541631"/>
                </a:lnTo>
                <a:lnTo>
                  <a:pt x="802086" y="1541631"/>
                </a:lnTo>
                <a:lnTo>
                  <a:pt x="804411" y="1541631"/>
                </a:lnTo>
                <a:lnTo>
                  <a:pt x="806748" y="1541631"/>
                </a:lnTo>
                <a:lnTo>
                  <a:pt x="809086" y="1541631"/>
                </a:lnTo>
                <a:lnTo>
                  <a:pt x="811410" y="1541631"/>
                </a:lnTo>
                <a:lnTo>
                  <a:pt x="813748" y="1541631"/>
                </a:lnTo>
                <a:lnTo>
                  <a:pt x="816073" y="1541631"/>
                </a:lnTo>
                <a:lnTo>
                  <a:pt x="818410" y="1541631"/>
                </a:lnTo>
                <a:lnTo>
                  <a:pt x="820735" y="1541631"/>
                </a:lnTo>
                <a:lnTo>
                  <a:pt x="823072" y="1541631"/>
                </a:lnTo>
                <a:lnTo>
                  <a:pt x="825397" y="1541631"/>
                </a:lnTo>
                <a:lnTo>
                  <a:pt x="827734" y="1541631"/>
                </a:lnTo>
                <a:lnTo>
                  <a:pt x="830059" y="1541631"/>
                </a:lnTo>
                <a:lnTo>
                  <a:pt x="832397" y="1541631"/>
                </a:lnTo>
                <a:lnTo>
                  <a:pt x="834734" y="1541631"/>
                </a:lnTo>
                <a:lnTo>
                  <a:pt x="837059" y="1541631"/>
                </a:lnTo>
                <a:lnTo>
                  <a:pt x="839396" y="1541631"/>
                </a:lnTo>
                <a:lnTo>
                  <a:pt x="841721" y="1541631"/>
                </a:lnTo>
                <a:lnTo>
                  <a:pt x="844058" y="1541631"/>
                </a:lnTo>
                <a:lnTo>
                  <a:pt x="846383" y="1541631"/>
                </a:lnTo>
                <a:lnTo>
                  <a:pt x="848720" y="1541631"/>
                </a:lnTo>
                <a:lnTo>
                  <a:pt x="851045" y="1541631"/>
                </a:lnTo>
                <a:lnTo>
                  <a:pt x="853383" y="1541631"/>
                </a:lnTo>
                <a:lnTo>
                  <a:pt x="855708" y="1541631"/>
                </a:lnTo>
                <a:lnTo>
                  <a:pt x="858045" y="1541631"/>
                </a:lnTo>
                <a:lnTo>
                  <a:pt x="860382" y="1541631"/>
                </a:lnTo>
                <a:lnTo>
                  <a:pt x="862707" y="1541631"/>
                </a:lnTo>
                <a:lnTo>
                  <a:pt x="865044" y="1541631"/>
                </a:lnTo>
                <a:lnTo>
                  <a:pt x="867369" y="1541631"/>
                </a:lnTo>
                <a:lnTo>
                  <a:pt x="869707" y="1541631"/>
                </a:lnTo>
                <a:lnTo>
                  <a:pt x="872032" y="1541631"/>
                </a:lnTo>
                <a:lnTo>
                  <a:pt x="874369" y="1541631"/>
                </a:lnTo>
                <a:lnTo>
                  <a:pt x="876694" y="1541631"/>
                </a:lnTo>
                <a:lnTo>
                  <a:pt x="879031" y="1541631"/>
                </a:lnTo>
                <a:lnTo>
                  <a:pt x="881356" y="1541631"/>
                </a:lnTo>
                <a:lnTo>
                  <a:pt x="883693" y="1541631"/>
                </a:lnTo>
                <a:lnTo>
                  <a:pt x="886031" y="1541631"/>
                </a:lnTo>
                <a:lnTo>
                  <a:pt x="888355" y="1541631"/>
                </a:lnTo>
                <a:lnTo>
                  <a:pt x="890693" y="1541631"/>
                </a:lnTo>
                <a:lnTo>
                  <a:pt x="893018" y="1541631"/>
                </a:lnTo>
                <a:lnTo>
                  <a:pt x="895355" y="1541631"/>
                </a:lnTo>
                <a:lnTo>
                  <a:pt x="897680" y="1541631"/>
                </a:lnTo>
                <a:lnTo>
                  <a:pt x="900017" y="1541631"/>
                </a:lnTo>
                <a:lnTo>
                  <a:pt x="902342" y="1541631"/>
                </a:lnTo>
                <a:lnTo>
                  <a:pt x="904679" y="1541631"/>
                </a:lnTo>
                <a:lnTo>
                  <a:pt x="907004" y="1541631"/>
                </a:lnTo>
                <a:lnTo>
                  <a:pt x="909342" y="1541631"/>
                </a:lnTo>
                <a:lnTo>
                  <a:pt x="911667" y="1541631"/>
                </a:lnTo>
                <a:lnTo>
                  <a:pt x="914004" y="1541631"/>
                </a:lnTo>
                <a:lnTo>
                  <a:pt x="916341" y="1541631"/>
                </a:lnTo>
                <a:lnTo>
                  <a:pt x="918666" y="1541631"/>
                </a:lnTo>
                <a:lnTo>
                  <a:pt x="921003" y="1541631"/>
                </a:lnTo>
                <a:lnTo>
                  <a:pt x="923328" y="1541631"/>
                </a:lnTo>
                <a:lnTo>
                  <a:pt x="925666" y="1541631"/>
                </a:lnTo>
                <a:lnTo>
                  <a:pt x="927991" y="1541631"/>
                </a:lnTo>
                <a:lnTo>
                  <a:pt x="930328" y="1541631"/>
                </a:lnTo>
                <a:lnTo>
                  <a:pt x="932653" y="1541631"/>
                </a:lnTo>
                <a:lnTo>
                  <a:pt x="934990" y="1541631"/>
                </a:lnTo>
                <a:lnTo>
                  <a:pt x="937315" y="1541631"/>
                </a:lnTo>
                <a:lnTo>
                  <a:pt x="939652" y="1541631"/>
                </a:lnTo>
                <a:lnTo>
                  <a:pt x="941990" y="1541631"/>
                </a:lnTo>
                <a:lnTo>
                  <a:pt x="944315" y="1541631"/>
                </a:lnTo>
                <a:lnTo>
                  <a:pt x="946652" y="1541631"/>
                </a:lnTo>
                <a:lnTo>
                  <a:pt x="948977" y="1541631"/>
                </a:lnTo>
                <a:lnTo>
                  <a:pt x="951314" y="1541631"/>
                </a:lnTo>
                <a:lnTo>
                  <a:pt x="953639" y="1541631"/>
                </a:lnTo>
                <a:lnTo>
                  <a:pt x="955976" y="1541631"/>
                </a:lnTo>
                <a:lnTo>
                  <a:pt x="958301" y="1541631"/>
                </a:lnTo>
                <a:lnTo>
                  <a:pt x="960638" y="1541631"/>
                </a:lnTo>
                <a:lnTo>
                  <a:pt x="962963" y="1541631"/>
                </a:lnTo>
                <a:lnTo>
                  <a:pt x="965301" y="1541631"/>
                </a:lnTo>
                <a:lnTo>
                  <a:pt x="967638" y="1541631"/>
                </a:lnTo>
                <a:lnTo>
                  <a:pt x="969963" y="1541631"/>
                </a:lnTo>
                <a:lnTo>
                  <a:pt x="972300" y="1541631"/>
                </a:lnTo>
                <a:lnTo>
                  <a:pt x="974625" y="1541631"/>
                </a:lnTo>
                <a:lnTo>
                  <a:pt x="976962" y="1541631"/>
                </a:lnTo>
                <a:lnTo>
                  <a:pt x="979287" y="1541631"/>
                </a:lnTo>
                <a:lnTo>
                  <a:pt x="981625" y="1541631"/>
                </a:lnTo>
                <a:lnTo>
                  <a:pt x="983949" y="1541631"/>
                </a:lnTo>
                <a:lnTo>
                  <a:pt x="986287" y="1541631"/>
                </a:lnTo>
                <a:lnTo>
                  <a:pt x="988612" y="1541631"/>
                </a:lnTo>
                <a:lnTo>
                  <a:pt x="990949" y="1541631"/>
                </a:lnTo>
                <a:lnTo>
                  <a:pt x="993286" y="1541631"/>
                </a:lnTo>
                <a:lnTo>
                  <a:pt x="995611" y="1541631"/>
                </a:lnTo>
                <a:lnTo>
                  <a:pt x="997948" y="1541631"/>
                </a:lnTo>
                <a:lnTo>
                  <a:pt x="1000273" y="1541631"/>
                </a:lnTo>
                <a:lnTo>
                  <a:pt x="1002611" y="1541631"/>
                </a:lnTo>
                <a:lnTo>
                  <a:pt x="1004936" y="1541631"/>
                </a:lnTo>
                <a:lnTo>
                  <a:pt x="1007273" y="1541631"/>
                </a:lnTo>
                <a:lnTo>
                  <a:pt x="1009598" y="1541631"/>
                </a:lnTo>
                <a:lnTo>
                  <a:pt x="1011935" y="1541631"/>
                </a:lnTo>
                <a:lnTo>
                  <a:pt x="1014260" y="1541631"/>
                </a:lnTo>
                <a:lnTo>
                  <a:pt x="1016597" y="1541631"/>
                </a:lnTo>
                <a:lnTo>
                  <a:pt x="1018922" y="1541631"/>
                </a:lnTo>
                <a:lnTo>
                  <a:pt x="1021259" y="1541631"/>
                </a:lnTo>
                <a:lnTo>
                  <a:pt x="1023597" y="1541631"/>
                </a:lnTo>
                <a:lnTo>
                  <a:pt x="1025922" y="1541631"/>
                </a:lnTo>
                <a:lnTo>
                  <a:pt x="1028259" y="1541631"/>
                </a:lnTo>
                <a:lnTo>
                  <a:pt x="1030584" y="1541631"/>
                </a:lnTo>
                <a:lnTo>
                  <a:pt x="1032921" y="1541631"/>
                </a:lnTo>
                <a:lnTo>
                  <a:pt x="1035246" y="1541631"/>
                </a:lnTo>
                <a:lnTo>
                  <a:pt x="1037583" y="1541631"/>
                </a:lnTo>
                <a:lnTo>
                  <a:pt x="1039908" y="1541631"/>
                </a:lnTo>
                <a:lnTo>
                  <a:pt x="1042246" y="1541631"/>
                </a:lnTo>
                <a:lnTo>
                  <a:pt x="1044571" y="1541631"/>
                </a:lnTo>
                <a:lnTo>
                  <a:pt x="1046908" y="1541631"/>
                </a:lnTo>
                <a:lnTo>
                  <a:pt x="1049245" y="1541631"/>
                </a:lnTo>
                <a:lnTo>
                  <a:pt x="1051570" y="1541631"/>
                </a:lnTo>
                <a:lnTo>
                  <a:pt x="1053907" y="1541631"/>
                </a:lnTo>
                <a:lnTo>
                  <a:pt x="1056232" y="1541631"/>
                </a:lnTo>
                <a:lnTo>
                  <a:pt x="1058569" y="1541631"/>
                </a:lnTo>
                <a:lnTo>
                  <a:pt x="1060894" y="1541631"/>
                </a:lnTo>
                <a:lnTo>
                  <a:pt x="1063232" y="1541631"/>
                </a:lnTo>
                <a:lnTo>
                  <a:pt x="1065557" y="1541631"/>
                </a:lnTo>
                <a:lnTo>
                  <a:pt x="1067894" y="1541631"/>
                </a:lnTo>
                <a:lnTo>
                  <a:pt x="1070219" y="1541631"/>
                </a:lnTo>
                <a:lnTo>
                  <a:pt x="1072556" y="1541631"/>
                </a:lnTo>
                <a:lnTo>
                  <a:pt x="1074893" y="1541631"/>
                </a:lnTo>
                <a:lnTo>
                  <a:pt x="1077218" y="1541631"/>
                </a:lnTo>
                <a:lnTo>
                  <a:pt x="1079556" y="1541631"/>
                </a:lnTo>
                <a:lnTo>
                  <a:pt x="1081881" y="1541631"/>
                </a:lnTo>
                <a:lnTo>
                  <a:pt x="1084218" y="1541631"/>
                </a:lnTo>
                <a:lnTo>
                  <a:pt x="1086543" y="1541631"/>
                </a:lnTo>
                <a:lnTo>
                  <a:pt x="1088880" y="1541631"/>
                </a:lnTo>
                <a:lnTo>
                  <a:pt x="1091205" y="1541631"/>
                </a:lnTo>
                <a:lnTo>
                  <a:pt x="1093542" y="1541631"/>
                </a:lnTo>
                <a:lnTo>
                  <a:pt x="1095867" y="1541631"/>
                </a:lnTo>
                <a:lnTo>
                  <a:pt x="1098205" y="1541631"/>
                </a:lnTo>
                <a:lnTo>
                  <a:pt x="1100542" y="1541631"/>
                </a:lnTo>
                <a:lnTo>
                  <a:pt x="1102867" y="1541631"/>
                </a:lnTo>
                <a:lnTo>
                  <a:pt x="1105204" y="1541631"/>
                </a:lnTo>
                <a:lnTo>
                  <a:pt x="1107529" y="1541631"/>
                </a:lnTo>
                <a:lnTo>
                  <a:pt x="1109866" y="1541631"/>
                </a:lnTo>
                <a:lnTo>
                  <a:pt x="1112191" y="1541631"/>
                </a:lnTo>
                <a:lnTo>
                  <a:pt x="1114529" y="1541631"/>
                </a:lnTo>
                <a:lnTo>
                  <a:pt x="1116853" y="1541631"/>
                </a:lnTo>
                <a:lnTo>
                  <a:pt x="1119191" y="1541631"/>
                </a:lnTo>
                <a:lnTo>
                  <a:pt x="1121516" y="1541631"/>
                </a:lnTo>
                <a:lnTo>
                  <a:pt x="1123853" y="1541631"/>
                </a:lnTo>
                <a:lnTo>
                  <a:pt x="1126178" y="1541631"/>
                </a:lnTo>
                <a:lnTo>
                  <a:pt x="1128515" y="1541631"/>
                </a:lnTo>
                <a:lnTo>
                  <a:pt x="1130852" y="1541631"/>
                </a:lnTo>
                <a:lnTo>
                  <a:pt x="1133177" y="1541631"/>
                </a:lnTo>
                <a:lnTo>
                  <a:pt x="1135515" y="1541631"/>
                </a:lnTo>
                <a:lnTo>
                  <a:pt x="1137840" y="1541631"/>
                </a:lnTo>
                <a:lnTo>
                  <a:pt x="1140177" y="1541631"/>
                </a:lnTo>
                <a:lnTo>
                  <a:pt x="1142502" y="1541631"/>
                </a:lnTo>
                <a:lnTo>
                  <a:pt x="1144839" y="1541631"/>
                </a:lnTo>
                <a:lnTo>
                  <a:pt x="1147164" y="1541631"/>
                </a:lnTo>
                <a:lnTo>
                  <a:pt x="1149501" y="1541631"/>
                </a:lnTo>
                <a:lnTo>
                  <a:pt x="1151826" y="1541631"/>
                </a:lnTo>
                <a:lnTo>
                  <a:pt x="1154164" y="1541631"/>
                </a:lnTo>
                <a:lnTo>
                  <a:pt x="1156501" y="1541631"/>
                </a:lnTo>
                <a:lnTo>
                  <a:pt x="1158826" y="1541631"/>
                </a:lnTo>
                <a:lnTo>
                  <a:pt x="1161163" y="1541631"/>
                </a:lnTo>
                <a:lnTo>
                  <a:pt x="1163488" y="1541631"/>
                </a:lnTo>
                <a:lnTo>
                  <a:pt x="1165825" y="0"/>
                </a:lnTo>
                <a:lnTo>
                  <a:pt x="1168150" y="0"/>
                </a:lnTo>
                <a:lnTo>
                  <a:pt x="1170487" y="0"/>
                </a:lnTo>
                <a:lnTo>
                  <a:pt x="1172812" y="0"/>
                </a:lnTo>
                <a:lnTo>
                  <a:pt x="1175150" y="0"/>
                </a:lnTo>
                <a:lnTo>
                  <a:pt x="1177475" y="0"/>
                </a:lnTo>
                <a:lnTo>
                  <a:pt x="1179812" y="0"/>
                </a:lnTo>
                <a:lnTo>
                  <a:pt x="1182149" y="0"/>
                </a:lnTo>
                <a:lnTo>
                  <a:pt x="1184474" y="0"/>
                </a:lnTo>
                <a:lnTo>
                  <a:pt x="1186811" y="0"/>
                </a:lnTo>
                <a:lnTo>
                  <a:pt x="1189136" y="0"/>
                </a:lnTo>
                <a:lnTo>
                  <a:pt x="1191474" y="0"/>
                </a:lnTo>
                <a:lnTo>
                  <a:pt x="1193798" y="0"/>
                </a:lnTo>
                <a:lnTo>
                  <a:pt x="1196136" y="0"/>
                </a:lnTo>
                <a:lnTo>
                  <a:pt x="1198461" y="0"/>
                </a:lnTo>
                <a:lnTo>
                  <a:pt x="1200798" y="0"/>
                </a:lnTo>
                <a:lnTo>
                  <a:pt x="1203123" y="0"/>
                </a:lnTo>
                <a:lnTo>
                  <a:pt x="1205460" y="0"/>
                </a:lnTo>
                <a:lnTo>
                  <a:pt x="1207797" y="0"/>
                </a:lnTo>
                <a:lnTo>
                  <a:pt x="1210122" y="0"/>
                </a:lnTo>
                <a:lnTo>
                  <a:pt x="1212460" y="0"/>
                </a:lnTo>
                <a:lnTo>
                  <a:pt x="1214785" y="0"/>
                </a:lnTo>
                <a:lnTo>
                  <a:pt x="1217122" y="0"/>
                </a:lnTo>
                <a:lnTo>
                  <a:pt x="1219447" y="0"/>
                </a:lnTo>
                <a:lnTo>
                  <a:pt x="1221784" y="0"/>
                </a:lnTo>
                <a:lnTo>
                  <a:pt x="1224109" y="0"/>
                </a:lnTo>
                <a:lnTo>
                  <a:pt x="1226446" y="0"/>
                </a:lnTo>
                <a:lnTo>
                  <a:pt x="1228771" y="0"/>
                </a:lnTo>
                <a:lnTo>
                  <a:pt x="1231108" y="0"/>
                </a:lnTo>
                <a:lnTo>
                  <a:pt x="1233446" y="0"/>
                </a:lnTo>
                <a:lnTo>
                  <a:pt x="1235771" y="0"/>
                </a:lnTo>
                <a:lnTo>
                  <a:pt x="1238108" y="0"/>
                </a:lnTo>
                <a:lnTo>
                  <a:pt x="1240433" y="0"/>
                </a:lnTo>
                <a:lnTo>
                  <a:pt x="1242770" y="0"/>
                </a:lnTo>
                <a:lnTo>
                  <a:pt x="1245095" y="0"/>
                </a:lnTo>
                <a:lnTo>
                  <a:pt x="1247432" y="0"/>
                </a:lnTo>
                <a:lnTo>
                  <a:pt x="1249757" y="0"/>
                </a:lnTo>
                <a:lnTo>
                  <a:pt x="1252095" y="0"/>
                </a:lnTo>
                <a:lnTo>
                  <a:pt x="1254420" y="0"/>
                </a:lnTo>
                <a:lnTo>
                  <a:pt x="1256757" y="0"/>
                </a:lnTo>
                <a:lnTo>
                  <a:pt x="1259082" y="0"/>
                </a:lnTo>
                <a:lnTo>
                  <a:pt x="1261419" y="0"/>
                </a:lnTo>
                <a:lnTo>
                  <a:pt x="1263756" y="0"/>
                </a:lnTo>
                <a:lnTo>
                  <a:pt x="1266081" y="0"/>
                </a:lnTo>
                <a:lnTo>
                  <a:pt x="1268419" y="0"/>
                </a:lnTo>
                <a:lnTo>
                  <a:pt x="1270744" y="0"/>
                </a:lnTo>
                <a:lnTo>
                  <a:pt x="1273081" y="0"/>
                </a:lnTo>
                <a:lnTo>
                  <a:pt x="1275406" y="0"/>
                </a:lnTo>
                <a:lnTo>
                  <a:pt x="1277743" y="0"/>
                </a:lnTo>
                <a:lnTo>
                  <a:pt x="1280068" y="0"/>
                </a:lnTo>
                <a:lnTo>
                  <a:pt x="1282405" y="0"/>
                </a:lnTo>
                <a:lnTo>
                  <a:pt x="1284730" y="0"/>
                </a:lnTo>
                <a:lnTo>
                  <a:pt x="1287067" y="0"/>
                </a:lnTo>
                <a:lnTo>
                  <a:pt x="1289405" y="0"/>
                </a:lnTo>
                <a:lnTo>
                  <a:pt x="1291730" y="0"/>
                </a:lnTo>
                <a:lnTo>
                  <a:pt x="1294067" y="0"/>
                </a:lnTo>
                <a:lnTo>
                  <a:pt x="1296392" y="0"/>
                </a:lnTo>
                <a:lnTo>
                  <a:pt x="1298729" y="0"/>
                </a:lnTo>
                <a:lnTo>
                  <a:pt x="1301054" y="0"/>
                </a:lnTo>
                <a:lnTo>
                  <a:pt x="1303391" y="0"/>
                </a:lnTo>
                <a:lnTo>
                  <a:pt x="1305716" y="0"/>
                </a:lnTo>
                <a:lnTo>
                  <a:pt x="1308054" y="0"/>
                </a:lnTo>
                <a:lnTo>
                  <a:pt x="1310379" y="0"/>
                </a:lnTo>
                <a:lnTo>
                  <a:pt x="1312716" y="0"/>
                </a:lnTo>
                <a:lnTo>
                  <a:pt x="1315053" y="0"/>
                </a:lnTo>
                <a:lnTo>
                  <a:pt x="1317378" y="0"/>
                </a:lnTo>
                <a:lnTo>
                  <a:pt x="1319715" y="0"/>
                </a:lnTo>
                <a:lnTo>
                  <a:pt x="1322040" y="0"/>
                </a:lnTo>
                <a:lnTo>
                  <a:pt x="1324378" y="0"/>
                </a:lnTo>
                <a:lnTo>
                  <a:pt x="1326702" y="0"/>
                </a:lnTo>
                <a:lnTo>
                  <a:pt x="1329040" y="0"/>
                </a:lnTo>
                <a:lnTo>
                  <a:pt x="1331365" y="0"/>
                </a:lnTo>
                <a:lnTo>
                  <a:pt x="1333702" y="0"/>
                </a:lnTo>
                <a:lnTo>
                  <a:pt x="1336027" y="0"/>
                </a:lnTo>
                <a:lnTo>
                  <a:pt x="1338364" y="0"/>
                </a:lnTo>
                <a:lnTo>
                  <a:pt x="1340701" y="0"/>
                </a:lnTo>
                <a:lnTo>
                  <a:pt x="1343026" y="0"/>
                </a:lnTo>
                <a:lnTo>
                  <a:pt x="1345364" y="0"/>
                </a:lnTo>
                <a:lnTo>
                  <a:pt x="1347689" y="0"/>
                </a:lnTo>
                <a:lnTo>
                  <a:pt x="1350026" y="0"/>
                </a:lnTo>
                <a:lnTo>
                  <a:pt x="1352351" y="0"/>
                </a:lnTo>
                <a:lnTo>
                  <a:pt x="1354688" y="0"/>
                </a:lnTo>
                <a:lnTo>
                  <a:pt x="1357013" y="0"/>
                </a:lnTo>
                <a:lnTo>
                  <a:pt x="1359350" y="0"/>
                </a:lnTo>
                <a:lnTo>
                  <a:pt x="1361675" y="0"/>
                </a:lnTo>
                <a:lnTo>
                  <a:pt x="1364012" y="0"/>
                </a:lnTo>
                <a:lnTo>
                  <a:pt x="1366337" y="0"/>
                </a:lnTo>
                <a:lnTo>
                  <a:pt x="1368675" y="0"/>
                </a:lnTo>
                <a:lnTo>
                  <a:pt x="1371012" y="0"/>
                </a:lnTo>
                <a:lnTo>
                  <a:pt x="1373337" y="0"/>
                </a:lnTo>
                <a:lnTo>
                  <a:pt x="1375674" y="0"/>
                </a:lnTo>
                <a:lnTo>
                  <a:pt x="1377999" y="0"/>
                </a:lnTo>
                <a:lnTo>
                  <a:pt x="1380336" y="0"/>
                </a:lnTo>
                <a:lnTo>
                  <a:pt x="1382661" y="0"/>
                </a:lnTo>
                <a:lnTo>
                  <a:pt x="1384999" y="0"/>
                </a:lnTo>
                <a:lnTo>
                  <a:pt x="1387324" y="0"/>
                </a:lnTo>
                <a:lnTo>
                  <a:pt x="1389661" y="0"/>
                </a:lnTo>
                <a:lnTo>
                  <a:pt x="1391986" y="0"/>
                </a:lnTo>
                <a:lnTo>
                  <a:pt x="1394323" y="0"/>
                </a:lnTo>
                <a:lnTo>
                  <a:pt x="1396660" y="0"/>
                </a:lnTo>
                <a:lnTo>
                  <a:pt x="1398985" y="0"/>
                </a:lnTo>
                <a:lnTo>
                  <a:pt x="1401322" y="0"/>
                </a:lnTo>
                <a:lnTo>
                  <a:pt x="1403647" y="0"/>
                </a:lnTo>
                <a:lnTo>
                  <a:pt x="1405985" y="0"/>
                </a:lnTo>
                <a:lnTo>
                  <a:pt x="1408310" y="0"/>
                </a:lnTo>
                <a:lnTo>
                  <a:pt x="1410647" y="0"/>
                </a:lnTo>
                <a:lnTo>
                  <a:pt x="1412972" y="0"/>
                </a:lnTo>
                <a:lnTo>
                  <a:pt x="1415309" y="0"/>
                </a:lnTo>
                <a:lnTo>
                  <a:pt x="1417634" y="0"/>
                </a:lnTo>
                <a:lnTo>
                  <a:pt x="1419971" y="0"/>
                </a:lnTo>
                <a:lnTo>
                  <a:pt x="1422309" y="0"/>
                </a:lnTo>
                <a:lnTo>
                  <a:pt x="1424634" y="0"/>
                </a:lnTo>
                <a:lnTo>
                  <a:pt x="1426971" y="0"/>
                </a:lnTo>
                <a:lnTo>
                  <a:pt x="1429296" y="0"/>
                </a:lnTo>
                <a:lnTo>
                  <a:pt x="1431633" y="0"/>
                </a:lnTo>
                <a:lnTo>
                  <a:pt x="1433958" y="0"/>
                </a:lnTo>
                <a:lnTo>
                  <a:pt x="1436295" y="0"/>
                </a:lnTo>
                <a:lnTo>
                  <a:pt x="1438620" y="0"/>
                </a:lnTo>
                <a:lnTo>
                  <a:pt x="1440958" y="0"/>
                </a:lnTo>
                <a:lnTo>
                  <a:pt x="1443283" y="0"/>
                </a:lnTo>
                <a:lnTo>
                  <a:pt x="1445620" y="0"/>
                </a:lnTo>
                <a:lnTo>
                  <a:pt x="1447957" y="0"/>
                </a:lnTo>
                <a:lnTo>
                  <a:pt x="1450282" y="0"/>
                </a:lnTo>
                <a:lnTo>
                  <a:pt x="1452619" y="0"/>
                </a:lnTo>
                <a:lnTo>
                  <a:pt x="1454944" y="0"/>
                </a:lnTo>
                <a:lnTo>
                  <a:pt x="1457282" y="0"/>
                </a:lnTo>
                <a:lnTo>
                  <a:pt x="1459606" y="0"/>
                </a:lnTo>
                <a:lnTo>
                  <a:pt x="1461944" y="0"/>
                </a:lnTo>
                <a:lnTo>
                  <a:pt x="1464269" y="0"/>
                </a:lnTo>
                <a:lnTo>
                  <a:pt x="1466606" y="0"/>
                </a:lnTo>
                <a:lnTo>
                  <a:pt x="1468931" y="0"/>
                </a:lnTo>
                <a:lnTo>
                  <a:pt x="1471268" y="0"/>
                </a:lnTo>
                <a:lnTo>
                  <a:pt x="1473593" y="0"/>
                </a:lnTo>
                <a:lnTo>
                  <a:pt x="1475930" y="0"/>
                </a:lnTo>
                <a:lnTo>
                  <a:pt x="1478268" y="0"/>
                </a:lnTo>
                <a:lnTo>
                  <a:pt x="1480593" y="0"/>
                </a:lnTo>
                <a:lnTo>
                  <a:pt x="1482930" y="0"/>
                </a:lnTo>
                <a:lnTo>
                  <a:pt x="1485255" y="0"/>
                </a:lnTo>
                <a:lnTo>
                  <a:pt x="1487592" y="0"/>
                </a:lnTo>
                <a:lnTo>
                  <a:pt x="1489917" y="0"/>
                </a:lnTo>
                <a:lnTo>
                  <a:pt x="1492254" y="0"/>
                </a:lnTo>
                <a:lnTo>
                  <a:pt x="1494579" y="0"/>
                </a:lnTo>
                <a:lnTo>
                  <a:pt x="1496916" y="0"/>
                </a:lnTo>
                <a:lnTo>
                  <a:pt x="1499241" y="0"/>
                </a:lnTo>
                <a:lnTo>
                  <a:pt x="1501579" y="0"/>
                </a:lnTo>
                <a:lnTo>
                  <a:pt x="1503916" y="0"/>
                </a:lnTo>
                <a:lnTo>
                  <a:pt x="1506241" y="0"/>
                </a:lnTo>
                <a:lnTo>
                  <a:pt x="1508578" y="0"/>
                </a:lnTo>
                <a:lnTo>
                  <a:pt x="1510903" y="0"/>
                </a:lnTo>
                <a:lnTo>
                  <a:pt x="1513240" y="0"/>
                </a:lnTo>
                <a:lnTo>
                  <a:pt x="1515565" y="0"/>
                </a:lnTo>
                <a:lnTo>
                  <a:pt x="1517903" y="0"/>
                </a:lnTo>
                <a:lnTo>
                  <a:pt x="1520228" y="0"/>
                </a:lnTo>
                <a:lnTo>
                  <a:pt x="1522565" y="0"/>
                </a:lnTo>
                <a:lnTo>
                  <a:pt x="1524890" y="0"/>
                </a:lnTo>
                <a:lnTo>
                  <a:pt x="1527227" y="0"/>
                </a:lnTo>
                <a:lnTo>
                  <a:pt x="1529564" y="0"/>
                </a:lnTo>
                <a:lnTo>
                  <a:pt x="1531889" y="0"/>
                </a:lnTo>
                <a:lnTo>
                  <a:pt x="1534226" y="0"/>
                </a:lnTo>
                <a:lnTo>
                  <a:pt x="1536551" y="0"/>
                </a:lnTo>
                <a:lnTo>
                  <a:pt x="1538889" y="0"/>
                </a:lnTo>
                <a:lnTo>
                  <a:pt x="1541214" y="0"/>
                </a:lnTo>
                <a:lnTo>
                  <a:pt x="1543551" y="0"/>
                </a:lnTo>
                <a:lnTo>
                  <a:pt x="1545876" y="0"/>
                </a:lnTo>
                <a:lnTo>
                  <a:pt x="1548213" y="0"/>
                </a:lnTo>
                <a:lnTo>
                  <a:pt x="1550538" y="0"/>
                </a:lnTo>
                <a:lnTo>
                  <a:pt x="1552875" y="0"/>
                </a:lnTo>
                <a:lnTo>
                  <a:pt x="1555213" y="0"/>
                </a:lnTo>
                <a:lnTo>
                  <a:pt x="1557538" y="0"/>
                </a:lnTo>
                <a:lnTo>
                  <a:pt x="1559875" y="0"/>
                </a:lnTo>
                <a:lnTo>
                  <a:pt x="1562200" y="0"/>
                </a:lnTo>
                <a:lnTo>
                  <a:pt x="1564537" y="0"/>
                </a:lnTo>
                <a:lnTo>
                  <a:pt x="1566862" y="0"/>
                </a:lnTo>
                <a:lnTo>
                  <a:pt x="1569199" y="0"/>
                </a:lnTo>
                <a:lnTo>
                  <a:pt x="1571524" y="0"/>
                </a:lnTo>
                <a:lnTo>
                  <a:pt x="1573861" y="0"/>
                </a:lnTo>
                <a:lnTo>
                  <a:pt x="1576186" y="0"/>
                </a:lnTo>
                <a:lnTo>
                  <a:pt x="1578524" y="0"/>
                </a:lnTo>
                <a:lnTo>
                  <a:pt x="1580849" y="0"/>
                </a:lnTo>
                <a:lnTo>
                  <a:pt x="1583186" y="0"/>
                </a:lnTo>
                <a:lnTo>
                  <a:pt x="1585523" y="0"/>
                </a:lnTo>
                <a:lnTo>
                  <a:pt x="1587848" y="0"/>
                </a:lnTo>
                <a:lnTo>
                  <a:pt x="1590185" y="0"/>
                </a:lnTo>
                <a:lnTo>
                  <a:pt x="1592510" y="0"/>
                </a:lnTo>
                <a:lnTo>
                  <a:pt x="1594848" y="0"/>
                </a:lnTo>
                <a:lnTo>
                  <a:pt x="1597173" y="0"/>
                </a:lnTo>
                <a:lnTo>
                  <a:pt x="1599510" y="0"/>
                </a:lnTo>
                <a:lnTo>
                  <a:pt x="1601835" y="0"/>
                </a:lnTo>
                <a:lnTo>
                  <a:pt x="1604172" y="0"/>
                </a:lnTo>
                <a:lnTo>
                  <a:pt x="1606497" y="0"/>
                </a:lnTo>
                <a:lnTo>
                  <a:pt x="1608834" y="0"/>
                </a:lnTo>
                <a:lnTo>
                  <a:pt x="1611172" y="0"/>
                </a:lnTo>
                <a:lnTo>
                  <a:pt x="1613497" y="0"/>
                </a:lnTo>
                <a:lnTo>
                  <a:pt x="1615834" y="0"/>
                </a:lnTo>
                <a:lnTo>
                  <a:pt x="1618159" y="0"/>
                </a:lnTo>
                <a:lnTo>
                  <a:pt x="1620496" y="0"/>
                </a:lnTo>
                <a:lnTo>
                  <a:pt x="1622821" y="0"/>
                </a:lnTo>
                <a:lnTo>
                  <a:pt x="1625158" y="0"/>
                </a:lnTo>
                <a:lnTo>
                  <a:pt x="1627483" y="0"/>
                </a:lnTo>
                <a:lnTo>
                  <a:pt x="1629820" y="0"/>
                </a:lnTo>
                <a:lnTo>
                  <a:pt x="1632145" y="0"/>
                </a:lnTo>
                <a:lnTo>
                  <a:pt x="1634483" y="0"/>
                </a:lnTo>
                <a:lnTo>
                  <a:pt x="1636820" y="0"/>
                </a:lnTo>
                <a:lnTo>
                  <a:pt x="1639145" y="0"/>
                </a:lnTo>
                <a:lnTo>
                  <a:pt x="1641482" y="0"/>
                </a:lnTo>
                <a:lnTo>
                  <a:pt x="1643807" y="0"/>
                </a:lnTo>
                <a:lnTo>
                  <a:pt x="1646144" y="0"/>
                </a:lnTo>
                <a:lnTo>
                  <a:pt x="1648469" y="0"/>
                </a:lnTo>
                <a:lnTo>
                  <a:pt x="1650807" y="0"/>
                </a:lnTo>
                <a:lnTo>
                  <a:pt x="1653132" y="0"/>
                </a:lnTo>
                <a:lnTo>
                  <a:pt x="1655469" y="0"/>
                </a:lnTo>
                <a:lnTo>
                  <a:pt x="1657794" y="0"/>
                </a:lnTo>
                <a:lnTo>
                  <a:pt x="1660131" y="0"/>
                </a:lnTo>
                <a:lnTo>
                  <a:pt x="1662468" y="0"/>
                </a:lnTo>
                <a:lnTo>
                  <a:pt x="1664793" y="0"/>
                </a:lnTo>
                <a:lnTo>
                  <a:pt x="1667131" y="0"/>
                </a:lnTo>
                <a:lnTo>
                  <a:pt x="1669455" y="0"/>
                </a:lnTo>
                <a:lnTo>
                  <a:pt x="1671793" y="0"/>
                </a:lnTo>
                <a:lnTo>
                  <a:pt x="1674118" y="0"/>
                </a:lnTo>
                <a:lnTo>
                  <a:pt x="1676455" y="0"/>
                </a:lnTo>
                <a:lnTo>
                  <a:pt x="1678780" y="0"/>
                </a:lnTo>
                <a:lnTo>
                  <a:pt x="1681117" y="0"/>
                </a:lnTo>
                <a:lnTo>
                  <a:pt x="1683442" y="0"/>
                </a:lnTo>
                <a:lnTo>
                  <a:pt x="1685779" y="0"/>
                </a:lnTo>
                <a:lnTo>
                  <a:pt x="1688104" y="0"/>
                </a:lnTo>
                <a:lnTo>
                  <a:pt x="1690442" y="0"/>
                </a:lnTo>
                <a:lnTo>
                  <a:pt x="1692779" y="0"/>
                </a:lnTo>
                <a:lnTo>
                  <a:pt x="1695104" y="0"/>
                </a:lnTo>
                <a:lnTo>
                  <a:pt x="1697441" y="0"/>
                </a:lnTo>
                <a:lnTo>
                  <a:pt x="1699766" y="0"/>
                </a:lnTo>
                <a:lnTo>
                  <a:pt x="1702103" y="0"/>
                </a:lnTo>
                <a:lnTo>
                  <a:pt x="1704428" y="0"/>
                </a:lnTo>
                <a:lnTo>
                  <a:pt x="1706765" y="0"/>
                </a:lnTo>
                <a:lnTo>
                  <a:pt x="1709090" y="0"/>
                </a:lnTo>
                <a:lnTo>
                  <a:pt x="1711428" y="0"/>
                </a:lnTo>
                <a:lnTo>
                  <a:pt x="1713753" y="0"/>
                </a:lnTo>
                <a:lnTo>
                  <a:pt x="1716090" y="0"/>
                </a:lnTo>
                <a:lnTo>
                  <a:pt x="1718427" y="0"/>
                </a:lnTo>
                <a:lnTo>
                  <a:pt x="1720752" y="0"/>
                </a:lnTo>
                <a:lnTo>
                  <a:pt x="1723089" y="0"/>
                </a:lnTo>
                <a:lnTo>
                  <a:pt x="1725414" y="0"/>
                </a:lnTo>
                <a:lnTo>
                  <a:pt x="1727752" y="0"/>
                </a:lnTo>
                <a:lnTo>
                  <a:pt x="1730077" y="0"/>
                </a:lnTo>
                <a:lnTo>
                  <a:pt x="1732414" y="0"/>
                </a:lnTo>
                <a:lnTo>
                  <a:pt x="1734739" y="0"/>
                </a:lnTo>
                <a:lnTo>
                  <a:pt x="1737076" y="0"/>
                </a:lnTo>
                <a:lnTo>
                  <a:pt x="1739401" y="0"/>
                </a:lnTo>
                <a:lnTo>
                  <a:pt x="1741738" y="0"/>
                </a:lnTo>
                <a:lnTo>
                  <a:pt x="1744075" y="0"/>
                </a:lnTo>
                <a:lnTo>
                  <a:pt x="1746400" y="0"/>
                </a:lnTo>
                <a:lnTo>
                  <a:pt x="1748738" y="0"/>
                </a:lnTo>
                <a:lnTo>
                  <a:pt x="1751063" y="0"/>
                </a:lnTo>
                <a:lnTo>
                  <a:pt x="1753400" y="0"/>
                </a:lnTo>
                <a:lnTo>
                  <a:pt x="1755725" y="0"/>
                </a:lnTo>
                <a:lnTo>
                  <a:pt x="1758062" y="0"/>
                </a:lnTo>
                <a:lnTo>
                  <a:pt x="1760387" y="0"/>
                </a:lnTo>
                <a:lnTo>
                  <a:pt x="1762724" y="0"/>
                </a:lnTo>
                <a:lnTo>
                  <a:pt x="1765049" y="0"/>
                </a:lnTo>
                <a:lnTo>
                  <a:pt x="1767387" y="0"/>
                </a:lnTo>
                <a:lnTo>
                  <a:pt x="1769724" y="0"/>
                </a:lnTo>
                <a:lnTo>
                  <a:pt x="1772049" y="0"/>
                </a:lnTo>
                <a:lnTo>
                  <a:pt x="1774386" y="0"/>
                </a:lnTo>
                <a:lnTo>
                  <a:pt x="1776711" y="0"/>
                </a:lnTo>
                <a:lnTo>
                  <a:pt x="1779048" y="0"/>
                </a:lnTo>
                <a:lnTo>
                  <a:pt x="1781373" y="0"/>
                </a:lnTo>
                <a:lnTo>
                  <a:pt x="1783711" y="0"/>
                </a:lnTo>
                <a:lnTo>
                  <a:pt x="1786036" y="0"/>
                </a:lnTo>
                <a:lnTo>
                  <a:pt x="1788373" y="0"/>
                </a:lnTo>
                <a:lnTo>
                  <a:pt x="1790698" y="0"/>
                </a:lnTo>
                <a:lnTo>
                  <a:pt x="1793035" y="0"/>
                </a:lnTo>
                <a:lnTo>
                  <a:pt x="1795360" y="0"/>
                </a:lnTo>
                <a:lnTo>
                  <a:pt x="1797697" y="0"/>
                </a:lnTo>
                <a:lnTo>
                  <a:pt x="1800034" y="0"/>
                </a:lnTo>
                <a:lnTo>
                  <a:pt x="1802359" y="0"/>
                </a:lnTo>
                <a:lnTo>
                  <a:pt x="1804697" y="0"/>
                </a:lnTo>
                <a:lnTo>
                  <a:pt x="1807022" y="0"/>
                </a:lnTo>
                <a:lnTo>
                  <a:pt x="1809359" y="0"/>
                </a:lnTo>
                <a:lnTo>
                  <a:pt x="1811684" y="0"/>
                </a:lnTo>
                <a:lnTo>
                  <a:pt x="1814021" y="0"/>
                </a:lnTo>
                <a:lnTo>
                  <a:pt x="1816346" y="0"/>
                </a:lnTo>
                <a:lnTo>
                  <a:pt x="1818683" y="0"/>
                </a:lnTo>
                <a:lnTo>
                  <a:pt x="1821008" y="0"/>
                </a:lnTo>
                <a:lnTo>
                  <a:pt x="1823346" y="0"/>
                </a:lnTo>
                <a:lnTo>
                  <a:pt x="1825683" y="0"/>
                </a:lnTo>
                <a:lnTo>
                  <a:pt x="1828008" y="0"/>
                </a:lnTo>
                <a:lnTo>
                  <a:pt x="1830345" y="0"/>
                </a:lnTo>
                <a:lnTo>
                  <a:pt x="1832670" y="0"/>
                </a:lnTo>
                <a:lnTo>
                  <a:pt x="1835007" y="0"/>
                </a:lnTo>
                <a:lnTo>
                  <a:pt x="1837332" y="0"/>
                </a:lnTo>
                <a:lnTo>
                  <a:pt x="1839669" y="0"/>
                </a:lnTo>
                <a:lnTo>
                  <a:pt x="1841994" y="0"/>
                </a:lnTo>
                <a:lnTo>
                  <a:pt x="1844332" y="0"/>
                </a:lnTo>
                <a:lnTo>
                  <a:pt x="1846657" y="0"/>
                </a:lnTo>
                <a:lnTo>
                  <a:pt x="1848994" y="0"/>
                </a:lnTo>
                <a:lnTo>
                  <a:pt x="1851331" y="0"/>
                </a:lnTo>
                <a:lnTo>
                  <a:pt x="1853656" y="0"/>
                </a:lnTo>
                <a:lnTo>
                  <a:pt x="1855993" y="0"/>
                </a:lnTo>
                <a:lnTo>
                  <a:pt x="1858318" y="0"/>
                </a:lnTo>
                <a:lnTo>
                  <a:pt x="1860656" y="0"/>
                </a:lnTo>
                <a:lnTo>
                  <a:pt x="1862981" y="0"/>
                </a:lnTo>
                <a:lnTo>
                  <a:pt x="1865318" y="0"/>
                </a:lnTo>
                <a:lnTo>
                  <a:pt x="1867643" y="0"/>
                </a:lnTo>
                <a:lnTo>
                  <a:pt x="1869980" y="0"/>
                </a:lnTo>
                <a:lnTo>
                  <a:pt x="1872305" y="0"/>
                </a:lnTo>
                <a:lnTo>
                  <a:pt x="1874642" y="0"/>
                </a:lnTo>
                <a:lnTo>
                  <a:pt x="1876979" y="0"/>
                </a:lnTo>
                <a:lnTo>
                  <a:pt x="1879304" y="0"/>
                </a:lnTo>
                <a:lnTo>
                  <a:pt x="1881642" y="0"/>
                </a:lnTo>
                <a:lnTo>
                  <a:pt x="1883967" y="0"/>
                </a:lnTo>
                <a:lnTo>
                  <a:pt x="1886304" y="0"/>
                </a:lnTo>
                <a:lnTo>
                  <a:pt x="1888629" y="0"/>
                </a:lnTo>
                <a:lnTo>
                  <a:pt x="1890966" y="0"/>
                </a:lnTo>
                <a:lnTo>
                  <a:pt x="1893291" y="0"/>
                </a:lnTo>
                <a:lnTo>
                  <a:pt x="1895628" y="0"/>
                </a:lnTo>
                <a:lnTo>
                  <a:pt x="1897953" y="0"/>
                </a:lnTo>
                <a:lnTo>
                  <a:pt x="1900291" y="0"/>
                </a:lnTo>
                <a:lnTo>
                  <a:pt x="1902628" y="0"/>
                </a:lnTo>
                <a:lnTo>
                  <a:pt x="1904953" y="0"/>
                </a:lnTo>
                <a:lnTo>
                  <a:pt x="1907290" y="0"/>
                </a:lnTo>
                <a:lnTo>
                  <a:pt x="1909615" y="0"/>
                </a:lnTo>
                <a:lnTo>
                  <a:pt x="1911952" y="0"/>
                </a:lnTo>
                <a:lnTo>
                  <a:pt x="1914277" y="0"/>
                </a:lnTo>
                <a:lnTo>
                  <a:pt x="1916614" y="0"/>
                </a:lnTo>
                <a:lnTo>
                  <a:pt x="1918939" y="0"/>
                </a:lnTo>
                <a:lnTo>
                  <a:pt x="1921277" y="0"/>
                </a:lnTo>
                <a:lnTo>
                  <a:pt x="1923602" y="0"/>
                </a:lnTo>
                <a:lnTo>
                  <a:pt x="1925939" y="0"/>
                </a:lnTo>
                <a:lnTo>
                  <a:pt x="1928264" y="0"/>
                </a:lnTo>
                <a:lnTo>
                  <a:pt x="1930601" y="0"/>
                </a:lnTo>
                <a:lnTo>
                  <a:pt x="1932938" y="0"/>
                </a:lnTo>
                <a:lnTo>
                  <a:pt x="1935263" y="0"/>
                </a:lnTo>
                <a:lnTo>
                  <a:pt x="1937601" y="0"/>
                </a:lnTo>
                <a:lnTo>
                  <a:pt x="1939926" y="0"/>
                </a:lnTo>
                <a:lnTo>
                  <a:pt x="1942263" y="0"/>
                </a:lnTo>
                <a:lnTo>
                  <a:pt x="1944588" y="0"/>
                </a:lnTo>
                <a:lnTo>
                  <a:pt x="1946925" y="0"/>
                </a:lnTo>
                <a:lnTo>
                  <a:pt x="1949250" y="0"/>
                </a:lnTo>
                <a:lnTo>
                  <a:pt x="1951587" y="0"/>
                </a:lnTo>
                <a:lnTo>
                  <a:pt x="1953912" y="0"/>
                </a:lnTo>
                <a:lnTo>
                  <a:pt x="1956250" y="0"/>
                </a:lnTo>
                <a:lnTo>
                  <a:pt x="1958587" y="0"/>
                </a:lnTo>
                <a:lnTo>
                  <a:pt x="1960912" y="0"/>
                </a:lnTo>
                <a:lnTo>
                  <a:pt x="1963249" y="0"/>
                </a:lnTo>
                <a:lnTo>
                  <a:pt x="1965574" y="0"/>
                </a:lnTo>
                <a:lnTo>
                  <a:pt x="1967911" y="0"/>
                </a:lnTo>
                <a:lnTo>
                  <a:pt x="1970236" y="0"/>
                </a:lnTo>
                <a:lnTo>
                  <a:pt x="1972573" y="0"/>
                </a:lnTo>
                <a:lnTo>
                  <a:pt x="1974898" y="0"/>
                </a:lnTo>
                <a:lnTo>
                  <a:pt x="1977236" y="0"/>
                </a:lnTo>
                <a:lnTo>
                  <a:pt x="1979561" y="0"/>
                </a:lnTo>
                <a:lnTo>
                  <a:pt x="1981898" y="0"/>
                </a:lnTo>
                <a:lnTo>
                  <a:pt x="1984235" y="0"/>
                </a:lnTo>
                <a:lnTo>
                  <a:pt x="1986560" y="0"/>
                </a:lnTo>
                <a:lnTo>
                  <a:pt x="1988897" y="0"/>
                </a:lnTo>
                <a:lnTo>
                  <a:pt x="1991222" y="0"/>
                </a:lnTo>
                <a:lnTo>
                  <a:pt x="1993560" y="0"/>
                </a:lnTo>
                <a:lnTo>
                  <a:pt x="1995885" y="0"/>
                </a:lnTo>
                <a:lnTo>
                  <a:pt x="1998222" y="0"/>
                </a:lnTo>
                <a:lnTo>
                  <a:pt x="2000547" y="0"/>
                </a:lnTo>
                <a:lnTo>
                  <a:pt x="2002884" y="0"/>
                </a:lnTo>
                <a:lnTo>
                  <a:pt x="2005209" y="0"/>
                </a:lnTo>
                <a:lnTo>
                  <a:pt x="2007546" y="0"/>
                </a:lnTo>
                <a:lnTo>
                  <a:pt x="2009883" y="0"/>
                </a:lnTo>
                <a:lnTo>
                  <a:pt x="2012208" y="0"/>
                </a:lnTo>
                <a:lnTo>
                  <a:pt x="2014546" y="0"/>
                </a:lnTo>
                <a:lnTo>
                  <a:pt x="2016871" y="0"/>
                </a:lnTo>
                <a:lnTo>
                  <a:pt x="2019208" y="0"/>
                </a:lnTo>
                <a:lnTo>
                  <a:pt x="2021533" y="0"/>
                </a:lnTo>
                <a:lnTo>
                  <a:pt x="2023870" y="0"/>
                </a:lnTo>
                <a:lnTo>
                  <a:pt x="2026195" y="0"/>
                </a:lnTo>
                <a:lnTo>
                  <a:pt x="2028532" y="0"/>
                </a:lnTo>
                <a:lnTo>
                  <a:pt x="2030857" y="0"/>
                </a:lnTo>
                <a:lnTo>
                  <a:pt x="2033195" y="0"/>
                </a:lnTo>
                <a:lnTo>
                  <a:pt x="2035520" y="0"/>
                </a:lnTo>
                <a:lnTo>
                  <a:pt x="2037857" y="0"/>
                </a:lnTo>
                <a:lnTo>
                  <a:pt x="2040194" y="0"/>
                </a:lnTo>
                <a:lnTo>
                  <a:pt x="2042519" y="0"/>
                </a:lnTo>
                <a:lnTo>
                  <a:pt x="2044856" y="0"/>
                </a:lnTo>
                <a:lnTo>
                  <a:pt x="2047181" y="0"/>
                </a:lnTo>
                <a:lnTo>
                  <a:pt x="2049518" y="0"/>
                </a:lnTo>
                <a:lnTo>
                  <a:pt x="2051843" y="0"/>
                </a:lnTo>
                <a:lnTo>
                  <a:pt x="2054181" y="0"/>
                </a:lnTo>
                <a:lnTo>
                  <a:pt x="2056506" y="0"/>
                </a:lnTo>
                <a:lnTo>
                  <a:pt x="2058843" y="0"/>
                </a:lnTo>
                <a:lnTo>
                  <a:pt x="2061168" y="0"/>
                </a:lnTo>
                <a:lnTo>
                  <a:pt x="2063505" y="0"/>
                </a:lnTo>
                <a:lnTo>
                  <a:pt x="2065842" y="0"/>
                </a:lnTo>
                <a:lnTo>
                  <a:pt x="2068167" y="0"/>
                </a:lnTo>
                <a:lnTo>
                  <a:pt x="2070505" y="0"/>
                </a:lnTo>
                <a:lnTo>
                  <a:pt x="2072829" y="0"/>
                </a:lnTo>
                <a:lnTo>
                  <a:pt x="2075167" y="0"/>
                </a:lnTo>
                <a:lnTo>
                  <a:pt x="2077492" y="0"/>
                </a:lnTo>
                <a:lnTo>
                  <a:pt x="2079829" y="0"/>
                </a:lnTo>
                <a:lnTo>
                  <a:pt x="2082154" y="0"/>
                </a:lnTo>
                <a:lnTo>
                  <a:pt x="2084491" y="0"/>
                </a:lnTo>
                <a:lnTo>
                  <a:pt x="2086816" y="0"/>
                </a:lnTo>
                <a:lnTo>
                  <a:pt x="2089153" y="0"/>
                </a:lnTo>
                <a:lnTo>
                  <a:pt x="2091491" y="0"/>
                </a:lnTo>
                <a:lnTo>
                  <a:pt x="2093816" y="0"/>
                </a:lnTo>
                <a:lnTo>
                  <a:pt x="2096153" y="0"/>
                </a:lnTo>
                <a:lnTo>
                  <a:pt x="2098478" y="0"/>
                </a:lnTo>
                <a:lnTo>
                  <a:pt x="2100815" y="0"/>
                </a:lnTo>
                <a:lnTo>
                  <a:pt x="2103140" y="0"/>
                </a:lnTo>
                <a:lnTo>
                  <a:pt x="2105477" y="0"/>
                </a:lnTo>
                <a:lnTo>
                  <a:pt x="2107802" y="0"/>
                </a:lnTo>
                <a:lnTo>
                  <a:pt x="2110140" y="0"/>
                </a:lnTo>
                <a:lnTo>
                  <a:pt x="2112465" y="0"/>
                </a:lnTo>
                <a:lnTo>
                  <a:pt x="2114802" y="0"/>
                </a:lnTo>
                <a:lnTo>
                  <a:pt x="2117139" y="0"/>
                </a:lnTo>
                <a:lnTo>
                  <a:pt x="2119464" y="0"/>
                </a:lnTo>
                <a:lnTo>
                  <a:pt x="2121801" y="0"/>
                </a:lnTo>
                <a:lnTo>
                  <a:pt x="2124126" y="0"/>
                </a:lnTo>
                <a:lnTo>
                  <a:pt x="2126464" y="0"/>
                </a:lnTo>
                <a:lnTo>
                  <a:pt x="2128788" y="0"/>
                </a:lnTo>
                <a:lnTo>
                  <a:pt x="2131126" y="0"/>
                </a:lnTo>
                <a:lnTo>
                  <a:pt x="2133451" y="0"/>
                </a:lnTo>
                <a:lnTo>
                  <a:pt x="2135788" y="0"/>
                </a:lnTo>
                <a:lnTo>
                  <a:pt x="2138113" y="0"/>
                </a:lnTo>
                <a:lnTo>
                  <a:pt x="2140450" y="0"/>
                </a:lnTo>
                <a:lnTo>
                  <a:pt x="2142775" y="0"/>
                </a:lnTo>
                <a:lnTo>
                  <a:pt x="2145112" y="0"/>
                </a:lnTo>
                <a:lnTo>
                  <a:pt x="2147450" y="0"/>
                </a:lnTo>
                <a:lnTo>
                  <a:pt x="2149775" y="0"/>
                </a:lnTo>
                <a:lnTo>
                  <a:pt x="2152112" y="0"/>
                </a:lnTo>
                <a:lnTo>
                  <a:pt x="2154437" y="0"/>
                </a:lnTo>
                <a:lnTo>
                  <a:pt x="2156774" y="0"/>
                </a:lnTo>
                <a:lnTo>
                  <a:pt x="2159099" y="0"/>
                </a:lnTo>
                <a:lnTo>
                  <a:pt x="2161436" y="0"/>
                </a:lnTo>
                <a:lnTo>
                  <a:pt x="2163761" y="0"/>
                </a:lnTo>
                <a:lnTo>
                  <a:pt x="2166099" y="0"/>
                </a:lnTo>
                <a:lnTo>
                  <a:pt x="2168423" y="0"/>
                </a:lnTo>
                <a:lnTo>
                  <a:pt x="2170761" y="0"/>
                </a:lnTo>
                <a:lnTo>
                  <a:pt x="2173098" y="0"/>
                </a:lnTo>
                <a:lnTo>
                  <a:pt x="2175423" y="0"/>
                </a:lnTo>
                <a:lnTo>
                  <a:pt x="2177760" y="0"/>
                </a:lnTo>
                <a:lnTo>
                  <a:pt x="2180085" y="0"/>
                </a:lnTo>
                <a:lnTo>
                  <a:pt x="2182423" y="0"/>
                </a:lnTo>
                <a:lnTo>
                  <a:pt x="2184747" y="0"/>
                </a:lnTo>
                <a:lnTo>
                  <a:pt x="2187085" y="0"/>
                </a:lnTo>
                <a:lnTo>
                  <a:pt x="2189410" y="0"/>
                </a:lnTo>
                <a:lnTo>
                  <a:pt x="2191747" y="0"/>
                </a:lnTo>
                <a:lnTo>
                  <a:pt x="2194072" y="0"/>
                </a:lnTo>
                <a:lnTo>
                  <a:pt x="2196409" y="0"/>
                </a:lnTo>
                <a:lnTo>
                  <a:pt x="2198746" y="0"/>
                </a:lnTo>
                <a:lnTo>
                  <a:pt x="2201071" y="0"/>
                </a:lnTo>
                <a:lnTo>
                  <a:pt x="2203409" y="0"/>
                </a:lnTo>
                <a:lnTo>
                  <a:pt x="2205734" y="0"/>
                </a:lnTo>
                <a:lnTo>
                  <a:pt x="2208071" y="0"/>
                </a:lnTo>
                <a:lnTo>
                  <a:pt x="2210396" y="0"/>
                </a:lnTo>
                <a:lnTo>
                  <a:pt x="2212733" y="0"/>
                </a:lnTo>
                <a:lnTo>
                  <a:pt x="2215058" y="0"/>
                </a:lnTo>
                <a:lnTo>
                  <a:pt x="2217395" y="0"/>
                </a:lnTo>
                <a:lnTo>
                  <a:pt x="2219720" y="0"/>
                </a:lnTo>
                <a:lnTo>
                  <a:pt x="2222058" y="0"/>
                </a:lnTo>
                <a:lnTo>
                  <a:pt x="2224395" y="0"/>
                </a:lnTo>
                <a:lnTo>
                  <a:pt x="2226720" y="0"/>
                </a:lnTo>
                <a:lnTo>
                  <a:pt x="2229057" y="0"/>
                </a:lnTo>
                <a:lnTo>
                  <a:pt x="2231382" y="0"/>
                </a:lnTo>
                <a:lnTo>
                  <a:pt x="2233719" y="0"/>
                </a:lnTo>
                <a:lnTo>
                  <a:pt x="2236044" y="0"/>
                </a:lnTo>
                <a:lnTo>
                  <a:pt x="2238381" y="0"/>
                </a:lnTo>
                <a:lnTo>
                  <a:pt x="2240706" y="0"/>
                </a:lnTo>
                <a:lnTo>
                  <a:pt x="2243044" y="0"/>
                </a:lnTo>
                <a:lnTo>
                  <a:pt x="2245369" y="0"/>
                </a:lnTo>
                <a:lnTo>
                  <a:pt x="2247706" y="0"/>
                </a:lnTo>
                <a:lnTo>
                  <a:pt x="2250031" y="0"/>
                </a:lnTo>
                <a:lnTo>
                  <a:pt x="2252368" y="0"/>
                </a:lnTo>
                <a:lnTo>
                  <a:pt x="2254705" y="0"/>
                </a:lnTo>
                <a:lnTo>
                  <a:pt x="2257030" y="0"/>
                </a:lnTo>
                <a:lnTo>
                  <a:pt x="2259368" y="0"/>
                </a:lnTo>
                <a:lnTo>
                  <a:pt x="2261692" y="0"/>
                </a:lnTo>
                <a:lnTo>
                  <a:pt x="2264030" y="0"/>
                </a:lnTo>
                <a:lnTo>
                  <a:pt x="2266355" y="0"/>
                </a:lnTo>
                <a:lnTo>
                  <a:pt x="2268692" y="0"/>
                </a:lnTo>
                <a:lnTo>
                  <a:pt x="2271017" y="0"/>
                </a:lnTo>
                <a:lnTo>
                  <a:pt x="2273354" y="0"/>
                </a:lnTo>
                <a:lnTo>
                  <a:pt x="2275679" y="0"/>
                </a:lnTo>
                <a:lnTo>
                  <a:pt x="2278016" y="0"/>
                </a:lnTo>
                <a:lnTo>
                  <a:pt x="2280354" y="0"/>
                </a:lnTo>
                <a:lnTo>
                  <a:pt x="2282679" y="0"/>
                </a:lnTo>
                <a:lnTo>
                  <a:pt x="2285016" y="0"/>
                </a:lnTo>
                <a:lnTo>
                  <a:pt x="2287341" y="0"/>
                </a:lnTo>
                <a:lnTo>
                  <a:pt x="2289678" y="0"/>
                </a:lnTo>
                <a:lnTo>
                  <a:pt x="2292003" y="0"/>
                </a:lnTo>
                <a:lnTo>
                  <a:pt x="2294340" y="0"/>
                </a:lnTo>
                <a:lnTo>
                  <a:pt x="2296665" y="0"/>
                </a:lnTo>
                <a:lnTo>
                  <a:pt x="2299003" y="0"/>
                </a:lnTo>
                <a:lnTo>
                  <a:pt x="2301327" y="0"/>
                </a:lnTo>
                <a:lnTo>
                  <a:pt x="2303665" y="0"/>
                </a:lnTo>
                <a:lnTo>
                  <a:pt x="2306002" y="0"/>
                </a:lnTo>
                <a:lnTo>
                  <a:pt x="2308327" y="0"/>
                </a:lnTo>
                <a:lnTo>
                  <a:pt x="2310664" y="0"/>
                </a:lnTo>
                <a:lnTo>
                  <a:pt x="2312989" y="0"/>
                </a:lnTo>
                <a:lnTo>
                  <a:pt x="2315327" y="0"/>
                </a:lnTo>
                <a:lnTo>
                  <a:pt x="2317651" y="0"/>
                </a:lnTo>
                <a:lnTo>
                  <a:pt x="2319989" y="0"/>
                </a:lnTo>
                <a:lnTo>
                  <a:pt x="2322314" y="0"/>
                </a:lnTo>
                <a:lnTo>
                  <a:pt x="2324651" y="0"/>
                </a:lnTo>
                <a:lnTo>
                  <a:pt x="2326976" y="0"/>
                </a:lnTo>
                <a:lnTo>
                  <a:pt x="2329313" y="0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FABDEDFB-3EEA-5B81-CB1B-C090E88A3CBA}"/>
              </a:ext>
            </a:extLst>
          </p:cNvPr>
          <p:cNvSpPr/>
          <p:nvPr/>
        </p:nvSpPr>
        <p:spPr>
          <a:xfrm>
            <a:off x="3095055" y="3130820"/>
            <a:ext cx="2329312" cy="1537547"/>
          </a:xfrm>
          <a:custGeom>
            <a:avLst/>
            <a:gdLst>
              <a:gd name="connsiteX0" fmla="*/ 0 w 2329312"/>
              <a:gd name="connsiteY0" fmla="*/ 1537548 h 1537547"/>
              <a:gd name="connsiteX1" fmla="*/ 2331 w 2329312"/>
              <a:gd name="connsiteY1" fmla="*/ 1537548 h 1537547"/>
              <a:gd name="connsiteX2" fmla="*/ 4663 w 2329312"/>
              <a:gd name="connsiteY2" fmla="*/ 1537548 h 1537547"/>
              <a:gd name="connsiteX3" fmla="*/ 6995 w 2329312"/>
              <a:gd name="connsiteY3" fmla="*/ 1537548 h 1537547"/>
              <a:gd name="connsiteX4" fmla="*/ 9326 w 2329312"/>
              <a:gd name="connsiteY4" fmla="*/ 1537548 h 1537547"/>
              <a:gd name="connsiteX5" fmla="*/ 11658 w 2329312"/>
              <a:gd name="connsiteY5" fmla="*/ 1537548 h 1537547"/>
              <a:gd name="connsiteX6" fmla="*/ 13989 w 2329312"/>
              <a:gd name="connsiteY6" fmla="*/ 1537548 h 1537547"/>
              <a:gd name="connsiteX7" fmla="*/ 16321 w 2329312"/>
              <a:gd name="connsiteY7" fmla="*/ 1537548 h 1537547"/>
              <a:gd name="connsiteX8" fmla="*/ 18653 w 2329312"/>
              <a:gd name="connsiteY8" fmla="*/ 1537548 h 1537547"/>
              <a:gd name="connsiteX9" fmla="*/ 20985 w 2329312"/>
              <a:gd name="connsiteY9" fmla="*/ 1537548 h 1537547"/>
              <a:gd name="connsiteX10" fmla="*/ 23316 w 2329312"/>
              <a:gd name="connsiteY10" fmla="*/ 1537548 h 1537547"/>
              <a:gd name="connsiteX11" fmla="*/ 25647 w 2329312"/>
              <a:gd name="connsiteY11" fmla="*/ 1537548 h 1537547"/>
              <a:gd name="connsiteX12" fmla="*/ 27979 w 2329312"/>
              <a:gd name="connsiteY12" fmla="*/ 1537548 h 1537547"/>
              <a:gd name="connsiteX13" fmla="*/ 30311 w 2329312"/>
              <a:gd name="connsiteY13" fmla="*/ 1537548 h 1537547"/>
              <a:gd name="connsiteX14" fmla="*/ 32643 w 2329312"/>
              <a:gd name="connsiteY14" fmla="*/ 1537548 h 1537547"/>
              <a:gd name="connsiteX15" fmla="*/ 34974 w 2329312"/>
              <a:gd name="connsiteY15" fmla="*/ 1537548 h 1537547"/>
              <a:gd name="connsiteX16" fmla="*/ 37306 w 2329312"/>
              <a:gd name="connsiteY16" fmla="*/ 1537548 h 1537547"/>
              <a:gd name="connsiteX17" fmla="*/ 39637 w 2329312"/>
              <a:gd name="connsiteY17" fmla="*/ 1537548 h 1537547"/>
              <a:gd name="connsiteX18" fmla="*/ 41969 w 2329312"/>
              <a:gd name="connsiteY18" fmla="*/ 1537548 h 1537547"/>
              <a:gd name="connsiteX19" fmla="*/ 44301 w 2329312"/>
              <a:gd name="connsiteY19" fmla="*/ 1537548 h 1537547"/>
              <a:gd name="connsiteX20" fmla="*/ 46632 w 2329312"/>
              <a:gd name="connsiteY20" fmla="*/ 1537548 h 1537547"/>
              <a:gd name="connsiteX21" fmla="*/ 48964 w 2329312"/>
              <a:gd name="connsiteY21" fmla="*/ 1537548 h 1537547"/>
              <a:gd name="connsiteX22" fmla="*/ 51295 w 2329312"/>
              <a:gd name="connsiteY22" fmla="*/ 1537548 h 1537547"/>
              <a:gd name="connsiteX23" fmla="*/ 53628 w 2329312"/>
              <a:gd name="connsiteY23" fmla="*/ 1537548 h 1537547"/>
              <a:gd name="connsiteX24" fmla="*/ 55959 w 2329312"/>
              <a:gd name="connsiteY24" fmla="*/ 1537548 h 1537547"/>
              <a:gd name="connsiteX25" fmla="*/ 58291 w 2329312"/>
              <a:gd name="connsiteY25" fmla="*/ 1537548 h 1537547"/>
              <a:gd name="connsiteX26" fmla="*/ 60622 w 2329312"/>
              <a:gd name="connsiteY26" fmla="*/ 1537548 h 1537547"/>
              <a:gd name="connsiteX27" fmla="*/ 62953 w 2329312"/>
              <a:gd name="connsiteY27" fmla="*/ 1537548 h 1537547"/>
              <a:gd name="connsiteX28" fmla="*/ 65286 w 2329312"/>
              <a:gd name="connsiteY28" fmla="*/ 1537548 h 1537547"/>
              <a:gd name="connsiteX29" fmla="*/ 67617 w 2329312"/>
              <a:gd name="connsiteY29" fmla="*/ 1537548 h 1537547"/>
              <a:gd name="connsiteX30" fmla="*/ 69949 w 2329312"/>
              <a:gd name="connsiteY30" fmla="*/ 1537548 h 1537547"/>
              <a:gd name="connsiteX31" fmla="*/ 72280 w 2329312"/>
              <a:gd name="connsiteY31" fmla="*/ 1537548 h 1537547"/>
              <a:gd name="connsiteX32" fmla="*/ 74613 w 2329312"/>
              <a:gd name="connsiteY32" fmla="*/ 1537548 h 1537547"/>
              <a:gd name="connsiteX33" fmla="*/ 76944 w 2329312"/>
              <a:gd name="connsiteY33" fmla="*/ 1537548 h 1537547"/>
              <a:gd name="connsiteX34" fmla="*/ 79275 w 2329312"/>
              <a:gd name="connsiteY34" fmla="*/ 1537548 h 1537547"/>
              <a:gd name="connsiteX35" fmla="*/ 81607 w 2329312"/>
              <a:gd name="connsiteY35" fmla="*/ 1537548 h 1537547"/>
              <a:gd name="connsiteX36" fmla="*/ 83938 w 2329312"/>
              <a:gd name="connsiteY36" fmla="*/ 1537548 h 1537547"/>
              <a:gd name="connsiteX37" fmla="*/ 86271 w 2329312"/>
              <a:gd name="connsiteY37" fmla="*/ 1537548 h 1537547"/>
              <a:gd name="connsiteX38" fmla="*/ 88602 w 2329312"/>
              <a:gd name="connsiteY38" fmla="*/ 1537548 h 1537547"/>
              <a:gd name="connsiteX39" fmla="*/ 90934 w 2329312"/>
              <a:gd name="connsiteY39" fmla="*/ 1537548 h 1537547"/>
              <a:gd name="connsiteX40" fmla="*/ 93265 w 2329312"/>
              <a:gd name="connsiteY40" fmla="*/ 1537548 h 1537547"/>
              <a:gd name="connsiteX41" fmla="*/ 95596 w 2329312"/>
              <a:gd name="connsiteY41" fmla="*/ 1537548 h 1537547"/>
              <a:gd name="connsiteX42" fmla="*/ 97929 w 2329312"/>
              <a:gd name="connsiteY42" fmla="*/ 1537548 h 1537547"/>
              <a:gd name="connsiteX43" fmla="*/ 100260 w 2329312"/>
              <a:gd name="connsiteY43" fmla="*/ 1537548 h 1537547"/>
              <a:gd name="connsiteX44" fmla="*/ 102592 w 2329312"/>
              <a:gd name="connsiteY44" fmla="*/ 1537548 h 1537547"/>
              <a:gd name="connsiteX45" fmla="*/ 104923 w 2329312"/>
              <a:gd name="connsiteY45" fmla="*/ 1537548 h 1537547"/>
              <a:gd name="connsiteX46" fmla="*/ 107256 w 2329312"/>
              <a:gd name="connsiteY46" fmla="*/ 1537548 h 1537547"/>
              <a:gd name="connsiteX47" fmla="*/ 109587 w 2329312"/>
              <a:gd name="connsiteY47" fmla="*/ 1537548 h 1537547"/>
              <a:gd name="connsiteX48" fmla="*/ 111919 w 2329312"/>
              <a:gd name="connsiteY48" fmla="*/ 1537548 h 1537547"/>
              <a:gd name="connsiteX49" fmla="*/ 114250 w 2329312"/>
              <a:gd name="connsiteY49" fmla="*/ 1537548 h 1537547"/>
              <a:gd name="connsiteX50" fmla="*/ 116581 w 2329312"/>
              <a:gd name="connsiteY50" fmla="*/ 1537548 h 1537547"/>
              <a:gd name="connsiteX51" fmla="*/ 118914 w 2329312"/>
              <a:gd name="connsiteY51" fmla="*/ 1537548 h 1537547"/>
              <a:gd name="connsiteX52" fmla="*/ 121245 w 2329312"/>
              <a:gd name="connsiteY52" fmla="*/ 1537548 h 1537547"/>
              <a:gd name="connsiteX53" fmla="*/ 123577 w 2329312"/>
              <a:gd name="connsiteY53" fmla="*/ 1537548 h 1537547"/>
              <a:gd name="connsiteX54" fmla="*/ 125908 w 2329312"/>
              <a:gd name="connsiteY54" fmla="*/ 1537548 h 1537547"/>
              <a:gd name="connsiteX55" fmla="*/ 128241 w 2329312"/>
              <a:gd name="connsiteY55" fmla="*/ 1537548 h 1537547"/>
              <a:gd name="connsiteX56" fmla="*/ 130572 w 2329312"/>
              <a:gd name="connsiteY56" fmla="*/ 1537548 h 1537547"/>
              <a:gd name="connsiteX57" fmla="*/ 132903 w 2329312"/>
              <a:gd name="connsiteY57" fmla="*/ 1537548 h 1537547"/>
              <a:gd name="connsiteX58" fmla="*/ 135235 w 2329312"/>
              <a:gd name="connsiteY58" fmla="*/ 1537548 h 1537547"/>
              <a:gd name="connsiteX59" fmla="*/ 137566 w 2329312"/>
              <a:gd name="connsiteY59" fmla="*/ 1537548 h 1537547"/>
              <a:gd name="connsiteX60" fmla="*/ 139899 w 2329312"/>
              <a:gd name="connsiteY60" fmla="*/ 1537548 h 1537547"/>
              <a:gd name="connsiteX61" fmla="*/ 142230 w 2329312"/>
              <a:gd name="connsiteY61" fmla="*/ 1537548 h 1537547"/>
              <a:gd name="connsiteX62" fmla="*/ 144562 w 2329312"/>
              <a:gd name="connsiteY62" fmla="*/ 1537548 h 1537547"/>
              <a:gd name="connsiteX63" fmla="*/ 146893 w 2329312"/>
              <a:gd name="connsiteY63" fmla="*/ 1537548 h 1537547"/>
              <a:gd name="connsiteX64" fmla="*/ 149225 w 2329312"/>
              <a:gd name="connsiteY64" fmla="*/ 1537548 h 1537547"/>
              <a:gd name="connsiteX65" fmla="*/ 151557 w 2329312"/>
              <a:gd name="connsiteY65" fmla="*/ 1537548 h 1537547"/>
              <a:gd name="connsiteX66" fmla="*/ 153888 w 2329312"/>
              <a:gd name="connsiteY66" fmla="*/ 1537548 h 1537547"/>
              <a:gd name="connsiteX67" fmla="*/ 156220 w 2329312"/>
              <a:gd name="connsiteY67" fmla="*/ 1537548 h 1537547"/>
              <a:gd name="connsiteX68" fmla="*/ 158551 w 2329312"/>
              <a:gd name="connsiteY68" fmla="*/ 1537548 h 1537547"/>
              <a:gd name="connsiteX69" fmla="*/ 160883 w 2329312"/>
              <a:gd name="connsiteY69" fmla="*/ 1537548 h 1537547"/>
              <a:gd name="connsiteX70" fmla="*/ 163215 w 2329312"/>
              <a:gd name="connsiteY70" fmla="*/ 1537548 h 1537547"/>
              <a:gd name="connsiteX71" fmla="*/ 165547 w 2329312"/>
              <a:gd name="connsiteY71" fmla="*/ 1537548 h 1537547"/>
              <a:gd name="connsiteX72" fmla="*/ 167878 w 2329312"/>
              <a:gd name="connsiteY72" fmla="*/ 1537548 h 1537547"/>
              <a:gd name="connsiteX73" fmla="*/ 170209 w 2329312"/>
              <a:gd name="connsiteY73" fmla="*/ 1537548 h 1537547"/>
              <a:gd name="connsiteX74" fmla="*/ 172541 w 2329312"/>
              <a:gd name="connsiteY74" fmla="*/ 1537548 h 1537547"/>
              <a:gd name="connsiteX75" fmla="*/ 174873 w 2329312"/>
              <a:gd name="connsiteY75" fmla="*/ 1537548 h 1537547"/>
              <a:gd name="connsiteX76" fmla="*/ 177205 w 2329312"/>
              <a:gd name="connsiteY76" fmla="*/ 1537548 h 1537547"/>
              <a:gd name="connsiteX77" fmla="*/ 179536 w 2329312"/>
              <a:gd name="connsiteY77" fmla="*/ 1537548 h 1537547"/>
              <a:gd name="connsiteX78" fmla="*/ 181868 w 2329312"/>
              <a:gd name="connsiteY78" fmla="*/ 1537548 h 1537547"/>
              <a:gd name="connsiteX79" fmla="*/ 184199 w 2329312"/>
              <a:gd name="connsiteY79" fmla="*/ 1537548 h 1537547"/>
              <a:gd name="connsiteX80" fmla="*/ 186531 w 2329312"/>
              <a:gd name="connsiteY80" fmla="*/ 1537548 h 1537547"/>
              <a:gd name="connsiteX81" fmla="*/ 188863 w 2329312"/>
              <a:gd name="connsiteY81" fmla="*/ 1537548 h 1537547"/>
              <a:gd name="connsiteX82" fmla="*/ 191194 w 2329312"/>
              <a:gd name="connsiteY82" fmla="*/ 1537548 h 1537547"/>
              <a:gd name="connsiteX83" fmla="*/ 193526 w 2329312"/>
              <a:gd name="connsiteY83" fmla="*/ 1537548 h 1537547"/>
              <a:gd name="connsiteX84" fmla="*/ 195857 w 2329312"/>
              <a:gd name="connsiteY84" fmla="*/ 1537548 h 1537547"/>
              <a:gd name="connsiteX85" fmla="*/ 198190 w 2329312"/>
              <a:gd name="connsiteY85" fmla="*/ 1537548 h 1537547"/>
              <a:gd name="connsiteX86" fmla="*/ 200521 w 2329312"/>
              <a:gd name="connsiteY86" fmla="*/ 1537548 h 1537547"/>
              <a:gd name="connsiteX87" fmla="*/ 202853 w 2329312"/>
              <a:gd name="connsiteY87" fmla="*/ 1537548 h 1537547"/>
              <a:gd name="connsiteX88" fmla="*/ 205184 w 2329312"/>
              <a:gd name="connsiteY88" fmla="*/ 1537548 h 1537547"/>
              <a:gd name="connsiteX89" fmla="*/ 207515 w 2329312"/>
              <a:gd name="connsiteY89" fmla="*/ 1537548 h 1537547"/>
              <a:gd name="connsiteX90" fmla="*/ 209848 w 2329312"/>
              <a:gd name="connsiteY90" fmla="*/ 1537548 h 1537547"/>
              <a:gd name="connsiteX91" fmla="*/ 212179 w 2329312"/>
              <a:gd name="connsiteY91" fmla="*/ 1537548 h 1537547"/>
              <a:gd name="connsiteX92" fmla="*/ 214511 w 2329312"/>
              <a:gd name="connsiteY92" fmla="*/ 1537548 h 1537547"/>
              <a:gd name="connsiteX93" fmla="*/ 216842 w 2329312"/>
              <a:gd name="connsiteY93" fmla="*/ 1537548 h 1537547"/>
              <a:gd name="connsiteX94" fmla="*/ 219175 w 2329312"/>
              <a:gd name="connsiteY94" fmla="*/ 1537548 h 1537547"/>
              <a:gd name="connsiteX95" fmla="*/ 221506 w 2329312"/>
              <a:gd name="connsiteY95" fmla="*/ 1537548 h 1537547"/>
              <a:gd name="connsiteX96" fmla="*/ 223837 w 2329312"/>
              <a:gd name="connsiteY96" fmla="*/ 1537548 h 1537547"/>
              <a:gd name="connsiteX97" fmla="*/ 226169 w 2329312"/>
              <a:gd name="connsiteY97" fmla="*/ 1537548 h 1537547"/>
              <a:gd name="connsiteX98" fmla="*/ 228500 w 2329312"/>
              <a:gd name="connsiteY98" fmla="*/ 1537548 h 1537547"/>
              <a:gd name="connsiteX99" fmla="*/ 230833 w 2329312"/>
              <a:gd name="connsiteY99" fmla="*/ 1537548 h 1537547"/>
              <a:gd name="connsiteX100" fmla="*/ 233164 w 2329312"/>
              <a:gd name="connsiteY100" fmla="*/ 1537548 h 1537547"/>
              <a:gd name="connsiteX101" fmla="*/ 235496 w 2329312"/>
              <a:gd name="connsiteY101" fmla="*/ 1537548 h 1537547"/>
              <a:gd name="connsiteX102" fmla="*/ 237827 w 2329312"/>
              <a:gd name="connsiteY102" fmla="*/ 1537548 h 1537547"/>
              <a:gd name="connsiteX103" fmla="*/ 240158 w 2329312"/>
              <a:gd name="connsiteY103" fmla="*/ 1537548 h 1537547"/>
              <a:gd name="connsiteX104" fmla="*/ 242491 w 2329312"/>
              <a:gd name="connsiteY104" fmla="*/ 1537548 h 1537547"/>
              <a:gd name="connsiteX105" fmla="*/ 244822 w 2329312"/>
              <a:gd name="connsiteY105" fmla="*/ 1537548 h 1537547"/>
              <a:gd name="connsiteX106" fmla="*/ 247154 w 2329312"/>
              <a:gd name="connsiteY106" fmla="*/ 1537548 h 1537547"/>
              <a:gd name="connsiteX107" fmla="*/ 249485 w 2329312"/>
              <a:gd name="connsiteY107" fmla="*/ 1537548 h 1537547"/>
              <a:gd name="connsiteX108" fmla="*/ 251818 w 2329312"/>
              <a:gd name="connsiteY108" fmla="*/ 1537548 h 1537547"/>
              <a:gd name="connsiteX109" fmla="*/ 254149 w 2329312"/>
              <a:gd name="connsiteY109" fmla="*/ 1537548 h 1537547"/>
              <a:gd name="connsiteX110" fmla="*/ 256481 w 2329312"/>
              <a:gd name="connsiteY110" fmla="*/ 1537548 h 1537547"/>
              <a:gd name="connsiteX111" fmla="*/ 258812 w 2329312"/>
              <a:gd name="connsiteY111" fmla="*/ 1537548 h 1537547"/>
              <a:gd name="connsiteX112" fmla="*/ 261143 w 2329312"/>
              <a:gd name="connsiteY112" fmla="*/ 1537548 h 1537547"/>
              <a:gd name="connsiteX113" fmla="*/ 263476 w 2329312"/>
              <a:gd name="connsiteY113" fmla="*/ 1537548 h 1537547"/>
              <a:gd name="connsiteX114" fmla="*/ 265807 w 2329312"/>
              <a:gd name="connsiteY114" fmla="*/ 1537548 h 1537547"/>
              <a:gd name="connsiteX115" fmla="*/ 268139 w 2329312"/>
              <a:gd name="connsiteY115" fmla="*/ 1537548 h 1537547"/>
              <a:gd name="connsiteX116" fmla="*/ 270470 w 2329312"/>
              <a:gd name="connsiteY116" fmla="*/ 1537548 h 1537547"/>
              <a:gd name="connsiteX117" fmla="*/ 272803 w 2329312"/>
              <a:gd name="connsiteY117" fmla="*/ 1537548 h 1537547"/>
              <a:gd name="connsiteX118" fmla="*/ 275134 w 2329312"/>
              <a:gd name="connsiteY118" fmla="*/ 1537548 h 1537547"/>
              <a:gd name="connsiteX119" fmla="*/ 277465 w 2329312"/>
              <a:gd name="connsiteY119" fmla="*/ 1537548 h 1537547"/>
              <a:gd name="connsiteX120" fmla="*/ 279797 w 2329312"/>
              <a:gd name="connsiteY120" fmla="*/ 1537548 h 1537547"/>
              <a:gd name="connsiteX121" fmla="*/ 282128 w 2329312"/>
              <a:gd name="connsiteY121" fmla="*/ 1537548 h 1537547"/>
              <a:gd name="connsiteX122" fmla="*/ 284461 w 2329312"/>
              <a:gd name="connsiteY122" fmla="*/ 1537548 h 1537547"/>
              <a:gd name="connsiteX123" fmla="*/ 286792 w 2329312"/>
              <a:gd name="connsiteY123" fmla="*/ 1537548 h 1537547"/>
              <a:gd name="connsiteX124" fmla="*/ 289124 w 2329312"/>
              <a:gd name="connsiteY124" fmla="*/ 1537548 h 1537547"/>
              <a:gd name="connsiteX125" fmla="*/ 291455 w 2329312"/>
              <a:gd name="connsiteY125" fmla="*/ 1537548 h 1537547"/>
              <a:gd name="connsiteX126" fmla="*/ 293787 w 2329312"/>
              <a:gd name="connsiteY126" fmla="*/ 1537548 h 1537547"/>
              <a:gd name="connsiteX127" fmla="*/ 296119 w 2329312"/>
              <a:gd name="connsiteY127" fmla="*/ 1537548 h 1537547"/>
              <a:gd name="connsiteX128" fmla="*/ 298450 w 2329312"/>
              <a:gd name="connsiteY128" fmla="*/ 1537548 h 1537547"/>
              <a:gd name="connsiteX129" fmla="*/ 300782 w 2329312"/>
              <a:gd name="connsiteY129" fmla="*/ 1537548 h 1537547"/>
              <a:gd name="connsiteX130" fmla="*/ 303113 w 2329312"/>
              <a:gd name="connsiteY130" fmla="*/ 1537548 h 1537547"/>
              <a:gd name="connsiteX131" fmla="*/ 305445 w 2329312"/>
              <a:gd name="connsiteY131" fmla="*/ 1537548 h 1537547"/>
              <a:gd name="connsiteX132" fmla="*/ 307777 w 2329312"/>
              <a:gd name="connsiteY132" fmla="*/ 1537548 h 1537547"/>
              <a:gd name="connsiteX133" fmla="*/ 310109 w 2329312"/>
              <a:gd name="connsiteY133" fmla="*/ 1537548 h 1537547"/>
              <a:gd name="connsiteX134" fmla="*/ 312440 w 2329312"/>
              <a:gd name="connsiteY134" fmla="*/ 1537548 h 1537547"/>
              <a:gd name="connsiteX135" fmla="*/ 314771 w 2329312"/>
              <a:gd name="connsiteY135" fmla="*/ 1537548 h 1537547"/>
              <a:gd name="connsiteX136" fmla="*/ 317103 w 2329312"/>
              <a:gd name="connsiteY136" fmla="*/ 1537548 h 1537547"/>
              <a:gd name="connsiteX137" fmla="*/ 319435 w 2329312"/>
              <a:gd name="connsiteY137" fmla="*/ 1537548 h 1537547"/>
              <a:gd name="connsiteX138" fmla="*/ 321767 w 2329312"/>
              <a:gd name="connsiteY138" fmla="*/ 1537548 h 1537547"/>
              <a:gd name="connsiteX139" fmla="*/ 324098 w 2329312"/>
              <a:gd name="connsiteY139" fmla="*/ 1537548 h 1537547"/>
              <a:gd name="connsiteX140" fmla="*/ 326430 w 2329312"/>
              <a:gd name="connsiteY140" fmla="*/ 1537548 h 1537547"/>
              <a:gd name="connsiteX141" fmla="*/ 328761 w 2329312"/>
              <a:gd name="connsiteY141" fmla="*/ 1537548 h 1537547"/>
              <a:gd name="connsiteX142" fmla="*/ 331092 w 2329312"/>
              <a:gd name="connsiteY142" fmla="*/ 1537548 h 1537547"/>
              <a:gd name="connsiteX143" fmla="*/ 333425 w 2329312"/>
              <a:gd name="connsiteY143" fmla="*/ 1537548 h 1537547"/>
              <a:gd name="connsiteX144" fmla="*/ 335756 w 2329312"/>
              <a:gd name="connsiteY144" fmla="*/ 1537548 h 1537547"/>
              <a:gd name="connsiteX145" fmla="*/ 338088 w 2329312"/>
              <a:gd name="connsiteY145" fmla="*/ 1537548 h 1537547"/>
              <a:gd name="connsiteX146" fmla="*/ 340419 w 2329312"/>
              <a:gd name="connsiteY146" fmla="*/ 1537548 h 1537547"/>
              <a:gd name="connsiteX147" fmla="*/ 342752 w 2329312"/>
              <a:gd name="connsiteY147" fmla="*/ 1537548 h 1537547"/>
              <a:gd name="connsiteX148" fmla="*/ 345083 w 2329312"/>
              <a:gd name="connsiteY148" fmla="*/ 1537548 h 1537547"/>
              <a:gd name="connsiteX149" fmla="*/ 347415 w 2329312"/>
              <a:gd name="connsiteY149" fmla="*/ 1537548 h 1537547"/>
              <a:gd name="connsiteX150" fmla="*/ 349746 w 2329312"/>
              <a:gd name="connsiteY150" fmla="*/ 1537548 h 1537547"/>
              <a:gd name="connsiteX151" fmla="*/ 352077 w 2329312"/>
              <a:gd name="connsiteY151" fmla="*/ 1537548 h 1537547"/>
              <a:gd name="connsiteX152" fmla="*/ 354410 w 2329312"/>
              <a:gd name="connsiteY152" fmla="*/ 1537548 h 1537547"/>
              <a:gd name="connsiteX153" fmla="*/ 356741 w 2329312"/>
              <a:gd name="connsiteY153" fmla="*/ 1537548 h 1537547"/>
              <a:gd name="connsiteX154" fmla="*/ 359073 w 2329312"/>
              <a:gd name="connsiteY154" fmla="*/ 1537548 h 1537547"/>
              <a:gd name="connsiteX155" fmla="*/ 361404 w 2329312"/>
              <a:gd name="connsiteY155" fmla="*/ 1537548 h 1537547"/>
              <a:gd name="connsiteX156" fmla="*/ 363737 w 2329312"/>
              <a:gd name="connsiteY156" fmla="*/ 1537548 h 1537547"/>
              <a:gd name="connsiteX157" fmla="*/ 366068 w 2329312"/>
              <a:gd name="connsiteY157" fmla="*/ 1537548 h 1537547"/>
              <a:gd name="connsiteX158" fmla="*/ 368399 w 2329312"/>
              <a:gd name="connsiteY158" fmla="*/ 1537548 h 1537547"/>
              <a:gd name="connsiteX159" fmla="*/ 370731 w 2329312"/>
              <a:gd name="connsiteY159" fmla="*/ 1537548 h 1537547"/>
              <a:gd name="connsiteX160" fmla="*/ 373062 w 2329312"/>
              <a:gd name="connsiteY160" fmla="*/ 1537548 h 1537547"/>
              <a:gd name="connsiteX161" fmla="*/ 375395 w 2329312"/>
              <a:gd name="connsiteY161" fmla="*/ 1537548 h 1537547"/>
              <a:gd name="connsiteX162" fmla="*/ 377726 w 2329312"/>
              <a:gd name="connsiteY162" fmla="*/ 1537548 h 1537547"/>
              <a:gd name="connsiteX163" fmla="*/ 380058 w 2329312"/>
              <a:gd name="connsiteY163" fmla="*/ 1537548 h 1537547"/>
              <a:gd name="connsiteX164" fmla="*/ 382389 w 2329312"/>
              <a:gd name="connsiteY164" fmla="*/ 1537548 h 1537547"/>
              <a:gd name="connsiteX165" fmla="*/ 384720 w 2329312"/>
              <a:gd name="connsiteY165" fmla="*/ 1537548 h 1537547"/>
              <a:gd name="connsiteX166" fmla="*/ 387053 w 2329312"/>
              <a:gd name="connsiteY166" fmla="*/ 1537548 h 1537547"/>
              <a:gd name="connsiteX167" fmla="*/ 389384 w 2329312"/>
              <a:gd name="connsiteY167" fmla="*/ 1537548 h 1537547"/>
              <a:gd name="connsiteX168" fmla="*/ 391716 w 2329312"/>
              <a:gd name="connsiteY168" fmla="*/ 1537548 h 1537547"/>
              <a:gd name="connsiteX169" fmla="*/ 394047 w 2329312"/>
              <a:gd name="connsiteY169" fmla="*/ 1537548 h 1537547"/>
              <a:gd name="connsiteX170" fmla="*/ 396380 w 2329312"/>
              <a:gd name="connsiteY170" fmla="*/ 1537548 h 1537547"/>
              <a:gd name="connsiteX171" fmla="*/ 398711 w 2329312"/>
              <a:gd name="connsiteY171" fmla="*/ 1537548 h 1537547"/>
              <a:gd name="connsiteX172" fmla="*/ 401043 w 2329312"/>
              <a:gd name="connsiteY172" fmla="*/ 1537548 h 1537547"/>
              <a:gd name="connsiteX173" fmla="*/ 403374 w 2329312"/>
              <a:gd name="connsiteY173" fmla="*/ 1537548 h 1537547"/>
              <a:gd name="connsiteX174" fmla="*/ 405705 w 2329312"/>
              <a:gd name="connsiteY174" fmla="*/ 1537548 h 1537547"/>
              <a:gd name="connsiteX175" fmla="*/ 408038 w 2329312"/>
              <a:gd name="connsiteY175" fmla="*/ 1537548 h 1537547"/>
              <a:gd name="connsiteX176" fmla="*/ 410369 w 2329312"/>
              <a:gd name="connsiteY176" fmla="*/ 1537548 h 1537547"/>
              <a:gd name="connsiteX177" fmla="*/ 412701 w 2329312"/>
              <a:gd name="connsiteY177" fmla="*/ 1537548 h 1537547"/>
              <a:gd name="connsiteX178" fmla="*/ 415032 w 2329312"/>
              <a:gd name="connsiteY178" fmla="*/ 1537548 h 1537547"/>
              <a:gd name="connsiteX179" fmla="*/ 417364 w 2329312"/>
              <a:gd name="connsiteY179" fmla="*/ 1537548 h 1537547"/>
              <a:gd name="connsiteX180" fmla="*/ 419696 w 2329312"/>
              <a:gd name="connsiteY180" fmla="*/ 1537548 h 1537547"/>
              <a:gd name="connsiteX181" fmla="*/ 422027 w 2329312"/>
              <a:gd name="connsiteY181" fmla="*/ 1537548 h 1537547"/>
              <a:gd name="connsiteX182" fmla="*/ 424359 w 2329312"/>
              <a:gd name="connsiteY182" fmla="*/ 1537548 h 1537547"/>
              <a:gd name="connsiteX183" fmla="*/ 426690 w 2329312"/>
              <a:gd name="connsiteY183" fmla="*/ 1537548 h 1537547"/>
              <a:gd name="connsiteX184" fmla="*/ 429022 w 2329312"/>
              <a:gd name="connsiteY184" fmla="*/ 1537548 h 1537547"/>
              <a:gd name="connsiteX185" fmla="*/ 431354 w 2329312"/>
              <a:gd name="connsiteY185" fmla="*/ 1537548 h 1537547"/>
              <a:gd name="connsiteX186" fmla="*/ 433686 w 2329312"/>
              <a:gd name="connsiteY186" fmla="*/ 1537548 h 1537547"/>
              <a:gd name="connsiteX187" fmla="*/ 436017 w 2329312"/>
              <a:gd name="connsiteY187" fmla="*/ 1537548 h 1537547"/>
              <a:gd name="connsiteX188" fmla="*/ 438349 w 2329312"/>
              <a:gd name="connsiteY188" fmla="*/ 1537548 h 1537547"/>
              <a:gd name="connsiteX189" fmla="*/ 440680 w 2329312"/>
              <a:gd name="connsiteY189" fmla="*/ 1537548 h 1537547"/>
              <a:gd name="connsiteX190" fmla="*/ 443012 w 2329312"/>
              <a:gd name="connsiteY190" fmla="*/ 1537548 h 1537547"/>
              <a:gd name="connsiteX191" fmla="*/ 445344 w 2329312"/>
              <a:gd name="connsiteY191" fmla="*/ 1537548 h 1537547"/>
              <a:gd name="connsiteX192" fmla="*/ 447675 w 2329312"/>
              <a:gd name="connsiteY192" fmla="*/ 1537548 h 1537547"/>
              <a:gd name="connsiteX193" fmla="*/ 450007 w 2329312"/>
              <a:gd name="connsiteY193" fmla="*/ 1537548 h 1537547"/>
              <a:gd name="connsiteX194" fmla="*/ 452339 w 2329312"/>
              <a:gd name="connsiteY194" fmla="*/ 1537548 h 1537547"/>
              <a:gd name="connsiteX195" fmla="*/ 454671 w 2329312"/>
              <a:gd name="connsiteY195" fmla="*/ 1537548 h 1537547"/>
              <a:gd name="connsiteX196" fmla="*/ 457002 w 2329312"/>
              <a:gd name="connsiteY196" fmla="*/ 1537548 h 1537547"/>
              <a:gd name="connsiteX197" fmla="*/ 459333 w 2329312"/>
              <a:gd name="connsiteY197" fmla="*/ 1537548 h 1537547"/>
              <a:gd name="connsiteX198" fmla="*/ 461665 w 2329312"/>
              <a:gd name="connsiteY198" fmla="*/ 1537548 h 1537547"/>
              <a:gd name="connsiteX199" fmla="*/ 463997 w 2329312"/>
              <a:gd name="connsiteY199" fmla="*/ 1537548 h 1537547"/>
              <a:gd name="connsiteX200" fmla="*/ 466329 w 2329312"/>
              <a:gd name="connsiteY200" fmla="*/ 1537548 h 1537547"/>
              <a:gd name="connsiteX201" fmla="*/ 468660 w 2329312"/>
              <a:gd name="connsiteY201" fmla="*/ 1537548 h 1537547"/>
              <a:gd name="connsiteX202" fmla="*/ 470992 w 2329312"/>
              <a:gd name="connsiteY202" fmla="*/ 1537548 h 1537547"/>
              <a:gd name="connsiteX203" fmla="*/ 473323 w 2329312"/>
              <a:gd name="connsiteY203" fmla="*/ 1537548 h 1537547"/>
              <a:gd name="connsiteX204" fmla="*/ 475654 w 2329312"/>
              <a:gd name="connsiteY204" fmla="*/ 1537548 h 1537547"/>
              <a:gd name="connsiteX205" fmla="*/ 477987 w 2329312"/>
              <a:gd name="connsiteY205" fmla="*/ 1537548 h 1537547"/>
              <a:gd name="connsiteX206" fmla="*/ 480318 w 2329312"/>
              <a:gd name="connsiteY206" fmla="*/ 1537548 h 1537547"/>
              <a:gd name="connsiteX207" fmla="*/ 482650 w 2329312"/>
              <a:gd name="connsiteY207" fmla="*/ 1537548 h 1537547"/>
              <a:gd name="connsiteX208" fmla="*/ 484981 w 2329312"/>
              <a:gd name="connsiteY208" fmla="*/ 1537548 h 1537547"/>
              <a:gd name="connsiteX209" fmla="*/ 487314 w 2329312"/>
              <a:gd name="connsiteY209" fmla="*/ 1537548 h 1537547"/>
              <a:gd name="connsiteX210" fmla="*/ 489645 w 2329312"/>
              <a:gd name="connsiteY210" fmla="*/ 1537548 h 1537547"/>
              <a:gd name="connsiteX211" fmla="*/ 491977 w 2329312"/>
              <a:gd name="connsiteY211" fmla="*/ 1537548 h 1537547"/>
              <a:gd name="connsiteX212" fmla="*/ 494308 w 2329312"/>
              <a:gd name="connsiteY212" fmla="*/ 1537548 h 1537547"/>
              <a:gd name="connsiteX213" fmla="*/ 496639 w 2329312"/>
              <a:gd name="connsiteY213" fmla="*/ 1537548 h 1537547"/>
              <a:gd name="connsiteX214" fmla="*/ 498972 w 2329312"/>
              <a:gd name="connsiteY214" fmla="*/ 1537548 h 1537547"/>
              <a:gd name="connsiteX215" fmla="*/ 501303 w 2329312"/>
              <a:gd name="connsiteY215" fmla="*/ 1537548 h 1537547"/>
              <a:gd name="connsiteX216" fmla="*/ 503635 w 2329312"/>
              <a:gd name="connsiteY216" fmla="*/ 1537548 h 1537547"/>
              <a:gd name="connsiteX217" fmla="*/ 505966 w 2329312"/>
              <a:gd name="connsiteY217" fmla="*/ 1537548 h 1537547"/>
              <a:gd name="connsiteX218" fmla="*/ 508299 w 2329312"/>
              <a:gd name="connsiteY218" fmla="*/ 1537548 h 1537547"/>
              <a:gd name="connsiteX219" fmla="*/ 510630 w 2329312"/>
              <a:gd name="connsiteY219" fmla="*/ 1537548 h 1537547"/>
              <a:gd name="connsiteX220" fmla="*/ 512961 w 2329312"/>
              <a:gd name="connsiteY220" fmla="*/ 1537548 h 1537547"/>
              <a:gd name="connsiteX221" fmla="*/ 515293 w 2329312"/>
              <a:gd name="connsiteY221" fmla="*/ 1537548 h 1537547"/>
              <a:gd name="connsiteX222" fmla="*/ 517624 w 2329312"/>
              <a:gd name="connsiteY222" fmla="*/ 1537548 h 1537547"/>
              <a:gd name="connsiteX223" fmla="*/ 519957 w 2329312"/>
              <a:gd name="connsiteY223" fmla="*/ 1537548 h 1537547"/>
              <a:gd name="connsiteX224" fmla="*/ 522288 w 2329312"/>
              <a:gd name="connsiteY224" fmla="*/ 1537548 h 1537547"/>
              <a:gd name="connsiteX225" fmla="*/ 524620 w 2329312"/>
              <a:gd name="connsiteY225" fmla="*/ 1537548 h 1537547"/>
              <a:gd name="connsiteX226" fmla="*/ 526951 w 2329312"/>
              <a:gd name="connsiteY226" fmla="*/ 1537548 h 1537547"/>
              <a:gd name="connsiteX227" fmla="*/ 529282 w 2329312"/>
              <a:gd name="connsiteY227" fmla="*/ 1537548 h 1537547"/>
              <a:gd name="connsiteX228" fmla="*/ 531615 w 2329312"/>
              <a:gd name="connsiteY228" fmla="*/ 1537548 h 1537547"/>
              <a:gd name="connsiteX229" fmla="*/ 533946 w 2329312"/>
              <a:gd name="connsiteY229" fmla="*/ 1537548 h 1537547"/>
              <a:gd name="connsiteX230" fmla="*/ 536278 w 2329312"/>
              <a:gd name="connsiteY230" fmla="*/ 1537548 h 1537547"/>
              <a:gd name="connsiteX231" fmla="*/ 538609 w 2329312"/>
              <a:gd name="connsiteY231" fmla="*/ 1537548 h 1537547"/>
              <a:gd name="connsiteX232" fmla="*/ 540942 w 2329312"/>
              <a:gd name="connsiteY232" fmla="*/ 1537548 h 1537547"/>
              <a:gd name="connsiteX233" fmla="*/ 543273 w 2329312"/>
              <a:gd name="connsiteY233" fmla="*/ 1537548 h 1537547"/>
              <a:gd name="connsiteX234" fmla="*/ 545605 w 2329312"/>
              <a:gd name="connsiteY234" fmla="*/ 1537548 h 1537547"/>
              <a:gd name="connsiteX235" fmla="*/ 547936 w 2329312"/>
              <a:gd name="connsiteY235" fmla="*/ 1537548 h 1537547"/>
              <a:gd name="connsiteX236" fmla="*/ 550267 w 2329312"/>
              <a:gd name="connsiteY236" fmla="*/ 1537548 h 1537547"/>
              <a:gd name="connsiteX237" fmla="*/ 552600 w 2329312"/>
              <a:gd name="connsiteY237" fmla="*/ 1537548 h 1537547"/>
              <a:gd name="connsiteX238" fmla="*/ 554931 w 2329312"/>
              <a:gd name="connsiteY238" fmla="*/ 1537548 h 1537547"/>
              <a:gd name="connsiteX239" fmla="*/ 557263 w 2329312"/>
              <a:gd name="connsiteY239" fmla="*/ 1537548 h 1537547"/>
              <a:gd name="connsiteX240" fmla="*/ 559594 w 2329312"/>
              <a:gd name="connsiteY240" fmla="*/ 1537548 h 1537547"/>
              <a:gd name="connsiteX241" fmla="*/ 561926 w 2329312"/>
              <a:gd name="connsiteY241" fmla="*/ 1537548 h 1537547"/>
              <a:gd name="connsiteX242" fmla="*/ 564258 w 2329312"/>
              <a:gd name="connsiteY242" fmla="*/ 1537548 h 1537547"/>
              <a:gd name="connsiteX243" fmla="*/ 566589 w 2329312"/>
              <a:gd name="connsiteY243" fmla="*/ 1537548 h 1537547"/>
              <a:gd name="connsiteX244" fmla="*/ 568921 w 2329312"/>
              <a:gd name="connsiteY244" fmla="*/ 1537548 h 1537547"/>
              <a:gd name="connsiteX245" fmla="*/ 571252 w 2329312"/>
              <a:gd name="connsiteY245" fmla="*/ 1537548 h 1537547"/>
              <a:gd name="connsiteX246" fmla="*/ 573584 w 2329312"/>
              <a:gd name="connsiteY246" fmla="*/ 1537548 h 1537547"/>
              <a:gd name="connsiteX247" fmla="*/ 575916 w 2329312"/>
              <a:gd name="connsiteY247" fmla="*/ 1537548 h 1537547"/>
              <a:gd name="connsiteX248" fmla="*/ 578248 w 2329312"/>
              <a:gd name="connsiteY248" fmla="*/ 1537548 h 1537547"/>
              <a:gd name="connsiteX249" fmla="*/ 580579 w 2329312"/>
              <a:gd name="connsiteY249" fmla="*/ 1537548 h 1537547"/>
              <a:gd name="connsiteX250" fmla="*/ 582911 w 2329312"/>
              <a:gd name="connsiteY250" fmla="*/ 1537548 h 1537547"/>
              <a:gd name="connsiteX251" fmla="*/ 585242 w 2329312"/>
              <a:gd name="connsiteY251" fmla="*/ 1537548 h 1537547"/>
              <a:gd name="connsiteX252" fmla="*/ 587574 w 2329312"/>
              <a:gd name="connsiteY252" fmla="*/ 1537548 h 1537547"/>
              <a:gd name="connsiteX253" fmla="*/ 589906 w 2329312"/>
              <a:gd name="connsiteY253" fmla="*/ 1537548 h 1537547"/>
              <a:gd name="connsiteX254" fmla="*/ 592237 w 2329312"/>
              <a:gd name="connsiteY254" fmla="*/ 1537548 h 1537547"/>
              <a:gd name="connsiteX255" fmla="*/ 594569 w 2329312"/>
              <a:gd name="connsiteY255" fmla="*/ 1537548 h 1537547"/>
              <a:gd name="connsiteX256" fmla="*/ 596900 w 2329312"/>
              <a:gd name="connsiteY256" fmla="*/ 1537548 h 1537547"/>
              <a:gd name="connsiteX257" fmla="*/ 599233 w 2329312"/>
              <a:gd name="connsiteY257" fmla="*/ 1537548 h 1537547"/>
              <a:gd name="connsiteX258" fmla="*/ 601564 w 2329312"/>
              <a:gd name="connsiteY258" fmla="*/ 1537548 h 1537547"/>
              <a:gd name="connsiteX259" fmla="*/ 603895 w 2329312"/>
              <a:gd name="connsiteY259" fmla="*/ 1537548 h 1537547"/>
              <a:gd name="connsiteX260" fmla="*/ 606227 w 2329312"/>
              <a:gd name="connsiteY260" fmla="*/ 1537548 h 1537547"/>
              <a:gd name="connsiteX261" fmla="*/ 608558 w 2329312"/>
              <a:gd name="connsiteY261" fmla="*/ 1537548 h 1537547"/>
              <a:gd name="connsiteX262" fmla="*/ 610891 w 2329312"/>
              <a:gd name="connsiteY262" fmla="*/ 1537548 h 1537547"/>
              <a:gd name="connsiteX263" fmla="*/ 613222 w 2329312"/>
              <a:gd name="connsiteY263" fmla="*/ 1537548 h 1537547"/>
              <a:gd name="connsiteX264" fmla="*/ 615554 w 2329312"/>
              <a:gd name="connsiteY264" fmla="*/ 1537548 h 1537547"/>
              <a:gd name="connsiteX265" fmla="*/ 617885 w 2329312"/>
              <a:gd name="connsiteY265" fmla="*/ 1537548 h 1537547"/>
              <a:gd name="connsiteX266" fmla="*/ 620216 w 2329312"/>
              <a:gd name="connsiteY266" fmla="*/ 1537548 h 1537547"/>
              <a:gd name="connsiteX267" fmla="*/ 622549 w 2329312"/>
              <a:gd name="connsiteY267" fmla="*/ 1537548 h 1537547"/>
              <a:gd name="connsiteX268" fmla="*/ 624880 w 2329312"/>
              <a:gd name="connsiteY268" fmla="*/ 1537548 h 1537547"/>
              <a:gd name="connsiteX269" fmla="*/ 627212 w 2329312"/>
              <a:gd name="connsiteY269" fmla="*/ 1537548 h 1537547"/>
              <a:gd name="connsiteX270" fmla="*/ 629543 w 2329312"/>
              <a:gd name="connsiteY270" fmla="*/ 1537548 h 1537547"/>
              <a:gd name="connsiteX271" fmla="*/ 631876 w 2329312"/>
              <a:gd name="connsiteY271" fmla="*/ 1537548 h 1537547"/>
              <a:gd name="connsiteX272" fmla="*/ 634207 w 2329312"/>
              <a:gd name="connsiteY272" fmla="*/ 1537548 h 1537547"/>
              <a:gd name="connsiteX273" fmla="*/ 636539 w 2329312"/>
              <a:gd name="connsiteY273" fmla="*/ 1537548 h 1537547"/>
              <a:gd name="connsiteX274" fmla="*/ 638870 w 2329312"/>
              <a:gd name="connsiteY274" fmla="*/ 1537548 h 1537547"/>
              <a:gd name="connsiteX275" fmla="*/ 641201 w 2329312"/>
              <a:gd name="connsiteY275" fmla="*/ 1537548 h 1537547"/>
              <a:gd name="connsiteX276" fmla="*/ 643534 w 2329312"/>
              <a:gd name="connsiteY276" fmla="*/ 1537548 h 1537547"/>
              <a:gd name="connsiteX277" fmla="*/ 645865 w 2329312"/>
              <a:gd name="connsiteY277" fmla="*/ 1537548 h 1537547"/>
              <a:gd name="connsiteX278" fmla="*/ 648197 w 2329312"/>
              <a:gd name="connsiteY278" fmla="*/ 1537548 h 1537547"/>
              <a:gd name="connsiteX279" fmla="*/ 650528 w 2329312"/>
              <a:gd name="connsiteY279" fmla="*/ 1537548 h 1537547"/>
              <a:gd name="connsiteX280" fmla="*/ 652861 w 2329312"/>
              <a:gd name="connsiteY280" fmla="*/ 1537548 h 1537547"/>
              <a:gd name="connsiteX281" fmla="*/ 655192 w 2329312"/>
              <a:gd name="connsiteY281" fmla="*/ 1537548 h 1537547"/>
              <a:gd name="connsiteX282" fmla="*/ 657523 w 2329312"/>
              <a:gd name="connsiteY282" fmla="*/ 1537548 h 1537547"/>
              <a:gd name="connsiteX283" fmla="*/ 659855 w 2329312"/>
              <a:gd name="connsiteY283" fmla="*/ 1537548 h 1537547"/>
              <a:gd name="connsiteX284" fmla="*/ 662186 w 2329312"/>
              <a:gd name="connsiteY284" fmla="*/ 1537548 h 1537547"/>
              <a:gd name="connsiteX285" fmla="*/ 664519 w 2329312"/>
              <a:gd name="connsiteY285" fmla="*/ 1537548 h 1537547"/>
              <a:gd name="connsiteX286" fmla="*/ 666850 w 2329312"/>
              <a:gd name="connsiteY286" fmla="*/ 1537548 h 1537547"/>
              <a:gd name="connsiteX287" fmla="*/ 669182 w 2329312"/>
              <a:gd name="connsiteY287" fmla="*/ 1537548 h 1537547"/>
              <a:gd name="connsiteX288" fmla="*/ 671513 w 2329312"/>
              <a:gd name="connsiteY288" fmla="*/ 1537548 h 1537547"/>
              <a:gd name="connsiteX289" fmla="*/ 673845 w 2329312"/>
              <a:gd name="connsiteY289" fmla="*/ 1537548 h 1537547"/>
              <a:gd name="connsiteX290" fmla="*/ 676177 w 2329312"/>
              <a:gd name="connsiteY290" fmla="*/ 1537548 h 1537547"/>
              <a:gd name="connsiteX291" fmla="*/ 678508 w 2329312"/>
              <a:gd name="connsiteY291" fmla="*/ 1537548 h 1537547"/>
              <a:gd name="connsiteX292" fmla="*/ 680840 w 2329312"/>
              <a:gd name="connsiteY292" fmla="*/ 1537548 h 1537547"/>
              <a:gd name="connsiteX293" fmla="*/ 683171 w 2329312"/>
              <a:gd name="connsiteY293" fmla="*/ 1537548 h 1537547"/>
              <a:gd name="connsiteX294" fmla="*/ 685504 w 2329312"/>
              <a:gd name="connsiteY294" fmla="*/ 1537548 h 1537547"/>
              <a:gd name="connsiteX295" fmla="*/ 687835 w 2329312"/>
              <a:gd name="connsiteY295" fmla="*/ 1537548 h 1537547"/>
              <a:gd name="connsiteX296" fmla="*/ 690167 w 2329312"/>
              <a:gd name="connsiteY296" fmla="*/ 1537548 h 1537547"/>
              <a:gd name="connsiteX297" fmla="*/ 692498 w 2329312"/>
              <a:gd name="connsiteY297" fmla="*/ 1537548 h 1537547"/>
              <a:gd name="connsiteX298" fmla="*/ 694829 w 2329312"/>
              <a:gd name="connsiteY298" fmla="*/ 1537548 h 1537547"/>
              <a:gd name="connsiteX299" fmla="*/ 697162 w 2329312"/>
              <a:gd name="connsiteY299" fmla="*/ 1537548 h 1537547"/>
              <a:gd name="connsiteX300" fmla="*/ 699493 w 2329312"/>
              <a:gd name="connsiteY300" fmla="*/ 1537548 h 1537547"/>
              <a:gd name="connsiteX301" fmla="*/ 701825 w 2329312"/>
              <a:gd name="connsiteY301" fmla="*/ 1537548 h 1537547"/>
              <a:gd name="connsiteX302" fmla="*/ 704156 w 2329312"/>
              <a:gd name="connsiteY302" fmla="*/ 1537548 h 1537547"/>
              <a:gd name="connsiteX303" fmla="*/ 706488 w 2329312"/>
              <a:gd name="connsiteY303" fmla="*/ 1537548 h 1537547"/>
              <a:gd name="connsiteX304" fmla="*/ 708820 w 2329312"/>
              <a:gd name="connsiteY304" fmla="*/ 1537548 h 1537547"/>
              <a:gd name="connsiteX305" fmla="*/ 711151 w 2329312"/>
              <a:gd name="connsiteY305" fmla="*/ 1537548 h 1537547"/>
              <a:gd name="connsiteX306" fmla="*/ 713483 w 2329312"/>
              <a:gd name="connsiteY306" fmla="*/ 1537548 h 1537547"/>
              <a:gd name="connsiteX307" fmla="*/ 715814 w 2329312"/>
              <a:gd name="connsiteY307" fmla="*/ 1537548 h 1537547"/>
              <a:gd name="connsiteX308" fmla="*/ 718146 w 2329312"/>
              <a:gd name="connsiteY308" fmla="*/ 1537548 h 1537547"/>
              <a:gd name="connsiteX309" fmla="*/ 720478 w 2329312"/>
              <a:gd name="connsiteY309" fmla="*/ 1537548 h 1537547"/>
              <a:gd name="connsiteX310" fmla="*/ 722810 w 2329312"/>
              <a:gd name="connsiteY310" fmla="*/ 1537548 h 1537547"/>
              <a:gd name="connsiteX311" fmla="*/ 725141 w 2329312"/>
              <a:gd name="connsiteY311" fmla="*/ 1537548 h 1537547"/>
              <a:gd name="connsiteX312" fmla="*/ 727473 w 2329312"/>
              <a:gd name="connsiteY312" fmla="*/ 1537548 h 1537547"/>
              <a:gd name="connsiteX313" fmla="*/ 729804 w 2329312"/>
              <a:gd name="connsiteY313" fmla="*/ 1537548 h 1537547"/>
              <a:gd name="connsiteX314" fmla="*/ 732136 w 2329312"/>
              <a:gd name="connsiteY314" fmla="*/ 1537548 h 1537547"/>
              <a:gd name="connsiteX315" fmla="*/ 734468 w 2329312"/>
              <a:gd name="connsiteY315" fmla="*/ 1537548 h 1537547"/>
              <a:gd name="connsiteX316" fmla="*/ 736803 w 2329312"/>
              <a:gd name="connsiteY316" fmla="*/ 1537548 h 1537547"/>
              <a:gd name="connsiteX317" fmla="*/ 739128 w 2329312"/>
              <a:gd name="connsiteY317" fmla="*/ 1537548 h 1537547"/>
              <a:gd name="connsiteX318" fmla="*/ 741465 w 2329312"/>
              <a:gd name="connsiteY318" fmla="*/ 1537548 h 1537547"/>
              <a:gd name="connsiteX319" fmla="*/ 743790 w 2329312"/>
              <a:gd name="connsiteY319" fmla="*/ 1537548 h 1537547"/>
              <a:gd name="connsiteX320" fmla="*/ 746127 w 2329312"/>
              <a:gd name="connsiteY320" fmla="*/ 1537548 h 1537547"/>
              <a:gd name="connsiteX321" fmla="*/ 748452 w 2329312"/>
              <a:gd name="connsiteY321" fmla="*/ 1537548 h 1537547"/>
              <a:gd name="connsiteX322" fmla="*/ 750789 w 2329312"/>
              <a:gd name="connsiteY322" fmla="*/ 1537548 h 1537547"/>
              <a:gd name="connsiteX323" fmla="*/ 753127 w 2329312"/>
              <a:gd name="connsiteY323" fmla="*/ 1537548 h 1537547"/>
              <a:gd name="connsiteX324" fmla="*/ 755452 w 2329312"/>
              <a:gd name="connsiteY324" fmla="*/ 1537548 h 1537547"/>
              <a:gd name="connsiteX325" fmla="*/ 757789 w 2329312"/>
              <a:gd name="connsiteY325" fmla="*/ 1537548 h 1537547"/>
              <a:gd name="connsiteX326" fmla="*/ 760114 w 2329312"/>
              <a:gd name="connsiteY326" fmla="*/ 1537548 h 1537547"/>
              <a:gd name="connsiteX327" fmla="*/ 762451 w 2329312"/>
              <a:gd name="connsiteY327" fmla="*/ 1537548 h 1537547"/>
              <a:gd name="connsiteX328" fmla="*/ 764776 w 2329312"/>
              <a:gd name="connsiteY328" fmla="*/ 1537548 h 1537547"/>
              <a:gd name="connsiteX329" fmla="*/ 767113 w 2329312"/>
              <a:gd name="connsiteY329" fmla="*/ 1537548 h 1537547"/>
              <a:gd name="connsiteX330" fmla="*/ 769438 w 2329312"/>
              <a:gd name="connsiteY330" fmla="*/ 1537548 h 1537547"/>
              <a:gd name="connsiteX331" fmla="*/ 771776 w 2329312"/>
              <a:gd name="connsiteY331" fmla="*/ 1537548 h 1537547"/>
              <a:gd name="connsiteX332" fmla="*/ 774100 w 2329312"/>
              <a:gd name="connsiteY332" fmla="*/ 1537548 h 1537547"/>
              <a:gd name="connsiteX333" fmla="*/ 776438 w 2329312"/>
              <a:gd name="connsiteY333" fmla="*/ 1537548 h 1537547"/>
              <a:gd name="connsiteX334" fmla="*/ 778775 w 2329312"/>
              <a:gd name="connsiteY334" fmla="*/ 1537548 h 1537547"/>
              <a:gd name="connsiteX335" fmla="*/ 781100 w 2329312"/>
              <a:gd name="connsiteY335" fmla="*/ 1537548 h 1537547"/>
              <a:gd name="connsiteX336" fmla="*/ 783437 w 2329312"/>
              <a:gd name="connsiteY336" fmla="*/ 1537548 h 1537547"/>
              <a:gd name="connsiteX337" fmla="*/ 785762 w 2329312"/>
              <a:gd name="connsiteY337" fmla="*/ 1537548 h 1537547"/>
              <a:gd name="connsiteX338" fmla="*/ 788099 w 2329312"/>
              <a:gd name="connsiteY338" fmla="*/ 1537548 h 1537547"/>
              <a:gd name="connsiteX339" fmla="*/ 790424 w 2329312"/>
              <a:gd name="connsiteY339" fmla="*/ 1537548 h 1537547"/>
              <a:gd name="connsiteX340" fmla="*/ 792762 w 2329312"/>
              <a:gd name="connsiteY340" fmla="*/ 1537548 h 1537547"/>
              <a:gd name="connsiteX341" fmla="*/ 795087 w 2329312"/>
              <a:gd name="connsiteY341" fmla="*/ 1537548 h 1537547"/>
              <a:gd name="connsiteX342" fmla="*/ 797424 w 2329312"/>
              <a:gd name="connsiteY342" fmla="*/ 1537548 h 1537547"/>
              <a:gd name="connsiteX343" fmla="*/ 799749 w 2329312"/>
              <a:gd name="connsiteY343" fmla="*/ 1537548 h 1537547"/>
              <a:gd name="connsiteX344" fmla="*/ 802086 w 2329312"/>
              <a:gd name="connsiteY344" fmla="*/ 1537548 h 1537547"/>
              <a:gd name="connsiteX345" fmla="*/ 804411 w 2329312"/>
              <a:gd name="connsiteY345" fmla="*/ 1537548 h 1537547"/>
              <a:gd name="connsiteX346" fmla="*/ 806748 w 2329312"/>
              <a:gd name="connsiteY346" fmla="*/ 1537548 h 1537547"/>
              <a:gd name="connsiteX347" fmla="*/ 809086 w 2329312"/>
              <a:gd name="connsiteY347" fmla="*/ 1537548 h 1537547"/>
              <a:gd name="connsiteX348" fmla="*/ 811410 w 2329312"/>
              <a:gd name="connsiteY348" fmla="*/ 1537548 h 1537547"/>
              <a:gd name="connsiteX349" fmla="*/ 813748 w 2329312"/>
              <a:gd name="connsiteY349" fmla="*/ 1537548 h 1537547"/>
              <a:gd name="connsiteX350" fmla="*/ 816073 w 2329312"/>
              <a:gd name="connsiteY350" fmla="*/ 1537548 h 1537547"/>
              <a:gd name="connsiteX351" fmla="*/ 818410 w 2329312"/>
              <a:gd name="connsiteY351" fmla="*/ 1537548 h 1537547"/>
              <a:gd name="connsiteX352" fmla="*/ 820735 w 2329312"/>
              <a:gd name="connsiteY352" fmla="*/ 1537548 h 1537547"/>
              <a:gd name="connsiteX353" fmla="*/ 823072 w 2329312"/>
              <a:gd name="connsiteY353" fmla="*/ 1537548 h 1537547"/>
              <a:gd name="connsiteX354" fmla="*/ 825397 w 2329312"/>
              <a:gd name="connsiteY354" fmla="*/ 1537548 h 1537547"/>
              <a:gd name="connsiteX355" fmla="*/ 827734 w 2329312"/>
              <a:gd name="connsiteY355" fmla="*/ 1537548 h 1537547"/>
              <a:gd name="connsiteX356" fmla="*/ 830059 w 2329312"/>
              <a:gd name="connsiteY356" fmla="*/ 1537548 h 1537547"/>
              <a:gd name="connsiteX357" fmla="*/ 832397 w 2329312"/>
              <a:gd name="connsiteY357" fmla="*/ 1537548 h 1537547"/>
              <a:gd name="connsiteX358" fmla="*/ 834734 w 2329312"/>
              <a:gd name="connsiteY358" fmla="*/ 1537548 h 1537547"/>
              <a:gd name="connsiteX359" fmla="*/ 837059 w 2329312"/>
              <a:gd name="connsiteY359" fmla="*/ 1537548 h 1537547"/>
              <a:gd name="connsiteX360" fmla="*/ 839396 w 2329312"/>
              <a:gd name="connsiteY360" fmla="*/ 1537548 h 1537547"/>
              <a:gd name="connsiteX361" fmla="*/ 841721 w 2329312"/>
              <a:gd name="connsiteY361" fmla="*/ 1537548 h 1537547"/>
              <a:gd name="connsiteX362" fmla="*/ 844058 w 2329312"/>
              <a:gd name="connsiteY362" fmla="*/ 1537548 h 1537547"/>
              <a:gd name="connsiteX363" fmla="*/ 846383 w 2329312"/>
              <a:gd name="connsiteY363" fmla="*/ 1537548 h 1537547"/>
              <a:gd name="connsiteX364" fmla="*/ 848720 w 2329312"/>
              <a:gd name="connsiteY364" fmla="*/ 1537548 h 1537547"/>
              <a:gd name="connsiteX365" fmla="*/ 851045 w 2329312"/>
              <a:gd name="connsiteY365" fmla="*/ 1537548 h 1537547"/>
              <a:gd name="connsiteX366" fmla="*/ 853383 w 2329312"/>
              <a:gd name="connsiteY366" fmla="*/ 1537548 h 1537547"/>
              <a:gd name="connsiteX367" fmla="*/ 855708 w 2329312"/>
              <a:gd name="connsiteY367" fmla="*/ 1537548 h 1537547"/>
              <a:gd name="connsiteX368" fmla="*/ 858045 w 2329312"/>
              <a:gd name="connsiteY368" fmla="*/ 1537548 h 1537547"/>
              <a:gd name="connsiteX369" fmla="*/ 860382 w 2329312"/>
              <a:gd name="connsiteY369" fmla="*/ 1537548 h 1537547"/>
              <a:gd name="connsiteX370" fmla="*/ 862707 w 2329312"/>
              <a:gd name="connsiteY370" fmla="*/ 1537548 h 1537547"/>
              <a:gd name="connsiteX371" fmla="*/ 865044 w 2329312"/>
              <a:gd name="connsiteY371" fmla="*/ 1537548 h 1537547"/>
              <a:gd name="connsiteX372" fmla="*/ 867369 w 2329312"/>
              <a:gd name="connsiteY372" fmla="*/ 1537548 h 1537547"/>
              <a:gd name="connsiteX373" fmla="*/ 869707 w 2329312"/>
              <a:gd name="connsiteY373" fmla="*/ 1537548 h 1537547"/>
              <a:gd name="connsiteX374" fmla="*/ 872032 w 2329312"/>
              <a:gd name="connsiteY374" fmla="*/ 1537548 h 1537547"/>
              <a:gd name="connsiteX375" fmla="*/ 874369 w 2329312"/>
              <a:gd name="connsiteY375" fmla="*/ 1537548 h 1537547"/>
              <a:gd name="connsiteX376" fmla="*/ 876694 w 2329312"/>
              <a:gd name="connsiteY376" fmla="*/ 1537548 h 1537547"/>
              <a:gd name="connsiteX377" fmla="*/ 879031 w 2329312"/>
              <a:gd name="connsiteY377" fmla="*/ 1537548 h 1537547"/>
              <a:gd name="connsiteX378" fmla="*/ 881356 w 2329312"/>
              <a:gd name="connsiteY378" fmla="*/ 1537548 h 1537547"/>
              <a:gd name="connsiteX379" fmla="*/ 883693 w 2329312"/>
              <a:gd name="connsiteY379" fmla="*/ 1537548 h 1537547"/>
              <a:gd name="connsiteX380" fmla="*/ 886031 w 2329312"/>
              <a:gd name="connsiteY380" fmla="*/ 1537548 h 1537547"/>
              <a:gd name="connsiteX381" fmla="*/ 888355 w 2329312"/>
              <a:gd name="connsiteY381" fmla="*/ 1537548 h 1537547"/>
              <a:gd name="connsiteX382" fmla="*/ 890693 w 2329312"/>
              <a:gd name="connsiteY382" fmla="*/ 1537548 h 1537547"/>
              <a:gd name="connsiteX383" fmla="*/ 893018 w 2329312"/>
              <a:gd name="connsiteY383" fmla="*/ 1537548 h 1537547"/>
              <a:gd name="connsiteX384" fmla="*/ 895355 w 2329312"/>
              <a:gd name="connsiteY384" fmla="*/ 1537548 h 1537547"/>
              <a:gd name="connsiteX385" fmla="*/ 897680 w 2329312"/>
              <a:gd name="connsiteY385" fmla="*/ 1537548 h 1537547"/>
              <a:gd name="connsiteX386" fmla="*/ 900017 w 2329312"/>
              <a:gd name="connsiteY386" fmla="*/ 1537548 h 1537547"/>
              <a:gd name="connsiteX387" fmla="*/ 902342 w 2329312"/>
              <a:gd name="connsiteY387" fmla="*/ 1537548 h 1537547"/>
              <a:gd name="connsiteX388" fmla="*/ 904679 w 2329312"/>
              <a:gd name="connsiteY388" fmla="*/ 1537548 h 1537547"/>
              <a:gd name="connsiteX389" fmla="*/ 907004 w 2329312"/>
              <a:gd name="connsiteY389" fmla="*/ 1537548 h 1537547"/>
              <a:gd name="connsiteX390" fmla="*/ 909342 w 2329312"/>
              <a:gd name="connsiteY390" fmla="*/ 1537548 h 1537547"/>
              <a:gd name="connsiteX391" fmla="*/ 911667 w 2329312"/>
              <a:gd name="connsiteY391" fmla="*/ 1537548 h 1537547"/>
              <a:gd name="connsiteX392" fmla="*/ 914004 w 2329312"/>
              <a:gd name="connsiteY392" fmla="*/ 1537548 h 1537547"/>
              <a:gd name="connsiteX393" fmla="*/ 916341 w 2329312"/>
              <a:gd name="connsiteY393" fmla="*/ 1537548 h 1537547"/>
              <a:gd name="connsiteX394" fmla="*/ 918666 w 2329312"/>
              <a:gd name="connsiteY394" fmla="*/ 1537548 h 1537547"/>
              <a:gd name="connsiteX395" fmla="*/ 921003 w 2329312"/>
              <a:gd name="connsiteY395" fmla="*/ 1537548 h 1537547"/>
              <a:gd name="connsiteX396" fmla="*/ 923328 w 2329312"/>
              <a:gd name="connsiteY396" fmla="*/ 1537548 h 1537547"/>
              <a:gd name="connsiteX397" fmla="*/ 925666 w 2329312"/>
              <a:gd name="connsiteY397" fmla="*/ 1537548 h 1537547"/>
              <a:gd name="connsiteX398" fmla="*/ 927991 w 2329312"/>
              <a:gd name="connsiteY398" fmla="*/ 1537548 h 1537547"/>
              <a:gd name="connsiteX399" fmla="*/ 930328 w 2329312"/>
              <a:gd name="connsiteY399" fmla="*/ 1537548 h 1537547"/>
              <a:gd name="connsiteX400" fmla="*/ 932653 w 2329312"/>
              <a:gd name="connsiteY400" fmla="*/ 1537548 h 1537547"/>
              <a:gd name="connsiteX401" fmla="*/ 934990 w 2329312"/>
              <a:gd name="connsiteY401" fmla="*/ 1537548 h 1537547"/>
              <a:gd name="connsiteX402" fmla="*/ 937315 w 2329312"/>
              <a:gd name="connsiteY402" fmla="*/ 1537548 h 1537547"/>
              <a:gd name="connsiteX403" fmla="*/ 939652 w 2329312"/>
              <a:gd name="connsiteY403" fmla="*/ 1537548 h 1537547"/>
              <a:gd name="connsiteX404" fmla="*/ 941990 w 2329312"/>
              <a:gd name="connsiteY404" fmla="*/ 1537548 h 1537547"/>
              <a:gd name="connsiteX405" fmla="*/ 944315 w 2329312"/>
              <a:gd name="connsiteY405" fmla="*/ 1537548 h 1537547"/>
              <a:gd name="connsiteX406" fmla="*/ 946652 w 2329312"/>
              <a:gd name="connsiteY406" fmla="*/ 1537548 h 1537547"/>
              <a:gd name="connsiteX407" fmla="*/ 948977 w 2329312"/>
              <a:gd name="connsiteY407" fmla="*/ 1537548 h 1537547"/>
              <a:gd name="connsiteX408" fmla="*/ 951314 w 2329312"/>
              <a:gd name="connsiteY408" fmla="*/ 1537548 h 1537547"/>
              <a:gd name="connsiteX409" fmla="*/ 953639 w 2329312"/>
              <a:gd name="connsiteY409" fmla="*/ 1537548 h 1537547"/>
              <a:gd name="connsiteX410" fmla="*/ 955976 w 2329312"/>
              <a:gd name="connsiteY410" fmla="*/ 1537548 h 1537547"/>
              <a:gd name="connsiteX411" fmla="*/ 958301 w 2329312"/>
              <a:gd name="connsiteY411" fmla="*/ 1537548 h 1537547"/>
              <a:gd name="connsiteX412" fmla="*/ 960638 w 2329312"/>
              <a:gd name="connsiteY412" fmla="*/ 1537548 h 1537547"/>
              <a:gd name="connsiteX413" fmla="*/ 962963 w 2329312"/>
              <a:gd name="connsiteY413" fmla="*/ 1537548 h 1537547"/>
              <a:gd name="connsiteX414" fmla="*/ 965301 w 2329312"/>
              <a:gd name="connsiteY414" fmla="*/ 1537548 h 1537547"/>
              <a:gd name="connsiteX415" fmla="*/ 967638 w 2329312"/>
              <a:gd name="connsiteY415" fmla="*/ 1537548 h 1537547"/>
              <a:gd name="connsiteX416" fmla="*/ 969963 w 2329312"/>
              <a:gd name="connsiteY416" fmla="*/ 1537548 h 1537547"/>
              <a:gd name="connsiteX417" fmla="*/ 972300 w 2329312"/>
              <a:gd name="connsiteY417" fmla="*/ 1537548 h 1537547"/>
              <a:gd name="connsiteX418" fmla="*/ 974625 w 2329312"/>
              <a:gd name="connsiteY418" fmla="*/ 1537548 h 1537547"/>
              <a:gd name="connsiteX419" fmla="*/ 976962 w 2329312"/>
              <a:gd name="connsiteY419" fmla="*/ 1537548 h 1537547"/>
              <a:gd name="connsiteX420" fmla="*/ 979287 w 2329312"/>
              <a:gd name="connsiteY420" fmla="*/ 1537548 h 1537547"/>
              <a:gd name="connsiteX421" fmla="*/ 981625 w 2329312"/>
              <a:gd name="connsiteY421" fmla="*/ 1537548 h 1537547"/>
              <a:gd name="connsiteX422" fmla="*/ 983949 w 2329312"/>
              <a:gd name="connsiteY422" fmla="*/ 1537548 h 1537547"/>
              <a:gd name="connsiteX423" fmla="*/ 986287 w 2329312"/>
              <a:gd name="connsiteY423" fmla="*/ 1537548 h 1537547"/>
              <a:gd name="connsiteX424" fmla="*/ 988612 w 2329312"/>
              <a:gd name="connsiteY424" fmla="*/ 1537548 h 1537547"/>
              <a:gd name="connsiteX425" fmla="*/ 990949 w 2329312"/>
              <a:gd name="connsiteY425" fmla="*/ 1537548 h 1537547"/>
              <a:gd name="connsiteX426" fmla="*/ 993286 w 2329312"/>
              <a:gd name="connsiteY426" fmla="*/ 1537548 h 1537547"/>
              <a:gd name="connsiteX427" fmla="*/ 995611 w 2329312"/>
              <a:gd name="connsiteY427" fmla="*/ 1537548 h 1537547"/>
              <a:gd name="connsiteX428" fmla="*/ 997948 w 2329312"/>
              <a:gd name="connsiteY428" fmla="*/ 1537548 h 1537547"/>
              <a:gd name="connsiteX429" fmla="*/ 1000273 w 2329312"/>
              <a:gd name="connsiteY429" fmla="*/ 1537548 h 1537547"/>
              <a:gd name="connsiteX430" fmla="*/ 1002611 w 2329312"/>
              <a:gd name="connsiteY430" fmla="*/ 1537548 h 1537547"/>
              <a:gd name="connsiteX431" fmla="*/ 1004936 w 2329312"/>
              <a:gd name="connsiteY431" fmla="*/ 1537548 h 1537547"/>
              <a:gd name="connsiteX432" fmla="*/ 1007273 w 2329312"/>
              <a:gd name="connsiteY432" fmla="*/ 1537548 h 1537547"/>
              <a:gd name="connsiteX433" fmla="*/ 1009598 w 2329312"/>
              <a:gd name="connsiteY433" fmla="*/ 1537548 h 1537547"/>
              <a:gd name="connsiteX434" fmla="*/ 1011935 w 2329312"/>
              <a:gd name="connsiteY434" fmla="*/ 1537548 h 1537547"/>
              <a:gd name="connsiteX435" fmla="*/ 1014260 w 2329312"/>
              <a:gd name="connsiteY435" fmla="*/ 1537548 h 1537547"/>
              <a:gd name="connsiteX436" fmla="*/ 1016597 w 2329312"/>
              <a:gd name="connsiteY436" fmla="*/ 1537548 h 1537547"/>
              <a:gd name="connsiteX437" fmla="*/ 1018922 w 2329312"/>
              <a:gd name="connsiteY437" fmla="*/ 1537548 h 1537547"/>
              <a:gd name="connsiteX438" fmla="*/ 1021259 w 2329312"/>
              <a:gd name="connsiteY438" fmla="*/ 1537548 h 1537547"/>
              <a:gd name="connsiteX439" fmla="*/ 1023597 w 2329312"/>
              <a:gd name="connsiteY439" fmla="*/ 1537548 h 1537547"/>
              <a:gd name="connsiteX440" fmla="*/ 1025922 w 2329312"/>
              <a:gd name="connsiteY440" fmla="*/ 1537548 h 1537547"/>
              <a:gd name="connsiteX441" fmla="*/ 1028259 w 2329312"/>
              <a:gd name="connsiteY441" fmla="*/ 1537548 h 1537547"/>
              <a:gd name="connsiteX442" fmla="*/ 1030584 w 2329312"/>
              <a:gd name="connsiteY442" fmla="*/ 1537548 h 1537547"/>
              <a:gd name="connsiteX443" fmla="*/ 1032921 w 2329312"/>
              <a:gd name="connsiteY443" fmla="*/ 1537548 h 1537547"/>
              <a:gd name="connsiteX444" fmla="*/ 1035246 w 2329312"/>
              <a:gd name="connsiteY444" fmla="*/ 1537548 h 1537547"/>
              <a:gd name="connsiteX445" fmla="*/ 1037583 w 2329312"/>
              <a:gd name="connsiteY445" fmla="*/ 1537548 h 1537547"/>
              <a:gd name="connsiteX446" fmla="*/ 1039908 w 2329312"/>
              <a:gd name="connsiteY446" fmla="*/ 1537548 h 1537547"/>
              <a:gd name="connsiteX447" fmla="*/ 1042246 w 2329312"/>
              <a:gd name="connsiteY447" fmla="*/ 1537548 h 1537547"/>
              <a:gd name="connsiteX448" fmla="*/ 1044571 w 2329312"/>
              <a:gd name="connsiteY448" fmla="*/ 1537548 h 1537547"/>
              <a:gd name="connsiteX449" fmla="*/ 1046908 w 2329312"/>
              <a:gd name="connsiteY449" fmla="*/ 1537548 h 1537547"/>
              <a:gd name="connsiteX450" fmla="*/ 1049245 w 2329312"/>
              <a:gd name="connsiteY450" fmla="*/ 1537548 h 1537547"/>
              <a:gd name="connsiteX451" fmla="*/ 1051570 w 2329312"/>
              <a:gd name="connsiteY451" fmla="*/ 1537548 h 1537547"/>
              <a:gd name="connsiteX452" fmla="*/ 1053907 w 2329312"/>
              <a:gd name="connsiteY452" fmla="*/ 1537548 h 1537547"/>
              <a:gd name="connsiteX453" fmla="*/ 1056232 w 2329312"/>
              <a:gd name="connsiteY453" fmla="*/ 1537548 h 1537547"/>
              <a:gd name="connsiteX454" fmla="*/ 1058569 w 2329312"/>
              <a:gd name="connsiteY454" fmla="*/ 1537548 h 1537547"/>
              <a:gd name="connsiteX455" fmla="*/ 1060894 w 2329312"/>
              <a:gd name="connsiteY455" fmla="*/ 1537548 h 1537547"/>
              <a:gd name="connsiteX456" fmla="*/ 1063232 w 2329312"/>
              <a:gd name="connsiteY456" fmla="*/ 1537548 h 1537547"/>
              <a:gd name="connsiteX457" fmla="*/ 1065557 w 2329312"/>
              <a:gd name="connsiteY457" fmla="*/ 1537548 h 1537547"/>
              <a:gd name="connsiteX458" fmla="*/ 1067894 w 2329312"/>
              <a:gd name="connsiteY458" fmla="*/ 1537548 h 1537547"/>
              <a:gd name="connsiteX459" fmla="*/ 1070219 w 2329312"/>
              <a:gd name="connsiteY459" fmla="*/ 1537548 h 1537547"/>
              <a:gd name="connsiteX460" fmla="*/ 1072556 w 2329312"/>
              <a:gd name="connsiteY460" fmla="*/ 1537548 h 1537547"/>
              <a:gd name="connsiteX461" fmla="*/ 1074893 w 2329312"/>
              <a:gd name="connsiteY461" fmla="*/ 1537548 h 1537547"/>
              <a:gd name="connsiteX462" fmla="*/ 1077218 w 2329312"/>
              <a:gd name="connsiteY462" fmla="*/ 1537548 h 1537547"/>
              <a:gd name="connsiteX463" fmla="*/ 1079556 w 2329312"/>
              <a:gd name="connsiteY463" fmla="*/ 1537548 h 1537547"/>
              <a:gd name="connsiteX464" fmla="*/ 1081881 w 2329312"/>
              <a:gd name="connsiteY464" fmla="*/ 1537548 h 1537547"/>
              <a:gd name="connsiteX465" fmla="*/ 1084218 w 2329312"/>
              <a:gd name="connsiteY465" fmla="*/ 1537548 h 1537547"/>
              <a:gd name="connsiteX466" fmla="*/ 1086543 w 2329312"/>
              <a:gd name="connsiteY466" fmla="*/ 1537548 h 1537547"/>
              <a:gd name="connsiteX467" fmla="*/ 1088880 w 2329312"/>
              <a:gd name="connsiteY467" fmla="*/ 1537548 h 1537547"/>
              <a:gd name="connsiteX468" fmla="*/ 1091205 w 2329312"/>
              <a:gd name="connsiteY468" fmla="*/ 1537548 h 1537547"/>
              <a:gd name="connsiteX469" fmla="*/ 1093542 w 2329312"/>
              <a:gd name="connsiteY469" fmla="*/ 1537548 h 1537547"/>
              <a:gd name="connsiteX470" fmla="*/ 1095867 w 2329312"/>
              <a:gd name="connsiteY470" fmla="*/ 1537548 h 1537547"/>
              <a:gd name="connsiteX471" fmla="*/ 1098205 w 2329312"/>
              <a:gd name="connsiteY471" fmla="*/ 1537548 h 1537547"/>
              <a:gd name="connsiteX472" fmla="*/ 1100542 w 2329312"/>
              <a:gd name="connsiteY472" fmla="*/ 1537548 h 1537547"/>
              <a:gd name="connsiteX473" fmla="*/ 1102867 w 2329312"/>
              <a:gd name="connsiteY473" fmla="*/ 1537548 h 1537547"/>
              <a:gd name="connsiteX474" fmla="*/ 1105204 w 2329312"/>
              <a:gd name="connsiteY474" fmla="*/ 1537548 h 1537547"/>
              <a:gd name="connsiteX475" fmla="*/ 1107529 w 2329312"/>
              <a:gd name="connsiteY475" fmla="*/ 1537548 h 1537547"/>
              <a:gd name="connsiteX476" fmla="*/ 1109866 w 2329312"/>
              <a:gd name="connsiteY476" fmla="*/ 1537548 h 1537547"/>
              <a:gd name="connsiteX477" fmla="*/ 1112191 w 2329312"/>
              <a:gd name="connsiteY477" fmla="*/ 1537548 h 1537547"/>
              <a:gd name="connsiteX478" fmla="*/ 1114529 w 2329312"/>
              <a:gd name="connsiteY478" fmla="*/ 1537548 h 1537547"/>
              <a:gd name="connsiteX479" fmla="*/ 1116853 w 2329312"/>
              <a:gd name="connsiteY479" fmla="*/ 1537548 h 1537547"/>
              <a:gd name="connsiteX480" fmla="*/ 1119191 w 2329312"/>
              <a:gd name="connsiteY480" fmla="*/ 1537548 h 1537547"/>
              <a:gd name="connsiteX481" fmla="*/ 1121516 w 2329312"/>
              <a:gd name="connsiteY481" fmla="*/ 1537548 h 1537547"/>
              <a:gd name="connsiteX482" fmla="*/ 1123853 w 2329312"/>
              <a:gd name="connsiteY482" fmla="*/ 1537548 h 1537547"/>
              <a:gd name="connsiteX483" fmla="*/ 1126178 w 2329312"/>
              <a:gd name="connsiteY483" fmla="*/ 1537548 h 1537547"/>
              <a:gd name="connsiteX484" fmla="*/ 1128515 w 2329312"/>
              <a:gd name="connsiteY484" fmla="*/ 1537548 h 1537547"/>
              <a:gd name="connsiteX485" fmla="*/ 1130852 w 2329312"/>
              <a:gd name="connsiteY485" fmla="*/ 1537548 h 1537547"/>
              <a:gd name="connsiteX486" fmla="*/ 1133177 w 2329312"/>
              <a:gd name="connsiteY486" fmla="*/ 1537548 h 1537547"/>
              <a:gd name="connsiteX487" fmla="*/ 1135515 w 2329312"/>
              <a:gd name="connsiteY487" fmla="*/ 1537548 h 1537547"/>
              <a:gd name="connsiteX488" fmla="*/ 1137840 w 2329312"/>
              <a:gd name="connsiteY488" fmla="*/ 1537548 h 1537547"/>
              <a:gd name="connsiteX489" fmla="*/ 1140177 w 2329312"/>
              <a:gd name="connsiteY489" fmla="*/ 1537548 h 1537547"/>
              <a:gd name="connsiteX490" fmla="*/ 1142502 w 2329312"/>
              <a:gd name="connsiteY490" fmla="*/ 1537548 h 1537547"/>
              <a:gd name="connsiteX491" fmla="*/ 1144839 w 2329312"/>
              <a:gd name="connsiteY491" fmla="*/ 1537548 h 1537547"/>
              <a:gd name="connsiteX492" fmla="*/ 1147164 w 2329312"/>
              <a:gd name="connsiteY492" fmla="*/ 1537548 h 1537547"/>
              <a:gd name="connsiteX493" fmla="*/ 1149501 w 2329312"/>
              <a:gd name="connsiteY493" fmla="*/ 1537548 h 1537547"/>
              <a:gd name="connsiteX494" fmla="*/ 1151826 w 2329312"/>
              <a:gd name="connsiteY494" fmla="*/ 1537548 h 1537547"/>
              <a:gd name="connsiteX495" fmla="*/ 1154164 w 2329312"/>
              <a:gd name="connsiteY495" fmla="*/ 1537548 h 1537547"/>
              <a:gd name="connsiteX496" fmla="*/ 1156501 w 2329312"/>
              <a:gd name="connsiteY496" fmla="*/ 1537548 h 1537547"/>
              <a:gd name="connsiteX497" fmla="*/ 1158826 w 2329312"/>
              <a:gd name="connsiteY497" fmla="*/ 1537548 h 1537547"/>
              <a:gd name="connsiteX498" fmla="*/ 1161163 w 2329312"/>
              <a:gd name="connsiteY498" fmla="*/ 1537548 h 1537547"/>
              <a:gd name="connsiteX499" fmla="*/ 1163488 w 2329312"/>
              <a:gd name="connsiteY499" fmla="*/ 1537548 h 1537547"/>
              <a:gd name="connsiteX500" fmla="*/ 1165825 w 2329312"/>
              <a:gd name="connsiteY500" fmla="*/ 0 h 1537547"/>
              <a:gd name="connsiteX501" fmla="*/ 1168150 w 2329312"/>
              <a:gd name="connsiteY501" fmla="*/ 55 h 1537547"/>
              <a:gd name="connsiteX502" fmla="*/ 1170487 w 2329312"/>
              <a:gd name="connsiteY502" fmla="*/ 166 h 1537547"/>
              <a:gd name="connsiteX503" fmla="*/ 1172812 w 2329312"/>
              <a:gd name="connsiteY503" fmla="*/ 333 h 1537547"/>
              <a:gd name="connsiteX504" fmla="*/ 1175150 w 2329312"/>
              <a:gd name="connsiteY504" fmla="*/ 555 h 1537547"/>
              <a:gd name="connsiteX505" fmla="*/ 1177475 w 2329312"/>
              <a:gd name="connsiteY505" fmla="*/ 832 h 1537547"/>
              <a:gd name="connsiteX506" fmla="*/ 1179812 w 2329312"/>
              <a:gd name="connsiteY506" fmla="*/ 1164 h 1537547"/>
              <a:gd name="connsiteX507" fmla="*/ 1182149 w 2329312"/>
              <a:gd name="connsiteY507" fmla="*/ 1552 h 1537547"/>
              <a:gd name="connsiteX508" fmla="*/ 1184474 w 2329312"/>
              <a:gd name="connsiteY508" fmla="*/ 1995 h 1537547"/>
              <a:gd name="connsiteX509" fmla="*/ 1186811 w 2329312"/>
              <a:gd name="connsiteY509" fmla="*/ 2494 h 1537547"/>
              <a:gd name="connsiteX510" fmla="*/ 1189136 w 2329312"/>
              <a:gd name="connsiteY510" fmla="*/ 3047 h 1537547"/>
              <a:gd name="connsiteX511" fmla="*/ 1191474 w 2329312"/>
              <a:gd name="connsiteY511" fmla="*/ 3656 h 1537547"/>
              <a:gd name="connsiteX512" fmla="*/ 1193798 w 2329312"/>
              <a:gd name="connsiteY512" fmla="*/ 4320 h 1537547"/>
              <a:gd name="connsiteX513" fmla="*/ 1196136 w 2329312"/>
              <a:gd name="connsiteY513" fmla="*/ 5039 h 1537547"/>
              <a:gd name="connsiteX514" fmla="*/ 1198461 w 2329312"/>
              <a:gd name="connsiteY514" fmla="*/ 5813 h 1537547"/>
              <a:gd name="connsiteX515" fmla="*/ 1200798 w 2329312"/>
              <a:gd name="connsiteY515" fmla="*/ 6641 h 1537547"/>
              <a:gd name="connsiteX516" fmla="*/ 1203123 w 2329312"/>
              <a:gd name="connsiteY516" fmla="*/ 7524 h 1537547"/>
              <a:gd name="connsiteX517" fmla="*/ 1205460 w 2329312"/>
              <a:gd name="connsiteY517" fmla="*/ 8462 h 1537547"/>
              <a:gd name="connsiteX518" fmla="*/ 1207797 w 2329312"/>
              <a:gd name="connsiteY518" fmla="*/ 9455 h 1537547"/>
              <a:gd name="connsiteX519" fmla="*/ 1210122 w 2329312"/>
              <a:gd name="connsiteY519" fmla="*/ 10502 h 1537547"/>
              <a:gd name="connsiteX520" fmla="*/ 1212460 w 2329312"/>
              <a:gd name="connsiteY520" fmla="*/ 11603 h 1537547"/>
              <a:gd name="connsiteX521" fmla="*/ 1214785 w 2329312"/>
              <a:gd name="connsiteY521" fmla="*/ 12759 h 1537547"/>
              <a:gd name="connsiteX522" fmla="*/ 1217122 w 2329312"/>
              <a:gd name="connsiteY522" fmla="*/ 13968 h 1537547"/>
              <a:gd name="connsiteX523" fmla="*/ 1219447 w 2329312"/>
              <a:gd name="connsiteY523" fmla="*/ 15231 h 1537547"/>
              <a:gd name="connsiteX524" fmla="*/ 1221784 w 2329312"/>
              <a:gd name="connsiteY524" fmla="*/ 16549 h 1537547"/>
              <a:gd name="connsiteX525" fmla="*/ 1224109 w 2329312"/>
              <a:gd name="connsiteY525" fmla="*/ 17920 h 1537547"/>
              <a:gd name="connsiteX526" fmla="*/ 1226446 w 2329312"/>
              <a:gd name="connsiteY526" fmla="*/ 19345 h 1537547"/>
              <a:gd name="connsiteX527" fmla="*/ 1228771 w 2329312"/>
              <a:gd name="connsiteY527" fmla="*/ 20822 h 1537547"/>
              <a:gd name="connsiteX528" fmla="*/ 1231108 w 2329312"/>
              <a:gd name="connsiteY528" fmla="*/ 22354 h 1537547"/>
              <a:gd name="connsiteX529" fmla="*/ 1233446 w 2329312"/>
              <a:gd name="connsiteY529" fmla="*/ 23938 h 1537547"/>
              <a:gd name="connsiteX530" fmla="*/ 1235771 w 2329312"/>
              <a:gd name="connsiteY530" fmla="*/ 25575 h 1537547"/>
              <a:gd name="connsiteX531" fmla="*/ 1238108 w 2329312"/>
              <a:gd name="connsiteY531" fmla="*/ 27264 h 1537547"/>
              <a:gd name="connsiteX532" fmla="*/ 1240433 w 2329312"/>
              <a:gd name="connsiteY532" fmla="*/ 29007 h 1537547"/>
              <a:gd name="connsiteX533" fmla="*/ 1242770 w 2329312"/>
              <a:gd name="connsiteY533" fmla="*/ 30802 h 1537547"/>
              <a:gd name="connsiteX534" fmla="*/ 1245095 w 2329312"/>
              <a:gd name="connsiteY534" fmla="*/ 32649 h 1537547"/>
              <a:gd name="connsiteX535" fmla="*/ 1247432 w 2329312"/>
              <a:gd name="connsiteY535" fmla="*/ 34548 h 1537547"/>
              <a:gd name="connsiteX536" fmla="*/ 1249757 w 2329312"/>
              <a:gd name="connsiteY536" fmla="*/ 36498 h 1537547"/>
              <a:gd name="connsiteX537" fmla="*/ 1252095 w 2329312"/>
              <a:gd name="connsiteY537" fmla="*/ 38500 h 1537547"/>
              <a:gd name="connsiteX538" fmla="*/ 1254420 w 2329312"/>
              <a:gd name="connsiteY538" fmla="*/ 40554 h 1537547"/>
              <a:gd name="connsiteX539" fmla="*/ 1256757 w 2329312"/>
              <a:gd name="connsiteY539" fmla="*/ 42658 h 1537547"/>
              <a:gd name="connsiteX540" fmla="*/ 1259082 w 2329312"/>
              <a:gd name="connsiteY540" fmla="*/ 44814 h 1537547"/>
              <a:gd name="connsiteX541" fmla="*/ 1261419 w 2329312"/>
              <a:gd name="connsiteY541" fmla="*/ 47019 h 1537547"/>
              <a:gd name="connsiteX542" fmla="*/ 1263756 w 2329312"/>
              <a:gd name="connsiteY542" fmla="*/ 49276 h 1537547"/>
              <a:gd name="connsiteX543" fmla="*/ 1266081 w 2329312"/>
              <a:gd name="connsiteY543" fmla="*/ 51583 h 1537547"/>
              <a:gd name="connsiteX544" fmla="*/ 1268419 w 2329312"/>
              <a:gd name="connsiteY544" fmla="*/ 53939 h 1537547"/>
              <a:gd name="connsiteX545" fmla="*/ 1270744 w 2329312"/>
              <a:gd name="connsiteY545" fmla="*/ 56346 h 1537547"/>
              <a:gd name="connsiteX546" fmla="*/ 1273081 w 2329312"/>
              <a:gd name="connsiteY546" fmla="*/ 58801 h 1537547"/>
              <a:gd name="connsiteX547" fmla="*/ 1275406 w 2329312"/>
              <a:gd name="connsiteY547" fmla="*/ 61306 h 1537547"/>
              <a:gd name="connsiteX548" fmla="*/ 1277743 w 2329312"/>
              <a:gd name="connsiteY548" fmla="*/ 63860 h 1537547"/>
              <a:gd name="connsiteX549" fmla="*/ 1280068 w 2329312"/>
              <a:gd name="connsiteY549" fmla="*/ 66463 h 1537547"/>
              <a:gd name="connsiteX550" fmla="*/ 1282405 w 2329312"/>
              <a:gd name="connsiteY550" fmla="*/ 69114 h 1537547"/>
              <a:gd name="connsiteX551" fmla="*/ 1284730 w 2329312"/>
              <a:gd name="connsiteY551" fmla="*/ 71813 h 1537547"/>
              <a:gd name="connsiteX552" fmla="*/ 1287067 w 2329312"/>
              <a:gd name="connsiteY552" fmla="*/ 74559 h 1537547"/>
              <a:gd name="connsiteX553" fmla="*/ 1289405 w 2329312"/>
              <a:gd name="connsiteY553" fmla="*/ 77353 h 1537547"/>
              <a:gd name="connsiteX554" fmla="*/ 1291730 w 2329312"/>
              <a:gd name="connsiteY554" fmla="*/ 80195 h 1537547"/>
              <a:gd name="connsiteX555" fmla="*/ 1294067 w 2329312"/>
              <a:gd name="connsiteY555" fmla="*/ 83083 h 1537547"/>
              <a:gd name="connsiteX556" fmla="*/ 1296392 w 2329312"/>
              <a:gd name="connsiteY556" fmla="*/ 86018 h 1537547"/>
              <a:gd name="connsiteX557" fmla="*/ 1298729 w 2329312"/>
              <a:gd name="connsiteY557" fmla="*/ 89000 h 1537547"/>
              <a:gd name="connsiteX558" fmla="*/ 1301054 w 2329312"/>
              <a:gd name="connsiteY558" fmla="*/ 92027 h 1537547"/>
              <a:gd name="connsiteX559" fmla="*/ 1303391 w 2329312"/>
              <a:gd name="connsiteY559" fmla="*/ 95100 h 1537547"/>
              <a:gd name="connsiteX560" fmla="*/ 1305716 w 2329312"/>
              <a:gd name="connsiteY560" fmla="*/ 98220 h 1537547"/>
              <a:gd name="connsiteX561" fmla="*/ 1308054 w 2329312"/>
              <a:gd name="connsiteY561" fmla="*/ 101383 h 1537547"/>
              <a:gd name="connsiteX562" fmla="*/ 1310379 w 2329312"/>
              <a:gd name="connsiteY562" fmla="*/ 104591 h 1537547"/>
              <a:gd name="connsiteX563" fmla="*/ 1312716 w 2329312"/>
              <a:gd name="connsiteY563" fmla="*/ 107844 h 1537547"/>
              <a:gd name="connsiteX564" fmla="*/ 1315053 w 2329312"/>
              <a:gd name="connsiteY564" fmla="*/ 111141 h 1537547"/>
              <a:gd name="connsiteX565" fmla="*/ 1317378 w 2329312"/>
              <a:gd name="connsiteY565" fmla="*/ 114481 h 1537547"/>
              <a:gd name="connsiteX566" fmla="*/ 1319715 w 2329312"/>
              <a:gd name="connsiteY566" fmla="*/ 117865 h 1537547"/>
              <a:gd name="connsiteX567" fmla="*/ 1322040 w 2329312"/>
              <a:gd name="connsiteY567" fmla="*/ 121292 h 1537547"/>
              <a:gd name="connsiteX568" fmla="*/ 1324378 w 2329312"/>
              <a:gd name="connsiteY568" fmla="*/ 124763 h 1537547"/>
              <a:gd name="connsiteX569" fmla="*/ 1326702 w 2329312"/>
              <a:gd name="connsiteY569" fmla="*/ 128275 h 1537547"/>
              <a:gd name="connsiteX570" fmla="*/ 1329040 w 2329312"/>
              <a:gd name="connsiteY570" fmla="*/ 131828 h 1537547"/>
              <a:gd name="connsiteX571" fmla="*/ 1331365 w 2329312"/>
              <a:gd name="connsiteY571" fmla="*/ 135424 h 1537547"/>
              <a:gd name="connsiteX572" fmla="*/ 1333702 w 2329312"/>
              <a:gd name="connsiteY572" fmla="*/ 139060 h 1537547"/>
              <a:gd name="connsiteX573" fmla="*/ 1336027 w 2329312"/>
              <a:gd name="connsiteY573" fmla="*/ 142739 h 1537547"/>
              <a:gd name="connsiteX574" fmla="*/ 1338364 w 2329312"/>
              <a:gd name="connsiteY574" fmla="*/ 146456 h 1537547"/>
              <a:gd name="connsiteX575" fmla="*/ 1340701 w 2329312"/>
              <a:gd name="connsiteY575" fmla="*/ 150215 h 1537547"/>
              <a:gd name="connsiteX576" fmla="*/ 1343026 w 2329312"/>
              <a:gd name="connsiteY576" fmla="*/ 154013 h 1537547"/>
              <a:gd name="connsiteX577" fmla="*/ 1345364 w 2329312"/>
              <a:gd name="connsiteY577" fmla="*/ 157851 h 1537547"/>
              <a:gd name="connsiteX578" fmla="*/ 1347689 w 2329312"/>
              <a:gd name="connsiteY578" fmla="*/ 161727 h 1537547"/>
              <a:gd name="connsiteX579" fmla="*/ 1350026 w 2329312"/>
              <a:gd name="connsiteY579" fmla="*/ 165642 h 1537547"/>
              <a:gd name="connsiteX580" fmla="*/ 1352351 w 2329312"/>
              <a:gd name="connsiteY580" fmla="*/ 169596 h 1537547"/>
              <a:gd name="connsiteX581" fmla="*/ 1354688 w 2329312"/>
              <a:gd name="connsiteY581" fmla="*/ 173587 h 1537547"/>
              <a:gd name="connsiteX582" fmla="*/ 1357013 w 2329312"/>
              <a:gd name="connsiteY582" fmla="*/ 177615 h 1537547"/>
              <a:gd name="connsiteX583" fmla="*/ 1359350 w 2329312"/>
              <a:gd name="connsiteY583" fmla="*/ 181681 h 1537547"/>
              <a:gd name="connsiteX584" fmla="*/ 1361675 w 2329312"/>
              <a:gd name="connsiteY584" fmla="*/ 185784 h 1537547"/>
              <a:gd name="connsiteX585" fmla="*/ 1364012 w 2329312"/>
              <a:gd name="connsiteY585" fmla="*/ 189922 h 1537547"/>
              <a:gd name="connsiteX586" fmla="*/ 1366337 w 2329312"/>
              <a:gd name="connsiteY586" fmla="*/ 194096 h 1537547"/>
              <a:gd name="connsiteX587" fmla="*/ 1368675 w 2329312"/>
              <a:gd name="connsiteY587" fmla="*/ 198305 h 1537547"/>
              <a:gd name="connsiteX588" fmla="*/ 1371012 w 2329312"/>
              <a:gd name="connsiteY588" fmla="*/ 202549 h 1537547"/>
              <a:gd name="connsiteX589" fmla="*/ 1373337 w 2329312"/>
              <a:gd name="connsiteY589" fmla="*/ 206829 h 1537547"/>
              <a:gd name="connsiteX590" fmla="*/ 1375674 w 2329312"/>
              <a:gd name="connsiteY590" fmla="*/ 211142 h 1537547"/>
              <a:gd name="connsiteX591" fmla="*/ 1377999 w 2329312"/>
              <a:gd name="connsiteY591" fmla="*/ 215489 h 1537547"/>
              <a:gd name="connsiteX592" fmla="*/ 1380336 w 2329312"/>
              <a:gd name="connsiteY592" fmla="*/ 219868 h 1537547"/>
              <a:gd name="connsiteX593" fmla="*/ 1382661 w 2329312"/>
              <a:gd name="connsiteY593" fmla="*/ 224282 h 1537547"/>
              <a:gd name="connsiteX594" fmla="*/ 1384999 w 2329312"/>
              <a:gd name="connsiteY594" fmla="*/ 228728 h 1537547"/>
              <a:gd name="connsiteX595" fmla="*/ 1387324 w 2329312"/>
              <a:gd name="connsiteY595" fmla="*/ 233205 h 1537547"/>
              <a:gd name="connsiteX596" fmla="*/ 1389661 w 2329312"/>
              <a:gd name="connsiteY596" fmla="*/ 237714 h 1537547"/>
              <a:gd name="connsiteX597" fmla="*/ 1391986 w 2329312"/>
              <a:gd name="connsiteY597" fmla="*/ 242254 h 1537547"/>
              <a:gd name="connsiteX598" fmla="*/ 1394323 w 2329312"/>
              <a:gd name="connsiteY598" fmla="*/ 246825 h 1537547"/>
              <a:gd name="connsiteX599" fmla="*/ 1396660 w 2329312"/>
              <a:gd name="connsiteY599" fmla="*/ 251426 h 1537547"/>
              <a:gd name="connsiteX600" fmla="*/ 1398985 w 2329312"/>
              <a:gd name="connsiteY600" fmla="*/ 256056 h 1537547"/>
              <a:gd name="connsiteX601" fmla="*/ 1401322 w 2329312"/>
              <a:gd name="connsiteY601" fmla="*/ 260717 h 1537547"/>
              <a:gd name="connsiteX602" fmla="*/ 1403647 w 2329312"/>
              <a:gd name="connsiteY602" fmla="*/ 265407 h 1537547"/>
              <a:gd name="connsiteX603" fmla="*/ 1405985 w 2329312"/>
              <a:gd name="connsiteY603" fmla="*/ 270124 h 1537547"/>
              <a:gd name="connsiteX604" fmla="*/ 1408310 w 2329312"/>
              <a:gd name="connsiteY604" fmla="*/ 274870 h 1537547"/>
              <a:gd name="connsiteX605" fmla="*/ 1410647 w 2329312"/>
              <a:gd name="connsiteY605" fmla="*/ 279644 h 1537547"/>
              <a:gd name="connsiteX606" fmla="*/ 1412972 w 2329312"/>
              <a:gd name="connsiteY606" fmla="*/ 284444 h 1537547"/>
              <a:gd name="connsiteX607" fmla="*/ 1415309 w 2329312"/>
              <a:gd name="connsiteY607" fmla="*/ 289271 h 1537547"/>
              <a:gd name="connsiteX608" fmla="*/ 1417634 w 2329312"/>
              <a:gd name="connsiteY608" fmla="*/ 294125 h 1537547"/>
              <a:gd name="connsiteX609" fmla="*/ 1419971 w 2329312"/>
              <a:gd name="connsiteY609" fmla="*/ 299004 h 1537547"/>
              <a:gd name="connsiteX610" fmla="*/ 1422309 w 2329312"/>
              <a:gd name="connsiteY610" fmla="*/ 303909 h 1537547"/>
              <a:gd name="connsiteX611" fmla="*/ 1424634 w 2329312"/>
              <a:gd name="connsiteY611" fmla="*/ 308839 h 1537547"/>
              <a:gd name="connsiteX612" fmla="*/ 1426971 w 2329312"/>
              <a:gd name="connsiteY612" fmla="*/ 313793 h 1537547"/>
              <a:gd name="connsiteX613" fmla="*/ 1429296 w 2329312"/>
              <a:gd name="connsiteY613" fmla="*/ 318771 h 1537547"/>
              <a:gd name="connsiteX614" fmla="*/ 1431633 w 2329312"/>
              <a:gd name="connsiteY614" fmla="*/ 323773 h 1537547"/>
              <a:gd name="connsiteX615" fmla="*/ 1433958 w 2329312"/>
              <a:gd name="connsiteY615" fmla="*/ 328797 h 1537547"/>
              <a:gd name="connsiteX616" fmla="*/ 1436295 w 2329312"/>
              <a:gd name="connsiteY616" fmla="*/ 333844 h 1537547"/>
              <a:gd name="connsiteX617" fmla="*/ 1438620 w 2329312"/>
              <a:gd name="connsiteY617" fmla="*/ 338915 h 1537547"/>
              <a:gd name="connsiteX618" fmla="*/ 1440958 w 2329312"/>
              <a:gd name="connsiteY618" fmla="*/ 344005 h 1537547"/>
              <a:gd name="connsiteX619" fmla="*/ 1443283 w 2329312"/>
              <a:gd name="connsiteY619" fmla="*/ 349117 h 1537547"/>
              <a:gd name="connsiteX620" fmla="*/ 1445620 w 2329312"/>
              <a:gd name="connsiteY620" fmla="*/ 354251 h 1537547"/>
              <a:gd name="connsiteX621" fmla="*/ 1447957 w 2329312"/>
              <a:gd name="connsiteY621" fmla="*/ 359404 h 1537547"/>
              <a:gd name="connsiteX622" fmla="*/ 1450282 w 2329312"/>
              <a:gd name="connsiteY622" fmla="*/ 364578 h 1537547"/>
              <a:gd name="connsiteX623" fmla="*/ 1452619 w 2329312"/>
              <a:gd name="connsiteY623" fmla="*/ 369770 h 1537547"/>
              <a:gd name="connsiteX624" fmla="*/ 1454944 w 2329312"/>
              <a:gd name="connsiteY624" fmla="*/ 374982 h 1537547"/>
              <a:gd name="connsiteX625" fmla="*/ 1457282 w 2329312"/>
              <a:gd name="connsiteY625" fmla="*/ 380213 h 1537547"/>
              <a:gd name="connsiteX626" fmla="*/ 1459606 w 2329312"/>
              <a:gd name="connsiteY626" fmla="*/ 385461 h 1537547"/>
              <a:gd name="connsiteX627" fmla="*/ 1461944 w 2329312"/>
              <a:gd name="connsiteY627" fmla="*/ 390727 h 1537547"/>
              <a:gd name="connsiteX628" fmla="*/ 1464269 w 2329312"/>
              <a:gd name="connsiteY628" fmla="*/ 396010 h 1537547"/>
              <a:gd name="connsiteX629" fmla="*/ 1466606 w 2329312"/>
              <a:gd name="connsiteY629" fmla="*/ 401310 h 1537547"/>
              <a:gd name="connsiteX630" fmla="*/ 1468931 w 2329312"/>
              <a:gd name="connsiteY630" fmla="*/ 406625 h 1537547"/>
              <a:gd name="connsiteX631" fmla="*/ 1471268 w 2329312"/>
              <a:gd name="connsiteY631" fmla="*/ 411956 h 1537547"/>
              <a:gd name="connsiteX632" fmla="*/ 1473593 w 2329312"/>
              <a:gd name="connsiteY632" fmla="*/ 417304 h 1537547"/>
              <a:gd name="connsiteX633" fmla="*/ 1475930 w 2329312"/>
              <a:gd name="connsiteY633" fmla="*/ 422665 h 1537547"/>
              <a:gd name="connsiteX634" fmla="*/ 1478268 w 2329312"/>
              <a:gd name="connsiteY634" fmla="*/ 428041 h 1537547"/>
              <a:gd name="connsiteX635" fmla="*/ 1480593 w 2329312"/>
              <a:gd name="connsiteY635" fmla="*/ 433431 h 1537547"/>
              <a:gd name="connsiteX636" fmla="*/ 1482930 w 2329312"/>
              <a:gd name="connsiteY636" fmla="*/ 438834 h 1537547"/>
              <a:gd name="connsiteX637" fmla="*/ 1485255 w 2329312"/>
              <a:gd name="connsiteY637" fmla="*/ 444250 h 1537547"/>
              <a:gd name="connsiteX638" fmla="*/ 1487592 w 2329312"/>
              <a:gd name="connsiteY638" fmla="*/ 449680 h 1537547"/>
              <a:gd name="connsiteX639" fmla="*/ 1489917 w 2329312"/>
              <a:gd name="connsiteY639" fmla="*/ 455121 h 1537547"/>
              <a:gd name="connsiteX640" fmla="*/ 1492254 w 2329312"/>
              <a:gd name="connsiteY640" fmla="*/ 460573 h 1537547"/>
              <a:gd name="connsiteX641" fmla="*/ 1494579 w 2329312"/>
              <a:gd name="connsiteY641" fmla="*/ 466037 h 1537547"/>
              <a:gd name="connsiteX642" fmla="*/ 1496916 w 2329312"/>
              <a:gd name="connsiteY642" fmla="*/ 471511 h 1537547"/>
              <a:gd name="connsiteX643" fmla="*/ 1499241 w 2329312"/>
              <a:gd name="connsiteY643" fmla="*/ 476996 h 1537547"/>
              <a:gd name="connsiteX644" fmla="*/ 1501579 w 2329312"/>
              <a:gd name="connsiteY644" fmla="*/ 482491 h 1537547"/>
              <a:gd name="connsiteX645" fmla="*/ 1503916 w 2329312"/>
              <a:gd name="connsiteY645" fmla="*/ 487995 h 1537547"/>
              <a:gd name="connsiteX646" fmla="*/ 1506241 w 2329312"/>
              <a:gd name="connsiteY646" fmla="*/ 493507 h 1537547"/>
              <a:gd name="connsiteX647" fmla="*/ 1508578 w 2329312"/>
              <a:gd name="connsiteY647" fmla="*/ 499029 h 1537547"/>
              <a:gd name="connsiteX648" fmla="*/ 1510903 w 2329312"/>
              <a:gd name="connsiteY648" fmla="*/ 504559 h 1537547"/>
              <a:gd name="connsiteX649" fmla="*/ 1513240 w 2329312"/>
              <a:gd name="connsiteY649" fmla="*/ 510096 h 1537547"/>
              <a:gd name="connsiteX650" fmla="*/ 1515565 w 2329312"/>
              <a:gd name="connsiteY650" fmla="*/ 515640 h 1537547"/>
              <a:gd name="connsiteX651" fmla="*/ 1517903 w 2329312"/>
              <a:gd name="connsiteY651" fmla="*/ 521191 h 1537547"/>
              <a:gd name="connsiteX652" fmla="*/ 1520228 w 2329312"/>
              <a:gd name="connsiteY652" fmla="*/ 526749 h 1537547"/>
              <a:gd name="connsiteX653" fmla="*/ 1522565 w 2329312"/>
              <a:gd name="connsiteY653" fmla="*/ 532312 h 1537547"/>
              <a:gd name="connsiteX654" fmla="*/ 1524890 w 2329312"/>
              <a:gd name="connsiteY654" fmla="*/ 537881 h 1537547"/>
              <a:gd name="connsiteX655" fmla="*/ 1527227 w 2329312"/>
              <a:gd name="connsiteY655" fmla="*/ 543454 h 1537547"/>
              <a:gd name="connsiteX656" fmla="*/ 1529564 w 2329312"/>
              <a:gd name="connsiteY656" fmla="*/ 549033 h 1537547"/>
              <a:gd name="connsiteX657" fmla="*/ 1531889 w 2329312"/>
              <a:gd name="connsiteY657" fmla="*/ 554616 h 1537547"/>
              <a:gd name="connsiteX658" fmla="*/ 1534226 w 2329312"/>
              <a:gd name="connsiteY658" fmla="*/ 560202 h 1537547"/>
              <a:gd name="connsiteX659" fmla="*/ 1536551 w 2329312"/>
              <a:gd name="connsiteY659" fmla="*/ 565791 h 1537547"/>
              <a:gd name="connsiteX660" fmla="*/ 1538889 w 2329312"/>
              <a:gd name="connsiteY660" fmla="*/ 571383 h 1537547"/>
              <a:gd name="connsiteX661" fmla="*/ 1541214 w 2329312"/>
              <a:gd name="connsiteY661" fmla="*/ 576978 h 1537547"/>
              <a:gd name="connsiteX662" fmla="*/ 1543551 w 2329312"/>
              <a:gd name="connsiteY662" fmla="*/ 582575 h 1537547"/>
              <a:gd name="connsiteX663" fmla="*/ 1545876 w 2329312"/>
              <a:gd name="connsiteY663" fmla="*/ 588174 h 1537547"/>
              <a:gd name="connsiteX664" fmla="*/ 1548213 w 2329312"/>
              <a:gd name="connsiteY664" fmla="*/ 593773 h 1537547"/>
              <a:gd name="connsiteX665" fmla="*/ 1550538 w 2329312"/>
              <a:gd name="connsiteY665" fmla="*/ 599374 h 1537547"/>
              <a:gd name="connsiteX666" fmla="*/ 1552875 w 2329312"/>
              <a:gd name="connsiteY666" fmla="*/ 604975 h 1537547"/>
              <a:gd name="connsiteX667" fmla="*/ 1555213 w 2329312"/>
              <a:gd name="connsiteY667" fmla="*/ 610576 h 1537547"/>
              <a:gd name="connsiteX668" fmla="*/ 1557538 w 2329312"/>
              <a:gd name="connsiteY668" fmla="*/ 616176 h 1537547"/>
              <a:gd name="connsiteX669" fmla="*/ 1559875 w 2329312"/>
              <a:gd name="connsiteY669" fmla="*/ 621776 h 1537547"/>
              <a:gd name="connsiteX670" fmla="*/ 1562200 w 2329312"/>
              <a:gd name="connsiteY670" fmla="*/ 627376 h 1537547"/>
              <a:gd name="connsiteX671" fmla="*/ 1564537 w 2329312"/>
              <a:gd name="connsiteY671" fmla="*/ 632973 h 1537547"/>
              <a:gd name="connsiteX672" fmla="*/ 1566862 w 2329312"/>
              <a:gd name="connsiteY672" fmla="*/ 638567 h 1537547"/>
              <a:gd name="connsiteX673" fmla="*/ 1569199 w 2329312"/>
              <a:gd name="connsiteY673" fmla="*/ 644160 h 1537547"/>
              <a:gd name="connsiteX674" fmla="*/ 1571524 w 2329312"/>
              <a:gd name="connsiteY674" fmla="*/ 649749 h 1537547"/>
              <a:gd name="connsiteX675" fmla="*/ 1573861 w 2329312"/>
              <a:gd name="connsiteY675" fmla="*/ 655337 h 1537547"/>
              <a:gd name="connsiteX676" fmla="*/ 1576186 w 2329312"/>
              <a:gd name="connsiteY676" fmla="*/ 660919 h 1537547"/>
              <a:gd name="connsiteX677" fmla="*/ 1578524 w 2329312"/>
              <a:gd name="connsiteY677" fmla="*/ 666499 h 1537547"/>
              <a:gd name="connsiteX678" fmla="*/ 1580849 w 2329312"/>
              <a:gd name="connsiteY678" fmla="*/ 672074 h 1537547"/>
              <a:gd name="connsiteX679" fmla="*/ 1583186 w 2329312"/>
              <a:gd name="connsiteY679" fmla="*/ 677644 h 1537547"/>
              <a:gd name="connsiteX680" fmla="*/ 1585523 w 2329312"/>
              <a:gd name="connsiteY680" fmla="*/ 683209 h 1537547"/>
              <a:gd name="connsiteX681" fmla="*/ 1587848 w 2329312"/>
              <a:gd name="connsiteY681" fmla="*/ 688769 h 1537547"/>
              <a:gd name="connsiteX682" fmla="*/ 1590185 w 2329312"/>
              <a:gd name="connsiteY682" fmla="*/ 694323 h 1537547"/>
              <a:gd name="connsiteX683" fmla="*/ 1592510 w 2329312"/>
              <a:gd name="connsiteY683" fmla="*/ 699871 h 1537547"/>
              <a:gd name="connsiteX684" fmla="*/ 1594848 w 2329312"/>
              <a:gd name="connsiteY684" fmla="*/ 705413 h 1537547"/>
              <a:gd name="connsiteX685" fmla="*/ 1597173 w 2329312"/>
              <a:gd name="connsiteY685" fmla="*/ 710947 h 1537547"/>
              <a:gd name="connsiteX686" fmla="*/ 1599510 w 2329312"/>
              <a:gd name="connsiteY686" fmla="*/ 716474 h 1537547"/>
              <a:gd name="connsiteX687" fmla="*/ 1601835 w 2329312"/>
              <a:gd name="connsiteY687" fmla="*/ 721995 h 1537547"/>
              <a:gd name="connsiteX688" fmla="*/ 1604172 w 2329312"/>
              <a:gd name="connsiteY688" fmla="*/ 727506 h 1537547"/>
              <a:gd name="connsiteX689" fmla="*/ 1606497 w 2329312"/>
              <a:gd name="connsiteY689" fmla="*/ 733011 h 1537547"/>
              <a:gd name="connsiteX690" fmla="*/ 1608834 w 2329312"/>
              <a:gd name="connsiteY690" fmla="*/ 738506 h 1537547"/>
              <a:gd name="connsiteX691" fmla="*/ 1611172 w 2329312"/>
              <a:gd name="connsiteY691" fmla="*/ 743993 h 1537547"/>
              <a:gd name="connsiteX692" fmla="*/ 1613497 w 2329312"/>
              <a:gd name="connsiteY692" fmla="*/ 749469 h 1537547"/>
              <a:gd name="connsiteX693" fmla="*/ 1615834 w 2329312"/>
              <a:gd name="connsiteY693" fmla="*/ 754937 h 1537547"/>
              <a:gd name="connsiteX694" fmla="*/ 1618159 w 2329312"/>
              <a:gd name="connsiteY694" fmla="*/ 760394 h 1537547"/>
              <a:gd name="connsiteX695" fmla="*/ 1620496 w 2329312"/>
              <a:gd name="connsiteY695" fmla="*/ 765842 h 1537547"/>
              <a:gd name="connsiteX696" fmla="*/ 1622821 w 2329312"/>
              <a:gd name="connsiteY696" fmla="*/ 771278 h 1537547"/>
              <a:gd name="connsiteX697" fmla="*/ 1625158 w 2329312"/>
              <a:gd name="connsiteY697" fmla="*/ 776704 h 1537547"/>
              <a:gd name="connsiteX698" fmla="*/ 1627483 w 2329312"/>
              <a:gd name="connsiteY698" fmla="*/ 782119 h 1537547"/>
              <a:gd name="connsiteX699" fmla="*/ 1629820 w 2329312"/>
              <a:gd name="connsiteY699" fmla="*/ 787523 h 1537547"/>
              <a:gd name="connsiteX700" fmla="*/ 1632145 w 2329312"/>
              <a:gd name="connsiteY700" fmla="*/ 792914 h 1537547"/>
              <a:gd name="connsiteX701" fmla="*/ 1634483 w 2329312"/>
              <a:gd name="connsiteY701" fmla="*/ 798293 h 1537547"/>
              <a:gd name="connsiteX702" fmla="*/ 1636820 w 2329312"/>
              <a:gd name="connsiteY702" fmla="*/ 803660 h 1537547"/>
              <a:gd name="connsiteX703" fmla="*/ 1639145 w 2329312"/>
              <a:gd name="connsiteY703" fmla="*/ 809015 h 1537547"/>
              <a:gd name="connsiteX704" fmla="*/ 1641482 w 2329312"/>
              <a:gd name="connsiteY704" fmla="*/ 814356 h 1537547"/>
              <a:gd name="connsiteX705" fmla="*/ 1643807 w 2329312"/>
              <a:gd name="connsiteY705" fmla="*/ 819685 h 1537547"/>
              <a:gd name="connsiteX706" fmla="*/ 1646144 w 2329312"/>
              <a:gd name="connsiteY706" fmla="*/ 825000 h 1537547"/>
              <a:gd name="connsiteX707" fmla="*/ 1648469 w 2329312"/>
              <a:gd name="connsiteY707" fmla="*/ 830300 h 1537547"/>
              <a:gd name="connsiteX708" fmla="*/ 1650807 w 2329312"/>
              <a:gd name="connsiteY708" fmla="*/ 835587 h 1537547"/>
              <a:gd name="connsiteX709" fmla="*/ 1653132 w 2329312"/>
              <a:gd name="connsiteY709" fmla="*/ 840860 h 1537547"/>
              <a:gd name="connsiteX710" fmla="*/ 1655469 w 2329312"/>
              <a:gd name="connsiteY710" fmla="*/ 846117 h 1537547"/>
              <a:gd name="connsiteX711" fmla="*/ 1657794 w 2329312"/>
              <a:gd name="connsiteY711" fmla="*/ 851359 h 1537547"/>
              <a:gd name="connsiteX712" fmla="*/ 1660131 w 2329312"/>
              <a:gd name="connsiteY712" fmla="*/ 856587 h 1537547"/>
              <a:gd name="connsiteX713" fmla="*/ 1662468 w 2329312"/>
              <a:gd name="connsiteY713" fmla="*/ 861799 h 1537547"/>
              <a:gd name="connsiteX714" fmla="*/ 1664793 w 2329312"/>
              <a:gd name="connsiteY714" fmla="*/ 866995 h 1537547"/>
              <a:gd name="connsiteX715" fmla="*/ 1667131 w 2329312"/>
              <a:gd name="connsiteY715" fmla="*/ 872175 h 1537547"/>
              <a:gd name="connsiteX716" fmla="*/ 1669455 w 2329312"/>
              <a:gd name="connsiteY716" fmla="*/ 877339 h 1537547"/>
              <a:gd name="connsiteX717" fmla="*/ 1671793 w 2329312"/>
              <a:gd name="connsiteY717" fmla="*/ 882488 h 1537547"/>
              <a:gd name="connsiteX718" fmla="*/ 1674118 w 2329312"/>
              <a:gd name="connsiteY718" fmla="*/ 887618 h 1537547"/>
              <a:gd name="connsiteX719" fmla="*/ 1676455 w 2329312"/>
              <a:gd name="connsiteY719" fmla="*/ 892733 h 1537547"/>
              <a:gd name="connsiteX720" fmla="*/ 1678780 w 2329312"/>
              <a:gd name="connsiteY720" fmla="*/ 897830 h 1537547"/>
              <a:gd name="connsiteX721" fmla="*/ 1681117 w 2329312"/>
              <a:gd name="connsiteY721" fmla="*/ 902909 h 1537547"/>
              <a:gd name="connsiteX722" fmla="*/ 1683442 w 2329312"/>
              <a:gd name="connsiteY722" fmla="*/ 907971 h 1537547"/>
              <a:gd name="connsiteX723" fmla="*/ 1685779 w 2329312"/>
              <a:gd name="connsiteY723" fmla="*/ 913016 h 1537547"/>
              <a:gd name="connsiteX724" fmla="*/ 1688104 w 2329312"/>
              <a:gd name="connsiteY724" fmla="*/ 918041 h 1537547"/>
              <a:gd name="connsiteX725" fmla="*/ 1690442 w 2329312"/>
              <a:gd name="connsiteY725" fmla="*/ 923049 h 1537547"/>
              <a:gd name="connsiteX726" fmla="*/ 1692779 w 2329312"/>
              <a:gd name="connsiteY726" fmla="*/ 928038 h 1537547"/>
              <a:gd name="connsiteX727" fmla="*/ 1695104 w 2329312"/>
              <a:gd name="connsiteY727" fmla="*/ 933009 h 1537547"/>
              <a:gd name="connsiteX728" fmla="*/ 1697441 w 2329312"/>
              <a:gd name="connsiteY728" fmla="*/ 937961 h 1537547"/>
              <a:gd name="connsiteX729" fmla="*/ 1699766 w 2329312"/>
              <a:gd name="connsiteY729" fmla="*/ 942893 h 1537547"/>
              <a:gd name="connsiteX730" fmla="*/ 1702103 w 2329312"/>
              <a:gd name="connsiteY730" fmla="*/ 947807 h 1537547"/>
              <a:gd name="connsiteX731" fmla="*/ 1704428 w 2329312"/>
              <a:gd name="connsiteY731" fmla="*/ 952700 h 1537547"/>
              <a:gd name="connsiteX732" fmla="*/ 1706765 w 2329312"/>
              <a:gd name="connsiteY732" fmla="*/ 957574 h 1537547"/>
              <a:gd name="connsiteX733" fmla="*/ 1709090 w 2329312"/>
              <a:gd name="connsiteY733" fmla="*/ 962428 h 1537547"/>
              <a:gd name="connsiteX734" fmla="*/ 1711428 w 2329312"/>
              <a:gd name="connsiteY734" fmla="*/ 967262 h 1537547"/>
              <a:gd name="connsiteX735" fmla="*/ 1713753 w 2329312"/>
              <a:gd name="connsiteY735" fmla="*/ 972076 h 1537547"/>
              <a:gd name="connsiteX736" fmla="*/ 1716090 w 2329312"/>
              <a:gd name="connsiteY736" fmla="*/ 976870 h 1537547"/>
              <a:gd name="connsiteX737" fmla="*/ 1718427 w 2329312"/>
              <a:gd name="connsiteY737" fmla="*/ 981643 h 1537547"/>
              <a:gd name="connsiteX738" fmla="*/ 1720752 w 2329312"/>
              <a:gd name="connsiteY738" fmla="*/ 986395 h 1537547"/>
              <a:gd name="connsiteX739" fmla="*/ 1723089 w 2329312"/>
              <a:gd name="connsiteY739" fmla="*/ 991126 h 1537547"/>
              <a:gd name="connsiteX740" fmla="*/ 1725414 w 2329312"/>
              <a:gd name="connsiteY740" fmla="*/ 995836 h 1537547"/>
              <a:gd name="connsiteX741" fmla="*/ 1727752 w 2329312"/>
              <a:gd name="connsiteY741" fmla="*/ 1000525 h 1537547"/>
              <a:gd name="connsiteX742" fmla="*/ 1730077 w 2329312"/>
              <a:gd name="connsiteY742" fmla="*/ 1005192 h 1537547"/>
              <a:gd name="connsiteX743" fmla="*/ 1732414 w 2329312"/>
              <a:gd name="connsiteY743" fmla="*/ 1009839 h 1537547"/>
              <a:gd name="connsiteX744" fmla="*/ 1734739 w 2329312"/>
              <a:gd name="connsiteY744" fmla="*/ 1014463 h 1537547"/>
              <a:gd name="connsiteX745" fmla="*/ 1737076 w 2329312"/>
              <a:gd name="connsiteY745" fmla="*/ 1019066 h 1537547"/>
              <a:gd name="connsiteX746" fmla="*/ 1739401 w 2329312"/>
              <a:gd name="connsiteY746" fmla="*/ 1023646 h 1537547"/>
              <a:gd name="connsiteX747" fmla="*/ 1741738 w 2329312"/>
              <a:gd name="connsiteY747" fmla="*/ 1028205 h 1537547"/>
              <a:gd name="connsiteX748" fmla="*/ 1744075 w 2329312"/>
              <a:gd name="connsiteY748" fmla="*/ 1032740 h 1537547"/>
              <a:gd name="connsiteX749" fmla="*/ 1746400 w 2329312"/>
              <a:gd name="connsiteY749" fmla="*/ 1037255 h 1537547"/>
              <a:gd name="connsiteX750" fmla="*/ 1748738 w 2329312"/>
              <a:gd name="connsiteY750" fmla="*/ 1041746 h 1537547"/>
              <a:gd name="connsiteX751" fmla="*/ 1751063 w 2329312"/>
              <a:gd name="connsiteY751" fmla="*/ 1046215 h 1537547"/>
              <a:gd name="connsiteX752" fmla="*/ 1753400 w 2329312"/>
              <a:gd name="connsiteY752" fmla="*/ 1050661 h 1537547"/>
              <a:gd name="connsiteX753" fmla="*/ 1755725 w 2329312"/>
              <a:gd name="connsiteY753" fmla="*/ 1055084 h 1537547"/>
              <a:gd name="connsiteX754" fmla="*/ 1758062 w 2329312"/>
              <a:gd name="connsiteY754" fmla="*/ 1059485 h 1537547"/>
              <a:gd name="connsiteX755" fmla="*/ 1760387 w 2329312"/>
              <a:gd name="connsiteY755" fmla="*/ 1063861 h 1537547"/>
              <a:gd name="connsiteX756" fmla="*/ 1762724 w 2329312"/>
              <a:gd name="connsiteY756" fmla="*/ 1068216 h 1537547"/>
              <a:gd name="connsiteX757" fmla="*/ 1765049 w 2329312"/>
              <a:gd name="connsiteY757" fmla="*/ 1072546 h 1537547"/>
              <a:gd name="connsiteX758" fmla="*/ 1767387 w 2329312"/>
              <a:gd name="connsiteY758" fmla="*/ 1076854 h 1537547"/>
              <a:gd name="connsiteX759" fmla="*/ 1769724 w 2329312"/>
              <a:gd name="connsiteY759" fmla="*/ 1081139 h 1537547"/>
              <a:gd name="connsiteX760" fmla="*/ 1772049 w 2329312"/>
              <a:gd name="connsiteY760" fmla="*/ 1085399 h 1537547"/>
              <a:gd name="connsiteX761" fmla="*/ 1774386 w 2329312"/>
              <a:gd name="connsiteY761" fmla="*/ 1089636 h 1537547"/>
              <a:gd name="connsiteX762" fmla="*/ 1776711 w 2329312"/>
              <a:gd name="connsiteY762" fmla="*/ 1093850 h 1537547"/>
              <a:gd name="connsiteX763" fmla="*/ 1779048 w 2329312"/>
              <a:gd name="connsiteY763" fmla="*/ 1098038 h 1537547"/>
              <a:gd name="connsiteX764" fmla="*/ 1781373 w 2329312"/>
              <a:gd name="connsiteY764" fmla="*/ 1102205 h 1537547"/>
              <a:gd name="connsiteX765" fmla="*/ 1783711 w 2329312"/>
              <a:gd name="connsiteY765" fmla="*/ 1106345 h 1537547"/>
              <a:gd name="connsiteX766" fmla="*/ 1786036 w 2329312"/>
              <a:gd name="connsiteY766" fmla="*/ 1110464 h 1537547"/>
              <a:gd name="connsiteX767" fmla="*/ 1788373 w 2329312"/>
              <a:gd name="connsiteY767" fmla="*/ 1114558 h 1537547"/>
              <a:gd name="connsiteX768" fmla="*/ 1790698 w 2329312"/>
              <a:gd name="connsiteY768" fmla="*/ 1118627 h 1537547"/>
              <a:gd name="connsiteX769" fmla="*/ 1793035 w 2329312"/>
              <a:gd name="connsiteY769" fmla="*/ 1122672 h 1537547"/>
              <a:gd name="connsiteX770" fmla="*/ 1795360 w 2329312"/>
              <a:gd name="connsiteY770" fmla="*/ 1126694 h 1537547"/>
              <a:gd name="connsiteX771" fmla="*/ 1797697 w 2329312"/>
              <a:gd name="connsiteY771" fmla="*/ 1130692 h 1537547"/>
              <a:gd name="connsiteX772" fmla="*/ 1800034 w 2329312"/>
              <a:gd name="connsiteY772" fmla="*/ 1134666 h 1537547"/>
              <a:gd name="connsiteX773" fmla="*/ 1802359 w 2329312"/>
              <a:gd name="connsiteY773" fmla="*/ 1138614 h 1537547"/>
              <a:gd name="connsiteX774" fmla="*/ 1804697 w 2329312"/>
              <a:gd name="connsiteY774" fmla="*/ 1142539 h 1537547"/>
              <a:gd name="connsiteX775" fmla="*/ 1807022 w 2329312"/>
              <a:gd name="connsiteY775" fmla="*/ 1146438 h 1537547"/>
              <a:gd name="connsiteX776" fmla="*/ 1809359 w 2329312"/>
              <a:gd name="connsiteY776" fmla="*/ 1150313 h 1537547"/>
              <a:gd name="connsiteX777" fmla="*/ 1811684 w 2329312"/>
              <a:gd name="connsiteY777" fmla="*/ 1154163 h 1537547"/>
              <a:gd name="connsiteX778" fmla="*/ 1814021 w 2329312"/>
              <a:gd name="connsiteY778" fmla="*/ 1157989 h 1537547"/>
              <a:gd name="connsiteX779" fmla="*/ 1816346 w 2329312"/>
              <a:gd name="connsiteY779" fmla="*/ 1161790 h 1537547"/>
              <a:gd name="connsiteX780" fmla="*/ 1818683 w 2329312"/>
              <a:gd name="connsiteY780" fmla="*/ 1165567 h 1537547"/>
              <a:gd name="connsiteX781" fmla="*/ 1821008 w 2329312"/>
              <a:gd name="connsiteY781" fmla="*/ 1169306 h 1537547"/>
              <a:gd name="connsiteX782" fmla="*/ 1823346 w 2329312"/>
              <a:gd name="connsiteY782" fmla="*/ 1173034 h 1537547"/>
              <a:gd name="connsiteX783" fmla="*/ 1825683 w 2329312"/>
              <a:gd name="connsiteY783" fmla="*/ 1176736 h 1537547"/>
              <a:gd name="connsiteX784" fmla="*/ 1828008 w 2329312"/>
              <a:gd name="connsiteY784" fmla="*/ 1180414 h 1537547"/>
              <a:gd name="connsiteX785" fmla="*/ 1830345 w 2329312"/>
              <a:gd name="connsiteY785" fmla="*/ 1184068 h 1537547"/>
              <a:gd name="connsiteX786" fmla="*/ 1832670 w 2329312"/>
              <a:gd name="connsiteY786" fmla="*/ 1187697 h 1537547"/>
              <a:gd name="connsiteX787" fmla="*/ 1835007 w 2329312"/>
              <a:gd name="connsiteY787" fmla="*/ 1191301 h 1537547"/>
              <a:gd name="connsiteX788" fmla="*/ 1837332 w 2329312"/>
              <a:gd name="connsiteY788" fmla="*/ 1194881 h 1537547"/>
              <a:gd name="connsiteX789" fmla="*/ 1839669 w 2329312"/>
              <a:gd name="connsiteY789" fmla="*/ 1198436 h 1537547"/>
              <a:gd name="connsiteX790" fmla="*/ 1841994 w 2329312"/>
              <a:gd name="connsiteY790" fmla="*/ 1201966 h 1537547"/>
              <a:gd name="connsiteX791" fmla="*/ 1844332 w 2329312"/>
              <a:gd name="connsiteY791" fmla="*/ 1205472 h 1537547"/>
              <a:gd name="connsiteX792" fmla="*/ 1846657 w 2329312"/>
              <a:gd name="connsiteY792" fmla="*/ 1208954 h 1537547"/>
              <a:gd name="connsiteX793" fmla="*/ 1848994 w 2329312"/>
              <a:gd name="connsiteY793" fmla="*/ 1212398 h 1537547"/>
              <a:gd name="connsiteX794" fmla="*/ 1851331 w 2329312"/>
              <a:gd name="connsiteY794" fmla="*/ 1215830 h 1537547"/>
              <a:gd name="connsiteX795" fmla="*/ 1853656 w 2329312"/>
              <a:gd name="connsiteY795" fmla="*/ 1219238 h 1537547"/>
              <a:gd name="connsiteX796" fmla="*/ 1855993 w 2329312"/>
              <a:gd name="connsiteY796" fmla="*/ 1222620 h 1537547"/>
              <a:gd name="connsiteX797" fmla="*/ 1858318 w 2329312"/>
              <a:gd name="connsiteY797" fmla="*/ 1225979 h 1537547"/>
              <a:gd name="connsiteX798" fmla="*/ 1860656 w 2329312"/>
              <a:gd name="connsiteY798" fmla="*/ 1229300 h 1537547"/>
              <a:gd name="connsiteX799" fmla="*/ 1862981 w 2329312"/>
              <a:gd name="connsiteY799" fmla="*/ 1232609 h 1537547"/>
              <a:gd name="connsiteX800" fmla="*/ 1865318 w 2329312"/>
              <a:gd name="connsiteY800" fmla="*/ 1235894 h 1537547"/>
              <a:gd name="connsiteX801" fmla="*/ 1867643 w 2329312"/>
              <a:gd name="connsiteY801" fmla="*/ 1239153 h 1537547"/>
              <a:gd name="connsiteX802" fmla="*/ 1869980 w 2329312"/>
              <a:gd name="connsiteY802" fmla="*/ 1242389 h 1537547"/>
              <a:gd name="connsiteX803" fmla="*/ 1872305 w 2329312"/>
              <a:gd name="connsiteY803" fmla="*/ 1245599 h 1537547"/>
              <a:gd name="connsiteX804" fmla="*/ 1874642 w 2329312"/>
              <a:gd name="connsiteY804" fmla="*/ 1248773 h 1537547"/>
              <a:gd name="connsiteX805" fmla="*/ 1876979 w 2329312"/>
              <a:gd name="connsiteY805" fmla="*/ 1251935 h 1537547"/>
              <a:gd name="connsiteX806" fmla="*/ 1879304 w 2329312"/>
              <a:gd name="connsiteY806" fmla="*/ 1255072 h 1537547"/>
              <a:gd name="connsiteX807" fmla="*/ 1881642 w 2329312"/>
              <a:gd name="connsiteY807" fmla="*/ 1258184 h 1537547"/>
              <a:gd name="connsiteX808" fmla="*/ 1883967 w 2329312"/>
              <a:gd name="connsiteY808" fmla="*/ 1261271 h 1537547"/>
              <a:gd name="connsiteX809" fmla="*/ 1886304 w 2329312"/>
              <a:gd name="connsiteY809" fmla="*/ 1264334 h 1537547"/>
              <a:gd name="connsiteX810" fmla="*/ 1888629 w 2329312"/>
              <a:gd name="connsiteY810" fmla="*/ 1267373 h 1537547"/>
              <a:gd name="connsiteX811" fmla="*/ 1890966 w 2329312"/>
              <a:gd name="connsiteY811" fmla="*/ 1270387 h 1537547"/>
              <a:gd name="connsiteX812" fmla="*/ 1893291 w 2329312"/>
              <a:gd name="connsiteY812" fmla="*/ 1273376 h 1537547"/>
              <a:gd name="connsiteX813" fmla="*/ 1895628 w 2329312"/>
              <a:gd name="connsiteY813" fmla="*/ 1276340 h 1537547"/>
              <a:gd name="connsiteX814" fmla="*/ 1897953 w 2329312"/>
              <a:gd name="connsiteY814" fmla="*/ 1279281 h 1537547"/>
              <a:gd name="connsiteX815" fmla="*/ 1900291 w 2329312"/>
              <a:gd name="connsiteY815" fmla="*/ 1282196 h 1537547"/>
              <a:gd name="connsiteX816" fmla="*/ 1902628 w 2329312"/>
              <a:gd name="connsiteY816" fmla="*/ 1285099 h 1537547"/>
              <a:gd name="connsiteX817" fmla="*/ 1904953 w 2329312"/>
              <a:gd name="connsiteY817" fmla="*/ 1287965 h 1537547"/>
              <a:gd name="connsiteX818" fmla="*/ 1907290 w 2329312"/>
              <a:gd name="connsiteY818" fmla="*/ 1290807 h 1537547"/>
              <a:gd name="connsiteX819" fmla="*/ 1909615 w 2329312"/>
              <a:gd name="connsiteY819" fmla="*/ 1293636 h 1537547"/>
              <a:gd name="connsiteX820" fmla="*/ 1911952 w 2329312"/>
              <a:gd name="connsiteY820" fmla="*/ 1296429 h 1537547"/>
              <a:gd name="connsiteX821" fmla="*/ 1914277 w 2329312"/>
              <a:gd name="connsiteY821" fmla="*/ 1299209 h 1537547"/>
              <a:gd name="connsiteX822" fmla="*/ 1916614 w 2329312"/>
              <a:gd name="connsiteY822" fmla="*/ 1301964 h 1537547"/>
              <a:gd name="connsiteX823" fmla="*/ 1918939 w 2329312"/>
              <a:gd name="connsiteY823" fmla="*/ 1304695 h 1537547"/>
              <a:gd name="connsiteX824" fmla="*/ 1921277 w 2329312"/>
              <a:gd name="connsiteY824" fmla="*/ 1307401 h 1537547"/>
              <a:gd name="connsiteX825" fmla="*/ 1923602 w 2329312"/>
              <a:gd name="connsiteY825" fmla="*/ 1310083 h 1537547"/>
              <a:gd name="connsiteX826" fmla="*/ 1925939 w 2329312"/>
              <a:gd name="connsiteY826" fmla="*/ 1312740 h 1537547"/>
              <a:gd name="connsiteX827" fmla="*/ 1928264 w 2329312"/>
              <a:gd name="connsiteY827" fmla="*/ 1315373 h 1537547"/>
              <a:gd name="connsiteX828" fmla="*/ 1930601 w 2329312"/>
              <a:gd name="connsiteY828" fmla="*/ 1317993 h 1537547"/>
              <a:gd name="connsiteX829" fmla="*/ 1932938 w 2329312"/>
              <a:gd name="connsiteY829" fmla="*/ 1320576 h 1537547"/>
              <a:gd name="connsiteX830" fmla="*/ 1935263 w 2329312"/>
              <a:gd name="connsiteY830" fmla="*/ 1323147 h 1537547"/>
              <a:gd name="connsiteX831" fmla="*/ 1937601 w 2329312"/>
              <a:gd name="connsiteY831" fmla="*/ 1325694 h 1537547"/>
              <a:gd name="connsiteX832" fmla="*/ 1939926 w 2329312"/>
              <a:gd name="connsiteY832" fmla="*/ 1328215 h 1537547"/>
              <a:gd name="connsiteX833" fmla="*/ 1942263 w 2329312"/>
              <a:gd name="connsiteY833" fmla="*/ 1330713 h 1537547"/>
              <a:gd name="connsiteX834" fmla="*/ 1944588 w 2329312"/>
              <a:gd name="connsiteY834" fmla="*/ 1333185 h 1537547"/>
              <a:gd name="connsiteX835" fmla="*/ 1946925 w 2329312"/>
              <a:gd name="connsiteY835" fmla="*/ 1335645 h 1537547"/>
              <a:gd name="connsiteX836" fmla="*/ 1949250 w 2329312"/>
              <a:gd name="connsiteY836" fmla="*/ 1338081 h 1537547"/>
              <a:gd name="connsiteX837" fmla="*/ 1951587 w 2329312"/>
              <a:gd name="connsiteY837" fmla="*/ 1340492 h 1537547"/>
              <a:gd name="connsiteX838" fmla="*/ 1953912 w 2329312"/>
              <a:gd name="connsiteY838" fmla="*/ 1342879 h 1537547"/>
              <a:gd name="connsiteX839" fmla="*/ 1956250 w 2329312"/>
              <a:gd name="connsiteY839" fmla="*/ 1345240 h 1537547"/>
              <a:gd name="connsiteX840" fmla="*/ 1958587 w 2329312"/>
              <a:gd name="connsiteY840" fmla="*/ 1347590 h 1537547"/>
              <a:gd name="connsiteX841" fmla="*/ 1960912 w 2329312"/>
              <a:gd name="connsiteY841" fmla="*/ 1349903 h 1537547"/>
              <a:gd name="connsiteX842" fmla="*/ 1963249 w 2329312"/>
              <a:gd name="connsiteY842" fmla="*/ 1352203 h 1537547"/>
              <a:gd name="connsiteX843" fmla="*/ 1965574 w 2329312"/>
              <a:gd name="connsiteY843" fmla="*/ 1354491 h 1537547"/>
              <a:gd name="connsiteX844" fmla="*/ 1967911 w 2329312"/>
              <a:gd name="connsiteY844" fmla="*/ 1356742 h 1537547"/>
              <a:gd name="connsiteX845" fmla="*/ 1970236 w 2329312"/>
              <a:gd name="connsiteY845" fmla="*/ 1358981 h 1537547"/>
              <a:gd name="connsiteX846" fmla="*/ 1972573 w 2329312"/>
              <a:gd name="connsiteY846" fmla="*/ 1361195 h 1537547"/>
              <a:gd name="connsiteX847" fmla="*/ 1974898 w 2329312"/>
              <a:gd name="connsiteY847" fmla="*/ 1363385 h 1537547"/>
              <a:gd name="connsiteX848" fmla="*/ 1977236 w 2329312"/>
              <a:gd name="connsiteY848" fmla="*/ 1365562 h 1537547"/>
              <a:gd name="connsiteX849" fmla="*/ 1979561 w 2329312"/>
              <a:gd name="connsiteY849" fmla="*/ 1367715 h 1537547"/>
              <a:gd name="connsiteX850" fmla="*/ 1981898 w 2329312"/>
              <a:gd name="connsiteY850" fmla="*/ 1369843 h 1537547"/>
              <a:gd name="connsiteX851" fmla="*/ 1984235 w 2329312"/>
              <a:gd name="connsiteY851" fmla="*/ 1371959 h 1537547"/>
              <a:gd name="connsiteX852" fmla="*/ 1986560 w 2329312"/>
              <a:gd name="connsiteY852" fmla="*/ 1374050 h 1537547"/>
              <a:gd name="connsiteX853" fmla="*/ 1988897 w 2329312"/>
              <a:gd name="connsiteY853" fmla="*/ 1376117 h 1537547"/>
              <a:gd name="connsiteX854" fmla="*/ 1991222 w 2329312"/>
              <a:gd name="connsiteY854" fmla="*/ 1378159 h 1537547"/>
              <a:gd name="connsiteX855" fmla="*/ 1993560 w 2329312"/>
              <a:gd name="connsiteY855" fmla="*/ 1380189 h 1537547"/>
              <a:gd name="connsiteX856" fmla="*/ 1995885 w 2329312"/>
              <a:gd name="connsiteY856" fmla="*/ 1382194 h 1537547"/>
              <a:gd name="connsiteX857" fmla="*/ 1998222 w 2329312"/>
              <a:gd name="connsiteY857" fmla="*/ 1384187 h 1537547"/>
              <a:gd name="connsiteX858" fmla="*/ 2000547 w 2329312"/>
              <a:gd name="connsiteY858" fmla="*/ 1386155 h 1537547"/>
              <a:gd name="connsiteX859" fmla="*/ 2002884 w 2329312"/>
              <a:gd name="connsiteY859" fmla="*/ 1388098 h 1537547"/>
              <a:gd name="connsiteX860" fmla="*/ 2005209 w 2329312"/>
              <a:gd name="connsiteY860" fmla="*/ 1390030 h 1537547"/>
              <a:gd name="connsiteX861" fmla="*/ 2007546 w 2329312"/>
              <a:gd name="connsiteY861" fmla="*/ 1391936 h 1537547"/>
              <a:gd name="connsiteX862" fmla="*/ 2009883 w 2329312"/>
              <a:gd name="connsiteY862" fmla="*/ 1393831 h 1537547"/>
              <a:gd name="connsiteX863" fmla="*/ 2012208 w 2329312"/>
              <a:gd name="connsiteY863" fmla="*/ 1395701 h 1537547"/>
              <a:gd name="connsiteX864" fmla="*/ 2014546 w 2329312"/>
              <a:gd name="connsiteY864" fmla="*/ 1397546 h 1537547"/>
              <a:gd name="connsiteX865" fmla="*/ 2016871 w 2329312"/>
              <a:gd name="connsiteY865" fmla="*/ 1399379 h 1537547"/>
              <a:gd name="connsiteX866" fmla="*/ 2019208 w 2329312"/>
              <a:gd name="connsiteY866" fmla="*/ 1401187 h 1537547"/>
              <a:gd name="connsiteX867" fmla="*/ 2021533 w 2329312"/>
              <a:gd name="connsiteY867" fmla="*/ 1402983 h 1537547"/>
              <a:gd name="connsiteX868" fmla="*/ 2023870 w 2329312"/>
              <a:gd name="connsiteY868" fmla="*/ 1404754 h 1537547"/>
              <a:gd name="connsiteX869" fmla="*/ 2026195 w 2329312"/>
              <a:gd name="connsiteY869" fmla="*/ 1406514 h 1537547"/>
              <a:gd name="connsiteX870" fmla="*/ 2028532 w 2329312"/>
              <a:gd name="connsiteY870" fmla="*/ 1408248 h 1537547"/>
              <a:gd name="connsiteX871" fmla="*/ 2030857 w 2329312"/>
              <a:gd name="connsiteY871" fmla="*/ 1409970 h 1537547"/>
              <a:gd name="connsiteX872" fmla="*/ 2033195 w 2329312"/>
              <a:gd name="connsiteY872" fmla="*/ 1411668 h 1537547"/>
              <a:gd name="connsiteX873" fmla="*/ 2035520 w 2329312"/>
              <a:gd name="connsiteY873" fmla="*/ 1413353 h 1537547"/>
              <a:gd name="connsiteX874" fmla="*/ 2037857 w 2329312"/>
              <a:gd name="connsiteY874" fmla="*/ 1415014 h 1537547"/>
              <a:gd name="connsiteX875" fmla="*/ 2040194 w 2329312"/>
              <a:gd name="connsiteY875" fmla="*/ 1416662 h 1537547"/>
              <a:gd name="connsiteX876" fmla="*/ 2042519 w 2329312"/>
              <a:gd name="connsiteY876" fmla="*/ 1418298 h 1537547"/>
              <a:gd name="connsiteX877" fmla="*/ 2044856 w 2329312"/>
              <a:gd name="connsiteY877" fmla="*/ 1419898 h 1537547"/>
              <a:gd name="connsiteX878" fmla="*/ 2047181 w 2329312"/>
              <a:gd name="connsiteY878" fmla="*/ 1421497 h 1537547"/>
              <a:gd name="connsiteX879" fmla="*/ 2049518 w 2329312"/>
              <a:gd name="connsiteY879" fmla="*/ 1423071 h 1537547"/>
              <a:gd name="connsiteX880" fmla="*/ 2051843 w 2329312"/>
              <a:gd name="connsiteY880" fmla="*/ 1424634 h 1537547"/>
              <a:gd name="connsiteX881" fmla="*/ 2054181 w 2329312"/>
              <a:gd name="connsiteY881" fmla="*/ 1426171 h 1537547"/>
              <a:gd name="connsiteX882" fmla="*/ 2056506 w 2329312"/>
              <a:gd name="connsiteY882" fmla="*/ 1427697 h 1537547"/>
              <a:gd name="connsiteX883" fmla="*/ 2058843 w 2329312"/>
              <a:gd name="connsiteY883" fmla="*/ 1429210 h 1537547"/>
              <a:gd name="connsiteX884" fmla="*/ 2061168 w 2329312"/>
              <a:gd name="connsiteY884" fmla="*/ 1430698 h 1537547"/>
              <a:gd name="connsiteX885" fmla="*/ 2063505 w 2329312"/>
              <a:gd name="connsiteY885" fmla="*/ 1432162 h 1537547"/>
              <a:gd name="connsiteX886" fmla="*/ 2065842 w 2329312"/>
              <a:gd name="connsiteY886" fmla="*/ 1433626 h 1537547"/>
              <a:gd name="connsiteX887" fmla="*/ 2068167 w 2329312"/>
              <a:gd name="connsiteY887" fmla="*/ 1435065 h 1537547"/>
              <a:gd name="connsiteX888" fmla="*/ 2070505 w 2329312"/>
              <a:gd name="connsiteY888" fmla="*/ 1436492 h 1537547"/>
              <a:gd name="connsiteX889" fmla="*/ 2072829 w 2329312"/>
              <a:gd name="connsiteY889" fmla="*/ 1437894 h 1537547"/>
              <a:gd name="connsiteX890" fmla="*/ 2075167 w 2329312"/>
              <a:gd name="connsiteY890" fmla="*/ 1439285 h 1537547"/>
              <a:gd name="connsiteX891" fmla="*/ 2077492 w 2329312"/>
              <a:gd name="connsiteY891" fmla="*/ 1440662 h 1537547"/>
              <a:gd name="connsiteX892" fmla="*/ 2079829 w 2329312"/>
              <a:gd name="connsiteY892" fmla="*/ 1442028 h 1537547"/>
              <a:gd name="connsiteX893" fmla="*/ 2082154 w 2329312"/>
              <a:gd name="connsiteY893" fmla="*/ 1443368 h 1537547"/>
              <a:gd name="connsiteX894" fmla="*/ 2084491 w 2329312"/>
              <a:gd name="connsiteY894" fmla="*/ 1444697 h 1537547"/>
              <a:gd name="connsiteX895" fmla="*/ 2086816 w 2329312"/>
              <a:gd name="connsiteY895" fmla="*/ 1446013 h 1537547"/>
              <a:gd name="connsiteX896" fmla="*/ 2089153 w 2329312"/>
              <a:gd name="connsiteY896" fmla="*/ 1447317 h 1537547"/>
              <a:gd name="connsiteX897" fmla="*/ 2091491 w 2329312"/>
              <a:gd name="connsiteY897" fmla="*/ 1448597 h 1537547"/>
              <a:gd name="connsiteX898" fmla="*/ 2093816 w 2329312"/>
              <a:gd name="connsiteY898" fmla="*/ 1449864 h 1537547"/>
              <a:gd name="connsiteX899" fmla="*/ 2096153 w 2329312"/>
              <a:gd name="connsiteY899" fmla="*/ 1451118 h 1537547"/>
              <a:gd name="connsiteX900" fmla="*/ 2098478 w 2329312"/>
              <a:gd name="connsiteY900" fmla="*/ 1452361 h 1537547"/>
              <a:gd name="connsiteX901" fmla="*/ 2100815 w 2329312"/>
              <a:gd name="connsiteY901" fmla="*/ 1453579 h 1537547"/>
              <a:gd name="connsiteX902" fmla="*/ 2103140 w 2329312"/>
              <a:gd name="connsiteY902" fmla="*/ 1454784 h 1537547"/>
              <a:gd name="connsiteX903" fmla="*/ 2105477 w 2329312"/>
              <a:gd name="connsiteY903" fmla="*/ 1455977 h 1537547"/>
              <a:gd name="connsiteX904" fmla="*/ 2107802 w 2329312"/>
              <a:gd name="connsiteY904" fmla="*/ 1457158 h 1537547"/>
              <a:gd name="connsiteX905" fmla="*/ 2110140 w 2329312"/>
              <a:gd name="connsiteY905" fmla="*/ 1458327 h 1537547"/>
              <a:gd name="connsiteX906" fmla="*/ 2112465 w 2329312"/>
              <a:gd name="connsiteY906" fmla="*/ 1459483 h 1537547"/>
              <a:gd name="connsiteX907" fmla="*/ 2114802 w 2329312"/>
              <a:gd name="connsiteY907" fmla="*/ 1460615 h 1537547"/>
              <a:gd name="connsiteX908" fmla="*/ 2117139 w 2329312"/>
              <a:gd name="connsiteY908" fmla="*/ 1461747 h 1537547"/>
              <a:gd name="connsiteX909" fmla="*/ 2119464 w 2329312"/>
              <a:gd name="connsiteY909" fmla="*/ 1462854 h 1537547"/>
              <a:gd name="connsiteX910" fmla="*/ 2121801 w 2329312"/>
              <a:gd name="connsiteY910" fmla="*/ 1463949 h 1537547"/>
              <a:gd name="connsiteX911" fmla="*/ 2124126 w 2329312"/>
              <a:gd name="connsiteY911" fmla="*/ 1465031 h 1537547"/>
              <a:gd name="connsiteX912" fmla="*/ 2126464 w 2329312"/>
              <a:gd name="connsiteY912" fmla="*/ 1466101 h 1537547"/>
              <a:gd name="connsiteX913" fmla="*/ 2128788 w 2329312"/>
              <a:gd name="connsiteY913" fmla="*/ 1467159 h 1537547"/>
              <a:gd name="connsiteX914" fmla="*/ 2131126 w 2329312"/>
              <a:gd name="connsiteY914" fmla="*/ 1468205 h 1537547"/>
              <a:gd name="connsiteX915" fmla="*/ 2133451 w 2329312"/>
              <a:gd name="connsiteY915" fmla="*/ 1469226 h 1537547"/>
              <a:gd name="connsiteX916" fmla="*/ 2135788 w 2329312"/>
              <a:gd name="connsiteY916" fmla="*/ 1470247 h 1537547"/>
              <a:gd name="connsiteX917" fmla="*/ 2138113 w 2329312"/>
              <a:gd name="connsiteY917" fmla="*/ 1471256 h 1537547"/>
              <a:gd name="connsiteX918" fmla="*/ 2140450 w 2329312"/>
              <a:gd name="connsiteY918" fmla="*/ 1472252 h 1537547"/>
              <a:gd name="connsiteX919" fmla="*/ 2142775 w 2329312"/>
              <a:gd name="connsiteY919" fmla="*/ 1473224 h 1537547"/>
              <a:gd name="connsiteX920" fmla="*/ 2145112 w 2329312"/>
              <a:gd name="connsiteY920" fmla="*/ 1474196 h 1537547"/>
              <a:gd name="connsiteX921" fmla="*/ 2147450 w 2329312"/>
              <a:gd name="connsiteY921" fmla="*/ 1475143 h 1537547"/>
              <a:gd name="connsiteX922" fmla="*/ 2149775 w 2329312"/>
              <a:gd name="connsiteY922" fmla="*/ 1476090 h 1537547"/>
              <a:gd name="connsiteX923" fmla="*/ 2152112 w 2329312"/>
              <a:gd name="connsiteY923" fmla="*/ 1477025 h 1537547"/>
              <a:gd name="connsiteX924" fmla="*/ 2154437 w 2329312"/>
              <a:gd name="connsiteY924" fmla="*/ 1477935 h 1537547"/>
              <a:gd name="connsiteX925" fmla="*/ 2156774 w 2329312"/>
              <a:gd name="connsiteY925" fmla="*/ 1478846 h 1537547"/>
              <a:gd name="connsiteX926" fmla="*/ 2159099 w 2329312"/>
              <a:gd name="connsiteY926" fmla="*/ 1479744 h 1537547"/>
              <a:gd name="connsiteX927" fmla="*/ 2161436 w 2329312"/>
              <a:gd name="connsiteY927" fmla="*/ 1480629 h 1537547"/>
              <a:gd name="connsiteX928" fmla="*/ 2163761 w 2329312"/>
              <a:gd name="connsiteY928" fmla="*/ 1481503 h 1537547"/>
              <a:gd name="connsiteX929" fmla="*/ 2166099 w 2329312"/>
              <a:gd name="connsiteY929" fmla="*/ 1482364 h 1537547"/>
              <a:gd name="connsiteX930" fmla="*/ 2168423 w 2329312"/>
              <a:gd name="connsiteY930" fmla="*/ 1483213 h 1537547"/>
              <a:gd name="connsiteX931" fmla="*/ 2170761 w 2329312"/>
              <a:gd name="connsiteY931" fmla="*/ 1484049 h 1537547"/>
              <a:gd name="connsiteX932" fmla="*/ 2173098 w 2329312"/>
              <a:gd name="connsiteY932" fmla="*/ 1484873 h 1537547"/>
              <a:gd name="connsiteX933" fmla="*/ 2175423 w 2329312"/>
              <a:gd name="connsiteY933" fmla="*/ 1485685 h 1537547"/>
              <a:gd name="connsiteX934" fmla="*/ 2177760 w 2329312"/>
              <a:gd name="connsiteY934" fmla="*/ 1486497 h 1537547"/>
              <a:gd name="connsiteX935" fmla="*/ 2180085 w 2329312"/>
              <a:gd name="connsiteY935" fmla="*/ 1487297 h 1537547"/>
              <a:gd name="connsiteX936" fmla="*/ 2182423 w 2329312"/>
              <a:gd name="connsiteY936" fmla="*/ 1488072 h 1537547"/>
              <a:gd name="connsiteX937" fmla="*/ 2184747 w 2329312"/>
              <a:gd name="connsiteY937" fmla="*/ 1488847 h 1537547"/>
              <a:gd name="connsiteX938" fmla="*/ 2187085 w 2329312"/>
              <a:gd name="connsiteY938" fmla="*/ 1489609 h 1537547"/>
              <a:gd name="connsiteX939" fmla="*/ 2189410 w 2329312"/>
              <a:gd name="connsiteY939" fmla="*/ 1490360 h 1537547"/>
              <a:gd name="connsiteX940" fmla="*/ 2191747 w 2329312"/>
              <a:gd name="connsiteY940" fmla="*/ 1491110 h 1537547"/>
              <a:gd name="connsiteX941" fmla="*/ 2194072 w 2329312"/>
              <a:gd name="connsiteY941" fmla="*/ 1491836 h 1537547"/>
              <a:gd name="connsiteX942" fmla="*/ 2196409 w 2329312"/>
              <a:gd name="connsiteY942" fmla="*/ 1492562 h 1537547"/>
              <a:gd name="connsiteX943" fmla="*/ 2198746 w 2329312"/>
              <a:gd name="connsiteY943" fmla="*/ 1493275 h 1537547"/>
              <a:gd name="connsiteX944" fmla="*/ 2201071 w 2329312"/>
              <a:gd name="connsiteY944" fmla="*/ 1493976 h 1537547"/>
              <a:gd name="connsiteX945" fmla="*/ 2203409 w 2329312"/>
              <a:gd name="connsiteY945" fmla="*/ 1494677 h 1537547"/>
              <a:gd name="connsiteX946" fmla="*/ 2205734 w 2329312"/>
              <a:gd name="connsiteY946" fmla="*/ 1495354 h 1537547"/>
              <a:gd name="connsiteX947" fmla="*/ 2208071 w 2329312"/>
              <a:gd name="connsiteY947" fmla="*/ 1496031 h 1537547"/>
              <a:gd name="connsiteX948" fmla="*/ 2210396 w 2329312"/>
              <a:gd name="connsiteY948" fmla="*/ 1496695 h 1537547"/>
              <a:gd name="connsiteX949" fmla="*/ 2212733 w 2329312"/>
              <a:gd name="connsiteY949" fmla="*/ 1497359 h 1537547"/>
              <a:gd name="connsiteX950" fmla="*/ 2215058 w 2329312"/>
              <a:gd name="connsiteY950" fmla="*/ 1497999 h 1537547"/>
              <a:gd name="connsiteX951" fmla="*/ 2217395 w 2329312"/>
              <a:gd name="connsiteY951" fmla="*/ 1498639 h 1537547"/>
              <a:gd name="connsiteX952" fmla="*/ 2219720 w 2329312"/>
              <a:gd name="connsiteY952" fmla="*/ 1499266 h 1537547"/>
              <a:gd name="connsiteX953" fmla="*/ 2222058 w 2329312"/>
              <a:gd name="connsiteY953" fmla="*/ 1499893 h 1537547"/>
              <a:gd name="connsiteX954" fmla="*/ 2224395 w 2329312"/>
              <a:gd name="connsiteY954" fmla="*/ 1500508 h 1537547"/>
              <a:gd name="connsiteX955" fmla="*/ 2226720 w 2329312"/>
              <a:gd name="connsiteY955" fmla="*/ 1501111 h 1537547"/>
              <a:gd name="connsiteX956" fmla="*/ 2229057 w 2329312"/>
              <a:gd name="connsiteY956" fmla="*/ 1501702 h 1537547"/>
              <a:gd name="connsiteX957" fmla="*/ 2231382 w 2329312"/>
              <a:gd name="connsiteY957" fmla="*/ 1502292 h 1537547"/>
              <a:gd name="connsiteX958" fmla="*/ 2233719 w 2329312"/>
              <a:gd name="connsiteY958" fmla="*/ 1502870 h 1537547"/>
              <a:gd name="connsiteX959" fmla="*/ 2236044 w 2329312"/>
              <a:gd name="connsiteY959" fmla="*/ 1503436 h 1537547"/>
              <a:gd name="connsiteX960" fmla="*/ 2238381 w 2329312"/>
              <a:gd name="connsiteY960" fmla="*/ 1503990 h 1537547"/>
              <a:gd name="connsiteX961" fmla="*/ 2240706 w 2329312"/>
              <a:gd name="connsiteY961" fmla="*/ 1504543 h 1537547"/>
              <a:gd name="connsiteX962" fmla="*/ 2243044 w 2329312"/>
              <a:gd name="connsiteY962" fmla="*/ 1505097 h 1537547"/>
              <a:gd name="connsiteX963" fmla="*/ 2245369 w 2329312"/>
              <a:gd name="connsiteY963" fmla="*/ 1505638 h 1537547"/>
              <a:gd name="connsiteX964" fmla="*/ 2247706 w 2329312"/>
              <a:gd name="connsiteY964" fmla="*/ 1506167 h 1537547"/>
              <a:gd name="connsiteX965" fmla="*/ 2250031 w 2329312"/>
              <a:gd name="connsiteY965" fmla="*/ 1506684 h 1537547"/>
              <a:gd name="connsiteX966" fmla="*/ 2252368 w 2329312"/>
              <a:gd name="connsiteY966" fmla="*/ 1507200 h 1537547"/>
              <a:gd name="connsiteX967" fmla="*/ 2254705 w 2329312"/>
              <a:gd name="connsiteY967" fmla="*/ 1507705 h 1537547"/>
              <a:gd name="connsiteX968" fmla="*/ 2257030 w 2329312"/>
              <a:gd name="connsiteY968" fmla="*/ 1508209 h 1537547"/>
              <a:gd name="connsiteX969" fmla="*/ 2259368 w 2329312"/>
              <a:gd name="connsiteY969" fmla="*/ 1508701 h 1537547"/>
              <a:gd name="connsiteX970" fmla="*/ 2261692 w 2329312"/>
              <a:gd name="connsiteY970" fmla="*/ 1509181 h 1537547"/>
              <a:gd name="connsiteX971" fmla="*/ 2264030 w 2329312"/>
              <a:gd name="connsiteY971" fmla="*/ 1509661 h 1537547"/>
              <a:gd name="connsiteX972" fmla="*/ 2266355 w 2329312"/>
              <a:gd name="connsiteY972" fmla="*/ 1510128 h 1537547"/>
              <a:gd name="connsiteX973" fmla="*/ 2268692 w 2329312"/>
              <a:gd name="connsiteY973" fmla="*/ 1510596 h 1537547"/>
              <a:gd name="connsiteX974" fmla="*/ 2271017 w 2329312"/>
              <a:gd name="connsiteY974" fmla="*/ 1511051 h 1537547"/>
              <a:gd name="connsiteX975" fmla="*/ 2273354 w 2329312"/>
              <a:gd name="connsiteY975" fmla="*/ 1511506 h 1537547"/>
              <a:gd name="connsiteX976" fmla="*/ 2275679 w 2329312"/>
              <a:gd name="connsiteY976" fmla="*/ 1511949 h 1537547"/>
              <a:gd name="connsiteX977" fmla="*/ 2278016 w 2329312"/>
              <a:gd name="connsiteY977" fmla="*/ 1512379 h 1537547"/>
              <a:gd name="connsiteX978" fmla="*/ 2280354 w 2329312"/>
              <a:gd name="connsiteY978" fmla="*/ 1512810 h 1537547"/>
              <a:gd name="connsiteX979" fmla="*/ 2282679 w 2329312"/>
              <a:gd name="connsiteY979" fmla="*/ 1513240 h 1537547"/>
              <a:gd name="connsiteX980" fmla="*/ 2285016 w 2329312"/>
              <a:gd name="connsiteY980" fmla="*/ 1513659 h 1537547"/>
              <a:gd name="connsiteX981" fmla="*/ 2287341 w 2329312"/>
              <a:gd name="connsiteY981" fmla="*/ 1514064 h 1537547"/>
              <a:gd name="connsiteX982" fmla="*/ 2289678 w 2329312"/>
              <a:gd name="connsiteY982" fmla="*/ 1514470 h 1537547"/>
              <a:gd name="connsiteX983" fmla="*/ 2292003 w 2329312"/>
              <a:gd name="connsiteY983" fmla="*/ 1514864 h 1537547"/>
              <a:gd name="connsiteX984" fmla="*/ 2294340 w 2329312"/>
              <a:gd name="connsiteY984" fmla="*/ 1515258 h 1537547"/>
              <a:gd name="connsiteX985" fmla="*/ 2296665 w 2329312"/>
              <a:gd name="connsiteY985" fmla="*/ 1515651 h 1537547"/>
              <a:gd name="connsiteX986" fmla="*/ 2299003 w 2329312"/>
              <a:gd name="connsiteY986" fmla="*/ 1516033 h 1537547"/>
              <a:gd name="connsiteX987" fmla="*/ 2301327 w 2329312"/>
              <a:gd name="connsiteY987" fmla="*/ 1516402 h 1537547"/>
              <a:gd name="connsiteX988" fmla="*/ 2303665 w 2329312"/>
              <a:gd name="connsiteY988" fmla="*/ 1516771 h 1537547"/>
              <a:gd name="connsiteX989" fmla="*/ 2306002 w 2329312"/>
              <a:gd name="connsiteY989" fmla="*/ 1517140 h 1537547"/>
              <a:gd name="connsiteX990" fmla="*/ 2308327 w 2329312"/>
              <a:gd name="connsiteY990" fmla="*/ 1517497 h 1537547"/>
              <a:gd name="connsiteX991" fmla="*/ 2310664 w 2329312"/>
              <a:gd name="connsiteY991" fmla="*/ 1517841 h 1537547"/>
              <a:gd name="connsiteX992" fmla="*/ 2312989 w 2329312"/>
              <a:gd name="connsiteY992" fmla="*/ 1518198 h 1537547"/>
              <a:gd name="connsiteX993" fmla="*/ 2315327 w 2329312"/>
              <a:gd name="connsiteY993" fmla="*/ 1518530 h 1537547"/>
              <a:gd name="connsiteX994" fmla="*/ 2317651 w 2329312"/>
              <a:gd name="connsiteY994" fmla="*/ 1518874 h 1537547"/>
              <a:gd name="connsiteX995" fmla="*/ 2319989 w 2329312"/>
              <a:gd name="connsiteY995" fmla="*/ 1519194 h 1537547"/>
              <a:gd name="connsiteX996" fmla="*/ 2322314 w 2329312"/>
              <a:gd name="connsiteY996" fmla="*/ 1519526 h 1537547"/>
              <a:gd name="connsiteX997" fmla="*/ 2324651 w 2329312"/>
              <a:gd name="connsiteY997" fmla="*/ 1519846 h 1537547"/>
              <a:gd name="connsiteX998" fmla="*/ 2326976 w 2329312"/>
              <a:gd name="connsiteY998" fmla="*/ 1520166 h 1537547"/>
              <a:gd name="connsiteX999" fmla="*/ 2329313 w 2329312"/>
              <a:gd name="connsiteY999" fmla="*/ 1520474 h 153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537547">
                <a:moveTo>
                  <a:pt x="0" y="1537548"/>
                </a:moveTo>
                <a:lnTo>
                  <a:pt x="2331" y="1537548"/>
                </a:lnTo>
                <a:lnTo>
                  <a:pt x="4663" y="1537548"/>
                </a:lnTo>
                <a:lnTo>
                  <a:pt x="6995" y="1537548"/>
                </a:lnTo>
                <a:lnTo>
                  <a:pt x="9326" y="1537548"/>
                </a:lnTo>
                <a:lnTo>
                  <a:pt x="11658" y="1537548"/>
                </a:lnTo>
                <a:lnTo>
                  <a:pt x="13989" y="1537548"/>
                </a:lnTo>
                <a:lnTo>
                  <a:pt x="16321" y="1537548"/>
                </a:lnTo>
                <a:lnTo>
                  <a:pt x="18653" y="1537548"/>
                </a:lnTo>
                <a:lnTo>
                  <a:pt x="20985" y="1537548"/>
                </a:lnTo>
                <a:lnTo>
                  <a:pt x="23316" y="1537548"/>
                </a:lnTo>
                <a:lnTo>
                  <a:pt x="25647" y="1537548"/>
                </a:lnTo>
                <a:lnTo>
                  <a:pt x="27979" y="1537548"/>
                </a:lnTo>
                <a:lnTo>
                  <a:pt x="30311" y="1537548"/>
                </a:lnTo>
                <a:lnTo>
                  <a:pt x="32643" y="1537548"/>
                </a:lnTo>
                <a:lnTo>
                  <a:pt x="34974" y="1537548"/>
                </a:lnTo>
                <a:lnTo>
                  <a:pt x="37306" y="1537548"/>
                </a:lnTo>
                <a:lnTo>
                  <a:pt x="39637" y="1537548"/>
                </a:lnTo>
                <a:lnTo>
                  <a:pt x="41969" y="1537548"/>
                </a:lnTo>
                <a:lnTo>
                  <a:pt x="44301" y="1537548"/>
                </a:lnTo>
                <a:lnTo>
                  <a:pt x="46632" y="1537548"/>
                </a:lnTo>
                <a:lnTo>
                  <a:pt x="48964" y="1537548"/>
                </a:lnTo>
                <a:lnTo>
                  <a:pt x="51295" y="1537548"/>
                </a:lnTo>
                <a:lnTo>
                  <a:pt x="53628" y="1537548"/>
                </a:lnTo>
                <a:lnTo>
                  <a:pt x="55959" y="1537548"/>
                </a:lnTo>
                <a:lnTo>
                  <a:pt x="58291" y="1537548"/>
                </a:lnTo>
                <a:lnTo>
                  <a:pt x="60622" y="1537548"/>
                </a:lnTo>
                <a:lnTo>
                  <a:pt x="62953" y="1537548"/>
                </a:lnTo>
                <a:lnTo>
                  <a:pt x="65286" y="1537548"/>
                </a:lnTo>
                <a:lnTo>
                  <a:pt x="67617" y="1537548"/>
                </a:lnTo>
                <a:lnTo>
                  <a:pt x="69949" y="1537548"/>
                </a:lnTo>
                <a:lnTo>
                  <a:pt x="72280" y="1537548"/>
                </a:lnTo>
                <a:lnTo>
                  <a:pt x="74613" y="1537548"/>
                </a:lnTo>
                <a:lnTo>
                  <a:pt x="76944" y="1537548"/>
                </a:lnTo>
                <a:lnTo>
                  <a:pt x="79275" y="1537548"/>
                </a:lnTo>
                <a:lnTo>
                  <a:pt x="81607" y="1537548"/>
                </a:lnTo>
                <a:lnTo>
                  <a:pt x="83938" y="1537548"/>
                </a:lnTo>
                <a:lnTo>
                  <a:pt x="86271" y="1537548"/>
                </a:lnTo>
                <a:lnTo>
                  <a:pt x="88602" y="1537548"/>
                </a:lnTo>
                <a:lnTo>
                  <a:pt x="90934" y="1537548"/>
                </a:lnTo>
                <a:lnTo>
                  <a:pt x="93265" y="1537548"/>
                </a:lnTo>
                <a:lnTo>
                  <a:pt x="95596" y="1537548"/>
                </a:lnTo>
                <a:lnTo>
                  <a:pt x="97929" y="1537548"/>
                </a:lnTo>
                <a:lnTo>
                  <a:pt x="100260" y="1537548"/>
                </a:lnTo>
                <a:lnTo>
                  <a:pt x="102592" y="1537548"/>
                </a:lnTo>
                <a:lnTo>
                  <a:pt x="104923" y="1537548"/>
                </a:lnTo>
                <a:lnTo>
                  <a:pt x="107256" y="1537548"/>
                </a:lnTo>
                <a:lnTo>
                  <a:pt x="109587" y="1537548"/>
                </a:lnTo>
                <a:lnTo>
                  <a:pt x="111919" y="1537548"/>
                </a:lnTo>
                <a:lnTo>
                  <a:pt x="114250" y="1537548"/>
                </a:lnTo>
                <a:lnTo>
                  <a:pt x="116581" y="1537548"/>
                </a:lnTo>
                <a:lnTo>
                  <a:pt x="118914" y="1537548"/>
                </a:lnTo>
                <a:lnTo>
                  <a:pt x="121245" y="1537548"/>
                </a:lnTo>
                <a:lnTo>
                  <a:pt x="123577" y="1537548"/>
                </a:lnTo>
                <a:lnTo>
                  <a:pt x="125908" y="1537548"/>
                </a:lnTo>
                <a:lnTo>
                  <a:pt x="128241" y="1537548"/>
                </a:lnTo>
                <a:lnTo>
                  <a:pt x="130572" y="1537548"/>
                </a:lnTo>
                <a:lnTo>
                  <a:pt x="132903" y="1537548"/>
                </a:lnTo>
                <a:lnTo>
                  <a:pt x="135235" y="1537548"/>
                </a:lnTo>
                <a:lnTo>
                  <a:pt x="137566" y="1537548"/>
                </a:lnTo>
                <a:lnTo>
                  <a:pt x="139899" y="1537548"/>
                </a:lnTo>
                <a:lnTo>
                  <a:pt x="142230" y="1537548"/>
                </a:lnTo>
                <a:lnTo>
                  <a:pt x="144562" y="1537548"/>
                </a:lnTo>
                <a:lnTo>
                  <a:pt x="146893" y="1537548"/>
                </a:lnTo>
                <a:lnTo>
                  <a:pt x="149225" y="1537548"/>
                </a:lnTo>
                <a:lnTo>
                  <a:pt x="151557" y="1537548"/>
                </a:lnTo>
                <a:lnTo>
                  <a:pt x="153888" y="1537548"/>
                </a:lnTo>
                <a:lnTo>
                  <a:pt x="156220" y="1537548"/>
                </a:lnTo>
                <a:lnTo>
                  <a:pt x="158551" y="1537548"/>
                </a:lnTo>
                <a:lnTo>
                  <a:pt x="160883" y="1537548"/>
                </a:lnTo>
                <a:lnTo>
                  <a:pt x="163215" y="1537548"/>
                </a:lnTo>
                <a:lnTo>
                  <a:pt x="165547" y="1537548"/>
                </a:lnTo>
                <a:lnTo>
                  <a:pt x="167878" y="1537548"/>
                </a:lnTo>
                <a:lnTo>
                  <a:pt x="170209" y="1537548"/>
                </a:lnTo>
                <a:lnTo>
                  <a:pt x="172541" y="1537548"/>
                </a:lnTo>
                <a:lnTo>
                  <a:pt x="174873" y="1537548"/>
                </a:lnTo>
                <a:lnTo>
                  <a:pt x="177205" y="1537548"/>
                </a:lnTo>
                <a:lnTo>
                  <a:pt x="179536" y="1537548"/>
                </a:lnTo>
                <a:lnTo>
                  <a:pt x="181868" y="1537548"/>
                </a:lnTo>
                <a:lnTo>
                  <a:pt x="184199" y="1537548"/>
                </a:lnTo>
                <a:lnTo>
                  <a:pt x="186531" y="1537548"/>
                </a:lnTo>
                <a:lnTo>
                  <a:pt x="188863" y="1537548"/>
                </a:lnTo>
                <a:lnTo>
                  <a:pt x="191194" y="1537548"/>
                </a:lnTo>
                <a:lnTo>
                  <a:pt x="193526" y="1537548"/>
                </a:lnTo>
                <a:lnTo>
                  <a:pt x="195857" y="1537548"/>
                </a:lnTo>
                <a:lnTo>
                  <a:pt x="198190" y="1537548"/>
                </a:lnTo>
                <a:lnTo>
                  <a:pt x="200521" y="1537548"/>
                </a:lnTo>
                <a:lnTo>
                  <a:pt x="202853" y="1537548"/>
                </a:lnTo>
                <a:lnTo>
                  <a:pt x="205184" y="1537548"/>
                </a:lnTo>
                <a:lnTo>
                  <a:pt x="207515" y="1537548"/>
                </a:lnTo>
                <a:lnTo>
                  <a:pt x="209848" y="1537548"/>
                </a:lnTo>
                <a:lnTo>
                  <a:pt x="212179" y="1537548"/>
                </a:lnTo>
                <a:lnTo>
                  <a:pt x="214511" y="1537548"/>
                </a:lnTo>
                <a:lnTo>
                  <a:pt x="216842" y="1537548"/>
                </a:lnTo>
                <a:lnTo>
                  <a:pt x="219175" y="1537548"/>
                </a:lnTo>
                <a:lnTo>
                  <a:pt x="221506" y="1537548"/>
                </a:lnTo>
                <a:lnTo>
                  <a:pt x="223837" y="1537548"/>
                </a:lnTo>
                <a:lnTo>
                  <a:pt x="226169" y="1537548"/>
                </a:lnTo>
                <a:lnTo>
                  <a:pt x="228500" y="1537548"/>
                </a:lnTo>
                <a:lnTo>
                  <a:pt x="230833" y="1537548"/>
                </a:lnTo>
                <a:lnTo>
                  <a:pt x="233164" y="1537548"/>
                </a:lnTo>
                <a:lnTo>
                  <a:pt x="235496" y="1537548"/>
                </a:lnTo>
                <a:lnTo>
                  <a:pt x="237827" y="1537548"/>
                </a:lnTo>
                <a:lnTo>
                  <a:pt x="240158" y="1537548"/>
                </a:lnTo>
                <a:lnTo>
                  <a:pt x="242491" y="1537548"/>
                </a:lnTo>
                <a:lnTo>
                  <a:pt x="244822" y="1537548"/>
                </a:lnTo>
                <a:lnTo>
                  <a:pt x="247154" y="1537548"/>
                </a:lnTo>
                <a:lnTo>
                  <a:pt x="249485" y="1537548"/>
                </a:lnTo>
                <a:lnTo>
                  <a:pt x="251818" y="1537548"/>
                </a:lnTo>
                <a:lnTo>
                  <a:pt x="254149" y="1537548"/>
                </a:lnTo>
                <a:lnTo>
                  <a:pt x="256481" y="1537548"/>
                </a:lnTo>
                <a:lnTo>
                  <a:pt x="258812" y="1537548"/>
                </a:lnTo>
                <a:lnTo>
                  <a:pt x="261143" y="1537548"/>
                </a:lnTo>
                <a:lnTo>
                  <a:pt x="263476" y="1537548"/>
                </a:lnTo>
                <a:lnTo>
                  <a:pt x="265807" y="1537548"/>
                </a:lnTo>
                <a:lnTo>
                  <a:pt x="268139" y="1537548"/>
                </a:lnTo>
                <a:lnTo>
                  <a:pt x="270470" y="1537548"/>
                </a:lnTo>
                <a:lnTo>
                  <a:pt x="272803" y="1537548"/>
                </a:lnTo>
                <a:lnTo>
                  <a:pt x="275134" y="1537548"/>
                </a:lnTo>
                <a:lnTo>
                  <a:pt x="277465" y="1537548"/>
                </a:lnTo>
                <a:lnTo>
                  <a:pt x="279797" y="1537548"/>
                </a:lnTo>
                <a:lnTo>
                  <a:pt x="282128" y="1537548"/>
                </a:lnTo>
                <a:lnTo>
                  <a:pt x="284461" y="1537548"/>
                </a:lnTo>
                <a:lnTo>
                  <a:pt x="286792" y="1537548"/>
                </a:lnTo>
                <a:lnTo>
                  <a:pt x="289124" y="1537548"/>
                </a:lnTo>
                <a:lnTo>
                  <a:pt x="291455" y="1537548"/>
                </a:lnTo>
                <a:lnTo>
                  <a:pt x="293787" y="1537548"/>
                </a:lnTo>
                <a:lnTo>
                  <a:pt x="296119" y="1537548"/>
                </a:lnTo>
                <a:lnTo>
                  <a:pt x="298450" y="1537548"/>
                </a:lnTo>
                <a:lnTo>
                  <a:pt x="300782" y="1537548"/>
                </a:lnTo>
                <a:lnTo>
                  <a:pt x="303113" y="1537548"/>
                </a:lnTo>
                <a:lnTo>
                  <a:pt x="305445" y="1537548"/>
                </a:lnTo>
                <a:lnTo>
                  <a:pt x="307777" y="1537548"/>
                </a:lnTo>
                <a:lnTo>
                  <a:pt x="310109" y="1537548"/>
                </a:lnTo>
                <a:lnTo>
                  <a:pt x="312440" y="1537548"/>
                </a:lnTo>
                <a:lnTo>
                  <a:pt x="314771" y="1537548"/>
                </a:lnTo>
                <a:lnTo>
                  <a:pt x="317103" y="1537548"/>
                </a:lnTo>
                <a:lnTo>
                  <a:pt x="319435" y="1537548"/>
                </a:lnTo>
                <a:lnTo>
                  <a:pt x="321767" y="1537548"/>
                </a:lnTo>
                <a:lnTo>
                  <a:pt x="324098" y="1537548"/>
                </a:lnTo>
                <a:lnTo>
                  <a:pt x="326430" y="1537548"/>
                </a:lnTo>
                <a:lnTo>
                  <a:pt x="328761" y="1537548"/>
                </a:lnTo>
                <a:lnTo>
                  <a:pt x="331092" y="1537548"/>
                </a:lnTo>
                <a:lnTo>
                  <a:pt x="333425" y="1537548"/>
                </a:lnTo>
                <a:lnTo>
                  <a:pt x="335756" y="1537548"/>
                </a:lnTo>
                <a:lnTo>
                  <a:pt x="338088" y="1537548"/>
                </a:lnTo>
                <a:lnTo>
                  <a:pt x="340419" y="1537548"/>
                </a:lnTo>
                <a:lnTo>
                  <a:pt x="342752" y="1537548"/>
                </a:lnTo>
                <a:lnTo>
                  <a:pt x="345083" y="1537548"/>
                </a:lnTo>
                <a:lnTo>
                  <a:pt x="347415" y="1537548"/>
                </a:lnTo>
                <a:lnTo>
                  <a:pt x="349746" y="1537548"/>
                </a:lnTo>
                <a:lnTo>
                  <a:pt x="352077" y="1537548"/>
                </a:lnTo>
                <a:lnTo>
                  <a:pt x="354410" y="1537548"/>
                </a:lnTo>
                <a:lnTo>
                  <a:pt x="356741" y="1537548"/>
                </a:lnTo>
                <a:lnTo>
                  <a:pt x="359073" y="1537548"/>
                </a:lnTo>
                <a:lnTo>
                  <a:pt x="361404" y="1537548"/>
                </a:lnTo>
                <a:lnTo>
                  <a:pt x="363737" y="1537548"/>
                </a:lnTo>
                <a:lnTo>
                  <a:pt x="366068" y="1537548"/>
                </a:lnTo>
                <a:lnTo>
                  <a:pt x="368399" y="1537548"/>
                </a:lnTo>
                <a:lnTo>
                  <a:pt x="370731" y="1537548"/>
                </a:lnTo>
                <a:lnTo>
                  <a:pt x="373062" y="1537548"/>
                </a:lnTo>
                <a:lnTo>
                  <a:pt x="375395" y="1537548"/>
                </a:lnTo>
                <a:lnTo>
                  <a:pt x="377726" y="1537548"/>
                </a:lnTo>
                <a:lnTo>
                  <a:pt x="380058" y="1537548"/>
                </a:lnTo>
                <a:lnTo>
                  <a:pt x="382389" y="1537548"/>
                </a:lnTo>
                <a:lnTo>
                  <a:pt x="384720" y="1537548"/>
                </a:lnTo>
                <a:lnTo>
                  <a:pt x="387053" y="1537548"/>
                </a:lnTo>
                <a:lnTo>
                  <a:pt x="389384" y="1537548"/>
                </a:lnTo>
                <a:lnTo>
                  <a:pt x="391716" y="1537548"/>
                </a:lnTo>
                <a:lnTo>
                  <a:pt x="394047" y="1537548"/>
                </a:lnTo>
                <a:lnTo>
                  <a:pt x="396380" y="1537548"/>
                </a:lnTo>
                <a:lnTo>
                  <a:pt x="398711" y="1537548"/>
                </a:lnTo>
                <a:lnTo>
                  <a:pt x="401043" y="1537548"/>
                </a:lnTo>
                <a:lnTo>
                  <a:pt x="403374" y="1537548"/>
                </a:lnTo>
                <a:lnTo>
                  <a:pt x="405705" y="1537548"/>
                </a:lnTo>
                <a:lnTo>
                  <a:pt x="408038" y="1537548"/>
                </a:lnTo>
                <a:lnTo>
                  <a:pt x="410369" y="1537548"/>
                </a:lnTo>
                <a:lnTo>
                  <a:pt x="412701" y="1537548"/>
                </a:lnTo>
                <a:lnTo>
                  <a:pt x="415032" y="1537548"/>
                </a:lnTo>
                <a:lnTo>
                  <a:pt x="417364" y="1537548"/>
                </a:lnTo>
                <a:lnTo>
                  <a:pt x="419696" y="1537548"/>
                </a:lnTo>
                <a:lnTo>
                  <a:pt x="422027" y="1537548"/>
                </a:lnTo>
                <a:lnTo>
                  <a:pt x="424359" y="1537548"/>
                </a:lnTo>
                <a:lnTo>
                  <a:pt x="426690" y="1537548"/>
                </a:lnTo>
                <a:lnTo>
                  <a:pt x="429022" y="1537548"/>
                </a:lnTo>
                <a:lnTo>
                  <a:pt x="431354" y="1537548"/>
                </a:lnTo>
                <a:lnTo>
                  <a:pt x="433686" y="1537548"/>
                </a:lnTo>
                <a:lnTo>
                  <a:pt x="436017" y="1537548"/>
                </a:lnTo>
                <a:lnTo>
                  <a:pt x="438349" y="1537548"/>
                </a:lnTo>
                <a:lnTo>
                  <a:pt x="440680" y="1537548"/>
                </a:lnTo>
                <a:lnTo>
                  <a:pt x="443012" y="1537548"/>
                </a:lnTo>
                <a:lnTo>
                  <a:pt x="445344" y="1537548"/>
                </a:lnTo>
                <a:lnTo>
                  <a:pt x="447675" y="1537548"/>
                </a:lnTo>
                <a:lnTo>
                  <a:pt x="450007" y="1537548"/>
                </a:lnTo>
                <a:lnTo>
                  <a:pt x="452339" y="1537548"/>
                </a:lnTo>
                <a:lnTo>
                  <a:pt x="454671" y="1537548"/>
                </a:lnTo>
                <a:lnTo>
                  <a:pt x="457002" y="1537548"/>
                </a:lnTo>
                <a:lnTo>
                  <a:pt x="459333" y="1537548"/>
                </a:lnTo>
                <a:lnTo>
                  <a:pt x="461665" y="1537548"/>
                </a:lnTo>
                <a:lnTo>
                  <a:pt x="463997" y="1537548"/>
                </a:lnTo>
                <a:lnTo>
                  <a:pt x="466329" y="1537548"/>
                </a:lnTo>
                <a:lnTo>
                  <a:pt x="468660" y="1537548"/>
                </a:lnTo>
                <a:lnTo>
                  <a:pt x="470992" y="1537548"/>
                </a:lnTo>
                <a:lnTo>
                  <a:pt x="473323" y="1537548"/>
                </a:lnTo>
                <a:lnTo>
                  <a:pt x="475654" y="1537548"/>
                </a:lnTo>
                <a:lnTo>
                  <a:pt x="477987" y="1537548"/>
                </a:lnTo>
                <a:lnTo>
                  <a:pt x="480318" y="1537548"/>
                </a:lnTo>
                <a:lnTo>
                  <a:pt x="482650" y="1537548"/>
                </a:lnTo>
                <a:lnTo>
                  <a:pt x="484981" y="1537548"/>
                </a:lnTo>
                <a:lnTo>
                  <a:pt x="487314" y="1537548"/>
                </a:lnTo>
                <a:lnTo>
                  <a:pt x="489645" y="1537548"/>
                </a:lnTo>
                <a:lnTo>
                  <a:pt x="491977" y="1537548"/>
                </a:lnTo>
                <a:lnTo>
                  <a:pt x="494308" y="1537548"/>
                </a:lnTo>
                <a:lnTo>
                  <a:pt x="496639" y="1537548"/>
                </a:lnTo>
                <a:lnTo>
                  <a:pt x="498972" y="1537548"/>
                </a:lnTo>
                <a:lnTo>
                  <a:pt x="501303" y="1537548"/>
                </a:lnTo>
                <a:lnTo>
                  <a:pt x="503635" y="1537548"/>
                </a:lnTo>
                <a:lnTo>
                  <a:pt x="505966" y="1537548"/>
                </a:lnTo>
                <a:lnTo>
                  <a:pt x="508299" y="1537548"/>
                </a:lnTo>
                <a:lnTo>
                  <a:pt x="510630" y="1537548"/>
                </a:lnTo>
                <a:lnTo>
                  <a:pt x="512961" y="1537548"/>
                </a:lnTo>
                <a:lnTo>
                  <a:pt x="515293" y="1537548"/>
                </a:lnTo>
                <a:lnTo>
                  <a:pt x="517624" y="1537548"/>
                </a:lnTo>
                <a:lnTo>
                  <a:pt x="519957" y="1537548"/>
                </a:lnTo>
                <a:lnTo>
                  <a:pt x="522288" y="1537548"/>
                </a:lnTo>
                <a:lnTo>
                  <a:pt x="524620" y="1537548"/>
                </a:lnTo>
                <a:lnTo>
                  <a:pt x="526951" y="1537548"/>
                </a:lnTo>
                <a:lnTo>
                  <a:pt x="529282" y="1537548"/>
                </a:lnTo>
                <a:lnTo>
                  <a:pt x="531615" y="1537548"/>
                </a:lnTo>
                <a:lnTo>
                  <a:pt x="533946" y="1537548"/>
                </a:lnTo>
                <a:lnTo>
                  <a:pt x="536278" y="1537548"/>
                </a:lnTo>
                <a:lnTo>
                  <a:pt x="538609" y="1537548"/>
                </a:lnTo>
                <a:lnTo>
                  <a:pt x="540942" y="1537548"/>
                </a:lnTo>
                <a:lnTo>
                  <a:pt x="543273" y="1537548"/>
                </a:lnTo>
                <a:lnTo>
                  <a:pt x="545605" y="1537548"/>
                </a:lnTo>
                <a:lnTo>
                  <a:pt x="547936" y="1537548"/>
                </a:lnTo>
                <a:lnTo>
                  <a:pt x="550267" y="1537548"/>
                </a:lnTo>
                <a:lnTo>
                  <a:pt x="552600" y="1537548"/>
                </a:lnTo>
                <a:lnTo>
                  <a:pt x="554931" y="1537548"/>
                </a:lnTo>
                <a:lnTo>
                  <a:pt x="557263" y="1537548"/>
                </a:lnTo>
                <a:lnTo>
                  <a:pt x="559594" y="1537548"/>
                </a:lnTo>
                <a:lnTo>
                  <a:pt x="561926" y="1537548"/>
                </a:lnTo>
                <a:lnTo>
                  <a:pt x="564258" y="1537548"/>
                </a:lnTo>
                <a:lnTo>
                  <a:pt x="566589" y="1537548"/>
                </a:lnTo>
                <a:lnTo>
                  <a:pt x="568921" y="1537548"/>
                </a:lnTo>
                <a:lnTo>
                  <a:pt x="571252" y="1537548"/>
                </a:lnTo>
                <a:lnTo>
                  <a:pt x="573584" y="1537548"/>
                </a:lnTo>
                <a:lnTo>
                  <a:pt x="575916" y="1537548"/>
                </a:lnTo>
                <a:lnTo>
                  <a:pt x="578248" y="1537548"/>
                </a:lnTo>
                <a:lnTo>
                  <a:pt x="580579" y="1537548"/>
                </a:lnTo>
                <a:lnTo>
                  <a:pt x="582911" y="1537548"/>
                </a:lnTo>
                <a:lnTo>
                  <a:pt x="585242" y="1537548"/>
                </a:lnTo>
                <a:lnTo>
                  <a:pt x="587574" y="1537548"/>
                </a:lnTo>
                <a:lnTo>
                  <a:pt x="589906" y="1537548"/>
                </a:lnTo>
                <a:lnTo>
                  <a:pt x="592237" y="1537548"/>
                </a:lnTo>
                <a:lnTo>
                  <a:pt x="594569" y="1537548"/>
                </a:lnTo>
                <a:lnTo>
                  <a:pt x="596900" y="1537548"/>
                </a:lnTo>
                <a:lnTo>
                  <a:pt x="599233" y="1537548"/>
                </a:lnTo>
                <a:lnTo>
                  <a:pt x="601564" y="1537548"/>
                </a:lnTo>
                <a:lnTo>
                  <a:pt x="603895" y="1537548"/>
                </a:lnTo>
                <a:lnTo>
                  <a:pt x="606227" y="1537548"/>
                </a:lnTo>
                <a:lnTo>
                  <a:pt x="608558" y="1537548"/>
                </a:lnTo>
                <a:lnTo>
                  <a:pt x="610891" y="1537548"/>
                </a:lnTo>
                <a:lnTo>
                  <a:pt x="613222" y="1537548"/>
                </a:lnTo>
                <a:lnTo>
                  <a:pt x="615554" y="1537548"/>
                </a:lnTo>
                <a:lnTo>
                  <a:pt x="617885" y="1537548"/>
                </a:lnTo>
                <a:lnTo>
                  <a:pt x="620216" y="1537548"/>
                </a:lnTo>
                <a:lnTo>
                  <a:pt x="622549" y="1537548"/>
                </a:lnTo>
                <a:lnTo>
                  <a:pt x="624880" y="1537548"/>
                </a:lnTo>
                <a:lnTo>
                  <a:pt x="627212" y="1537548"/>
                </a:lnTo>
                <a:lnTo>
                  <a:pt x="629543" y="1537548"/>
                </a:lnTo>
                <a:lnTo>
                  <a:pt x="631876" y="1537548"/>
                </a:lnTo>
                <a:lnTo>
                  <a:pt x="634207" y="1537548"/>
                </a:lnTo>
                <a:lnTo>
                  <a:pt x="636539" y="1537548"/>
                </a:lnTo>
                <a:lnTo>
                  <a:pt x="638870" y="1537548"/>
                </a:lnTo>
                <a:lnTo>
                  <a:pt x="641201" y="1537548"/>
                </a:lnTo>
                <a:lnTo>
                  <a:pt x="643534" y="1537548"/>
                </a:lnTo>
                <a:lnTo>
                  <a:pt x="645865" y="1537548"/>
                </a:lnTo>
                <a:lnTo>
                  <a:pt x="648197" y="1537548"/>
                </a:lnTo>
                <a:lnTo>
                  <a:pt x="650528" y="1537548"/>
                </a:lnTo>
                <a:lnTo>
                  <a:pt x="652861" y="1537548"/>
                </a:lnTo>
                <a:lnTo>
                  <a:pt x="655192" y="1537548"/>
                </a:lnTo>
                <a:lnTo>
                  <a:pt x="657523" y="1537548"/>
                </a:lnTo>
                <a:lnTo>
                  <a:pt x="659855" y="1537548"/>
                </a:lnTo>
                <a:lnTo>
                  <a:pt x="662186" y="1537548"/>
                </a:lnTo>
                <a:lnTo>
                  <a:pt x="664519" y="1537548"/>
                </a:lnTo>
                <a:lnTo>
                  <a:pt x="666850" y="1537548"/>
                </a:lnTo>
                <a:lnTo>
                  <a:pt x="669182" y="1537548"/>
                </a:lnTo>
                <a:lnTo>
                  <a:pt x="671513" y="1537548"/>
                </a:lnTo>
                <a:lnTo>
                  <a:pt x="673845" y="1537548"/>
                </a:lnTo>
                <a:lnTo>
                  <a:pt x="676177" y="1537548"/>
                </a:lnTo>
                <a:lnTo>
                  <a:pt x="678508" y="1537548"/>
                </a:lnTo>
                <a:lnTo>
                  <a:pt x="680840" y="1537548"/>
                </a:lnTo>
                <a:lnTo>
                  <a:pt x="683171" y="1537548"/>
                </a:lnTo>
                <a:lnTo>
                  <a:pt x="685504" y="1537548"/>
                </a:lnTo>
                <a:lnTo>
                  <a:pt x="687835" y="1537548"/>
                </a:lnTo>
                <a:lnTo>
                  <a:pt x="690167" y="1537548"/>
                </a:lnTo>
                <a:lnTo>
                  <a:pt x="692498" y="1537548"/>
                </a:lnTo>
                <a:lnTo>
                  <a:pt x="694829" y="1537548"/>
                </a:lnTo>
                <a:lnTo>
                  <a:pt x="697162" y="1537548"/>
                </a:lnTo>
                <a:lnTo>
                  <a:pt x="699493" y="1537548"/>
                </a:lnTo>
                <a:lnTo>
                  <a:pt x="701825" y="1537548"/>
                </a:lnTo>
                <a:lnTo>
                  <a:pt x="704156" y="1537548"/>
                </a:lnTo>
                <a:lnTo>
                  <a:pt x="706488" y="1537548"/>
                </a:lnTo>
                <a:lnTo>
                  <a:pt x="708820" y="1537548"/>
                </a:lnTo>
                <a:lnTo>
                  <a:pt x="711151" y="1537548"/>
                </a:lnTo>
                <a:lnTo>
                  <a:pt x="713483" y="1537548"/>
                </a:lnTo>
                <a:lnTo>
                  <a:pt x="715814" y="1537548"/>
                </a:lnTo>
                <a:lnTo>
                  <a:pt x="718146" y="1537548"/>
                </a:lnTo>
                <a:lnTo>
                  <a:pt x="720478" y="1537548"/>
                </a:lnTo>
                <a:lnTo>
                  <a:pt x="722810" y="1537548"/>
                </a:lnTo>
                <a:lnTo>
                  <a:pt x="725141" y="1537548"/>
                </a:lnTo>
                <a:lnTo>
                  <a:pt x="727473" y="1537548"/>
                </a:lnTo>
                <a:lnTo>
                  <a:pt x="729804" y="1537548"/>
                </a:lnTo>
                <a:lnTo>
                  <a:pt x="732136" y="1537548"/>
                </a:lnTo>
                <a:lnTo>
                  <a:pt x="734468" y="1537548"/>
                </a:lnTo>
                <a:lnTo>
                  <a:pt x="736803" y="1537548"/>
                </a:lnTo>
                <a:lnTo>
                  <a:pt x="739128" y="1537548"/>
                </a:lnTo>
                <a:lnTo>
                  <a:pt x="741465" y="1537548"/>
                </a:lnTo>
                <a:lnTo>
                  <a:pt x="743790" y="1537548"/>
                </a:lnTo>
                <a:lnTo>
                  <a:pt x="746127" y="1537548"/>
                </a:lnTo>
                <a:lnTo>
                  <a:pt x="748452" y="1537548"/>
                </a:lnTo>
                <a:lnTo>
                  <a:pt x="750789" y="1537548"/>
                </a:lnTo>
                <a:lnTo>
                  <a:pt x="753127" y="1537548"/>
                </a:lnTo>
                <a:lnTo>
                  <a:pt x="755452" y="1537548"/>
                </a:lnTo>
                <a:lnTo>
                  <a:pt x="757789" y="1537548"/>
                </a:lnTo>
                <a:lnTo>
                  <a:pt x="760114" y="1537548"/>
                </a:lnTo>
                <a:lnTo>
                  <a:pt x="762451" y="1537548"/>
                </a:lnTo>
                <a:lnTo>
                  <a:pt x="764776" y="1537548"/>
                </a:lnTo>
                <a:lnTo>
                  <a:pt x="767113" y="1537548"/>
                </a:lnTo>
                <a:lnTo>
                  <a:pt x="769438" y="1537548"/>
                </a:lnTo>
                <a:lnTo>
                  <a:pt x="771776" y="1537548"/>
                </a:lnTo>
                <a:lnTo>
                  <a:pt x="774100" y="1537548"/>
                </a:lnTo>
                <a:lnTo>
                  <a:pt x="776438" y="1537548"/>
                </a:lnTo>
                <a:lnTo>
                  <a:pt x="778775" y="1537548"/>
                </a:lnTo>
                <a:lnTo>
                  <a:pt x="781100" y="1537548"/>
                </a:lnTo>
                <a:lnTo>
                  <a:pt x="783437" y="1537548"/>
                </a:lnTo>
                <a:lnTo>
                  <a:pt x="785762" y="1537548"/>
                </a:lnTo>
                <a:lnTo>
                  <a:pt x="788099" y="1537548"/>
                </a:lnTo>
                <a:lnTo>
                  <a:pt x="790424" y="1537548"/>
                </a:lnTo>
                <a:lnTo>
                  <a:pt x="792762" y="1537548"/>
                </a:lnTo>
                <a:lnTo>
                  <a:pt x="795087" y="1537548"/>
                </a:lnTo>
                <a:lnTo>
                  <a:pt x="797424" y="1537548"/>
                </a:lnTo>
                <a:lnTo>
                  <a:pt x="799749" y="1537548"/>
                </a:lnTo>
                <a:lnTo>
                  <a:pt x="802086" y="1537548"/>
                </a:lnTo>
                <a:lnTo>
                  <a:pt x="804411" y="1537548"/>
                </a:lnTo>
                <a:lnTo>
                  <a:pt x="806748" y="1537548"/>
                </a:lnTo>
                <a:lnTo>
                  <a:pt x="809086" y="1537548"/>
                </a:lnTo>
                <a:lnTo>
                  <a:pt x="811410" y="1537548"/>
                </a:lnTo>
                <a:lnTo>
                  <a:pt x="813748" y="1537548"/>
                </a:lnTo>
                <a:lnTo>
                  <a:pt x="816073" y="1537548"/>
                </a:lnTo>
                <a:lnTo>
                  <a:pt x="818410" y="1537548"/>
                </a:lnTo>
                <a:lnTo>
                  <a:pt x="820735" y="1537548"/>
                </a:lnTo>
                <a:lnTo>
                  <a:pt x="823072" y="1537548"/>
                </a:lnTo>
                <a:lnTo>
                  <a:pt x="825397" y="1537548"/>
                </a:lnTo>
                <a:lnTo>
                  <a:pt x="827734" y="1537548"/>
                </a:lnTo>
                <a:lnTo>
                  <a:pt x="830059" y="1537548"/>
                </a:lnTo>
                <a:lnTo>
                  <a:pt x="832397" y="1537548"/>
                </a:lnTo>
                <a:lnTo>
                  <a:pt x="834734" y="1537548"/>
                </a:lnTo>
                <a:lnTo>
                  <a:pt x="837059" y="1537548"/>
                </a:lnTo>
                <a:lnTo>
                  <a:pt x="839396" y="1537548"/>
                </a:lnTo>
                <a:lnTo>
                  <a:pt x="841721" y="1537548"/>
                </a:lnTo>
                <a:lnTo>
                  <a:pt x="844058" y="1537548"/>
                </a:lnTo>
                <a:lnTo>
                  <a:pt x="846383" y="1537548"/>
                </a:lnTo>
                <a:lnTo>
                  <a:pt x="848720" y="1537548"/>
                </a:lnTo>
                <a:lnTo>
                  <a:pt x="851045" y="1537548"/>
                </a:lnTo>
                <a:lnTo>
                  <a:pt x="853383" y="1537548"/>
                </a:lnTo>
                <a:lnTo>
                  <a:pt x="855708" y="1537548"/>
                </a:lnTo>
                <a:lnTo>
                  <a:pt x="858045" y="1537548"/>
                </a:lnTo>
                <a:lnTo>
                  <a:pt x="860382" y="1537548"/>
                </a:lnTo>
                <a:lnTo>
                  <a:pt x="862707" y="1537548"/>
                </a:lnTo>
                <a:lnTo>
                  <a:pt x="865044" y="1537548"/>
                </a:lnTo>
                <a:lnTo>
                  <a:pt x="867369" y="1537548"/>
                </a:lnTo>
                <a:lnTo>
                  <a:pt x="869707" y="1537548"/>
                </a:lnTo>
                <a:lnTo>
                  <a:pt x="872032" y="1537548"/>
                </a:lnTo>
                <a:lnTo>
                  <a:pt x="874369" y="1537548"/>
                </a:lnTo>
                <a:lnTo>
                  <a:pt x="876694" y="1537548"/>
                </a:lnTo>
                <a:lnTo>
                  <a:pt x="879031" y="1537548"/>
                </a:lnTo>
                <a:lnTo>
                  <a:pt x="881356" y="1537548"/>
                </a:lnTo>
                <a:lnTo>
                  <a:pt x="883693" y="1537548"/>
                </a:lnTo>
                <a:lnTo>
                  <a:pt x="886031" y="1537548"/>
                </a:lnTo>
                <a:lnTo>
                  <a:pt x="888355" y="1537548"/>
                </a:lnTo>
                <a:lnTo>
                  <a:pt x="890693" y="1537548"/>
                </a:lnTo>
                <a:lnTo>
                  <a:pt x="893018" y="1537548"/>
                </a:lnTo>
                <a:lnTo>
                  <a:pt x="895355" y="1537548"/>
                </a:lnTo>
                <a:lnTo>
                  <a:pt x="897680" y="1537548"/>
                </a:lnTo>
                <a:lnTo>
                  <a:pt x="900017" y="1537548"/>
                </a:lnTo>
                <a:lnTo>
                  <a:pt x="902342" y="1537548"/>
                </a:lnTo>
                <a:lnTo>
                  <a:pt x="904679" y="1537548"/>
                </a:lnTo>
                <a:lnTo>
                  <a:pt x="907004" y="1537548"/>
                </a:lnTo>
                <a:lnTo>
                  <a:pt x="909342" y="1537548"/>
                </a:lnTo>
                <a:lnTo>
                  <a:pt x="911667" y="1537548"/>
                </a:lnTo>
                <a:lnTo>
                  <a:pt x="914004" y="1537548"/>
                </a:lnTo>
                <a:lnTo>
                  <a:pt x="916341" y="1537548"/>
                </a:lnTo>
                <a:lnTo>
                  <a:pt x="918666" y="1537548"/>
                </a:lnTo>
                <a:lnTo>
                  <a:pt x="921003" y="1537548"/>
                </a:lnTo>
                <a:lnTo>
                  <a:pt x="923328" y="1537548"/>
                </a:lnTo>
                <a:lnTo>
                  <a:pt x="925666" y="1537548"/>
                </a:lnTo>
                <a:lnTo>
                  <a:pt x="927991" y="1537548"/>
                </a:lnTo>
                <a:lnTo>
                  <a:pt x="930328" y="1537548"/>
                </a:lnTo>
                <a:lnTo>
                  <a:pt x="932653" y="1537548"/>
                </a:lnTo>
                <a:lnTo>
                  <a:pt x="934990" y="1537548"/>
                </a:lnTo>
                <a:lnTo>
                  <a:pt x="937315" y="1537548"/>
                </a:lnTo>
                <a:lnTo>
                  <a:pt x="939652" y="1537548"/>
                </a:lnTo>
                <a:lnTo>
                  <a:pt x="941990" y="1537548"/>
                </a:lnTo>
                <a:lnTo>
                  <a:pt x="944315" y="1537548"/>
                </a:lnTo>
                <a:lnTo>
                  <a:pt x="946652" y="1537548"/>
                </a:lnTo>
                <a:lnTo>
                  <a:pt x="948977" y="1537548"/>
                </a:lnTo>
                <a:lnTo>
                  <a:pt x="951314" y="1537548"/>
                </a:lnTo>
                <a:lnTo>
                  <a:pt x="953639" y="1537548"/>
                </a:lnTo>
                <a:lnTo>
                  <a:pt x="955976" y="1537548"/>
                </a:lnTo>
                <a:lnTo>
                  <a:pt x="958301" y="1537548"/>
                </a:lnTo>
                <a:lnTo>
                  <a:pt x="960638" y="1537548"/>
                </a:lnTo>
                <a:lnTo>
                  <a:pt x="962963" y="1537548"/>
                </a:lnTo>
                <a:lnTo>
                  <a:pt x="965301" y="1537548"/>
                </a:lnTo>
                <a:lnTo>
                  <a:pt x="967638" y="1537548"/>
                </a:lnTo>
                <a:lnTo>
                  <a:pt x="969963" y="1537548"/>
                </a:lnTo>
                <a:lnTo>
                  <a:pt x="972300" y="1537548"/>
                </a:lnTo>
                <a:lnTo>
                  <a:pt x="974625" y="1537548"/>
                </a:lnTo>
                <a:lnTo>
                  <a:pt x="976962" y="1537548"/>
                </a:lnTo>
                <a:lnTo>
                  <a:pt x="979287" y="1537548"/>
                </a:lnTo>
                <a:lnTo>
                  <a:pt x="981625" y="1537548"/>
                </a:lnTo>
                <a:lnTo>
                  <a:pt x="983949" y="1537548"/>
                </a:lnTo>
                <a:lnTo>
                  <a:pt x="986287" y="1537548"/>
                </a:lnTo>
                <a:lnTo>
                  <a:pt x="988612" y="1537548"/>
                </a:lnTo>
                <a:lnTo>
                  <a:pt x="990949" y="1537548"/>
                </a:lnTo>
                <a:lnTo>
                  <a:pt x="993286" y="1537548"/>
                </a:lnTo>
                <a:lnTo>
                  <a:pt x="995611" y="1537548"/>
                </a:lnTo>
                <a:lnTo>
                  <a:pt x="997948" y="1537548"/>
                </a:lnTo>
                <a:lnTo>
                  <a:pt x="1000273" y="1537548"/>
                </a:lnTo>
                <a:lnTo>
                  <a:pt x="1002611" y="1537548"/>
                </a:lnTo>
                <a:lnTo>
                  <a:pt x="1004936" y="1537548"/>
                </a:lnTo>
                <a:lnTo>
                  <a:pt x="1007273" y="1537548"/>
                </a:lnTo>
                <a:lnTo>
                  <a:pt x="1009598" y="1537548"/>
                </a:lnTo>
                <a:lnTo>
                  <a:pt x="1011935" y="1537548"/>
                </a:lnTo>
                <a:lnTo>
                  <a:pt x="1014260" y="1537548"/>
                </a:lnTo>
                <a:lnTo>
                  <a:pt x="1016597" y="1537548"/>
                </a:lnTo>
                <a:lnTo>
                  <a:pt x="1018922" y="1537548"/>
                </a:lnTo>
                <a:lnTo>
                  <a:pt x="1021259" y="1537548"/>
                </a:lnTo>
                <a:lnTo>
                  <a:pt x="1023597" y="1537548"/>
                </a:lnTo>
                <a:lnTo>
                  <a:pt x="1025922" y="1537548"/>
                </a:lnTo>
                <a:lnTo>
                  <a:pt x="1028259" y="1537548"/>
                </a:lnTo>
                <a:lnTo>
                  <a:pt x="1030584" y="1537548"/>
                </a:lnTo>
                <a:lnTo>
                  <a:pt x="1032921" y="1537548"/>
                </a:lnTo>
                <a:lnTo>
                  <a:pt x="1035246" y="1537548"/>
                </a:lnTo>
                <a:lnTo>
                  <a:pt x="1037583" y="1537548"/>
                </a:lnTo>
                <a:lnTo>
                  <a:pt x="1039908" y="1537548"/>
                </a:lnTo>
                <a:lnTo>
                  <a:pt x="1042246" y="1537548"/>
                </a:lnTo>
                <a:lnTo>
                  <a:pt x="1044571" y="1537548"/>
                </a:lnTo>
                <a:lnTo>
                  <a:pt x="1046908" y="1537548"/>
                </a:lnTo>
                <a:lnTo>
                  <a:pt x="1049245" y="1537548"/>
                </a:lnTo>
                <a:lnTo>
                  <a:pt x="1051570" y="1537548"/>
                </a:lnTo>
                <a:lnTo>
                  <a:pt x="1053907" y="1537548"/>
                </a:lnTo>
                <a:lnTo>
                  <a:pt x="1056232" y="1537548"/>
                </a:lnTo>
                <a:lnTo>
                  <a:pt x="1058569" y="1537548"/>
                </a:lnTo>
                <a:lnTo>
                  <a:pt x="1060894" y="1537548"/>
                </a:lnTo>
                <a:lnTo>
                  <a:pt x="1063232" y="1537548"/>
                </a:lnTo>
                <a:lnTo>
                  <a:pt x="1065557" y="1537548"/>
                </a:lnTo>
                <a:lnTo>
                  <a:pt x="1067894" y="1537548"/>
                </a:lnTo>
                <a:lnTo>
                  <a:pt x="1070219" y="1537548"/>
                </a:lnTo>
                <a:lnTo>
                  <a:pt x="1072556" y="1537548"/>
                </a:lnTo>
                <a:lnTo>
                  <a:pt x="1074893" y="1537548"/>
                </a:lnTo>
                <a:lnTo>
                  <a:pt x="1077218" y="1537548"/>
                </a:lnTo>
                <a:lnTo>
                  <a:pt x="1079556" y="1537548"/>
                </a:lnTo>
                <a:lnTo>
                  <a:pt x="1081881" y="1537548"/>
                </a:lnTo>
                <a:lnTo>
                  <a:pt x="1084218" y="1537548"/>
                </a:lnTo>
                <a:lnTo>
                  <a:pt x="1086543" y="1537548"/>
                </a:lnTo>
                <a:lnTo>
                  <a:pt x="1088880" y="1537548"/>
                </a:lnTo>
                <a:lnTo>
                  <a:pt x="1091205" y="1537548"/>
                </a:lnTo>
                <a:lnTo>
                  <a:pt x="1093542" y="1537548"/>
                </a:lnTo>
                <a:lnTo>
                  <a:pt x="1095867" y="1537548"/>
                </a:lnTo>
                <a:lnTo>
                  <a:pt x="1098205" y="1537548"/>
                </a:lnTo>
                <a:lnTo>
                  <a:pt x="1100542" y="1537548"/>
                </a:lnTo>
                <a:lnTo>
                  <a:pt x="1102867" y="1537548"/>
                </a:lnTo>
                <a:lnTo>
                  <a:pt x="1105204" y="1537548"/>
                </a:lnTo>
                <a:lnTo>
                  <a:pt x="1107529" y="1537548"/>
                </a:lnTo>
                <a:lnTo>
                  <a:pt x="1109866" y="1537548"/>
                </a:lnTo>
                <a:lnTo>
                  <a:pt x="1112191" y="1537548"/>
                </a:lnTo>
                <a:lnTo>
                  <a:pt x="1114529" y="1537548"/>
                </a:lnTo>
                <a:lnTo>
                  <a:pt x="1116853" y="1537548"/>
                </a:lnTo>
                <a:lnTo>
                  <a:pt x="1119191" y="1537548"/>
                </a:lnTo>
                <a:lnTo>
                  <a:pt x="1121516" y="1537548"/>
                </a:lnTo>
                <a:lnTo>
                  <a:pt x="1123853" y="1537548"/>
                </a:lnTo>
                <a:lnTo>
                  <a:pt x="1126178" y="1537548"/>
                </a:lnTo>
                <a:lnTo>
                  <a:pt x="1128515" y="1537548"/>
                </a:lnTo>
                <a:lnTo>
                  <a:pt x="1130852" y="1537548"/>
                </a:lnTo>
                <a:lnTo>
                  <a:pt x="1133177" y="1537548"/>
                </a:lnTo>
                <a:lnTo>
                  <a:pt x="1135515" y="1537548"/>
                </a:lnTo>
                <a:lnTo>
                  <a:pt x="1137840" y="1537548"/>
                </a:lnTo>
                <a:lnTo>
                  <a:pt x="1140177" y="1537548"/>
                </a:lnTo>
                <a:lnTo>
                  <a:pt x="1142502" y="1537548"/>
                </a:lnTo>
                <a:lnTo>
                  <a:pt x="1144839" y="1537548"/>
                </a:lnTo>
                <a:lnTo>
                  <a:pt x="1147164" y="1537548"/>
                </a:lnTo>
                <a:lnTo>
                  <a:pt x="1149501" y="1537548"/>
                </a:lnTo>
                <a:lnTo>
                  <a:pt x="1151826" y="1537548"/>
                </a:lnTo>
                <a:lnTo>
                  <a:pt x="1154164" y="1537548"/>
                </a:lnTo>
                <a:lnTo>
                  <a:pt x="1156501" y="1537548"/>
                </a:lnTo>
                <a:lnTo>
                  <a:pt x="1158826" y="1537548"/>
                </a:lnTo>
                <a:lnTo>
                  <a:pt x="1161163" y="1537548"/>
                </a:lnTo>
                <a:lnTo>
                  <a:pt x="1163488" y="1537548"/>
                </a:lnTo>
                <a:lnTo>
                  <a:pt x="1165825" y="0"/>
                </a:lnTo>
                <a:lnTo>
                  <a:pt x="1168150" y="55"/>
                </a:lnTo>
                <a:lnTo>
                  <a:pt x="1170487" y="166"/>
                </a:lnTo>
                <a:lnTo>
                  <a:pt x="1172812" y="333"/>
                </a:lnTo>
                <a:lnTo>
                  <a:pt x="1175150" y="555"/>
                </a:lnTo>
                <a:lnTo>
                  <a:pt x="1177475" y="832"/>
                </a:lnTo>
                <a:lnTo>
                  <a:pt x="1179812" y="1164"/>
                </a:lnTo>
                <a:lnTo>
                  <a:pt x="1182149" y="1552"/>
                </a:lnTo>
                <a:lnTo>
                  <a:pt x="1184474" y="1995"/>
                </a:lnTo>
                <a:lnTo>
                  <a:pt x="1186811" y="2494"/>
                </a:lnTo>
                <a:lnTo>
                  <a:pt x="1189136" y="3047"/>
                </a:lnTo>
                <a:lnTo>
                  <a:pt x="1191474" y="3656"/>
                </a:lnTo>
                <a:lnTo>
                  <a:pt x="1193798" y="4320"/>
                </a:lnTo>
                <a:lnTo>
                  <a:pt x="1196136" y="5039"/>
                </a:lnTo>
                <a:lnTo>
                  <a:pt x="1198461" y="5813"/>
                </a:lnTo>
                <a:lnTo>
                  <a:pt x="1200798" y="6641"/>
                </a:lnTo>
                <a:lnTo>
                  <a:pt x="1203123" y="7524"/>
                </a:lnTo>
                <a:lnTo>
                  <a:pt x="1205460" y="8462"/>
                </a:lnTo>
                <a:lnTo>
                  <a:pt x="1207797" y="9455"/>
                </a:lnTo>
                <a:lnTo>
                  <a:pt x="1210122" y="10502"/>
                </a:lnTo>
                <a:lnTo>
                  <a:pt x="1212460" y="11603"/>
                </a:lnTo>
                <a:lnTo>
                  <a:pt x="1214785" y="12759"/>
                </a:lnTo>
                <a:lnTo>
                  <a:pt x="1217122" y="13968"/>
                </a:lnTo>
                <a:lnTo>
                  <a:pt x="1219447" y="15231"/>
                </a:lnTo>
                <a:lnTo>
                  <a:pt x="1221784" y="16549"/>
                </a:lnTo>
                <a:lnTo>
                  <a:pt x="1224109" y="17920"/>
                </a:lnTo>
                <a:lnTo>
                  <a:pt x="1226446" y="19345"/>
                </a:lnTo>
                <a:lnTo>
                  <a:pt x="1228771" y="20822"/>
                </a:lnTo>
                <a:lnTo>
                  <a:pt x="1231108" y="22354"/>
                </a:lnTo>
                <a:lnTo>
                  <a:pt x="1233446" y="23938"/>
                </a:lnTo>
                <a:lnTo>
                  <a:pt x="1235771" y="25575"/>
                </a:lnTo>
                <a:lnTo>
                  <a:pt x="1238108" y="27264"/>
                </a:lnTo>
                <a:lnTo>
                  <a:pt x="1240433" y="29007"/>
                </a:lnTo>
                <a:lnTo>
                  <a:pt x="1242770" y="30802"/>
                </a:lnTo>
                <a:lnTo>
                  <a:pt x="1245095" y="32649"/>
                </a:lnTo>
                <a:lnTo>
                  <a:pt x="1247432" y="34548"/>
                </a:lnTo>
                <a:lnTo>
                  <a:pt x="1249757" y="36498"/>
                </a:lnTo>
                <a:lnTo>
                  <a:pt x="1252095" y="38500"/>
                </a:lnTo>
                <a:lnTo>
                  <a:pt x="1254420" y="40554"/>
                </a:lnTo>
                <a:lnTo>
                  <a:pt x="1256757" y="42658"/>
                </a:lnTo>
                <a:lnTo>
                  <a:pt x="1259082" y="44814"/>
                </a:lnTo>
                <a:lnTo>
                  <a:pt x="1261419" y="47019"/>
                </a:lnTo>
                <a:lnTo>
                  <a:pt x="1263756" y="49276"/>
                </a:lnTo>
                <a:lnTo>
                  <a:pt x="1266081" y="51583"/>
                </a:lnTo>
                <a:lnTo>
                  <a:pt x="1268419" y="53939"/>
                </a:lnTo>
                <a:lnTo>
                  <a:pt x="1270744" y="56346"/>
                </a:lnTo>
                <a:lnTo>
                  <a:pt x="1273081" y="58801"/>
                </a:lnTo>
                <a:lnTo>
                  <a:pt x="1275406" y="61306"/>
                </a:lnTo>
                <a:lnTo>
                  <a:pt x="1277743" y="63860"/>
                </a:lnTo>
                <a:lnTo>
                  <a:pt x="1280068" y="66463"/>
                </a:lnTo>
                <a:lnTo>
                  <a:pt x="1282405" y="69114"/>
                </a:lnTo>
                <a:lnTo>
                  <a:pt x="1284730" y="71813"/>
                </a:lnTo>
                <a:lnTo>
                  <a:pt x="1287067" y="74559"/>
                </a:lnTo>
                <a:lnTo>
                  <a:pt x="1289405" y="77353"/>
                </a:lnTo>
                <a:lnTo>
                  <a:pt x="1291730" y="80195"/>
                </a:lnTo>
                <a:lnTo>
                  <a:pt x="1294067" y="83083"/>
                </a:lnTo>
                <a:lnTo>
                  <a:pt x="1296392" y="86018"/>
                </a:lnTo>
                <a:lnTo>
                  <a:pt x="1298729" y="89000"/>
                </a:lnTo>
                <a:lnTo>
                  <a:pt x="1301054" y="92027"/>
                </a:lnTo>
                <a:lnTo>
                  <a:pt x="1303391" y="95100"/>
                </a:lnTo>
                <a:lnTo>
                  <a:pt x="1305716" y="98220"/>
                </a:lnTo>
                <a:lnTo>
                  <a:pt x="1308054" y="101383"/>
                </a:lnTo>
                <a:lnTo>
                  <a:pt x="1310379" y="104591"/>
                </a:lnTo>
                <a:lnTo>
                  <a:pt x="1312716" y="107844"/>
                </a:lnTo>
                <a:lnTo>
                  <a:pt x="1315053" y="111141"/>
                </a:lnTo>
                <a:lnTo>
                  <a:pt x="1317378" y="114481"/>
                </a:lnTo>
                <a:lnTo>
                  <a:pt x="1319715" y="117865"/>
                </a:lnTo>
                <a:lnTo>
                  <a:pt x="1322040" y="121292"/>
                </a:lnTo>
                <a:lnTo>
                  <a:pt x="1324378" y="124763"/>
                </a:lnTo>
                <a:lnTo>
                  <a:pt x="1326702" y="128275"/>
                </a:lnTo>
                <a:lnTo>
                  <a:pt x="1329040" y="131828"/>
                </a:lnTo>
                <a:lnTo>
                  <a:pt x="1331365" y="135424"/>
                </a:lnTo>
                <a:lnTo>
                  <a:pt x="1333702" y="139060"/>
                </a:lnTo>
                <a:lnTo>
                  <a:pt x="1336027" y="142739"/>
                </a:lnTo>
                <a:lnTo>
                  <a:pt x="1338364" y="146456"/>
                </a:lnTo>
                <a:lnTo>
                  <a:pt x="1340701" y="150215"/>
                </a:lnTo>
                <a:lnTo>
                  <a:pt x="1343026" y="154013"/>
                </a:lnTo>
                <a:lnTo>
                  <a:pt x="1345364" y="157851"/>
                </a:lnTo>
                <a:lnTo>
                  <a:pt x="1347689" y="161727"/>
                </a:lnTo>
                <a:lnTo>
                  <a:pt x="1350026" y="165642"/>
                </a:lnTo>
                <a:lnTo>
                  <a:pt x="1352351" y="169596"/>
                </a:lnTo>
                <a:lnTo>
                  <a:pt x="1354688" y="173587"/>
                </a:lnTo>
                <a:lnTo>
                  <a:pt x="1357013" y="177615"/>
                </a:lnTo>
                <a:lnTo>
                  <a:pt x="1359350" y="181681"/>
                </a:lnTo>
                <a:lnTo>
                  <a:pt x="1361675" y="185784"/>
                </a:lnTo>
                <a:lnTo>
                  <a:pt x="1364012" y="189922"/>
                </a:lnTo>
                <a:lnTo>
                  <a:pt x="1366337" y="194096"/>
                </a:lnTo>
                <a:lnTo>
                  <a:pt x="1368675" y="198305"/>
                </a:lnTo>
                <a:lnTo>
                  <a:pt x="1371012" y="202549"/>
                </a:lnTo>
                <a:lnTo>
                  <a:pt x="1373337" y="206829"/>
                </a:lnTo>
                <a:lnTo>
                  <a:pt x="1375674" y="211142"/>
                </a:lnTo>
                <a:lnTo>
                  <a:pt x="1377999" y="215489"/>
                </a:lnTo>
                <a:lnTo>
                  <a:pt x="1380336" y="219868"/>
                </a:lnTo>
                <a:lnTo>
                  <a:pt x="1382661" y="224282"/>
                </a:lnTo>
                <a:lnTo>
                  <a:pt x="1384999" y="228728"/>
                </a:lnTo>
                <a:lnTo>
                  <a:pt x="1387324" y="233205"/>
                </a:lnTo>
                <a:lnTo>
                  <a:pt x="1389661" y="237714"/>
                </a:lnTo>
                <a:lnTo>
                  <a:pt x="1391986" y="242254"/>
                </a:lnTo>
                <a:lnTo>
                  <a:pt x="1394323" y="246825"/>
                </a:lnTo>
                <a:lnTo>
                  <a:pt x="1396660" y="251426"/>
                </a:lnTo>
                <a:lnTo>
                  <a:pt x="1398985" y="256056"/>
                </a:lnTo>
                <a:lnTo>
                  <a:pt x="1401322" y="260717"/>
                </a:lnTo>
                <a:lnTo>
                  <a:pt x="1403647" y="265407"/>
                </a:lnTo>
                <a:lnTo>
                  <a:pt x="1405985" y="270124"/>
                </a:lnTo>
                <a:lnTo>
                  <a:pt x="1408310" y="274870"/>
                </a:lnTo>
                <a:lnTo>
                  <a:pt x="1410647" y="279644"/>
                </a:lnTo>
                <a:lnTo>
                  <a:pt x="1412972" y="284444"/>
                </a:lnTo>
                <a:lnTo>
                  <a:pt x="1415309" y="289271"/>
                </a:lnTo>
                <a:lnTo>
                  <a:pt x="1417634" y="294125"/>
                </a:lnTo>
                <a:lnTo>
                  <a:pt x="1419971" y="299004"/>
                </a:lnTo>
                <a:lnTo>
                  <a:pt x="1422309" y="303909"/>
                </a:lnTo>
                <a:lnTo>
                  <a:pt x="1424634" y="308839"/>
                </a:lnTo>
                <a:lnTo>
                  <a:pt x="1426971" y="313793"/>
                </a:lnTo>
                <a:lnTo>
                  <a:pt x="1429296" y="318771"/>
                </a:lnTo>
                <a:lnTo>
                  <a:pt x="1431633" y="323773"/>
                </a:lnTo>
                <a:lnTo>
                  <a:pt x="1433958" y="328797"/>
                </a:lnTo>
                <a:lnTo>
                  <a:pt x="1436295" y="333844"/>
                </a:lnTo>
                <a:lnTo>
                  <a:pt x="1438620" y="338915"/>
                </a:lnTo>
                <a:lnTo>
                  <a:pt x="1440958" y="344005"/>
                </a:lnTo>
                <a:lnTo>
                  <a:pt x="1443283" y="349117"/>
                </a:lnTo>
                <a:lnTo>
                  <a:pt x="1445620" y="354251"/>
                </a:lnTo>
                <a:lnTo>
                  <a:pt x="1447957" y="359404"/>
                </a:lnTo>
                <a:lnTo>
                  <a:pt x="1450282" y="364578"/>
                </a:lnTo>
                <a:lnTo>
                  <a:pt x="1452619" y="369770"/>
                </a:lnTo>
                <a:lnTo>
                  <a:pt x="1454944" y="374982"/>
                </a:lnTo>
                <a:lnTo>
                  <a:pt x="1457282" y="380213"/>
                </a:lnTo>
                <a:lnTo>
                  <a:pt x="1459606" y="385461"/>
                </a:lnTo>
                <a:lnTo>
                  <a:pt x="1461944" y="390727"/>
                </a:lnTo>
                <a:lnTo>
                  <a:pt x="1464269" y="396010"/>
                </a:lnTo>
                <a:lnTo>
                  <a:pt x="1466606" y="401310"/>
                </a:lnTo>
                <a:lnTo>
                  <a:pt x="1468931" y="406625"/>
                </a:lnTo>
                <a:lnTo>
                  <a:pt x="1471268" y="411956"/>
                </a:lnTo>
                <a:lnTo>
                  <a:pt x="1473593" y="417304"/>
                </a:lnTo>
                <a:lnTo>
                  <a:pt x="1475930" y="422665"/>
                </a:lnTo>
                <a:lnTo>
                  <a:pt x="1478268" y="428041"/>
                </a:lnTo>
                <a:lnTo>
                  <a:pt x="1480593" y="433431"/>
                </a:lnTo>
                <a:lnTo>
                  <a:pt x="1482930" y="438834"/>
                </a:lnTo>
                <a:lnTo>
                  <a:pt x="1485255" y="444250"/>
                </a:lnTo>
                <a:lnTo>
                  <a:pt x="1487592" y="449680"/>
                </a:lnTo>
                <a:lnTo>
                  <a:pt x="1489917" y="455121"/>
                </a:lnTo>
                <a:lnTo>
                  <a:pt x="1492254" y="460573"/>
                </a:lnTo>
                <a:lnTo>
                  <a:pt x="1494579" y="466037"/>
                </a:lnTo>
                <a:lnTo>
                  <a:pt x="1496916" y="471511"/>
                </a:lnTo>
                <a:lnTo>
                  <a:pt x="1499241" y="476996"/>
                </a:lnTo>
                <a:lnTo>
                  <a:pt x="1501579" y="482491"/>
                </a:lnTo>
                <a:lnTo>
                  <a:pt x="1503916" y="487995"/>
                </a:lnTo>
                <a:lnTo>
                  <a:pt x="1506241" y="493507"/>
                </a:lnTo>
                <a:lnTo>
                  <a:pt x="1508578" y="499029"/>
                </a:lnTo>
                <a:lnTo>
                  <a:pt x="1510903" y="504559"/>
                </a:lnTo>
                <a:lnTo>
                  <a:pt x="1513240" y="510096"/>
                </a:lnTo>
                <a:lnTo>
                  <a:pt x="1515565" y="515640"/>
                </a:lnTo>
                <a:lnTo>
                  <a:pt x="1517903" y="521191"/>
                </a:lnTo>
                <a:lnTo>
                  <a:pt x="1520228" y="526749"/>
                </a:lnTo>
                <a:lnTo>
                  <a:pt x="1522565" y="532312"/>
                </a:lnTo>
                <a:lnTo>
                  <a:pt x="1524890" y="537881"/>
                </a:lnTo>
                <a:lnTo>
                  <a:pt x="1527227" y="543454"/>
                </a:lnTo>
                <a:lnTo>
                  <a:pt x="1529564" y="549033"/>
                </a:lnTo>
                <a:lnTo>
                  <a:pt x="1531889" y="554616"/>
                </a:lnTo>
                <a:lnTo>
                  <a:pt x="1534226" y="560202"/>
                </a:lnTo>
                <a:lnTo>
                  <a:pt x="1536551" y="565791"/>
                </a:lnTo>
                <a:lnTo>
                  <a:pt x="1538889" y="571383"/>
                </a:lnTo>
                <a:lnTo>
                  <a:pt x="1541214" y="576978"/>
                </a:lnTo>
                <a:lnTo>
                  <a:pt x="1543551" y="582575"/>
                </a:lnTo>
                <a:lnTo>
                  <a:pt x="1545876" y="588174"/>
                </a:lnTo>
                <a:lnTo>
                  <a:pt x="1548213" y="593773"/>
                </a:lnTo>
                <a:lnTo>
                  <a:pt x="1550538" y="599374"/>
                </a:lnTo>
                <a:lnTo>
                  <a:pt x="1552875" y="604975"/>
                </a:lnTo>
                <a:lnTo>
                  <a:pt x="1555213" y="610576"/>
                </a:lnTo>
                <a:lnTo>
                  <a:pt x="1557538" y="616176"/>
                </a:lnTo>
                <a:lnTo>
                  <a:pt x="1559875" y="621776"/>
                </a:lnTo>
                <a:lnTo>
                  <a:pt x="1562200" y="627376"/>
                </a:lnTo>
                <a:lnTo>
                  <a:pt x="1564537" y="632973"/>
                </a:lnTo>
                <a:lnTo>
                  <a:pt x="1566862" y="638567"/>
                </a:lnTo>
                <a:lnTo>
                  <a:pt x="1569199" y="644160"/>
                </a:lnTo>
                <a:lnTo>
                  <a:pt x="1571524" y="649749"/>
                </a:lnTo>
                <a:lnTo>
                  <a:pt x="1573861" y="655337"/>
                </a:lnTo>
                <a:lnTo>
                  <a:pt x="1576186" y="660919"/>
                </a:lnTo>
                <a:lnTo>
                  <a:pt x="1578524" y="666499"/>
                </a:lnTo>
                <a:lnTo>
                  <a:pt x="1580849" y="672074"/>
                </a:lnTo>
                <a:lnTo>
                  <a:pt x="1583186" y="677644"/>
                </a:lnTo>
                <a:lnTo>
                  <a:pt x="1585523" y="683209"/>
                </a:lnTo>
                <a:lnTo>
                  <a:pt x="1587848" y="688769"/>
                </a:lnTo>
                <a:lnTo>
                  <a:pt x="1590185" y="694323"/>
                </a:lnTo>
                <a:lnTo>
                  <a:pt x="1592510" y="699871"/>
                </a:lnTo>
                <a:lnTo>
                  <a:pt x="1594848" y="705413"/>
                </a:lnTo>
                <a:lnTo>
                  <a:pt x="1597173" y="710947"/>
                </a:lnTo>
                <a:lnTo>
                  <a:pt x="1599510" y="716474"/>
                </a:lnTo>
                <a:lnTo>
                  <a:pt x="1601835" y="721995"/>
                </a:lnTo>
                <a:lnTo>
                  <a:pt x="1604172" y="727506"/>
                </a:lnTo>
                <a:lnTo>
                  <a:pt x="1606497" y="733011"/>
                </a:lnTo>
                <a:lnTo>
                  <a:pt x="1608834" y="738506"/>
                </a:lnTo>
                <a:lnTo>
                  <a:pt x="1611172" y="743993"/>
                </a:lnTo>
                <a:lnTo>
                  <a:pt x="1613497" y="749469"/>
                </a:lnTo>
                <a:lnTo>
                  <a:pt x="1615834" y="754937"/>
                </a:lnTo>
                <a:lnTo>
                  <a:pt x="1618159" y="760394"/>
                </a:lnTo>
                <a:lnTo>
                  <a:pt x="1620496" y="765842"/>
                </a:lnTo>
                <a:lnTo>
                  <a:pt x="1622821" y="771278"/>
                </a:lnTo>
                <a:lnTo>
                  <a:pt x="1625158" y="776704"/>
                </a:lnTo>
                <a:lnTo>
                  <a:pt x="1627483" y="782119"/>
                </a:lnTo>
                <a:lnTo>
                  <a:pt x="1629820" y="787523"/>
                </a:lnTo>
                <a:lnTo>
                  <a:pt x="1632145" y="792914"/>
                </a:lnTo>
                <a:lnTo>
                  <a:pt x="1634483" y="798293"/>
                </a:lnTo>
                <a:lnTo>
                  <a:pt x="1636820" y="803660"/>
                </a:lnTo>
                <a:lnTo>
                  <a:pt x="1639145" y="809015"/>
                </a:lnTo>
                <a:lnTo>
                  <a:pt x="1641482" y="814356"/>
                </a:lnTo>
                <a:lnTo>
                  <a:pt x="1643807" y="819685"/>
                </a:lnTo>
                <a:lnTo>
                  <a:pt x="1646144" y="825000"/>
                </a:lnTo>
                <a:lnTo>
                  <a:pt x="1648469" y="830300"/>
                </a:lnTo>
                <a:lnTo>
                  <a:pt x="1650807" y="835587"/>
                </a:lnTo>
                <a:lnTo>
                  <a:pt x="1653132" y="840860"/>
                </a:lnTo>
                <a:lnTo>
                  <a:pt x="1655469" y="846117"/>
                </a:lnTo>
                <a:lnTo>
                  <a:pt x="1657794" y="851359"/>
                </a:lnTo>
                <a:lnTo>
                  <a:pt x="1660131" y="856587"/>
                </a:lnTo>
                <a:lnTo>
                  <a:pt x="1662468" y="861799"/>
                </a:lnTo>
                <a:lnTo>
                  <a:pt x="1664793" y="866995"/>
                </a:lnTo>
                <a:lnTo>
                  <a:pt x="1667131" y="872175"/>
                </a:lnTo>
                <a:lnTo>
                  <a:pt x="1669455" y="877339"/>
                </a:lnTo>
                <a:lnTo>
                  <a:pt x="1671793" y="882488"/>
                </a:lnTo>
                <a:lnTo>
                  <a:pt x="1674118" y="887618"/>
                </a:lnTo>
                <a:lnTo>
                  <a:pt x="1676455" y="892733"/>
                </a:lnTo>
                <a:lnTo>
                  <a:pt x="1678780" y="897830"/>
                </a:lnTo>
                <a:lnTo>
                  <a:pt x="1681117" y="902909"/>
                </a:lnTo>
                <a:lnTo>
                  <a:pt x="1683442" y="907971"/>
                </a:lnTo>
                <a:lnTo>
                  <a:pt x="1685779" y="913016"/>
                </a:lnTo>
                <a:lnTo>
                  <a:pt x="1688104" y="918041"/>
                </a:lnTo>
                <a:lnTo>
                  <a:pt x="1690442" y="923049"/>
                </a:lnTo>
                <a:lnTo>
                  <a:pt x="1692779" y="928038"/>
                </a:lnTo>
                <a:lnTo>
                  <a:pt x="1695104" y="933009"/>
                </a:lnTo>
                <a:lnTo>
                  <a:pt x="1697441" y="937961"/>
                </a:lnTo>
                <a:lnTo>
                  <a:pt x="1699766" y="942893"/>
                </a:lnTo>
                <a:lnTo>
                  <a:pt x="1702103" y="947807"/>
                </a:lnTo>
                <a:lnTo>
                  <a:pt x="1704428" y="952700"/>
                </a:lnTo>
                <a:lnTo>
                  <a:pt x="1706765" y="957574"/>
                </a:lnTo>
                <a:lnTo>
                  <a:pt x="1709090" y="962428"/>
                </a:lnTo>
                <a:lnTo>
                  <a:pt x="1711428" y="967262"/>
                </a:lnTo>
                <a:lnTo>
                  <a:pt x="1713753" y="972076"/>
                </a:lnTo>
                <a:lnTo>
                  <a:pt x="1716090" y="976870"/>
                </a:lnTo>
                <a:lnTo>
                  <a:pt x="1718427" y="981643"/>
                </a:lnTo>
                <a:lnTo>
                  <a:pt x="1720752" y="986395"/>
                </a:lnTo>
                <a:lnTo>
                  <a:pt x="1723089" y="991126"/>
                </a:lnTo>
                <a:lnTo>
                  <a:pt x="1725414" y="995836"/>
                </a:lnTo>
                <a:lnTo>
                  <a:pt x="1727752" y="1000525"/>
                </a:lnTo>
                <a:lnTo>
                  <a:pt x="1730077" y="1005192"/>
                </a:lnTo>
                <a:lnTo>
                  <a:pt x="1732414" y="1009839"/>
                </a:lnTo>
                <a:lnTo>
                  <a:pt x="1734739" y="1014463"/>
                </a:lnTo>
                <a:lnTo>
                  <a:pt x="1737076" y="1019066"/>
                </a:lnTo>
                <a:lnTo>
                  <a:pt x="1739401" y="1023646"/>
                </a:lnTo>
                <a:lnTo>
                  <a:pt x="1741738" y="1028205"/>
                </a:lnTo>
                <a:lnTo>
                  <a:pt x="1744075" y="1032740"/>
                </a:lnTo>
                <a:lnTo>
                  <a:pt x="1746400" y="1037255"/>
                </a:lnTo>
                <a:lnTo>
                  <a:pt x="1748738" y="1041746"/>
                </a:lnTo>
                <a:lnTo>
                  <a:pt x="1751063" y="1046215"/>
                </a:lnTo>
                <a:lnTo>
                  <a:pt x="1753400" y="1050661"/>
                </a:lnTo>
                <a:lnTo>
                  <a:pt x="1755725" y="1055084"/>
                </a:lnTo>
                <a:lnTo>
                  <a:pt x="1758062" y="1059485"/>
                </a:lnTo>
                <a:lnTo>
                  <a:pt x="1760387" y="1063861"/>
                </a:lnTo>
                <a:lnTo>
                  <a:pt x="1762724" y="1068216"/>
                </a:lnTo>
                <a:lnTo>
                  <a:pt x="1765049" y="1072546"/>
                </a:lnTo>
                <a:lnTo>
                  <a:pt x="1767387" y="1076854"/>
                </a:lnTo>
                <a:lnTo>
                  <a:pt x="1769724" y="1081139"/>
                </a:lnTo>
                <a:lnTo>
                  <a:pt x="1772049" y="1085399"/>
                </a:lnTo>
                <a:lnTo>
                  <a:pt x="1774386" y="1089636"/>
                </a:lnTo>
                <a:lnTo>
                  <a:pt x="1776711" y="1093850"/>
                </a:lnTo>
                <a:lnTo>
                  <a:pt x="1779048" y="1098038"/>
                </a:lnTo>
                <a:lnTo>
                  <a:pt x="1781373" y="1102205"/>
                </a:lnTo>
                <a:lnTo>
                  <a:pt x="1783711" y="1106345"/>
                </a:lnTo>
                <a:lnTo>
                  <a:pt x="1786036" y="1110464"/>
                </a:lnTo>
                <a:lnTo>
                  <a:pt x="1788373" y="1114558"/>
                </a:lnTo>
                <a:lnTo>
                  <a:pt x="1790698" y="1118627"/>
                </a:lnTo>
                <a:lnTo>
                  <a:pt x="1793035" y="1122672"/>
                </a:lnTo>
                <a:lnTo>
                  <a:pt x="1795360" y="1126694"/>
                </a:lnTo>
                <a:lnTo>
                  <a:pt x="1797697" y="1130692"/>
                </a:lnTo>
                <a:lnTo>
                  <a:pt x="1800034" y="1134666"/>
                </a:lnTo>
                <a:lnTo>
                  <a:pt x="1802359" y="1138614"/>
                </a:lnTo>
                <a:lnTo>
                  <a:pt x="1804697" y="1142539"/>
                </a:lnTo>
                <a:lnTo>
                  <a:pt x="1807022" y="1146438"/>
                </a:lnTo>
                <a:lnTo>
                  <a:pt x="1809359" y="1150313"/>
                </a:lnTo>
                <a:lnTo>
                  <a:pt x="1811684" y="1154163"/>
                </a:lnTo>
                <a:lnTo>
                  <a:pt x="1814021" y="1157989"/>
                </a:lnTo>
                <a:lnTo>
                  <a:pt x="1816346" y="1161790"/>
                </a:lnTo>
                <a:lnTo>
                  <a:pt x="1818683" y="1165567"/>
                </a:lnTo>
                <a:lnTo>
                  <a:pt x="1821008" y="1169306"/>
                </a:lnTo>
                <a:lnTo>
                  <a:pt x="1823346" y="1173034"/>
                </a:lnTo>
                <a:lnTo>
                  <a:pt x="1825683" y="1176736"/>
                </a:lnTo>
                <a:lnTo>
                  <a:pt x="1828008" y="1180414"/>
                </a:lnTo>
                <a:lnTo>
                  <a:pt x="1830345" y="1184068"/>
                </a:lnTo>
                <a:lnTo>
                  <a:pt x="1832670" y="1187697"/>
                </a:lnTo>
                <a:lnTo>
                  <a:pt x="1835007" y="1191301"/>
                </a:lnTo>
                <a:lnTo>
                  <a:pt x="1837332" y="1194881"/>
                </a:lnTo>
                <a:lnTo>
                  <a:pt x="1839669" y="1198436"/>
                </a:lnTo>
                <a:lnTo>
                  <a:pt x="1841994" y="1201966"/>
                </a:lnTo>
                <a:lnTo>
                  <a:pt x="1844332" y="1205472"/>
                </a:lnTo>
                <a:lnTo>
                  <a:pt x="1846657" y="1208954"/>
                </a:lnTo>
                <a:lnTo>
                  <a:pt x="1848994" y="1212398"/>
                </a:lnTo>
                <a:lnTo>
                  <a:pt x="1851331" y="1215830"/>
                </a:lnTo>
                <a:lnTo>
                  <a:pt x="1853656" y="1219238"/>
                </a:lnTo>
                <a:lnTo>
                  <a:pt x="1855993" y="1222620"/>
                </a:lnTo>
                <a:lnTo>
                  <a:pt x="1858318" y="1225979"/>
                </a:lnTo>
                <a:lnTo>
                  <a:pt x="1860656" y="1229300"/>
                </a:lnTo>
                <a:lnTo>
                  <a:pt x="1862981" y="1232609"/>
                </a:lnTo>
                <a:lnTo>
                  <a:pt x="1865318" y="1235894"/>
                </a:lnTo>
                <a:lnTo>
                  <a:pt x="1867643" y="1239153"/>
                </a:lnTo>
                <a:lnTo>
                  <a:pt x="1869980" y="1242389"/>
                </a:lnTo>
                <a:lnTo>
                  <a:pt x="1872305" y="1245599"/>
                </a:lnTo>
                <a:lnTo>
                  <a:pt x="1874642" y="1248773"/>
                </a:lnTo>
                <a:lnTo>
                  <a:pt x="1876979" y="1251935"/>
                </a:lnTo>
                <a:lnTo>
                  <a:pt x="1879304" y="1255072"/>
                </a:lnTo>
                <a:lnTo>
                  <a:pt x="1881642" y="1258184"/>
                </a:lnTo>
                <a:lnTo>
                  <a:pt x="1883967" y="1261271"/>
                </a:lnTo>
                <a:lnTo>
                  <a:pt x="1886304" y="1264334"/>
                </a:lnTo>
                <a:lnTo>
                  <a:pt x="1888629" y="1267373"/>
                </a:lnTo>
                <a:lnTo>
                  <a:pt x="1890966" y="1270387"/>
                </a:lnTo>
                <a:lnTo>
                  <a:pt x="1893291" y="1273376"/>
                </a:lnTo>
                <a:lnTo>
                  <a:pt x="1895628" y="1276340"/>
                </a:lnTo>
                <a:lnTo>
                  <a:pt x="1897953" y="1279281"/>
                </a:lnTo>
                <a:lnTo>
                  <a:pt x="1900291" y="1282196"/>
                </a:lnTo>
                <a:lnTo>
                  <a:pt x="1902628" y="1285099"/>
                </a:lnTo>
                <a:lnTo>
                  <a:pt x="1904953" y="1287965"/>
                </a:lnTo>
                <a:lnTo>
                  <a:pt x="1907290" y="1290807"/>
                </a:lnTo>
                <a:lnTo>
                  <a:pt x="1909615" y="1293636"/>
                </a:lnTo>
                <a:lnTo>
                  <a:pt x="1911952" y="1296429"/>
                </a:lnTo>
                <a:lnTo>
                  <a:pt x="1914277" y="1299209"/>
                </a:lnTo>
                <a:lnTo>
                  <a:pt x="1916614" y="1301964"/>
                </a:lnTo>
                <a:lnTo>
                  <a:pt x="1918939" y="1304695"/>
                </a:lnTo>
                <a:lnTo>
                  <a:pt x="1921277" y="1307401"/>
                </a:lnTo>
                <a:lnTo>
                  <a:pt x="1923602" y="1310083"/>
                </a:lnTo>
                <a:lnTo>
                  <a:pt x="1925939" y="1312740"/>
                </a:lnTo>
                <a:lnTo>
                  <a:pt x="1928264" y="1315373"/>
                </a:lnTo>
                <a:lnTo>
                  <a:pt x="1930601" y="1317993"/>
                </a:lnTo>
                <a:lnTo>
                  <a:pt x="1932938" y="1320576"/>
                </a:lnTo>
                <a:lnTo>
                  <a:pt x="1935263" y="1323147"/>
                </a:lnTo>
                <a:lnTo>
                  <a:pt x="1937601" y="1325694"/>
                </a:lnTo>
                <a:lnTo>
                  <a:pt x="1939926" y="1328215"/>
                </a:lnTo>
                <a:lnTo>
                  <a:pt x="1942263" y="1330713"/>
                </a:lnTo>
                <a:lnTo>
                  <a:pt x="1944588" y="1333185"/>
                </a:lnTo>
                <a:lnTo>
                  <a:pt x="1946925" y="1335645"/>
                </a:lnTo>
                <a:lnTo>
                  <a:pt x="1949250" y="1338081"/>
                </a:lnTo>
                <a:lnTo>
                  <a:pt x="1951587" y="1340492"/>
                </a:lnTo>
                <a:lnTo>
                  <a:pt x="1953912" y="1342879"/>
                </a:lnTo>
                <a:lnTo>
                  <a:pt x="1956250" y="1345240"/>
                </a:lnTo>
                <a:lnTo>
                  <a:pt x="1958587" y="1347590"/>
                </a:lnTo>
                <a:lnTo>
                  <a:pt x="1960912" y="1349903"/>
                </a:lnTo>
                <a:lnTo>
                  <a:pt x="1963249" y="1352203"/>
                </a:lnTo>
                <a:lnTo>
                  <a:pt x="1965574" y="1354491"/>
                </a:lnTo>
                <a:lnTo>
                  <a:pt x="1967911" y="1356742"/>
                </a:lnTo>
                <a:lnTo>
                  <a:pt x="1970236" y="1358981"/>
                </a:lnTo>
                <a:lnTo>
                  <a:pt x="1972573" y="1361195"/>
                </a:lnTo>
                <a:lnTo>
                  <a:pt x="1974898" y="1363385"/>
                </a:lnTo>
                <a:lnTo>
                  <a:pt x="1977236" y="1365562"/>
                </a:lnTo>
                <a:lnTo>
                  <a:pt x="1979561" y="1367715"/>
                </a:lnTo>
                <a:lnTo>
                  <a:pt x="1981898" y="1369843"/>
                </a:lnTo>
                <a:lnTo>
                  <a:pt x="1984235" y="1371959"/>
                </a:lnTo>
                <a:lnTo>
                  <a:pt x="1986560" y="1374050"/>
                </a:lnTo>
                <a:lnTo>
                  <a:pt x="1988897" y="1376117"/>
                </a:lnTo>
                <a:lnTo>
                  <a:pt x="1991222" y="1378159"/>
                </a:lnTo>
                <a:lnTo>
                  <a:pt x="1993560" y="1380189"/>
                </a:lnTo>
                <a:lnTo>
                  <a:pt x="1995885" y="1382194"/>
                </a:lnTo>
                <a:lnTo>
                  <a:pt x="1998222" y="1384187"/>
                </a:lnTo>
                <a:lnTo>
                  <a:pt x="2000547" y="1386155"/>
                </a:lnTo>
                <a:lnTo>
                  <a:pt x="2002884" y="1388098"/>
                </a:lnTo>
                <a:lnTo>
                  <a:pt x="2005209" y="1390030"/>
                </a:lnTo>
                <a:lnTo>
                  <a:pt x="2007546" y="1391936"/>
                </a:lnTo>
                <a:lnTo>
                  <a:pt x="2009883" y="1393831"/>
                </a:lnTo>
                <a:lnTo>
                  <a:pt x="2012208" y="1395701"/>
                </a:lnTo>
                <a:lnTo>
                  <a:pt x="2014546" y="1397546"/>
                </a:lnTo>
                <a:lnTo>
                  <a:pt x="2016871" y="1399379"/>
                </a:lnTo>
                <a:lnTo>
                  <a:pt x="2019208" y="1401187"/>
                </a:lnTo>
                <a:lnTo>
                  <a:pt x="2021533" y="1402983"/>
                </a:lnTo>
                <a:lnTo>
                  <a:pt x="2023870" y="1404754"/>
                </a:lnTo>
                <a:lnTo>
                  <a:pt x="2026195" y="1406514"/>
                </a:lnTo>
                <a:lnTo>
                  <a:pt x="2028532" y="1408248"/>
                </a:lnTo>
                <a:lnTo>
                  <a:pt x="2030857" y="1409970"/>
                </a:lnTo>
                <a:lnTo>
                  <a:pt x="2033195" y="1411668"/>
                </a:lnTo>
                <a:lnTo>
                  <a:pt x="2035520" y="1413353"/>
                </a:lnTo>
                <a:lnTo>
                  <a:pt x="2037857" y="1415014"/>
                </a:lnTo>
                <a:lnTo>
                  <a:pt x="2040194" y="1416662"/>
                </a:lnTo>
                <a:lnTo>
                  <a:pt x="2042519" y="1418298"/>
                </a:lnTo>
                <a:lnTo>
                  <a:pt x="2044856" y="1419898"/>
                </a:lnTo>
                <a:lnTo>
                  <a:pt x="2047181" y="1421497"/>
                </a:lnTo>
                <a:lnTo>
                  <a:pt x="2049518" y="1423071"/>
                </a:lnTo>
                <a:lnTo>
                  <a:pt x="2051843" y="1424634"/>
                </a:lnTo>
                <a:lnTo>
                  <a:pt x="2054181" y="1426171"/>
                </a:lnTo>
                <a:lnTo>
                  <a:pt x="2056506" y="1427697"/>
                </a:lnTo>
                <a:lnTo>
                  <a:pt x="2058843" y="1429210"/>
                </a:lnTo>
                <a:lnTo>
                  <a:pt x="2061168" y="1430698"/>
                </a:lnTo>
                <a:lnTo>
                  <a:pt x="2063505" y="1432162"/>
                </a:lnTo>
                <a:lnTo>
                  <a:pt x="2065842" y="1433626"/>
                </a:lnTo>
                <a:lnTo>
                  <a:pt x="2068167" y="1435065"/>
                </a:lnTo>
                <a:lnTo>
                  <a:pt x="2070505" y="1436492"/>
                </a:lnTo>
                <a:lnTo>
                  <a:pt x="2072829" y="1437894"/>
                </a:lnTo>
                <a:lnTo>
                  <a:pt x="2075167" y="1439285"/>
                </a:lnTo>
                <a:lnTo>
                  <a:pt x="2077492" y="1440662"/>
                </a:lnTo>
                <a:lnTo>
                  <a:pt x="2079829" y="1442028"/>
                </a:lnTo>
                <a:lnTo>
                  <a:pt x="2082154" y="1443368"/>
                </a:lnTo>
                <a:lnTo>
                  <a:pt x="2084491" y="1444697"/>
                </a:lnTo>
                <a:lnTo>
                  <a:pt x="2086816" y="1446013"/>
                </a:lnTo>
                <a:lnTo>
                  <a:pt x="2089153" y="1447317"/>
                </a:lnTo>
                <a:lnTo>
                  <a:pt x="2091491" y="1448597"/>
                </a:lnTo>
                <a:lnTo>
                  <a:pt x="2093816" y="1449864"/>
                </a:lnTo>
                <a:lnTo>
                  <a:pt x="2096153" y="1451118"/>
                </a:lnTo>
                <a:lnTo>
                  <a:pt x="2098478" y="1452361"/>
                </a:lnTo>
                <a:lnTo>
                  <a:pt x="2100815" y="1453579"/>
                </a:lnTo>
                <a:lnTo>
                  <a:pt x="2103140" y="1454784"/>
                </a:lnTo>
                <a:lnTo>
                  <a:pt x="2105477" y="1455977"/>
                </a:lnTo>
                <a:lnTo>
                  <a:pt x="2107802" y="1457158"/>
                </a:lnTo>
                <a:lnTo>
                  <a:pt x="2110140" y="1458327"/>
                </a:lnTo>
                <a:lnTo>
                  <a:pt x="2112465" y="1459483"/>
                </a:lnTo>
                <a:lnTo>
                  <a:pt x="2114802" y="1460615"/>
                </a:lnTo>
                <a:lnTo>
                  <a:pt x="2117139" y="1461747"/>
                </a:lnTo>
                <a:lnTo>
                  <a:pt x="2119464" y="1462854"/>
                </a:lnTo>
                <a:lnTo>
                  <a:pt x="2121801" y="1463949"/>
                </a:lnTo>
                <a:lnTo>
                  <a:pt x="2124126" y="1465031"/>
                </a:lnTo>
                <a:lnTo>
                  <a:pt x="2126464" y="1466101"/>
                </a:lnTo>
                <a:lnTo>
                  <a:pt x="2128788" y="1467159"/>
                </a:lnTo>
                <a:lnTo>
                  <a:pt x="2131126" y="1468205"/>
                </a:lnTo>
                <a:lnTo>
                  <a:pt x="2133451" y="1469226"/>
                </a:lnTo>
                <a:lnTo>
                  <a:pt x="2135788" y="1470247"/>
                </a:lnTo>
                <a:lnTo>
                  <a:pt x="2138113" y="1471256"/>
                </a:lnTo>
                <a:lnTo>
                  <a:pt x="2140450" y="1472252"/>
                </a:lnTo>
                <a:lnTo>
                  <a:pt x="2142775" y="1473224"/>
                </a:lnTo>
                <a:lnTo>
                  <a:pt x="2145112" y="1474196"/>
                </a:lnTo>
                <a:lnTo>
                  <a:pt x="2147450" y="1475143"/>
                </a:lnTo>
                <a:lnTo>
                  <a:pt x="2149775" y="1476090"/>
                </a:lnTo>
                <a:lnTo>
                  <a:pt x="2152112" y="1477025"/>
                </a:lnTo>
                <a:lnTo>
                  <a:pt x="2154437" y="1477935"/>
                </a:lnTo>
                <a:lnTo>
                  <a:pt x="2156774" y="1478846"/>
                </a:lnTo>
                <a:lnTo>
                  <a:pt x="2159099" y="1479744"/>
                </a:lnTo>
                <a:lnTo>
                  <a:pt x="2161436" y="1480629"/>
                </a:lnTo>
                <a:lnTo>
                  <a:pt x="2163761" y="1481503"/>
                </a:lnTo>
                <a:lnTo>
                  <a:pt x="2166099" y="1482364"/>
                </a:lnTo>
                <a:lnTo>
                  <a:pt x="2168423" y="1483213"/>
                </a:lnTo>
                <a:lnTo>
                  <a:pt x="2170761" y="1484049"/>
                </a:lnTo>
                <a:lnTo>
                  <a:pt x="2173098" y="1484873"/>
                </a:lnTo>
                <a:lnTo>
                  <a:pt x="2175423" y="1485685"/>
                </a:lnTo>
                <a:lnTo>
                  <a:pt x="2177760" y="1486497"/>
                </a:lnTo>
                <a:lnTo>
                  <a:pt x="2180085" y="1487297"/>
                </a:lnTo>
                <a:lnTo>
                  <a:pt x="2182423" y="1488072"/>
                </a:lnTo>
                <a:lnTo>
                  <a:pt x="2184747" y="1488847"/>
                </a:lnTo>
                <a:lnTo>
                  <a:pt x="2187085" y="1489609"/>
                </a:lnTo>
                <a:lnTo>
                  <a:pt x="2189410" y="1490360"/>
                </a:lnTo>
                <a:lnTo>
                  <a:pt x="2191747" y="1491110"/>
                </a:lnTo>
                <a:lnTo>
                  <a:pt x="2194072" y="1491836"/>
                </a:lnTo>
                <a:lnTo>
                  <a:pt x="2196409" y="1492562"/>
                </a:lnTo>
                <a:lnTo>
                  <a:pt x="2198746" y="1493275"/>
                </a:lnTo>
                <a:lnTo>
                  <a:pt x="2201071" y="1493976"/>
                </a:lnTo>
                <a:lnTo>
                  <a:pt x="2203409" y="1494677"/>
                </a:lnTo>
                <a:lnTo>
                  <a:pt x="2205734" y="1495354"/>
                </a:lnTo>
                <a:lnTo>
                  <a:pt x="2208071" y="1496031"/>
                </a:lnTo>
                <a:lnTo>
                  <a:pt x="2210396" y="1496695"/>
                </a:lnTo>
                <a:lnTo>
                  <a:pt x="2212733" y="1497359"/>
                </a:lnTo>
                <a:lnTo>
                  <a:pt x="2215058" y="1497999"/>
                </a:lnTo>
                <a:lnTo>
                  <a:pt x="2217395" y="1498639"/>
                </a:lnTo>
                <a:lnTo>
                  <a:pt x="2219720" y="1499266"/>
                </a:lnTo>
                <a:lnTo>
                  <a:pt x="2222058" y="1499893"/>
                </a:lnTo>
                <a:lnTo>
                  <a:pt x="2224395" y="1500508"/>
                </a:lnTo>
                <a:lnTo>
                  <a:pt x="2226720" y="1501111"/>
                </a:lnTo>
                <a:lnTo>
                  <a:pt x="2229057" y="1501702"/>
                </a:lnTo>
                <a:lnTo>
                  <a:pt x="2231382" y="1502292"/>
                </a:lnTo>
                <a:lnTo>
                  <a:pt x="2233719" y="1502870"/>
                </a:lnTo>
                <a:lnTo>
                  <a:pt x="2236044" y="1503436"/>
                </a:lnTo>
                <a:lnTo>
                  <a:pt x="2238381" y="1503990"/>
                </a:lnTo>
                <a:lnTo>
                  <a:pt x="2240706" y="1504543"/>
                </a:lnTo>
                <a:lnTo>
                  <a:pt x="2243044" y="1505097"/>
                </a:lnTo>
                <a:lnTo>
                  <a:pt x="2245369" y="1505638"/>
                </a:lnTo>
                <a:lnTo>
                  <a:pt x="2247706" y="1506167"/>
                </a:lnTo>
                <a:lnTo>
                  <a:pt x="2250031" y="1506684"/>
                </a:lnTo>
                <a:lnTo>
                  <a:pt x="2252368" y="1507200"/>
                </a:lnTo>
                <a:lnTo>
                  <a:pt x="2254705" y="1507705"/>
                </a:lnTo>
                <a:lnTo>
                  <a:pt x="2257030" y="1508209"/>
                </a:lnTo>
                <a:lnTo>
                  <a:pt x="2259368" y="1508701"/>
                </a:lnTo>
                <a:lnTo>
                  <a:pt x="2261692" y="1509181"/>
                </a:lnTo>
                <a:lnTo>
                  <a:pt x="2264030" y="1509661"/>
                </a:lnTo>
                <a:lnTo>
                  <a:pt x="2266355" y="1510128"/>
                </a:lnTo>
                <a:lnTo>
                  <a:pt x="2268692" y="1510596"/>
                </a:lnTo>
                <a:lnTo>
                  <a:pt x="2271017" y="1511051"/>
                </a:lnTo>
                <a:lnTo>
                  <a:pt x="2273354" y="1511506"/>
                </a:lnTo>
                <a:lnTo>
                  <a:pt x="2275679" y="1511949"/>
                </a:lnTo>
                <a:lnTo>
                  <a:pt x="2278016" y="1512379"/>
                </a:lnTo>
                <a:lnTo>
                  <a:pt x="2280354" y="1512810"/>
                </a:lnTo>
                <a:lnTo>
                  <a:pt x="2282679" y="1513240"/>
                </a:lnTo>
                <a:lnTo>
                  <a:pt x="2285016" y="1513659"/>
                </a:lnTo>
                <a:lnTo>
                  <a:pt x="2287341" y="1514064"/>
                </a:lnTo>
                <a:lnTo>
                  <a:pt x="2289678" y="1514470"/>
                </a:lnTo>
                <a:lnTo>
                  <a:pt x="2292003" y="1514864"/>
                </a:lnTo>
                <a:lnTo>
                  <a:pt x="2294340" y="1515258"/>
                </a:lnTo>
                <a:lnTo>
                  <a:pt x="2296665" y="1515651"/>
                </a:lnTo>
                <a:lnTo>
                  <a:pt x="2299003" y="1516033"/>
                </a:lnTo>
                <a:lnTo>
                  <a:pt x="2301327" y="1516402"/>
                </a:lnTo>
                <a:lnTo>
                  <a:pt x="2303665" y="1516771"/>
                </a:lnTo>
                <a:lnTo>
                  <a:pt x="2306002" y="1517140"/>
                </a:lnTo>
                <a:lnTo>
                  <a:pt x="2308327" y="1517497"/>
                </a:lnTo>
                <a:lnTo>
                  <a:pt x="2310664" y="1517841"/>
                </a:lnTo>
                <a:lnTo>
                  <a:pt x="2312989" y="1518198"/>
                </a:lnTo>
                <a:lnTo>
                  <a:pt x="2315327" y="1518530"/>
                </a:lnTo>
                <a:lnTo>
                  <a:pt x="2317651" y="1518874"/>
                </a:lnTo>
                <a:lnTo>
                  <a:pt x="2319989" y="1519194"/>
                </a:lnTo>
                <a:lnTo>
                  <a:pt x="2322314" y="1519526"/>
                </a:lnTo>
                <a:lnTo>
                  <a:pt x="2324651" y="1519846"/>
                </a:lnTo>
                <a:lnTo>
                  <a:pt x="2326976" y="1520166"/>
                </a:lnTo>
                <a:lnTo>
                  <a:pt x="2329313" y="1520474"/>
                </a:lnTo>
              </a:path>
            </a:pathLst>
          </a:custGeom>
          <a:noFill/>
          <a:ln w="28575" cap="rnd">
            <a:solidFill>
              <a:srgbClr val="0070C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E2E584BB-CFFC-9D18-2AF3-718EB3EBA3AD}"/>
              </a:ext>
            </a:extLst>
          </p:cNvPr>
          <p:cNvSpPr/>
          <p:nvPr/>
        </p:nvSpPr>
        <p:spPr>
          <a:xfrm>
            <a:off x="3095055" y="3393054"/>
            <a:ext cx="2329312" cy="1275313"/>
          </a:xfrm>
          <a:custGeom>
            <a:avLst/>
            <a:gdLst>
              <a:gd name="connsiteX0" fmla="*/ 0 w 2329312"/>
              <a:gd name="connsiteY0" fmla="*/ 1275314 h 1275313"/>
              <a:gd name="connsiteX1" fmla="*/ 2331 w 2329312"/>
              <a:gd name="connsiteY1" fmla="*/ 1275314 h 1275313"/>
              <a:gd name="connsiteX2" fmla="*/ 4663 w 2329312"/>
              <a:gd name="connsiteY2" fmla="*/ 1275314 h 1275313"/>
              <a:gd name="connsiteX3" fmla="*/ 6995 w 2329312"/>
              <a:gd name="connsiteY3" fmla="*/ 1275314 h 1275313"/>
              <a:gd name="connsiteX4" fmla="*/ 9326 w 2329312"/>
              <a:gd name="connsiteY4" fmla="*/ 1275314 h 1275313"/>
              <a:gd name="connsiteX5" fmla="*/ 11658 w 2329312"/>
              <a:gd name="connsiteY5" fmla="*/ 1275314 h 1275313"/>
              <a:gd name="connsiteX6" fmla="*/ 13989 w 2329312"/>
              <a:gd name="connsiteY6" fmla="*/ 1275314 h 1275313"/>
              <a:gd name="connsiteX7" fmla="*/ 16321 w 2329312"/>
              <a:gd name="connsiteY7" fmla="*/ 1275314 h 1275313"/>
              <a:gd name="connsiteX8" fmla="*/ 18653 w 2329312"/>
              <a:gd name="connsiteY8" fmla="*/ 1275314 h 1275313"/>
              <a:gd name="connsiteX9" fmla="*/ 20985 w 2329312"/>
              <a:gd name="connsiteY9" fmla="*/ 1275314 h 1275313"/>
              <a:gd name="connsiteX10" fmla="*/ 23316 w 2329312"/>
              <a:gd name="connsiteY10" fmla="*/ 1275314 h 1275313"/>
              <a:gd name="connsiteX11" fmla="*/ 25647 w 2329312"/>
              <a:gd name="connsiteY11" fmla="*/ 1275314 h 1275313"/>
              <a:gd name="connsiteX12" fmla="*/ 27979 w 2329312"/>
              <a:gd name="connsiteY12" fmla="*/ 1275314 h 1275313"/>
              <a:gd name="connsiteX13" fmla="*/ 30311 w 2329312"/>
              <a:gd name="connsiteY13" fmla="*/ 1275314 h 1275313"/>
              <a:gd name="connsiteX14" fmla="*/ 32643 w 2329312"/>
              <a:gd name="connsiteY14" fmla="*/ 1275314 h 1275313"/>
              <a:gd name="connsiteX15" fmla="*/ 34974 w 2329312"/>
              <a:gd name="connsiteY15" fmla="*/ 1275314 h 1275313"/>
              <a:gd name="connsiteX16" fmla="*/ 37306 w 2329312"/>
              <a:gd name="connsiteY16" fmla="*/ 1275314 h 1275313"/>
              <a:gd name="connsiteX17" fmla="*/ 39637 w 2329312"/>
              <a:gd name="connsiteY17" fmla="*/ 1275314 h 1275313"/>
              <a:gd name="connsiteX18" fmla="*/ 41969 w 2329312"/>
              <a:gd name="connsiteY18" fmla="*/ 1275314 h 1275313"/>
              <a:gd name="connsiteX19" fmla="*/ 44301 w 2329312"/>
              <a:gd name="connsiteY19" fmla="*/ 1275314 h 1275313"/>
              <a:gd name="connsiteX20" fmla="*/ 46632 w 2329312"/>
              <a:gd name="connsiteY20" fmla="*/ 1275314 h 1275313"/>
              <a:gd name="connsiteX21" fmla="*/ 48964 w 2329312"/>
              <a:gd name="connsiteY21" fmla="*/ 1275314 h 1275313"/>
              <a:gd name="connsiteX22" fmla="*/ 51295 w 2329312"/>
              <a:gd name="connsiteY22" fmla="*/ 1275314 h 1275313"/>
              <a:gd name="connsiteX23" fmla="*/ 53628 w 2329312"/>
              <a:gd name="connsiteY23" fmla="*/ 1275314 h 1275313"/>
              <a:gd name="connsiteX24" fmla="*/ 55959 w 2329312"/>
              <a:gd name="connsiteY24" fmla="*/ 1275314 h 1275313"/>
              <a:gd name="connsiteX25" fmla="*/ 58291 w 2329312"/>
              <a:gd name="connsiteY25" fmla="*/ 1275314 h 1275313"/>
              <a:gd name="connsiteX26" fmla="*/ 60622 w 2329312"/>
              <a:gd name="connsiteY26" fmla="*/ 1275314 h 1275313"/>
              <a:gd name="connsiteX27" fmla="*/ 62953 w 2329312"/>
              <a:gd name="connsiteY27" fmla="*/ 1275314 h 1275313"/>
              <a:gd name="connsiteX28" fmla="*/ 65286 w 2329312"/>
              <a:gd name="connsiteY28" fmla="*/ 1275314 h 1275313"/>
              <a:gd name="connsiteX29" fmla="*/ 67617 w 2329312"/>
              <a:gd name="connsiteY29" fmla="*/ 1275314 h 1275313"/>
              <a:gd name="connsiteX30" fmla="*/ 69949 w 2329312"/>
              <a:gd name="connsiteY30" fmla="*/ 1275314 h 1275313"/>
              <a:gd name="connsiteX31" fmla="*/ 72280 w 2329312"/>
              <a:gd name="connsiteY31" fmla="*/ 1275314 h 1275313"/>
              <a:gd name="connsiteX32" fmla="*/ 74613 w 2329312"/>
              <a:gd name="connsiteY32" fmla="*/ 1275314 h 1275313"/>
              <a:gd name="connsiteX33" fmla="*/ 76944 w 2329312"/>
              <a:gd name="connsiteY33" fmla="*/ 1275314 h 1275313"/>
              <a:gd name="connsiteX34" fmla="*/ 79275 w 2329312"/>
              <a:gd name="connsiteY34" fmla="*/ 1275314 h 1275313"/>
              <a:gd name="connsiteX35" fmla="*/ 81607 w 2329312"/>
              <a:gd name="connsiteY35" fmla="*/ 1275314 h 1275313"/>
              <a:gd name="connsiteX36" fmla="*/ 83938 w 2329312"/>
              <a:gd name="connsiteY36" fmla="*/ 1275314 h 1275313"/>
              <a:gd name="connsiteX37" fmla="*/ 86271 w 2329312"/>
              <a:gd name="connsiteY37" fmla="*/ 1275314 h 1275313"/>
              <a:gd name="connsiteX38" fmla="*/ 88602 w 2329312"/>
              <a:gd name="connsiteY38" fmla="*/ 1275314 h 1275313"/>
              <a:gd name="connsiteX39" fmla="*/ 90934 w 2329312"/>
              <a:gd name="connsiteY39" fmla="*/ 1275314 h 1275313"/>
              <a:gd name="connsiteX40" fmla="*/ 93265 w 2329312"/>
              <a:gd name="connsiteY40" fmla="*/ 1275314 h 1275313"/>
              <a:gd name="connsiteX41" fmla="*/ 95596 w 2329312"/>
              <a:gd name="connsiteY41" fmla="*/ 1275314 h 1275313"/>
              <a:gd name="connsiteX42" fmla="*/ 97929 w 2329312"/>
              <a:gd name="connsiteY42" fmla="*/ 1275314 h 1275313"/>
              <a:gd name="connsiteX43" fmla="*/ 100260 w 2329312"/>
              <a:gd name="connsiteY43" fmla="*/ 1275314 h 1275313"/>
              <a:gd name="connsiteX44" fmla="*/ 102592 w 2329312"/>
              <a:gd name="connsiteY44" fmla="*/ 1275314 h 1275313"/>
              <a:gd name="connsiteX45" fmla="*/ 104923 w 2329312"/>
              <a:gd name="connsiteY45" fmla="*/ 1275314 h 1275313"/>
              <a:gd name="connsiteX46" fmla="*/ 107256 w 2329312"/>
              <a:gd name="connsiteY46" fmla="*/ 1275314 h 1275313"/>
              <a:gd name="connsiteX47" fmla="*/ 109587 w 2329312"/>
              <a:gd name="connsiteY47" fmla="*/ 1275314 h 1275313"/>
              <a:gd name="connsiteX48" fmla="*/ 111919 w 2329312"/>
              <a:gd name="connsiteY48" fmla="*/ 1275314 h 1275313"/>
              <a:gd name="connsiteX49" fmla="*/ 114250 w 2329312"/>
              <a:gd name="connsiteY49" fmla="*/ 1275314 h 1275313"/>
              <a:gd name="connsiteX50" fmla="*/ 116581 w 2329312"/>
              <a:gd name="connsiteY50" fmla="*/ 1275314 h 1275313"/>
              <a:gd name="connsiteX51" fmla="*/ 118914 w 2329312"/>
              <a:gd name="connsiteY51" fmla="*/ 1275314 h 1275313"/>
              <a:gd name="connsiteX52" fmla="*/ 121245 w 2329312"/>
              <a:gd name="connsiteY52" fmla="*/ 1275314 h 1275313"/>
              <a:gd name="connsiteX53" fmla="*/ 123577 w 2329312"/>
              <a:gd name="connsiteY53" fmla="*/ 1275314 h 1275313"/>
              <a:gd name="connsiteX54" fmla="*/ 125908 w 2329312"/>
              <a:gd name="connsiteY54" fmla="*/ 1275314 h 1275313"/>
              <a:gd name="connsiteX55" fmla="*/ 128241 w 2329312"/>
              <a:gd name="connsiteY55" fmla="*/ 1275314 h 1275313"/>
              <a:gd name="connsiteX56" fmla="*/ 130572 w 2329312"/>
              <a:gd name="connsiteY56" fmla="*/ 1275314 h 1275313"/>
              <a:gd name="connsiteX57" fmla="*/ 132903 w 2329312"/>
              <a:gd name="connsiteY57" fmla="*/ 1275314 h 1275313"/>
              <a:gd name="connsiteX58" fmla="*/ 135235 w 2329312"/>
              <a:gd name="connsiteY58" fmla="*/ 1275314 h 1275313"/>
              <a:gd name="connsiteX59" fmla="*/ 137566 w 2329312"/>
              <a:gd name="connsiteY59" fmla="*/ 1275314 h 1275313"/>
              <a:gd name="connsiteX60" fmla="*/ 139899 w 2329312"/>
              <a:gd name="connsiteY60" fmla="*/ 1275314 h 1275313"/>
              <a:gd name="connsiteX61" fmla="*/ 142230 w 2329312"/>
              <a:gd name="connsiteY61" fmla="*/ 1275314 h 1275313"/>
              <a:gd name="connsiteX62" fmla="*/ 144562 w 2329312"/>
              <a:gd name="connsiteY62" fmla="*/ 1275314 h 1275313"/>
              <a:gd name="connsiteX63" fmla="*/ 146893 w 2329312"/>
              <a:gd name="connsiteY63" fmla="*/ 1275314 h 1275313"/>
              <a:gd name="connsiteX64" fmla="*/ 149225 w 2329312"/>
              <a:gd name="connsiteY64" fmla="*/ 1275314 h 1275313"/>
              <a:gd name="connsiteX65" fmla="*/ 151557 w 2329312"/>
              <a:gd name="connsiteY65" fmla="*/ 1275314 h 1275313"/>
              <a:gd name="connsiteX66" fmla="*/ 153888 w 2329312"/>
              <a:gd name="connsiteY66" fmla="*/ 1275314 h 1275313"/>
              <a:gd name="connsiteX67" fmla="*/ 156220 w 2329312"/>
              <a:gd name="connsiteY67" fmla="*/ 1275314 h 1275313"/>
              <a:gd name="connsiteX68" fmla="*/ 158551 w 2329312"/>
              <a:gd name="connsiteY68" fmla="*/ 1275314 h 1275313"/>
              <a:gd name="connsiteX69" fmla="*/ 160883 w 2329312"/>
              <a:gd name="connsiteY69" fmla="*/ 1275314 h 1275313"/>
              <a:gd name="connsiteX70" fmla="*/ 163215 w 2329312"/>
              <a:gd name="connsiteY70" fmla="*/ 1275314 h 1275313"/>
              <a:gd name="connsiteX71" fmla="*/ 165547 w 2329312"/>
              <a:gd name="connsiteY71" fmla="*/ 1275314 h 1275313"/>
              <a:gd name="connsiteX72" fmla="*/ 167878 w 2329312"/>
              <a:gd name="connsiteY72" fmla="*/ 1275314 h 1275313"/>
              <a:gd name="connsiteX73" fmla="*/ 170209 w 2329312"/>
              <a:gd name="connsiteY73" fmla="*/ 1275314 h 1275313"/>
              <a:gd name="connsiteX74" fmla="*/ 172541 w 2329312"/>
              <a:gd name="connsiteY74" fmla="*/ 1275314 h 1275313"/>
              <a:gd name="connsiteX75" fmla="*/ 174873 w 2329312"/>
              <a:gd name="connsiteY75" fmla="*/ 1275314 h 1275313"/>
              <a:gd name="connsiteX76" fmla="*/ 177205 w 2329312"/>
              <a:gd name="connsiteY76" fmla="*/ 1275314 h 1275313"/>
              <a:gd name="connsiteX77" fmla="*/ 179536 w 2329312"/>
              <a:gd name="connsiteY77" fmla="*/ 1275314 h 1275313"/>
              <a:gd name="connsiteX78" fmla="*/ 181868 w 2329312"/>
              <a:gd name="connsiteY78" fmla="*/ 1275314 h 1275313"/>
              <a:gd name="connsiteX79" fmla="*/ 184199 w 2329312"/>
              <a:gd name="connsiteY79" fmla="*/ 1275314 h 1275313"/>
              <a:gd name="connsiteX80" fmla="*/ 186531 w 2329312"/>
              <a:gd name="connsiteY80" fmla="*/ 1275314 h 1275313"/>
              <a:gd name="connsiteX81" fmla="*/ 188863 w 2329312"/>
              <a:gd name="connsiteY81" fmla="*/ 1275314 h 1275313"/>
              <a:gd name="connsiteX82" fmla="*/ 191194 w 2329312"/>
              <a:gd name="connsiteY82" fmla="*/ 1275314 h 1275313"/>
              <a:gd name="connsiteX83" fmla="*/ 193526 w 2329312"/>
              <a:gd name="connsiteY83" fmla="*/ 1275314 h 1275313"/>
              <a:gd name="connsiteX84" fmla="*/ 195857 w 2329312"/>
              <a:gd name="connsiteY84" fmla="*/ 1275314 h 1275313"/>
              <a:gd name="connsiteX85" fmla="*/ 198190 w 2329312"/>
              <a:gd name="connsiteY85" fmla="*/ 1275314 h 1275313"/>
              <a:gd name="connsiteX86" fmla="*/ 200521 w 2329312"/>
              <a:gd name="connsiteY86" fmla="*/ 1275314 h 1275313"/>
              <a:gd name="connsiteX87" fmla="*/ 202853 w 2329312"/>
              <a:gd name="connsiteY87" fmla="*/ 1275314 h 1275313"/>
              <a:gd name="connsiteX88" fmla="*/ 205184 w 2329312"/>
              <a:gd name="connsiteY88" fmla="*/ 1275314 h 1275313"/>
              <a:gd name="connsiteX89" fmla="*/ 207515 w 2329312"/>
              <a:gd name="connsiteY89" fmla="*/ 1275314 h 1275313"/>
              <a:gd name="connsiteX90" fmla="*/ 209848 w 2329312"/>
              <a:gd name="connsiteY90" fmla="*/ 1275314 h 1275313"/>
              <a:gd name="connsiteX91" fmla="*/ 212179 w 2329312"/>
              <a:gd name="connsiteY91" fmla="*/ 1275314 h 1275313"/>
              <a:gd name="connsiteX92" fmla="*/ 214511 w 2329312"/>
              <a:gd name="connsiteY92" fmla="*/ 1275314 h 1275313"/>
              <a:gd name="connsiteX93" fmla="*/ 216842 w 2329312"/>
              <a:gd name="connsiteY93" fmla="*/ 1275314 h 1275313"/>
              <a:gd name="connsiteX94" fmla="*/ 219175 w 2329312"/>
              <a:gd name="connsiteY94" fmla="*/ 1275314 h 1275313"/>
              <a:gd name="connsiteX95" fmla="*/ 221506 w 2329312"/>
              <a:gd name="connsiteY95" fmla="*/ 1275314 h 1275313"/>
              <a:gd name="connsiteX96" fmla="*/ 223837 w 2329312"/>
              <a:gd name="connsiteY96" fmla="*/ 1275314 h 1275313"/>
              <a:gd name="connsiteX97" fmla="*/ 226169 w 2329312"/>
              <a:gd name="connsiteY97" fmla="*/ 1275314 h 1275313"/>
              <a:gd name="connsiteX98" fmla="*/ 228500 w 2329312"/>
              <a:gd name="connsiteY98" fmla="*/ 1275314 h 1275313"/>
              <a:gd name="connsiteX99" fmla="*/ 230833 w 2329312"/>
              <a:gd name="connsiteY99" fmla="*/ 1275314 h 1275313"/>
              <a:gd name="connsiteX100" fmla="*/ 233164 w 2329312"/>
              <a:gd name="connsiteY100" fmla="*/ 1275314 h 1275313"/>
              <a:gd name="connsiteX101" fmla="*/ 235496 w 2329312"/>
              <a:gd name="connsiteY101" fmla="*/ 1275314 h 1275313"/>
              <a:gd name="connsiteX102" fmla="*/ 237827 w 2329312"/>
              <a:gd name="connsiteY102" fmla="*/ 1275314 h 1275313"/>
              <a:gd name="connsiteX103" fmla="*/ 240158 w 2329312"/>
              <a:gd name="connsiteY103" fmla="*/ 1275314 h 1275313"/>
              <a:gd name="connsiteX104" fmla="*/ 242491 w 2329312"/>
              <a:gd name="connsiteY104" fmla="*/ 1275314 h 1275313"/>
              <a:gd name="connsiteX105" fmla="*/ 244822 w 2329312"/>
              <a:gd name="connsiteY105" fmla="*/ 1275314 h 1275313"/>
              <a:gd name="connsiteX106" fmla="*/ 247154 w 2329312"/>
              <a:gd name="connsiteY106" fmla="*/ 1275314 h 1275313"/>
              <a:gd name="connsiteX107" fmla="*/ 249485 w 2329312"/>
              <a:gd name="connsiteY107" fmla="*/ 1275314 h 1275313"/>
              <a:gd name="connsiteX108" fmla="*/ 251818 w 2329312"/>
              <a:gd name="connsiteY108" fmla="*/ 1275314 h 1275313"/>
              <a:gd name="connsiteX109" fmla="*/ 254149 w 2329312"/>
              <a:gd name="connsiteY109" fmla="*/ 1275314 h 1275313"/>
              <a:gd name="connsiteX110" fmla="*/ 256481 w 2329312"/>
              <a:gd name="connsiteY110" fmla="*/ 1275314 h 1275313"/>
              <a:gd name="connsiteX111" fmla="*/ 258812 w 2329312"/>
              <a:gd name="connsiteY111" fmla="*/ 1275314 h 1275313"/>
              <a:gd name="connsiteX112" fmla="*/ 261143 w 2329312"/>
              <a:gd name="connsiteY112" fmla="*/ 1275314 h 1275313"/>
              <a:gd name="connsiteX113" fmla="*/ 263476 w 2329312"/>
              <a:gd name="connsiteY113" fmla="*/ 1275314 h 1275313"/>
              <a:gd name="connsiteX114" fmla="*/ 265807 w 2329312"/>
              <a:gd name="connsiteY114" fmla="*/ 1275314 h 1275313"/>
              <a:gd name="connsiteX115" fmla="*/ 268139 w 2329312"/>
              <a:gd name="connsiteY115" fmla="*/ 1275314 h 1275313"/>
              <a:gd name="connsiteX116" fmla="*/ 270470 w 2329312"/>
              <a:gd name="connsiteY116" fmla="*/ 1275314 h 1275313"/>
              <a:gd name="connsiteX117" fmla="*/ 272803 w 2329312"/>
              <a:gd name="connsiteY117" fmla="*/ 1275314 h 1275313"/>
              <a:gd name="connsiteX118" fmla="*/ 275134 w 2329312"/>
              <a:gd name="connsiteY118" fmla="*/ 1275314 h 1275313"/>
              <a:gd name="connsiteX119" fmla="*/ 277465 w 2329312"/>
              <a:gd name="connsiteY119" fmla="*/ 1275314 h 1275313"/>
              <a:gd name="connsiteX120" fmla="*/ 279797 w 2329312"/>
              <a:gd name="connsiteY120" fmla="*/ 1275314 h 1275313"/>
              <a:gd name="connsiteX121" fmla="*/ 282128 w 2329312"/>
              <a:gd name="connsiteY121" fmla="*/ 1275314 h 1275313"/>
              <a:gd name="connsiteX122" fmla="*/ 284461 w 2329312"/>
              <a:gd name="connsiteY122" fmla="*/ 1275314 h 1275313"/>
              <a:gd name="connsiteX123" fmla="*/ 286792 w 2329312"/>
              <a:gd name="connsiteY123" fmla="*/ 1275314 h 1275313"/>
              <a:gd name="connsiteX124" fmla="*/ 289124 w 2329312"/>
              <a:gd name="connsiteY124" fmla="*/ 1275314 h 1275313"/>
              <a:gd name="connsiteX125" fmla="*/ 291455 w 2329312"/>
              <a:gd name="connsiteY125" fmla="*/ 1275314 h 1275313"/>
              <a:gd name="connsiteX126" fmla="*/ 293787 w 2329312"/>
              <a:gd name="connsiteY126" fmla="*/ 1275314 h 1275313"/>
              <a:gd name="connsiteX127" fmla="*/ 296119 w 2329312"/>
              <a:gd name="connsiteY127" fmla="*/ 1275314 h 1275313"/>
              <a:gd name="connsiteX128" fmla="*/ 298450 w 2329312"/>
              <a:gd name="connsiteY128" fmla="*/ 1275314 h 1275313"/>
              <a:gd name="connsiteX129" fmla="*/ 300782 w 2329312"/>
              <a:gd name="connsiteY129" fmla="*/ 1275314 h 1275313"/>
              <a:gd name="connsiteX130" fmla="*/ 303113 w 2329312"/>
              <a:gd name="connsiteY130" fmla="*/ 1275314 h 1275313"/>
              <a:gd name="connsiteX131" fmla="*/ 305445 w 2329312"/>
              <a:gd name="connsiteY131" fmla="*/ 1275314 h 1275313"/>
              <a:gd name="connsiteX132" fmla="*/ 307777 w 2329312"/>
              <a:gd name="connsiteY132" fmla="*/ 1275314 h 1275313"/>
              <a:gd name="connsiteX133" fmla="*/ 310109 w 2329312"/>
              <a:gd name="connsiteY133" fmla="*/ 1275314 h 1275313"/>
              <a:gd name="connsiteX134" fmla="*/ 312440 w 2329312"/>
              <a:gd name="connsiteY134" fmla="*/ 1275314 h 1275313"/>
              <a:gd name="connsiteX135" fmla="*/ 314771 w 2329312"/>
              <a:gd name="connsiteY135" fmla="*/ 1275314 h 1275313"/>
              <a:gd name="connsiteX136" fmla="*/ 317103 w 2329312"/>
              <a:gd name="connsiteY136" fmla="*/ 1275314 h 1275313"/>
              <a:gd name="connsiteX137" fmla="*/ 319435 w 2329312"/>
              <a:gd name="connsiteY137" fmla="*/ 1275314 h 1275313"/>
              <a:gd name="connsiteX138" fmla="*/ 321767 w 2329312"/>
              <a:gd name="connsiteY138" fmla="*/ 1275314 h 1275313"/>
              <a:gd name="connsiteX139" fmla="*/ 324098 w 2329312"/>
              <a:gd name="connsiteY139" fmla="*/ 1275314 h 1275313"/>
              <a:gd name="connsiteX140" fmla="*/ 326430 w 2329312"/>
              <a:gd name="connsiteY140" fmla="*/ 1275314 h 1275313"/>
              <a:gd name="connsiteX141" fmla="*/ 328761 w 2329312"/>
              <a:gd name="connsiteY141" fmla="*/ 1275314 h 1275313"/>
              <a:gd name="connsiteX142" fmla="*/ 331092 w 2329312"/>
              <a:gd name="connsiteY142" fmla="*/ 1275314 h 1275313"/>
              <a:gd name="connsiteX143" fmla="*/ 333425 w 2329312"/>
              <a:gd name="connsiteY143" fmla="*/ 1275314 h 1275313"/>
              <a:gd name="connsiteX144" fmla="*/ 335756 w 2329312"/>
              <a:gd name="connsiteY144" fmla="*/ 1275314 h 1275313"/>
              <a:gd name="connsiteX145" fmla="*/ 338088 w 2329312"/>
              <a:gd name="connsiteY145" fmla="*/ 1275314 h 1275313"/>
              <a:gd name="connsiteX146" fmla="*/ 340419 w 2329312"/>
              <a:gd name="connsiteY146" fmla="*/ 1275301 h 1275313"/>
              <a:gd name="connsiteX147" fmla="*/ 342752 w 2329312"/>
              <a:gd name="connsiteY147" fmla="*/ 1275301 h 1275313"/>
              <a:gd name="connsiteX148" fmla="*/ 345083 w 2329312"/>
              <a:gd name="connsiteY148" fmla="*/ 1275301 h 1275313"/>
              <a:gd name="connsiteX149" fmla="*/ 347415 w 2329312"/>
              <a:gd name="connsiteY149" fmla="*/ 1275301 h 1275313"/>
              <a:gd name="connsiteX150" fmla="*/ 349746 w 2329312"/>
              <a:gd name="connsiteY150" fmla="*/ 1275301 h 1275313"/>
              <a:gd name="connsiteX151" fmla="*/ 352077 w 2329312"/>
              <a:gd name="connsiteY151" fmla="*/ 1275301 h 1275313"/>
              <a:gd name="connsiteX152" fmla="*/ 354410 w 2329312"/>
              <a:gd name="connsiteY152" fmla="*/ 1275301 h 1275313"/>
              <a:gd name="connsiteX153" fmla="*/ 356741 w 2329312"/>
              <a:gd name="connsiteY153" fmla="*/ 1275301 h 1275313"/>
              <a:gd name="connsiteX154" fmla="*/ 359073 w 2329312"/>
              <a:gd name="connsiteY154" fmla="*/ 1275301 h 1275313"/>
              <a:gd name="connsiteX155" fmla="*/ 361404 w 2329312"/>
              <a:gd name="connsiteY155" fmla="*/ 1275301 h 1275313"/>
              <a:gd name="connsiteX156" fmla="*/ 363737 w 2329312"/>
              <a:gd name="connsiteY156" fmla="*/ 1275301 h 1275313"/>
              <a:gd name="connsiteX157" fmla="*/ 366068 w 2329312"/>
              <a:gd name="connsiteY157" fmla="*/ 1275301 h 1275313"/>
              <a:gd name="connsiteX158" fmla="*/ 368399 w 2329312"/>
              <a:gd name="connsiteY158" fmla="*/ 1275301 h 1275313"/>
              <a:gd name="connsiteX159" fmla="*/ 370731 w 2329312"/>
              <a:gd name="connsiteY159" fmla="*/ 1275301 h 1275313"/>
              <a:gd name="connsiteX160" fmla="*/ 373062 w 2329312"/>
              <a:gd name="connsiteY160" fmla="*/ 1275301 h 1275313"/>
              <a:gd name="connsiteX161" fmla="*/ 375395 w 2329312"/>
              <a:gd name="connsiteY161" fmla="*/ 1275301 h 1275313"/>
              <a:gd name="connsiteX162" fmla="*/ 377726 w 2329312"/>
              <a:gd name="connsiteY162" fmla="*/ 1275301 h 1275313"/>
              <a:gd name="connsiteX163" fmla="*/ 380058 w 2329312"/>
              <a:gd name="connsiteY163" fmla="*/ 1275289 h 1275313"/>
              <a:gd name="connsiteX164" fmla="*/ 382389 w 2329312"/>
              <a:gd name="connsiteY164" fmla="*/ 1275289 h 1275313"/>
              <a:gd name="connsiteX165" fmla="*/ 384720 w 2329312"/>
              <a:gd name="connsiteY165" fmla="*/ 1275289 h 1275313"/>
              <a:gd name="connsiteX166" fmla="*/ 387053 w 2329312"/>
              <a:gd name="connsiteY166" fmla="*/ 1275289 h 1275313"/>
              <a:gd name="connsiteX167" fmla="*/ 389384 w 2329312"/>
              <a:gd name="connsiteY167" fmla="*/ 1275289 h 1275313"/>
              <a:gd name="connsiteX168" fmla="*/ 391716 w 2329312"/>
              <a:gd name="connsiteY168" fmla="*/ 1275289 h 1275313"/>
              <a:gd name="connsiteX169" fmla="*/ 394047 w 2329312"/>
              <a:gd name="connsiteY169" fmla="*/ 1275289 h 1275313"/>
              <a:gd name="connsiteX170" fmla="*/ 396380 w 2329312"/>
              <a:gd name="connsiteY170" fmla="*/ 1275289 h 1275313"/>
              <a:gd name="connsiteX171" fmla="*/ 398711 w 2329312"/>
              <a:gd name="connsiteY171" fmla="*/ 1275289 h 1275313"/>
              <a:gd name="connsiteX172" fmla="*/ 401043 w 2329312"/>
              <a:gd name="connsiteY172" fmla="*/ 1275289 h 1275313"/>
              <a:gd name="connsiteX173" fmla="*/ 403374 w 2329312"/>
              <a:gd name="connsiteY173" fmla="*/ 1275277 h 1275313"/>
              <a:gd name="connsiteX174" fmla="*/ 405705 w 2329312"/>
              <a:gd name="connsiteY174" fmla="*/ 1275277 h 1275313"/>
              <a:gd name="connsiteX175" fmla="*/ 408038 w 2329312"/>
              <a:gd name="connsiteY175" fmla="*/ 1275277 h 1275313"/>
              <a:gd name="connsiteX176" fmla="*/ 410369 w 2329312"/>
              <a:gd name="connsiteY176" fmla="*/ 1275277 h 1275313"/>
              <a:gd name="connsiteX177" fmla="*/ 412701 w 2329312"/>
              <a:gd name="connsiteY177" fmla="*/ 1275277 h 1275313"/>
              <a:gd name="connsiteX178" fmla="*/ 415032 w 2329312"/>
              <a:gd name="connsiteY178" fmla="*/ 1275277 h 1275313"/>
              <a:gd name="connsiteX179" fmla="*/ 417364 w 2329312"/>
              <a:gd name="connsiteY179" fmla="*/ 1275265 h 1275313"/>
              <a:gd name="connsiteX180" fmla="*/ 419696 w 2329312"/>
              <a:gd name="connsiteY180" fmla="*/ 1275265 h 1275313"/>
              <a:gd name="connsiteX181" fmla="*/ 422027 w 2329312"/>
              <a:gd name="connsiteY181" fmla="*/ 1275265 h 1275313"/>
              <a:gd name="connsiteX182" fmla="*/ 424359 w 2329312"/>
              <a:gd name="connsiteY182" fmla="*/ 1275265 h 1275313"/>
              <a:gd name="connsiteX183" fmla="*/ 426690 w 2329312"/>
              <a:gd name="connsiteY183" fmla="*/ 1275265 h 1275313"/>
              <a:gd name="connsiteX184" fmla="*/ 429022 w 2329312"/>
              <a:gd name="connsiteY184" fmla="*/ 1275265 h 1275313"/>
              <a:gd name="connsiteX185" fmla="*/ 431354 w 2329312"/>
              <a:gd name="connsiteY185" fmla="*/ 1275252 h 1275313"/>
              <a:gd name="connsiteX186" fmla="*/ 433686 w 2329312"/>
              <a:gd name="connsiteY186" fmla="*/ 1275252 h 1275313"/>
              <a:gd name="connsiteX187" fmla="*/ 436017 w 2329312"/>
              <a:gd name="connsiteY187" fmla="*/ 1275252 h 1275313"/>
              <a:gd name="connsiteX188" fmla="*/ 438349 w 2329312"/>
              <a:gd name="connsiteY188" fmla="*/ 1275252 h 1275313"/>
              <a:gd name="connsiteX189" fmla="*/ 440680 w 2329312"/>
              <a:gd name="connsiteY189" fmla="*/ 1275240 h 1275313"/>
              <a:gd name="connsiteX190" fmla="*/ 443012 w 2329312"/>
              <a:gd name="connsiteY190" fmla="*/ 1275240 h 1275313"/>
              <a:gd name="connsiteX191" fmla="*/ 445344 w 2329312"/>
              <a:gd name="connsiteY191" fmla="*/ 1275240 h 1275313"/>
              <a:gd name="connsiteX192" fmla="*/ 447675 w 2329312"/>
              <a:gd name="connsiteY192" fmla="*/ 1275228 h 1275313"/>
              <a:gd name="connsiteX193" fmla="*/ 450007 w 2329312"/>
              <a:gd name="connsiteY193" fmla="*/ 1275228 h 1275313"/>
              <a:gd name="connsiteX194" fmla="*/ 452339 w 2329312"/>
              <a:gd name="connsiteY194" fmla="*/ 1275228 h 1275313"/>
              <a:gd name="connsiteX195" fmla="*/ 454671 w 2329312"/>
              <a:gd name="connsiteY195" fmla="*/ 1275228 h 1275313"/>
              <a:gd name="connsiteX196" fmla="*/ 457002 w 2329312"/>
              <a:gd name="connsiteY196" fmla="*/ 1275215 h 1275313"/>
              <a:gd name="connsiteX197" fmla="*/ 459333 w 2329312"/>
              <a:gd name="connsiteY197" fmla="*/ 1275215 h 1275313"/>
              <a:gd name="connsiteX198" fmla="*/ 461665 w 2329312"/>
              <a:gd name="connsiteY198" fmla="*/ 1275203 h 1275313"/>
              <a:gd name="connsiteX199" fmla="*/ 463997 w 2329312"/>
              <a:gd name="connsiteY199" fmla="*/ 1275203 h 1275313"/>
              <a:gd name="connsiteX200" fmla="*/ 466329 w 2329312"/>
              <a:gd name="connsiteY200" fmla="*/ 1275203 h 1275313"/>
              <a:gd name="connsiteX201" fmla="*/ 468660 w 2329312"/>
              <a:gd name="connsiteY201" fmla="*/ 1275191 h 1275313"/>
              <a:gd name="connsiteX202" fmla="*/ 470992 w 2329312"/>
              <a:gd name="connsiteY202" fmla="*/ 1275191 h 1275313"/>
              <a:gd name="connsiteX203" fmla="*/ 473323 w 2329312"/>
              <a:gd name="connsiteY203" fmla="*/ 1275178 h 1275313"/>
              <a:gd name="connsiteX204" fmla="*/ 475654 w 2329312"/>
              <a:gd name="connsiteY204" fmla="*/ 1275178 h 1275313"/>
              <a:gd name="connsiteX205" fmla="*/ 477987 w 2329312"/>
              <a:gd name="connsiteY205" fmla="*/ 1275166 h 1275313"/>
              <a:gd name="connsiteX206" fmla="*/ 480318 w 2329312"/>
              <a:gd name="connsiteY206" fmla="*/ 1275166 h 1275313"/>
              <a:gd name="connsiteX207" fmla="*/ 482650 w 2329312"/>
              <a:gd name="connsiteY207" fmla="*/ 1275154 h 1275313"/>
              <a:gd name="connsiteX208" fmla="*/ 484981 w 2329312"/>
              <a:gd name="connsiteY208" fmla="*/ 1275154 h 1275313"/>
              <a:gd name="connsiteX209" fmla="*/ 487314 w 2329312"/>
              <a:gd name="connsiteY209" fmla="*/ 1275142 h 1275313"/>
              <a:gd name="connsiteX210" fmla="*/ 489645 w 2329312"/>
              <a:gd name="connsiteY210" fmla="*/ 1275142 h 1275313"/>
              <a:gd name="connsiteX211" fmla="*/ 491977 w 2329312"/>
              <a:gd name="connsiteY211" fmla="*/ 1275129 h 1275313"/>
              <a:gd name="connsiteX212" fmla="*/ 494308 w 2329312"/>
              <a:gd name="connsiteY212" fmla="*/ 1275117 h 1275313"/>
              <a:gd name="connsiteX213" fmla="*/ 496639 w 2329312"/>
              <a:gd name="connsiteY213" fmla="*/ 1275117 h 1275313"/>
              <a:gd name="connsiteX214" fmla="*/ 498972 w 2329312"/>
              <a:gd name="connsiteY214" fmla="*/ 1275105 h 1275313"/>
              <a:gd name="connsiteX215" fmla="*/ 501303 w 2329312"/>
              <a:gd name="connsiteY215" fmla="*/ 1275092 h 1275313"/>
              <a:gd name="connsiteX216" fmla="*/ 503635 w 2329312"/>
              <a:gd name="connsiteY216" fmla="*/ 1275080 h 1275313"/>
              <a:gd name="connsiteX217" fmla="*/ 505966 w 2329312"/>
              <a:gd name="connsiteY217" fmla="*/ 1275080 h 1275313"/>
              <a:gd name="connsiteX218" fmla="*/ 508299 w 2329312"/>
              <a:gd name="connsiteY218" fmla="*/ 1275068 h 1275313"/>
              <a:gd name="connsiteX219" fmla="*/ 510630 w 2329312"/>
              <a:gd name="connsiteY219" fmla="*/ 1275055 h 1275313"/>
              <a:gd name="connsiteX220" fmla="*/ 512961 w 2329312"/>
              <a:gd name="connsiteY220" fmla="*/ 1275043 h 1275313"/>
              <a:gd name="connsiteX221" fmla="*/ 515293 w 2329312"/>
              <a:gd name="connsiteY221" fmla="*/ 1275031 h 1275313"/>
              <a:gd name="connsiteX222" fmla="*/ 517624 w 2329312"/>
              <a:gd name="connsiteY222" fmla="*/ 1275018 h 1275313"/>
              <a:gd name="connsiteX223" fmla="*/ 519957 w 2329312"/>
              <a:gd name="connsiteY223" fmla="*/ 1275006 h 1275313"/>
              <a:gd name="connsiteX224" fmla="*/ 522288 w 2329312"/>
              <a:gd name="connsiteY224" fmla="*/ 1274994 h 1275313"/>
              <a:gd name="connsiteX225" fmla="*/ 524620 w 2329312"/>
              <a:gd name="connsiteY225" fmla="*/ 1274982 h 1275313"/>
              <a:gd name="connsiteX226" fmla="*/ 526951 w 2329312"/>
              <a:gd name="connsiteY226" fmla="*/ 1274969 h 1275313"/>
              <a:gd name="connsiteX227" fmla="*/ 529282 w 2329312"/>
              <a:gd name="connsiteY227" fmla="*/ 1274957 h 1275313"/>
              <a:gd name="connsiteX228" fmla="*/ 531615 w 2329312"/>
              <a:gd name="connsiteY228" fmla="*/ 1274932 h 1275313"/>
              <a:gd name="connsiteX229" fmla="*/ 533946 w 2329312"/>
              <a:gd name="connsiteY229" fmla="*/ 1274920 h 1275313"/>
              <a:gd name="connsiteX230" fmla="*/ 536278 w 2329312"/>
              <a:gd name="connsiteY230" fmla="*/ 1274908 h 1275313"/>
              <a:gd name="connsiteX231" fmla="*/ 538609 w 2329312"/>
              <a:gd name="connsiteY231" fmla="*/ 1274883 h 1275313"/>
              <a:gd name="connsiteX232" fmla="*/ 540942 w 2329312"/>
              <a:gd name="connsiteY232" fmla="*/ 1274871 h 1275313"/>
              <a:gd name="connsiteX233" fmla="*/ 543273 w 2329312"/>
              <a:gd name="connsiteY233" fmla="*/ 1274846 h 1275313"/>
              <a:gd name="connsiteX234" fmla="*/ 545605 w 2329312"/>
              <a:gd name="connsiteY234" fmla="*/ 1274834 h 1275313"/>
              <a:gd name="connsiteX235" fmla="*/ 547936 w 2329312"/>
              <a:gd name="connsiteY235" fmla="*/ 1274809 h 1275313"/>
              <a:gd name="connsiteX236" fmla="*/ 550267 w 2329312"/>
              <a:gd name="connsiteY236" fmla="*/ 1274797 h 1275313"/>
              <a:gd name="connsiteX237" fmla="*/ 552600 w 2329312"/>
              <a:gd name="connsiteY237" fmla="*/ 1274772 h 1275313"/>
              <a:gd name="connsiteX238" fmla="*/ 554931 w 2329312"/>
              <a:gd name="connsiteY238" fmla="*/ 1274748 h 1275313"/>
              <a:gd name="connsiteX239" fmla="*/ 557263 w 2329312"/>
              <a:gd name="connsiteY239" fmla="*/ 1274723 h 1275313"/>
              <a:gd name="connsiteX240" fmla="*/ 559594 w 2329312"/>
              <a:gd name="connsiteY240" fmla="*/ 1274699 h 1275313"/>
              <a:gd name="connsiteX241" fmla="*/ 561926 w 2329312"/>
              <a:gd name="connsiteY241" fmla="*/ 1274686 h 1275313"/>
              <a:gd name="connsiteX242" fmla="*/ 564258 w 2329312"/>
              <a:gd name="connsiteY242" fmla="*/ 1274649 h 1275313"/>
              <a:gd name="connsiteX243" fmla="*/ 566589 w 2329312"/>
              <a:gd name="connsiteY243" fmla="*/ 1274625 h 1275313"/>
              <a:gd name="connsiteX244" fmla="*/ 568921 w 2329312"/>
              <a:gd name="connsiteY244" fmla="*/ 1274600 h 1275313"/>
              <a:gd name="connsiteX245" fmla="*/ 571252 w 2329312"/>
              <a:gd name="connsiteY245" fmla="*/ 1274576 h 1275313"/>
              <a:gd name="connsiteX246" fmla="*/ 573584 w 2329312"/>
              <a:gd name="connsiteY246" fmla="*/ 1274539 h 1275313"/>
              <a:gd name="connsiteX247" fmla="*/ 575916 w 2329312"/>
              <a:gd name="connsiteY247" fmla="*/ 1274514 h 1275313"/>
              <a:gd name="connsiteX248" fmla="*/ 578248 w 2329312"/>
              <a:gd name="connsiteY248" fmla="*/ 1274477 h 1275313"/>
              <a:gd name="connsiteX249" fmla="*/ 580579 w 2329312"/>
              <a:gd name="connsiteY249" fmla="*/ 1274453 h 1275313"/>
              <a:gd name="connsiteX250" fmla="*/ 582911 w 2329312"/>
              <a:gd name="connsiteY250" fmla="*/ 1274416 h 1275313"/>
              <a:gd name="connsiteX251" fmla="*/ 585242 w 2329312"/>
              <a:gd name="connsiteY251" fmla="*/ 1274379 h 1275313"/>
              <a:gd name="connsiteX252" fmla="*/ 587574 w 2329312"/>
              <a:gd name="connsiteY252" fmla="*/ 1274342 h 1275313"/>
              <a:gd name="connsiteX253" fmla="*/ 589906 w 2329312"/>
              <a:gd name="connsiteY253" fmla="*/ 1274305 h 1275313"/>
              <a:gd name="connsiteX254" fmla="*/ 592237 w 2329312"/>
              <a:gd name="connsiteY254" fmla="*/ 1274268 h 1275313"/>
              <a:gd name="connsiteX255" fmla="*/ 594569 w 2329312"/>
              <a:gd name="connsiteY255" fmla="*/ 1274231 h 1275313"/>
              <a:gd name="connsiteX256" fmla="*/ 596900 w 2329312"/>
              <a:gd name="connsiteY256" fmla="*/ 1274194 h 1275313"/>
              <a:gd name="connsiteX257" fmla="*/ 599233 w 2329312"/>
              <a:gd name="connsiteY257" fmla="*/ 1274145 h 1275313"/>
              <a:gd name="connsiteX258" fmla="*/ 601564 w 2329312"/>
              <a:gd name="connsiteY258" fmla="*/ 1274096 h 1275313"/>
              <a:gd name="connsiteX259" fmla="*/ 603895 w 2329312"/>
              <a:gd name="connsiteY259" fmla="*/ 1274059 h 1275313"/>
              <a:gd name="connsiteX260" fmla="*/ 606227 w 2329312"/>
              <a:gd name="connsiteY260" fmla="*/ 1274010 h 1275313"/>
              <a:gd name="connsiteX261" fmla="*/ 608558 w 2329312"/>
              <a:gd name="connsiteY261" fmla="*/ 1273961 h 1275313"/>
              <a:gd name="connsiteX262" fmla="*/ 610891 w 2329312"/>
              <a:gd name="connsiteY262" fmla="*/ 1273911 h 1275313"/>
              <a:gd name="connsiteX263" fmla="*/ 613222 w 2329312"/>
              <a:gd name="connsiteY263" fmla="*/ 1273850 h 1275313"/>
              <a:gd name="connsiteX264" fmla="*/ 615554 w 2329312"/>
              <a:gd name="connsiteY264" fmla="*/ 1273801 h 1275313"/>
              <a:gd name="connsiteX265" fmla="*/ 617885 w 2329312"/>
              <a:gd name="connsiteY265" fmla="*/ 1273739 h 1275313"/>
              <a:gd name="connsiteX266" fmla="*/ 620216 w 2329312"/>
              <a:gd name="connsiteY266" fmla="*/ 1273690 h 1275313"/>
              <a:gd name="connsiteX267" fmla="*/ 622549 w 2329312"/>
              <a:gd name="connsiteY267" fmla="*/ 1273628 h 1275313"/>
              <a:gd name="connsiteX268" fmla="*/ 624880 w 2329312"/>
              <a:gd name="connsiteY268" fmla="*/ 1273567 h 1275313"/>
              <a:gd name="connsiteX269" fmla="*/ 627212 w 2329312"/>
              <a:gd name="connsiteY269" fmla="*/ 1273493 h 1275313"/>
              <a:gd name="connsiteX270" fmla="*/ 629543 w 2329312"/>
              <a:gd name="connsiteY270" fmla="*/ 1273432 h 1275313"/>
              <a:gd name="connsiteX271" fmla="*/ 631876 w 2329312"/>
              <a:gd name="connsiteY271" fmla="*/ 1273358 h 1275313"/>
              <a:gd name="connsiteX272" fmla="*/ 634207 w 2329312"/>
              <a:gd name="connsiteY272" fmla="*/ 1273296 h 1275313"/>
              <a:gd name="connsiteX273" fmla="*/ 636539 w 2329312"/>
              <a:gd name="connsiteY273" fmla="*/ 1273222 h 1275313"/>
              <a:gd name="connsiteX274" fmla="*/ 638870 w 2329312"/>
              <a:gd name="connsiteY274" fmla="*/ 1273136 h 1275313"/>
              <a:gd name="connsiteX275" fmla="*/ 641201 w 2329312"/>
              <a:gd name="connsiteY275" fmla="*/ 1273063 h 1275313"/>
              <a:gd name="connsiteX276" fmla="*/ 643534 w 2329312"/>
              <a:gd name="connsiteY276" fmla="*/ 1272977 h 1275313"/>
              <a:gd name="connsiteX277" fmla="*/ 645865 w 2329312"/>
              <a:gd name="connsiteY277" fmla="*/ 1272903 h 1275313"/>
              <a:gd name="connsiteX278" fmla="*/ 648197 w 2329312"/>
              <a:gd name="connsiteY278" fmla="*/ 1272817 h 1275313"/>
              <a:gd name="connsiteX279" fmla="*/ 650528 w 2329312"/>
              <a:gd name="connsiteY279" fmla="*/ 1272718 h 1275313"/>
              <a:gd name="connsiteX280" fmla="*/ 652861 w 2329312"/>
              <a:gd name="connsiteY280" fmla="*/ 1272632 h 1275313"/>
              <a:gd name="connsiteX281" fmla="*/ 655192 w 2329312"/>
              <a:gd name="connsiteY281" fmla="*/ 1272534 h 1275313"/>
              <a:gd name="connsiteX282" fmla="*/ 657523 w 2329312"/>
              <a:gd name="connsiteY282" fmla="*/ 1272435 h 1275313"/>
              <a:gd name="connsiteX283" fmla="*/ 659855 w 2329312"/>
              <a:gd name="connsiteY283" fmla="*/ 1272337 h 1275313"/>
              <a:gd name="connsiteX284" fmla="*/ 662186 w 2329312"/>
              <a:gd name="connsiteY284" fmla="*/ 1272226 h 1275313"/>
              <a:gd name="connsiteX285" fmla="*/ 664519 w 2329312"/>
              <a:gd name="connsiteY285" fmla="*/ 1272115 h 1275313"/>
              <a:gd name="connsiteX286" fmla="*/ 666850 w 2329312"/>
              <a:gd name="connsiteY286" fmla="*/ 1272005 h 1275313"/>
              <a:gd name="connsiteX287" fmla="*/ 669182 w 2329312"/>
              <a:gd name="connsiteY287" fmla="*/ 1271894 h 1275313"/>
              <a:gd name="connsiteX288" fmla="*/ 671513 w 2329312"/>
              <a:gd name="connsiteY288" fmla="*/ 1271771 h 1275313"/>
              <a:gd name="connsiteX289" fmla="*/ 673845 w 2329312"/>
              <a:gd name="connsiteY289" fmla="*/ 1271648 h 1275313"/>
              <a:gd name="connsiteX290" fmla="*/ 676177 w 2329312"/>
              <a:gd name="connsiteY290" fmla="*/ 1271525 h 1275313"/>
              <a:gd name="connsiteX291" fmla="*/ 678508 w 2329312"/>
              <a:gd name="connsiteY291" fmla="*/ 1271390 h 1275313"/>
              <a:gd name="connsiteX292" fmla="*/ 680840 w 2329312"/>
              <a:gd name="connsiteY292" fmla="*/ 1271254 h 1275313"/>
              <a:gd name="connsiteX293" fmla="*/ 683171 w 2329312"/>
              <a:gd name="connsiteY293" fmla="*/ 1271119 h 1275313"/>
              <a:gd name="connsiteX294" fmla="*/ 685504 w 2329312"/>
              <a:gd name="connsiteY294" fmla="*/ 1270971 h 1275313"/>
              <a:gd name="connsiteX295" fmla="*/ 687835 w 2329312"/>
              <a:gd name="connsiteY295" fmla="*/ 1270824 h 1275313"/>
              <a:gd name="connsiteX296" fmla="*/ 690167 w 2329312"/>
              <a:gd name="connsiteY296" fmla="*/ 1270676 h 1275313"/>
              <a:gd name="connsiteX297" fmla="*/ 692498 w 2329312"/>
              <a:gd name="connsiteY297" fmla="*/ 1270516 h 1275313"/>
              <a:gd name="connsiteX298" fmla="*/ 694829 w 2329312"/>
              <a:gd name="connsiteY298" fmla="*/ 1270356 h 1275313"/>
              <a:gd name="connsiteX299" fmla="*/ 697162 w 2329312"/>
              <a:gd name="connsiteY299" fmla="*/ 1270184 h 1275313"/>
              <a:gd name="connsiteX300" fmla="*/ 699493 w 2329312"/>
              <a:gd name="connsiteY300" fmla="*/ 1270012 h 1275313"/>
              <a:gd name="connsiteX301" fmla="*/ 701825 w 2329312"/>
              <a:gd name="connsiteY301" fmla="*/ 1269840 h 1275313"/>
              <a:gd name="connsiteX302" fmla="*/ 704156 w 2329312"/>
              <a:gd name="connsiteY302" fmla="*/ 1269655 h 1275313"/>
              <a:gd name="connsiteX303" fmla="*/ 706488 w 2329312"/>
              <a:gd name="connsiteY303" fmla="*/ 1269458 h 1275313"/>
              <a:gd name="connsiteX304" fmla="*/ 708820 w 2329312"/>
              <a:gd name="connsiteY304" fmla="*/ 1269274 h 1275313"/>
              <a:gd name="connsiteX305" fmla="*/ 711151 w 2329312"/>
              <a:gd name="connsiteY305" fmla="*/ 1269065 h 1275313"/>
              <a:gd name="connsiteX306" fmla="*/ 713483 w 2329312"/>
              <a:gd name="connsiteY306" fmla="*/ 1268868 h 1275313"/>
              <a:gd name="connsiteX307" fmla="*/ 715814 w 2329312"/>
              <a:gd name="connsiteY307" fmla="*/ 1268646 h 1275313"/>
              <a:gd name="connsiteX308" fmla="*/ 718146 w 2329312"/>
              <a:gd name="connsiteY308" fmla="*/ 1268437 h 1275313"/>
              <a:gd name="connsiteX309" fmla="*/ 720478 w 2329312"/>
              <a:gd name="connsiteY309" fmla="*/ 1268204 h 1275313"/>
              <a:gd name="connsiteX310" fmla="*/ 722810 w 2329312"/>
              <a:gd name="connsiteY310" fmla="*/ 1267970 h 1275313"/>
              <a:gd name="connsiteX311" fmla="*/ 725141 w 2329312"/>
              <a:gd name="connsiteY311" fmla="*/ 1267736 h 1275313"/>
              <a:gd name="connsiteX312" fmla="*/ 727473 w 2329312"/>
              <a:gd name="connsiteY312" fmla="*/ 1267490 h 1275313"/>
              <a:gd name="connsiteX313" fmla="*/ 729804 w 2329312"/>
              <a:gd name="connsiteY313" fmla="*/ 1267244 h 1275313"/>
              <a:gd name="connsiteX314" fmla="*/ 732136 w 2329312"/>
              <a:gd name="connsiteY314" fmla="*/ 1266986 h 1275313"/>
              <a:gd name="connsiteX315" fmla="*/ 734468 w 2329312"/>
              <a:gd name="connsiteY315" fmla="*/ 1266715 h 1275313"/>
              <a:gd name="connsiteX316" fmla="*/ 736803 w 2329312"/>
              <a:gd name="connsiteY316" fmla="*/ 1266432 h 1275313"/>
              <a:gd name="connsiteX317" fmla="*/ 739128 w 2329312"/>
              <a:gd name="connsiteY317" fmla="*/ 1266149 h 1275313"/>
              <a:gd name="connsiteX318" fmla="*/ 741465 w 2329312"/>
              <a:gd name="connsiteY318" fmla="*/ 1265866 h 1275313"/>
              <a:gd name="connsiteX319" fmla="*/ 743790 w 2329312"/>
              <a:gd name="connsiteY319" fmla="*/ 1265571 h 1275313"/>
              <a:gd name="connsiteX320" fmla="*/ 746127 w 2329312"/>
              <a:gd name="connsiteY320" fmla="*/ 1265251 h 1275313"/>
              <a:gd name="connsiteX321" fmla="*/ 748452 w 2329312"/>
              <a:gd name="connsiteY321" fmla="*/ 1264944 h 1275313"/>
              <a:gd name="connsiteX322" fmla="*/ 750789 w 2329312"/>
              <a:gd name="connsiteY322" fmla="*/ 1264612 h 1275313"/>
              <a:gd name="connsiteX323" fmla="*/ 753127 w 2329312"/>
              <a:gd name="connsiteY323" fmla="*/ 1264279 h 1275313"/>
              <a:gd name="connsiteX324" fmla="*/ 755452 w 2329312"/>
              <a:gd name="connsiteY324" fmla="*/ 1263935 h 1275313"/>
              <a:gd name="connsiteX325" fmla="*/ 757789 w 2329312"/>
              <a:gd name="connsiteY325" fmla="*/ 1263591 h 1275313"/>
              <a:gd name="connsiteX326" fmla="*/ 760114 w 2329312"/>
              <a:gd name="connsiteY326" fmla="*/ 1263221 h 1275313"/>
              <a:gd name="connsiteX327" fmla="*/ 762451 w 2329312"/>
              <a:gd name="connsiteY327" fmla="*/ 1262853 h 1275313"/>
              <a:gd name="connsiteX328" fmla="*/ 764776 w 2329312"/>
              <a:gd name="connsiteY328" fmla="*/ 1262471 h 1275313"/>
              <a:gd name="connsiteX329" fmla="*/ 767113 w 2329312"/>
              <a:gd name="connsiteY329" fmla="*/ 1262078 h 1275313"/>
              <a:gd name="connsiteX330" fmla="*/ 769438 w 2329312"/>
              <a:gd name="connsiteY330" fmla="*/ 1261671 h 1275313"/>
              <a:gd name="connsiteX331" fmla="*/ 771776 w 2329312"/>
              <a:gd name="connsiteY331" fmla="*/ 1261253 h 1275313"/>
              <a:gd name="connsiteX332" fmla="*/ 774100 w 2329312"/>
              <a:gd name="connsiteY332" fmla="*/ 1260823 h 1275313"/>
              <a:gd name="connsiteX333" fmla="*/ 776438 w 2329312"/>
              <a:gd name="connsiteY333" fmla="*/ 1260392 h 1275313"/>
              <a:gd name="connsiteX334" fmla="*/ 778775 w 2329312"/>
              <a:gd name="connsiteY334" fmla="*/ 1259937 h 1275313"/>
              <a:gd name="connsiteX335" fmla="*/ 781100 w 2329312"/>
              <a:gd name="connsiteY335" fmla="*/ 1259482 h 1275313"/>
              <a:gd name="connsiteX336" fmla="*/ 783437 w 2329312"/>
              <a:gd name="connsiteY336" fmla="*/ 1259002 h 1275313"/>
              <a:gd name="connsiteX337" fmla="*/ 785762 w 2329312"/>
              <a:gd name="connsiteY337" fmla="*/ 1258522 h 1275313"/>
              <a:gd name="connsiteX338" fmla="*/ 788099 w 2329312"/>
              <a:gd name="connsiteY338" fmla="*/ 1258018 h 1275313"/>
              <a:gd name="connsiteX339" fmla="*/ 790424 w 2329312"/>
              <a:gd name="connsiteY339" fmla="*/ 1257501 h 1275313"/>
              <a:gd name="connsiteX340" fmla="*/ 792762 w 2329312"/>
              <a:gd name="connsiteY340" fmla="*/ 1256985 h 1275313"/>
              <a:gd name="connsiteX341" fmla="*/ 795087 w 2329312"/>
              <a:gd name="connsiteY341" fmla="*/ 1256443 h 1275313"/>
              <a:gd name="connsiteX342" fmla="*/ 797424 w 2329312"/>
              <a:gd name="connsiteY342" fmla="*/ 1255890 h 1275313"/>
              <a:gd name="connsiteX343" fmla="*/ 799749 w 2329312"/>
              <a:gd name="connsiteY343" fmla="*/ 1255324 h 1275313"/>
              <a:gd name="connsiteX344" fmla="*/ 802086 w 2329312"/>
              <a:gd name="connsiteY344" fmla="*/ 1254746 h 1275313"/>
              <a:gd name="connsiteX345" fmla="*/ 804411 w 2329312"/>
              <a:gd name="connsiteY345" fmla="*/ 1254143 h 1275313"/>
              <a:gd name="connsiteX346" fmla="*/ 806748 w 2329312"/>
              <a:gd name="connsiteY346" fmla="*/ 1253528 h 1275313"/>
              <a:gd name="connsiteX347" fmla="*/ 809086 w 2329312"/>
              <a:gd name="connsiteY347" fmla="*/ 1252901 h 1275313"/>
              <a:gd name="connsiteX348" fmla="*/ 811410 w 2329312"/>
              <a:gd name="connsiteY348" fmla="*/ 1252261 h 1275313"/>
              <a:gd name="connsiteX349" fmla="*/ 813748 w 2329312"/>
              <a:gd name="connsiteY349" fmla="*/ 1251609 h 1275313"/>
              <a:gd name="connsiteX350" fmla="*/ 816073 w 2329312"/>
              <a:gd name="connsiteY350" fmla="*/ 1250932 h 1275313"/>
              <a:gd name="connsiteX351" fmla="*/ 818410 w 2329312"/>
              <a:gd name="connsiteY351" fmla="*/ 1250231 h 1275313"/>
              <a:gd name="connsiteX352" fmla="*/ 820735 w 2329312"/>
              <a:gd name="connsiteY352" fmla="*/ 1249530 h 1275313"/>
              <a:gd name="connsiteX353" fmla="*/ 823072 w 2329312"/>
              <a:gd name="connsiteY353" fmla="*/ 1248804 h 1275313"/>
              <a:gd name="connsiteX354" fmla="*/ 825397 w 2329312"/>
              <a:gd name="connsiteY354" fmla="*/ 1248054 h 1275313"/>
              <a:gd name="connsiteX355" fmla="*/ 827734 w 2329312"/>
              <a:gd name="connsiteY355" fmla="*/ 1247291 h 1275313"/>
              <a:gd name="connsiteX356" fmla="*/ 830059 w 2329312"/>
              <a:gd name="connsiteY356" fmla="*/ 1246516 h 1275313"/>
              <a:gd name="connsiteX357" fmla="*/ 832397 w 2329312"/>
              <a:gd name="connsiteY357" fmla="*/ 1245717 h 1275313"/>
              <a:gd name="connsiteX358" fmla="*/ 834734 w 2329312"/>
              <a:gd name="connsiteY358" fmla="*/ 1244892 h 1275313"/>
              <a:gd name="connsiteX359" fmla="*/ 837059 w 2329312"/>
              <a:gd name="connsiteY359" fmla="*/ 1244056 h 1275313"/>
              <a:gd name="connsiteX360" fmla="*/ 839396 w 2329312"/>
              <a:gd name="connsiteY360" fmla="*/ 1243195 h 1275313"/>
              <a:gd name="connsiteX361" fmla="*/ 841721 w 2329312"/>
              <a:gd name="connsiteY361" fmla="*/ 1242321 h 1275313"/>
              <a:gd name="connsiteX362" fmla="*/ 844058 w 2329312"/>
              <a:gd name="connsiteY362" fmla="*/ 1241423 h 1275313"/>
              <a:gd name="connsiteX363" fmla="*/ 846383 w 2329312"/>
              <a:gd name="connsiteY363" fmla="*/ 1240501 h 1275313"/>
              <a:gd name="connsiteX364" fmla="*/ 848720 w 2329312"/>
              <a:gd name="connsiteY364" fmla="*/ 1239554 h 1275313"/>
              <a:gd name="connsiteX365" fmla="*/ 851045 w 2329312"/>
              <a:gd name="connsiteY365" fmla="*/ 1238594 h 1275313"/>
              <a:gd name="connsiteX366" fmla="*/ 853383 w 2329312"/>
              <a:gd name="connsiteY366" fmla="*/ 1237610 h 1275313"/>
              <a:gd name="connsiteX367" fmla="*/ 855708 w 2329312"/>
              <a:gd name="connsiteY367" fmla="*/ 1236601 h 1275313"/>
              <a:gd name="connsiteX368" fmla="*/ 858045 w 2329312"/>
              <a:gd name="connsiteY368" fmla="*/ 1235568 h 1275313"/>
              <a:gd name="connsiteX369" fmla="*/ 860382 w 2329312"/>
              <a:gd name="connsiteY369" fmla="*/ 1234510 h 1275313"/>
              <a:gd name="connsiteX370" fmla="*/ 862707 w 2329312"/>
              <a:gd name="connsiteY370" fmla="*/ 1233440 h 1275313"/>
              <a:gd name="connsiteX371" fmla="*/ 865044 w 2329312"/>
              <a:gd name="connsiteY371" fmla="*/ 1232333 h 1275313"/>
              <a:gd name="connsiteX372" fmla="*/ 867369 w 2329312"/>
              <a:gd name="connsiteY372" fmla="*/ 1231201 h 1275313"/>
              <a:gd name="connsiteX373" fmla="*/ 869707 w 2329312"/>
              <a:gd name="connsiteY373" fmla="*/ 1230057 h 1275313"/>
              <a:gd name="connsiteX374" fmla="*/ 872032 w 2329312"/>
              <a:gd name="connsiteY374" fmla="*/ 1228876 h 1275313"/>
              <a:gd name="connsiteX375" fmla="*/ 874369 w 2329312"/>
              <a:gd name="connsiteY375" fmla="*/ 1227670 h 1275313"/>
              <a:gd name="connsiteX376" fmla="*/ 876694 w 2329312"/>
              <a:gd name="connsiteY376" fmla="*/ 1226440 h 1275313"/>
              <a:gd name="connsiteX377" fmla="*/ 879031 w 2329312"/>
              <a:gd name="connsiteY377" fmla="*/ 1225186 h 1275313"/>
              <a:gd name="connsiteX378" fmla="*/ 881356 w 2329312"/>
              <a:gd name="connsiteY378" fmla="*/ 1223894 h 1275313"/>
              <a:gd name="connsiteX379" fmla="*/ 883693 w 2329312"/>
              <a:gd name="connsiteY379" fmla="*/ 1222590 h 1275313"/>
              <a:gd name="connsiteX380" fmla="*/ 886031 w 2329312"/>
              <a:gd name="connsiteY380" fmla="*/ 1221249 h 1275313"/>
              <a:gd name="connsiteX381" fmla="*/ 888355 w 2329312"/>
              <a:gd name="connsiteY381" fmla="*/ 1219884 h 1275313"/>
              <a:gd name="connsiteX382" fmla="*/ 890693 w 2329312"/>
              <a:gd name="connsiteY382" fmla="*/ 1218481 h 1275313"/>
              <a:gd name="connsiteX383" fmla="*/ 893018 w 2329312"/>
              <a:gd name="connsiteY383" fmla="*/ 1217054 h 1275313"/>
              <a:gd name="connsiteX384" fmla="*/ 895355 w 2329312"/>
              <a:gd name="connsiteY384" fmla="*/ 1215591 h 1275313"/>
              <a:gd name="connsiteX385" fmla="*/ 897680 w 2329312"/>
              <a:gd name="connsiteY385" fmla="*/ 1214114 h 1275313"/>
              <a:gd name="connsiteX386" fmla="*/ 900017 w 2329312"/>
              <a:gd name="connsiteY386" fmla="*/ 1212589 h 1275313"/>
              <a:gd name="connsiteX387" fmla="*/ 902342 w 2329312"/>
              <a:gd name="connsiteY387" fmla="*/ 1211039 h 1275313"/>
              <a:gd name="connsiteX388" fmla="*/ 904679 w 2329312"/>
              <a:gd name="connsiteY388" fmla="*/ 1209465 h 1275313"/>
              <a:gd name="connsiteX389" fmla="*/ 907004 w 2329312"/>
              <a:gd name="connsiteY389" fmla="*/ 1207841 h 1275313"/>
              <a:gd name="connsiteX390" fmla="*/ 909342 w 2329312"/>
              <a:gd name="connsiteY390" fmla="*/ 1206205 h 1275313"/>
              <a:gd name="connsiteX391" fmla="*/ 911667 w 2329312"/>
              <a:gd name="connsiteY391" fmla="*/ 1204519 h 1275313"/>
              <a:gd name="connsiteX392" fmla="*/ 914004 w 2329312"/>
              <a:gd name="connsiteY392" fmla="*/ 1202809 h 1275313"/>
              <a:gd name="connsiteX393" fmla="*/ 916341 w 2329312"/>
              <a:gd name="connsiteY393" fmla="*/ 1201063 h 1275313"/>
              <a:gd name="connsiteX394" fmla="*/ 918666 w 2329312"/>
              <a:gd name="connsiteY394" fmla="*/ 1199279 h 1275313"/>
              <a:gd name="connsiteX395" fmla="*/ 921003 w 2329312"/>
              <a:gd name="connsiteY395" fmla="*/ 1197458 h 1275313"/>
              <a:gd name="connsiteX396" fmla="*/ 923328 w 2329312"/>
              <a:gd name="connsiteY396" fmla="*/ 1195613 h 1275313"/>
              <a:gd name="connsiteX397" fmla="*/ 925666 w 2329312"/>
              <a:gd name="connsiteY397" fmla="*/ 1193719 h 1275313"/>
              <a:gd name="connsiteX398" fmla="*/ 927991 w 2329312"/>
              <a:gd name="connsiteY398" fmla="*/ 1191800 h 1275313"/>
              <a:gd name="connsiteX399" fmla="*/ 930328 w 2329312"/>
              <a:gd name="connsiteY399" fmla="*/ 1189831 h 1275313"/>
              <a:gd name="connsiteX400" fmla="*/ 932653 w 2329312"/>
              <a:gd name="connsiteY400" fmla="*/ 1187839 h 1275313"/>
              <a:gd name="connsiteX401" fmla="*/ 934990 w 2329312"/>
              <a:gd name="connsiteY401" fmla="*/ 1185797 h 1275313"/>
              <a:gd name="connsiteX402" fmla="*/ 937315 w 2329312"/>
              <a:gd name="connsiteY402" fmla="*/ 1183718 h 1275313"/>
              <a:gd name="connsiteX403" fmla="*/ 939652 w 2329312"/>
              <a:gd name="connsiteY403" fmla="*/ 1181614 h 1275313"/>
              <a:gd name="connsiteX404" fmla="*/ 941990 w 2329312"/>
              <a:gd name="connsiteY404" fmla="*/ 1179461 h 1275313"/>
              <a:gd name="connsiteX405" fmla="*/ 944315 w 2329312"/>
              <a:gd name="connsiteY405" fmla="*/ 1177259 h 1275313"/>
              <a:gd name="connsiteX406" fmla="*/ 946652 w 2329312"/>
              <a:gd name="connsiteY406" fmla="*/ 1175033 h 1275313"/>
              <a:gd name="connsiteX407" fmla="*/ 948977 w 2329312"/>
              <a:gd name="connsiteY407" fmla="*/ 1172757 h 1275313"/>
              <a:gd name="connsiteX408" fmla="*/ 951314 w 2329312"/>
              <a:gd name="connsiteY408" fmla="*/ 1170445 h 1275313"/>
              <a:gd name="connsiteX409" fmla="*/ 953639 w 2329312"/>
              <a:gd name="connsiteY409" fmla="*/ 1168083 h 1275313"/>
              <a:gd name="connsiteX410" fmla="*/ 955976 w 2329312"/>
              <a:gd name="connsiteY410" fmla="*/ 1165684 h 1275313"/>
              <a:gd name="connsiteX411" fmla="*/ 958301 w 2329312"/>
              <a:gd name="connsiteY411" fmla="*/ 1163248 h 1275313"/>
              <a:gd name="connsiteX412" fmla="*/ 960638 w 2329312"/>
              <a:gd name="connsiteY412" fmla="*/ 1160763 h 1275313"/>
              <a:gd name="connsiteX413" fmla="*/ 962963 w 2329312"/>
              <a:gd name="connsiteY413" fmla="*/ 1158229 h 1275313"/>
              <a:gd name="connsiteX414" fmla="*/ 965301 w 2329312"/>
              <a:gd name="connsiteY414" fmla="*/ 1155658 h 1275313"/>
              <a:gd name="connsiteX415" fmla="*/ 967638 w 2329312"/>
              <a:gd name="connsiteY415" fmla="*/ 1153050 h 1275313"/>
              <a:gd name="connsiteX416" fmla="*/ 969963 w 2329312"/>
              <a:gd name="connsiteY416" fmla="*/ 1150381 h 1275313"/>
              <a:gd name="connsiteX417" fmla="*/ 972300 w 2329312"/>
              <a:gd name="connsiteY417" fmla="*/ 1147675 h 1275313"/>
              <a:gd name="connsiteX418" fmla="*/ 974625 w 2329312"/>
              <a:gd name="connsiteY418" fmla="*/ 1144931 h 1275313"/>
              <a:gd name="connsiteX419" fmla="*/ 976962 w 2329312"/>
              <a:gd name="connsiteY419" fmla="*/ 1142127 h 1275313"/>
              <a:gd name="connsiteX420" fmla="*/ 979287 w 2329312"/>
              <a:gd name="connsiteY420" fmla="*/ 1139285 h 1275313"/>
              <a:gd name="connsiteX421" fmla="*/ 981625 w 2329312"/>
              <a:gd name="connsiteY421" fmla="*/ 1136394 h 1275313"/>
              <a:gd name="connsiteX422" fmla="*/ 983949 w 2329312"/>
              <a:gd name="connsiteY422" fmla="*/ 1133454 h 1275313"/>
              <a:gd name="connsiteX423" fmla="*/ 986287 w 2329312"/>
              <a:gd name="connsiteY423" fmla="*/ 1130477 h 1275313"/>
              <a:gd name="connsiteX424" fmla="*/ 988612 w 2329312"/>
              <a:gd name="connsiteY424" fmla="*/ 1127439 h 1275313"/>
              <a:gd name="connsiteX425" fmla="*/ 990949 w 2329312"/>
              <a:gd name="connsiteY425" fmla="*/ 1124351 h 1275313"/>
              <a:gd name="connsiteX426" fmla="*/ 993286 w 2329312"/>
              <a:gd name="connsiteY426" fmla="*/ 1121227 h 1275313"/>
              <a:gd name="connsiteX427" fmla="*/ 995611 w 2329312"/>
              <a:gd name="connsiteY427" fmla="*/ 1118041 h 1275313"/>
              <a:gd name="connsiteX428" fmla="*/ 997948 w 2329312"/>
              <a:gd name="connsiteY428" fmla="*/ 1114805 h 1275313"/>
              <a:gd name="connsiteX429" fmla="*/ 1000273 w 2329312"/>
              <a:gd name="connsiteY429" fmla="*/ 1111533 h 1275313"/>
              <a:gd name="connsiteX430" fmla="*/ 1002611 w 2329312"/>
              <a:gd name="connsiteY430" fmla="*/ 1108200 h 1275313"/>
              <a:gd name="connsiteX431" fmla="*/ 1004936 w 2329312"/>
              <a:gd name="connsiteY431" fmla="*/ 1104817 h 1275313"/>
              <a:gd name="connsiteX432" fmla="*/ 1007273 w 2329312"/>
              <a:gd name="connsiteY432" fmla="*/ 1101385 h 1275313"/>
              <a:gd name="connsiteX433" fmla="*/ 1009598 w 2329312"/>
              <a:gd name="connsiteY433" fmla="*/ 1097903 h 1275313"/>
              <a:gd name="connsiteX434" fmla="*/ 1011935 w 2329312"/>
              <a:gd name="connsiteY434" fmla="*/ 1094361 h 1275313"/>
              <a:gd name="connsiteX435" fmla="*/ 1014260 w 2329312"/>
              <a:gd name="connsiteY435" fmla="*/ 1090769 h 1275313"/>
              <a:gd name="connsiteX436" fmla="*/ 1016597 w 2329312"/>
              <a:gd name="connsiteY436" fmla="*/ 1087127 h 1275313"/>
              <a:gd name="connsiteX437" fmla="*/ 1018922 w 2329312"/>
              <a:gd name="connsiteY437" fmla="*/ 1083437 h 1275313"/>
              <a:gd name="connsiteX438" fmla="*/ 1021259 w 2329312"/>
              <a:gd name="connsiteY438" fmla="*/ 1079685 h 1275313"/>
              <a:gd name="connsiteX439" fmla="*/ 1023597 w 2329312"/>
              <a:gd name="connsiteY439" fmla="*/ 1075884 h 1275313"/>
              <a:gd name="connsiteX440" fmla="*/ 1025922 w 2329312"/>
              <a:gd name="connsiteY440" fmla="*/ 1072034 h 1275313"/>
              <a:gd name="connsiteX441" fmla="*/ 1028259 w 2329312"/>
              <a:gd name="connsiteY441" fmla="*/ 1068122 h 1275313"/>
              <a:gd name="connsiteX442" fmla="*/ 1030584 w 2329312"/>
              <a:gd name="connsiteY442" fmla="*/ 1064161 h 1275313"/>
              <a:gd name="connsiteX443" fmla="*/ 1032921 w 2329312"/>
              <a:gd name="connsiteY443" fmla="*/ 1060138 h 1275313"/>
              <a:gd name="connsiteX444" fmla="*/ 1035246 w 2329312"/>
              <a:gd name="connsiteY444" fmla="*/ 1056066 h 1275313"/>
              <a:gd name="connsiteX445" fmla="*/ 1037583 w 2329312"/>
              <a:gd name="connsiteY445" fmla="*/ 1051945 h 1275313"/>
              <a:gd name="connsiteX446" fmla="*/ 1039908 w 2329312"/>
              <a:gd name="connsiteY446" fmla="*/ 1047763 h 1275313"/>
              <a:gd name="connsiteX447" fmla="*/ 1042246 w 2329312"/>
              <a:gd name="connsiteY447" fmla="*/ 1043531 h 1275313"/>
              <a:gd name="connsiteX448" fmla="*/ 1044571 w 2329312"/>
              <a:gd name="connsiteY448" fmla="*/ 1039238 h 1275313"/>
              <a:gd name="connsiteX449" fmla="*/ 1046908 w 2329312"/>
              <a:gd name="connsiteY449" fmla="*/ 1034883 h 1275313"/>
              <a:gd name="connsiteX450" fmla="*/ 1049245 w 2329312"/>
              <a:gd name="connsiteY450" fmla="*/ 1030480 h 1275313"/>
              <a:gd name="connsiteX451" fmla="*/ 1051570 w 2329312"/>
              <a:gd name="connsiteY451" fmla="*/ 1026026 h 1275313"/>
              <a:gd name="connsiteX452" fmla="*/ 1053907 w 2329312"/>
              <a:gd name="connsiteY452" fmla="*/ 1021512 h 1275313"/>
              <a:gd name="connsiteX453" fmla="*/ 1056232 w 2329312"/>
              <a:gd name="connsiteY453" fmla="*/ 1016936 h 1275313"/>
              <a:gd name="connsiteX454" fmla="*/ 1058569 w 2329312"/>
              <a:gd name="connsiteY454" fmla="*/ 1012310 h 1275313"/>
              <a:gd name="connsiteX455" fmla="*/ 1060894 w 2329312"/>
              <a:gd name="connsiteY455" fmla="*/ 1007624 h 1275313"/>
              <a:gd name="connsiteX456" fmla="*/ 1063232 w 2329312"/>
              <a:gd name="connsiteY456" fmla="*/ 1002875 h 1275313"/>
              <a:gd name="connsiteX457" fmla="*/ 1065557 w 2329312"/>
              <a:gd name="connsiteY457" fmla="*/ 998078 h 1275313"/>
              <a:gd name="connsiteX458" fmla="*/ 1067894 w 2329312"/>
              <a:gd name="connsiteY458" fmla="*/ 993231 h 1275313"/>
              <a:gd name="connsiteX459" fmla="*/ 1070219 w 2329312"/>
              <a:gd name="connsiteY459" fmla="*/ 988323 h 1275313"/>
              <a:gd name="connsiteX460" fmla="*/ 1072556 w 2329312"/>
              <a:gd name="connsiteY460" fmla="*/ 983353 h 1275313"/>
              <a:gd name="connsiteX461" fmla="*/ 1074893 w 2329312"/>
              <a:gd name="connsiteY461" fmla="*/ 978334 h 1275313"/>
              <a:gd name="connsiteX462" fmla="*/ 1077218 w 2329312"/>
              <a:gd name="connsiteY462" fmla="*/ 973254 h 1275313"/>
              <a:gd name="connsiteX463" fmla="*/ 1079556 w 2329312"/>
              <a:gd name="connsiteY463" fmla="*/ 968112 h 1275313"/>
              <a:gd name="connsiteX464" fmla="*/ 1081881 w 2329312"/>
              <a:gd name="connsiteY464" fmla="*/ 962920 h 1275313"/>
              <a:gd name="connsiteX465" fmla="*/ 1084218 w 2329312"/>
              <a:gd name="connsiteY465" fmla="*/ 957668 h 1275313"/>
              <a:gd name="connsiteX466" fmla="*/ 1086543 w 2329312"/>
              <a:gd name="connsiteY466" fmla="*/ 952366 h 1275313"/>
              <a:gd name="connsiteX467" fmla="*/ 1088880 w 2329312"/>
              <a:gd name="connsiteY467" fmla="*/ 947003 h 1275313"/>
              <a:gd name="connsiteX468" fmla="*/ 1091205 w 2329312"/>
              <a:gd name="connsiteY468" fmla="*/ 941590 h 1275313"/>
              <a:gd name="connsiteX469" fmla="*/ 1093542 w 2329312"/>
              <a:gd name="connsiteY469" fmla="*/ 936116 h 1275313"/>
              <a:gd name="connsiteX470" fmla="*/ 1095867 w 2329312"/>
              <a:gd name="connsiteY470" fmla="*/ 930592 h 1275313"/>
              <a:gd name="connsiteX471" fmla="*/ 1098205 w 2329312"/>
              <a:gd name="connsiteY471" fmla="*/ 925008 h 1275313"/>
              <a:gd name="connsiteX472" fmla="*/ 1100542 w 2329312"/>
              <a:gd name="connsiteY472" fmla="*/ 919361 h 1275313"/>
              <a:gd name="connsiteX473" fmla="*/ 1102867 w 2329312"/>
              <a:gd name="connsiteY473" fmla="*/ 913678 h 1275313"/>
              <a:gd name="connsiteX474" fmla="*/ 1105204 w 2329312"/>
              <a:gd name="connsiteY474" fmla="*/ 907921 h 1275313"/>
              <a:gd name="connsiteX475" fmla="*/ 1107529 w 2329312"/>
              <a:gd name="connsiteY475" fmla="*/ 902127 h 1275313"/>
              <a:gd name="connsiteX476" fmla="*/ 1109866 w 2329312"/>
              <a:gd name="connsiteY476" fmla="*/ 896272 h 1275313"/>
              <a:gd name="connsiteX477" fmla="*/ 1112191 w 2329312"/>
              <a:gd name="connsiteY477" fmla="*/ 890355 h 1275313"/>
              <a:gd name="connsiteX478" fmla="*/ 1114529 w 2329312"/>
              <a:gd name="connsiteY478" fmla="*/ 884389 h 1275313"/>
              <a:gd name="connsiteX479" fmla="*/ 1116853 w 2329312"/>
              <a:gd name="connsiteY479" fmla="*/ 878373 h 1275313"/>
              <a:gd name="connsiteX480" fmla="*/ 1119191 w 2329312"/>
              <a:gd name="connsiteY480" fmla="*/ 872309 h 1275313"/>
              <a:gd name="connsiteX481" fmla="*/ 1121516 w 2329312"/>
              <a:gd name="connsiteY481" fmla="*/ 866195 h 1275313"/>
              <a:gd name="connsiteX482" fmla="*/ 1123853 w 2329312"/>
              <a:gd name="connsiteY482" fmla="*/ 860020 h 1275313"/>
              <a:gd name="connsiteX483" fmla="*/ 1126178 w 2329312"/>
              <a:gd name="connsiteY483" fmla="*/ 853793 h 1275313"/>
              <a:gd name="connsiteX484" fmla="*/ 1128515 w 2329312"/>
              <a:gd name="connsiteY484" fmla="*/ 847518 h 1275313"/>
              <a:gd name="connsiteX485" fmla="*/ 1130852 w 2329312"/>
              <a:gd name="connsiteY485" fmla="*/ 841192 h 1275313"/>
              <a:gd name="connsiteX486" fmla="*/ 1133177 w 2329312"/>
              <a:gd name="connsiteY486" fmla="*/ 834818 h 1275313"/>
              <a:gd name="connsiteX487" fmla="*/ 1135515 w 2329312"/>
              <a:gd name="connsiteY487" fmla="*/ 828394 h 1275313"/>
              <a:gd name="connsiteX488" fmla="*/ 1137840 w 2329312"/>
              <a:gd name="connsiteY488" fmla="*/ 821921 h 1275313"/>
              <a:gd name="connsiteX489" fmla="*/ 1140177 w 2329312"/>
              <a:gd name="connsiteY489" fmla="*/ 815401 h 1275313"/>
              <a:gd name="connsiteX490" fmla="*/ 1142502 w 2329312"/>
              <a:gd name="connsiteY490" fmla="*/ 808832 h 1275313"/>
              <a:gd name="connsiteX491" fmla="*/ 1144839 w 2329312"/>
              <a:gd name="connsiteY491" fmla="*/ 802218 h 1275313"/>
              <a:gd name="connsiteX492" fmla="*/ 1147164 w 2329312"/>
              <a:gd name="connsiteY492" fmla="*/ 795557 h 1275313"/>
              <a:gd name="connsiteX493" fmla="*/ 1149501 w 2329312"/>
              <a:gd name="connsiteY493" fmla="*/ 788850 h 1275313"/>
              <a:gd name="connsiteX494" fmla="*/ 1151826 w 2329312"/>
              <a:gd name="connsiteY494" fmla="*/ 782098 h 1275313"/>
              <a:gd name="connsiteX495" fmla="*/ 1154164 w 2329312"/>
              <a:gd name="connsiteY495" fmla="*/ 775302 h 1275313"/>
              <a:gd name="connsiteX496" fmla="*/ 1156501 w 2329312"/>
              <a:gd name="connsiteY496" fmla="*/ 768464 h 1275313"/>
              <a:gd name="connsiteX497" fmla="*/ 1158826 w 2329312"/>
              <a:gd name="connsiteY497" fmla="*/ 761583 h 1275313"/>
              <a:gd name="connsiteX498" fmla="*/ 1161163 w 2329312"/>
              <a:gd name="connsiteY498" fmla="*/ 754659 h 1275313"/>
              <a:gd name="connsiteX499" fmla="*/ 1163488 w 2329312"/>
              <a:gd name="connsiteY499" fmla="*/ 747694 h 1275313"/>
              <a:gd name="connsiteX500" fmla="*/ 1165825 w 2329312"/>
              <a:gd name="connsiteY500" fmla="*/ 740691 h 1275313"/>
              <a:gd name="connsiteX501" fmla="*/ 1168150 w 2329312"/>
              <a:gd name="connsiteY501" fmla="*/ 733647 h 1275313"/>
              <a:gd name="connsiteX502" fmla="*/ 1170487 w 2329312"/>
              <a:gd name="connsiteY502" fmla="*/ 726566 h 1275313"/>
              <a:gd name="connsiteX503" fmla="*/ 1172812 w 2329312"/>
              <a:gd name="connsiteY503" fmla="*/ 719447 h 1275313"/>
              <a:gd name="connsiteX504" fmla="*/ 1175150 w 2329312"/>
              <a:gd name="connsiteY504" fmla="*/ 712291 h 1275313"/>
              <a:gd name="connsiteX505" fmla="*/ 1177475 w 2329312"/>
              <a:gd name="connsiteY505" fmla="*/ 705100 h 1275313"/>
              <a:gd name="connsiteX506" fmla="*/ 1179812 w 2329312"/>
              <a:gd name="connsiteY506" fmla="*/ 697875 h 1275313"/>
              <a:gd name="connsiteX507" fmla="*/ 1182149 w 2329312"/>
              <a:gd name="connsiteY507" fmla="*/ 690616 h 1275313"/>
              <a:gd name="connsiteX508" fmla="*/ 1184474 w 2329312"/>
              <a:gd name="connsiteY508" fmla="*/ 683324 h 1275313"/>
              <a:gd name="connsiteX509" fmla="*/ 1186811 w 2329312"/>
              <a:gd name="connsiteY509" fmla="*/ 676001 h 1275313"/>
              <a:gd name="connsiteX510" fmla="*/ 1189136 w 2329312"/>
              <a:gd name="connsiteY510" fmla="*/ 668648 h 1275313"/>
              <a:gd name="connsiteX511" fmla="*/ 1191474 w 2329312"/>
              <a:gd name="connsiteY511" fmla="*/ 661265 h 1275313"/>
              <a:gd name="connsiteX512" fmla="*/ 1193798 w 2329312"/>
              <a:gd name="connsiteY512" fmla="*/ 653855 h 1275313"/>
              <a:gd name="connsiteX513" fmla="*/ 1196136 w 2329312"/>
              <a:gd name="connsiteY513" fmla="*/ 646416 h 1275313"/>
              <a:gd name="connsiteX514" fmla="*/ 1198461 w 2329312"/>
              <a:gd name="connsiteY514" fmla="*/ 638953 h 1275313"/>
              <a:gd name="connsiteX515" fmla="*/ 1200798 w 2329312"/>
              <a:gd name="connsiteY515" fmla="*/ 631465 h 1275313"/>
              <a:gd name="connsiteX516" fmla="*/ 1203123 w 2329312"/>
              <a:gd name="connsiteY516" fmla="*/ 623953 h 1275313"/>
              <a:gd name="connsiteX517" fmla="*/ 1205460 w 2329312"/>
              <a:gd name="connsiteY517" fmla="*/ 616419 h 1275313"/>
              <a:gd name="connsiteX518" fmla="*/ 1207797 w 2329312"/>
              <a:gd name="connsiteY518" fmla="*/ 608864 h 1275313"/>
              <a:gd name="connsiteX519" fmla="*/ 1210122 w 2329312"/>
              <a:gd name="connsiteY519" fmla="*/ 601290 h 1275313"/>
              <a:gd name="connsiteX520" fmla="*/ 1212460 w 2329312"/>
              <a:gd name="connsiteY520" fmla="*/ 593696 h 1275313"/>
              <a:gd name="connsiteX521" fmla="*/ 1214785 w 2329312"/>
              <a:gd name="connsiteY521" fmla="*/ 586086 h 1275313"/>
              <a:gd name="connsiteX522" fmla="*/ 1217122 w 2329312"/>
              <a:gd name="connsiteY522" fmla="*/ 578461 h 1275313"/>
              <a:gd name="connsiteX523" fmla="*/ 1219447 w 2329312"/>
              <a:gd name="connsiteY523" fmla="*/ 570820 h 1275313"/>
              <a:gd name="connsiteX524" fmla="*/ 1221784 w 2329312"/>
              <a:gd name="connsiteY524" fmla="*/ 563167 h 1275313"/>
              <a:gd name="connsiteX525" fmla="*/ 1224109 w 2329312"/>
              <a:gd name="connsiteY525" fmla="*/ 555502 h 1275313"/>
              <a:gd name="connsiteX526" fmla="*/ 1226446 w 2329312"/>
              <a:gd name="connsiteY526" fmla="*/ 547826 h 1275313"/>
              <a:gd name="connsiteX527" fmla="*/ 1228771 w 2329312"/>
              <a:gd name="connsiteY527" fmla="*/ 540142 h 1275313"/>
              <a:gd name="connsiteX528" fmla="*/ 1231108 w 2329312"/>
              <a:gd name="connsiteY528" fmla="*/ 532450 h 1275313"/>
              <a:gd name="connsiteX529" fmla="*/ 1233446 w 2329312"/>
              <a:gd name="connsiteY529" fmla="*/ 524752 h 1275313"/>
              <a:gd name="connsiteX530" fmla="*/ 1235771 w 2329312"/>
              <a:gd name="connsiteY530" fmla="*/ 517050 h 1275313"/>
              <a:gd name="connsiteX531" fmla="*/ 1238108 w 2329312"/>
              <a:gd name="connsiteY531" fmla="*/ 509346 h 1275313"/>
              <a:gd name="connsiteX532" fmla="*/ 1240433 w 2329312"/>
              <a:gd name="connsiteY532" fmla="*/ 501639 h 1275313"/>
              <a:gd name="connsiteX533" fmla="*/ 1242770 w 2329312"/>
              <a:gd name="connsiteY533" fmla="*/ 493932 h 1275313"/>
              <a:gd name="connsiteX534" fmla="*/ 1245095 w 2329312"/>
              <a:gd name="connsiteY534" fmla="*/ 486226 h 1275313"/>
              <a:gd name="connsiteX535" fmla="*/ 1247432 w 2329312"/>
              <a:gd name="connsiteY535" fmla="*/ 478524 h 1275313"/>
              <a:gd name="connsiteX536" fmla="*/ 1249757 w 2329312"/>
              <a:gd name="connsiteY536" fmla="*/ 470828 h 1275313"/>
              <a:gd name="connsiteX537" fmla="*/ 1252095 w 2329312"/>
              <a:gd name="connsiteY537" fmla="*/ 463137 h 1275313"/>
              <a:gd name="connsiteX538" fmla="*/ 1254420 w 2329312"/>
              <a:gd name="connsiteY538" fmla="*/ 455453 h 1275313"/>
              <a:gd name="connsiteX539" fmla="*/ 1256757 w 2329312"/>
              <a:gd name="connsiteY539" fmla="*/ 447780 h 1275313"/>
              <a:gd name="connsiteX540" fmla="*/ 1259082 w 2329312"/>
              <a:gd name="connsiteY540" fmla="*/ 440117 h 1275313"/>
              <a:gd name="connsiteX541" fmla="*/ 1261419 w 2329312"/>
              <a:gd name="connsiteY541" fmla="*/ 432468 h 1275313"/>
              <a:gd name="connsiteX542" fmla="*/ 1263756 w 2329312"/>
              <a:gd name="connsiteY542" fmla="*/ 424833 h 1275313"/>
              <a:gd name="connsiteX543" fmla="*/ 1266081 w 2329312"/>
              <a:gd name="connsiteY543" fmla="*/ 417213 h 1275313"/>
              <a:gd name="connsiteX544" fmla="*/ 1268419 w 2329312"/>
              <a:gd name="connsiteY544" fmla="*/ 409611 h 1275313"/>
              <a:gd name="connsiteX545" fmla="*/ 1270744 w 2329312"/>
              <a:gd name="connsiteY545" fmla="*/ 402028 h 1275313"/>
              <a:gd name="connsiteX546" fmla="*/ 1273081 w 2329312"/>
              <a:gd name="connsiteY546" fmla="*/ 394467 h 1275313"/>
              <a:gd name="connsiteX547" fmla="*/ 1275406 w 2329312"/>
              <a:gd name="connsiteY547" fmla="*/ 386928 h 1275313"/>
              <a:gd name="connsiteX548" fmla="*/ 1277743 w 2329312"/>
              <a:gd name="connsiteY548" fmla="*/ 379415 h 1275313"/>
              <a:gd name="connsiteX549" fmla="*/ 1280068 w 2329312"/>
              <a:gd name="connsiteY549" fmla="*/ 371926 h 1275313"/>
              <a:gd name="connsiteX550" fmla="*/ 1282405 w 2329312"/>
              <a:gd name="connsiteY550" fmla="*/ 364466 h 1275313"/>
              <a:gd name="connsiteX551" fmla="*/ 1284730 w 2329312"/>
              <a:gd name="connsiteY551" fmla="*/ 357035 h 1275313"/>
              <a:gd name="connsiteX552" fmla="*/ 1287067 w 2329312"/>
              <a:gd name="connsiteY552" fmla="*/ 349636 h 1275313"/>
              <a:gd name="connsiteX553" fmla="*/ 1289405 w 2329312"/>
              <a:gd name="connsiteY553" fmla="*/ 342270 h 1275313"/>
              <a:gd name="connsiteX554" fmla="*/ 1291730 w 2329312"/>
              <a:gd name="connsiteY554" fmla="*/ 334938 h 1275313"/>
              <a:gd name="connsiteX555" fmla="*/ 1294067 w 2329312"/>
              <a:gd name="connsiteY555" fmla="*/ 327642 h 1275313"/>
              <a:gd name="connsiteX556" fmla="*/ 1296392 w 2329312"/>
              <a:gd name="connsiteY556" fmla="*/ 320385 h 1275313"/>
              <a:gd name="connsiteX557" fmla="*/ 1298729 w 2329312"/>
              <a:gd name="connsiteY557" fmla="*/ 313168 h 1275313"/>
              <a:gd name="connsiteX558" fmla="*/ 1301054 w 2329312"/>
              <a:gd name="connsiteY558" fmla="*/ 305993 h 1275313"/>
              <a:gd name="connsiteX559" fmla="*/ 1303391 w 2329312"/>
              <a:gd name="connsiteY559" fmla="*/ 298861 h 1275313"/>
              <a:gd name="connsiteX560" fmla="*/ 1305716 w 2329312"/>
              <a:gd name="connsiteY560" fmla="*/ 291774 h 1275313"/>
              <a:gd name="connsiteX561" fmla="*/ 1308054 w 2329312"/>
              <a:gd name="connsiteY561" fmla="*/ 284735 h 1275313"/>
              <a:gd name="connsiteX562" fmla="*/ 1310379 w 2329312"/>
              <a:gd name="connsiteY562" fmla="*/ 277743 h 1275313"/>
              <a:gd name="connsiteX563" fmla="*/ 1312716 w 2329312"/>
              <a:gd name="connsiteY563" fmla="*/ 270802 h 1275313"/>
              <a:gd name="connsiteX564" fmla="*/ 1315053 w 2329312"/>
              <a:gd name="connsiteY564" fmla="*/ 263914 h 1275313"/>
              <a:gd name="connsiteX565" fmla="*/ 1317378 w 2329312"/>
              <a:gd name="connsiteY565" fmla="*/ 257079 h 1275313"/>
              <a:gd name="connsiteX566" fmla="*/ 1319715 w 2329312"/>
              <a:gd name="connsiteY566" fmla="*/ 250300 h 1275313"/>
              <a:gd name="connsiteX567" fmla="*/ 1322040 w 2329312"/>
              <a:gd name="connsiteY567" fmla="*/ 243577 h 1275313"/>
              <a:gd name="connsiteX568" fmla="*/ 1324378 w 2329312"/>
              <a:gd name="connsiteY568" fmla="*/ 236915 h 1275313"/>
              <a:gd name="connsiteX569" fmla="*/ 1326702 w 2329312"/>
              <a:gd name="connsiteY569" fmla="*/ 230311 h 1275313"/>
              <a:gd name="connsiteX570" fmla="*/ 1329040 w 2329312"/>
              <a:gd name="connsiteY570" fmla="*/ 223772 h 1275313"/>
              <a:gd name="connsiteX571" fmla="*/ 1331365 w 2329312"/>
              <a:gd name="connsiteY571" fmla="*/ 217296 h 1275313"/>
              <a:gd name="connsiteX572" fmla="*/ 1333702 w 2329312"/>
              <a:gd name="connsiteY572" fmla="*/ 210886 h 1275313"/>
              <a:gd name="connsiteX573" fmla="*/ 1336027 w 2329312"/>
              <a:gd name="connsiteY573" fmla="*/ 204543 h 1275313"/>
              <a:gd name="connsiteX574" fmla="*/ 1338364 w 2329312"/>
              <a:gd name="connsiteY574" fmla="*/ 198270 h 1275313"/>
              <a:gd name="connsiteX575" fmla="*/ 1340701 w 2329312"/>
              <a:gd name="connsiteY575" fmla="*/ 192067 h 1275313"/>
              <a:gd name="connsiteX576" fmla="*/ 1343026 w 2329312"/>
              <a:gd name="connsiteY576" fmla="*/ 185936 h 1275313"/>
              <a:gd name="connsiteX577" fmla="*/ 1345364 w 2329312"/>
              <a:gd name="connsiteY577" fmla="*/ 179880 h 1275313"/>
              <a:gd name="connsiteX578" fmla="*/ 1347689 w 2329312"/>
              <a:gd name="connsiteY578" fmla="*/ 173900 h 1275313"/>
              <a:gd name="connsiteX579" fmla="*/ 1350026 w 2329312"/>
              <a:gd name="connsiteY579" fmla="*/ 167997 h 1275313"/>
              <a:gd name="connsiteX580" fmla="*/ 1352351 w 2329312"/>
              <a:gd name="connsiteY580" fmla="*/ 162173 h 1275313"/>
              <a:gd name="connsiteX581" fmla="*/ 1354688 w 2329312"/>
              <a:gd name="connsiteY581" fmla="*/ 156428 h 1275313"/>
              <a:gd name="connsiteX582" fmla="*/ 1357013 w 2329312"/>
              <a:gd name="connsiteY582" fmla="*/ 150767 h 1275313"/>
              <a:gd name="connsiteX583" fmla="*/ 1359350 w 2329312"/>
              <a:gd name="connsiteY583" fmla="*/ 145188 h 1275313"/>
              <a:gd name="connsiteX584" fmla="*/ 1361675 w 2329312"/>
              <a:gd name="connsiteY584" fmla="*/ 139694 h 1275313"/>
              <a:gd name="connsiteX585" fmla="*/ 1364012 w 2329312"/>
              <a:gd name="connsiteY585" fmla="*/ 134288 h 1275313"/>
              <a:gd name="connsiteX586" fmla="*/ 1366337 w 2329312"/>
              <a:gd name="connsiteY586" fmla="*/ 128969 h 1275313"/>
              <a:gd name="connsiteX587" fmla="*/ 1368675 w 2329312"/>
              <a:gd name="connsiteY587" fmla="*/ 123739 h 1275313"/>
              <a:gd name="connsiteX588" fmla="*/ 1371012 w 2329312"/>
              <a:gd name="connsiteY588" fmla="*/ 118602 h 1275313"/>
              <a:gd name="connsiteX589" fmla="*/ 1373337 w 2329312"/>
              <a:gd name="connsiteY589" fmla="*/ 113556 h 1275313"/>
              <a:gd name="connsiteX590" fmla="*/ 1375674 w 2329312"/>
              <a:gd name="connsiteY590" fmla="*/ 108604 h 1275313"/>
              <a:gd name="connsiteX591" fmla="*/ 1377999 w 2329312"/>
              <a:gd name="connsiteY591" fmla="*/ 103747 h 1275313"/>
              <a:gd name="connsiteX592" fmla="*/ 1380336 w 2329312"/>
              <a:gd name="connsiteY592" fmla="*/ 98987 h 1275313"/>
              <a:gd name="connsiteX593" fmla="*/ 1382661 w 2329312"/>
              <a:gd name="connsiteY593" fmla="*/ 94324 h 1275313"/>
              <a:gd name="connsiteX594" fmla="*/ 1384999 w 2329312"/>
              <a:gd name="connsiteY594" fmla="*/ 89762 h 1275313"/>
              <a:gd name="connsiteX595" fmla="*/ 1387324 w 2329312"/>
              <a:gd name="connsiteY595" fmla="*/ 85299 h 1275313"/>
              <a:gd name="connsiteX596" fmla="*/ 1389661 w 2329312"/>
              <a:gd name="connsiteY596" fmla="*/ 80938 h 1275313"/>
              <a:gd name="connsiteX597" fmla="*/ 1391986 w 2329312"/>
              <a:gd name="connsiteY597" fmla="*/ 76681 h 1275313"/>
              <a:gd name="connsiteX598" fmla="*/ 1394323 w 2329312"/>
              <a:gd name="connsiteY598" fmla="*/ 72526 h 1275313"/>
              <a:gd name="connsiteX599" fmla="*/ 1396660 w 2329312"/>
              <a:gd name="connsiteY599" fmla="*/ 68478 h 1275313"/>
              <a:gd name="connsiteX600" fmla="*/ 1398985 w 2329312"/>
              <a:gd name="connsiteY600" fmla="*/ 64537 h 1275313"/>
              <a:gd name="connsiteX601" fmla="*/ 1401322 w 2329312"/>
              <a:gd name="connsiteY601" fmla="*/ 60704 h 1275313"/>
              <a:gd name="connsiteX602" fmla="*/ 1403647 w 2329312"/>
              <a:gd name="connsiteY602" fmla="*/ 56978 h 1275313"/>
              <a:gd name="connsiteX603" fmla="*/ 1405985 w 2329312"/>
              <a:gd name="connsiteY603" fmla="*/ 53362 h 1275313"/>
              <a:gd name="connsiteX604" fmla="*/ 1408310 w 2329312"/>
              <a:gd name="connsiteY604" fmla="*/ 49859 h 1275313"/>
              <a:gd name="connsiteX605" fmla="*/ 1410647 w 2329312"/>
              <a:gd name="connsiteY605" fmla="*/ 46466 h 1275313"/>
              <a:gd name="connsiteX606" fmla="*/ 1412972 w 2329312"/>
              <a:gd name="connsiteY606" fmla="*/ 43186 h 1275313"/>
              <a:gd name="connsiteX607" fmla="*/ 1415309 w 2329312"/>
              <a:gd name="connsiteY607" fmla="*/ 40021 h 1275313"/>
              <a:gd name="connsiteX608" fmla="*/ 1417634 w 2329312"/>
              <a:gd name="connsiteY608" fmla="*/ 36971 h 1275313"/>
              <a:gd name="connsiteX609" fmla="*/ 1419971 w 2329312"/>
              <a:gd name="connsiteY609" fmla="*/ 34035 h 1275313"/>
              <a:gd name="connsiteX610" fmla="*/ 1422309 w 2329312"/>
              <a:gd name="connsiteY610" fmla="*/ 31217 h 1275313"/>
              <a:gd name="connsiteX611" fmla="*/ 1424634 w 2329312"/>
              <a:gd name="connsiteY611" fmla="*/ 28516 h 1275313"/>
              <a:gd name="connsiteX612" fmla="*/ 1426971 w 2329312"/>
              <a:gd name="connsiteY612" fmla="*/ 25933 h 1275313"/>
              <a:gd name="connsiteX613" fmla="*/ 1429296 w 2329312"/>
              <a:gd name="connsiteY613" fmla="*/ 23469 h 1275313"/>
              <a:gd name="connsiteX614" fmla="*/ 1431633 w 2329312"/>
              <a:gd name="connsiteY614" fmla="*/ 21124 h 1275313"/>
              <a:gd name="connsiteX615" fmla="*/ 1433958 w 2329312"/>
              <a:gd name="connsiteY615" fmla="*/ 18900 h 1275313"/>
              <a:gd name="connsiteX616" fmla="*/ 1436295 w 2329312"/>
              <a:gd name="connsiteY616" fmla="*/ 16798 h 1275313"/>
              <a:gd name="connsiteX617" fmla="*/ 1438620 w 2329312"/>
              <a:gd name="connsiteY617" fmla="*/ 14816 h 1275313"/>
              <a:gd name="connsiteX618" fmla="*/ 1440958 w 2329312"/>
              <a:gd name="connsiteY618" fmla="*/ 12957 h 1275313"/>
              <a:gd name="connsiteX619" fmla="*/ 1443283 w 2329312"/>
              <a:gd name="connsiteY619" fmla="*/ 11220 h 1275313"/>
              <a:gd name="connsiteX620" fmla="*/ 1445620 w 2329312"/>
              <a:gd name="connsiteY620" fmla="*/ 9607 h 1275313"/>
              <a:gd name="connsiteX621" fmla="*/ 1447957 w 2329312"/>
              <a:gd name="connsiteY621" fmla="*/ 8118 h 1275313"/>
              <a:gd name="connsiteX622" fmla="*/ 1450282 w 2329312"/>
              <a:gd name="connsiteY622" fmla="*/ 6752 h 1275313"/>
              <a:gd name="connsiteX623" fmla="*/ 1452619 w 2329312"/>
              <a:gd name="connsiteY623" fmla="*/ 5511 h 1275313"/>
              <a:gd name="connsiteX624" fmla="*/ 1454944 w 2329312"/>
              <a:gd name="connsiteY624" fmla="*/ 4395 h 1275313"/>
              <a:gd name="connsiteX625" fmla="*/ 1457282 w 2329312"/>
              <a:gd name="connsiteY625" fmla="*/ 3405 h 1275313"/>
              <a:gd name="connsiteX626" fmla="*/ 1459606 w 2329312"/>
              <a:gd name="connsiteY626" fmla="*/ 2540 h 1275313"/>
              <a:gd name="connsiteX627" fmla="*/ 1461944 w 2329312"/>
              <a:gd name="connsiteY627" fmla="*/ 1801 h 1275313"/>
              <a:gd name="connsiteX628" fmla="*/ 1464269 w 2329312"/>
              <a:gd name="connsiteY628" fmla="*/ 1188 h 1275313"/>
              <a:gd name="connsiteX629" fmla="*/ 1466606 w 2329312"/>
              <a:gd name="connsiteY629" fmla="*/ 701 h 1275313"/>
              <a:gd name="connsiteX630" fmla="*/ 1468931 w 2329312"/>
              <a:gd name="connsiteY630" fmla="*/ 341 h 1275313"/>
              <a:gd name="connsiteX631" fmla="*/ 1471268 w 2329312"/>
              <a:gd name="connsiteY631" fmla="*/ 107 h 1275313"/>
              <a:gd name="connsiteX632" fmla="*/ 1473593 w 2329312"/>
              <a:gd name="connsiteY632" fmla="*/ 0 h 1275313"/>
              <a:gd name="connsiteX633" fmla="*/ 1475930 w 2329312"/>
              <a:gd name="connsiteY633" fmla="*/ 18 h 1275313"/>
              <a:gd name="connsiteX634" fmla="*/ 1478268 w 2329312"/>
              <a:gd name="connsiteY634" fmla="*/ 165 h 1275313"/>
              <a:gd name="connsiteX635" fmla="*/ 1480593 w 2329312"/>
              <a:gd name="connsiteY635" fmla="*/ 437 h 1275313"/>
              <a:gd name="connsiteX636" fmla="*/ 1482930 w 2329312"/>
              <a:gd name="connsiteY636" fmla="*/ 837 h 1275313"/>
              <a:gd name="connsiteX637" fmla="*/ 1485255 w 2329312"/>
              <a:gd name="connsiteY637" fmla="*/ 1362 h 1275313"/>
              <a:gd name="connsiteX638" fmla="*/ 1487592 w 2329312"/>
              <a:gd name="connsiteY638" fmla="*/ 2013 h 1275313"/>
              <a:gd name="connsiteX639" fmla="*/ 1489917 w 2329312"/>
              <a:gd name="connsiteY639" fmla="*/ 2790 h 1275313"/>
              <a:gd name="connsiteX640" fmla="*/ 1492254 w 2329312"/>
              <a:gd name="connsiteY640" fmla="*/ 3693 h 1275313"/>
              <a:gd name="connsiteX641" fmla="*/ 1494579 w 2329312"/>
              <a:gd name="connsiteY641" fmla="*/ 4723 h 1275313"/>
              <a:gd name="connsiteX642" fmla="*/ 1496916 w 2329312"/>
              <a:gd name="connsiteY642" fmla="*/ 5876 h 1275313"/>
              <a:gd name="connsiteX643" fmla="*/ 1499241 w 2329312"/>
              <a:gd name="connsiteY643" fmla="*/ 7154 h 1275313"/>
              <a:gd name="connsiteX644" fmla="*/ 1501579 w 2329312"/>
              <a:gd name="connsiteY644" fmla="*/ 8558 h 1275313"/>
              <a:gd name="connsiteX645" fmla="*/ 1503916 w 2329312"/>
              <a:gd name="connsiteY645" fmla="*/ 10085 h 1275313"/>
              <a:gd name="connsiteX646" fmla="*/ 1506241 w 2329312"/>
              <a:gd name="connsiteY646" fmla="*/ 11736 h 1275313"/>
              <a:gd name="connsiteX647" fmla="*/ 1508578 w 2329312"/>
              <a:gd name="connsiteY647" fmla="*/ 13509 h 1275313"/>
              <a:gd name="connsiteX648" fmla="*/ 1510903 w 2329312"/>
              <a:gd name="connsiteY648" fmla="*/ 15406 h 1275313"/>
              <a:gd name="connsiteX649" fmla="*/ 1513240 w 2329312"/>
              <a:gd name="connsiteY649" fmla="*/ 17425 h 1275313"/>
              <a:gd name="connsiteX650" fmla="*/ 1515565 w 2329312"/>
              <a:gd name="connsiteY650" fmla="*/ 19564 h 1275313"/>
              <a:gd name="connsiteX651" fmla="*/ 1517903 w 2329312"/>
              <a:gd name="connsiteY651" fmla="*/ 21825 h 1275313"/>
              <a:gd name="connsiteX652" fmla="*/ 1520228 w 2329312"/>
              <a:gd name="connsiteY652" fmla="*/ 24207 h 1275313"/>
              <a:gd name="connsiteX653" fmla="*/ 1522565 w 2329312"/>
              <a:gd name="connsiteY653" fmla="*/ 26706 h 1275313"/>
              <a:gd name="connsiteX654" fmla="*/ 1524890 w 2329312"/>
              <a:gd name="connsiteY654" fmla="*/ 29325 h 1275313"/>
              <a:gd name="connsiteX655" fmla="*/ 1527227 w 2329312"/>
              <a:gd name="connsiteY655" fmla="*/ 32062 h 1275313"/>
              <a:gd name="connsiteX656" fmla="*/ 1529564 w 2329312"/>
              <a:gd name="connsiteY656" fmla="*/ 34916 h 1275313"/>
              <a:gd name="connsiteX657" fmla="*/ 1531889 w 2329312"/>
              <a:gd name="connsiteY657" fmla="*/ 37887 h 1275313"/>
              <a:gd name="connsiteX658" fmla="*/ 1534226 w 2329312"/>
              <a:gd name="connsiteY658" fmla="*/ 40972 h 1275313"/>
              <a:gd name="connsiteX659" fmla="*/ 1536551 w 2329312"/>
              <a:gd name="connsiteY659" fmla="*/ 44173 h 1275313"/>
              <a:gd name="connsiteX660" fmla="*/ 1538889 w 2329312"/>
              <a:gd name="connsiteY660" fmla="*/ 47487 h 1275313"/>
              <a:gd name="connsiteX661" fmla="*/ 1541214 w 2329312"/>
              <a:gd name="connsiteY661" fmla="*/ 50913 h 1275313"/>
              <a:gd name="connsiteX662" fmla="*/ 1543551 w 2329312"/>
              <a:gd name="connsiteY662" fmla="*/ 54452 h 1275313"/>
              <a:gd name="connsiteX663" fmla="*/ 1545876 w 2329312"/>
              <a:gd name="connsiteY663" fmla="*/ 58101 h 1275313"/>
              <a:gd name="connsiteX664" fmla="*/ 1548213 w 2329312"/>
              <a:gd name="connsiteY664" fmla="*/ 61859 h 1275313"/>
              <a:gd name="connsiteX665" fmla="*/ 1550538 w 2329312"/>
              <a:gd name="connsiteY665" fmla="*/ 65725 h 1275313"/>
              <a:gd name="connsiteX666" fmla="*/ 1552875 w 2329312"/>
              <a:gd name="connsiteY666" fmla="*/ 69700 h 1275313"/>
              <a:gd name="connsiteX667" fmla="*/ 1555213 w 2329312"/>
              <a:gd name="connsiteY667" fmla="*/ 73780 h 1275313"/>
              <a:gd name="connsiteX668" fmla="*/ 1557538 w 2329312"/>
              <a:gd name="connsiteY668" fmla="*/ 77966 h 1275313"/>
              <a:gd name="connsiteX669" fmla="*/ 1559875 w 2329312"/>
              <a:gd name="connsiteY669" fmla="*/ 82254 h 1275313"/>
              <a:gd name="connsiteX670" fmla="*/ 1562200 w 2329312"/>
              <a:gd name="connsiteY670" fmla="*/ 86647 h 1275313"/>
              <a:gd name="connsiteX671" fmla="*/ 1564537 w 2329312"/>
              <a:gd name="connsiteY671" fmla="*/ 91140 h 1275313"/>
              <a:gd name="connsiteX672" fmla="*/ 1566862 w 2329312"/>
              <a:gd name="connsiteY672" fmla="*/ 95734 h 1275313"/>
              <a:gd name="connsiteX673" fmla="*/ 1569199 w 2329312"/>
              <a:gd name="connsiteY673" fmla="*/ 100426 h 1275313"/>
              <a:gd name="connsiteX674" fmla="*/ 1571524 w 2329312"/>
              <a:gd name="connsiteY674" fmla="*/ 105216 h 1275313"/>
              <a:gd name="connsiteX675" fmla="*/ 1573861 w 2329312"/>
              <a:gd name="connsiteY675" fmla="*/ 110102 h 1275313"/>
              <a:gd name="connsiteX676" fmla="*/ 1576186 w 2329312"/>
              <a:gd name="connsiteY676" fmla="*/ 115082 h 1275313"/>
              <a:gd name="connsiteX677" fmla="*/ 1578524 w 2329312"/>
              <a:gd name="connsiteY677" fmla="*/ 120156 h 1275313"/>
              <a:gd name="connsiteX678" fmla="*/ 1580849 w 2329312"/>
              <a:gd name="connsiteY678" fmla="*/ 125323 h 1275313"/>
              <a:gd name="connsiteX679" fmla="*/ 1583186 w 2329312"/>
              <a:gd name="connsiteY679" fmla="*/ 130579 h 1275313"/>
              <a:gd name="connsiteX680" fmla="*/ 1585523 w 2329312"/>
              <a:gd name="connsiteY680" fmla="*/ 135925 h 1275313"/>
              <a:gd name="connsiteX681" fmla="*/ 1587848 w 2329312"/>
              <a:gd name="connsiteY681" fmla="*/ 141358 h 1275313"/>
              <a:gd name="connsiteX682" fmla="*/ 1590185 w 2329312"/>
              <a:gd name="connsiteY682" fmla="*/ 146877 h 1275313"/>
              <a:gd name="connsiteX683" fmla="*/ 1592510 w 2329312"/>
              <a:gd name="connsiteY683" fmla="*/ 152482 h 1275313"/>
              <a:gd name="connsiteX684" fmla="*/ 1594848 w 2329312"/>
              <a:gd name="connsiteY684" fmla="*/ 158169 h 1275313"/>
              <a:gd name="connsiteX685" fmla="*/ 1597173 w 2329312"/>
              <a:gd name="connsiteY685" fmla="*/ 163937 h 1275313"/>
              <a:gd name="connsiteX686" fmla="*/ 1599510 w 2329312"/>
              <a:gd name="connsiteY686" fmla="*/ 169786 h 1275313"/>
              <a:gd name="connsiteX687" fmla="*/ 1601835 w 2329312"/>
              <a:gd name="connsiteY687" fmla="*/ 175713 h 1275313"/>
              <a:gd name="connsiteX688" fmla="*/ 1604172 w 2329312"/>
              <a:gd name="connsiteY688" fmla="*/ 181716 h 1275313"/>
              <a:gd name="connsiteX689" fmla="*/ 1606497 w 2329312"/>
              <a:gd name="connsiteY689" fmla="*/ 187795 h 1275313"/>
              <a:gd name="connsiteX690" fmla="*/ 1608834 w 2329312"/>
              <a:gd name="connsiteY690" fmla="*/ 193948 h 1275313"/>
              <a:gd name="connsiteX691" fmla="*/ 1611172 w 2329312"/>
              <a:gd name="connsiteY691" fmla="*/ 200172 h 1275313"/>
              <a:gd name="connsiteX692" fmla="*/ 1613497 w 2329312"/>
              <a:gd name="connsiteY692" fmla="*/ 206467 h 1275313"/>
              <a:gd name="connsiteX693" fmla="*/ 1615834 w 2329312"/>
              <a:gd name="connsiteY693" fmla="*/ 212830 h 1275313"/>
              <a:gd name="connsiteX694" fmla="*/ 1618159 w 2329312"/>
              <a:gd name="connsiteY694" fmla="*/ 219261 h 1275313"/>
              <a:gd name="connsiteX695" fmla="*/ 1620496 w 2329312"/>
              <a:gd name="connsiteY695" fmla="*/ 225756 h 1275313"/>
              <a:gd name="connsiteX696" fmla="*/ 1622821 w 2329312"/>
              <a:gd name="connsiteY696" fmla="*/ 232315 h 1275313"/>
              <a:gd name="connsiteX697" fmla="*/ 1625158 w 2329312"/>
              <a:gd name="connsiteY697" fmla="*/ 238936 h 1275313"/>
              <a:gd name="connsiteX698" fmla="*/ 1627483 w 2329312"/>
              <a:gd name="connsiteY698" fmla="*/ 245618 h 1275313"/>
              <a:gd name="connsiteX699" fmla="*/ 1629820 w 2329312"/>
              <a:gd name="connsiteY699" fmla="*/ 252356 h 1275313"/>
              <a:gd name="connsiteX700" fmla="*/ 1632145 w 2329312"/>
              <a:gd name="connsiteY700" fmla="*/ 259153 h 1275313"/>
              <a:gd name="connsiteX701" fmla="*/ 1634483 w 2329312"/>
              <a:gd name="connsiteY701" fmla="*/ 266005 h 1275313"/>
              <a:gd name="connsiteX702" fmla="*/ 1636820 w 2329312"/>
              <a:gd name="connsiteY702" fmla="*/ 272910 h 1275313"/>
              <a:gd name="connsiteX703" fmla="*/ 1639145 w 2329312"/>
              <a:gd name="connsiteY703" fmla="*/ 279866 h 1275313"/>
              <a:gd name="connsiteX704" fmla="*/ 1641482 w 2329312"/>
              <a:gd name="connsiteY704" fmla="*/ 286873 h 1275313"/>
              <a:gd name="connsiteX705" fmla="*/ 1643807 w 2329312"/>
              <a:gd name="connsiteY705" fmla="*/ 293926 h 1275313"/>
              <a:gd name="connsiteX706" fmla="*/ 1646144 w 2329312"/>
              <a:gd name="connsiteY706" fmla="*/ 301028 h 1275313"/>
              <a:gd name="connsiteX707" fmla="*/ 1648469 w 2329312"/>
              <a:gd name="connsiteY707" fmla="*/ 308173 h 1275313"/>
              <a:gd name="connsiteX708" fmla="*/ 1650807 w 2329312"/>
              <a:gd name="connsiteY708" fmla="*/ 315362 h 1275313"/>
              <a:gd name="connsiteX709" fmla="*/ 1653132 w 2329312"/>
              <a:gd name="connsiteY709" fmla="*/ 322591 h 1275313"/>
              <a:gd name="connsiteX710" fmla="*/ 1655469 w 2329312"/>
              <a:gd name="connsiteY710" fmla="*/ 329860 h 1275313"/>
              <a:gd name="connsiteX711" fmla="*/ 1657794 w 2329312"/>
              <a:gd name="connsiteY711" fmla="*/ 337166 h 1275313"/>
              <a:gd name="connsiteX712" fmla="*/ 1660131 w 2329312"/>
              <a:gd name="connsiteY712" fmla="*/ 344509 h 1275313"/>
              <a:gd name="connsiteX713" fmla="*/ 1662468 w 2329312"/>
              <a:gd name="connsiteY713" fmla="*/ 351886 h 1275313"/>
              <a:gd name="connsiteX714" fmla="*/ 1664793 w 2329312"/>
              <a:gd name="connsiteY714" fmla="*/ 359295 h 1275313"/>
              <a:gd name="connsiteX715" fmla="*/ 1667131 w 2329312"/>
              <a:gd name="connsiteY715" fmla="*/ 366735 h 1275313"/>
              <a:gd name="connsiteX716" fmla="*/ 1669455 w 2329312"/>
              <a:gd name="connsiteY716" fmla="*/ 374203 h 1275313"/>
              <a:gd name="connsiteX717" fmla="*/ 1671793 w 2329312"/>
              <a:gd name="connsiteY717" fmla="*/ 381699 h 1275313"/>
              <a:gd name="connsiteX718" fmla="*/ 1674118 w 2329312"/>
              <a:gd name="connsiteY718" fmla="*/ 389221 h 1275313"/>
              <a:gd name="connsiteX719" fmla="*/ 1676455 w 2329312"/>
              <a:gd name="connsiteY719" fmla="*/ 396767 h 1275313"/>
              <a:gd name="connsiteX720" fmla="*/ 1678780 w 2329312"/>
              <a:gd name="connsiteY720" fmla="*/ 404335 h 1275313"/>
              <a:gd name="connsiteX721" fmla="*/ 1681117 w 2329312"/>
              <a:gd name="connsiteY721" fmla="*/ 411924 h 1275313"/>
              <a:gd name="connsiteX722" fmla="*/ 1683442 w 2329312"/>
              <a:gd name="connsiteY722" fmla="*/ 419531 h 1275313"/>
              <a:gd name="connsiteX723" fmla="*/ 1685779 w 2329312"/>
              <a:gd name="connsiteY723" fmla="*/ 427155 h 1275313"/>
              <a:gd name="connsiteX724" fmla="*/ 1688104 w 2329312"/>
              <a:gd name="connsiteY724" fmla="*/ 434796 h 1275313"/>
              <a:gd name="connsiteX725" fmla="*/ 1690442 w 2329312"/>
              <a:gd name="connsiteY725" fmla="*/ 442450 h 1275313"/>
              <a:gd name="connsiteX726" fmla="*/ 1692779 w 2329312"/>
              <a:gd name="connsiteY726" fmla="*/ 450115 h 1275313"/>
              <a:gd name="connsiteX727" fmla="*/ 1695104 w 2329312"/>
              <a:gd name="connsiteY727" fmla="*/ 457792 h 1275313"/>
              <a:gd name="connsiteX728" fmla="*/ 1697441 w 2329312"/>
              <a:gd name="connsiteY728" fmla="*/ 465478 h 1275313"/>
              <a:gd name="connsiteX729" fmla="*/ 1699766 w 2329312"/>
              <a:gd name="connsiteY729" fmla="*/ 473171 h 1275313"/>
              <a:gd name="connsiteX730" fmla="*/ 1702103 w 2329312"/>
              <a:gd name="connsiteY730" fmla="*/ 480869 h 1275313"/>
              <a:gd name="connsiteX731" fmla="*/ 1704428 w 2329312"/>
              <a:gd name="connsiteY731" fmla="*/ 488572 h 1275313"/>
              <a:gd name="connsiteX732" fmla="*/ 1706765 w 2329312"/>
              <a:gd name="connsiteY732" fmla="*/ 496278 h 1275313"/>
              <a:gd name="connsiteX733" fmla="*/ 1709090 w 2329312"/>
              <a:gd name="connsiteY733" fmla="*/ 503985 h 1275313"/>
              <a:gd name="connsiteX734" fmla="*/ 1711428 w 2329312"/>
              <a:gd name="connsiteY734" fmla="*/ 511691 h 1275313"/>
              <a:gd name="connsiteX735" fmla="*/ 1713753 w 2329312"/>
              <a:gd name="connsiteY735" fmla="*/ 519396 h 1275313"/>
              <a:gd name="connsiteX736" fmla="*/ 1716090 w 2329312"/>
              <a:gd name="connsiteY736" fmla="*/ 527096 h 1275313"/>
              <a:gd name="connsiteX737" fmla="*/ 1718427 w 2329312"/>
              <a:gd name="connsiteY737" fmla="*/ 534792 h 1275313"/>
              <a:gd name="connsiteX738" fmla="*/ 1720752 w 2329312"/>
              <a:gd name="connsiteY738" fmla="*/ 542482 h 1275313"/>
              <a:gd name="connsiteX739" fmla="*/ 1723089 w 2329312"/>
              <a:gd name="connsiteY739" fmla="*/ 550164 h 1275313"/>
              <a:gd name="connsiteX740" fmla="*/ 1725414 w 2329312"/>
              <a:gd name="connsiteY740" fmla="*/ 557836 h 1275313"/>
              <a:gd name="connsiteX741" fmla="*/ 1727752 w 2329312"/>
              <a:gd name="connsiteY741" fmla="*/ 565498 h 1275313"/>
              <a:gd name="connsiteX742" fmla="*/ 1730077 w 2329312"/>
              <a:gd name="connsiteY742" fmla="*/ 573148 h 1275313"/>
              <a:gd name="connsiteX743" fmla="*/ 1732414 w 2329312"/>
              <a:gd name="connsiteY743" fmla="*/ 580783 h 1275313"/>
              <a:gd name="connsiteX744" fmla="*/ 1734739 w 2329312"/>
              <a:gd name="connsiteY744" fmla="*/ 588405 h 1275313"/>
              <a:gd name="connsiteX745" fmla="*/ 1737076 w 2329312"/>
              <a:gd name="connsiteY745" fmla="*/ 596010 h 1275313"/>
              <a:gd name="connsiteX746" fmla="*/ 1739401 w 2329312"/>
              <a:gd name="connsiteY746" fmla="*/ 603597 h 1275313"/>
              <a:gd name="connsiteX747" fmla="*/ 1741738 w 2329312"/>
              <a:gd name="connsiteY747" fmla="*/ 611167 h 1275313"/>
              <a:gd name="connsiteX748" fmla="*/ 1744075 w 2329312"/>
              <a:gd name="connsiteY748" fmla="*/ 618715 h 1275313"/>
              <a:gd name="connsiteX749" fmla="*/ 1746400 w 2329312"/>
              <a:gd name="connsiteY749" fmla="*/ 626242 h 1275313"/>
              <a:gd name="connsiteX750" fmla="*/ 1748738 w 2329312"/>
              <a:gd name="connsiteY750" fmla="*/ 633747 h 1275313"/>
              <a:gd name="connsiteX751" fmla="*/ 1751063 w 2329312"/>
              <a:gd name="connsiteY751" fmla="*/ 641229 h 1275313"/>
              <a:gd name="connsiteX752" fmla="*/ 1753400 w 2329312"/>
              <a:gd name="connsiteY752" fmla="*/ 648683 h 1275313"/>
              <a:gd name="connsiteX753" fmla="*/ 1755725 w 2329312"/>
              <a:gd name="connsiteY753" fmla="*/ 656113 h 1275313"/>
              <a:gd name="connsiteX754" fmla="*/ 1758062 w 2329312"/>
              <a:gd name="connsiteY754" fmla="*/ 663516 h 1275313"/>
              <a:gd name="connsiteX755" fmla="*/ 1760387 w 2329312"/>
              <a:gd name="connsiteY755" fmla="*/ 670890 h 1275313"/>
              <a:gd name="connsiteX756" fmla="*/ 1762724 w 2329312"/>
              <a:gd name="connsiteY756" fmla="*/ 678234 h 1275313"/>
              <a:gd name="connsiteX757" fmla="*/ 1765049 w 2329312"/>
              <a:gd name="connsiteY757" fmla="*/ 685547 h 1275313"/>
              <a:gd name="connsiteX758" fmla="*/ 1767387 w 2329312"/>
              <a:gd name="connsiteY758" fmla="*/ 692829 h 1275313"/>
              <a:gd name="connsiteX759" fmla="*/ 1769724 w 2329312"/>
              <a:gd name="connsiteY759" fmla="*/ 700078 h 1275313"/>
              <a:gd name="connsiteX760" fmla="*/ 1772049 w 2329312"/>
              <a:gd name="connsiteY760" fmla="*/ 707293 h 1275313"/>
              <a:gd name="connsiteX761" fmla="*/ 1774386 w 2329312"/>
              <a:gd name="connsiteY761" fmla="*/ 714473 h 1275313"/>
              <a:gd name="connsiteX762" fmla="*/ 1776711 w 2329312"/>
              <a:gd name="connsiteY762" fmla="*/ 721618 h 1275313"/>
              <a:gd name="connsiteX763" fmla="*/ 1779048 w 2329312"/>
              <a:gd name="connsiteY763" fmla="*/ 728726 h 1275313"/>
              <a:gd name="connsiteX764" fmla="*/ 1781373 w 2329312"/>
              <a:gd name="connsiteY764" fmla="*/ 735795 h 1275313"/>
              <a:gd name="connsiteX765" fmla="*/ 1783711 w 2329312"/>
              <a:gd name="connsiteY765" fmla="*/ 742827 h 1275313"/>
              <a:gd name="connsiteX766" fmla="*/ 1786036 w 2329312"/>
              <a:gd name="connsiteY766" fmla="*/ 749819 h 1275313"/>
              <a:gd name="connsiteX767" fmla="*/ 1788373 w 2329312"/>
              <a:gd name="connsiteY767" fmla="*/ 756772 h 1275313"/>
              <a:gd name="connsiteX768" fmla="*/ 1790698 w 2329312"/>
              <a:gd name="connsiteY768" fmla="*/ 763681 h 1275313"/>
              <a:gd name="connsiteX769" fmla="*/ 1793035 w 2329312"/>
              <a:gd name="connsiteY769" fmla="*/ 770550 h 1275313"/>
              <a:gd name="connsiteX770" fmla="*/ 1795360 w 2329312"/>
              <a:gd name="connsiteY770" fmla="*/ 777376 h 1275313"/>
              <a:gd name="connsiteX771" fmla="*/ 1797697 w 2329312"/>
              <a:gd name="connsiteY771" fmla="*/ 784158 h 1275313"/>
              <a:gd name="connsiteX772" fmla="*/ 1800034 w 2329312"/>
              <a:gd name="connsiteY772" fmla="*/ 790896 h 1275313"/>
              <a:gd name="connsiteX773" fmla="*/ 1802359 w 2329312"/>
              <a:gd name="connsiteY773" fmla="*/ 797589 h 1275313"/>
              <a:gd name="connsiteX774" fmla="*/ 1804697 w 2329312"/>
              <a:gd name="connsiteY774" fmla="*/ 804236 h 1275313"/>
              <a:gd name="connsiteX775" fmla="*/ 1807022 w 2329312"/>
              <a:gd name="connsiteY775" fmla="*/ 810837 h 1275313"/>
              <a:gd name="connsiteX776" fmla="*/ 1809359 w 2329312"/>
              <a:gd name="connsiteY776" fmla="*/ 817390 h 1275313"/>
              <a:gd name="connsiteX777" fmla="*/ 1811684 w 2329312"/>
              <a:gd name="connsiteY777" fmla="*/ 823896 h 1275313"/>
              <a:gd name="connsiteX778" fmla="*/ 1814021 w 2329312"/>
              <a:gd name="connsiteY778" fmla="*/ 830355 h 1275313"/>
              <a:gd name="connsiteX779" fmla="*/ 1816346 w 2329312"/>
              <a:gd name="connsiteY779" fmla="*/ 836764 h 1275313"/>
              <a:gd name="connsiteX780" fmla="*/ 1818683 w 2329312"/>
              <a:gd name="connsiteY780" fmla="*/ 843124 h 1275313"/>
              <a:gd name="connsiteX781" fmla="*/ 1821008 w 2329312"/>
              <a:gd name="connsiteY781" fmla="*/ 849433 h 1275313"/>
              <a:gd name="connsiteX782" fmla="*/ 1823346 w 2329312"/>
              <a:gd name="connsiteY782" fmla="*/ 855693 h 1275313"/>
              <a:gd name="connsiteX783" fmla="*/ 1825683 w 2329312"/>
              <a:gd name="connsiteY783" fmla="*/ 861902 h 1275313"/>
              <a:gd name="connsiteX784" fmla="*/ 1828008 w 2329312"/>
              <a:gd name="connsiteY784" fmla="*/ 868052 h 1275313"/>
              <a:gd name="connsiteX785" fmla="*/ 1830345 w 2329312"/>
              <a:gd name="connsiteY785" fmla="*/ 874166 h 1275313"/>
              <a:gd name="connsiteX786" fmla="*/ 1832670 w 2329312"/>
              <a:gd name="connsiteY786" fmla="*/ 880218 h 1275313"/>
              <a:gd name="connsiteX787" fmla="*/ 1835007 w 2329312"/>
              <a:gd name="connsiteY787" fmla="*/ 886221 h 1275313"/>
              <a:gd name="connsiteX788" fmla="*/ 1837332 w 2329312"/>
              <a:gd name="connsiteY788" fmla="*/ 892163 h 1275313"/>
              <a:gd name="connsiteX789" fmla="*/ 1839669 w 2329312"/>
              <a:gd name="connsiteY789" fmla="*/ 898055 h 1275313"/>
              <a:gd name="connsiteX790" fmla="*/ 1841994 w 2329312"/>
              <a:gd name="connsiteY790" fmla="*/ 903898 h 1275313"/>
              <a:gd name="connsiteX791" fmla="*/ 1844332 w 2329312"/>
              <a:gd name="connsiteY791" fmla="*/ 909680 h 1275313"/>
              <a:gd name="connsiteX792" fmla="*/ 1846657 w 2329312"/>
              <a:gd name="connsiteY792" fmla="*/ 915413 h 1275313"/>
              <a:gd name="connsiteX793" fmla="*/ 1848994 w 2329312"/>
              <a:gd name="connsiteY793" fmla="*/ 921083 h 1275313"/>
              <a:gd name="connsiteX794" fmla="*/ 1851331 w 2329312"/>
              <a:gd name="connsiteY794" fmla="*/ 926705 h 1275313"/>
              <a:gd name="connsiteX795" fmla="*/ 1853656 w 2329312"/>
              <a:gd name="connsiteY795" fmla="*/ 932278 h 1275313"/>
              <a:gd name="connsiteX796" fmla="*/ 1855993 w 2329312"/>
              <a:gd name="connsiteY796" fmla="*/ 937789 h 1275313"/>
              <a:gd name="connsiteX797" fmla="*/ 1858318 w 2329312"/>
              <a:gd name="connsiteY797" fmla="*/ 943238 h 1275313"/>
              <a:gd name="connsiteX798" fmla="*/ 1860656 w 2329312"/>
              <a:gd name="connsiteY798" fmla="*/ 948639 h 1275313"/>
              <a:gd name="connsiteX799" fmla="*/ 1862981 w 2329312"/>
              <a:gd name="connsiteY799" fmla="*/ 953990 h 1275313"/>
              <a:gd name="connsiteX800" fmla="*/ 1865318 w 2329312"/>
              <a:gd name="connsiteY800" fmla="*/ 959279 h 1275313"/>
              <a:gd name="connsiteX801" fmla="*/ 1867643 w 2329312"/>
              <a:gd name="connsiteY801" fmla="*/ 964507 h 1275313"/>
              <a:gd name="connsiteX802" fmla="*/ 1869980 w 2329312"/>
              <a:gd name="connsiteY802" fmla="*/ 969686 h 1275313"/>
              <a:gd name="connsiteX803" fmla="*/ 1872305 w 2329312"/>
              <a:gd name="connsiteY803" fmla="*/ 974804 h 1275313"/>
              <a:gd name="connsiteX804" fmla="*/ 1874642 w 2329312"/>
              <a:gd name="connsiteY804" fmla="*/ 979859 h 1275313"/>
              <a:gd name="connsiteX805" fmla="*/ 1876979 w 2329312"/>
              <a:gd name="connsiteY805" fmla="*/ 984866 h 1275313"/>
              <a:gd name="connsiteX806" fmla="*/ 1879304 w 2329312"/>
              <a:gd name="connsiteY806" fmla="*/ 989824 h 1275313"/>
              <a:gd name="connsiteX807" fmla="*/ 1881642 w 2329312"/>
              <a:gd name="connsiteY807" fmla="*/ 994707 h 1275313"/>
              <a:gd name="connsiteX808" fmla="*/ 1883967 w 2329312"/>
              <a:gd name="connsiteY808" fmla="*/ 999554 h 1275313"/>
              <a:gd name="connsiteX809" fmla="*/ 1886304 w 2329312"/>
              <a:gd name="connsiteY809" fmla="*/ 1004327 h 1275313"/>
              <a:gd name="connsiteX810" fmla="*/ 1888629 w 2329312"/>
              <a:gd name="connsiteY810" fmla="*/ 1009051 h 1275313"/>
              <a:gd name="connsiteX811" fmla="*/ 1890966 w 2329312"/>
              <a:gd name="connsiteY811" fmla="*/ 1013725 h 1275313"/>
              <a:gd name="connsiteX812" fmla="*/ 1893291 w 2329312"/>
              <a:gd name="connsiteY812" fmla="*/ 1018338 h 1275313"/>
              <a:gd name="connsiteX813" fmla="*/ 1895628 w 2329312"/>
              <a:gd name="connsiteY813" fmla="*/ 1022890 h 1275313"/>
              <a:gd name="connsiteX814" fmla="*/ 1897953 w 2329312"/>
              <a:gd name="connsiteY814" fmla="*/ 1027392 h 1275313"/>
              <a:gd name="connsiteX815" fmla="*/ 1900291 w 2329312"/>
              <a:gd name="connsiteY815" fmla="*/ 1031833 h 1275313"/>
              <a:gd name="connsiteX816" fmla="*/ 1902628 w 2329312"/>
              <a:gd name="connsiteY816" fmla="*/ 1036212 h 1275313"/>
              <a:gd name="connsiteX817" fmla="*/ 1904953 w 2329312"/>
              <a:gd name="connsiteY817" fmla="*/ 1040542 h 1275313"/>
              <a:gd name="connsiteX818" fmla="*/ 1907290 w 2329312"/>
              <a:gd name="connsiteY818" fmla="*/ 1044823 h 1275313"/>
              <a:gd name="connsiteX819" fmla="*/ 1909615 w 2329312"/>
              <a:gd name="connsiteY819" fmla="*/ 1049042 h 1275313"/>
              <a:gd name="connsiteX820" fmla="*/ 1911952 w 2329312"/>
              <a:gd name="connsiteY820" fmla="*/ 1053213 h 1275313"/>
              <a:gd name="connsiteX821" fmla="*/ 1914277 w 2329312"/>
              <a:gd name="connsiteY821" fmla="*/ 1057321 h 1275313"/>
              <a:gd name="connsiteX822" fmla="*/ 1916614 w 2329312"/>
              <a:gd name="connsiteY822" fmla="*/ 1061368 h 1275313"/>
              <a:gd name="connsiteX823" fmla="*/ 1918939 w 2329312"/>
              <a:gd name="connsiteY823" fmla="*/ 1065379 h 1275313"/>
              <a:gd name="connsiteX824" fmla="*/ 1921277 w 2329312"/>
              <a:gd name="connsiteY824" fmla="*/ 1069315 h 1275313"/>
              <a:gd name="connsiteX825" fmla="*/ 1923602 w 2329312"/>
              <a:gd name="connsiteY825" fmla="*/ 1073215 h 1275313"/>
              <a:gd name="connsiteX826" fmla="*/ 1925939 w 2329312"/>
              <a:gd name="connsiteY826" fmla="*/ 1077053 h 1275313"/>
              <a:gd name="connsiteX827" fmla="*/ 1928264 w 2329312"/>
              <a:gd name="connsiteY827" fmla="*/ 1080829 h 1275313"/>
              <a:gd name="connsiteX828" fmla="*/ 1930601 w 2329312"/>
              <a:gd name="connsiteY828" fmla="*/ 1084569 h 1275313"/>
              <a:gd name="connsiteX829" fmla="*/ 1932938 w 2329312"/>
              <a:gd name="connsiteY829" fmla="*/ 1088247 h 1275313"/>
              <a:gd name="connsiteX830" fmla="*/ 1935263 w 2329312"/>
              <a:gd name="connsiteY830" fmla="*/ 1091876 h 1275313"/>
              <a:gd name="connsiteX831" fmla="*/ 1937601 w 2329312"/>
              <a:gd name="connsiteY831" fmla="*/ 1095443 h 1275313"/>
              <a:gd name="connsiteX832" fmla="*/ 1939926 w 2329312"/>
              <a:gd name="connsiteY832" fmla="*/ 1098961 h 1275313"/>
              <a:gd name="connsiteX833" fmla="*/ 1942263 w 2329312"/>
              <a:gd name="connsiteY833" fmla="*/ 1102430 h 1275313"/>
              <a:gd name="connsiteX834" fmla="*/ 1944588 w 2329312"/>
              <a:gd name="connsiteY834" fmla="*/ 1105850 h 1275313"/>
              <a:gd name="connsiteX835" fmla="*/ 1946925 w 2329312"/>
              <a:gd name="connsiteY835" fmla="*/ 1109221 h 1275313"/>
              <a:gd name="connsiteX836" fmla="*/ 1949250 w 2329312"/>
              <a:gd name="connsiteY836" fmla="*/ 1112530 h 1275313"/>
              <a:gd name="connsiteX837" fmla="*/ 1951587 w 2329312"/>
              <a:gd name="connsiteY837" fmla="*/ 1115802 h 1275313"/>
              <a:gd name="connsiteX838" fmla="*/ 1953912 w 2329312"/>
              <a:gd name="connsiteY838" fmla="*/ 1119013 h 1275313"/>
              <a:gd name="connsiteX839" fmla="*/ 1956250 w 2329312"/>
              <a:gd name="connsiteY839" fmla="*/ 1122186 h 1275313"/>
              <a:gd name="connsiteX840" fmla="*/ 1958587 w 2329312"/>
              <a:gd name="connsiteY840" fmla="*/ 1125299 h 1275313"/>
              <a:gd name="connsiteX841" fmla="*/ 1960912 w 2329312"/>
              <a:gd name="connsiteY841" fmla="*/ 1128362 h 1275313"/>
              <a:gd name="connsiteX842" fmla="*/ 1963249 w 2329312"/>
              <a:gd name="connsiteY842" fmla="*/ 1131388 h 1275313"/>
              <a:gd name="connsiteX843" fmla="*/ 1965574 w 2329312"/>
              <a:gd name="connsiteY843" fmla="*/ 1134352 h 1275313"/>
              <a:gd name="connsiteX844" fmla="*/ 1967911 w 2329312"/>
              <a:gd name="connsiteY844" fmla="*/ 1137280 h 1275313"/>
              <a:gd name="connsiteX845" fmla="*/ 1970236 w 2329312"/>
              <a:gd name="connsiteY845" fmla="*/ 1140159 h 1275313"/>
              <a:gd name="connsiteX846" fmla="*/ 1972573 w 2329312"/>
              <a:gd name="connsiteY846" fmla="*/ 1142988 h 1275313"/>
              <a:gd name="connsiteX847" fmla="*/ 1974898 w 2329312"/>
              <a:gd name="connsiteY847" fmla="*/ 1145768 h 1275313"/>
              <a:gd name="connsiteX848" fmla="*/ 1977236 w 2329312"/>
              <a:gd name="connsiteY848" fmla="*/ 1148511 h 1275313"/>
              <a:gd name="connsiteX849" fmla="*/ 1979561 w 2329312"/>
              <a:gd name="connsiteY849" fmla="*/ 1151205 h 1275313"/>
              <a:gd name="connsiteX850" fmla="*/ 1981898 w 2329312"/>
              <a:gd name="connsiteY850" fmla="*/ 1153850 h 1275313"/>
              <a:gd name="connsiteX851" fmla="*/ 1984235 w 2329312"/>
              <a:gd name="connsiteY851" fmla="*/ 1156446 h 1275313"/>
              <a:gd name="connsiteX852" fmla="*/ 1986560 w 2329312"/>
              <a:gd name="connsiteY852" fmla="*/ 1159004 h 1275313"/>
              <a:gd name="connsiteX853" fmla="*/ 1988897 w 2329312"/>
              <a:gd name="connsiteY853" fmla="*/ 1161526 h 1275313"/>
              <a:gd name="connsiteX854" fmla="*/ 1991222 w 2329312"/>
              <a:gd name="connsiteY854" fmla="*/ 1163999 h 1275313"/>
              <a:gd name="connsiteX855" fmla="*/ 1993560 w 2329312"/>
              <a:gd name="connsiteY855" fmla="*/ 1166422 h 1275313"/>
              <a:gd name="connsiteX856" fmla="*/ 1995885 w 2329312"/>
              <a:gd name="connsiteY856" fmla="*/ 1168808 h 1275313"/>
              <a:gd name="connsiteX857" fmla="*/ 1998222 w 2329312"/>
              <a:gd name="connsiteY857" fmla="*/ 1171146 h 1275313"/>
              <a:gd name="connsiteX858" fmla="*/ 2000547 w 2329312"/>
              <a:gd name="connsiteY858" fmla="*/ 1173458 h 1275313"/>
              <a:gd name="connsiteX859" fmla="*/ 2002884 w 2329312"/>
              <a:gd name="connsiteY859" fmla="*/ 1175709 h 1275313"/>
              <a:gd name="connsiteX860" fmla="*/ 2005209 w 2329312"/>
              <a:gd name="connsiteY860" fmla="*/ 1177936 h 1275313"/>
              <a:gd name="connsiteX861" fmla="*/ 2007546 w 2329312"/>
              <a:gd name="connsiteY861" fmla="*/ 1180113 h 1275313"/>
              <a:gd name="connsiteX862" fmla="*/ 2009883 w 2329312"/>
              <a:gd name="connsiteY862" fmla="*/ 1182254 h 1275313"/>
              <a:gd name="connsiteX863" fmla="*/ 2012208 w 2329312"/>
              <a:gd name="connsiteY863" fmla="*/ 1184357 h 1275313"/>
              <a:gd name="connsiteX864" fmla="*/ 2014546 w 2329312"/>
              <a:gd name="connsiteY864" fmla="*/ 1186424 h 1275313"/>
              <a:gd name="connsiteX865" fmla="*/ 2016871 w 2329312"/>
              <a:gd name="connsiteY865" fmla="*/ 1188454 h 1275313"/>
              <a:gd name="connsiteX866" fmla="*/ 2019208 w 2329312"/>
              <a:gd name="connsiteY866" fmla="*/ 1190434 h 1275313"/>
              <a:gd name="connsiteX867" fmla="*/ 2021533 w 2329312"/>
              <a:gd name="connsiteY867" fmla="*/ 1192390 h 1275313"/>
              <a:gd name="connsiteX868" fmla="*/ 2023870 w 2329312"/>
              <a:gd name="connsiteY868" fmla="*/ 1194297 h 1275313"/>
              <a:gd name="connsiteX869" fmla="*/ 2026195 w 2329312"/>
              <a:gd name="connsiteY869" fmla="*/ 1196179 h 1275313"/>
              <a:gd name="connsiteX870" fmla="*/ 2028532 w 2329312"/>
              <a:gd name="connsiteY870" fmla="*/ 1198012 h 1275313"/>
              <a:gd name="connsiteX871" fmla="*/ 2030857 w 2329312"/>
              <a:gd name="connsiteY871" fmla="*/ 1199820 h 1275313"/>
              <a:gd name="connsiteX872" fmla="*/ 2033195 w 2329312"/>
              <a:gd name="connsiteY872" fmla="*/ 1201592 h 1275313"/>
              <a:gd name="connsiteX873" fmla="*/ 2035520 w 2329312"/>
              <a:gd name="connsiteY873" fmla="*/ 1203326 h 1275313"/>
              <a:gd name="connsiteX874" fmla="*/ 2037857 w 2329312"/>
              <a:gd name="connsiteY874" fmla="*/ 1205036 h 1275313"/>
              <a:gd name="connsiteX875" fmla="*/ 2040194 w 2329312"/>
              <a:gd name="connsiteY875" fmla="*/ 1206709 h 1275313"/>
              <a:gd name="connsiteX876" fmla="*/ 2042519 w 2329312"/>
              <a:gd name="connsiteY876" fmla="*/ 1208345 h 1275313"/>
              <a:gd name="connsiteX877" fmla="*/ 2044856 w 2329312"/>
              <a:gd name="connsiteY877" fmla="*/ 1209944 h 1275313"/>
              <a:gd name="connsiteX878" fmla="*/ 2047181 w 2329312"/>
              <a:gd name="connsiteY878" fmla="*/ 1211519 h 1275313"/>
              <a:gd name="connsiteX879" fmla="*/ 2049518 w 2329312"/>
              <a:gd name="connsiteY879" fmla="*/ 1213056 h 1275313"/>
              <a:gd name="connsiteX880" fmla="*/ 2051843 w 2329312"/>
              <a:gd name="connsiteY880" fmla="*/ 1214570 h 1275313"/>
              <a:gd name="connsiteX881" fmla="*/ 2054181 w 2329312"/>
              <a:gd name="connsiteY881" fmla="*/ 1216046 h 1275313"/>
              <a:gd name="connsiteX882" fmla="*/ 2056506 w 2329312"/>
              <a:gd name="connsiteY882" fmla="*/ 1217485 h 1275313"/>
              <a:gd name="connsiteX883" fmla="*/ 2058843 w 2329312"/>
              <a:gd name="connsiteY883" fmla="*/ 1218912 h 1275313"/>
              <a:gd name="connsiteX884" fmla="*/ 2061168 w 2329312"/>
              <a:gd name="connsiteY884" fmla="*/ 1220302 h 1275313"/>
              <a:gd name="connsiteX885" fmla="*/ 2063505 w 2329312"/>
              <a:gd name="connsiteY885" fmla="*/ 1221655 h 1275313"/>
              <a:gd name="connsiteX886" fmla="*/ 2065842 w 2329312"/>
              <a:gd name="connsiteY886" fmla="*/ 1222996 h 1275313"/>
              <a:gd name="connsiteX887" fmla="*/ 2068167 w 2329312"/>
              <a:gd name="connsiteY887" fmla="*/ 1224288 h 1275313"/>
              <a:gd name="connsiteX888" fmla="*/ 2070505 w 2329312"/>
              <a:gd name="connsiteY888" fmla="*/ 1225567 h 1275313"/>
              <a:gd name="connsiteX889" fmla="*/ 2072829 w 2329312"/>
              <a:gd name="connsiteY889" fmla="*/ 1226822 h 1275313"/>
              <a:gd name="connsiteX890" fmla="*/ 2075167 w 2329312"/>
              <a:gd name="connsiteY890" fmla="*/ 1228040 h 1275313"/>
              <a:gd name="connsiteX891" fmla="*/ 2077492 w 2329312"/>
              <a:gd name="connsiteY891" fmla="*/ 1229233 h 1275313"/>
              <a:gd name="connsiteX892" fmla="*/ 2079829 w 2329312"/>
              <a:gd name="connsiteY892" fmla="*/ 1230414 h 1275313"/>
              <a:gd name="connsiteX893" fmla="*/ 2082154 w 2329312"/>
              <a:gd name="connsiteY893" fmla="*/ 1231558 h 1275313"/>
              <a:gd name="connsiteX894" fmla="*/ 2084491 w 2329312"/>
              <a:gd name="connsiteY894" fmla="*/ 1232677 h 1275313"/>
              <a:gd name="connsiteX895" fmla="*/ 2086816 w 2329312"/>
              <a:gd name="connsiteY895" fmla="*/ 1233772 h 1275313"/>
              <a:gd name="connsiteX896" fmla="*/ 2089153 w 2329312"/>
              <a:gd name="connsiteY896" fmla="*/ 1234842 h 1275313"/>
              <a:gd name="connsiteX897" fmla="*/ 2091491 w 2329312"/>
              <a:gd name="connsiteY897" fmla="*/ 1235888 h 1275313"/>
              <a:gd name="connsiteX898" fmla="*/ 2093816 w 2329312"/>
              <a:gd name="connsiteY898" fmla="*/ 1236909 h 1275313"/>
              <a:gd name="connsiteX899" fmla="*/ 2096153 w 2329312"/>
              <a:gd name="connsiteY899" fmla="*/ 1237918 h 1275313"/>
              <a:gd name="connsiteX900" fmla="*/ 2098478 w 2329312"/>
              <a:gd name="connsiteY900" fmla="*/ 1238889 h 1275313"/>
              <a:gd name="connsiteX901" fmla="*/ 2100815 w 2329312"/>
              <a:gd name="connsiteY901" fmla="*/ 1239849 h 1275313"/>
              <a:gd name="connsiteX902" fmla="*/ 2103140 w 2329312"/>
              <a:gd name="connsiteY902" fmla="*/ 1240784 h 1275313"/>
              <a:gd name="connsiteX903" fmla="*/ 2105477 w 2329312"/>
              <a:gd name="connsiteY903" fmla="*/ 1241694 h 1275313"/>
              <a:gd name="connsiteX904" fmla="*/ 2107802 w 2329312"/>
              <a:gd name="connsiteY904" fmla="*/ 1242592 h 1275313"/>
              <a:gd name="connsiteX905" fmla="*/ 2110140 w 2329312"/>
              <a:gd name="connsiteY905" fmla="*/ 1243466 h 1275313"/>
              <a:gd name="connsiteX906" fmla="*/ 2112465 w 2329312"/>
              <a:gd name="connsiteY906" fmla="*/ 1244314 h 1275313"/>
              <a:gd name="connsiteX907" fmla="*/ 2114802 w 2329312"/>
              <a:gd name="connsiteY907" fmla="*/ 1245151 h 1275313"/>
              <a:gd name="connsiteX908" fmla="*/ 2117139 w 2329312"/>
              <a:gd name="connsiteY908" fmla="*/ 1245963 h 1275313"/>
              <a:gd name="connsiteX909" fmla="*/ 2119464 w 2329312"/>
              <a:gd name="connsiteY909" fmla="*/ 1246750 h 1275313"/>
              <a:gd name="connsiteX910" fmla="*/ 2121801 w 2329312"/>
              <a:gd name="connsiteY910" fmla="*/ 1247525 h 1275313"/>
              <a:gd name="connsiteX911" fmla="*/ 2124126 w 2329312"/>
              <a:gd name="connsiteY911" fmla="*/ 1248288 h 1275313"/>
              <a:gd name="connsiteX912" fmla="*/ 2126464 w 2329312"/>
              <a:gd name="connsiteY912" fmla="*/ 1249026 h 1275313"/>
              <a:gd name="connsiteX913" fmla="*/ 2128788 w 2329312"/>
              <a:gd name="connsiteY913" fmla="*/ 1249752 h 1275313"/>
              <a:gd name="connsiteX914" fmla="*/ 2131126 w 2329312"/>
              <a:gd name="connsiteY914" fmla="*/ 1250453 h 1275313"/>
              <a:gd name="connsiteX915" fmla="*/ 2133451 w 2329312"/>
              <a:gd name="connsiteY915" fmla="*/ 1251142 h 1275313"/>
              <a:gd name="connsiteX916" fmla="*/ 2135788 w 2329312"/>
              <a:gd name="connsiteY916" fmla="*/ 1251806 h 1275313"/>
              <a:gd name="connsiteX917" fmla="*/ 2138113 w 2329312"/>
              <a:gd name="connsiteY917" fmla="*/ 1252458 h 1275313"/>
              <a:gd name="connsiteX918" fmla="*/ 2140450 w 2329312"/>
              <a:gd name="connsiteY918" fmla="*/ 1253097 h 1275313"/>
              <a:gd name="connsiteX919" fmla="*/ 2142775 w 2329312"/>
              <a:gd name="connsiteY919" fmla="*/ 1253725 h 1275313"/>
              <a:gd name="connsiteX920" fmla="*/ 2145112 w 2329312"/>
              <a:gd name="connsiteY920" fmla="*/ 1254328 h 1275313"/>
              <a:gd name="connsiteX921" fmla="*/ 2147450 w 2329312"/>
              <a:gd name="connsiteY921" fmla="*/ 1254918 h 1275313"/>
              <a:gd name="connsiteX922" fmla="*/ 2149775 w 2329312"/>
              <a:gd name="connsiteY922" fmla="*/ 1255496 h 1275313"/>
              <a:gd name="connsiteX923" fmla="*/ 2152112 w 2329312"/>
              <a:gd name="connsiteY923" fmla="*/ 1256062 h 1275313"/>
              <a:gd name="connsiteX924" fmla="*/ 2154437 w 2329312"/>
              <a:gd name="connsiteY924" fmla="*/ 1256603 h 1275313"/>
              <a:gd name="connsiteX925" fmla="*/ 2156774 w 2329312"/>
              <a:gd name="connsiteY925" fmla="*/ 1257145 h 1275313"/>
              <a:gd name="connsiteX926" fmla="*/ 2159099 w 2329312"/>
              <a:gd name="connsiteY926" fmla="*/ 1257661 h 1275313"/>
              <a:gd name="connsiteX927" fmla="*/ 2161436 w 2329312"/>
              <a:gd name="connsiteY927" fmla="*/ 1258178 h 1275313"/>
              <a:gd name="connsiteX928" fmla="*/ 2163761 w 2329312"/>
              <a:gd name="connsiteY928" fmla="*/ 1258670 h 1275313"/>
              <a:gd name="connsiteX929" fmla="*/ 2166099 w 2329312"/>
              <a:gd name="connsiteY929" fmla="*/ 1259150 h 1275313"/>
              <a:gd name="connsiteX930" fmla="*/ 2168423 w 2329312"/>
              <a:gd name="connsiteY930" fmla="*/ 1259617 h 1275313"/>
              <a:gd name="connsiteX931" fmla="*/ 2170761 w 2329312"/>
              <a:gd name="connsiteY931" fmla="*/ 1260072 h 1275313"/>
              <a:gd name="connsiteX932" fmla="*/ 2173098 w 2329312"/>
              <a:gd name="connsiteY932" fmla="*/ 1260528 h 1275313"/>
              <a:gd name="connsiteX933" fmla="*/ 2175423 w 2329312"/>
              <a:gd name="connsiteY933" fmla="*/ 1260958 h 1275313"/>
              <a:gd name="connsiteX934" fmla="*/ 2177760 w 2329312"/>
              <a:gd name="connsiteY934" fmla="*/ 1261376 h 1275313"/>
              <a:gd name="connsiteX935" fmla="*/ 2180085 w 2329312"/>
              <a:gd name="connsiteY935" fmla="*/ 1261794 h 1275313"/>
              <a:gd name="connsiteX936" fmla="*/ 2182423 w 2329312"/>
              <a:gd name="connsiteY936" fmla="*/ 1262188 h 1275313"/>
              <a:gd name="connsiteX937" fmla="*/ 2184747 w 2329312"/>
              <a:gd name="connsiteY937" fmla="*/ 1262582 h 1275313"/>
              <a:gd name="connsiteX938" fmla="*/ 2187085 w 2329312"/>
              <a:gd name="connsiteY938" fmla="*/ 1262963 h 1275313"/>
              <a:gd name="connsiteX939" fmla="*/ 2189410 w 2329312"/>
              <a:gd name="connsiteY939" fmla="*/ 1263332 h 1275313"/>
              <a:gd name="connsiteX940" fmla="*/ 2191747 w 2329312"/>
              <a:gd name="connsiteY940" fmla="*/ 1263689 h 1275313"/>
              <a:gd name="connsiteX941" fmla="*/ 2194072 w 2329312"/>
              <a:gd name="connsiteY941" fmla="*/ 1264046 h 1275313"/>
              <a:gd name="connsiteX942" fmla="*/ 2196409 w 2329312"/>
              <a:gd name="connsiteY942" fmla="*/ 1264390 h 1275313"/>
              <a:gd name="connsiteX943" fmla="*/ 2198746 w 2329312"/>
              <a:gd name="connsiteY943" fmla="*/ 1264710 h 1275313"/>
              <a:gd name="connsiteX944" fmla="*/ 2201071 w 2329312"/>
              <a:gd name="connsiteY944" fmla="*/ 1265042 h 1275313"/>
              <a:gd name="connsiteX945" fmla="*/ 2203409 w 2329312"/>
              <a:gd name="connsiteY945" fmla="*/ 1265350 h 1275313"/>
              <a:gd name="connsiteX946" fmla="*/ 2205734 w 2329312"/>
              <a:gd name="connsiteY946" fmla="*/ 1265657 h 1275313"/>
              <a:gd name="connsiteX947" fmla="*/ 2208071 w 2329312"/>
              <a:gd name="connsiteY947" fmla="*/ 1265952 h 1275313"/>
              <a:gd name="connsiteX948" fmla="*/ 2210396 w 2329312"/>
              <a:gd name="connsiteY948" fmla="*/ 1266248 h 1275313"/>
              <a:gd name="connsiteX949" fmla="*/ 2212733 w 2329312"/>
              <a:gd name="connsiteY949" fmla="*/ 1266518 h 1275313"/>
              <a:gd name="connsiteX950" fmla="*/ 2215058 w 2329312"/>
              <a:gd name="connsiteY950" fmla="*/ 1266789 h 1275313"/>
              <a:gd name="connsiteX951" fmla="*/ 2217395 w 2329312"/>
              <a:gd name="connsiteY951" fmla="*/ 1267059 h 1275313"/>
              <a:gd name="connsiteX952" fmla="*/ 2219720 w 2329312"/>
              <a:gd name="connsiteY952" fmla="*/ 1267318 h 1275313"/>
              <a:gd name="connsiteX953" fmla="*/ 2222058 w 2329312"/>
              <a:gd name="connsiteY953" fmla="*/ 1267564 h 1275313"/>
              <a:gd name="connsiteX954" fmla="*/ 2224395 w 2329312"/>
              <a:gd name="connsiteY954" fmla="*/ 1267810 h 1275313"/>
              <a:gd name="connsiteX955" fmla="*/ 2226720 w 2329312"/>
              <a:gd name="connsiteY955" fmla="*/ 1268044 h 1275313"/>
              <a:gd name="connsiteX956" fmla="*/ 2229057 w 2329312"/>
              <a:gd name="connsiteY956" fmla="*/ 1268277 h 1275313"/>
              <a:gd name="connsiteX957" fmla="*/ 2231382 w 2329312"/>
              <a:gd name="connsiteY957" fmla="*/ 1268499 h 1275313"/>
              <a:gd name="connsiteX958" fmla="*/ 2233719 w 2329312"/>
              <a:gd name="connsiteY958" fmla="*/ 1268720 h 1275313"/>
              <a:gd name="connsiteX959" fmla="*/ 2236044 w 2329312"/>
              <a:gd name="connsiteY959" fmla="*/ 1268929 h 1275313"/>
              <a:gd name="connsiteX960" fmla="*/ 2238381 w 2329312"/>
              <a:gd name="connsiteY960" fmla="*/ 1269126 h 1275313"/>
              <a:gd name="connsiteX961" fmla="*/ 2240706 w 2329312"/>
              <a:gd name="connsiteY961" fmla="*/ 1269323 h 1275313"/>
              <a:gd name="connsiteX962" fmla="*/ 2243044 w 2329312"/>
              <a:gd name="connsiteY962" fmla="*/ 1269520 h 1275313"/>
              <a:gd name="connsiteX963" fmla="*/ 2245369 w 2329312"/>
              <a:gd name="connsiteY963" fmla="*/ 1269704 h 1275313"/>
              <a:gd name="connsiteX964" fmla="*/ 2247706 w 2329312"/>
              <a:gd name="connsiteY964" fmla="*/ 1269889 h 1275313"/>
              <a:gd name="connsiteX965" fmla="*/ 2250031 w 2329312"/>
              <a:gd name="connsiteY965" fmla="*/ 1270061 h 1275313"/>
              <a:gd name="connsiteX966" fmla="*/ 2252368 w 2329312"/>
              <a:gd name="connsiteY966" fmla="*/ 1270233 h 1275313"/>
              <a:gd name="connsiteX967" fmla="*/ 2254705 w 2329312"/>
              <a:gd name="connsiteY967" fmla="*/ 1270405 h 1275313"/>
              <a:gd name="connsiteX968" fmla="*/ 2257030 w 2329312"/>
              <a:gd name="connsiteY968" fmla="*/ 1270565 h 1275313"/>
              <a:gd name="connsiteX969" fmla="*/ 2259368 w 2329312"/>
              <a:gd name="connsiteY969" fmla="*/ 1270725 h 1275313"/>
              <a:gd name="connsiteX970" fmla="*/ 2261692 w 2329312"/>
              <a:gd name="connsiteY970" fmla="*/ 1270873 h 1275313"/>
              <a:gd name="connsiteX971" fmla="*/ 2264030 w 2329312"/>
              <a:gd name="connsiteY971" fmla="*/ 1271020 h 1275313"/>
              <a:gd name="connsiteX972" fmla="*/ 2266355 w 2329312"/>
              <a:gd name="connsiteY972" fmla="*/ 1271156 h 1275313"/>
              <a:gd name="connsiteX973" fmla="*/ 2268692 w 2329312"/>
              <a:gd name="connsiteY973" fmla="*/ 1271304 h 1275313"/>
              <a:gd name="connsiteX974" fmla="*/ 2271017 w 2329312"/>
              <a:gd name="connsiteY974" fmla="*/ 1271427 h 1275313"/>
              <a:gd name="connsiteX975" fmla="*/ 2273354 w 2329312"/>
              <a:gd name="connsiteY975" fmla="*/ 1271562 h 1275313"/>
              <a:gd name="connsiteX976" fmla="*/ 2275679 w 2329312"/>
              <a:gd name="connsiteY976" fmla="*/ 1271685 h 1275313"/>
              <a:gd name="connsiteX977" fmla="*/ 2278016 w 2329312"/>
              <a:gd name="connsiteY977" fmla="*/ 1271808 h 1275313"/>
              <a:gd name="connsiteX978" fmla="*/ 2280354 w 2329312"/>
              <a:gd name="connsiteY978" fmla="*/ 1271931 h 1275313"/>
              <a:gd name="connsiteX979" fmla="*/ 2282679 w 2329312"/>
              <a:gd name="connsiteY979" fmla="*/ 1272042 h 1275313"/>
              <a:gd name="connsiteX980" fmla="*/ 2285016 w 2329312"/>
              <a:gd name="connsiteY980" fmla="*/ 1272152 h 1275313"/>
              <a:gd name="connsiteX981" fmla="*/ 2287341 w 2329312"/>
              <a:gd name="connsiteY981" fmla="*/ 1272263 h 1275313"/>
              <a:gd name="connsiteX982" fmla="*/ 2289678 w 2329312"/>
              <a:gd name="connsiteY982" fmla="*/ 1272361 h 1275313"/>
              <a:gd name="connsiteX983" fmla="*/ 2292003 w 2329312"/>
              <a:gd name="connsiteY983" fmla="*/ 1272460 h 1275313"/>
              <a:gd name="connsiteX984" fmla="*/ 2294340 w 2329312"/>
              <a:gd name="connsiteY984" fmla="*/ 1272558 h 1275313"/>
              <a:gd name="connsiteX985" fmla="*/ 2296665 w 2329312"/>
              <a:gd name="connsiteY985" fmla="*/ 1272657 h 1275313"/>
              <a:gd name="connsiteX986" fmla="*/ 2299003 w 2329312"/>
              <a:gd name="connsiteY986" fmla="*/ 1272755 h 1275313"/>
              <a:gd name="connsiteX987" fmla="*/ 2301327 w 2329312"/>
              <a:gd name="connsiteY987" fmla="*/ 1272841 h 1275313"/>
              <a:gd name="connsiteX988" fmla="*/ 2303665 w 2329312"/>
              <a:gd name="connsiteY988" fmla="*/ 1272927 h 1275313"/>
              <a:gd name="connsiteX989" fmla="*/ 2306002 w 2329312"/>
              <a:gd name="connsiteY989" fmla="*/ 1273001 h 1275313"/>
              <a:gd name="connsiteX990" fmla="*/ 2308327 w 2329312"/>
              <a:gd name="connsiteY990" fmla="*/ 1273087 h 1275313"/>
              <a:gd name="connsiteX991" fmla="*/ 2310664 w 2329312"/>
              <a:gd name="connsiteY991" fmla="*/ 1273161 h 1275313"/>
              <a:gd name="connsiteX992" fmla="*/ 2312989 w 2329312"/>
              <a:gd name="connsiteY992" fmla="*/ 1273235 h 1275313"/>
              <a:gd name="connsiteX993" fmla="*/ 2315327 w 2329312"/>
              <a:gd name="connsiteY993" fmla="*/ 1273309 h 1275313"/>
              <a:gd name="connsiteX994" fmla="*/ 2317651 w 2329312"/>
              <a:gd name="connsiteY994" fmla="*/ 1273382 h 1275313"/>
              <a:gd name="connsiteX995" fmla="*/ 2319989 w 2329312"/>
              <a:gd name="connsiteY995" fmla="*/ 1273456 h 1275313"/>
              <a:gd name="connsiteX996" fmla="*/ 2322314 w 2329312"/>
              <a:gd name="connsiteY996" fmla="*/ 1273518 h 1275313"/>
              <a:gd name="connsiteX997" fmla="*/ 2324651 w 2329312"/>
              <a:gd name="connsiteY997" fmla="*/ 1273579 h 1275313"/>
              <a:gd name="connsiteX998" fmla="*/ 2326976 w 2329312"/>
              <a:gd name="connsiteY998" fmla="*/ 1273641 h 1275313"/>
              <a:gd name="connsiteX999" fmla="*/ 2329313 w 2329312"/>
              <a:gd name="connsiteY999" fmla="*/ 1273702 h 127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275313">
                <a:moveTo>
                  <a:pt x="0" y="1275314"/>
                </a:moveTo>
                <a:lnTo>
                  <a:pt x="2331" y="1275314"/>
                </a:lnTo>
                <a:lnTo>
                  <a:pt x="4663" y="1275314"/>
                </a:lnTo>
                <a:lnTo>
                  <a:pt x="6995" y="1275314"/>
                </a:lnTo>
                <a:lnTo>
                  <a:pt x="9326" y="1275314"/>
                </a:lnTo>
                <a:lnTo>
                  <a:pt x="11658" y="1275314"/>
                </a:lnTo>
                <a:lnTo>
                  <a:pt x="13989" y="1275314"/>
                </a:lnTo>
                <a:lnTo>
                  <a:pt x="16321" y="1275314"/>
                </a:lnTo>
                <a:lnTo>
                  <a:pt x="18653" y="1275314"/>
                </a:lnTo>
                <a:lnTo>
                  <a:pt x="20985" y="1275314"/>
                </a:lnTo>
                <a:lnTo>
                  <a:pt x="23316" y="1275314"/>
                </a:lnTo>
                <a:lnTo>
                  <a:pt x="25647" y="1275314"/>
                </a:lnTo>
                <a:lnTo>
                  <a:pt x="27979" y="1275314"/>
                </a:lnTo>
                <a:lnTo>
                  <a:pt x="30311" y="1275314"/>
                </a:lnTo>
                <a:lnTo>
                  <a:pt x="32643" y="1275314"/>
                </a:lnTo>
                <a:lnTo>
                  <a:pt x="34974" y="1275314"/>
                </a:lnTo>
                <a:lnTo>
                  <a:pt x="37306" y="1275314"/>
                </a:lnTo>
                <a:lnTo>
                  <a:pt x="39637" y="1275314"/>
                </a:lnTo>
                <a:lnTo>
                  <a:pt x="41969" y="1275314"/>
                </a:lnTo>
                <a:lnTo>
                  <a:pt x="44301" y="1275314"/>
                </a:lnTo>
                <a:lnTo>
                  <a:pt x="46632" y="1275314"/>
                </a:lnTo>
                <a:lnTo>
                  <a:pt x="48964" y="1275314"/>
                </a:lnTo>
                <a:lnTo>
                  <a:pt x="51295" y="1275314"/>
                </a:lnTo>
                <a:lnTo>
                  <a:pt x="53628" y="1275314"/>
                </a:lnTo>
                <a:lnTo>
                  <a:pt x="55959" y="1275314"/>
                </a:lnTo>
                <a:lnTo>
                  <a:pt x="58291" y="1275314"/>
                </a:lnTo>
                <a:lnTo>
                  <a:pt x="60622" y="1275314"/>
                </a:lnTo>
                <a:lnTo>
                  <a:pt x="62953" y="1275314"/>
                </a:lnTo>
                <a:lnTo>
                  <a:pt x="65286" y="1275314"/>
                </a:lnTo>
                <a:lnTo>
                  <a:pt x="67617" y="1275314"/>
                </a:lnTo>
                <a:lnTo>
                  <a:pt x="69949" y="1275314"/>
                </a:lnTo>
                <a:lnTo>
                  <a:pt x="72280" y="1275314"/>
                </a:lnTo>
                <a:lnTo>
                  <a:pt x="74613" y="1275314"/>
                </a:lnTo>
                <a:lnTo>
                  <a:pt x="76944" y="1275314"/>
                </a:lnTo>
                <a:lnTo>
                  <a:pt x="79275" y="1275314"/>
                </a:lnTo>
                <a:lnTo>
                  <a:pt x="81607" y="1275314"/>
                </a:lnTo>
                <a:lnTo>
                  <a:pt x="83938" y="1275314"/>
                </a:lnTo>
                <a:lnTo>
                  <a:pt x="86271" y="1275314"/>
                </a:lnTo>
                <a:lnTo>
                  <a:pt x="88602" y="1275314"/>
                </a:lnTo>
                <a:lnTo>
                  <a:pt x="90934" y="1275314"/>
                </a:lnTo>
                <a:lnTo>
                  <a:pt x="93265" y="1275314"/>
                </a:lnTo>
                <a:lnTo>
                  <a:pt x="95596" y="1275314"/>
                </a:lnTo>
                <a:lnTo>
                  <a:pt x="97929" y="1275314"/>
                </a:lnTo>
                <a:lnTo>
                  <a:pt x="100260" y="1275314"/>
                </a:lnTo>
                <a:lnTo>
                  <a:pt x="102592" y="1275314"/>
                </a:lnTo>
                <a:lnTo>
                  <a:pt x="104923" y="1275314"/>
                </a:lnTo>
                <a:lnTo>
                  <a:pt x="107256" y="1275314"/>
                </a:lnTo>
                <a:lnTo>
                  <a:pt x="109587" y="1275314"/>
                </a:lnTo>
                <a:lnTo>
                  <a:pt x="111919" y="1275314"/>
                </a:lnTo>
                <a:lnTo>
                  <a:pt x="114250" y="1275314"/>
                </a:lnTo>
                <a:lnTo>
                  <a:pt x="116581" y="1275314"/>
                </a:lnTo>
                <a:lnTo>
                  <a:pt x="118914" y="1275314"/>
                </a:lnTo>
                <a:lnTo>
                  <a:pt x="121245" y="1275314"/>
                </a:lnTo>
                <a:lnTo>
                  <a:pt x="123577" y="1275314"/>
                </a:lnTo>
                <a:lnTo>
                  <a:pt x="125908" y="1275314"/>
                </a:lnTo>
                <a:lnTo>
                  <a:pt x="128241" y="1275314"/>
                </a:lnTo>
                <a:lnTo>
                  <a:pt x="130572" y="1275314"/>
                </a:lnTo>
                <a:lnTo>
                  <a:pt x="132903" y="1275314"/>
                </a:lnTo>
                <a:lnTo>
                  <a:pt x="135235" y="1275314"/>
                </a:lnTo>
                <a:lnTo>
                  <a:pt x="137566" y="1275314"/>
                </a:lnTo>
                <a:lnTo>
                  <a:pt x="139899" y="1275314"/>
                </a:lnTo>
                <a:lnTo>
                  <a:pt x="142230" y="1275314"/>
                </a:lnTo>
                <a:lnTo>
                  <a:pt x="144562" y="1275314"/>
                </a:lnTo>
                <a:lnTo>
                  <a:pt x="146893" y="1275314"/>
                </a:lnTo>
                <a:lnTo>
                  <a:pt x="149225" y="1275314"/>
                </a:lnTo>
                <a:lnTo>
                  <a:pt x="151557" y="1275314"/>
                </a:lnTo>
                <a:lnTo>
                  <a:pt x="153888" y="1275314"/>
                </a:lnTo>
                <a:lnTo>
                  <a:pt x="156220" y="1275314"/>
                </a:lnTo>
                <a:lnTo>
                  <a:pt x="158551" y="1275314"/>
                </a:lnTo>
                <a:lnTo>
                  <a:pt x="160883" y="1275314"/>
                </a:lnTo>
                <a:lnTo>
                  <a:pt x="163215" y="1275314"/>
                </a:lnTo>
                <a:lnTo>
                  <a:pt x="165547" y="1275314"/>
                </a:lnTo>
                <a:lnTo>
                  <a:pt x="167878" y="1275314"/>
                </a:lnTo>
                <a:lnTo>
                  <a:pt x="170209" y="1275314"/>
                </a:lnTo>
                <a:lnTo>
                  <a:pt x="172541" y="1275314"/>
                </a:lnTo>
                <a:lnTo>
                  <a:pt x="174873" y="1275314"/>
                </a:lnTo>
                <a:lnTo>
                  <a:pt x="177205" y="1275314"/>
                </a:lnTo>
                <a:lnTo>
                  <a:pt x="179536" y="1275314"/>
                </a:lnTo>
                <a:lnTo>
                  <a:pt x="181868" y="1275314"/>
                </a:lnTo>
                <a:lnTo>
                  <a:pt x="184199" y="1275314"/>
                </a:lnTo>
                <a:lnTo>
                  <a:pt x="186531" y="1275314"/>
                </a:lnTo>
                <a:lnTo>
                  <a:pt x="188863" y="1275314"/>
                </a:lnTo>
                <a:lnTo>
                  <a:pt x="191194" y="1275314"/>
                </a:lnTo>
                <a:lnTo>
                  <a:pt x="193526" y="1275314"/>
                </a:lnTo>
                <a:lnTo>
                  <a:pt x="195857" y="1275314"/>
                </a:lnTo>
                <a:lnTo>
                  <a:pt x="198190" y="1275314"/>
                </a:lnTo>
                <a:lnTo>
                  <a:pt x="200521" y="1275314"/>
                </a:lnTo>
                <a:lnTo>
                  <a:pt x="202853" y="1275314"/>
                </a:lnTo>
                <a:lnTo>
                  <a:pt x="205184" y="1275314"/>
                </a:lnTo>
                <a:lnTo>
                  <a:pt x="207515" y="1275314"/>
                </a:lnTo>
                <a:lnTo>
                  <a:pt x="209848" y="1275314"/>
                </a:lnTo>
                <a:lnTo>
                  <a:pt x="212179" y="1275314"/>
                </a:lnTo>
                <a:lnTo>
                  <a:pt x="214511" y="1275314"/>
                </a:lnTo>
                <a:lnTo>
                  <a:pt x="216842" y="1275314"/>
                </a:lnTo>
                <a:lnTo>
                  <a:pt x="219175" y="1275314"/>
                </a:lnTo>
                <a:lnTo>
                  <a:pt x="221506" y="1275314"/>
                </a:lnTo>
                <a:lnTo>
                  <a:pt x="223837" y="1275314"/>
                </a:lnTo>
                <a:lnTo>
                  <a:pt x="226169" y="1275314"/>
                </a:lnTo>
                <a:lnTo>
                  <a:pt x="228500" y="1275314"/>
                </a:lnTo>
                <a:lnTo>
                  <a:pt x="230833" y="1275314"/>
                </a:lnTo>
                <a:lnTo>
                  <a:pt x="233164" y="1275314"/>
                </a:lnTo>
                <a:lnTo>
                  <a:pt x="235496" y="1275314"/>
                </a:lnTo>
                <a:lnTo>
                  <a:pt x="237827" y="1275314"/>
                </a:lnTo>
                <a:lnTo>
                  <a:pt x="240158" y="1275314"/>
                </a:lnTo>
                <a:lnTo>
                  <a:pt x="242491" y="1275314"/>
                </a:lnTo>
                <a:lnTo>
                  <a:pt x="244822" y="1275314"/>
                </a:lnTo>
                <a:lnTo>
                  <a:pt x="247154" y="1275314"/>
                </a:lnTo>
                <a:lnTo>
                  <a:pt x="249485" y="1275314"/>
                </a:lnTo>
                <a:lnTo>
                  <a:pt x="251818" y="1275314"/>
                </a:lnTo>
                <a:lnTo>
                  <a:pt x="254149" y="1275314"/>
                </a:lnTo>
                <a:lnTo>
                  <a:pt x="256481" y="1275314"/>
                </a:lnTo>
                <a:lnTo>
                  <a:pt x="258812" y="1275314"/>
                </a:lnTo>
                <a:lnTo>
                  <a:pt x="261143" y="1275314"/>
                </a:lnTo>
                <a:lnTo>
                  <a:pt x="263476" y="1275314"/>
                </a:lnTo>
                <a:lnTo>
                  <a:pt x="265807" y="1275314"/>
                </a:lnTo>
                <a:lnTo>
                  <a:pt x="268139" y="1275314"/>
                </a:lnTo>
                <a:lnTo>
                  <a:pt x="270470" y="1275314"/>
                </a:lnTo>
                <a:lnTo>
                  <a:pt x="272803" y="1275314"/>
                </a:lnTo>
                <a:lnTo>
                  <a:pt x="275134" y="1275314"/>
                </a:lnTo>
                <a:lnTo>
                  <a:pt x="277465" y="1275314"/>
                </a:lnTo>
                <a:lnTo>
                  <a:pt x="279797" y="1275314"/>
                </a:lnTo>
                <a:lnTo>
                  <a:pt x="282128" y="1275314"/>
                </a:lnTo>
                <a:lnTo>
                  <a:pt x="284461" y="1275314"/>
                </a:lnTo>
                <a:lnTo>
                  <a:pt x="286792" y="1275314"/>
                </a:lnTo>
                <a:lnTo>
                  <a:pt x="289124" y="1275314"/>
                </a:lnTo>
                <a:lnTo>
                  <a:pt x="291455" y="1275314"/>
                </a:lnTo>
                <a:lnTo>
                  <a:pt x="293787" y="1275314"/>
                </a:lnTo>
                <a:lnTo>
                  <a:pt x="296119" y="1275314"/>
                </a:lnTo>
                <a:lnTo>
                  <a:pt x="298450" y="1275314"/>
                </a:lnTo>
                <a:lnTo>
                  <a:pt x="300782" y="1275314"/>
                </a:lnTo>
                <a:lnTo>
                  <a:pt x="303113" y="1275314"/>
                </a:lnTo>
                <a:lnTo>
                  <a:pt x="305445" y="1275314"/>
                </a:lnTo>
                <a:lnTo>
                  <a:pt x="307777" y="1275314"/>
                </a:lnTo>
                <a:lnTo>
                  <a:pt x="310109" y="1275314"/>
                </a:lnTo>
                <a:lnTo>
                  <a:pt x="312440" y="1275314"/>
                </a:lnTo>
                <a:lnTo>
                  <a:pt x="314771" y="1275314"/>
                </a:lnTo>
                <a:lnTo>
                  <a:pt x="317103" y="1275314"/>
                </a:lnTo>
                <a:lnTo>
                  <a:pt x="319435" y="1275314"/>
                </a:lnTo>
                <a:lnTo>
                  <a:pt x="321767" y="1275314"/>
                </a:lnTo>
                <a:lnTo>
                  <a:pt x="324098" y="1275314"/>
                </a:lnTo>
                <a:lnTo>
                  <a:pt x="326430" y="1275314"/>
                </a:lnTo>
                <a:lnTo>
                  <a:pt x="328761" y="1275314"/>
                </a:lnTo>
                <a:lnTo>
                  <a:pt x="331092" y="1275314"/>
                </a:lnTo>
                <a:lnTo>
                  <a:pt x="333425" y="1275314"/>
                </a:lnTo>
                <a:lnTo>
                  <a:pt x="335756" y="1275314"/>
                </a:lnTo>
                <a:lnTo>
                  <a:pt x="338088" y="1275314"/>
                </a:lnTo>
                <a:lnTo>
                  <a:pt x="340419" y="1275301"/>
                </a:lnTo>
                <a:lnTo>
                  <a:pt x="342752" y="1275301"/>
                </a:lnTo>
                <a:lnTo>
                  <a:pt x="345083" y="1275301"/>
                </a:lnTo>
                <a:lnTo>
                  <a:pt x="347415" y="1275301"/>
                </a:lnTo>
                <a:lnTo>
                  <a:pt x="349746" y="1275301"/>
                </a:lnTo>
                <a:lnTo>
                  <a:pt x="352077" y="1275301"/>
                </a:lnTo>
                <a:lnTo>
                  <a:pt x="354410" y="1275301"/>
                </a:lnTo>
                <a:lnTo>
                  <a:pt x="356741" y="1275301"/>
                </a:lnTo>
                <a:lnTo>
                  <a:pt x="359073" y="1275301"/>
                </a:lnTo>
                <a:lnTo>
                  <a:pt x="361404" y="1275301"/>
                </a:lnTo>
                <a:lnTo>
                  <a:pt x="363737" y="1275301"/>
                </a:lnTo>
                <a:lnTo>
                  <a:pt x="366068" y="1275301"/>
                </a:lnTo>
                <a:lnTo>
                  <a:pt x="368399" y="1275301"/>
                </a:lnTo>
                <a:lnTo>
                  <a:pt x="370731" y="1275301"/>
                </a:lnTo>
                <a:lnTo>
                  <a:pt x="373062" y="1275301"/>
                </a:lnTo>
                <a:lnTo>
                  <a:pt x="375395" y="1275301"/>
                </a:lnTo>
                <a:lnTo>
                  <a:pt x="377726" y="1275301"/>
                </a:lnTo>
                <a:lnTo>
                  <a:pt x="380058" y="1275289"/>
                </a:lnTo>
                <a:lnTo>
                  <a:pt x="382389" y="1275289"/>
                </a:lnTo>
                <a:lnTo>
                  <a:pt x="384720" y="1275289"/>
                </a:lnTo>
                <a:lnTo>
                  <a:pt x="387053" y="1275289"/>
                </a:lnTo>
                <a:lnTo>
                  <a:pt x="389384" y="1275289"/>
                </a:lnTo>
                <a:lnTo>
                  <a:pt x="391716" y="1275289"/>
                </a:lnTo>
                <a:lnTo>
                  <a:pt x="394047" y="1275289"/>
                </a:lnTo>
                <a:lnTo>
                  <a:pt x="396380" y="1275289"/>
                </a:lnTo>
                <a:lnTo>
                  <a:pt x="398711" y="1275289"/>
                </a:lnTo>
                <a:lnTo>
                  <a:pt x="401043" y="1275289"/>
                </a:lnTo>
                <a:lnTo>
                  <a:pt x="403374" y="1275277"/>
                </a:lnTo>
                <a:lnTo>
                  <a:pt x="405705" y="1275277"/>
                </a:lnTo>
                <a:lnTo>
                  <a:pt x="408038" y="1275277"/>
                </a:lnTo>
                <a:lnTo>
                  <a:pt x="410369" y="1275277"/>
                </a:lnTo>
                <a:lnTo>
                  <a:pt x="412701" y="1275277"/>
                </a:lnTo>
                <a:lnTo>
                  <a:pt x="415032" y="1275277"/>
                </a:lnTo>
                <a:lnTo>
                  <a:pt x="417364" y="1275265"/>
                </a:lnTo>
                <a:lnTo>
                  <a:pt x="419696" y="1275265"/>
                </a:lnTo>
                <a:lnTo>
                  <a:pt x="422027" y="1275265"/>
                </a:lnTo>
                <a:lnTo>
                  <a:pt x="424359" y="1275265"/>
                </a:lnTo>
                <a:lnTo>
                  <a:pt x="426690" y="1275265"/>
                </a:lnTo>
                <a:lnTo>
                  <a:pt x="429022" y="1275265"/>
                </a:lnTo>
                <a:lnTo>
                  <a:pt x="431354" y="1275252"/>
                </a:lnTo>
                <a:lnTo>
                  <a:pt x="433686" y="1275252"/>
                </a:lnTo>
                <a:lnTo>
                  <a:pt x="436017" y="1275252"/>
                </a:lnTo>
                <a:lnTo>
                  <a:pt x="438349" y="1275252"/>
                </a:lnTo>
                <a:lnTo>
                  <a:pt x="440680" y="1275240"/>
                </a:lnTo>
                <a:lnTo>
                  <a:pt x="443012" y="1275240"/>
                </a:lnTo>
                <a:lnTo>
                  <a:pt x="445344" y="1275240"/>
                </a:lnTo>
                <a:lnTo>
                  <a:pt x="447675" y="1275228"/>
                </a:lnTo>
                <a:lnTo>
                  <a:pt x="450007" y="1275228"/>
                </a:lnTo>
                <a:lnTo>
                  <a:pt x="452339" y="1275228"/>
                </a:lnTo>
                <a:lnTo>
                  <a:pt x="454671" y="1275228"/>
                </a:lnTo>
                <a:lnTo>
                  <a:pt x="457002" y="1275215"/>
                </a:lnTo>
                <a:lnTo>
                  <a:pt x="459333" y="1275215"/>
                </a:lnTo>
                <a:lnTo>
                  <a:pt x="461665" y="1275203"/>
                </a:lnTo>
                <a:lnTo>
                  <a:pt x="463997" y="1275203"/>
                </a:lnTo>
                <a:lnTo>
                  <a:pt x="466329" y="1275203"/>
                </a:lnTo>
                <a:lnTo>
                  <a:pt x="468660" y="1275191"/>
                </a:lnTo>
                <a:lnTo>
                  <a:pt x="470992" y="1275191"/>
                </a:lnTo>
                <a:lnTo>
                  <a:pt x="473323" y="1275178"/>
                </a:lnTo>
                <a:lnTo>
                  <a:pt x="475654" y="1275178"/>
                </a:lnTo>
                <a:lnTo>
                  <a:pt x="477987" y="1275166"/>
                </a:lnTo>
                <a:lnTo>
                  <a:pt x="480318" y="1275166"/>
                </a:lnTo>
                <a:lnTo>
                  <a:pt x="482650" y="1275154"/>
                </a:lnTo>
                <a:lnTo>
                  <a:pt x="484981" y="1275154"/>
                </a:lnTo>
                <a:lnTo>
                  <a:pt x="487314" y="1275142"/>
                </a:lnTo>
                <a:lnTo>
                  <a:pt x="489645" y="1275142"/>
                </a:lnTo>
                <a:lnTo>
                  <a:pt x="491977" y="1275129"/>
                </a:lnTo>
                <a:lnTo>
                  <a:pt x="494308" y="1275117"/>
                </a:lnTo>
                <a:lnTo>
                  <a:pt x="496639" y="1275117"/>
                </a:lnTo>
                <a:lnTo>
                  <a:pt x="498972" y="1275105"/>
                </a:lnTo>
                <a:lnTo>
                  <a:pt x="501303" y="1275092"/>
                </a:lnTo>
                <a:lnTo>
                  <a:pt x="503635" y="1275080"/>
                </a:lnTo>
                <a:lnTo>
                  <a:pt x="505966" y="1275080"/>
                </a:lnTo>
                <a:lnTo>
                  <a:pt x="508299" y="1275068"/>
                </a:lnTo>
                <a:lnTo>
                  <a:pt x="510630" y="1275055"/>
                </a:lnTo>
                <a:lnTo>
                  <a:pt x="512961" y="1275043"/>
                </a:lnTo>
                <a:lnTo>
                  <a:pt x="515293" y="1275031"/>
                </a:lnTo>
                <a:lnTo>
                  <a:pt x="517624" y="1275018"/>
                </a:lnTo>
                <a:lnTo>
                  <a:pt x="519957" y="1275006"/>
                </a:lnTo>
                <a:lnTo>
                  <a:pt x="522288" y="1274994"/>
                </a:lnTo>
                <a:lnTo>
                  <a:pt x="524620" y="1274982"/>
                </a:lnTo>
                <a:lnTo>
                  <a:pt x="526951" y="1274969"/>
                </a:lnTo>
                <a:lnTo>
                  <a:pt x="529282" y="1274957"/>
                </a:lnTo>
                <a:lnTo>
                  <a:pt x="531615" y="1274932"/>
                </a:lnTo>
                <a:lnTo>
                  <a:pt x="533946" y="1274920"/>
                </a:lnTo>
                <a:lnTo>
                  <a:pt x="536278" y="1274908"/>
                </a:lnTo>
                <a:lnTo>
                  <a:pt x="538609" y="1274883"/>
                </a:lnTo>
                <a:lnTo>
                  <a:pt x="540942" y="1274871"/>
                </a:lnTo>
                <a:lnTo>
                  <a:pt x="543273" y="1274846"/>
                </a:lnTo>
                <a:lnTo>
                  <a:pt x="545605" y="1274834"/>
                </a:lnTo>
                <a:lnTo>
                  <a:pt x="547936" y="1274809"/>
                </a:lnTo>
                <a:lnTo>
                  <a:pt x="550267" y="1274797"/>
                </a:lnTo>
                <a:lnTo>
                  <a:pt x="552600" y="1274772"/>
                </a:lnTo>
                <a:lnTo>
                  <a:pt x="554931" y="1274748"/>
                </a:lnTo>
                <a:lnTo>
                  <a:pt x="557263" y="1274723"/>
                </a:lnTo>
                <a:lnTo>
                  <a:pt x="559594" y="1274699"/>
                </a:lnTo>
                <a:lnTo>
                  <a:pt x="561926" y="1274686"/>
                </a:lnTo>
                <a:lnTo>
                  <a:pt x="564258" y="1274649"/>
                </a:lnTo>
                <a:lnTo>
                  <a:pt x="566589" y="1274625"/>
                </a:lnTo>
                <a:lnTo>
                  <a:pt x="568921" y="1274600"/>
                </a:lnTo>
                <a:lnTo>
                  <a:pt x="571252" y="1274576"/>
                </a:lnTo>
                <a:lnTo>
                  <a:pt x="573584" y="1274539"/>
                </a:lnTo>
                <a:lnTo>
                  <a:pt x="575916" y="1274514"/>
                </a:lnTo>
                <a:lnTo>
                  <a:pt x="578248" y="1274477"/>
                </a:lnTo>
                <a:lnTo>
                  <a:pt x="580579" y="1274453"/>
                </a:lnTo>
                <a:lnTo>
                  <a:pt x="582911" y="1274416"/>
                </a:lnTo>
                <a:lnTo>
                  <a:pt x="585242" y="1274379"/>
                </a:lnTo>
                <a:lnTo>
                  <a:pt x="587574" y="1274342"/>
                </a:lnTo>
                <a:lnTo>
                  <a:pt x="589906" y="1274305"/>
                </a:lnTo>
                <a:lnTo>
                  <a:pt x="592237" y="1274268"/>
                </a:lnTo>
                <a:lnTo>
                  <a:pt x="594569" y="1274231"/>
                </a:lnTo>
                <a:lnTo>
                  <a:pt x="596900" y="1274194"/>
                </a:lnTo>
                <a:lnTo>
                  <a:pt x="599233" y="1274145"/>
                </a:lnTo>
                <a:lnTo>
                  <a:pt x="601564" y="1274096"/>
                </a:lnTo>
                <a:lnTo>
                  <a:pt x="603895" y="1274059"/>
                </a:lnTo>
                <a:lnTo>
                  <a:pt x="606227" y="1274010"/>
                </a:lnTo>
                <a:lnTo>
                  <a:pt x="608558" y="1273961"/>
                </a:lnTo>
                <a:lnTo>
                  <a:pt x="610891" y="1273911"/>
                </a:lnTo>
                <a:lnTo>
                  <a:pt x="613222" y="1273850"/>
                </a:lnTo>
                <a:lnTo>
                  <a:pt x="615554" y="1273801"/>
                </a:lnTo>
                <a:lnTo>
                  <a:pt x="617885" y="1273739"/>
                </a:lnTo>
                <a:lnTo>
                  <a:pt x="620216" y="1273690"/>
                </a:lnTo>
                <a:lnTo>
                  <a:pt x="622549" y="1273628"/>
                </a:lnTo>
                <a:lnTo>
                  <a:pt x="624880" y="1273567"/>
                </a:lnTo>
                <a:lnTo>
                  <a:pt x="627212" y="1273493"/>
                </a:lnTo>
                <a:lnTo>
                  <a:pt x="629543" y="1273432"/>
                </a:lnTo>
                <a:lnTo>
                  <a:pt x="631876" y="1273358"/>
                </a:lnTo>
                <a:lnTo>
                  <a:pt x="634207" y="1273296"/>
                </a:lnTo>
                <a:lnTo>
                  <a:pt x="636539" y="1273222"/>
                </a:lnTo>
                <a:lnTo>
                  <a:pt x="638870" y="1273136"/>
                </a:lnTo>
                <a:lnTo>
                  <a:pt x="641201" y="1273063"/>
                </a:lnTo>
                <a:lnTo>
                  <a:pt x="643534" y="1272977"/>
                </a:lnTo>
                <a:lnTo>
                  <a:pt x="645865" y="1272903"/>
                </a:lnTo>
                <a:lnTo>
                  <a:pt x="648197" y="1272817"/>
                </a:lnTo>
                <a:lnTo>
                  <a:pt x="650528" y="1272718"/>
                </a:lnTo>
                <a:lnTo>
                  <a:pt x="652861" y="1272632"/>
                </a:lnTo>
                <a:lnTo>
                  <a:pt x="655192" y="1272534"/>
                </a:lnTo>
                <a:lnTo>
                  <a:pt x="657523" y="1272435"/>
                </a:lnTo>
                <a:lnTo>
                  <a:pt x="659855" y="1272337"/>
                </a:lnTo>
                <a:lnTo>
                  <a:pt x="662186" y="1272226"/>
                </a:lnTo>
                <a:lnTo>
                  <a:pt x="664519" y="1272115"/>
                </a:lnTo>
                <a:lnTo>
                  <a:pt x="666850" y="1272005"/>
                </a:lnTo>
                <a:lnTo>
                  <a:pt x="669182" y="1271894"/>
                </a:lnTo>
                <a:lnTo>
                  <a:pt x="671513" y="1271771"/>
                </a:lnTo>
                <a:lnTo>
                  <a:pt x="673845" y="1271648"/>
                </a:lnTo>
                <a:lnTo>
                  <a:pt x="676177" y="1271525"/>
                </a:lnTo>
                <a:lnTo>
                  <a:pt x="678508" y="1271390"/>
                </a:lnTo>
                <a:lnTo>
                  <a:pt x="680840" y="1271254"/>
                </a:lnTo>
                <a:lnTo>
                  <a:pt x="683171" y="1271119"/>
                </a:lnTo>
                <a:lnTo>
                  <a:pt x="685504" y="1270971"/>
                </a:lnTo>
                <a:lnTo>
                  <a:pt x="687835" y="1270824"/>
                </a:lnTo>
                <a:lnTo>
                  <a:pt x="690167" y="1270676"/>
                </a:lnTo>
                <a:lnTo>
                  <a:pt x="692498" y="1270516"/>
                </a:lnTo>
                <a:lnTo>
                  <a:pt x="694829" y="1270356"/>
                </a:lnTo>
                <a:lnTo>
                  <a:pt x="697162" y="1270184"/>
                </a:lnTo>
                <a:lnTo>
                  <a:pt x="699493" y="1270012"/>
                </a:lnTo>
                <a:lnTo>
                  <a:pt x="701825" y="1269840"/>
                </a:lnTo>
                <a:lnTo>
                  <a:pt x="704156" y="1269655"/>
                </a:lnTo>
                <a:lnTo>
                  <a:pt x="706488" y="1269458"/>
                </a:lnTo>
                <a:lnTo>
                  <a:pt x="708820" y="1269274"/>
                </a:lnTo>
                <a:lnTo>
                  <a:pt x="711151" y="1269065"/>
                </a:lnTo>
                <a:lnTo>
                  <a:pt x="713483" y="1268868"/>
                </a:lnTo>
                <a:lnTo>
                  <a:pt x="715814" y="1268646"/>
                </a:lnTo>
                <a:lnTo>
                  <a:pt x="718146" y="1268437"/>
                </a:lnTo>
                <a:lnTo>
                  <a:pt x="720478" y="1268204"/>
                </a:lnTo>
                <a:lnTo>
                  <a:pt x="722810" y="1267970"/>
                </a:lnTo>
                <a:lnTo>
                  <a:pt x="725141" y="1267736"/>
                </a:lnTo>
                <a:lnTo>
                  <a:pt x="727473" y="1267490"/>
                </a:lnTo>
                <a:lnTo>
                  <a:pt x="729804" y="1267244"/>
                </a:lnTo>
                <a:lnTo>
                  <a:pt x="732136" y="1266986"/>
                </a:lnTo>
                <a:lnTo>
                  <a:pt x="734468" y="1266715"/>
                </a:lnTo>
                <a:lnTo>
                  <a:pt x="736803" y="1266432"/>
                </a:lnTo>
                <a:lnTo>
                  <a:pt x="739128" y="1266149"/>
                </a:lnTo>
                <a:lnTo>
                  <a:pt x="741465" y="1265866"/>
                </a:lnTo>
                <a:lnTo>
                  <a:pt x="743790" y="1265571"/>
                </a:lnTo>
                <a:lnTo>
                  <a:pt x="746127" y="1265251"/>
                </a:lnTo>
                <a:lnTo>
                  <a:pt x="748452" y="1264944"/>
                </a:lnTo>
                <a:lnTo>
                  <a:pt x="750789" y="1264612"/>
                </a:lnTo>
                <a:lnTo>
                  <a:pt x="753127" y="1264279"/>
                </a:lnTo>
                <a:lnTo>
                  <a:pt x="755452" y="1263935"/>
                </a:lnTo>
                <a:lnTo>
                  <a:pt x="757789" y="1263591"/>
                </a:lnTo>
                <a:lnTo>
                  <a:pt x="760114" y="1263221"/>
                </a:lnTo>
                <a:lnTo>
                  <a:pt x="762451" y="1262853"/>
                </a:lnTo>
                <a:lnTo>
                  <a:pt x="764776" y="1262471"/>
                </a:lnTo>
                <a:lnTo>
                  <a:pt x="767113" y="1262078"/>
                </a:lnTo>
                <a:lnTo>
                  <a:pt x="769438" y="1261671"/>
                </a:lnTo>
                <a:lnTo>
                  <a:pt x="771776" y="1261253"/>
                </a:lnTo>
                <a:lnTo>
                  <a:pt x="774100" y="1260823"/>
                </a:lnTo>
                <a:lnTo>
                  <a:pt x="776438" y="1260392"/>
                </a:lnTo>
                <a:lnTo>
                  <a:pt x="778775" y="1259937"/>
                </a:lnTo>
                <a:lnTo>
                  <a:pt x="781100" y="1259482"/>
                </a:lnTo>
                <a:lnTo>
                  <a:pt x="783437" y="1259002"/>
                </a:lnTo>
                <a:lnTo>
                  <a:pt x="785762" y="1258522"/>
                </a:lnTo>
                <a:lnTo>
                  <a:pt x="788099" y="1258018"/>
                </a:lnTo>
                <a:lnTo>
                  <a:pt x="790424" y="1257501"/>
                </a:lnTo>
                <a:lnTo>
                  <a:pt x="792762" y="1256985"/>
                </a:lnTo>
                <a:lnTo>
                  <a:pt x="795087" y="1256443"/>
                </a:lnTo>
                <a:lnTo>
                  <a:pt x="797424" y="1255890"/>
                </a:lnTo>
                <a:lnTo>
                  <a:pt x="799749" y="1255324"/>
                </a:lnTo>
                <a:lnTo>
                  <a:pt x="802086" y="1254746"/>
                </a:lnTo>
                <a:lnTo>
                  <a:pt x="804411" y="1254143"/>
                </a:lnTo>
                <a:lnTo>
                  <a:pt x="806748" y="1253528"/>
                </a:lnTo>
                <a:lnTo>
                  <a:pt x="809086" y="1252901"/>
                </a:lnTo>
                <a:lnTo>
                  <a:pt x="811410" y="1252261"/>
                </a:lnTo>
                <a:lnTo>
                  <a:pt x="813748" y="1251609"/>
                </a:lnTo>
                <a:lnTo>
                  <a:pt x="816073" y="1250932"/>
                </a:lnTo>
                <a:lnTo>
                  <a:pt x="818410" y="1250231"/>
                </a:lnTo>
                <a:lnTo>
                  <a:pt x="820735" y="1249530"/>
                </a:lnTo>
                <a:lnTo>
                  <a:pt x="823072" y="1248804"/>
                </a:lnTo>
                <a:lnTo>
                  <a:pt x="825397" y="1248054"/>
                </a:lnTo>
                <a:lnTo>
                  <a:pt x="827734" y="1247291"/>
                </a:lnTo>
                <a:lnTo>
                  <a:pt x="830059" y="1246516"/>
                </a:lnTo>
                <a:lnTo>
                  <a:pt x="832397" y="1245717"/>
                </a:lnTo>
                <a:lnTo>
                  <a:pt x="834734" y="1244892"/>
                </a:lnTo>
                <a:lnTo>
                  <a:pt x="837059" y="1244056"/>
                </a:lnTo>
                <a:lnTo>
                  <a:pt x="839396" y="1243195"/>
                </a:lnTo>
                <a:lnTo>
                  <a:pt x="841721" y="1242321"/>
                </a:lnTo>
                <a:lnTo>
                  <a:pt x="844058" y="1241423"/>
                </a:lnTo>
                <a:lnTo>
                  <a:pt x="846383" y="1240501"/>
                </a:lnTo>
                <a:lnTo>
                  <a:pt x="848720" y="1239554"/>
                </a:lnTo>
                <a:lnTo>
                  <a:pt x="851045" y="1238594"/>
                </a:lnTo>
                <a:lnTo>
                  <a:pt x="853383" y="1237610"/>
                </a:lnTo>
                <a:lnTo>
                  <a:pt x="855708" y="1236601"/>
                </a:lnTo>
                <a:lnTo>
                  <a:pt x="858045" y="1235568"/>
                </a:lnTo>
                <a:lnTo>
                  <a:pt x="860382" y="1234510"/>
                </a:lnTo>
                <a:lnTo>
                  <a:pt x="862707" y="1233440"/>
                </a:lnTo>
                <a:lnTo>
                  <a:pt x="865044" y="1232333"/>
                </a:lnTo>
                <a:lnTo>
                  <a:pt x="867369" y="1231201"/>
                </a:lnTo>
                <a:lnTo>
                  <a:pt x="869707" y="1230057"/>
                </a:lnTo>
                <a:lnTo>
                  <a:pt x="872032" y="1228876"/>
                </a:lnTo>
                <a:lnTo>
                  <a:pt x="874369" y="1227670"/>
                </a:lnTo>
                <a:lnTo>
                  <a:pt x="876694" y="1226440"/>
                </a:lnTo>
                <a:lnTo>
                  <a:pt x="879031" y="1225186"/>
                </a:lnTo>
                <a:lnTo>
                  <a:pt x="881356" y="1223894"/>
                </a:lnTo>
                <a:lnTo>
                  <a:pt x="883693" y="1222590"/>
                </a:lnTo>
                <a:lnTo>
                  <a:pt x="886031" y="1221249"/>
                </a:lnTo>
                <a:lnTo>
                  <a:pt x="888355" y="1219884"/>
                </a:lnTo>
                <a:lnTo>
                  <a:pt x="890693" y="1218481"/>
                </a:lnTo>
                <a:lnTo>
                  <a:pt x="893018" y="1217054"/>
                </a:lnTo>
                <a:lnTo>
                  <a:pt x="895355" y="1215591"/>
                </a:lnTo>
                <a:lnTo>
                  <a:pt x="897680" y="1214114"/>
                </a:lnTo>
                <a:lnTo>
                  <a:pt x="900017" y="1212589"/>
                </a:lnTo>
                <a:lnTo>
                  <a:pt x="902342" y="1211039"/>
                </a:lnTo>
                <a:lnTo>
                  <a:pt x="904679" y="1209465"/>
                </a:lnTo>
                <a:lnTo>
                  <a:pt x="907004" y="1207841"/>
                </a:lnTo>
                <a:lnTo>
                  <a:pt x="909342" y="1206205"/>
                </a:lnTo>
                <a:lnTo>
                  <a:pt x="911667" y="1204519"/>
                </a:lnTo>
                <a:lnTo>
                  <a:pt x="914004" y="1202809"/>
                </a:lnTo>
                <a:lnTo>
                  <a:pt x="916341" y="1201063"/>
                </a:lnTo>
                <a:lnTo>
                  <a:pt x="918666" y="1199279"/>
                </a:lnTo>
                <a:lnTo>
                  <a:pt x="921003" y="1197458"/>
                </a:lnTo>
                <a:lnTo>
                  <a:pt x="923328" y="1195613"/>
                </a:lnTo>
                <a:lnTo>
                  <a:pt x="925666" y="1193719"/>
                </a:lnTo>
                <a:lnTo>
                  <a:pt x="927991" y="1191800"/>
                </a:lnTo>
                <a:lnTo>
                  <a:pt x="930328" y="1189831"/>
                </a:lnTo>
                <a:lnTo>
                  <a:pt x="932653" y="1187839"/>
                </a:lnTo>
                <a:lnTo>
                  <a:pt x="934990" y="1185797"/>
                </a:lnTo>
                <a:lnTo>
                  <a:pt x="937315" y="1183718"/>
                </a:lnTo>
                <a:lnTo>
                  <a:pt x="939652" y="1181614"/>
                </a:lnTo>
                <a:lnTo>
                  <a:pt x="941990" y="1179461"/>
                </a:lnTo>
                <a:lnTo>
                  <a:pt x="944315" y="1177259"/>
                </a:lnTo>
                <a:lnTo>
                  <a:pt x="946652" y="1175033"/>
                </a:lnTo>
                <a:lnTo>
                  <a:pt x="948977" y="1172757"/>
                </a:lnTo>
                <a:lnTo>
                  <a:pt x="951314" y="1170445"/>
                </a:lnTo>
                <a:lnTo>
                  <a:pt x="953639" y="1168083"/>
                </a:lnTo>
                <a:lnTo>
                  <a:pt x="955976" y="1165684"/>
                </a:lnTo>
                <a:lnTo>
                  <a:pt x="958301" y="1163248"/>
                </a:lnTo>
                <a:lnTo>
                  <a:pt x="960638" y="1160763"/>
                </a:lnTo>
                <a:lnTo>
                  <a:pt x="962963" y="1158229"/>
                </a:lnTo>
                <a:lnTo>
                  <a:pt x="965301" y="1155658"/>
                </a:lnTo>
                <a:lnTo>
                  <a:pt x="967638" y="1153050"/>
                </a:lnTo>
                <a:lnTo>
                  <a:pt x="969963" y="1150381"/>
                </a:lnTo>
                <a:lnTo>
                  <a:pt x="972300" y="1147675"/>
                </a:lnTo>
                <a:lnTo>
                  <a:pt x="974625" y="1144931"/>
                </a:lnTo>
                <a:lnTo>
                  <a:pt x="976962" y="1142127"/>
                </a:lnTo>
                <a:lnTo>
                  <a:pt x="979287" y="1139285"/>
                </a:lnTo>
                <a:lnTo>
                  <a:pt x="981625" y="1136394"/>
                </a:lnTo>
                <a:lnTo>
                  <a:pt x="983949" y="1133454"/>
                </a:lnTo>
                <a:lnTo>
                  <a:pt x="986287" y="1130477"/>
                </a:lnTo>
                <a:lnTo>
                  <a:pt x="988612" y="1127439"/>
                </a:lnTo>
                <a:lnTo>
                  <a:pt x="990949" y="1124351"/>
                </a:lnTo>
                <a:lnTo>
                  <a:pt x="993286" y="1121227"/>
                </a:lnTo>
                <a:lnTo>
                  <a:pt x="995611" y="1118041"/>
                </a:lnTo>
                <a:lnTo>
                  <a:pt x="997948" y="1114805"/>
                </a:lnTo>
                <a:lnTo>
                  <a:pt x="1000273" y="1111533"/>
                </a:lnTo>
                <a:lnTo>
                  <a:pt x="1002611" y="1108200"/>
                </a:lnTo>
                <a:lnTo>
                  <a:pt x="1004936" y="1104817"/>
                </a:lnTo>
                <a:lnTo>
                  <a:pt x="1007273" y="1101385"/>
                </a:lnTo>
                <a:lnTo>
                  <a:pt x="1009598" y="1097903"/>
                </a:lnTo>
                <a:lnTo>
                  <a:pt x="1011935" y="1094361"/>
                </a:lnTo>
                <a:lnTo>
                  <a:pt x="1014260" y="1090769"/>
                </a:lnTo>
                <a:lnTo>
                  <a:pt x="1016597" y="1087127"/>
                </a:lnTo>
                <a:lnTo>
                  <a:pt x="1018922" y="1083437"/>
                </a:lnTo>
                <a:lnTo>
                  <a:pt x="1021259" y="1079685"/>
                </a:lnTo>
                <a:lnTo>
                  <a:pt x="1023597" y="1075884"/>
                </a:lnTo>
                <a:lnTo>
                  <a:pt x="1025922" y="1072034"/>
                </a:lnTo>
                <a:lnTo>
                  <a:pt x="1028259" y="1068122"/>
                </a:lnTo>
                <a:lnTo>
                  <a:pt x="1030584" y="1064161"/>
                </a:lnTo>
                <a:lnTo>
                  <a:pt x="1032921" y="1060138"/>
                </a:lnTo>
                <a:lnTo>
                  <a:pt x="1035246" y="1056066"/>
                </a:lnTo>
                <a:lnTo>
                  <a:pt x="1037583" y="1051945"/>
                </a:lnTo>
                <a:lnTo>
                  <a:pt x="1039908" y="1047763"/>
                </a:lnTo>
                <a:lnTo>
                  <a:pt x="1042246" y="1043531"/>
                </a:lnTo>
                <a:lnTo>
                  <a:pt x="1044571" y="1039238"/>
                </a:lnTo>
                <a:lnTo>
                  <a:pt x="1046908" y="1034883"/>
                </a:lnTo>
                <a:lnTo>
                  <a:pt x="1049245" y="1030480"/>
                </a:lnTo>
                <a:lnTo>
                  <a:pt x="1051570" y="1026026"/>
                </a:lnTo>
                <a:lnTo>
                  <a:pt x="1053907" y="1021512"/>
                </a:lnTo>
                <a:lnTo>
                  <a:pt x="1056232" y="1016936"/>
                </a:lnTo>
                <a:lnTo>
                  <a:pt x="1058569" y="1012310"/>
                </a:lnTo>
                <a:lnTo>
                  <a:pt x="1060894" y="1007624"/>
                </a:lnTo>
                <a:lnTo>
                  <a:pt x="1063232" y="1002875"/>
                </a:lnTo>
                <a:lnTo>
                  <a:pt x="1065557" y="998078"/>
                </a:lnTo>
                <a:lnTo>
                  <a:pt x="1067894" y="993231"/>
                </a:lnTo>
                <a:lnTo>
                  <a:pt x="1070219" y="988323"/>
                </a:lnTo>
                <a:lnTo>
                  <a:pt x="1072556" y="983353"/>
                </a:lnTo>
                <a:lnTo>
                  <a:pt x="1074893" y="978334"/>
                </a:lnTo>
                <a:lnTo>
                  <a:pt x="1077218" y="973254"/>
                </a:lnTo>
                <a:lnTo>
                  <a:pt x="1079556" y="968112"/>
                </a:lnTo>
                <a:lnTo>
                  <a:pt x="1081881" y="962920"/>
                </a:lnTo>
                <a:lnTo>
                  <a:pt x="1084218" y="957668"/>
                </a:lnTo>
                <a:lnTo>
                  <a:pt x="1086543" y="952366"/>
                </a:lnTo>
                <a:lnTo>
                  <a:pt x="1088880" y="947003"/>
                </a:lnTo>
                <a:lnTo>
                  <a:pt x="1091205" y="941590"/>
                </a:lnTo>
                <a:lnTo>
                  <a:pt x="1093542" y="936116"/>
                </a:lnTo>
                <a:lnTo>
                  <a:pt x="1095867" y="930592"/>
                </a:lnTo>
                <a:lnTo>
                  <a:pt x="1098205" y="925008"/>
                </a:lnTo>
                <a:lnTo>
                  <a:pt x="1100542" y="919361"/>
                </a:lnTo>
                <a:lnTo>
                  <a:pt x="1102867" y="913678"/>
                </a:lnTo>
                <a:lnTo>
                  <a:pt x="1105204" y="907921"/>
                </a:lnTo>
                <a:lnTo>
                  <a:pt x="1107529" y="902127"/>
                </a:lnTo>
                <a:lnTo>
                  <a:pt x="1109866" y="896272"/>
                </a:lnTo>
                <a:lnTo>
                  <a:pt x="1112191" y="890355"/>
                </a:lnTo>
                <a:lnTo>
                  <a:pt x="1114529" y="884389"/>
                </a:lnTo>
                <a:lnTo>
                  <a:pt x="1116853" y="878373"/>
                </a:lnTo>
                <a:lnTo>
                  <a:pt x="1119191" y="872309"/>
                </a:lnTo>
                <a:lnTo>
                  <a:pt x="1121516" y="866195"/>
                </a:lnTo>
                <a:lnTo>
                  <a:pt x="1123853" y="860020"/>
                </a:lnTo>
                <a:lnTo>
                  <a:pt x="1126178" y="853793"/>
                </a:lnTo>
                <a:lnTo>
                  <a:pt x="1128515" y="847518"/>
                </a:lnTo>
                <a:lnTo>
                  <a:pt x="1130852" y="841192"/>
                </a:lnTo>
                <a:lnTo>
                  <a:pt x="1133177" y="834818"/>
                </a:lnTo>
                <a:lnTo>
                  <a:pt x="1135515" y="828394"/>
                </a:lnTo>
                <a:lnTo>
                  <a:pt x="1137840" y="821921"/>
                </a:lnTo>
                <a:lnTo>
                  <a:pt x="1140177" y="815401"/>
                </a:lnTo>
                <a:lnTo>
                  <a:pt x="1142502" y="808832"/>
                </a:lnTo>
                <a:lnTo>
                  <a:pt x="1144839" y="802218"/>
                </a:lnTo>
                <a:lnTo>
                  <a:pt x="1147164" y="795557"/>
                </a:lnTo>
                <a:lnTo>
                  <a:pt x="1149501" y="788850"/>
                </a:lnTo>
                <a:lnTo>
                  <a:pt x="1151826" y="782098"/>
                </a:lnTo>
                <a:lnTo>
                  <a:pt x="1154164" y="775302"/>
                </a:lnTo>
                <a:lnTo>
                  <a:pt x="1156501" y="768464"/>
                </a:lnTo>
                <a:lnTo>
                  <a:pt x="1158826" y="761583"/>
                </a:lnTo>
                <a:lnTo>
                  <a:pt x="1161163" y="754659"/>
                </a:lnTo>
                <a:lnTo>
                  <a:pt x="1163488" y="747694"/>
                </a:lnTo>
                <a:lnTo>
                  <a:pt x="1165825" y="740691"/>
                </a:lnTo>
                <a:lnTo>
                  <a:pt x="1168150" y="733647"/>
                </a:lnTo>
                <a:lnTo>
                  <a:pt x="1170487" y="726566"/>
                </a:lnTo>
                <a:lnTo>
                  <a:pt x="1172812" y="719447"/>
                </a:lnTo>
                <a:lnTo>
                  <a:pt x="1175150" y="712291"/>
                </a:lnTo>
                <a:lnTo>
                  <a:pt x="1177475" y="705100"/>
                </a:lnTo>
                <a:lnTo>
                  <a:pt x="1179812" y="697875"/>
                </a:lnTo>
                <a:lnTo>
                  <a:pt x="1182149" y="690616"/>
                </a:lnTo>
                <a:lnTo>
                  <a:pt x="1184474" y="683324"/>
                </a:lnTo>
                <a:lnTo>
                  <a:pt x="1186811" y="676001"/>
                </a:lnTo>
                <a:lnTo>
                  <a:pt x="1189136" y="668648"/>
                </a:lnTo>
                <a:lnTo>
                  <a:pt x="1191474" y="661265"/>
                </a:lnTo>
                <a:lnTo>
                  <a:pt x="1193798" y="653855"/>
                </a:lnTo>
                <a:lnTo>
                  <a:pt x="1196136" y="646416"/>
                </a:lnTo>
                <a:lnTo>
                  <a:pt x="1198461" y="638953"/>
                </a:lnTo>
                <a:lnTo>
                  <a:pt x="1200798" y="631465"/>
                </a:lnTo>
                <a:lnTo>
                  <a:pt x="1203123" y="623953"/>
                </a:lnTo>
                <a:lnTo>
                  <a:pt x="1205460" y="616419"/>
                </a:lnTo>
                <a:lnTo>
                  <a:pt x="1207797" y="608864"/>
                </a:lnTo>
                <a:lnTo>
                  <a:pt x="1210122" y="601290"/>
                </a:lnTo>
                <a:lnTo>
                  <a:pt x="1212460" y="593696"/>
                </a:lnTo>
                <a:lnTo>
                  <a:pt x="1214785" y="586086"/>
                </a:lnTo>
                <a:lnTo>
                  <a:pt x="1217122" y="578461"/>
                </a:lnTo>
                <a:lnTo>
                  <a:pt x="1219447" y="570820"/>
                </a:lnTo>
                <a:lnTo>
                  <a:pt x="1221784" y="563167"/>
                </a:lnTo>
                <a:lnTo>
                  <a:pt x="1224109" y="555502"/>
                </a:lnTo>
                <a:lnTo>
                  <a:pt x="1226446" y="547826"/>
                </a:lnTo>
                <a:lnTo>
                  <a:pt x="1228771" y="540142"/>
                </a:lnTo>
                <a:lnTo>
                  <a:pt x="1231108" y="532450"/>
                </a:lnTo>
                <a:lnTo>
                  <a:pt x="1233446" y="524752"/>
                </a:lnTo>
                <a:lnTo>
                  <a:pt x="1235771" y="517050"/>
                </a:lnTo>
                <a:lnTo>
                  <a:pt x="1238108" y="509346"/>
                </a:lnTo>
                <a:lnTo>
                  <a:pt x="1240433" y="501639"/>
                </a:lnTo>
                <a:lnTo>
                  <a:pt x="1242770" y="493932"/>
                </a:lnTo>
                <a:lnTo>
                  <a:pt x="1245095" y="486226"/>
                </a:lnTo>
                <a:lnTo>
                  <a:pt x="1247432" y="478524"/>
                </a:lnTo>
                <a:lnTo>
                  <a:pt x="1249757" y="470828"/>
                </a:lnTo>
                <a:lnTo>
                  <a:pt x="1252095" y="463137"/>
                </a:lnTo>
                <a:lnTo>
                  <a:pt x="1254420" y="455453"/>
                </a:lnTo>
                <a:lnTo>
                  <a:pt x="1256757" y="447780"/>
                </a:lnTo>
                <a:lnTo>
                  <a:pt x="1259082" y="440117"/>
                </a:lnTo>
                <a:lnTo>
                  <a:pt x="1261419" y="432468"/>
                </a:lnTo>
                <a:lnTo>
                  <a:pt x="1263756" y="424833"/>
                </a:lnTo>
                <a:lnTo>
                  <a:pt x="1266081" y="417213"/>
                </a:lnTo>
                <a:lnTo>
                  <a:pt x="1268419" y="409611"/>
                </a:lnTo>
                <a:lnTo>
                  <a:pt x="1270744" y="402028"/>
                </a:lnTo>
                <a:lnTo>
                  <a:pt x="1273081" y="394467"/>
                </a:lnTo>
                <a:lnTo>
                  <a:pt x="1275406" y="386928"/>
                </a:lnTo>
                <a:lnTo>
                  <a:pt x="1277743" y="379415"/>
                </a:lnTo>
                <a:lnTo>
                  <a:pt x="1280068" y="371926"/>
                </a:lnTo>
                <a:lnTo>
                  <a:pt x="1282405" y="364466"/>
                </a:lnTo>
                <a:lnTo>
                  <a:pt x="1284730" y="357035"/>
                </a:lnTo>
                <a:lnTo>
                  <a:pt x="1287067" y="349636"/>
                </a:lnTo>
                <a:lnTo>
                  <a:pt x="1289405" y="342270"/>
                </a:lnTo>
                <a:lnTo>
                  <a:pt x="1291730" y="334938"/>
                </a:lnTo>
                <a:lnTo>
                  <a:pt x="1294067" y="327642"/>
                </a:lnTo>
                <a:lnTo>
                  <a:pt x="1296392" y="320385"/>
                </a:lnTo>
                <a:lnTo>
                  <a:pt x="1298729" y="313168"/>
                </a:lnTo>
                <a:lnTo>
                  <a:pt x="1301054" y="305993"/>
                </a:lnTo>
                <a:lnTo>
                  <a:pt x="1303391" y="298861"/>
                </a:lnTo>
                <a:lnTo>
                  <a:pt x="1305716" y="291774"/>
                </a:lnTo>
                <a:lnTo>
                  <a:pt x="1308054" y="284735"/>
                </a:lnTo>
                <a:lnTo>
                  <a:pt x="1310379" y="277743"/>
                </a:lnTo>
                <a:lnTo>
                  <a:pt x="1312716" y="270802"/>
                </a:lnTo>
                <a:lnTo>
                  <a:pt x="1315053" y="263914"/>
                </a:lnTo>
                <a:lnTo>
                  <a:pt x="1317378" y="257079"/>
                </a:lnTo>
                <a:lnTo>
                  <a:pt x="1319715" y="250300"/>
                </a:lnTo>
                <a:lnTo>
                  <a:pt x="1322040" y="243577"/>
                </a:lnTo>
                <a:lnTo>
                  <a:pt x="1324378" y="236915"/>
                </a:lnTo>
                <a:lnTo>
                  <a:pt x="1326702" y="230311"/>
                </a:lnTo>
                <a:lnTo>
                  <a:pt x="1329040" y="223772"/>
                </a:lnTo>
                <a:lnTo>
                  <a:pt x="1331365" y="217296"/>
                </a:lnTo>
                <a:lnTo>
                  <a:pt x="1333702" y="210886"/>
                </a:lnTo>
                <a:lnTo>
                  <a:pt x="1336027" y="204543"/>
                </a:lnTo>
                <a:lnTo>
                  <a:pt x="1338364" y="198270"/>
                </a:lnTo>
                <a:lnTo>
                  <a:pt x="1340701" y="192067"/>
                </a:lnTo>
                <a:lnTo>
                  <a:pt x="1343026" y="185936"/>
                </a:lnTo>
                <a:lnTo>
                  <a:pt x="1345364" y="179880"/>
                </a:lnTo>
                <a:lnTo>
                  <a:pt x="1347689" y="173900"/>
                </a:lnTo>
                <a:lnTo>
                  <a:pt x="1350026" y="167997"/>
                </a:lnTo>
                <a:lnTo>
                  <a:pt x="1352351" y="162173"/>
                </a:lnTo>
                <a:lnTo>
                  <a:pt x="1354688" y="156428"/>
                </a:lnTo>
                <a:lnTo>
                  <a:pt x="1357013" y="150767"/>
                </a:lnTo>
                <a:lnTo>
                  <a:pt x="1359350" y="145188"/>
                </a:lnTo>
                <a:lnTo>
                  <a:pt x="1361675" y="139694"/>
                </a:lnTo>
                <a:lnTo>
                  <a:pt x="1364012" y="134288"/>
                </a:lnTo>
                <a:lnTo>
                  <a:pt x="1366337" y="128969"/>
                </a:lnTo>
                <a:lnTo>
                  <a:pt x="1368675" y="123739"/>
                </a:lnTo>
                <a:lnTo>
                  <a:pt x="1371012" y="118602"/>
                </a:lnTo>
                <a:lnTo>
                  <a:pt x="1373337" y="113556"/>
                </a:lnTo>
                <a:lnTo>
                  <a:pt x="1375674" y="108604"/>
                </a:lnTo>
                <a:lnTo>
                  <a:pt x="1377999" y="103747"/>
                </a:lnTo>
                <a:lnTo>
                  <a:pt x="1380336" y="98987"/>
                </a:lnTo>
                <a:lnTo>
                  <a:pt x="1382661" y="94324"/>
                </a:lnTo>
                <a:lnTo>
                  <a:pt x="1384999" y="89762"/>
                </a:lnTo>
                <a:lnTo>
                  <a:pt x="1387324" y="85299"/>
                </a:lnTo>
                <a:lnTo>
                  <a:pt x="1389661" y="80938"/>
                </a:lnTo>
                <a:lnTo>
                  <a:pt x="1391986" y="76681"/>
                </a:lnTo>
                <a:lnTo>
                  <a:pt x="1394323" y="72526"/>
                </a:lnTo>
                <a:lnTo>
                  <a:pt x="1396660" y="68478"/>
                </a:lnTo>
                <a:lnTo>
                  <a:pt x="1398985" y="64537"/>
                </a:lnTo>
                <a:lnTo>
                  <a:pt x="1401322" y="60704"/>
                </a:lnTo>
                <a:lnTo>
                  <a:pt x="1403647" y="56978"/>
                </a:lnTo>
                <a:lnTo>
                  <a:pt x="1405985" y="53362"/>
                </a:lnTo>
                <a:lnTo>
                  <a:pt x="1408310" y="49859"/>
                </a:lnTo>
                <a:lnTo>
                  <a:pt x="1410647" y="46466"/>
                </a:lnTo>
                <a:lnTo>
                  <a:pt x="1412972" y="43186"/>
                </a:lnTo>
                <a:lnTo>
                  <a:pt x="1415309" y="40021"/>
                </a:lnTo>
                <a:lnTo>
                  <a:pt x="1417634" y="36971"/>
                </a:lnTo>
                <a:lnTo>
                  <a:pt x="1419971" y="34035"/>
                </a:lnTo>
                <a:lnTo>
                  <a:pt x="1422309" y="31217"/>
                </a:lnTo>
                <a:lnTo>
                  <a:pt x="1424634" y="28516"/>
                </a:lnTo>
                <a:lnTo>
                  <a:pt x="1426971" y="25933"/>
                </a:lnTo>
                <a:lnTo>
                  <a:pt x="1429296" y="23469"/>
                </a:lnTo>
                <a:lnTo>
                  <a:pt x="1431633" y="21124"/>
                </a:lnTo>
                <a:lnTo>
                  <a:pt x="1433958" y="18900"/>
                </a:lnTo>
                <a:lnTo>
                  <a:pt x="1436295" y="16798"/>
                </a:lnTo>
                <a:lnTo>
                  <a:pt x="1438620" y="14816"/>
                </a:lnTo>
                <a:lnTo>
                  <a:pt x="1440958" y="12957"/>
                </a:lnTo>
                <a:lnTo>
                  <a:pt x="1443283" y="11220"/>
                </a:lnTo>
                <a:lnTo>
                  <a:pt x="1445620" y="9607"/>
                </a:lnTo>
                <a:lnTo>
                  <a:pt x="1447957" y="8118"/>
                </a:lnTo>
                <a:lnTo>
                  <a:pt x="1450282" y="6752"/>
                </a:lnTo>
                <a:lnTo>
                  <a:pt x="1452619" y="5511"/>
                </a:lnTo>
                <a:lnTo>
                  <a:pt x="1454944" y="4395"/>
                </a:lnTo>
                <a:lnTo>
                  <a:pt x="1457282" y="3405"/>
                </a:lnTo>
                <a:lnTo>
                  <a:pt x="1459606" y="2540"/>
                </a:lnTo>
                <a:lnTo>
                  <a:pt x="1461944" y="1801"/>
                </a:lnTo>
                <a:lnTo>
                  <a:pt x="1464269" y="1188"/>
                </a:lnTo>
                <a:lnTo>
                  <a:pt x="1466606" y="701"/>
                </a:lnTo>
                <a:lnTo>
                  <a:pt x="1468931" y="341"/>
                </a:lnTo>
                <a:lnTo>
                  <a:pt x="1471268" y="107"/>
                </a:lnTo>
                <a:lnTo>
                  <a:pt x="1473593" y="0"/>
                </a:lnTo>
                <a:lnTo>
                  <a:pt x="1475930" y="18"/>
                </a:lnTo>
                <a:lnTo>
                  <a:pt x="1478268" y="165"/>
                </a:lnTo>
                <a:lnTo>
                  <a:pt x="1480593" y="437"/>
                </a:lnTo>
                <a:lnTo>
                  <a:pt x="1482930" y="837"/>
                </a:lnTo>
                <a:lnTo>
                  <a:pt x="1485255" y="1362"/>
                </a:lnTo>
                <a:lnTo>
                  <a:pt x="1487592" y="2013"/>
                </a:lnTo>
                <a:lnTo>
                  <a:pt x="1489917" y="2790"/>
                </a:lnTo>
                <a:lnTo>
                  <a:pt x="1492254" y="3693"/>
                </a:lnTo>
                <a:lnTo>
                  <a:pt x="1494579" y="4723"/>
                </a:lnTo>
                <a:lnTo>
                  <a:pt x="1496916" y="5876"/>
                </a:lnTo>
                <a:lnTo>
                  <a:pt x="1499241" y="7154"/>
                </a:lnTo>
                <a:lnTo>
                  <a:pt x="1501579" y="8558"/>
                </a:lnTo>
                <a:lnTo>
                  <a:pt x="1503916" y="10085"/>
                </a:lnTo>
                <a:lnTo>
                  <a:pt x="1506241" y="11736"/>
                </a:lnTo>
                <a:lnTo>
                  <a:pt x="1508578" y="13509"/>
                </a:lnTo>
                <a:lnTo>
                  <a:pt x="1510903" y="15406"/>
                </a:lnTo>
                <a:lnTo>
                  <a:pt x="1513240" y="17425"/>
                </a:lnTo>
                <a:lnTo>
                  <a:pt x="1515565" y="19564"/>
                </a:lnTo>
                <a:lnTo>
                  <a:pt x="1517903" y="21825"/>
                </a:lnTo>
                <a:lnTo>
                  <a:pt x="1520228" y="24207"/>
                </a:lnTo>
                <a:lnTo>
                  <a:pt x="1522565" y="26706"/>
                </a:lnTo>
                <a:lnTo>
                  <a:pt x="1524890" y="29325"/>
                </a:lnTo>
                <a:lnTo>
                  <a:pt x="1527227" y="32062"/>
                </a:lnTo>
                <a:lnTo>
                  <a:pt x="1529564" y="34916"/>
                </a:lnTo>
                <a:lnTo>
                  <a:pt x="1531889" y="37887"/>
                </a:lnTo>
                <a:lnTo>
                  <a:pt x="1534226" y="40972"/>
                </a:lnTo>
                <a:lnTo>
                  <a:pt x="1536551" y="44173"/>
                </a:lnTo>
                <a:lnTo>
                  <a:pt x="1538889" y="47487"/>
                </a:lnTo>
                <a:lnTo>
                  <a:pt x="1541214" y="50913"/>
                </a:lnTo>
                <a:lnTo>
                  <a:pt x="1543551" y="54452"/>
                </a:lnTo>
                <a:lnTo>
                  <a:pt x="1545876" y="58101"/>
                </a:lnTo>
                <a:lnTo>
                  <a:pt x="1548213" y="61859"/>
                </a:lnTo>
                <a:lnTo>
                  <a:pt x="1550538" y="65725"/>
                </a:lnTo>
                <a:lnTo>
                  <a:pt x="1552875" y="69700"/>
                </a:lnTo>
                <a:lnTo>
                  <a:pt x="1555213" y="73780"/>
                </a:lnTo>
                <a:lnTo>
                  <a:pt x="1557538" y="77966"/>
                </a:lnTo>
                <a:lnTo>
                  <a:pt x="1559875" y="82254"/>
                </a:lnTo>
                <a:lnTo>
                  <a:pt x="1562200" y="86647"/>
                </a:lnTo>
                <a:lnTo>
                  <a:pt x="1564537" y="91140"/>
                </a:lnTo>
                <a:lnTo>
                  <a:pt x="1566862" y="95734"/>
                </a:lnTo>
                <a:lnTo>
                  <a:pt x="1569199" y="100426"/>
                </a:lnTo>
                <a:lnTo>
                  <a:pt x="1571524" y="105216"/>
                </a:lnTo>
                <a:lnTo>
                  <a:pt x="1573861" y="110102"/>
                </a:lnTo>
                <a:lnTo>
                  <a:pt x="1576186" y="115082"/>
                </a:lnTo>
                <a:lnTo>
                  <a:pt x="1578524" y="120156"/>
                </a:lnTo>
                <a:lnTo>
                  <a:pt x="1580849" y="125323"/>
                </a:lnTo>
                <a:lnTo>
                  <a:pt x="1583186" y="130579"/>
                </a:lnTo>
                <a:lnTo>
                  <a:pt x="1585523" y="135925"/>
                </a:lnTo>
                <a:lnTo>
                  <a:pt x="1587848" y="141358"/>
                </a:lnTo>
                <a:lnTo>
                  <a:pt x="1590185" y="146877"/>
                </a:lnTo>
                <a:lnTo>
                  <a:pt x="1592510" y="152482"/>
                </a:lnTo>
                <a:lnTo>
                  <a:pt x="1594848" y="158169"/>
                </a:lnTo>
                <a:lnTo>
                  <a:pt x="1597173" y="163937"/>
                </a:lnTo>
                <a:lnTo>
                  <a:pt x="1599510" y="169786"/>
                </a:lnTo>
                <a:lnTo>
                  <a:pt x="1601835" y="175713"/>
                </a:lnTo>
                <a:lnTo>
                  <a:pt x="1604172" y="181716"/>
                </a:lnTo>
                <a:lnTo>
                  <a:pt x="1606497" y="187795"/>
                </a:lnTo>
                <a:lnTo>
                  <a:pt x="1608834" y="193948"/>
                </a:lnTo>
                <a:lnTo>
                  <a:pt x="1611172" y="200172"/>
                </a:lnTo>
                <a:lnTo>
                  <a:pt x="1613497" y="206467"/>
                </a:lnTo>
                <a:lnTo>
                  <a:pt x="1615834" y="212830"/>
                </a:lnTo>
                <a:lnTo>
                  <a:pt x="1618159" y="219261"/>
                </a:lnTo>
                <a:lnTo>
                  <a:pt x="1620496" y="225756"/>
                </a:lnTo>
                <a:lnTo>
                  <a:pt x="1622821" y="232315"/>
                </a:lnTo>
                <a:lnTo>
                  <a:pt x="1625158" y="238936"/>
                </a:lnTo>
                <a:lnTo>
                  <a:pt x="1627483" y="245618"/>
                </a:lnTo>
                <a:lnTo>
                  <a:pt x="1629820" y="252356"/>
                </a:lnTo>
                <a:lnTo>
                  <a:pt x="1632145" y="259153"/>
                </a:lnTo>
                <a:lnTo>
                  <a:pt x="1634483" y="266005"/>
                </a:lnTo>
                <a:lnTo>
                  <a:pt x="1636820" y="272910"/>
                </a:lnTo>
                <a:lnTo>
                  <a:pt x="1639145" y="279866"/>
                </a:lnTo>
                <a:lnTo>
                  <a:pt x="1641482" y="286873"/>
                </a:lnTo>
                <a:lnTo>
                  <a:pt x="1643807" y="293926"/>
                </a:lnTo>
                <a:lnTo>
                  <a:pt x="1646144" y="301028"/>
                </a:lnTo>
                <a:lnTo>
                  <a:pt x="1648469" y="308173"/>
                </a:lnTo>
                <a:lnTo>
                  <a:pt x="1650807" y="315362"/>
                </a:lnTo>
                <a:lnTo>
                  <a:pt x="1653132" y="322591"/>
                </a:lnTo>
                <a:lnTo>
                  <a:pt x="1655469" y="329860"/>
                </a:lnTo>
                <a:lnTo>
                  <a:pt x="1657794" y="337166"/>
                </a:lnTo>
                <a:lnTo>
                  <a:pt x="1660131" y="344509"/>
                </a:lnTo>
                <a:lnTo>
                  <a:pt x="1662468" y="351886"/>
                </a:lnTo>
                <a:lnTo>
                  <a:pt x="1664793" y="359295"/>
                </a:lnTo>
                <a:lnTo>
                  <a:pt x="1667131" y="366735"/>
                </a:lnTo>
                <a:lnTo>
                  <a:pt x="1669455" y="374203"/>
                </a:lnTo>
                <a:lnTo>
                  <a:pt x="1671793" y="381699"/>
                </a:lnTo>
                <a:lnTo>
                  <a:pt x="1674118" y="389221"/>
                </a:lnTo>
                <a:lnTo>
                  <a:pt x="1676455" y="396767"/>
                </a:lnTo>
                <a:lnTo>
                  <a:pt x="1678780" y="404335"/>
                </a:lnTo>
                <a:lnTo>
                  <a:pt x="1681117" y="411924"/>
                </a:lnTo>
                <a:lnTo>
                  <a:pt x="1683442" y="419531"/>
                </a:lnTo>
                <a:lnTo>
                  <a:pt x="1685779" y="427155"/>
                </a:lnTo>
                <a:lnTo>
                  <a:pt x="1688104" y="434796"/>
                </a:lnTo>
                <a:lnTo>
                  <a:pt x="1690442" y="442450"/>
                </a:lnTo>
                <a:lnTo>
                  <a:pt x="1692779" y="450115"/>
                </a:lnTo>
                <a:lnTo>
                  <a:pt x="1695104" y="457792"/>
                </a:lnTo>
                <a:lnTo>
                  <a:pt x="1697441" y="465478"/>
                </a:lnTo>
                <a:lnTo>
                  <a:pt x="1699766" y="473171"/>
                </a:lnTo>
                <a:lnTo>
                  <a:pt x="1702103" y="480869"/>
                </a:lnTo>
                <a:lnTo>
                  <a:pt x="1704428" y="488572"/>
                </a:lnTo>
                <a:lnTo>
                  <a:pt x="1706765" y="496278"/>
                </a:lnTo>
                <a:lnTo>
                  <a:pt x="1709090" y="503985"/>
                </a:lnTo>
                <a:lnTo>
                  <a:pt x="1711428" y="511691"/>
                </a:lnTo>
                <a:lnTo>
                  <a:pt x="1713753" y="519396"/>
                </a:lnTo>
                <a:lnTo>
                  <a:pt x="1716090" y="527096"/>
                </a:lnTo>
                <a:lnTo>
                  <a:pt x="1718427" y="534792"/>
                </a:lnTo>
                <a:lnTo>
                  <a:pt x="1720752" y="542482"/>
                </a:lnTo>
                <a:lnTo>
                  <a:pt x="1723089" y="550164"/>
                </a:lnTo>
                <a:lnTo>
                  <a:pt x="1725414" y="557836"/>
                </a:lnTo>
                <a:lnTo>
                  <a:pt x="1727752" y="565498"/>
                </a:lnTo>
                <a:lnTo>
                  <a:pt x="1730077" y="573148"/>
                </a:lnTo>
                <a:lnTo>
                  <a:pt x="1732414" y="580783"/>
                </a:lnTo>
                <a:lnTo>
                  <a:pt x="1734739" y="588405"/>
                </a:lnTo>
                <a:lnTo>
                  <a:pt x="1737076" y="596010"/>
                </a:lnTo>
                <a:lnTo>
                  <a:pt x="1739401" y="603597"/>
                </a:lnTo>
                <a:lnTo>
                  <a:pt x="1741738" y="611167"/>
                </a:lnTo>
                <a:lnTo>
                  <a:pt x="1744075" y="618715"/>
                </a:lnTo>
                <a:lnTo>
                  <a:pt x="1746400" y="626242"/>
                </a:lnTo>
                <a:lnTo>
                  <a:pt x="1748738" y="633747"/>
                </a:lnTo>
                <a:lnTo>
                  <a:pt x="1751063" y="641229"/>
                </a:lnTo>
                <a:lnTo>
                  <a:pt x="1753400" y="648683"/>
                </a:lnTo>
                <a:lnTo>
                  <a:pt x="1755725" y="656113"/>
                </a:lnTo>
                <a:lnTo>
                  <a:pt x="1758062" y="663516"/>
                </a:lnTo>
                <a:lnTo>
                  <a:pt x="1760387" y="670890"/>
                </a:lnTo>
                <a:lnTo>
                  <a:pt x="1762724" y="678234"/>
                </a:lnTo>
                <a:lnTo>
                  <a:pt x="1765049" y="685547"/>
                </a:lnTo>
                <a:lnTo>
                  <a:pt x="1767387" y="692829"/>
                </a:lnTo>
                <a:lnTo>
                  <a:pt x="1769724" y="700078"/>
                </a:lnTo>
                <a:lnTo>
                  <a:pt x="1772049" y="707293"/>
                </a:lnTo>
                <a:lnTo>
                  <a:pt x="1774386" y="714473"/>
                </a:lnTo>
                <a:lnTo>
                  <a:pt x="1776711" y="721618"/>
                </a:lnTo>
                <a:lnTo>
                  <a:pt x="1779048" y="728726"/>
                </a:lnTo>
                <a:lnTo>
                  <a:pt x="1781373" y="735795"/>
                </a:lnTo>
                <a:lnTo>
                  <a:pt x="1783711" y="742827"/>
                </a:lnTo>
                <a:lnTo>
                  <a:pt x="1786036" y="749819"/>
                </a:lnTo>
                <a:lnTo>
                  <a:pt x="1788373" y="756772"/>
                </a:lnTo>
                <a:lnTo>
                  <a:pt x="1790698" y="763681"/>
                </a:lnTo>
                <a:lnTo>
                  <a:pt x="1793035" y="770550"/>
                </a:lnTo>
                <a:lnTo>
                  <a:pt x="1795360" y="777376"/>
                </a:lnTo>
                <a:lnTo>
                  <a:pt x="1797697" y="784158"/>
                </a:lnTo>
                <a:lnTo>
                  <a:pt x="1800034" y="790896"/>
                </a:lnTo>
                <a:lnTo>
                  <a:pt x="1802359" y="797589"/>
                </a:lnTo>
                <a:lnTo>
                  <a:pt x="1804697" y="804236"/>
                </a:lnTo>
                <a:lnTo>
                  <a:pt x="1807022" y="810837"/>
                </a:lnTo>
                <a:lnTo>
                  <a:pt x="1809359" y="817390"/>
                </a:lnTo>
                <a:lnTo>
                  <a:pt x="1811684" y="823896"/>
                </a:lnTo>
                <a:lnTo>
                  <a:pt x="1814021" y="830355"/>
                </a:lnTo>
                <a:lnTo>
                  <a:pt x="1816346" y="836764"/>
                </a:lnTo>
                <a:lnTo>
                  <a:pt x="1818683" y="843124"/>
                </a:lnTo>
                <a:lnTo>
                  <a:pt x="1821008" y="849433"/>
                </a:lnTo>
                <a:lnTo>
                  <a:pt x="1823346" y="855693"/>
                </a:lnTo>
                <a:lnTo>
                  <a:pt x="1825683" y="861902"/>
                </a:lnTo>
                <a:lnTo>
                  <a:pt x="1828008" y="868052"/>
                </a:lnTo>
                <a:lnTo>
                  <a:pt x="1830345" y="874166"/>
                </a:lnTo>
                <a:lnTo>
                  <a:pt x="1832670" y="880218"/>
                </a:lnTo>
                <a:lnTo>
                  <a:pt x="1835007" y="886221"/>
                </a:lnTo>
                <a:lnTo>
                  <a:pt x="1837332" y="892163"/>
                </a:lnTo>
                <a:lnTo>
                  <a:pt x="1839669" y="898055"/>
                </a:lnTo>
                <a:lnTo>
                  <a:pt x="1841994" y="903898"/>
                </a:lnTo>
                <a:lnTo>
                  <a:pt x="1844332" y="909680"/>
                </a:lnTo>
                <a:lnTo>
                  <a:pt x="1846657" y="915413"/>
                </a:lnTo>
                <a:lnTo>
                  <a:pt x="1848994" y="921083"/>
                </a:lnTo>
                <a:lnTo>
                  <a:pt x="1851331" y="926705"/>
                </a:lnTo>
                <a:lnTo>
                  <a:pt x="1853656" y="932278"/>
                </a:lnTo>
                <a:lnTo>
                  <a:pt x="1855993" y="937789"/>
                </a:lnTo>
                <a:lnTo>
                  <a:pt x="1858318" y="943238"/>
                </a:lnTo>
                <a:lnTo>
                  <a:pt x="1860656" y="948639"/>
                </a:lnTo>
                <a:lnTo>
                  <a:pt x="1862981" y="953990"/>
                </a:lnTo>
                <a:lnTo>
                  <a:pt x="1865318" y="959279"/>
                </a:lnTo>
                <a:lnTo>
                  <a:pt x="1867643" y="964507"/>
                </a:lnTo>
                <a:lnTo>
                  <a:pt x="1869980" y="969686"/>
                </a:lnTo>
                <a:lnTo>
                  <a:pt x="1872305" y="974804"/>
                </a:lnTo>
                <a:lnTo>
                  <a:pt x="1874642" y="979859"/>
                </a:lnTo>
                <a:lnTo>
                  <a:pt x="1876979" y="984866"/>
                </a:lnTo>
                <a:lnTo>
                  <a:pt x="1879304" y="989824"/>
                </a:lnTo>
                <a:lnTo>
                  <a:pt x="1881642" y="994707"/>
                </a:lnTo>
                <a:lnTo>
                  <a:pt x="1883967" y="999554"/>
                </a:lnTo>
                <a:lnTo>
                  <a:pt x="1886304" y="1004327"/>
                </a:lnTo>
                <a:lnTo>
                  <a:pt x="1888629" y="1009051"/>
                </a:lnTo>
                <a:lnTo>
                  <a:pt x="1890966" y="1013725"/>
                </a:lnTo>
                <a:lnTo>
                  <a:pt x="1893291" y="1018338"/>
                </a:lnTo>
                <a:lnTo>
                  <a:pt x="1895628" y="1022890"/>
                </a:lnTo>
                <a:lnTo>
                  <a:pt x="1897953" y="1027392"/>
                </a:lnTo>
                <a:lnTo>
                  <a:pt x="1900291" y="1031833"/>
                </a:lnTo>
                <a:lnTo>
                  <a:pt x="1902628" y="1036212"/>
                </a:lnTo>
                <a:lnTo>
                  <a:pt x="1904953" y="1040542"/>
                </a:lnTo>
                <a:lnTo>
                  <a:pt x="1907290" y="1044823"/>
                </a:lnTo>
                <a:lnTo>
                  <a:pt x="1909615" y="1049042"/>
                </a:lnTo>
                <a:lnTo>
                  <a:pt x="1911952" y="1053213"/>
                </a:lnTo>
                <a:lnTo>
                  <a:pt x="1914277" y="1057321"/>
                </a:lnTo>
                <a:lnTo>
                  <a:pt x="1916614" y="1061368"/>
                </a:lnTo>
                <a:lnTo>
                  <a:pt x="1918939" y="1065379"/>
                </a:lnTo>
                <a:lnTo>
                  <a:pt x="1921277" y="1069315"/>
                </a:lnTo>
                <a:lnTo>
                  <a:pt x="1923602" y="1073215"/>
                </a:lnTo>
                <a:lnTo>
                  <a:pt x="1925939" y="1077053"/>
                </a:lnTo>
                <a:lnTo>
                  <a:pt x="1928264" y="1080829"/>
                </a:lnTo>
                <a:lnTo>
                  <a:pt x="1930601" y="1084569"/>
                </a:lnTo>
                <a:lnTo>
                  <a:pt x="1932938" y="1088247"/>
                </a:lnTo>
                <a:lnTo>
                  <a:pt x="1935263" y="1091876"/>
                </a:lnTo>
                <a:lnTo>
                  <a:pt x="1937601" y="1095443"/>
                </a:lnTo>
                <a:lnTo>
                  <a:pt x="1939926" y="1098961"/>
                </a:lnTo>
                <a:lnTo>
                  <a:pt x="1942263" y="1102430"/>
                </a:lnTo>
                <a:lnTo>
                  <a:pt x="1944588" y="1105850"/>
                </a:lnTo>
                <a:lnTo>
                  <a:pt x="1946925" y="1109221"/>
                </a:lnTo>
                <a:lnTo>
                  <a:pt x="1949250" y="1112530"/>
                </a:lnTo>
                <a:lnTo>
                  <a:pt x="1951587" y="1115802"/>
                </a:lnTo>
                <a:lnTo>
                  <a:pt x="1953912" y="1119013"/>
                </a:lnTo>
                <a:lnTo>
                  <a:pt x="1956250" y="1122186"/>
                </a:lnTo>
                <a:lnTo>
                  <a:pt x="1958587" y="1125299"/>
                </a:lnTo>
                <a:lnTo>
                  <a:pt x="1960912" y="1128362"/>
                </a:lnTo>
                <a:lnTo>
                  <a:pt x="1963249" y="1131388"/>
                </a:lnTo>
                <a:lnTo>
                  <a:pt x="1965574" y="1134352"/>
                </a:lnTo>
                <a:lnTo>
                  <a:pt x="1967911" y="1137280"/>
                </a:lnTo>
                <a:lnTo>
                  <a:pt x="1970236" y="1140159"/>
                </a:lnTo>
                <a:lnTo>
                  <a:pt x="1972573" y="1142988"/>
                </a:lnTo>
                <a:lnTo>
                  <a:pt x="1974898" y="1145768"/>
                </a:lnTo>
                <a:lnTo>
                  <a:pt x="1977236" y="1148511"/>
                </a:lnTo>
                <a:lnTo>
                  <a:pt x="1979561" y="1151205"/>
                </a:lnTo>
                <a:lnTo>
                  <a:pt x="1981898" y="1153850"/>
                </a:lnTo>
                <a:lnTo>
                  <a:pt x="1984235" y="1156446"/>
                </a:lnTo>
                <a:lnTo>
                  <a:pt x="1986560" y="1159004"/>
                </a:lnTo>
                <a:lnTo>
                  <a:pt x="1988897" y="1161526"/>
                </a:lnTo>
                <a:lnTo>
                  <a:pt x="1991222" y="1163999"/>
                </a:lnTo>
                <a:lnTo>
                  <a:pt x="1993560" y="1166422"/>
                </a:lnTo>
                <a:lnTo>
                  <a:pt x="1995885" y="1168808"/>
                </a:lnTo>
                <a:lnTo>
                  <a:pt x="1998222" y="1171146"/>
                </a:lnTo>
                <a:lnTo>
                  <a:pt x="2000547" y="1173458"/>
                </a:lnTo>
                <a:lnTo>
                  <a:pt x="2002884" y="1175709"/>
                </a:lnTo>
                <a:lnTo>
                  <a:pt x="2005209" y="1177936"/>
                </a:lnTo>
                <a:lnTo>
                  <a:pt x="2007546" y="1180113"/>
                </a:lnTo>
                <a:lnTo>
                  <a:pt x="2009883" y="1182254"/>
                </a:lnTo>
                <a:lnTo>
                  <a:pt x="2012208" y="1184357"/>
                </a:lnTo>
                <a:lnTo>
                  <a:pt x="2014546" y="1186424"/>
                </a:lnTo>
                <a:lnTo>
                  <a:pt x="2016871" y="1188454"/>
                </a:lnTo>
                <a:lnTo>
                  <a:pt x="2019208" y="1190434"/>
                </a:lnTo>
                <a:lnTo>
                  <a:pt x="2021533" y="1192390"/>
                </a:lnTo>
                <a:lnTo>
                  <a:pt x="2023870" y="1194297"/>
                </a:lnTo>
                <a:lnTo>
                  <a:pt x="2026195" y="1196179"/>
                </a:lnTo>
                <a:lnTo>
                  <a:pt x="2028532" y="1198012"/>
                </a:lnTo>
                <a:lnTo>
                  <a:pt x="2030857" y="1199820"/>
                </a:lnTo>
                <a:lnTo>
                  <a:pt x="2033195" y="1201592"/>
                </a:lnTo>
                <a:lnTo>
                  <a:pt x="2035520" y="1203326"/>
                </a:lnTo>
                <a:lnTo>
                  <a:pt x="2037857" y="1205036"/>
                </a:lnTo>
                <a:lnTo>
                  <a:pt x="2040194" y="1206709"/>
                </a:lnTo>
                <a:lnTo>
                  <a:pt x="2042519" y="1208345"/>
                </a:lnTo>
                <a:lnTo>
                  <a:pt x="2044856" y="1209944"/>
                </a:lnTo>
                <a:lnTo>
                  <a:pt x="2047181" y="1211519"/>
                </a:lnTo>
                <a:lnTo>
                  <a:pt x="2049518" y="1213056"/>
                </a:lnTo>
                <a:lnTo>
                  <a:pt x="2051843" y="1214570"/>
                </a:lnTo>
                <a:lnTo>
                  <a:pt x="2054181" y="1216046"/>
                </a:lnTo>
                <a:lnTo>
                  <a:pt x="2056506" y="1217485"/>
                </a:lnTo>
                <a:lnTo>
                  <a:pt x="2058843" y="1218912"/>
                </a:lnTo>
                <a:lnTo>
                  <a:pt x="2061168" y="1220302"/>
                </a:lnTo>
                <a:lnTo>
                  <a:pt x="2063505" y="1221655"/>
                </a:lnTo>
                <a:lnTo>
                  <a:pt x="2065842" y="1222996"/>
                </a:lnTo>
                <a:lnTo>
                  <a:pt x="2068167" y="1224288"/>
                </a:lnTo>
                <a:lnTo>
                  <a:pt x="2070505" y="1225567"/>
                </a:lnTo>
                <a:lnTo>
                  <a:pt x="2072829" y="1226822"/>
                </a:lnTo>
                <a:lnTo>
                  <a:pt x="2075167" y="1228040"/>
                </a:lnTo>
                <a:lnTo>
                  <a:pt x="2077492" y="1229233"/>
                </a:lnTo>
                <a:lnTo>
                  <a:pt x="2079829" y="1230414"/>
                </a:lnTo>
                <a:lnTo>
                  <a:pt x="2082154" y="1231558"/>
                </a:lnTo>
                <a:lnTo>
                  <a:pt x="2084491" y="1232677"/>
                </a:lnTo>
                <a:lnTo>
                  <a:pt x="2086816" y="1233772"/>
                </a:lnTo>
                <a:lnTo>
                  <a:pt x="2089153" y="1234842"/>
                </a:lnTo>
                <a:lnTo>
                  <a:pt x="2091491" y="1235888"/>
                </a:lnTo>
                <a:lnTo>
                  <a:pt x="2093816" y="1236909"/>
                </a:lnTo>
                <a:lnTo>
                  <a:pt x="2096153" y="1237918"/>
                </a:lnTo>
                <a:lnTo>
                  <a:pt x="2098478" y="1238889"/>
                </a:lnTo>
                <a:lnTo>
                  <a:pt x="2100815" y="1239849"/>
                </a:lnTo>
                <a:lnTo>
                  <a:pt x="2103140" y="1240784"/>
                </a:lnTo>
                <a:lnTo>
                  <a:pt x="2105477" y="1241694"/>
                </a:lnTo>
                <a:lnTo>
                  <a:pt x="2107802" y="1242592"/>
                </a:lnTo>
                <a:lnTo>
                  <a:pt x="2110140" y="1243466"/>
                </a:lnTo>
                <a:lnTo>
                  <a:pt x="2112465" y="1244314"/>
                </a:lnTo>
                <a:lnTo>
                  <a:pt x="2114802" y="1245151"/>
                </a:lnTo>
                <a:lnTo>
                  <a:pt x="2117139" y="1245963"/>
                </a:lnTo>
                <a:lnTo>
                  <a:pt x="2119464" y="1246750"/>
                </a:lnTo>
                <a:lnTo>
                  <a:pt x="2121801" y="1247525"/>
                </a:lnTo>
                <a:lnTo>
                  <a:pt x="2124126" y="1248288"/>
                </a:lnTo>
                <a:lnTo>
                  <a:pt x="2126464" y="1249026"/>
                </a:lnTo>
                <a:lnTo>
                  <a:pt x="2128788" y="1249752"/>
                </a:lnTo>
                <a:lnTo>
                  <a:pt x="2131126" y="1250453"/>
                </a:lnTo>
                <a:lnTo>
                  <a:pt x="2133451" y="1251142"/>
                </a:lnTo>
                <a:lnTo>
                  <a:pt x="2135788" y="1251806"/>
                </a:lnTo>
                <a:lnTo>
                  <a:pt x="2138113" y="1252458"/>
                </a:lnTo>
                <a:lnTo>
                  <a:pt x="2140450" y="1253097"/>
                </a:lnTo>
                <a:lnTo>
                  <a:pt x="2142775" y="1253725"/>
                </a:lnTo>
                <a:lnTo>
                  <a:pt x="2145112" y="1254328"/>
                </a:lnTo>
                <a:lnTo>
                  <a:pt x="2147450" y="1254918"/>
                </a:lnTo>
                <a:lnTo>
                  <a:pt x="2149775" y="1255496"/>
                </a:lnTo>
                <a:lnTo>
                  <a:pt x="2152112" y="1256062"/>
                </a:lnTo>
                <a:lnTo>
                  <a:pt x="2154437" y="1256603"/>
                </a:lnTo>
                <a:lnTo>
                  <a:pt x="2156774" y="1257145"/>
                </a:lnTo>
                <a:lnTo>
                  <a:pt x="2159099" y="1257661"/>
                </a:lnTo>
                <a:lnTo>
                  <a:pt x="2161436" y="1258178"/>
                </a:lnTo>
                <a:lnTo>
                  <a:pt x="2163761" y="1258670"/>
                </a:lnTo>
                <a:lnTo>
                  <a:pt x="2166099" y="1259150"/>
                </a:lnTo>
                <a:lnTo>
                  <a:pt x="2168423" y="1259617"/>
                </a:lnTo>
                <a:lnTo>
                  <a:pt x="2170761" y="1260072"/>
                </a:lnTo>
                <a:lnTo>
                  <a:pt x="2173098" y="1260528"/>
                </a:lnTo>
                <a:lnTo>
                  <a:pt x="2175423" y="1260958"/>
                </a:lnTo>
                <a:lnTo>
                  <a:pt x="2177760" y="1261376"/>
                </a:lnTo>
                <a:lnTo>
                  <a:pt x="2180085" y="1261794"/>
                </a:lnTo>
                <a:lnTo>
                  <a:pt x="2182423" y="1262188"/>
                </a:lnTo>
                <a:lnTo>
                  <a:pt x="2184747" y="1262582"/>
                </a:lnTo>
                <a:lnTo>
                  <a:pt x="2187085" y="1262963"/>
                </a:lnTo>
                <a:lnTo>
                  <a:pt x="2189410" y="1263332"/>
                </a:lnTo>
                <a:lnTo>
                  <a:pt x="2191747" y="1263689"/>
                </a:lnTo>
                <a:lnTo>
                  <a:pt x="2194072" y="1264046"/>
                </a:lnTo>
                <a:lnTo>
                  <a:pt x="2196409" y="1264390"/>
                </a:lnTo>
                <a:lnTo>
                  <a:pt x="2198746" y="1264710"/>
                </a:lnTo>
                <a:lnTo>
                  <a:pt x="2201071" y="1265042"/>
                </a:lnTo>
                <a:lnTo>
                  <a:pt x="2203409" y="1265350"/>
                </a:lnTo>
                <a:lnTo>
                  <a:pt x="2205734" y="1265657"/>
                </a:lnTo>
                <a:lnTo>
                  <a:pt x="2208071" y="1265952"/>
                </a:lnTo>
                <a:lnTo>
                  <a:pt x="2210396" y="1266248"/>
                </a:lnTo>
                <a:lnTo>
                  <a:pt x="2212733" y="1266518"/>
                </a:lnTo>
                <a:lnTo>
                  <a:pt x="2215058" y="1266789"/>
                </a:lnTo>
                <a:lnTo>
                  <a:pt x="2217395" y="1267059"/>
                </a:lnTo>
                <a:lnTo>
                  <a:pt x="2219720" y="1267318"/>
                </a:lnTo>
                <a:lnTo>
                  <a:pt x="2222058" y="1267564"/>
                </a:lnTo>
                <a:lnTo>
                  <a:pt x="2224395" y="1267810"/>
                </a:lnTo>
                <a:lnTo>
                  <a:pt x="2226720" y="1268044"/>
                </a:lnTo>
                <a:lnTo>
                  <a:pt x="2229057" y="1268277"/>
                </a:lnTo>
                <a:lnTo>
                  <a:pt x="2231382" y="1268499"/>
                </a:lnTo>
                <a:lnTo>
                  <a:pt x="2233719" y="1268720"/>
                </a:lnTo>
                <a:lnTo>
                  <a:pt x="2236044" y="1268929"/>
                </a:lnTo>
                <a:lnTo>
                  <a:pt x="2238381" y="1269126"/>
                </a:lnTo>
                <a:lnTo>
                  <a:pt x="2240706" y="1269323"/>
                </a:lnTo>
                <a:lnTo>
                  <a:pt x="2243044" y="1269520"/>
                </a:lnTo>
                <a:lnTo>
                  <a:pt x="2245369" y="1269704"/>
                </a:lnTo>
                <a:lnTo>
                  <a:pt x="2247706" y="1269889"/>
                </a:lnTo>
                <a:lnTo>
                  <a:pt x="2250031" y="1270061"/>
                </a:lnTo>
                <a:lnTo>
                  <a:pt x="2252368" y="1270233"/>
                </a:lnTo>
                <a:lnTo>
                  <a:pt x="2254705" y="1270405"/>
                </a:lnTo>
                <a:lnTo>
                  <a:pt x="2257030" y="1270565"/>
                </a:lnTo>
                <a:lnTo>
                  <a:pt x="2259368" y="1270725"/>
                </a:lnTo>
                <a:lnTo>
                  <a:pt x="2261692" y="1270873"/>
                </a:lnTo>
                <a:lnTo>
                  <a:pt x="2264030" y="1271020"/>
                </a:lnTo>
                <a:lnTo>
                  <a:pt x="2266355" y="1271156"/>
                </a:lnTo>
                <a:lnTo>
                  <a:pt x="2268692" y="1271304"/>
                </a:lnTo>
                <a:lnTo>
                  <a:pt x="2271017" y="1271427"/>
                </a:lnTo>
                <a:lnTo>
                  <a:pt x="2273354" y="1271562"/>
                </a:lnTo>
                <a:lnTo>
                  <a:pt x="2275679" y="1271685"/>
                </a:lnTo>
                <a:lnTo>
                  <a:pt x="2278016" y="1271808"/>
                </a:lnTo>
                <a:lnTo>
                  <a:pt x="2280354" y="1271931"/>
                </a:lnTo>
                <a:lnTo>
                  <a:pt x="2282679" y="1272042"/>
                </a:lnTo>
                <a:lnTo>
                  <a:pt x="2285016" y="1272152"/>
                </a:lnTo>
                <a:lnTo>
                  <a:pt x="2287341" y="1272263"/>
                </a:lnTo>
                <a:lnTo>
                  <a:pt x="2289678" y="1272361"/>
                </a:lnTo>
                <a:lnTo>
                  <a:pt x="2292003" y="1272460"/>
                </a:lnTo>
                <a:lnTo>
                  <a:pt x="2294340" y="1272558"/>
                </a:lnTo>
                <a:lnTo>
                  <a:pt x="2296665" y="1272657"/>
                </a:lnTo>
                <a:lnTo>
                  <a:pt x="2299003" y="1272755"/>
                </a:lnTo>
                <a:lnTo>
                  <a:pt x="2301327" y="1272841"/>
                </a:lnTo>
                <a:lnTo>
                  <a:pt x="2303665" y="1272927"/>
                </a:lnTo>
                <a:lnTo>
                  <a:pt x="2306002" y="1273001"/>
                </a:lnTo>
                <a:lnTo>
                  <a:pt x="2308327" y="1273087"/>
                </a:lnTo>
                <a:lnTo>
                  <a:pt x="2310664" y="1273161"/>
                </a:lnTo>
                <a:lnTo>
                  <a:pt x="2312989" y="1273235"/>
                </a:lnTo>
                <a:lnTo>
                  <a:pt x="2315327" y="1273309"/>
                </a:lnTo>
                <a:lnTo>
                  <a:pt x="2317651" y="1273382"/>
                </a:lnTo>
                <a:lnTo>
                  <a:pt x="2319989" y="1273456"/>
                </a:lnTo>
                <a:lnTo>
                  <a:pt x="2322314" y="1273518"/>
                </a:lnTo>
                <a:lnTo>
                  <a:pt x="2324651" y="1273579"/>
                </a:lnTo>
                <a:lnTo>
                  <a:pt x="2326976" y="1273641"/>
                </a:lnTo>
                <a:lnTo>
                  <a:pt x="2329313" y="1273702"/>
                </a:lnTo>
              </a:path>
            </a:pathLst>
          </a:custGeom>
          <a:noFill/>
          <a:ln w="28575" cap="rnd">
            <a:solidFill>
              <a:srgbClr val="00B0F0"/>
            </a:solidFill>
            <a:prstDash val="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3E6E8998-20F0-1C69-E8C0-F6141D93DB6B}"/>
              </a:ext>
            </a:extLst>
          </p:cNvPr>
          <p:cNvSpPr/>
          <p:nvPr/>
        </p:nvSpPr>
        <p:spPr>
          <a:xfrm>
            <a:off x="3095055" y="3650809"/>
            <a:ext cx="2329312" cy="1017558"/>
          </a:xfrm>
          <a:custGeom>
            <a:avLst/>
            <a:gdLst>
              <a:gd name="connsiteX0" fmla="*/ 0 w 2329312"/>
              <a:gd name="connsiteY0" fmla="*/ 1017558 h 1017558"/>
              <a:gd name="connsiteX1" fmla="*/ 2331 w 2329312"/>
              <a:gd name="connsiteY1" fmla="*/ 1017558 h 1017558"/>
              <a:gd name="connsiteX2" fmla="*/ 4663 w 2329312"/>
              <a:gd name="connsiteY2" fmla="*/ 1017558 h 1017558"/>
              <a:gd name="connsiteX3" fmla="*/ 6995 w 2329312"/>
              <a:gd name="connsiteY3" fmla="*/ 1017558 h 1017558"/>
              <a:gd name="connsiteX4" fmla="*/ 9326 w 2329312"/>
              <a:gd name="connsiteY4" fmla="*/ 1017558 h 1017558"/>
              <a:gd name="connsiteX5" fmla="*/ 11658 w 2329312"/>
              <a:gd name="connsiteY5" fmla="*/ 1017558 h 1017558"/>
              <a:gd name="connsiteX6" fmla="*/ 13989 w 2329312"/>
              <a:gd name="connsiteY6" fmla="*/ 1017558 h 1017558"/>
              <a:gd name="connsiteX7" fmla="*/ 16321 w 2329312"/>
              <a:gd name="connsiteY7" fmla="*/ 1017558 h 1017558"/>
              <a:gd name="connsiteX8" fmla="*/ 18653 w 2329312"/>
              <a:gd name="connsiteY8" fmla="*/ 1017558 h 1017558"/>
              <a:gd name="connsiteX9" fmla="*/ 20985 w 2329312"/>
              <a:gd name="connsiteY9" fmla="*/ 1017558 h 1017558"/>
              <a:gd name="connsiteX10" fmla="*/ 23316 w 2329312"/>
              <a:gd name="connsiteY10" fmla="*/ 1017558 h 1017558"/>
              <a:gd name="connsiteX11" fmla="*/ 25647 w 2329312"/>
              <a:gd name="connsiteY11" fmla="*/ 1017558 h 1017558"/>
              <a:gd name="connsiteX12" fmla="*/ 27979 w 2329312"/>
              <a:gd name="connsiteY12" fmla="*/ 1017558 h 1017558"/>
              <a:gd name="connsiteX13" fmla="*/ 30311 w 2329312"/>
              <a:gd name="connsiteY13" fmla="*/ 1017558 h 1017558"/>
              <a:gd name="connsiteX14" fmla="*/ 32643 w 2329312"/>
              <a:gd name="connsiteY14" fmla="*/ 1017558 h 1017558"/>
              <a:gd name="connsiteX15" fmla="*/ 34974 w 2329312"/>
              <a:gd name="connsiteY15" fmla="*/ 1017558 h 1017558"/>
              <a:gd name="connsiteX16" fmla="*/ 37306 w 2329312"/>
              <a:gd name="connsiteY16" fmla="*/ 1017558 h 1017558"/>
              <a:gd name="connsiteX17" fmla="*/ 39637 w 2329312"/>
              <a:gd name="connsiteY17" fmla="*/ 1017558 h 1017558"/>
              <a:gd name="connsiteX18" fmla="*/ 41969 w 2329312"/>
              <a:gd name="connsiteY18" fmla="*/ 1017558 h 1017558"/>
              <a:gd name="connsiteX19" fmla="*/ 44301 w 2329312"/>
              <a:gd name="connsiteY19" fmla="*/ 1017558 h 1017558"/>
              <a:gd name="connsiteX20" fmla="*/ 46632 w 2329312"/>
              <a:gd name="connsiteY20" fmla="*/ 1017558 h 1017558"/>
              <a:gd name="connsiteX21" fmla="*/ 48964 w 2329312"/>
              <a:gd name="connsiteY21" fmla="*/ 1017558 h 1017558"/>
              <a:gd name="connsiteX22" fmla="*/ 51295 w 2329312"/>
              <a:gd name="connsiteY22" fmla="*/ 1017558 h 1017558"/>
              <a:gd name="connsiteX23" fmla="*/ 53628 w 2329312"/>
              <a:gd name="connsiteY23" fmla="*/ 1017558 h 1017558"/>
              <a:gd name="connsiteX24" fmla="*/ 55959 w 2329312"/>
              <a:gd name="connsiteY24" fmla="*/ 1017558 h 1017558"/>
              <a:gd name="connsiteX25" fmla="*/ 58291 w 2329312"/>
              <a:gd name="connsiteY25" fmla="*/ 1017558 h 1017558"/>
              <a:gd name="connsiteX26" fmla="*/ 60622 w 2329312"/>
              <a:gd name="connsiteY26" fmla="*/ 1017558 h 1017558"/>
              <a:gd name="connsiteX27" fmla="*/ 62953 w 2329312"/>
              <a:gd name="connsiteY27" fmla="*/ 1017558 h 1017558"/>
              <a:gd name="connsiteX28" fmla="*/ 65286 w 2329312"/>
              <a:gd name="connsiteY28" fmla="*/ 1017558 h 1017558"/>
              <a:gd name="connsiteX29" fmla="*/ 67617 w 2329312"/>
              <a:gd name="connsiteY29" fmla="*/ 1017558 h 1017558"/>
              <a:gd name="connsiteX30" fmla="*/ 69949 w 2329312"/>
              <a:gd name="connsiteY30" fmla="*/ 1017558 h 1017558"/>
              <a:gd name="connsiteX31" fmla="*/ 72280 w 2329312"/>
              <a:gd name="connsiteY31" fmla="*/ 1017558 h 1017558"/>
              <a:gd name="connsiteX32" fmla="*/ 74613 w 2329312"/>
              <a:gd name="connsiteY32" fmla="*/ 1017558 h 1017558"/>
              <a:gd name="connsiteX33" fmla="*/ 76944 w 2329312"/>
              <a:gd name="connsiteY33" fmla="*/ 1017558 h 1017558"/>
              <a:gd name="connsiteX34" fmla="*/ 79275 w 2329312"/>
              <a:gd name="connsiteY34" fmla="*/ 1017558 h 1017558"/>
              <a:gd name="connsiteX35" fmla="*/ 81607 w 2329312"/>
              <a:gd name="connsiteY35" fmla="*/ 1017558 h 1017558"/>
              <a:gd name="connsiteX36" fmla="*/ 83938 w 2329312"/>
              <a:gd name="connsiteY36" fmla="*/ 1017558 h 1017558"/>
              <a:gd name="connsiteX37" fmla="*/ 86271 w 2329312"/>
              <a:gd name="connsiteY37" fmla="*/ 1017558 h 1017558"/>
              <a:gd name="connsiteX38" fmla="*/ 88602 w 2329312"/>
              <a:gd name="connsiteY38" fmla="*/ 1017558 h 1017558"/>
              <a:gd name="connsiteX39" fmla="*/ 90934 w 2329312"/>
              <a:gd name="connsiteY39" fmla="*/ 1017558 h 1017558"/>
              <a:gd name="connsiteX40" fmla="*/ 93265 w 2329312"/>
              <a:gd name="connsiteY40" fmla="*/ 1017558 h 1017558"/>
              <a:gd name="connsiteX41" fmla="*/ 95596 w 2329312"/>
              <a:gd name="connsiteY41" fmla="*/ 1017558 h 1017558"/>
              <a:gd name="connsiteX42" fmla="*/ 97929 w 2329312"/>
              <a:gd name="connsiteY42" fmla="*/ 1017558 h 1017558"/>
              <a:gd name="connsiteX43" fmla="*/ 100260 w 2329312"/>
              <a:gd name="connsiteY43" fmla="*/ 1017558 h 1017558"/>
              <a:gd name="connsiteX44" fmla="*/ 102592 w 2329312"/>
              <a:gd name="connsiteY44" fmla="*/ 1017558 h 1017558"/>
              <a:gd name="connsiteX45" fmla="*/ 104923 w 2329312"/>
              <a:gd name="connsiteY45" fmla="*/ 1017558 h 1017558"/>
              <a:gd name="connsiteX46" fmla="*/ 107256 w 2329312"/>
              <a:gd name="connsiteY46" fmla="*/ 1017558 h 1017558"/>
              <a:gd name="connsiteX47" fmla="*/ 109587 w 2329312"/>
              <a:gd name="connsiteY47" fmla="*/ 1017558 h 1017558"/>
              <a:gd name="connsiteX48" fmla="*/ 111919 w 2329312"/>
              <a:gd name="connsiteY48" fmla="*/ 1017558 h 1017558"/>
              <a:gd name="connsiteX49" fmla="*/ 114250 w 2329312"/>
              <a:gd name="connsiteY49" fmla="*/ 1017558 h 1017558"/>
              <a:gd name="connsiteX50" fmla="*/ 116581 w 2329312"/>
              <a:gd name="connsiteY50" fmla="*/ 1017558 h 1017558"/>
              <a:gd name="connsiteX51" fmla="*/ 118914 w 2329312"/>
              <a:gd name="connsiteY51" fmla="*/ 1017558 h 1017558"/>
              <a:gd name="connsiteX52" fmla="*/ 121245 w 2329312"/>
              <a:gd name="connsiteY52" fmla="*/ 1017558 h 1017558"/>
              <a:gd name="connsiteX53" fmla="*/ 123577 w 2329312"/>
              <a:gd name="connsiteY53" fmla="*/ 1017558 h 1017558"/>
              <a:gd name="connsiteX54" fmla="*/ 125908 w 2329312"/>
              <a:gd name="connsiteY54" fmla="*/ 1017558 h 1017558"/>
              <a:gd name="connsiteX55" fmla="*/ 128241 w 2329312"/>
              <a:gd name="connsiteY55" fmla="*/ 1017558 h 1017558"/>
              <a:gd name="connsiteX56" fmla="*/ 130572 w 2329312"/>
              <a:gd name="connsiteY56" fmla="*/ 1017558 h 1017558"/>
              <a:gd name="connsiteX57" fmla="*/ 132903 w 2329312"/>
              <a:gd name="connsiteY57" fmla="*/ 1017558 h 1017558"/>
              <a:gd name="connsiteX58" fmla="*/ 135235 w 2329312"/>
              <a:gd name="connsiteY58" fmla="*/ 1017558 h 1017558"/>
              <a:gd name="connsiteX59" fmla="*/ 137566 w 2329312"/>
              <a:gd name="connsiteY59" fmla="*/ 1017558 h 1017558"/>
              <a:gd name="connsiteX60" fmla="*/ 139899 w 2329312"/>
              <a:gd name="connsiteY60" fmla="*/ 1017558 h 1017558"/>
              <a:gd name="connsiteX61" fmla="*/ 142230 w 2329312"/>
              <a:gd name="connsiteY61" fmla="*/ 1017558 h 1017558"/>
              <a:gd name="connsiteX62" fmla="*/ 144562 w 2329312"/>
              <a:gd name="connsiteY62" fmla="*/ 1017558 h 1017558"/>
              <a:gd name="connsiteX63" fmla="*/ 146893 w 2329312"/>
              <a:gd name="connsiteY63" fmla="*/ 1017558 h 1017558"/>
              <a:gd name="connsiteX64" fmla="*/ 149225 w 2329312"/>
              <a:gd name="connsiteY64" fmla="*/ 1017558 h 1017558"/>
              <a:gd name="connsiteX65" fmla="*/ 151557 w 2329312"/>
              <a:gd name="connsiteY65" fmla="*/ 1017558 h 1017558"/>
              <a:gd name="connsiteX66" fmla="*/ 153888 w 2329312"/>
              <a:gd name="connsiteY66" fmla="*/ 1017558 h 1017558"/>
              <a:gd name="connsiteX67" fmla="*/ 156220 w 2329312"/>
              <a:gd name="connsiteY67" fmla="*/ 1017558 h 1017558"/>
              <a:gd name="connsiteX68" fmla="*/ 158551 w 2329312"/>
              <a:gd name="connsiteY68" fmla="*/ 1017558 h 1017558"/>
              <a:gd name="connsiteX69" fmla="*/ 160883 w 2329312"/>
              <a:gd name="connsiteY69" fmla="*/ 1017558 h 1017558"/>
              <a:gd name="connsiteX70" fmla="*/ 163215 w 2329312"/>
              <a:gd name="connsiteY70" fmla="*/ 1017558 h 1017558"/>
              <a:gd name="connsiteX71" fmla="*/ 165547 w 2329312"/>
              <a:gd name="connsiteY71" fmla="*/ 1017558 h 1017558"/>
              <a:gd name="connsiteX72" fmla="*/ 167878 w 2329312"/>
              <a:gd name="connsiteY72" fmla="*/ 1017558 h 1017558"/>
              <a:gd name="connsiteX73" fmla="*/ 170209 w 2329312"/>
              <a:gd name="connsiteY73" fmla="*/ 1017558 h 1017558"/>
              <a:gd name="connsiteX74" fmla="*/ 172541 w 2329312"/>
              <a:gd name="connsiteY74" fmla="*/ 1017558 h 1017558"/>
              <a:gd name="connsiteX75" fmla="*/ 174873 w 2329312"/>
              <a:gd name="connsiteY75" fmla="*/ 1017558 h 1017558"/>
              <a:gd name="connsiteX76" fmla="*/ 177205 w 2329312"/>
              <a:gd name="connsiteY76" fmla="*/ 1017558 h 1017558"/>
              <a:gd name="connsiteX77" fmla="*/ 179536 w 2329312"/>
              <a:gd name="connsiteY77" fmla="*/ 1017558 h 1017558"/>
              <a:gd name="connsiteX78" fmla="*/ 181868 w 2329312"/>
              <a:gd name="connsiteY78" fmla="*/ 1017558 h 1017558"/>
              <a:gd name="connsiteX79" fmla="*/ 184199 w 2329312"/>
              <a:gd name="connsiteY79" fmla="*/ 1017558 h 1017558"/>
              <a:gd name="connsiteX80" fmla="*/ 186531 w 2329312"/>
              <a:gd name="connsiteY80" fmla="*/ 1017558 h 1017558"/>
              <a:gd name="connsiteX81" fmla="*/ 188863 w 2329312"/>
              <a:gd name="connsiteY81" fmla="*/ 1017558 h 1017558"/>
              <a:gd name="connsiteX82" fmla="*/ 191194 w 2329312"/>
              <a:gd name="connsiteY82" fmla="*/ 1017558 h 1017558"/>
              <a:gd name="connsiteX83" fmla="*/ 193526 w 2329312"/>
              <a:gd name="connsiteY83" fmla="*/ 1017558 h 1017558"/>
              <a:gd name="connsiteX84" fmla="*/ 195857 w 2329312"/>
              <a:gd name="connsiteY84" fmla="*/ 1017558 h 1017558"/>
              <a:gd name="connsiteX85" fmla="*/ 198190 w 2329312"/>
              <a:gd name="connsiteY85" fmla="*/ 1017558 h 1017558"/>
              <a:gd name="connsiteX86" fmla="*/ 200521 w 2329312"/>
              <a:gd name="connsiteY86" fmla="*/ 1017558 h 1017558"/>
              <a:gd name="connsiteX87" fmla="*/ 202853 w 2329312"/>
              <a:gd name="connsiteY87" fmla="*/ 1017558 h 1017558"/>
              <a:gd name="connsiteX88" fmla="*/ 205184 w 2329312"/>
              <a:gd name="connsiteY88" fmla="*/ 1017558 h 1017558"/>
              <a:gd name="connsiteX89" fmla="*/ 207515 w 2329312"/>
              <a:gd name="connsiteY89" fmla="*/ 1017558 h 1017558"/>
              <a:gd name="connsiteX90" fmla="*/ 209848 w 2329312"/>
              <a:gd name="connsiteY90" fmla="*/ 1017558 h 1017558"/>
              <a:gd name="connsiteX91" fmla="*/ 212179 w 2329312"/>
              <a:gd name="connsiteY91" fmla="*/ 1017558 h 1017558"/>
              <a:gd name="connsiteX92" fmla="*/ 214511 w 2329312"/>
              <a:gd name="connsiteY92" fmla="*/ 1017558 h 1017558"/>
              <a:gd name="connsiteX93" fmla="*/ 216842 w 2329312"/>
              <a:gd name="connsiteY93" fmla="*/ 1017558 h 1017558"/>
              <a:gd name="connsiteX94" fmla="*/ 219175 w 2329312"/>
              <a:gd name="connsiteY94" fmla="*/ 1017558 h 1017558"/>
              <a:gd name="connsiteX95" fmla="*/ 221506 w 2329312"/>
              <a:gd name="connsiteY95" fmla="*/ 1017558 h 1017558"/>
              <a:gd name="connsiteX96" fmla="*/ 223837 w 2329312"/>
              <a:gd name="connsiteY96" fmla="*/ 1017558 h 1017558"/>
              <a:gd name="connsiteX97" fmla="*/ 226169 w 2329312"/>
              <a:gd name="connsiteY97" fmla="*/ 1017558 h 1017558"/>
              <a:gd name="connsiteX98" fmla="*/ 228500 w 2329312"/>
              <a:gd name="connsiteY98" fmla="*/ 1017558 h 1017558"/>
              <a:gd name="connsiteX99" fmla="*/ 230833 w 2329312"/>
              <a:gd name="connsiteY99" fmla="*/ 1017558 h 1017558"/>
              <a:gd name="connsiteX100" fmla="*/ 233164 w 2329312"/>
              <a:gd name="connsiteY100" fmla="*/ 1017558 h 1017558"/>
              <a:gd name="connsiteX101" fmla="*/ 235496 w 2329312"/>
              <a:gd name="connsiteY101" fmla="*/ 1017558 h 1017558"/>
              <a:gd name="connsiteX102" fmla="*/ 237827 w 2329312"/>
              <a:gd name="connsiteY102" fmla="*/ 1017558 h 1017558"/>
              <a:gd name="connsiteX103" fmla="*/ 240158 w 2329312"/>
              <a:gd name="connsiteY103" fmla="*/ 1017558 h 1017558"/>
              <a:gd name="connsiteX104" fmla="*/ 242491 w 2329312"/>
              <a:gd name="connsiteY104" fmla="*/ 1017558 h 1017558"/>
              <a:gd name="connsiteX105" fmla="*/ 244822 w 2329312"/>
              <a:gd name="connsiteY105" fmla="*/ 1017546 h 1017558"/>
              <a:gd name="connsiteX106" fmla="*/ 247154 w 2329312"/>
              <a:gd name="connsiteY106" fmla="*/ 1017546 h 1017558"/>
              <a:gd name="connsiteX107" fmla="*/ 249485 w 2329312"/>
              <a:gd name="connsiteY107" fmla="*/ 1017546 h 1017558"/>
              <a:gd name="connsiteX108" fmla="*/ 251818 w 2329312"/>
              <a:gd name="connsiteY108" fmla="*/ 1017546 h 1017558"/>
              <a:gd name="connsiteX109" fmla="*/ 254149 w 2329312"/>
              <a:gd name="connsiteY109" fmla="*/ 1017546 h 1017558"/>
              <a:gd name="connsiteX110" fmla="*/ 256481 w 2329312"/>
              <a:gd name="connsiteY110" fmla="*/ 1017546 h 1017558"/>
              <a:gd name="connsiteX111" fmla="*/ 258812 w 2329312"/>
              <a:gd name="connsiteY111" fmla="*/ 1017546 h 1017558"/>
              <a:gd name="connsiteX112" fmla="*/ 261143 w 2329312"/>
              <a:gd name="connsiteY112" fmla="*/ 1017546 h 1017558"/>
              <a:gd name="connsiteX113" fmla="*/ 263476 w 2329312"/>
              <a:gd name="connsiteY113" fmla="*/ 1017546 h 1017558"/>
              <a:gd name="connsiteX114" fmla="*/ 265807 w 2329312"/>
              <a:gd name="connsiteY114" fmla="*/ 1017546 h 1017558"/>
              <a:gd name="connsiteX115" fmla="*/ 268139 w 2329312"/>
              <a:gd name="connsiteY115" fmla="*/ 1017546 h 1017558"/>
              <a:gd name="connsiteX116" fmla="*/ 270470 w 2329312"/>
              <a:gd name="connsiteY116" fmla="*/ 1017546 h 1017558"/>
              <a:gd name="connsiteX117" fmla="*/ 272803 w 2329312"/>
              <a:gd name="connsiteY117" fmla="*/ 1017546 h 1017558"/>
              <a:gd name="connsiteX118" fmla="*/ 275134 w 2329312"/>
              <a:gd name="connsiteY118" fmla="*/ 1017546 h 1017558"/>
              <a:gd name="connsiteX119" fmla="*/ 277465 w 2329312"/>
              <a:gd name="connsiteY119" fmla="*/ 1017546 h 1017558"/>
              <a:gd name="connsiteX120" fmla="*/ 279797 w 2329312"/>
              <a:gd name="connsiteY120" fmla="*/ 1017546 h 1017558"/>
              <a:gd name="connsiteX121" fmla="*/ 282128 w 2329312"/>
              <a:gd name="connsiteY121" fmla="*/ 1017546 h 1017558"/>
              <a:gd name="connsiteX122" fmla="*/ 284461 w 2329312"/>
              <a:gd name="connsiteY122" fmla="*/ 1017546 h 1017558"/>
              <a:gd name="connsiteX123" fmla="*/ 286792 w 2329312"/>
              <a:gd name="connsiteY123" fmla="*/ 1017546 h 1017558"/>
              <a:gd name="connsiteX124" fmla="*/ 289124 w 2329312"/>
              <a:gd name="connsiteY124" fmla="*/ 1017546 h 1017558"/>
              <a:gd name="connsiteX125" fmla="*/ 291455 w 2329312"/>
              <a:gd name="connsiteY125" fmla="*/ 1017546 h 1017558"/>
              <a:gd name="connsiteX126" fmla="*/ 293787 w 2329312"/>
              <a:gd name="connsiteY126" fmla="*/ 1017534 h 1017558"/>
              <a:gd name="connsiteX127" fmla="*/ 296119 w 2329312"/>
              <a:gd name="connsiteY127" fmla="*/ 1017534 h 1017558"/>
              <a:gd name="connsiteX128" fmla="*/ 298450 w 2329312"/>
              <a:gd name="connsiteY128" fmla="*/ 1017534 h 1017558"/>
              <a:gd name="connsiteX129" fmla="*/ 300782 w 2329312"/>
              <a:gd name="connsiteY129" fmla="*/ 1017534 h 1017558"/>
              <a:gd name="connsiteX130" fmla="*/ 303113 w 2329312"/>
              <a:gd name="connsiteY130" fmla="*/ 1017534 h 1017558"/>
              <a:gd name="connsiteX131" fmla="*/ 305445 w 2329312"/>
              <a:gd name="connsiteY131" fmla="*/ 1017534 h 1017558"/>
              <a:gd name="connsiteX132" fmla="*/ 307777 w 2329312"/>
              <a:gd name="connsiteY132" fmla="*/ 1017534 h 1017558"/>
              <a:gd name="connsiteX133" fmla="*/ 310109 w 2329312"/>
              <a:gd name="connsiteY133" fmla="*/ 1017534 h 1017558"/>
              <a:gd name="connsiteX134" fmla="*/ 312440 w 2329312"/>
              <a:gd name="connsiteY134" fmla="*/ 1017534 h 1017558"/>
              <a:gd name="connsiteX135" fmla="*/ 314771 w 2329312"/>
              <a:gd name="connsiteY135" fmla="*/ 1017534 h 1017558"/>
              <a:gd name="connsiteX136" fmla="*/ 317103 w 2329312"/>
              <a:gd name="connsiteY136" fmla="*/ 1017534 h 1017558"/>
              <a:gd name="connsiteX137" fmla="*/ 319435 w 2329312"/>
              <a:gd name="connsiteY137" fmla="*/ 1017534 h 1017558"/>
              <a:gd name="connsiteX138" fmla="*/ 321767 w 2329312"/>
              <a:gd name="connsiteY138" fmla="*/ 1017521 h 1017558"/>
              <a:gd name="connsiteX139" fmla="*/ 324098 w 2329312"/>
              <a:gd name="connsiteY139" fmla="*/ 1017521 h 1017558"/>
              <a:gd name="connsiteX140" fmla="*/ 326430 w 2329312"/>
              <a:gd name="connsiteY140" fmla="*/ 1017521 h 1017558"/>
              <a:gd name="connsiteX141" fmla="*/ 328761 w 2329312"/>
              <a:gd name="connsiteY141" fmla="*/ 1017521 h 1017558"/>
              <a:gd name="connsiteX142" fmla="*/ 331092 w 2329312"/>
              <a:gd name="connsiteY142" fmla="*/ 1017521 h 1017558"/>
              <a:gd name="connsiteX143" fmla="*/ 333425 w 2329312"/>
              <a:gd name="connsiteY143" fmla="*/ 1017521 h 1017558"/>
              <a:gd name="connsiteX144" fmla="*/ 335756 w 2329312"/>
              <a:gd name="connsiteY144" fmla="*/ 1017521 h 1017558"/>
              <a:gd name="connsiteX145" fmla="*/ 338088 w 2329312"/>
              <a:gd name="connsiteY145" fmla="*/ 1017521 h 1017558"/>
              <a:gd name="connsiteX146" fmla="*/ 340419 w 2329312"/>
              <a:gd name="connsiteY146" fmla="*/ 1017521 h 1017558"/>
              <a:gd name="connsiteX147" fmla="*/ 342752 w 2329312"/>
              <a:gd name="connsiteY147" fmla="*/ 1017509 h 1017558"/>
              <a:gd name="connsiteX148" fmla="*/ 345083 w 2329312"/>
              <a:gd name="connsiteY148" fmla="*/ 1017509 h 1017558"/>
              <a:gd name="connsiteX149" fmla="*/ 347415 w 2329312"/>
              <a:gd name="connsiteY149" fmla="*/ 1017509 h 1017558"/>
              <a:gd name="connsiteX150" fmla="*/ 349746 w 2329312"/>
              <a:gd name="connsiteY150" fmla="*/ 1017509 h 1017558"/>
              <a:gd name="connsiteX151" fmla="*/ 352077 w 2329312"/>
              <a:gd name="connsiteY151" fmla="*/ 1017509 h 1017558"/>
              <a:gd name="connsiteX152" fmla="*/ 354410 w 2329312"/>
              <a:gd name="connsiteY152" fmla="*/ 1017509 h 1017558"/>
              <a:gd name="connsiteX153" fmla="*/ 356741 w 2329312"/>
              <a:gd name="connsiteY153" fmla="*/ 1017497 h 1017558"/>
              <a:gd name="connsiteX154" fmla="*/ 359073 w 2329312"/>
              <a:gd name="connsiteY154" fmla="*/ 1017497 h 1017558"/>
              <a:gd name="connsiteX155" fmla="*/ 361404 w 2329312"/>
              <a:gd name="connsiteY155" fmla="*/ 1017497 h 1017558"/>
              <a:gd name="connsiteX156" fmla="*/ 363737 w 2329312"/>
              <a:gd name="connsiteY156" fmla="*/ 1017497 h 1017558"/>
              <a:gd name="connsiteX157" fmla="*/ 366068 w 2329312"/>
              <a:gd name="connsiteY157" fmla="*/ 1017497 h 1017558"/>
              <a:gd name="connsiteX158" fmla="*/ 368399 w 2329312"/>
              <a:gd name="connsiteY158" fmla="*/ 1017497 h 1017558"/>
              <a:gd name="connsiteX159" fmla="*/ 370731 w 2329312"/>
              <a:gd name="connsiteY159" fmla="*/ 1017484 h 1017558"/>
              <a:gd name="connsiteX160" fmla="*/ 373062 w 2329312"/>
              <a:gd name="connsiteY160" fmla="*/ 1017484 h 1017558"/>
              <a:gd name="connsiteX161" fmla="*/ 375395 w 2329312"/>
              <a:gd name="connsiteY161" fmla="*/ 1017484 h 1017558"/>
              <a:gd name="connsiteX162" fmla="*/ 377726 w 2329312"/>
              <a:gd name="connsiteY162" fmla="*/ 1017484 h 1017558"/>
              <a:gd name="connsiteX163" fmla="*/ 380058 w 2329312"/>
              <a:gd name="connsiteY163" fmla="*/ 1017472 h 1017558"/>
              <a:gd name="connsiteX164" fmla="*/ 382389 w 2329312"/>
              <a:gd name="connsiteY164" fmla="*/ 1017472 h 1017558"/>
              <a:gd name="connsiteX165" fmla="*/ 384720 w 2329312"/>
              <a:gd name="connsiteY165" fmla="*/ 1017472 h 1017558"/>
              <a:gd name="connsiteX166" fmla="*/ 387053 w 2329312"/>
              <a:gd name="connsiteY166" fmla="*/ 1017472 h 1017558"/>
              <a:gd name="connsiteX167" fmla="*/ 389384 w 2329312"/>
              <a:gd name="connsiteY167" fmla="*/ 1017460 h 1017558"/>
              <a:gd name="connsiteX168" fmla="*/ 391716 w 2329312"/>
              <a:gd name="connsiteY168" fmla="*/ 1017460 h 1017558"/>
              <a:gd name="connsiteX169" fmla="*/ 394047 w 2329312"/>
              <a:gd name="connsiteY169" fmla="*/ 1017460 h 1017558"/>
              <a:gd name="connsiteX170" fmla="*/ 396380 w 2329312"/>
              <a:gd name="connsiteY170" fmla="*/ 1017460 h 1017558"/>
              <a:gd name="connsiteX171" fmla="*/ 398711 w 2329312"/>
              <a:gd name="connsiteY171" fmla="*/ 1017447 h 1017558"/>
              <a:gd name="connsiteX172" fmla="*/ 401043 w 2329312"/>
              <a:gd name="connsiteY172" fmla="*/ 1017447 h 1017558"/>
              <a:gd name="connsiteX173" fmla="*/ 403374 w 2329312"/>
              <a:gd name="connsiteY173" fmla="*/ 1017447 h 1017558"/>
              <a:gd name="connsiteX174" fmla="*/ 405705 w 2329312"/>
              <a:gd name="connsiteY174" fmla="*/ 1017435 h 1017558"/>
              <a:gd name="connsiteX175" fmla="*/ 408038 w 2329312"/>
              <a:gd name="connsiteY175" fmla="*/ 1017435 h 1017558"/>
              <a:gd name="connsiteX176" fmla="*/ 410369 w 2329312"/>
              <a:gd name="connsiteY176" fmla="*/ 1017435 h 1017558"/>
              <a:gd name="connsiteX177" fmla="*/ 412701 w 2329312"/>
              <a:gd name="connsiteY177" fmla="*/ 1017423 h 1017558"/>
              <a:gd name="connsiteX178" fmla="*/ 415032 w 2329312"/>
              <a:gd name="connsiteY178" fmla="*/ 1017423 h 1017558"/>
              <a:gd name="connsiteX179" fmla="*/ 417364 w 2329312"/>
              <a:gd name="connsiteY179" fmla="*/ 1017411 h 1017558"/>
              <a:gd name="connsiteX180" fmla="*/ 419696 w 2329312"/>
              <a:gd name="connsiteY180" fmla="*/ 1017411 h 1017558"/>
              <a:gd name="connsiteX181" fmla="*/ 422027 w 2329312"/>
              <a:gd name="connsiteY181" fmla="*/ 1017411 h 1017558"/>
              <a:gd name="connsiteX182" fmla="*/ 424359 w 2329312"/>
              <a:gd name="connsiteY182" fmla="*/ 1017398 h 1017558"/>
              <a:gd name="connsiteX183" fmla="*/ 426690 w 2329312"/>
              <a:gd name="connsiteY183" fmla="*/ 1017398 h 1017558"/>
              <a:gd name="connsiteX184" fmla="*/ 429022 w 2329312"/>
              <a:gd name="connsiteY184" fmla="*/ 1017386 h 1017558"/>
              <a:gd name="connsiteX185" fmla="*/ 431354 w 2329312"/>
              <a:gd name="connsiteY185" fmla="*/ 1017386 h 1017558"/>
              <a:gd name="connsiteX186" fmla="*/ 433686 w 2329312"/>
              <a:gd name="connsiteY186" fmla="*/ 1017374 h 1017558"/>
              <a:gd name="connsiteX187" fmla="*/ 436017 w 2329312"/>
              <a:gd name="connsiteY187" fmla="*/ 1017374 h 1017558"/>
              <a:gd name="connsiteX188" fmla="*/ 438349 w 2329312"/>
              <a:gd name="connsiteY188" fmla="*/ 1017361 h 1017558"/>
              <a:gd name="connsiteX189" fmla="*/ 440680 w 2329312"/>
              <a:gd name="connsiteY189" fmla="*/ 1017361 h 1017558"/>
              <a:gd name="connsiteX190" fmla="*/ 443012 w 2329312"/>
              <a:gd name="connsiteY190" fmla="*/ 1017349 h 1017558"/>
              <a:gd name="connsiteX191" fmla="*/ 445344 w 2329312"/>
              <a:gd name="connsiteY191" fmla="*/ 1017349 h 1017558"/>
              <a:gd name="connsiteX192" fmla="*/ 447675 w 2329312"/>
              <a:gd name="connsiteY192" fmla="*/ 1017337 h 1017558"/>
              <a:gd name="connsiteX193" fmla="*/ 450007 w 2329312"/>
              <a:gd name="connsiteY193" fmla="*/ 1017324 h 1017558"/>
              <a:gd name="connsiteX194" fmla="*/ 452339 w 2329312"/>
              <a:gd name="connsiteY194" fmla="*/ 1017324 h 1017558"/>
              <a:gd name="connsiteX195" fmla="*/ 454671 w 2329312"/>
              <a:gd name="connsiteY195" fmla="*/ 1017312 h 1017558"/>
              <a:gd name="connsiteX196" fmla="*/ 457002 w 2329312"/>
              <a:gd name="connsiteY196" fmla="*/ 1017312 h 1017558"/>
              <a:gd name="connsiteX197" fmla="*/ 459333 w 2329312"/>
              <a:gd name="connsiteY197" fmla="*/ 1017300 h 1017558"/>
              <a:gd name="connsiteX198" fmla="*/ 461665 w 2329312"/>
              <a:gd name="connsiteY198" fmla="*/ 1017288 h 1017558"/>
              <a:gd name="connsiteX199" fmla="*/ 463997 w 2329312"/>
              <a:gd name="connsiteY199" fmla="*/ 1017275 h 1017558"/>
              <a:gd name="connsiteX200" fmla="*/ 466329 w 2329312"/>
              <a:gd name="connsiteY200" fmla="*/ 1017275 h 1017558"/>
              <a:gd name="connsiteX201" fmla="*/ 468660 w 2329312"/>
              <a:gd name="connsiteY201" fmla="*/ 1017263 h 1017558"/>
              <a:gd name="connsiteX202" fmla="*/ 470992 w 2329312"/>
              <a:gd name="connsiteY202" fmla="*/ 1017251 h 1017558"/>
              <a:gd name="connsiteX203" fmla="*/ 473323 w 2329312"/>
              <a:gd name="connsiteY203" fmla="*/ 1017238 h 1017558"/>
              <a:gd name="connsiteX204" fmla="*/ 475654 w 2329312"/>
              <a:gd name="connsiteY204" fmla="*/ 1017226 h 1017558"/>
              <a:gd name="connsiteX205" fmla="*/ 477987 w 2329312"/>
              <a:gd name="connsiteY205" fmla="*/ 1017226 h 1017558"/>
              <a:gd name="connsiteX206" fmla="*/ 480318 w 2329312"/>
              <a:gd name="connsiteY206" fmla="*/ 1017214 h 1017558"/>
              <a:gd name="connsiteX207" fmla="*/ 482650 w 2329312"/>
              <a:gd name="connsiteY207" fmla="*/ 1017201 h 1017558"/>
              <a:gd name="connsiteX208" fmla="*/ 484981 w 2329312"/>
              <a:gd name="connsiteY208" fmla="*/ 1017189 h 1017558"/>
              <a:gd name="connsiteX209" fmla="*/ 487314 w 2329312"/>
              <a:gd name="connsiteY209" fmla="*/ 1017177 h 1017558"/>
              <a:gd name="connsiteX210" fmla="*/ 489645 w 2329312"/>
              <a:gd name="connsiteY210" fmla="*/ 1017165 h 1017558"/>
              <a:gd name="connsiteX211" fmla="*/ 491977 w 2329312"/>
              <a:gd name="connsiteY211" fmla="*/ 1017152 h 1017558"/>
              <a:gd name="connsiteX212" fmla="*/ 494308 w 2329312"/>
              <a:gd name="connsiteY212" fmla="*/ 1017140 h 1017558"/>
              <a:gd name="connsiteX213" fmla="*/ 496639 w 2329312"/>
              <a:gd name="connsiteY213" fmla="*/ 1017128 h 1017558"/>
              <a:gd name="connsiteX214" fmla="*/ 498972 w 2329312"/>
              <a:gd name="connsiteY214" fmla="*/ 1017103 h 1017558"/>
              <a:gd name="connsiteX215" fmla="*/ 501303 w 2329312"/>
              <a:gd name="connsiteY215" fmla="*/ 1017091 h 1017558"/>
              <a:gd name="connsiteX216" fmla="*/ 503635 w 2329312"/>
              <a:gd name="connsiteY216" fmla="*/ 1017078 h 1017558"/>
              <a:gd name="connsiteX217" fmla="*/ 505966 w 2329312"/>
              <a:gd name="connsiteY217" fmla="*/ 1017066 h 1017558"/>
              <a:gd name="connsiteX218" fmla="*/ 508299 w 2329312"/>
              <a:gd name="connsiteY218" fmla="*/ 1017054 h 1017558"/>
              <a:gd name="connsiteX219" fmla="*/ 510630 w 2329312"/>
              <a:gd name="connsiteY219" fmla="*/ 1017029 h 1017558"/>
              <a:gd name="connsiteX220" fmla="*/ 512961 w 2329312"/>
              <a:gd name="connsiteY220" fmla="*/ 1017017 h 1017558"/>
              <a:gd name="connsiteX221" fmla="*/ 515293 w 2329312"/>
              <a:gd name="connsiteY221" fmla="*/ 1017005 h 1017558"/>
              <a:gd name="connsiteX222" fmla="*/ 517624 w 2329312"/>
              <a:gd name="connsiteY222" fmla="*/ 1016980 h 1017558"/>
              <a:gd name="connsiteX223" fmla="*/ 519957 w 2329312"/>
              <a:gd name="connsiteY223" fmla="*/ 1016968 h 1017558"/>
              <a:gd name="connsiteX224" fmla="*/ 522288 w 2329312"/>
              <a:gd name="connsiteY224" fmla="*/ 1016943 h 1017558"/>
              <a:gd name="connsiteX225" fmla="*/ 524620 w 2329312"/>
              <a:gd name="connsiteY225" fmla="*/ 1016931 h 1017558"/>
              <a:gd name="connsiteX226" fmla="*/ 526951 w 2329312"/>
              <a:gd name="connsiteY226" fmla="*/ 1016906 h 1017558"/>
              <a:gd name="connsiteX227" fmla="*/ 529282 w 2329312"/>
              <a:gd name="connsiteY227" fmla="*/ 1016882 h 1017558"/>
              <a:gd name="connsiteX228" fmla="*/ 531615 w 2329312"/>
              <a:gd name="connsiteY228" fmla="*/ 1016869 h 1017558"/>
              <a:gd name="connsiteX229" fmla="*/ 533946 w 2329312"/>
              <a:gd name="connsiteY229" fmla="*/ 1016845 h 1017558"/>
              <a:gd name="connsiteX230" fmla="*/ 536278 w 2329312"/>
              <a:gd name="connsiteY230" fmla="*/ 1016820 h 1017558"/>
              <a:gd name="connsiteX231" fmla="*/ 538609 w 2329312"/>
              <a:gd name="connsiteY231" fmla="*/ 1016795 h 1017558"/>
              <a:gd name="connsiteX232" fmla="*/ 540942 w 2329312"/>
              <a:gd name="connsiteY232" fmla="*/ 1016771 h 1017558"/>
              <a:gd name="connsiteX233" fmla="*/ 543273 w 2329312"/>
              <a:gd name="connsiteY233" fmla="*/ 1016746 h 1017558"/>
              <a:gd name="connsiteX234" fmla="*/ 545605 w 2329312"/>
              <a:gd name="connsiteY234" fmla="*/ 1016722 h 1017558"/>
              <a:gd name="connsiteX235" fmla="*/ 547936 w 2329312"/>
              <a:gd name="connsiteY235" fmla="*/ 1016697 h 1017558"/>
              <a:gd name="connsiteX236" fmla="*/ 550267 w 2329312"/>
              <a:gd name="connsiteY236" fmla="*/ 1016672 h 1017558"/>
              <a:gd name="connsiteX237" fmla="*/ 552600 w 2329312"/>
              <a:gd name="connsiteY237" fmla="*/ 1016648 h 1017558"/>
              <a:gd name="connsiteX238" fmla="*/ 554931 w 2329312"/>
              <a:gd name="connsiteY238" fmla="*/ 1016623 h 1017558"/>
              <a:gd name="connsiteX239" fmla="*/ 557263 w 2329312"/>
              <a:gd name="connsiteY239" fmla="*/ 1016586 h 1017558"/>
              <a:gd name="connsiteX240" fmla="*/ 559594 w 2329312"/>
              <a:gd name="connsiteY240" fmla="*/ 1016562 h 1017558"/>
              <a:gd name="connsiteX241" fmla="*/ 561926 w 2329312"/>
              <a:gd name="connsiteY241" fmla="*/ 1016537 h 1017558"/>
              <a:gd name="connsiteX242" fmla="*/ 564258 w 2329312"/>
              <a:gd name="connsiteY242" fmla="*/ 1016500 h 1017558"/>
              <a:gd name="connsiteX243" fmla="*/ 566589 w 2329312"/>
              <a:gd name="connsiteY243" fmla="*/ 1016476 h 1017558"/>
              <a:gd name="connsiteX244" fmla="*/ 568921 w 2329312"/>
              <a:gd name="connsiteY244" fmla="*/ 1016439 h 1017558"/>
              <a:gd name="connsiteX245" fmla="*/ 571252 w 2329312"/>
              <a:gd name="connsiteY245" fmla="*/ 1016402 h 1017558"/>
              <a:gd name="connsiteX246" fmla="*/ 573584 w 2329312"/>
              <a:gd name="connsiteY246" fmla="*/ 1016365 h 1017558"/>
              <a:gd name="connsiteX247" fmla="*/ 575916 w 2329312"/>
              <a:gd name="connsiteY247" fmla="*/ 1016340 h 1017558"/>
              <a:gd name="connsiteX248" fmla="*/ 578248 w 2329312"/>
              <a:gd name="connsiteY248" fmla="*/ 1016304 h 1017558"/>
              <a:gd name="connsiteX249" fmla="*/ 580579 w 2329312"/>
              <a:gd name="connsiteY249" fmla="*/ 1016267 h 1017558"/>
              <a:gd name="connsiteX250" fmla="*/ 582911 w 2329312"/>
              <a:gd name="connsiteY250" fmla="*/ 1016217 h 1017558"/>
              <a:gd name="connsiteX251" fmla="*/ 585242 w 2329312"/>
              <a:gd name="connsiteY251" fmla="*/ 1016180 h 1017558"/>
              <a:gd name="connsiteX252" fmla="*/ 587574 w 2329312"/>
              <a:gd name="connsiteY252" fmla="*/ 1016144 h 1017558"/>
              <a:gd name="connsiteX253" fmla="*/ 589906 w 2329312"/>
              <a:gd name="connsiteY253" fmla="*/ 1016107 h 1017558"/>
              <a:gd name="connsiteX254" fmla="*/ 592237 w 2329312"/>
              <a:gd name="connsiteY254" fmla="*/ 1016057 h 1017558"/>
              <a:gd name="connsiteX255" fmla="*/ 594569 w 2329312"/>
              <a:gd name="connsiteY255" fmla="*/ 1016021 h 1017558"/>
              <a:gd name="connsiteX256" fmla="*/ 596900 w 2329312"/>
              <a:gd name="connsiteY256" fmla="*/ 1015971 h 1017558"/>
              <a:gd name="connsiteX257" fmla="*/ 599233 w 2329312"/>
              <a:gd name="connsiteY257" fmla="*/ 1015922 h 1017558"/>
              <a:gd name="connsiteX258" fmla="*/ 601564 w 2329312"/>
              <a:gd name="connsiteY258" fmla="*/ 1015873 h 1017558"/>
              <a:gd name="connsiteX259" fmla="*/ 603895 w 2329312"/>
              <a:gd name="connsiteY259" fmla="*/ 1015824 h 1017558"/>
              <a:gd name="connsiteX260" fmla="*/ 606227 w 2329312"/>
              <a:gd name="connsiteY260" fmla="*/ 1015774 h 1017558"/>
              <a:gd name="connsiteX261" fmla="*/ 608558 w 2329312"/>
              <a:gd name="connsiteY261" fmla="*/ 1015725 h 1017558"/>
              <a:gd name="connsiteX262" fmla="*/ 610891 w 2329312"/>
              <a:gd name="connsiteY262" fmla="*/ 1015676 h 1017558"/>
              <a:gd name="connsiteX263" fmla="*/ 613222 w 2329312"/>
              <a:gd name="connsiteY263" fmla="*/ 1015627 h 1017558"/>
              <a:gd name="connsiteX264" fmla="*/ 615554 w 2329312"/>
              <a:gd name="connsiteY264" fmla="*/ 1015565 h 1017558"/>
              <a:gd name="connsiteX265" fmla="*/ 617885 w 2329312"/>
              <a:gd name="connsiteY265" fmla="*/ 1015504 h 1017558"/>
              <a:gd name="connsiteX266" fmla="*/ 620216 w 2329312"/>
              <a:gd name="connsiteY266" fmla="*/ 1015455 h 1017558"/>
              <a:gd name="connsiteX267" fmla="*/ 622549 w 2329312"/>
              <a:gd name="connsiteY267" fmla="*/ 1015393 h 1017558"/>
              <a:gd name="connsiteX268" fmla="*/ 624880 w 2329312"/>
              <a:gd name="connsiteY268" fmla="*/ 1015332 h 1017558"/>
              <a:gd name="connsiteX269" fmla="*/ 627212 w 2329312"/>
              <a:gd name="connsiteY269" fmla="*/ 1015270 h 1017558"/>
              <a:gd name="connsiteX270" fmla="*/ 629543 w 2329312"/>
              <a:gd name="connsiteY270" fmla="*/ 1015209 h 1017558"/>
              <a:gd name="connsiteX271" fmla="*/ 631876 w 2329312"/>
              <a:gd name="connsiteY271" fmla="*/ 1015135 h 1017558"/>
              <a:gd name="connsiteX272" fmla="*/ 634207 w 2329312"/>
              <a:gd name="connsiteY272" fmla="*/ 1015073 h 1017558"/>
              <a:gd name="connsiteX273" fmla="*/ 636539 w 2329312"/>
              <a:gd name="connsiteY273" fmla="*/ 1014999 h 1017558"/>
              <a:gd name="connsiteX274" fmla="*/ 638870 w 2329312"/>
              <a:gd name="connsiteY274" fmla="*/ 1014926 h 1017558"/>
              <a:gd name="connsiteX275" fmla="*/ 641201 w 2329312"/>
              <a:gd name="connsiteY275" fmla="*/ 1014852 h 1017558"/>
              <a:gd name="connsiteX276" fmla="*/ 643534 w 2329312"/>
              <a:gd name="connsiteY276" fmla="*/ 1014778 h 1017558"/>
              <a:gd name="connsiteX277" fmla="*/ 645865 w 2329312"/>
              <a:gd name="connsiteY277" fmla="*/ 1014704 h 1017558"/>
              <a:gd name="connsiteX278" fmla="*/ 648197 w 2329312"/>
              <a:gd name="connsiteY278" fmla="*/ 1014618 h 1017558"/>
              <a:gd name="connsiteX279" fmla="*/ 650528 w 2329312"/>
              <a:gd name="connsiteY279" fmla="*/ 1014544 h 1017558"/>
              <a:gd name="connsiteX280" fmla="*/ 652861 w 2329312"/>
              <a:gd name="connsiteY280" fmla="*/ 1014458 h 1017558"/>
              <a:gd name="connsiteX281" fmla="*/ 655192 w 2329312"/>
              <a:gd name="connsiteY281" fmla="*/ 1014372 h 1017558"/>
              <a:gd name="connsiteX282" fmla="*/ 657523 w 2329312"/>
              <a:gd name="connsiteY282" fmla="*/ 1014286 h 1017558"/>
              <a:gd name="connsiteX283" fmla="*/ 659855 w 2329312"/>
              <a:gd name="connsiteY283" fmla="*/ 1014200 h 1017558"/>
              <a:gd name="connsiteX284" fmla="*/ 662186 w 2329312"/>
              <a:gd name="connsiteY284" fmla="*/ 1014102 h 1017558"/>
              <a:gd name="connsiteX285" fmla="*/ 664519 w 2329312"/>
              <a:gd name="connsiteY285" fmla="*/ 1014015 h 1017558"/>
              <a:gd name="connsiteX286" fmla="*/ 666850 w 2329312"/>
              <a:gd name="connsiteY286" fmla="*/ 1013917 h 1017558"/>
              <a:gd name="connsiteX287" fmla="*/ 669182 w 2329312"/>
              <a:gd name="connsiteY287" fmla="*/ 1013819 h 1017558"/>
              <a:gd name="connsiteX288" fmla="*/ 671513 w 2329312"/>
              <a:gd name="connsiteY288" fmla="*/ 1013720 h 1017558"/>
              <a:gd name="connsiteX289" fmla="*/ 673845 w 2329312"/>
              <a:gd name="connsiteY289" fmla="*/ 1013609 h 1017558"/>
              <a:gd name="connsiteX290" fmla="*/ 676177 w 2329312"/>
              <a:gd name="connsiteY290" fmla="*/ 1013511 h 1017558"/>
              <a:gd name="connsiteX291" fmla="*/ 678508 w 2329312"/>
              <a:gd name="connsiteY291" fmla="*/ 1013400 h 1017558"/>
              <a:gd name="connsiteX292" fmla="*/ 680840 w 2329312"/>
              <a:gd name="connsiteY292" fmla="*/ 1013290 h 1017558"/>
              <a:gd name="connsiteX293" fmla="*/ 683171 w 2329312"/>
              <a:gd name="connsiteY293" fmla="*/ 1013179 h 1017558"/>
              <a:gd name="connsiteX294" fmla="*/ 685504 w 2329312"/>
              <a:gd name="connsiteY294" fmla="*/ 1013056 h 1017558"/>
              <a:gd name="connsiteX295" fmla="*/ 687835 w 2329312"/>
              <a:gd name="connsiteY295" fmla="*/ 1012945 h 1017558"/>
              <a:gd name="connsiteX296" fmla="*/ 690167 w 2329312"/>
              <a:gd name="connsiteY296" fmla="*/ 1012822 h 1017558"/>
              <a:gd name="connsiteX297" fmla="*/ 692498 w 2329312"/>
              <a:gd name="connsiteY297" fmla="*/ 1012687 h 1017558"/>
              <a:gd name="connsiteX298" fmla="*/ 694829 w 2329312"/>
              <a:gd name="connsiteY298" fmla="*/ 1012564 h 1017558"/>
              <a:gd name="connsiteX299" fmla="*/ 697162 w 2329312"/>
              <a:gd name="connsiteY299" fmla="*/ 1012429 h 1017558"/>
              <a:gd name="connsiteX300" fmla="*/ 699493 w 2329312"/>
              <a:gd name="connsiteY300" fmla="*/ 1012293 h 1017558"/>
              <a:gd name="connsiteX301" fmla="*/ 701825 w 2329312"/>
              <a:gd name="connsiteY301" fmla="*/ 1012158 h 1017558"/>
              <a:gd name="connsiteX302" fmla="*/ 704156 w 2329312"/>
              <a:gd name="connsiteY302" fmla="*/ 1012023 h 1017558"/>
              <a:gd name="connsiteX303" fmla="*/ 706488 w 2329312"/>
              <a:gd name="connsiteY303" fmla="*/ 1011875 h 1017558"/>
              <a:gd name="connsiteX304" fmla="*/ 708820 w 2329312"/>
              <a:gd name="connsiteY304" fmla="*/ 1011727 h 1017558"/>
              <a:gd name="connsiteX305" fmla="*/ 711151 w 2329312"/>
              <a:gd name="connsiteY305" fmla="*/ 1011580 h 1017558"/>
              <a:gd name="connsiteX306" fmla="*/ 713483 w 2329312"/>
              <a:gd name="connsiteY306" fmla="*/ 1011420 h 1017558"/>
              <a:gd name="connsiteX307" fmla="*/ 715814 w 2329312"/>
              <a:gd name="connsiteY307" fmla="*/ 1011272 h 1017558"/>
              <a:gd name="connsiteX308" fmla="*/ 718146 w 2329312"/>
              <a:gd name="connsiteY308" fmla="*/ 1011100 h 1017558"/>
              <a:gd name="connsiteX309" fmla="*/ 720478 w 2329312"/>
              <a:gd name="connsiteY309" fmla="*/ 1010940 h 1017558"/>
              <a:gd name="connsiteX310" fmla="*/ 722810 w 2329312"/>
              <a:gd name="connsiteY310" fmla="*/ 1010768 h 1017558"/>
              <a:gd name="connsiteX311" fmla="*/ 725141 w 2329312"/>
              <a:gd name="connsiteY311" fmla="*/ 1010596 h 1017558"/>
              <a:gd name="connsiteX312" fmla="*/ 727473 w 2329312"/>
              <a:gd name="connsiteY312" fmla="*/ 1010423 h 1017558"/>
              <a:gd name="connsiteX313" fmla="*/ 729804 w 2329312"/>
              <a:gd name="connsiteY313" fmla="*/ 1010239 h 1017558"/>
              <a:gd name="connsiteX314" fmla="*/ 732136 w 2329312"/>
              <a:gd name="connsiteY314" fmla="*/ 1010054 h 1017558"/>
              <a:gd name="connsiteX315" fmla="*/ 734468 w 2329312"/>
              <a:gd name="connsiteY315" fmla="*/ 1009870 h 1017558"/>
              <a:gd name="connsiteX316" fmla="*/ 736803 w 2329312"/>
              <a:gd name="connsiteY316" fmla="*/ 1009673 h 1017558"/>
              <a:gd name="connsiteX317" fmla="*/ 739128 w 2329312"/>
              <a:gd name="connsiteY317" fmla="*/ 1009476 h 1017558"/>
              <a:gd name="connsiteX318" fmla="*/ 741465 w 2329312"/>
              <a:gd name="connsiteY318" fmla="*/ 1009279 h 1017558"/>
              <a:gd name="connsiteX319" fmla="*/ 743790 w 2329312"/>
              <a:gd name="connsiteY319" fmla="*/ 1009070 h 1017558"/>
              <a:gd name="connsiteX320" fmla="*/ 746127 w 2329312"/>
              <a:gd name="connsiteY320" fmla="*/ 1008861 h 1017558"/>
              <a:gd name="connsiteX321" fmla="*/ 748452 w 2329312"/>
              <a:gd name="connsiteY321" fmla="*/ 1008640 h 1017558"/>
              <a:gd name="connsiteX322" fmla="*/ 750789 w 2329312"/>
              <a:gd name="connsiteY322" fmla="*/ 1008418 h 1017558"/>
              <a:gd name="connsiteX323" fmla="*/ 753127 w 2329312"/>
              <a:gd name="connsiteY323" fmla="*/ 1008197 h 1017558"/>
              <a:gd name="connsiteX324" fmla="*/ 755452 w 2329312"/>
              <a:gd name="connsiteY324" fmla="*/ 1007963 h 1017558"/>
              <a:gd name="connsiteX325" fmla="*/ 757789 w 2329312"/>
              <a:gd name="connsiteY325" fmla="*/ 1007729 h 1017558"/>
              <a:gd name="connsiteX326" fmla="*/ 760114 w 2329312"/>
              <a:gd name="connsiteY326" fmla="*/ 1007483 h 1017558"/>
              <a:gd name="connsiteX327" fmla="*/ 762451 w 2329312"/>
              <a:gd name="connsiteY327" fmla="*/ 1007237 h 1017558"/>
              <a:gd name="connsiteX328" fmla="*/ 764776 w 2329312"/>
              <a:gd name="connsiteY328" fmla="*/ 1006991 h 1017558"/>
              <a:gd name="connsiteX329" fmla="*/ 767113 w 2329312"/>
              <a:gd name="connsiteY329" fmla="*/ 1006733 h 1017558"/>
              <a:gd name="connsiteX330" fmla="*/ 769438 w 2329312"/>
              <a:gd name="connsiteY330" fmla="*/ 1006475 h 1017558"/>
              <a:gd name="connsiteX331" fmla="*/ 771776 w 2329312"/>
              <a:gd name="connsiteY331" fmla="*/ 1006204 h 1017558"/>
              <a:gd name="connsiteX332" fmla="*/ 774100 w 2329312"/>
              <a:gd name="connsiteY332" fmla="*/ 1005933 h 1017558"/>
              <a:gd name="connsiteX333" fmla="*/ 776438 w 2329312"/>
              <a:gd name="connsiteY333" fmla="*/ 1005650 h 1017558"/>
              <a:gd name="connsiteX334" fmla="*/ 778775 w 2329312"/>
              <a:gd name="connsiteY334" fmla="*/ 1005368 h 1017558"/>
              <a:gd name="connsiteX335" fmla="*/ 781100 w 2329312"/>
              <a:gd name="connsiteY335" fmla="*/ 1005072 h 1017558"/>
              <a:gd name="connsiteX336" fmla="*/ 783437 w 2329312"/>
              <a:gd name="connsiteY336" fmla="*/ 1004777 h 1017558"/>
              <a:gd name="connsiteX337" fmla="*/ 785762 w 2329312"/>
              <a:gd name="connsiteY337" fmla="*/ 1004470 h 1017558"/>
              <a:gd name="connsiteX338" fmla="*/ 788099 w 2329312"/>
              <a:gd name="connsiteY338" fmla="*/ 1004162 h 1017558"/>
              <a:gd name="connsiteX339" fmla="*/ 790424 w 2329312"/>
              <a:gd name="connsiteY339" fmla="*/ 1003842 h 1017558"/>
              <a:gd name="connsiteX340" fmla="*/ 792762 w 2329312"/>
              <a:gd name="connsiteY340" fmla="*/ 1003522 h 1017558"/>
              <a:gd name="connsiteX341" fmla="*/ 795087 w 2329312"/>
              <a:gd name="connsiteY341" fmla="*/ 1003190 h 1017558"/>
              <a:gd name="connsiteX342" fmla="*/ 797424 w 2329312"/>
              <a:gd name="connsiteY342" fmla="*/ 1002858 h 1017558"/>
              <a:gd name="connsiteX343" fmla="*/ 799749 w 2329312"/>
              <a:gd name="connsiteY343" fmla="*/ 1002514 h 1017558"/>
              <a:gd name="connsiteX344" fmla="*/ 802086 w 2329312"/>
              <a:gd name="connsiteY344" fmla="*/ 1002157 h 1017558"/>
              <a:gd name="connsiteX345" fmla="*/ 804411 w 2329312"/>
              <a:gd name="connsiteY345" fmla="*/ 1001800 h 1017558"/>
              <a:gd name="connsiteX346" fmla="*/ 806748 w 2329312"/>
              <a:gd name="connsiteY346" fmla="*/ 1001431 h 1017558"/>
              <a:gd name="connsiteX347" fmla="*/ 809086 w 2329312"/>
              <a:gd name="connsiteY347" fmla="*/ 1001062 h 1017558"/>
              <a:gd name="connsiteX348" fmla="*/ 811410 w 2329312"/>
              <a:gd name="connsiteY348" fmla="*/ 1000681 h 1017558"/>
              <a:gd name="connsiteX349" fmla="*/ 813748 w 2329312"/>
              <a:gd name="connsiteY349" fmla="*/ 1000299 h 1017558"/>
              <a:gd name="connsiteX350" fmla="*/ 816073 w 2329312"/>
              <a:gd name="connsiteY350" fmla="*/ 999906 h 1017558"/>
              <a:gd name="connsiteX351" fmla="*/ 818410 w 2329312"/>
              <a:gd name="connsiteY351" fmla="*/ 999500 h 1017558"/>
              <a:gd name="connsiteX352" fmla="*/ 820735 w 2329312"/>
              <a:gd name="connsiteY352" fmla="*/ 999082 h 1017558"/>
              <a:gd name="connsiteX353" fmla="*/ 823072 w 2329312"/>
              <a:gd name="connsiteY353" fmla="*/ 998663 h 1017558"/>
              <a:gd name="connsiteX354" fmla="*/ 825397 w 2329312"/>
              <a:gd name="connsiteY354" fmla="*/ 998233 h 1017558"/>
              <a:gd name="connsiteX355" fmla="*/ 827734 w 2329312"/>
              <a:gd name="connsiteY355" fmla="*/ 997802 h 1017558"/>
              <a:gd name="connsiteX356" fmla="*/ 830059 w 2329312"/>
              <a:gd name="connsiteY356" fmla="*/ 997359 h 1017558"/>
              <a:gd name="connsiteX357" fmla="*/ 832397 w 2329312"/>
              <a:gd name="connsiteY357" fmla="*/ 996904 h 1017558"/>
              <a:gd name="connsiteX358" fmla="*/ 834734 w 2329312"/>
              <a:gd name="connsiteY358" fmla="*/ 996437 h 1017558"/>
              <a:gd name="connsiteX359" fmla="*/ 837059 w 2329312"/>
              <a:gd name="connsiteY359" fmla="*/ 995969 h 1017558"/>
              <a:gd name="connsiteX360" fmla="*/ 839396 w 2329312"/>
              <a:gd name="connsiteY360" fmla="*/ 995477 h 1017558"/>
              <a:gd name="connsiteX361" fmla="*/ 841721 w 2329312"/>
              <a:gd name="connsiteY361" fmla="*/ 994997 h 1017558"/>
              <a:gd name="connsiteX362" fmla="*/ 844058 w 2329312"/>
              <a:gd name="connsiteY362" fmla="*/ 994493 h 1017558"/>
              <a:gd name="connsiteX363" fmla="*/ 846383 w 2329312"/>
              <a:gd name="connsiteY363" fmla="*/ 993989 h 1017558"/>
              <a:gd name="connsiteX364" fmla="*/ 848720 w 2329312"/>
              <a:gd name="connsiteY364" fmla="*/ 993460 h 1017558"/>
              <a:gd name="connsiteX365" fmla="*/ 851045 w 2329312"/>
              <a:gd name="connsiteY365" fmla="*/ 992931 h 1017558"/>
              <a:gd name="connsiteX366" fmla="*/ 853383 w 2329312"/>
              <a:gd name="connsiteY366" fmla="*/ 992390 h 1017558"/>
              <a:gd name="connsiteX367" fmla="*/ 855708 w 2329312"/>
              <a:gd name="connsiteY367" fmla="*/ 991848 h 1017558"/>
              <a:gd name="connsiteX368" fmla="*/ 858045 w 2329312"/>
              <a:gd name="connsiteY368" fmla="*/ 991282 h 1017558"/>
              <a:gd name="connsiteX369" fmla="*/ 860382 w 2329312"/>
              <a:gd name="connsiteY369" fmla="*/ 990717 h 1017558"/>
              <a:gd name="connsiteX370" fmla="*/ 862707 w 2329312"/>
              <a:gd name="connsiteY370" fmla="*/ 990138 h 1017558"/>
              <a:gd name="connsiteX371" fmla="*/ 865044 w 2329312"/>
              <a:gd name="connsiteY371" fmla="*/ 989548 h 1017558"/>
              <a:gd name="connsiteX372" fmla="*/ 867369 w 2329312"/>
              <a:gd name="connsiteY372" fmla="*/ 988945 h 1017558"/>
              <a:gd name="connsiteX373" fmla="*/ 869707 w 2329312"/>
              <a:gd name="connsiteY373" fmla="*/ 988330 h 1017558"/>
              <a:gd name="connsiteX374" fmla="*/ 872032 w 2329312"/>
              <a:gd name="connsiteY374" fmla="*/ 987703 h 1017558"/>
              <a:gd name="connsiteX375" fmla="*/ 874369 w 2329312"/>
              <a:gd name="connsiteY375" fmla="*/ 987063 h 1017558"/>
              <a:gd name="connsiteX376" fmla="*/ 876694 w 2329312"/>
              <a:gd name="connsiteY376" fmla="*/ 986423 h 1017558"/>
              <a:gd name="connsiteX377" fmla="*/ 879031 w 2329312"/>
              <a:gd name="connsiteY377" fmla="*/ 985759 h 1017558"/>
              <a:gd name="connsiteX378" fmla="*/ 881356 w 2329312"/>
              <a:gd name="connsiteY378" fmla="*/ 985083 h 1017558"/>
              <a:gd name="connsiteX379" fmla="*/ 883693 w 2329312"/>
              <a:gd name="connsiteY379" fmla="*/ 984406 h 1017558"/>
              <a:gd name="connsiteX380" fmla="*/ 886031 w 2329312"/>
              <a:gd name="connsiteY380" fmla="*/ 983705 h 1017558"/>
              <a:gd name="connsiteX381" fmla="*/ 888355 w 2329312"/>
              <a:gd name="connsiteY381" fmla="*/ 983004 h 1017558"/>
              <a:gd name="connsiteX382" fmla="*/ 890693 w 2329312"/>
              <a:gd name="connsiteY382" fmla="*/ 982278 h 1017558"/>
              <a:gd name="connsiteX383" fmla="*/ 893018 w 2329312"/>
              <a:gd name="connsiteY383" fmla="*/ 981540 h 1017558"/>
              <a:gd name="connsiteX384" fmla="*/ 895355 w 2329312"/>
              <a:gd name="connsiteY384" fmla="*/ 980802 h 1017558"/>
              <a:gd name="connsiteX385" fmla="*/ 897680 w 2329312"/>
              <a:gd name="connsiteY385" fmla="*/ 980039 h 1017558"/>
              <a:gd name="connsiteX386" fmla="*/ 900017 w 2329312"/>
              <a:gd name="connsiteY386" fmla="*/ 979264 h 1017558"/>
              <a:gd name="connsiteX387" fmla="*/ 902342 w 2329312"/>
              <a:gd name="connsiteY387" fmla="*/ 978477 h 1017558"/>
              <a:gd name="connsiteX388" fmla="*/ 904679 w 2329312"/>
              <a:gd name="connsiteY388" fmla="*/ 977677 h 1017558"/>
              <a:gd name="connsiteX389" fmla="*/ 907004 w 2329312"/>
              <a:gd name="connsiteY389" fmla="*/ 976865 h 1017558"/>
              <a:gd name="connsiteX390" fmla="*/ 909342 w 2329312"/>
              <a:gd name="connsiteY390" fmla="*/ 976041 h 1017558"/>
              <a:gd name="connsiteX391" fmla="*/ 911667 w 2329312"/>
              <a:gd name="connsiteY391" fmla="*/ 975192 h 1017558"/>
              <a:gd name="connsiteX392" fmla="*/ 914004 w 2329312"/>
              <a:gd name="connsiteY392" fmla="*/ 974344 h 1017558"/>
              <a:gd name="connsiteX393" fmla="*/ 916341 w 2329312"/>
              <a:gd name="connsiteY393" fmla="*/ 973470 h 1017558"/>
              <a:gd name="connsiteX394" fmla="*/ 918666 w 2329312"/>
              <a:gd name="connsiteY394" fmla="*/ 972584 h 1017558"/>
              <a:gd name="connsiteX395" fmla="*/ 921003 w 2329312"/>
              <a:gd name="connsiteY395" fmla="*/ 971686 h 1017558"/>
              <a:gd name="connsiteX396" fmla="*/ 923328 w 2329312"/>
              <a:gd name="connsiteY396" fmla="*/ 970764 h 1017558"/>
              <a:gd name="connsiteX397" fmla="*/ 925666 w 2329312"/>
              <a:gd name="connsiteY397" fmla="*/ 969841 h 1017558"/>
              <a:gd name="connsiteX398" fmla="*/ 927991 w 2329312"/>
              <a:gd name="connsiteY398" fmla="*/ 968894 h 1017558"/>
              <a:gd name="connsiteX399" fmla="*/ 930328 w 2329312"/>
              <a:gd name="connsiteY399" fmla="*/ 967922 h 1017558"/>
              <a:gd name="connsiteX400" fmla="*/ 932653 w 2329312"/>
              <a:gd name="connsiteY400" fmla="*/ 966950 h 1017558"/>
              <a:gd name="connsiteX401" fmla="*/ 934990 w 2329312"/>
              <a:gd name="connsiteY401" fmla="*/ 965954 h 1017558"/>
              <a:gd name="connsiteX402" fmla="*/ 937315 w 2329312"/>
              <a:gd name="connsiteY402" fmla="*/ 964945 h 1017558"/>
              <a:gd name="connsiteX403" fmla="*/ 939652 w 2329312"/>
              <a:gd name="connsiteY403" fmla="*/ 963924 h 1017558"/>
              <a:gd name="connsiteX404" fmla="*/ 941990 w 2329312"/>
              <a:gd name="connsiteY404" fmla="*/ 962879 h 1017558"/>
              <a:gd name="connsiteX405" fmla="*/ 944315 w 2329312"/>
              <a:gd name="connsiteY405" fmla="*/ 961821 h 1017558"/>
              <a:gd name="connsiteX406" fmla="*/ 946652 w 2329312"/>
              <a:gd name="connsiteY406" fmla="*/ 960738 h 1017558"/>
              <a:gd name="connsiteX407" fmla="*/ 948977 w 2329312"/>
              <a:gd name="connsiteY407" fmla="*/ 959643 h 1017558"/>
              <a:gd name="connsiteX408" fmla="*/ 951314 w 2329312"/>
              <a:gd name="connsiteY408" fmla="*/ 958536 h 1017558"/>
              <a:gd name="connsiteX409" fmla="*/ 953639 w 2329312"/>
              <a:gd name="connsiteY409" fmla="*/ 957405 h 1017558"/>
              <a:gd name="connsiteX410" fmla="*/ 955976 w 2329312"/>
              <a:gd name="connsiteY410" fmla="*/ 956260 h 1017558"/>
              <a:gd name="connsiteX411" fmla="*/ 958301 w 2329312"/>
              <a:gd name="connsiteY411" fmla="*/ 955092 h 1017558"/>
              <a:gd name="connsiteX412" fmla="*/ 960638 w 2329312"/>
              <a:gd name="connsiteY412" fmla="*/ 953911 h 1017558"/>
              <a:gd name="connsiteX413" fmla="*/ 962963 w 2329312"/>
              <a:gd name="connsiteY413" fmla="*/ 952718 h 1017558"/>
              <a:gd name="connsiteX414" fmla="*/ 965301 w 2329312"/>
              <a:gd name="connsiteY414" fmla="*/ 951500 h 1017558"/>
              <a:gd name="connsiteX415" fmla="*/ 967638 w 2329312"/>
              <a:gd name="connsiteY415" fmla="*/ 950257 h 1017558"/>
              <a:gd name="connsiteX416" fmla="*/ 969963 w 2329312"/>
              <a:gd name="connsiteY416" fmla="*/ 949003 h 1017558"/>
              <a:gd name="connsiteX417" fmla="*/ 972300 w 2329312"/>
              <a:gd name="connsiteY417" fmla="*/ 947723 h 1017558"/>
              <a:gd name="connsiteX418" fmla="*/ 974625 w 2329312"/>
              <a:gd name="connsiteY418" fmla="*/ 946432 h 1017558"/>
              <a:gd name="connsiteX419" fmla="*/ 976962 w 2329312"/>
              <a:gd name="connsiteY419" fmla="*/ 945115 h 1017558"/>
              <a:gd name="connsiteX420" fmla="*/ 979287 w 2329312"/>
              <a:gd name="connsiteY420" fmla="*/ 943787 h 1017558"/>
              <a:gd name="connsiteX421" fmla="*/ 981625 w 2329312"/>
              <a:gd name="connsiteY421" fmla="*/ 942434 h 1017558"/>
              <a:gd name="connsiteX422" fmla="*/ 983949 w 2329312"/>
              <a:gd name="connsiteY422" fmla="*/ 941056 h 1017558"/>
              <a:gd name="connsiteX423" fmla="*/ 986287 w 2329312"/>
              <a:gd name="connsiteY423" fmla="*/ 939666 h 1017558"/>
              <a:gd name="connsiteX424" fmla="*/ 988612 w 2329312"/>
              <a:gd name="connsiteY424" fmla="*/ 938251 h 1017558"/>
              <a:gd name="connsiteX425" fmla="*/ 990949 w 2329312"/>
              <a:gd name="connsiteY425" fmla="*/ 936812 h 1017558"/>
              <a:gd name="connsiteX426" fmla="*/ 993286 w 2329312"/>
              <a:gd name="connsiteY426" fmla="*/ 935360 h 1017558"/>
              <a:gd name="connsiteX427" fmla="*/ 995611 w 2329312"/>
              <a:gd name="connsiteY427" fmla="*/ 933884 h 1017558"/>
              <a:gd name="connsiteX428" fmla="*/ 997948 w 2329312"/>
              <a:gd name="connsiteY428" fmla="*/ 932383 h 1017558"/>
              <a:gd name="connsiteX429" fmla="*/ 1000273 w 2329312"/>
              <a:gd name="connsiteY429" fmla="*/ 930870 h 1017558"/>
              <a:gd name="connsiteX430" fmla="*/ 1002611 w 2329312"/>
              <a:gd name="connsiteY430" fmla="*/ 929320 h 1017558"/>
              <a:gd name="connsiteX431" fmla="*/ 1004936 w 2329312"/>
              <a:gd name="connsiteY431" fmla="*/ 927758 h 1017558"/>
              <a:gd name="connsiteX432" fmla="*/ 1007273 w 2329312"/>
              <a:gd name="connsiteY432" fmla="*/ 926184 h 1017558"/>
              <a:gd name="connsiteX433" fmla="*/ 1009598 w 2329312"/>
              <a:gd name="connsiteY433" fmla="*/ 924572 h 1017558"/>
              <a:gd name="connsiteX434" fmla="*/ 1011935 w 2329312"/>
              <a:gd name="connsiteY434" fmla="*/ 922948 h 1017558"/>
              <a:gd name="connsiteX435" fmla="*/ 1014260 w 2329312"/>
              <a:gd name="connsiteY435" fmla="*/ 921288 h 1017558"/>
              <a:gd name="connsiteX436" fmla="*/ 1016597 w 2329312"/>
              <a:gd name="connsiteY436" fmla="*/ 919615 h 1017558"/>
              <a:gd name="connsiteX437" fmla="*/ 1018922 w 2329312"/>
              <a:gd name="connsiteY437" fmla="*/ 917929 h 1017558"/>
              <a:gd name="connsiteX438" fmla="*/ 1021259 w 2329312"/>
              <a:gd name="connsiteY438" fmla="*/ 916207 h 1017558"/>
              <a:gd name="connsiteX439" fmla="*/ 1023597 w 2329312"/>
              <a:gd name="connsiteY439" fmla="*/ 914460 h 1017558"/>
              <a:gd name="connsiteX440" fmla="*/ 1025922 w 2329312"/>
              <a:gd name="connsiteY440" fmla="*/ 912701 h 1017558"/>
              <a:gd name="connsiteX441" fmla="*/ 1028259 w 2329312"/>
              <a:gd name="connsiteY441" fmla="*/ 910905 h 1017558"/>
              <a:gd name="connsiteX442" fmla="*/ 1030584 w 2329312"/>
              <a:gd name="connsiteY442" fmla="*/ 909097 h 1017558"/>
              <a:gd name="connsiteX443" fmla="*/ 1032921 w 2329312"/>
              <a:gd name="connsiteY443" fmla="*/ 907264 h 1017558"/>
              <a:gd name="connsiteX444" fmla="*/ 1035246 w 2329312"/>
              <a:gd name="connsiteY444" fmla="*/ 905394 h 1017558"/>
              <a:gd name="connsiteX445" fmla="*/ 1037583 w 2329312"/>
              <a:gd name="connsiteY445" fmla="*/ 903512 h 1017558"/>
              <a:gd name="connsiteX446" fmla="*/ 1039908 w 2329312"/>
              <a:gd name="connsiteY446" fmla="*/ 901606 h 1017558"/>
              <a:gd name="connsiteX447" fmla="*/ 1042246 w 2329312"/>
              <a:gd name="connsiteY447" fmla="*/ 899674 h 1017558"/>
              <a:gd name="connsiteX448" fmla="*/ 1044571 w 2329312"/>
              <a:gd name="connsiteY448" fmla="*/ 897718 h 1017558"/>
              <a:gd name="connsiteX449" fmla="*/ 1046908 w 2329312"/>
              <a:gd name="connsiteY449" fmla="*/ 895725 h 1017558"/>
              <a:gd name="connsiteX450" fmla="*/ 1049245 w 2329312"/>
              <a:gd name="connsiteY450" fmla="*/ 893720 h 1017558"/>
              <a:gd name="connsiteX451" fmla="*/ 1051570 w 2329312"/>
              <a:gd name="connsiteY451" fmla="*/ 891691 h 1017558"/>
              <a:gd name="connsiteX452" fmla="*/ 1053907 w 2329312"/>
              <a:gd name="connsiteY452" fmla="*/ 889636 h 1017558"/>
              <a:gd name="connsiteX453" fmla="*/ 1056232 w 2329312"/>
              <a:gd name="connsiteY453" fmla="*/ 887545 h 1017558"/>
              <a:gd name="connsiteX454" fmla="*/ 1058569 w 2329312"/>
              <a:gd name="connsiteY454" fmla="*/ 885442 h 1017558"/>
              <a:gd name="connsiteX455" fmla="*/ 1060894 w 2329312"/>
              <a:gd name="connsiteY455" fmla="*/ 883301 h 1017558"/>
              <a:gd name="connsiteX456" fmla="*/ 1063232 w 2329312"/>
              <a:gd name="connsiteY456" fmla="*/ 881136 h 1017558"/>
              <a:gd name="connsiteX457" fmla="*/ 1065557 w 2329312"/>
              <a:gd name="connsiteY457" fmla="*/ 878959 h 1017558"/>
              <a:gd name="connsiteX458" fmla="*/ 1067894 w 2329312"/>
              <a:gd name="connsiteY458" fmla="*/ 876744 h 1017558"/>
              <a:gd name="connsiteX459" fmla="*/ 1070219 w 2329312"/>
              <a:gd name="connsiteY459" fmla="*/ 874506 h 1017558"/>
              <a:gd name="connsiteX460" fmla="*/ 1072556 w 2329312"/>
              <a:gd name="connsiteY460" fmla="*/ 872230 h 1017558"/>
              <a:gd name="connsiteX461" fmla="*/ 1074893 w 2329312"/>
              <a:gd name="connsiteY461" fmla="*/ 869942 h 1017558"/>
              <a:gd name="connsiteX462" fmla="*/ 1077218 w 2329312"/>
              <a:gd name="connsiteY462" fmla="*/ 867629 h 1017558"/>
              <a:gd name="connsiteX463" fmla="*/ 1079556 w 2329312"/>
              <a:gd name="connsiteY463" fmla="*/ 865280 h 1017558"/>
              <a:gd name="connsiteX464" fmla="*/ 1081881 w 2329312"/>
              <a:gd name="connsiteY464" fmla="*/ 862905 h 1017558"/>
              <a:gd name="connsiteX465" fmla="*/ 1084218 w 2329312"/>
              <a:gd name="connsiteY465" fmla="*/ 860507 h 1017558"/>
              <a:gd name="connsiteX466" fmla="*/ 1086543 w 2329312"/>
              <a:gd name="connsiteY466" fmla="*/ 858071 h 1017558"/>
              <a:gd name="connsiteX467" fmla="*/ 1088880 w 2329312"/>
              <a:gd name="connsiteY467" fmla="*/ 855623 h 1017558"/>
              <a:gd name="connsiteX468" fmla="*/ 1091205 w 2329312"/>
              <a:gd name="connsiteY468" fmla="*/ 853138 h 1017558"/>
              <a:gd name="connsiteX469" fmla="*/ 1093542 w 2329312"/>
              <a:gd name="connsiteY469" fmla="*/ 850629 h 1017558"/>
              <a:gd name="connsiteX470" fmla="*/ 1095867 w 2329312"/>
              <a:gd name="connsiteY470" fmla="*/ 848095 h 1017558"/>
              <a:gd name="connsiteX471" fmla="*/ 1098205 w 2329312"/>
              <a:gd name="connsiteY471" fmla="*/ 845524 h 1017558"/>
              <a:gd name="connsiteX472" fmla="*/ 1100542 w 2329312"/>
              <a:gd name="connsiteY472" fmla="*/ 842940 h 1017558"/>
              <a:gd name="connsiteX473" fmla="*/ 1102867 w 2329312"/>
              <a:gd name="connsiteY473" fmla="*/ 840320 h 1017558"/>
              <a:gd name="connsiteX474" fmla="*/ 1105204 w 2329312"/>
              <a:gd name="connsiteY474" fmla="*/ 837663 h 1017558"/>
              <a:gd name="connsiteX475" fmla="*/ 1107529 w 2329312"/>
              <a:gd name="connsiteY475" fmla="*/ 834994 h 1017558"/>
              <a:gd name="connsiteX476" fmla="*/ 1109866 w 2329312"/>
              <a:gd name="connsiteY476" fmla="*/ 832287 h 1017558"/>
              <a:gd name="connsiteX477" fmla="*/ 1112191 w 2329312"/>
              <a:gd name="connsiteY477" fmla="*/ 829556 h 1017558"/>
              <a:gd name="connsiteX478" fmla="*/ 1114529 w 2329312"/>
              <a:gd name="connsiteY478" fmla="*/ 826789 h 1017558"/>
              <a:gd name="connsiteX479" fmla="*/ 1116853 w 2329312"/>
              <a:gd name="connsiteY479" fmla="*/ 824008 h 1017558"/>
              <a:gd name="connsiteX480" fmla="*/ 1119191 w 2329312"/>
              <a:gd name="connsiteY480" fmla="*/ 821192 h 1017558"/>
              <a:gd name="connsiteX481" fmla="*/ 1121516 w 2329312"/>
              <a:gd name="connsiteY481" fmla="*/ 818338 h 1017558"/>
              <a:gd name="connsiteX482" fmla="*/ 1123853 w 2329312"/>
              <a:gd name="connsiteY482" fmla="*/ 815471 h 1017558"/>
              <a:gd name="connsiteX483" fmla="*/ 1126178 w 2329312"/>
              <a:gd name="connsiteY483" fmla="*/ 812568 h 1017558"/>
              <a:gd name="connsiteX484" fmla="*/ 1128515 w 2329312"/>
              <a:gd name="connsiteY484" fmla="*/ 809628 h 1017558"/>
              <a:gd name="connsiteX485" fmla="*/ 1130852 w 2329312"/>
              <a:gd name="connsiteY485" fmla="*/ 806676 h 1017558"/>
              <a:gd name="connsiteX486" fmla="*/ 1133177 w 2329312"/>
              <a:gd name="connsiteY486" fmla="*/ 803687 h 1017558"/>
              <a:gd name="connsiteX487" fmla="*/ 1135515 w 2329312"/>
              <a:gd name="connsiteY487" fmla="*/ 800673 h 1017558"/>
              <a:gd name="connsiteX488" fmla="*/ 1137840 w 2329312"/>
              <a:gd name="connsiteY488" fmla="*/ 797622 h 1017558"/>
              <a:gd name="connsiteX489" fmla="*/ 1140177 w 2329312"/>
              <a:gd name="connsiteY489" fmla="*/ 794547 h 1017558"/>
              <a:gd name="connsiteX490" fmla="*/ 1142502 w 2329312"/>
              <a:gd name="connsiteY490" fmla="*/ 791447 h 1017558"/>
              <a:gd name="connsiteX491" fmla="*/ 1144839 w 2329312"/>
              <a:gd name="connsiteY491" fmla="*/ 788310 h 1017558"/>
              <a:gd name="connsiteX492" fmla="*/ 1147164 w 2329312"/>
              <a:gd name="connsiteY492" fmla="*/ 785148 h 1017558"/>
              <a:gd name="connsiteX493" fmla="*/ 1149501 w 2329312"/>
              <a:gd name="connsiteY493" fmla="*/ 781962 h 1017558"/>
              <a:gd name="connsiteX494" fmla="*/ 1151826 w 2329312"/>
              <a:gd name="connsiteY494" fmla="*/ 778739 h 1017558"/>
              <a:gd name="connsiteX495" fmla="*/ 1154164 w 2329312"/>
              <a:gd name="connsiteY495" fmla="*/ 775492 h 1017558"/>
              <a:gd name="connsiteX496" fmla="*/ 1156501 w 2329312"/>
              <a:gd name="connsiteY496" fmla="*/ 772220 h 1017558"/>
              <a:gd name="connsiteX497" fmla="*/ 1158826 w 2329312"/>
              <a:gd name="connsiteY497" fmla="*/ 768911 h 1017558"/>
              <a:gd name="connsiteX498" fmla="*/ 1161163 w 2329312"/>
              <a:gd name="connsiteY498" fmla="*/ 765589 h 1017558"/>
              <a:gd name="connsiteX499" fmla="*/ 1163488 w 2329312"/>
              <a:gd name="connsiteY499" fmla="*/ 762219 h 1017558"/>
              <a:gd name="connsiteX500" fmla="*/ 1165825 w 2329312"/>
              <a:gd name="connsiteY500" fmla="*/ 758836 h 1017558"/>
              <a:gd name="connsiteX501" fmla="*/ 1168150 w 2329312"/>
              <a:gd name="connsiteY501" fmla="*/ 755416 h 1017558"/>
              <a:gd name="connsiteX502" fmla="*/ 1170487 w 2329312"/>
              <a:gd name="connsiteY502" fmla="*/ 751972 h 1017558"/>
              <a:gd name="connsiteX503" fmla="*/ 1172812 w 2329312"/>
              <a:gd name="connsiteY503" fmla="*/ 748490 h 1017558"/>
              <a:gd name="connsiteX504" fmla="*/ 1175150 w 2329312"/>
              <a:gd name="connsiteY504" fmla="*/ 744997 h 1017558"/>
              <a:gd name="connsiteX505" fmla="*/ 1177475 w 2329312"/>
              <a:gd name="connsiteY505" fmla="*/ 741454 h 1017558"/>
              <a:gd name="connsiteX506" fmla="*/ 1179812 w 2329312"/>
              <a:gd name="connsiteY506" fmla="*/ 737899 h 1017558"/>
              <a:gd name="connsiteX507" fmla="*/ 1182149 w 2329312"/>
              <a:gd name="connsiteY507" fmla="*/ 734319 h 1017558"/>
              <a:gd name="connsiteX508" fmla="*/ 1184474 w 2329312"/>
              <a:gd name="connsiteY508" fmla="*/ 730703 h 1017558"/>
              <a:gd name="connsiteX509" fmla="*/ 1186811 w 2329312"/>
              <a:gd name="connsiteY509" fmla="*/ 727061 h 1017558"/>
              <a:gd name="connsiteX510" fmla="*/ 1189136 w 2329312"/>
              <a:gd name="connsiteY510" fmla="*/ 723383 h 1017558"/>
              <a:gd name="connsiteX511" fmla="*/ 1191474 w 2329312"/>
              <a:gd name="connsiteY511" fmla="*/ 719693 h 1017558"/>
              <a:gd name="connsiteX512" fmla="*/ 1193798 w 2329312"/>
              <a:gd name="connsiteY512" fmla="*/ 715966 h 1017558"/>
              <a:gd name="connsiteX513" fmla="*/ 1196136 w 2329312"/>
              <a:gd name="connsiteY513" fmla="*/ 712214 h 1017558"/>
              <a:gd name="connsiteX514" fmla="*/ 1198461 w 2329312"/>
              <a:gd name="connsiteY514" fmla="*/ 708425 h 1017558"/>
              <a:gd name="connsiteX515" fmla="*/ 1200798 w 2329312"/>
              <a:gd name="connsiteY515" fmla="*/ 704624 h 1017558"/>
              <a:gd name="connsiteX516" fmla="*/ 1203123 w 2329312"/>
              <a:gd name="connsiteY516" fmla="*/ 700786 h 1017558"/>
              <a:gd name="connsiteX517" fmla="*/ 1205460 w 2329312"/>
              <a:gd name="connsiteY517" fmla="*/ 696923 h 1017558"/>
              <a:gd name="connsiteX518" fmla="*/ 1207797 w 2329312"/>
              <a:gd name="connsiteY518" fmla="*/ 693036 h 1017558"/>
              <a:gd name="connsiteX519" fmla="*/ 1210122 w 2329312"/>
              <a:gd name="connsiteY519" fmla="*/ 689124 h 1017558"/>
              <a:gd name="connsiteX520" fmla="*/ 1212460 w 2329312"/>
              <a:gd name="connsiteY520" fmla="*/ 685188 h 1017558"/>
              <a:gd name="connsiteX521" fmla="*/ 1214785 w 2329312"/>
              <a:gd name="connsiteY521" fmla="*/ 681227 h 1017558"/>
              <a:gd name="connsiteX522" fmla="*/ 1217122 w 2329312"/>
              <a:gd name="connsiteY522" fmla="*/ 677229 h 1017558"/>
              <a:gd name="connsiteX523" fmla="*/ 1219447 w 2329312"/>
              <a:gd name="connsiteY523" fmla="*/ 673218 h 1017558"/>
              <a:gd name="connsiteX524" fmla="*/ 1221784 w 2329312"/>
              <a:gd name="connsiteY524" fmla="*/ 669171 h 1017558"/>
              <a:gd name="connsiteX525" fmla="*/ 1224109 w 2329312"/>
              <a:gd name="connsiteY525" fmla="*/ 665099 h 1017558"/>
              <a:gd name="connsiteX526" fmla="*/ 1226446 w 2329312"/>
              <a:gd name="connsiteY526" fmla="*/ 661015 h 1017558"/>
              <a:gd name="connsiteX527" fmla="*/ 1228771 w 2329312"/>
              <a:gd name="connsiteY527" fmla="*/ 656894 h 1017558"/>
              <a:gd name="connsiteX528" fmla="*/ 1231108 w 2329312"/>
              <a:gd name="connsiteY528" fmla="*/ 652749 h 1017558"/>
              <a:gd name="connsiteX529" fmla="*/ 1233446 w 2329312"/>
              <a:gd name="connsiteY529" fmla="*/ 648591 h 1017558"/>
              <a:gd name="connsiteX530" fmla="*/ 1235771 w 2329312"/>
              <a:gd name="connsiteY530" fmla="*/ 644396 h 1017558"/>
              <a:gd name="connsiteX531" fmla="*/ 1238108 w 2329312"/>
              <a:gd name="connsiteY531" fmla="*/ 640177 h 1017558"/>
              <a:gd name="connsiteX532" fmla="*/ 1240433 w 2329312"/>
              <a:gd name="connsiteY532" fmla="*/ 635945 h 1017558"/>
              <a:gd name="connsiteX533" fmla="*/ 1242770 w 2329312"/>
              <a:gd name="connsiteY533" fmla="*/ 631689 h 1017558"/>
              <a:gd name="connsiteX534" fmla="*/ 1245095 w 2329312"/>
              <a:gd name="connsiteY534" fmla="*/ 627408 h 1017558"/>
              <a:gd name="connsiteX535" fmla="*/ 1247432 w 2329312"/>
              <a:gd name="connsiteY535" fmla="*/ 623090 h 1017558"/>
              <a:gd name="connsiteX536" fmla="*/ 1249757 w 2329312"/>
              <a:gd name="connsiteY536" fmla="*/ 618772 h 1017558"/>
              <a:gd name="connsiteX537" fmla="*/ 1252095 w 2329312"/>
              <a:gd name="connsiteY537" fmla="*/ 614418 h 1017558"/>
              <a:gd name="connsiteX538" fmla="*/ 1254420 w 2329312"/>
              <a:gd name="connsiteY538" fmla="*/ 610051 h 1017558"/>
              <a:gd name="connsiteX539" fmla="*/ 1256757 w 2329312"/>
              <a:gd name="connsiteY539" fmla="*/ 605647 h 1017558"/>
              <a:gd name="connsiteX540" fmla="*/ 1259082 w 2329312"/>
              <a:gd name="connsiteY540" fmla="*/ 601238 h 1017558"/>
              <a:gd name="connsiteX541" fmla="*/ 1261419 w 2329312"/>
              <a:gd name="connsiteY541" fmla="*/ 596803 h 1017558"/>
              <a:gd name="connsiteX542" fmla="*/ 1263756 w 2329312"/>
              <a:gd name="connsiteY542" fmla="*/ 592348 h 1017558"/>
              <a:gd name="connsiteX543" fmla="*/ 1266081 w 2329312"/>
              <a:gd name="connsiteY543" fmla="*/ 587873 h 1017558"/>
              <a:gd name="connsiteX544" fmla="*/ 1268419 w 2329312"/>
              <a:gd name="connsiteY544" fmla="*/ 583378 h 1017558"/>
              <a:gd name="connsiteX545" fmla="*/ 1270744 w 2329312"/>
              <a:gd name="connsiteY545" fmla="*/ 578863 h 1017558"/>
              <a:gd name="connsiteX546" fmla="*/ 1273081 w 2329312"/>
              <a:gd name="connsiteY546" fmla="*/ 574329 h 1017558"/>
              <a:gd name="connsiteX547" fmla="*/ 1275406 w 2329312"/>
              <a:gd name="connsiteY547" fmla="*/ 569777 h 1017558"/>
              <a:gd name="connsiteX548" fmla="*/ 1277743 w 2329312"/>
              <a:gd name="connsiteY548" fmla="*/ 565207 h 1017558"/>
              <a:gd name="connsiteX549" fmla="*/ 1280068 w 2329312"/>
              <a:gd name="connsiteY549" fmla="*/ 560620 h 1017558"/>
              <a:gd name="connsiteX550" fmla="*/ 1282405 w 2329312"/>
              <a:gd name="connsiteY550" fmla="*/ 556015 h 1017558"/>
              <a:gd name="connsiteX551" fmla="*/ 1284730 w 2329312"/>
              <a:gd name="connsiteY551" fmla="*/ 551393 h 1017558"/>
              <a:gd name="connsiteX552" fmla="*/ 1287067 w 2329312"/>
              <a:gd name="connsiteY552" fmla="*/ 546754 h 1017558"/>
              <a:gd name="connsiteX553" fmla="*/ 1289405 w 2329312"/>
              <a:gd name="connsiteY553" fmla="*/ 542099 h 1017558"/>
              <a:gd name="connsiteX554" fmla="*/ 1291730 w 2329312"/>
              <a:gd name="connsiteY554" fmla="*/ 537428 h 1017558"/>
              <a:gd name="connsiteX555" fmla="*/ 1294067 w 2329312"/>
              <a:gd name="connsiteY555" fmla="*/ 532743 h 1017558"/>
              <a:gd name="connsiteX556" fmla="*/ 1296392 w 2329312"/>
              <a:gd name="connsiteY556" fmla="*/ 528042 h 1017558"/>
              <a:gd name="connsiteX557" fmla="*/ 1298729 w 2329312"/>
              <a:gd name="connsiteY557" fmla="*/ 523327 h 1017558"/>
              <a:gd name="connsiteX558" fmla="*/ 1301054 w 2329312"/>
              <a:gd name="connsiteY558" fmla="*/ 518599 h 1017558"/>
              <a:gd name="connsiteX559" fmla="*/ 1303391 w 2329312"/>
              <a:gd name="connsiteY559" fmla="*/ 513856 h 1017558"/>
              <a:gd name="connsiteX560" fmla="*/ 1305716 w 2329312"/>
              <a:gd name="connsiteY560" fmla="*/ 509102 h 1017558"/>
              <a:gd name="connsiteX561" fmla="*/ 1308054 w 2329312"/>
              <a:gd name="connsiteY561" fmla="*/ 504334 h 1017558"/>
              <a:gd name="connsiteX562" fmla="*/ 1310379 w 2329312"/>
              <a:gd name="connsiteY562" fmla="*/ 499555 h 1017558"/>
              <a:gd name="connsiteX563" fmla="*/ 1312716 w 2329312"/>
              <a:gd name="connsiteY563" fmla="*/ 494764 h 1017558"/>
              <a:gd name="connsiteX564" fmla="*/ 1315053 w 2329312"/>
              <a:gd name="connsiteY564" fmla="*/ 489962 h 1017558"/>
              <a:gd name="connsiteX565" fmla="*/ 1317378 w 2329312"/>
              <a:gd name="connsiteY565" fmla="*/ 485150 h 1017558"/>
              <a:gd name="connsiteX566" fmla="*/ 1319715 w 2329312"/>
              <a:gd name="connsiteY566" fmla="*/ 480328 h 1017558"/>
              <a:gd name="connsiteX567" fmla="*/ 1322040 w 2329312"/>
              <a:gd name="connsiteY567" fmla="*/ 475496 h 1017558"/>
              <a:gd name="connsiteX568" fmla="*/ 1324378 w 2329312"/>
              <a:gd name="connsiteY568" fmla="*/ 470655 h 1017558"/>
              <a:gd name="connsiteX569" fmla="*/ 1326702 w 2329312"/>
              <a:gd name="connsiteY569" fmla="*/ 465806 h 1017558"/>
              <a:gd name="connsiteX570" fmla="*/ 1329040 w 2329312"/>
              <a:gd name="connsiteY570" fmla="*/ 460950 h 1017558"/>
              <a:gd name="connsiteX571" fmla="*/ 1331365 w 2329312"/>
              <a:gd name="connsiteY571" fmla="*/ 456086 h 1017558"/>
              <a:gd name="connsiteX572" fmla="*/ 1333702 w 2329312"/>
              <a:gd name="connsiteY572" fmla="*/ 451215 h 1017558"/>
              <a:gd name="connsiteX573" fmla="*/ 1336027 w 2329312"/>
              <a:gd name="connsiteY573" fmla="*/ 446338 h 1017558"/>
              <a:gd name="connsiteX574" fmla="*/ 1338364 w 2329312"/>
              <a:gd name="connsiteY574" fmla="*/ 441456 h 1017558"/>
              <a:gd name="connsiteX575" fmla="*/ 1340701 w 2329312"/>
              <a:gd name="connsiteY575" fmla="*/ 436568 h 1017558"/>
              <a:gd name="connsiteX576" fmla="*/ 1343026 w 2329312"/>
              <a:gd name="connsiteY576" fmla="*/ 431676 h 1017558"/>
              <a:gd name="connsiteX577" fmla="*/ 1345364 w 2329312"/>
              <a:gd name="connsiteY577" fmla="*/ 426780 h 1017558"/>
              <a:gd name="connsiteX578" fmla="*/ 1347689 w 2329312"/>
              <a:gd name="connsiteY578" fmla="*/ 421882 h 1017558"/>
              <a:gd name="connsiteX579" fmla="*/ 1350026 w 2329312"/>
              <a:gd name="connsiteY579" fmla="*/ 416980 h 1017558"/>
              <a:gd name="connsiteX580" fmla="*/ 1352351 w 2329312"/>
              <a:gd name="connsiteY580" fmla="*/ 412076 h 1017558"/>
              <a:gd name="connsiteX581" fmla="*/ 1354688 w 2329312"/>
              <a:gd name="connsiteY581" fmla="*/ 407170 h 1017558"/>
              <a:gd name="connsiteX582" fmla="*/ 1357013 w 2329312"/>
              <a:gd name="connsiteY582" fmla="*/ 402265 h 1017558"/>
              <a:gd name="connsiteX583" fmla="*/ 1359350 w 2329312"/>
              <a:gd name="connsiteY583" fmla="*/ 397359 h 1017558"/>
              <a:gd name="connsiteX584" fmla="*/ 1361675 w 2329312"/>
              <a:gd name="connsiteY584" fmla="*/ 392452 h 1017558"/>
              <a:gd name="connsiteX585" fmla="*/ 1364012 w 2329312"/>
              <a:gd name="connsiteY585" fmla="*/ 387547 h 1017558"/>
              <a:gd name="connsiteX586" fmla="*/ 1366337 w 2329312"/>
              <a:gd name="connsiteY586" fmla="*/ 382644 h 1017558"/>
              <a:gd name="connsiteX587" fmla="*/ 1368675 w 2329312"/>
              <a:gd name="connsiteY587" fmla="*/ 377743 h 1017558"/>
              <a:gd name="connsiteX588" fmla="*/ 1371012 w 2329312"/>
              <a:gd name="connsiteY588" fmla="*/ 372845 h 1017558"/>
              <a:gd name="connsiteX589" fmla="*/ 1373337 w 2329312"/>
              <a:gd name="connsiteY589" fmla="*/ 367950 h 1017558"/>
              <a:gd name="connsiteX590" fmla="*/ 1375674 w 2329312"/>
              <a:gd name="connsiteY590" fmla="*/ 363060 h 1017558"/>
              <a:gd name="connsiteX591" fmla="*/ 1377999 w 2329312"/>
              <a:gd name="connsiteY591" fmla="*/ 358174 h 1017558"/>
              <a:gd name="connsiteX592" fmla="*/ 1380336 w 2329312"/>
              <a:gd name="connsiteY592" fmla="*/ 353294 h 1017558"/>
              <a:gd name="connsiteX593" fmla="*/ 1382661 w 2329312"/>
              <a:gd name="connsiteY593" fmla="*/ 348420 h 1017558"/>
              <a:gd name="connsiteX594" fmla="*/ 1384999 w 2329312"/>
              <a:gd name="connsiteY594" fmla="*/ 343554 h 1017558"/>
              <a:gd name="connsiteX595" fmla="*/ 1387324 w 2329312"/>
              <a:gd name="connsiteY595" fmla="*/ 338695 h 1017558"/>
              <a:gd name="connsiteX596" fmla="*/ 1389661 w 2329312"/>
              <a:gd name="connsiteY596" fmla="*/ 333843 h 1017558"/>
              <a:gd name="connsiteX597" fmla="*/ 1391986 w 2329312"/>
              <a:gd name="connsiteY597" fmla="*/ 329000 h 1017558"/>
              <a:gd name="connsiteX598" fmla="*/ 1394323 w 2329312"/>
              <a:gd name="connsiteY598" fmla="*/ 324168 h 1017558"/>
              <a:gd name="connsiteX599" fmla="*/ 1396660 w 2329312"/>
              <a:gd name="connsiteY599" fmla="*/ 319345 h 1017558"/>
              <a:gd name="connsiteX600" fmla="*/ 1398985 w 2329312"/>
              <a:gd name="connsiteY600" fmla="*/ 314534 h 1017558"/>
              <a:gd name="connsiteX601" fmla="*/ 1401322 w 2329312"/>
              <a:gd name="connsiteY601" fmla="*/ 309733 h 1017558"/>
              <a:gd name="connsiteX602" fmla="*/ 1403647 w 2329312"/>
              <a:gd name="connsiteY602" fmla="*/ 304945 h 1017558"/>
              <a:gd name="connsiteX603" fmla="*/ 1405985 w 2329312"/>
              <a:gd name="connsiteY603" fmla="*/ 300169 h 1017558"/>
              <a:gd name="connsiteX604" fmla="*/ 1408310 w 2329312"/>
              <a:gd name="connsiteY604" fmla="*/ 295409 h 1017558"/>
              <a:gd name="connsiteX605" fmla="*/ 1410647 w 2329312"/>
              <a:gd name="connsiteY605" fmla="*/ 290662 h 1017558"/>
              <a:gd name="connsiteX606" fmla="*/ 1412972 w 2329312"/>
              <a:gd name="connsiteY606" fmla="*/ 285929 h 1017558"/>
              <a:gd name="connsiteX607" fmla="*/ 1415309 w 2329312"/>
              <a:gd name="connsiteY607" fmla="*/ 281213 h 1017558"/>
              <a:gd name="connsiteX608" fmla="*/ 1417634 w 2329312"/>
              <a:gd name="connsiteY608" fmla="*/ 276514 h 1017558"/>
              <a:gd name="connsiteX609" fmla="*/ 1419971 w 2329312"/>
              <a:gd name="connsiteY609" fmla="*/ 271831 h 1017558"/>
              <a:gd name="connsiteX610" fmla="*/ 1422309 w 2329312"/>
              <a:gd name="connsiteY610" fmla="*/ 267166 h 1017558"/>
              <a:gd name="connsiteX611" fmla="*/ 1424634 w 2329312"/>
              <a:gd name="connsiteY611" fmla="*/ 262520 h 1017558"/>
              <a:gd name="connsiteX612" fmla="*/ 1426971 w 2329312"/>
              <a:gd name="connsiteY612" fmla="*/ 257892 h 1017558"/>
              <a:gd name="connsiteX613" fmla="*/ 1429296 w 2329312"/>
              <a:gd name="connsiteY613" fmla="*/ 253285 h 1017558"/>
              <a:gd name="connsiteX614" fmla="*/ 1431633 w 2329312"/>
              <a:gd name="connsiteY614" fmla="*/ 248698 h 1017558"/>
              <a:gd name="connsiteX615" fmla="*/ 1433958 w 2329312"/>
              <a:gd name="connsiteY615" fmla="*/ 244133 h 1017558"/>
              <a:gd name="connsiteX616" fmla="*/ 1436295 w 2329312"/>
              <a:gd name="connsiteY616" fmla="*/ 239590 h 1017558"/>
              <a:gd name="connsiteX617" fmla="*/ 1438620 w 2329312"/>
              <a:gd name="connsiteY617" fmla="*/ 235069 h 1017558"/>
              <a:gd name="connsiteX618" fmla="*/ 1440958 w 2329312"/>
              <a:gd name="connsiteY618" fmla="*/ 230573 h 1017558"/>
              <a:gd name="connsiteX619" fmla="*/ 1443283 w 2329312"/>
              <a:gd name="connsiteY619" fmla="*/ 226100 h 1017558"/>
              <a:gd name="connsiteX620" fmla="*/ 1445620 w 2329312"/>
              <a:gd name="connsiteY620" fmla="*/ 221652 h 1017558"/>
              <a:gd name="connsiteX621" fmla="*/ 1447957 w 2329312"/>
              <a:gd name="connsiteY621" fmla="*/ 217230 h 1017558"/>
              <a:gd name="connsiteX622" fmla="*/ 1450282 w 2329312"/>
              <a:gd name="connsiteY622" fmla="*/ 212835 h 1017558"/>
              <a:gd name="connsiteX623" fmla="*/ 1452619 w 2329312"/>
              <a:gd name="connsiteY623" fmla="*/ 208465 h 1017558"/>
              <a:gd name="connsiteX624" fmla="*/ 1454944 w 2329312"/>
              <a:gd name="connsiteY624" fmla="*/ 204124 h 1017558"/>
              <a:gd name="connsiteX625" fmla="*/ 1457282 w 2329312"/>
              <a:gd name="connsiteY625" fmla="*/ 199811 h 1017558"/>
              <a:gd name="connsiteX626" fmla="*/ 1459606 w 2329312"/>
              <a:gd name="connsiteY626" fmla="*/ 195528 h 1017558"/>
              <a:gd name="connsiteX627" fmla="*/ 1461944 w 2329312"/>
              <a:gd name="connsiteY627" fmla="*/ 191273 h 1017558"/>
              <a:gd name="connsiteX628" fmla="*/ 1464269 w 2329312"/>
              <a:gd name="connsiteY628" fmla="*/ 187050 h 1017558"/>
              <a:gd name="connsiteX629" fmla="*/ 1466606 w 2329312"/>
              <a:gd name="connsiteY629" fmla="*/ 182857 h 1017558"/>
              <a:gd name="connsiteX630" fmla="*/ 1468931 w 2329312"/>
              <a:gd name="connsiteY630" fmla="*/ 178697 h 1017558"/>
              <a:gd name="connsiteX631" fmla="*/ 1471268 w 2329312"/>
              <a:gd name="connsiteY631" fmla="*/ 174569 h 1017558"/>
              <a:gd name="connsiteX632" fmla="*/ 1473593 w 2329312"/>
              <a:gd name="connsiteY632" fmla="*/ 170474 h 1017558"/>
              <a:gd name="connsiteX633" fmla="*/ 1475930 w 2329312"/>
              <a:gd name="connsiteY633" fmla="*/ 166413 h 1017558"/>
              <a:gd name="connsiteX634" fmla="*/ 1478268 w 2329312"/>
              <a:gd name="connsiteY634" fmla="*/ 162387 h 1017558"/>
              <a:gd name="connsiteX635" fmla="*/ 1480593 w 2329312"/>
              <a:gd name="connsiteY635" fmla="*/ 158396 h 1017558"/>
              <a:gd name="connsiteX636" fmla="*/ 1482930 w 2329312"/>
              <a:gd name="connsiteY636" fmla="*/ 154440 h 1017558"/>
              <a:gd name="connsiteX637" fmla="*/ 1485255 w 2329312"/>
              <a:gd name="connsiteY637" fmla="*/ 150522 h 1017558"/>
              <a:gd name="connsiteX638" fmla="*/ 1487592 w 2329312"/>
              <a:gd name="connsiteY638" fmla="*/ 146641 h 1017558"/>
              <a:gd name="connsiteX639" fmla="*/ 1489917 w 2329312"/>
              <a:gd name="connsiteY639" fmla="*/ 142797 h 1017558"/>
              <a:gd name="connsiteX640" fmla="*/ 1492254 w 2329312"/>
              <a:gd name="connsiteY640" fmla="*/ 138992 h 1017558"/>
              <a:gd name="connsiteX641" fmla="*/ 1494579 w 2329312"/>
              <a:gd name="connsiteY641" fmla="*/ 135227 h 1017558"/>
              <a:gd name="connsiteX642" fmla="*/ 1496916 w 2329312"/>
              <a:gd name="connsiteY642" fmla="*/ 131502 h 1017558"/>
              <a:gd name="connsiteX643" fmla="*/ 1499241 w 2329312"/>
              <a:gd name="connsiteY643" fmla="*/ 127816 h 1017558"/>
              <a:gd name="connsiteX644" fmla="*/ 1501579 w 2329312"/>
              <a:gd name="connsiteY644" fmla="*/ 124171 h 1017558"/>
              <a:gd name="connsiteX645" fmla="*/ 1503916 w 2329312"/>
              <a:gd name="connsiteY645" fmla="*/ 120569 h 1017558"/>
              <a:gd name="connsiteX646" fmla="*/ 1506241 w 2329312"/>
              <a:gd name="connsiteY646" fmla="*/ 117009 h 1017558"/>
              <a:gd name="connsiteX647" fmla="*/ 1508578 w 2329312"/>
              <a:gd name="connsiteY647" fmla="*/ 113492 h 1017558"/>
              <a:gd name="connsiteX648" fmla="*/ 1510903 w 2329312"/>
              <a:gd name="connsiteY648" fmla="*/ 110019 h 1017558"/>
              <a:gd name="connsiteX649" fmla="*/ 1513240 w 2329312"/>
              <a:gd name="connsiteY649" fmla="*/ 106590 h 1017558"/>
              <a:gd name="connsiteX650" fmla="*/ 1515565 w 2329312"/>
              <a:gd name="connsiteY650" fmla="*/ 103206 h 1017558"/>
              <a:gd name="connsiteX651" fmla="*/ 1517903 w 2329312"/>
              <a:gd name="connsiteY651" fmla="*/ 99866 h 1017558"/>
              <a:gd name="connsiteX652" fmla="*/ 1520228 w 2329312"/>
              <a:gd name="connsiteY652" fmla="*/ 96574 h 1017558"/>
              <a:gd name="connsiteX653" fmla="*/ 1522565 w 2329312"/>
              <a:gd name="connsiteY653" fmla="*/ 93328 h 1017558"/>
              <a:gd name="connsiteX654" fmla="*/ 1524890 w 2329312"/>
              <a:gd name="connsiteY654" fmla="*/ 90128 h 1017558"/>
              <a:gd name="connsiteX655" fmla="*/ 1527227 w 2329312"/>
              <a:gd name="connsiteY655" fmla="*/ 86977 h 1017558"/>
              <a:gd name="connsiteX656" fmla="*/ 1529564 w 2329312"/>
              <a:gd name="connsiteY656" fmla="*/ 83874 h 1017558"/>
              <a:gd name="connsiteX657" fmla="*/ 1531889 w 2329312"/>
              <a:gd name="connsiteY657" fmla="*/ 80820 h 1017558"/>
              <a:gd name="connsiteX658" fmla="*/ 1534226 w 2329312"/>
              <a:gd name="connsiteY658" fmla="*/ 77815 h 1017558"/>
              <a:gd name="connsiteX659" fmla="*/ 1536551 w 2329312"/>
              <a:gd name="connsiteY659" fmla="*/ 74860 h 1017558"/>
              <a:gd name="connsiteX660" fmla="*/ 1538889 w 2329312"/>
              <a:gd name="connsiteY660" fmla="*/ 71956 h 1017558"/>
              <a:gd name="connsiteX661" fmla="*/ 1541214 w 2329312"/>
              <a:gd name="connsiteY661" fmla="*/ 69103 h 1017558"/>
              <a:gd name="connsiteX662" fmla="*/ 1543551 w 2329312"/>
              <a:gd name="connsiteY662" fmla="*/ 66301 h 1017558"/>
              <a:gd name="connsiteX663" fmla="*/ 1545876 w 2329312"/>
              <a:gd name="connsiteY663" fmla="*/ 63551 h 1017558"/>
              <a:gd name="connsiteX664" fmla="*/ 1548213 w 2329312"/>
              <a:gd name="connsiteY664" fmla="*/ 60854 h 1017558"/>
              <a:gd name="connsiteX665" fmla="*/ 1550538 w 2329312"/>
              <a:gd name="connsiteY665" fmla="*/ 58209 h 1017558"/>
              <a:gd name="connsiteX666" fmla="*/ 1552875 w 2329312"/>
              <a:gd name="connsiteY666" fmla="*/ 55618 h 1017558"/>
              <a:gd name="connsiteX667" fmla="*/ 1555213 w 2329312"/>
              <a:gd name="connsiteY667" fmla="*/ 53082 h 1017558"/>
              <a:gd name="connsiteX668" fmla="*/ 1557538 w 2329312"/>
              <a:gd name="connsiteY668" fmla="*/ 50599 h 1017558"/>
              <a:gd name="connsiteX669" fmla="*/ 1559875 w 2329312"/>
              <a:gd name="connsiteY669" fmla="*/ 48171 h 1017558"/>
              <a:gd name="connsiteX670" fmla="*/ 1562200 w 2329312"/>
              <a:gd name="connsiteY670" fmla="*/ 45799 h 1017558"/>
              <a:gd name="connsiteX671" fmla="*/ 1564537 w 2329312"/>
              <a:gd name="connsiteY671" fmla="*/ 43483 h 1017558"/>
              <a:gd name="connsiteX672" fmla="*/ 1566862 w 2329312"/>
              <a:gd name="connsiteY672" fmla="*/ 41222 h 1017558"/>
              <a:gd name="connsiteX673" fmla="*/ 1569199 w 2329312"/>
              <a:gd name="connsiteY673" fmla="*/ 39019 h 1017558"/>
              <a:gd name="connsiteX674" fmla="*/ 1571524 w 2329312"/>
              <a:gd name="connsiteY674" fmla="*/ 36871 h 1017558"/>
              <a:gd name="connsiteX675" fmla="*/ 1573861 w 2329312"/>
              <a:gd name="connsiteY675" fmla="*/ 34782 h 1017558"/>
              <a:gd name="connsiteX676" fmla="*/ 1576186 w 2329312"/>
              <a:gd name="connsiteY676" fmla="*/ 32750 h 1017558"/>
              <a:gd name="connsiteX677" fmla="*/ 1578524 w 2329312"/>
              <a:gd name="connsiteY677" fmla="*/ 30777 h 1017558"/>
              <a:gd name="connsiteX678" fmla="*/ 1580849 w 2329312"/>
              <a:gd name="connsiteY678" fmla="*/ 28863 h 1017558"/>
              <a:gd name="connsiteX679" fmla="*/ 1583186 w 2329312"/>
              <a:gd name="connsiteY679" fmla="*/ 27006 h 1017558"/>
              <a:gd name="connsiteX680" fmla="*/ 1585523 w 2329312"/>
              <a:gd name="connsiteY680" fmla="*/ 25209 h 1017558"/>
              <a:gd name="connsiteX681" fmla="*/ 1587848 w 2329312"/>
              <a:gd name="connsiteY681" fmla="*/ 23472 h 1017558"/>
              <a:gd name="connsiteX682" fmla="*/ 1590185 w 2329312"/>
              <a:gd name="connsiteY682" fmla="*/ 21794 h 1017558"/>
              <a:gd name="connsiteX683" fmla="*/ 1592510 w 2329312"/>
              <a:gd name="connsiteY683" fmla="*/ 20178 h 1017558"/>
              <a:gd name="connsiteX684" fmla="*/ 1594848 w 2329312"/>
              <a:gd name="connsiteY684" fmla="*/ 18621 h 1017558"/>
              <a:gd name="connsiteX685" fmla="*/ 1597173 w 2329312"/>
              <a:gd name="connsiteY685" fmla="*/ 17125 h 1017558"/>
              <a:gd name="connsiteX686" fmla="*/ 1599510 w 2329312"/>
              <a:gd name="connsiteY686" fmla="*/ 15690 h 1017558"/>
              <a:gd name="connsiteX687" fmla="*/ 1601835 w 2329312"/>
              <a:gd name="connsiteY687" fmla="*/ 14318 h 1017558"/>
              <a:gd name="connsiteX688" fmla="*/ 1604172 w 2329312"/>
              <a:gd name="connsiteY688" fmla="*/ 13005 h 1017558"/>
              <a:gd name="connsiteX689" fmla="*/ 1606497 w 2329312"/>
              <a:gd name="connsiteY689" fmla="*/ 11755 h 1017558"/>
              <a:gd name="connsiteX690" fmla="*/ 1608834 w 2329312"/>
              <a:gd name="connsiteY690" fmla="*/ 10568 h 1017558"/>
              <a:gd name="connsiteX691" fmla="*/ 1611172 w 2329312"/>
              <a:gd name="connsiteY691" fmla="*/ 9443 h 1017558"/>
              <a:gd name="connsiteX692" fmla="*/ 1613497 w 2329312"/>
              <a:gd name="connsiteY692" fmla="*/ 8378 h 1017558"/>
              <a:gd name="connsiteX693" fmla="*/ 1615834 w 2329312"/>
              <a:gd name="connsiteY693" fmla="*/ 7378 h 1017558"/>
              <a:gd name="connsiteX694" fmla="*/ 1618159 w 2329312"/>
              <a:gd name="connsiteY694" fmla="*/ 6441 h 1017558"/>
              <a:gd name="connsiteX695" fmla="*/ 1620496 w 2329312"/>
              <a:gd name="connsiteY695" fmla="*/ 5566 h 1017558"/>
              <a:gd name="connsiteX696" fmla="*/ 1622821 w 2329312"/>
              <a:gd name="connsiteY696" fmla="*/ 4756 h 1017558"/>
              <a:gd name="connsiteX697" fmla="*/ 1625158 w 2329312"/>
              <a:gd name="connsiteY697" fmla="*/ 4008 h 1017558"/>
              <a:gd name="connsiteX698" fmla="*/ 1627483 w 2329312"/>
              <a:gd name="connsiteY698" fmla="*/ 3324 h 1017558"/>
              <a:gd name="connsiteX699" fmla="*/ 1629820 w 2329312"/>
              <a:gd name="connsiteY699" fmla="*/ 2704 h 1017558"/>
              <a:gd name="connsiteX700" fmla="*/ 1632145 w 2329312"/>
              <a:gd name="connsiteY700" fmla="*/ 2147 h 1017558"/>
              <a:gd name="connsiteX701" fmla="*/ 1634483 w 2329312"/>
              <a:gd name="connsiteY701" fmla="*/ 1655 h 1017558"/>
              <a:gd name="connsiteX702" fmla="*/ 1636820 w 2329312"/>
              <a:gd name="connsiteY702" fmla="*/ 1225 h 1017558"/>
              <a:gd name="connsiteX703" fmla="*/ 1639145 w 2329312"/>
              <a:gd name="connsiteY703" fmla="*/ 861 h 1017558"/>
              <a:gd name="connsiteX704" fmla="*/ 1641482 w 2329312"/>
              <a:gd name="connsiteY704" fmla="*/ 561 h 1017558"/>
              <a:gd name="connsiteX705" fmla="*/ 1643807 w 2329312"/>
              <a:gd name="connsiteY705" fmla="*/ 324 h 1017558"/>
              <a:gd name="connsiteX706" fmla="*/ 1646144 w 2329312"/>
              <a:gd name="connsiteY706" fmla="*/ 153 h 1017558"/>
              <a:gd name="connsiteX707" fmla="*/ 1648469 w 2329312"/>
              <a:gd name="connsiteY707" fmla="*/ 44 h 1017558"/>
              <a:gd name="connsiteX708" fmla="*/ 1650807 w 2329312"/>
              <a:gd name="connsiteY708" fmla="*/ 0 h 1017558"/>
              <a:gd name="connsiteX709" fmla="*/ 1653132 w 2329312"/>
              <a:gd name="connsiteY709" fmla="*/ 21 h 1017558"/>
              <a:gd name="connsiteX710" fmla="*/ 1655469 w 2329312"/>
              <a:gd name="connsiteY710" fmla="*/ 107 h 1017558"/>
              <a:gd name="connsiteX711" fmla="*/ 1657794 w 2329312"/>
              <a:gd name="connsiteY711" fmla="*/ 256 h 1017558"/>
              <a:gd name="connsiteX712" fmla="*/ 1660131 w 2329312"/>
              <a:gd name="connsiteY712" fmla="*/ 470 h 1017558"/>
              <a:gd name="connsiteX713" fmla="*/ 1662468 w 2329312"/>
              <a:gd name="connsiteY713" fmla="*/ 747 h 1017558"/>
              <a:gd name="connsiteX714" fmla="*/ 1664793 w 2329312"/>
              <a:gd name="connsiteY714" fmla="*/ 1090 h 1017558"/>
              <a:gd name="connsiteX715" fmla="*/ 1667131 w 2329312"/>
              <a:gd name="connsiteY715" fmla="*/ 1496 h 1017558"/>
              <a:gd name="connsiteX716" fmla="*/ 1669455 w 2329312"/>
              <a:gd name="connsiteY716" fmla="*/ 1966 h 1017558"/>
              <a:gd name="connsiteX717" fmla="*/ 1671793 w 2329312"/>
              <a:gd name="connsiteY717" fmla="*/ 2500 h 1017558"/>
              <a:gd name="connsiteX718" fmla="*/ 1674118 w 2329312"/>
              <a:gd name="connsiteY718" fmla="*/ 3098 h 1017558"/>
              <a:gd name="connsiteX719" fmla="*/ 1676455 w 2329312"/>
              <a:gd name="connsiteY719" fmla="*/ 3759 h 1017558"/>
              <a:gd name="connsiteX720" fmla="*/ 1678780 w 2329312"/>
              <a:gd name="connsiteY720" fmla="*/ 4484 h 1017558"/>
              <a:gd name="connsiteX721" fmla="*/ 1681117 w 2329312"/>
              <a:gd name="connsiteY721" fmla="*/ 5272 h 1017558"/>
              <a:gd name="connsiteX722" fmla="*/ 1683442 w 2329312"/>
              <a:gd name="connsiteY722" fmla="*/ 6125 h 1017558"/>
              <a:gd name="connsiteX723" fmla="*/ 1685779 w 2329312"/>
              <a:gd name="connsiteY723" fmla="*/ 7040 h 1017558"/>
              <a:gd name="connsiteX724" fmla="*/ 1688104 w 2329312"/>
              <a:gd name="connsiteY724" fmla="*/ 8018 h 1017558"/>
              <a:gd name="connsiteX725" fmla="*/ 1690442 w 2329312"/>
              <a:gd name="connsiteY725" fmla="*/ 9059 h 1017558"/>
              <a:gd name="connsiteX726" fmla="*/ 1692779 w 2329312"/>
              <a:gd name="connsiteY726" fmla="*/ 10162 h 1017558"/>
              <a:gd name="connsiteX727" fmla="*/ 1695104 w 2329312"/>
              <a:gd name="connsiteY727" fmla="*/ 11328 h 1017558"/>
              <a:gd name="connsiteX728" fmla="*/ 1697441 w 2329312"/>
              <a:gd name="connsiteY728" fmla="*/ 12556 h 1017558"/>
              <a:gd name="connsiteX729" fmla="*/ 1699766 w 2329312"/>
              <a:gd name="connsiteY729" fmla="*/ 13846 h 1017558"/>
              <a:gd name="connsiteX730" fmla="*/ 1702103 w 2329312"/>
              <a:gd name="connsiteY730" fmla="*/ 15198 h 1017558"/>
              <a:gd name="connsiteX731" fmla="*/ 1704428 w 2329312"/>
              <a:gd name="connsiteY731" fmla="*/ 16611 h 1017558"/>
              <a:gd name="connsiteX732" fmla="*/ 1706765 w 2329312"/>
              <a:gd name="connsiteY732" fmla="*/ 18085 h 1017558"/>
              <a:gd name="connsiteX733" fmla="*/ 1709090 w 2329312"/>
              <a:gd name="connsiteY733" fmla="*/ 19621 h 1017558"/>
              <a:gd name="connsiteX734" fmla="*/ 1711428 w 2329312"/>
              <a:gd name="connsiteY734" fmla="*/ 21216 h 1017558"/>
              <a:gd name="connsiteX735" fmla="*/ 1713753 w 2329312"/>
              <a:gd name="connsiteY735" fmla="*/ 22872 h 1017558"/>
              <a:gd name="connsiteX736" fmla="*/ 1716090 w 2329312"/>
              <a:gd name="connsiteY736" fmla="*/ 24588 h 1017558"/>
              <a:gd name="connsiteX737" fmla="*/ 1718427 w 2329312"/>
              <a:gd name="connsiteY737" fmla="*/ 26364 h 1017558"/>
              <a:gd name="connsiteX738" fmla="*/ 1720752 w 2329312"/>
              <a:gd name="connsiteY738" fmla="*/ 28200 h 1017558"/>
              <a:gd name="connsiteX739" fmla="*/ 1723089 w 2329312"/>
              <a:gd name="connsiteY739" fmla="*/ 30093 h 1017558"/>
              <a:gd name="connsiteX740" fmla="*/ 1725414 w 2329312"/>
              <a:gd name="connsiteY740" fmla="*/ 32046 h 1017558"/>
              <a:gd name="connsiteX741" fmla="*/ 1727752 w 2329312"/>
              <a:gd name="connsiteY741" fmla="*/ 34058 h 1017558"/>
              <a:gd name="connsiteX742" fmla="*/ 1730077 w 2329312"/>
              <a:gd name="connsiteY742" fmla="*/ 36125 h 1017558"/>
              <a:gd name="connsiteX743" fmla="*/ 1732414 w 2329312"/>
              <a:gd name="connsiteY743" fmla="*/ 38252 h 1017558"/>
              <a:gd name="connsiteX744" fmla="*/ 1734739 w 2329312"/>
              <a:gd name="connsiteY744" fmla="*/ 40436 h 1017558"/>
              <a:gd name="connsiteX745" fmla="*/ 1737076 w 2329312"/>
              <a:gd name="connsiteY745" fmla="*/ 42677 h 1017558"/>
              <a:gd name="connsiteX746" fmla="*/ 1739401 w 2329312"/>
              <a:gd name="connsiteY746" fmla="*/ 44974 h 1017558"/>
              <a:gd name="connsiteX747" fmla="*/ 1741738 w 2329312"/>
              <a:gd name="connsiteY747" fmla="*/ 47326 h 1017558"/>
              <a:gd name="connsiteX748" fmla="*/ 1744075 w 2329312"/>
              <a:gd name="connsiteY748" fmla="*/ 49734 h 1017558"/>
              <a:gd name="connsiteX749" fmla="*/ 1746400 w 2329312"/>
              <a:gd name="connsiteY749" fmla="*/ 52197 h 1017558"/>
              <a:gd name="connsiteX750" fmla="*/ 1748738 w 2329312"/>
              <a:gd name="connsiteY750" fmla="*/ 54715 h 1017558"/>
              <a:gd name="connsiteX751" fmla="*/ 1751063 w 2329312"/>
              <a:gd name="connsiteY751" fmla="*/ 57286 h 1017558"/>
              <a:gd name="connsiteX752" fmla="*/ 1753400 w 2329312"/>
              <a:gd name="connsiteY752" fmla="*/ 59913 h 1017558"/>
              <a:gd name="connsiteX753" fmla="*/ 1755725 w 2329312"/>
              <a:gd name="connsiteY753" fmla="*/ 62591 h 1017558"/>
              <a:gd name="connsiteX754" fmla="*/ 1758062 w 2329312"/>
              <a:gd name="connsiteY754" fmla="*/ 65323 h 1017558"/>
              <a:gd name="connsiteX755" fmla="*/ 1760387 w 2329312"/>
              <a:gd name="connsiteY755" fmla="*/ 68105 h 1017558"/>
              <a:gd name="connsiteX756" fmla="*/ 1762724 w 2329312"/>
              <a:gd name="connsiteY756" fmla="*/ 70941 h 1017558"/>
              <a:gd name="connsiteX757" fmla="*/ 1765049 w 2329312"/>
              <a:gd name="connsiteY757" fmla="*/ 73828 h 1017558"/>
              <a:gd name="connsiteX758" fmla="*/ 1767387 w 2329312"/>
              <a:gd name="connsiteY758" fmla="*/ 76764 h 1017558"/>
              <a:gd name="connsiteX759" fmla="*/ 1769724 w 2329312"/>
              <a:gd name="connsiteY759" fmla="*/ 79752 h 1017558"/>
              <a:gd name="connsiteX760" fmla="*/ 1772049 w 2329312"/>
              <a:gd name="connsiteY760" fmla="*/ 82788 h 1017558"/>
              <a:gd name="connsiteX761" fmla="*/ 1774386 w 2329312"/>
              <a:gd name="connsiteY761" fmla="*/ 85875 h 1017558"/>
              <a:gd name="connsiteX762" fmla="*/ 1776711 w 2329312"/>
              <a:gd name="connsiteY762" fmla="*/ 89009 h 1017558"/>
              <a:gd name="connsiteX763" fmla="*/ 1779048 w 2329312"/>
              <a:gd name="connsiteY763" fmla="*/ 92191 h 1017558"/>
              <a:gd name="connsiteX764" fmla="*/ 1781373 w 2329312"/>
              <a:gd name="connsiteY764" fmla="*/ 95420 h 1017558"/>
              <a:gd name="connsiteX765" fmla="*/ 1783711 w 2329312"/>
              <a:gd name="connsiteY765" fmla="*/ 98698 h 1017558"/>
              <a:gd name="connsiteX766" fmla="*/ 1786036 w 2329312"/>
              <a:gd name="connsiteY766" fmla="*/ 102020 h 1017558"/>
              <a:gd name="connsiteX767" fmla="*/ 1788373 w 2329312"/>
              <a:gd name="connsiteY767" fmla="*/ 105388 h 1017558"/>
              <a:gd name="connsiteX768" fmla="*/ 1790698 w 2329312"/>
              <a:gd name="connsiteY768" fmla="*/ 108802 h 1017558"/>
              <a:gd name="connsiteX769" fmla="*/ 1793035 w 2329312"/>
              <a:gd name="connsiteY769" fmla="*/ 112259 h 1017558"/>
              <a:gd name="connsiteX770" fmla="*/ 1795360 w 2329312"/>
              <a:gd name="connsiteY770" fmla="*/ 115761 h 1017558"/>
              <a:gd name="connsiteX771" fmla="*/ 1797697 w 2329312"/>
              <a:gd name="connsiteY771" fmla="*/ 119306 h 1017558"/>
              <a:gd name="connsiteX772" fmla="*/ 1800034 w 2329312"/>
              <a:gd name="connsiteY772" fmla="*/ 122893 h 1017558"/>
              <a:gd name="connsiteX773" fmla="*/ 1802359 w 2329312"/>
              <a:gd name="connsiteY773" fmla="*/ 126522 h 1017558"/>
              <a:gd name="connsiteX774" fmla="*/ 1804697 w 2329312"/>
              <a:gd name="connsiteY774" fmla="*/ 130193 h 1017558"/>
              <a:gd name="connsiteX775" fmla="*/ 1807022 w 2329312"/>
              <a:gd name="connsiteY775" fmla="*/ 133905 h 1017558"/>
              <a:gd name="connsiteX776" fmla="*/ 1809359 w 2329312"/>
              <a:gd name="connsiteY776" fmla="*/ 137656 h 1017558"/>
              <a:gd name="connsiteX777" fmla="*/ 1811684 w 2329312"/>
              <a:gd name="connsiteY777" fmla="*/ 141447 h 1017558"/>
              <a:gd name="connsiteX778" fmla="*/ 1814021 w 2329312"/>
              <a:gd name="connsiteY778" fmla="*/ 145277 h 1017558"/>
              <a:gd name="connsiteX779" fmla="*/ 1816346 w 2329312"/>
              <a:gd name="connsiteY779" fmla="*/ 149146 h 1017558"/>
              <a:gd name="connsiteX780" fmla="*/ 1818683 w 2329312"/>
              <a:gd name="connsiteY780" fmla="*/ 153051 h 1017558"/>
              <a:gd name="connsiteX781" fmla="*/ 1821008 w 2329312"/>
              <a:gd name="connsiteY781" fmla="*/ 156993 h 1017558"/>
              <a:gd name="connsiteX782" fmla="*/ 1823346 w 2329312"/>
              <a:gd name="connsiteY782" fmla="*/ 160971 h 1017558"/>
              <a:gd name="connsiteX783" fmla="*/ 1825683 w 2329312"/>
              <a:gd name="connsiteY783" fmla="*/ 164985 h 1017558"/>
              <a:gd name="connsiteX784" fmla="*/ 1828008 w 2329312"/>
              <a:gd name="connsiteY784" fmla="*/ 169034 h 1017558"/>
              <a:gd name="connsiteX785" fmla="*/ 1830345 w 2329312"/>
              <a:gd name="connsiteY785" fmla="*/ 173117 h 1017558"/>
              <a:gd name="connsiteX786" fmla="*/ 1832670 w 2329312"/>
              <a:gd name="connsiteY786" fmla="*/ 177233 h 1017558"/>
              <a:gd name="connsiteX787" fmla="*/ 1835007 w 2329312"/>
              <a:gd name="connsiteY787" fmla="*/ 181382 h 1017558"/>
              <a:gd name="connsiteX788" fmla="*/ 1837332 w 2329312"/>
              <a:gd name="connsiteY788" fmla="*/ 185564 h 1017558"/>
              <a:gd name="connsiteX789" fmla="*/ 1839669 w 2329312"/>
              <a:gd name="connsiteY789" fmla="*/ 189776 h 1017558"/>
              <a:gd name="connsiteX790" fmla="*/ 1841994 w 2329312"/>
              <a:gd name="connsiteY790" fmla="*/ 194020 h 1017558"/>
              <a:gd name="connsiteX791" fmla="*/ 1844332 w 2329312"/>
              <a:gd name="connsiteY791" fmla="*/ 198293 h 1017558"/>
              <a:gd name="connsiteX792" fmla="*/ 1846657 w 2329312"/>
              <a:gd name="connsiteY792" fmla="*/ 202596 h 1017558"/>
              <a:gd name="connsiteX793" fmla="*/ 1848994 w 2329312"/>
              <a:gd name="connsiteY793" fmla="*/ 206927 h 1017558"/>
              <a:gd name="connsiteX794" fmla="*/ 1851331 w 2329312"/>
              <a:gd name="connsiteY794" fmla="*/ 211286 h 1017558"/>
              <a:gd name="connsiteX795" fmla="*/ 1853656 w 2329312"/>
              <a:gd name="connsiteY795" fmla="*/ 215673 h 1017558"/>
              <a:gd name="connsiteX796" fmla="*/ 1855993 w 2329312"/>
              <a:gd name="connsiteY796" fmla="*/ 220086 h 1017558"/>
              <a:gd name="connsiteX797" fmla="*/ 1858318 w 2329312"/>
              <a:gd name="connsiteY797" fmla="*/ 224525 h 1017558"/>
              <a:gd name="connsiteX798" fmla="*/ 1860656 w 2329312"/>
              <a:gd name="connsiteY798" fmla="*/ 228989 h 1017558"/>
              <a:gd name="connsiteX799" fmla="*/ 1862981 w 2329312"/>
              <a:gd name="connsiteY799" fmla="*/ 233478 h 1017558"/>
              <a:gd name="connsiteX800" fmla="*/ 1865318 w 2329312"/>
              <a:gd name="connsiteY800" fmla="*/ 237990 h 1017558"/>
              <a:gd name="connsiteX801" fmla="*/ 1867643 w 2329312"/>
              <a:gd name="connsiteY801" fmla="*/ 242524 h 1017558"/>
              <a:gd name="connsiteX802" fmla="*/ 1869980 w 2329312"/>
              <a:gd name="connsiteY802" fmla="*/ 247082 h 1017558"/>
              <a:gd name="connsiteX803" fmla="*/ 1872305 w 2329312"/>
              <a:gd name="connsiteY803" fmla="*/ 251660 h 1017558"/>
              <a:gd name="connsiteX804" fmla="*/ 1874642 w 2329312"/>
              <a:gd name="connsiteY804" fmla="*/ 256261 h 1017558"/>
              <a:gd name="connsiteX805" fmla="*/ 1876979 w 2329312"/>
              <a:gd name="connsiteY805" fmla="*/ 260881 h 1017558"/>
              <a:gd name="connsiteX806" fmla="*/ 1879304 w 2329312"/>
              <a:gd name="connsiteY806" fmla="*/ 265520 h 1017558"/>
              <a:gd name="connsiteX807" fmla="*/ 1881642 w 2329312"/>
              <a:gd name="connsiteY807" fmla="*/ 270179 h 1017558"/>
              <a:gd name="connsiteX808" fmla="*/ 1883967 w 2329312"/>
              <a:gd name="connsiteY808" fmla="*/ 274856 h 1017558"/>
              <a:gd name="connsiteX809" fmla="*/ 1886304 w 2329312"/>
              <a:gd name="connsiteY809" fmla="*/ 279550 h 1017558"/>
              <a:gd name="connsiteX810" fmla="*/ 1888629 w 2329312"/>
              <a:gd name="connsiteY810" fmla="*/ 284260 h 1017558"/>
              <a:gd name="connsiteX811" fmla="*/ 1890966 w 2329312"/>
              <a:gd name="connsiteY811" fmla="*/ 288986 h 1017558"/>
              <a:gd name="connsiteX812" fmla="*/ 1893291 w 2329312"/>
              <a:gd name="connsiteY812" fmla="*/ 293728 h 1017558"/>
              <a:gd name="connsiteX813" fmla="*/ 1895628 w 2329312"/>
              <a:gd name="connsiteY813" fmla="*/ 298484 h 1017558"/>
              <a:gd name="connsiteX814" fmla="*/ 1897953 w 2329312"/>
              <a:gd name="connsiteY814" fmla="*/ 303255 h 1017558"/>
              <a:gd name="connsiteX815" fmla="*/ 1900291 w 2329312"/>
              <a:gd name="connsiteY815" fmla="*/ 308039 h 1017558"/>
              <a:gd name="connsiteX816" fmla="*/ 1902628 w 2329312"/>
              <a:gd name="connsiteY816" fmla="*/ 312835 h 1017558"/>
              <a:gd name="connsiteX817" fmla="*/ 1904953 w 2329312"/>
              <a:gd name="connsiteY817" fmla="*/ 317642 h 1017558"/>
              <a:gd name="connsiteX818" fmla="*/ 1907290 w 2329312"/>
              <a:gd name="connsiteY818" fmla="*/ 322461 h 1017558"/>
              <a:gd name="connsiteX819" fmla="*/ 1909615 w 2329312"/>
              <a:gd name="connsiteY819" fmla="*/ 327290 h 1017558"/>
              <a:gd name="connsiteX820" fmla="*/ 1911952 w 2329312"/>
              <a:gd name="connsiteY820" fmla="*/ 332130 h 1017558"/>
              <a:gd name="connsiteX821" fmla="*/ 1914277 w 2329312"/>
              <a:gd name="connsiteY821" fmla="*/ 336978 h 1017558"/>
              <a:gd name="connsiteX822" fmla="*/ 1916614 w 2329312"/>
              <a:gd name="connsiteY822" fmla="*/ 341834 h 1017558"/>
              <a:gd name="connsiteX823" fmla="*/ 1918939 w 2329312"/>
              <a:gd name="connsiteY823" fmla="*/ 346699 h 1017558"/>
              <a:gd name="connsiteX824" fmla="*/ 1921277 w 2329312"/>
              <a:gd name="connsiteY824" fmla="*/ 351571 h 1017558"/>
              <a:gd name="connsiteX825" fmla="*/ 1923602 w 2329312"/>
              <a:gd name="connsiteY825" fmla="*/ 356448 h 1017558"/>
              <a:gd name="connsiteX826" fmla="*/ 1925939 w 2329312"/>
              <a:gd name="connsiteY826" fmla="*/ 361332 h 1017558"/>
              <a:gd name="connsiteX827" fmla="*/ 1928264 w 2329312"/>
              <a:gd name="connsiteY827" fmla="*/ 366220 h 1017558"/>
              <a:gd name="connsiteX828" fmla="*/ 1930601 w 2329312"/>
              <a:gd name="connsiteY828" fmla="*/ 371114 h 1017558"/>
              <a:gd name="connsiteX829" fmla="*/ 1932938 w 2329312"/>
              <a:gd name="connsiteY829" fmla="*/ 376011 h 1017558"/>
              <a:gd name="connsiteX830" fmla="*/ 1935263 w 2329312"/>
              <a:gd name="connsiteY830" fmla="*/ 380911 h 1017558"/>
              <a:gd name="connsiteX831" fmla="*/ 1937601 w 2329312"/>
              <a:gd name="connsiteY831" fmla="*/ 385814 h 1017558"/>
              <a:gd name="connsiteX832" fmla="*/ 1939926 w 2329312"/>
              <a:gd name="connsiteY832" fmla="*/ 390717 h 1017558"/>
              <a:gd name="connsiteX833" fmla="*/ 1942263 w 2329312"/>
              <a:gd name="connsiteY833" fmla="*/ 395623 h 1017558"/>
              <a:gd name="connsiteX834" fmla="*/ 1944588 w 2329312"/>
              <a:gd name="connsiteY834" fmla="*/ 400530 h 1017558"/>
              <a:gd name="connsiteX835" fmla="*/ 1946925 w 2329312"/>
              <a:gd name="connsiteY835" fmla="*/ 405436 h 1017558"/>
              <a:gd name="connsiteX836" fmla="*/ 1949250 w 2329312"/>
              <a:gd name="connsiteY836" fmla="*/ 410342 h 1017558"/>
              <a:gd name="connsiteX837" fmla="*/ 1951587 w 2329312"/>
              <a:gd name="connsiteY837" fmla="*/ 415246 h 1017558"/>
              <a:gd name="connsiteX838" fmla="*/ 1953912 w 2329312"/>
              <a:gd name="connsiteY838" fmla="*/ 420148 h 1017558"/>
              <a:gd name="connsiteX839" fmla="*/ 1956250 w 2329312"/>
              <a:gd name="connsiteY839" fmla="*/ 425048 h 1017558"/>
              <a:gd name="connsiteX840" fmla="*/ 1958587 w 2329312"/>
              <a:gd name="connsiteY840" fmla="*/ 429945 h 1017558"/>
              <a:gd name="connsiteX841" fmla="*/ 1960912 w 2329312"/>
              <a:gd name="connsiteY841" fmla="*/ 434839 h 1017558"/>
              <a:gd name="connsiteX842" fmla="*/ 1963249 w 2329312"/>
              <a:gd name="connsiteY842" fmla="*/ 439728 h 1017558"/>
              <a:gd name="connsiteX843" fmla="*/ 1965574 w 2329312"/>
              <a:gd name="connsiteY843" fmla="*/ 444612 h 1017558"/>
              <a:gd name="connsiteX844" fmla="*/ 1967911 w 2329312"/>
              <a:gd name="connsiteY844" fmla="*/ 449491 h 1017558"/>
              <a:gd name="connsiteX845" fmla="*/ 1970236 w 2329312"/>
              <a:gd name="connsiteY845" fmla="*/ 454365 h 1017558"/>
              <a:gd name="connsiteX846" fmla="*/ 1972573 w 2329312"/>
              <a:gd name="connsiteY846" fmla="*/ 459231 h 1017558"/>
              <a:gd name="connsiteX847" fmla="*/ 1974898 w 2329312"/>
              <a:gd name="connsiteY847" fmla="*/ 464090 h 1017558"/>
              <a:gd name="connsiteX848" fmla="*/ 1977236 w 2329312"/>
              <a:gd name="connsiteY848" fmla="*/ 468942 h 1017558"/>
              <a:gd name="connsiteX849" fmla="*/ 1979561 w 2329312"/>
              <a:gd name="connsiteY849" fmla="*/ 473785 h 1017558"/>
              <a:gd name="connsiteX850" fmla="*/ 1981898 w 2329312"/>
              <a:gd name="connsiteY850" fmla="*/ 478620 h 1017558"/>
              <a:gd name="connsiteX851" fmla="*/ 1984235 w 2329312"/>
              <a:gd name="connsiteY851" fmla="*/ 483446 h 1017558"/>
              <a:gd name="connsiteX852" fmla="*/ 1986560 w 2329312"/>
              <a:gd name="connsiteY852" fmla="*/ 488262 h 1017558"/>
              <a:gd name="connsiteX853" fmla="*/ 1988897 w 2329312"/>
              <a:gd name="connsiteY853" fmla="*/ 493067 h 1017558"/>
              <a:gd name="connsiteX854" fmla="*/ 1991222 w 2329312"/>
              <a:gd name="connsiteY854" fmla="*/ 497862 h 1017558"/>
              <a:gd name="connsiteX855" fmla="*/ 1993560 w 2329312"/>
              <a:gd name="connsiteY855" fmla="*/ 502646 h 1017558"/>
              <a:gd name="connsiteX856" fmla="*/ 1995885 w 2329312"/>
              <a:gd name="connsiteY856" fmla="*/ 507418 h 1017558"/>
              <a:gd name="connsiteX857" fmla="*/ 1998222 w 2329312"/>
              <a:gd name="connsiteY857" fmla="*/ 512177 h 1017558"/>
              <a:gd name="connsiteX858" fmla="*/ 2000547 w 2329312"/>
              <a:gd name="connsiteY858" fmla="*/ 516923 h 1017558"/>
              <a:gd name="connsiteX859" fmla="*/ 2002884 w 2329312"/>
              <a:gd name="connsiteY859" fmla="*/ 521657 h 1017558"/>
              <a:gd name="connsiteX860" fmla="*/ 2005209 w 2329312"/>
              <a:gd name="connsiteY860" fmla="*/ 526377 h 1017558"/>
              <a:gd name="connsiteX861" fmla="*/ 2007546 w 2329312"/>
              <a:gd name="connsiteY861" fmla="*/ 531082 h 1017558"/>
              <a:gd name="connsiteX862" fmla="*/ 2009883 w 2329312"/>
              <a:gd name="connsiteY862" fmla="*/ 535774 h 1017558"/>
              <a:gd name="connsiteX863" fmla="*/ 2012208 w 2329312"/>
              <a:gd name="connsiteY863" fmla="*/ 540450 h 1017558"/>
              <a:gd name="connsiteX864" fmla="*/ 2014546 w 2329312"/>
              <a:gd name="connsiteY864" fmla="*/ 545109 h 1017558"/>
              <a:gd name="connsiteX865" fmla="*/ 2016871 w 2329312"/>
              <a:gd name="connsiteY865" fmla="*/ 549754 h 1017558"/>
              <a:gd name="connsiteX866" fmla="*/ 2019208 w 2329312"/>
              <a:gd name="connsiteY866" fmla="*/ 554382 h 1017558"/>
              <a:gd name="connsiteX867" fmla="*/ 2021533 w 2329312"/>
              <a:gd name="connsiteY867" fmla="*/ 558993 h 1017558"/>
              <a:gd name="connsiteX868" fmla="*/ 2023870 w 2329312"/>
              <a:gd name="connsiteY868" fmla="*/ 563587 h 1017558"/>
              <a:gd name="connsiteX869" fmla="*/ 2026195 w 2329312"/>
              <a:gd name="connsiteY869" fmla="*/ 568163 h 1017558"/>
              <a:gd name="connsiteX870" fmla="*/ 2028532 w 2329312"/>
              <a:gd name="connsiteY870" fmla="*/ 572722 h 1017558"/>
              <a:gd name="connsiteX871" fmla="*/ 2030857 w 2329312"/>
              <a:gd name="connsiteY871" fmla="*/ 577261 h 1017558"/>
              <a:gd name="connsiteX872" fmla="*/ 2033195 w 2329312"/>
              <a:gd name="connsiteY872" fmla="*/ 581783 h 1017558"/>
              <a:gd name="connsiteX873" fmla="*/ 2035520 w 2329312"/>
              <a:gd name="connsiteY873" fmla="*/ 586284 h 1017558"/>
              <a:gd name="connsiteX874" fmla="*/ 2037857 w 2329312"/>
              <a:gd name="connsiteY874" fmla="*/ 590767 h 1017558"/>
              <a:gd name="connsiteX875" fmla="*/ 2040194 w 2329312"/>
              <a:gd name="connsiteY875" fmla="*/ 595230 h 1017558"/>
              <a:gd name="connsiteX876" fmla="*/ 2042519 w 2329312"/>
              <a:gd name="connsiteY876" fmla="*/ 599672 h 1017558"/>
              <a:gd name="connsiteX877" fmla="*/ 2044856 w 2329312"/>
              <a:gd name="connsiteY877" fmla="*/ 604097 h 1017558"/>
              <a:gd name="connsiteX878" fmla="*/ 2047181 w 2329312"/>
              <a:gd name="connsiteY878" fmla="*/ 608501 h 1017558"/>
              <a:gd name="connsiteX879" fmla="*/ 2049518 w 2329312"/>
              <a:gd name="connsiteY879" fmla="*/ 612880 h 1017558"/>
              <a:gd name="connsiteX880" fmla="*/ 2051843 w 2329312"/>
              <a:gd name="connsiteY880" fmla="*/ 617235 h 1017558"/>
              <a:gd name="connsiteX881" fmla="*/ 2054181 w 2329312"/>
              <a:gd name="connsiteY881" fmla="*/ 621565 h 1017558"/>
              <a:gd name="connsiteX882" fmla="*/ 2056506 w 2329312"/>
              <a:gd name="connsiteY882" fmla="*/ 625883 h 1017558"/>
              <a:gd name="connsiteX883" fmla="*/ 2058843 w 2329312"/>
              <a:gd name="connsiteY883" fmla="*/ 630176 h 1017558"/>
              <a:gd name="connsiteX884" fmla="*/ 2061168 w 2329312"/>
              <a:gd name="connsiteY884" fmla="*/ 634444 h 1017558"/>
              <a:gd name="connsiteX885" fmla="*/ 2063505 w 2329312"/>
              <a:gd name="connsiteY885" fmla="*/ 638688 h 1017558"/>
              <a:gd name="connsiteX886" fmla="*/ 2065842 w 2329312"/>
              <a:gd name="connsiteY886" fmla="*/ 642908 h 1017558"/>
              <a:gd name="connsiteX887" fmla="*/ 2068167 w 2329312"/>
              <a:gd name="connsiteY887" fmla="*/ 647103 h 1017558"/>
              <a:gd name="connsiteX888" fmla="*/ 2070505 w 2329312"/>
              <a:gd name="connsiteY888" fmla="*/ 651285 h 1017558"/>
              <a:gd name="connsiteX889" fmla="*/ 2072829 w 2329312"/>
              <a:gd name="connsiteY889" fmla="*/ 655431 h 1017558"/>
              <a:gd name="connsiteX890" fmla="*/ 2075167 w 2329312"/>
              <a:gd name="connsiteY890" fmla="*/ 659564 h 1017558"/>
              <a:gd name="connsiteX891" fmla="*/ 2077492 w 2329312"/>
              <a:gd name="connsiteY891" fmla="*/ 663660 h 1017558"/>
              <a:gd name="connsiteX892" fmla="*/ 2079829 w 2329312"/>
              <a:gd name="connsiteY892" fmla="*/ 667732 h 1017558"/>
              <a:gd name="connsiteX893" fmla="*/ 2082154 w 2329312"/>
              <a:gd name="connsiteY893" fmla="*/ 671791 h 1017558"/>
              <a:gd name="connsiteX894" fmla="*/ 2084491 w 2329312"/>
              <a:gd name="connsiteY894" fmla="*/ 675814 h 1017558"/>
              <a:gd name="connsiteX895" fmla="*/ 2086816 w 2329312"/>
              <a:gd name="connsiteY895" fmla="*/ 679812 h 1017558"/>
              <a:gd name="connsiteX896" fmla="*/ 2089153 w 2329312"/>
              <a:gd name="connsiteY896" fmla="*/ 683785 h 1017558"/>
              <a:gd name="connsiteX897" fmla="*/ 2091491 w 2329312"/>
              <a:gd name="connsiteY897" fmla="*/ 687734 h 1017558"/>
              <a:gd name="connsiteX898" fmla="*/ 2093816 w 2329312"/>
              <a:gd name="connsiteY898" fmla="*/ 691658 h 1017558"/>
              <a:gd name="connsiteX899" fmla="*/ 2096153 w 2329312"/>
              <a:gd name="connsiteY899" fmla="*/ 695558 h 1017558"/>
              <a:gd name="connsiteX900" fmla="*/ 2098478 w 2329312"/>
              <a:gd name="connsiteY900" fmla="*/ 699420 h 1017558"/>
              <a:gd name="connsiteX901" fmla="*/ 2100815 w 2329312"/>
              <a:gd name="connsiteY901" fmla="*/ 703270 h 1017558"/>
              <a:gd name="connsiteX902" fmla="*/ 2103140 w 2329312"/>
              <a:gd name="connsiteY902" fmla="*/ 707084 h 1017558"/>
              <a:gd name="connsiteX903" fmla="*/ 2105477 w 2329312"/>
              <a:gd name="connsiteY903" fmla="*/ 710873 h 1017558"/>
              <a:gd name="connsiteX904" fmla="*/ 2107802 w 2329312"/>
              <a:gd name="connsiteY904" fmla="*/ 714637 h 1017558"/>
              <a:gd name="connsiteX905" fmla="*/ 2110140 w 2329312"/>
              <a:gd name="connsiteY905" fmla="*/ 718377 h 1017558"/>
              <a:gd name="connsiteX906" fmla="*/ 2112465 w 2329312"/>
              <a:gd name="connsiteY906" fmla="*/ 722079 h 1017558"/>
              <a:gd name="connsiteX907" fmla="*/ 2114802 w 2329312"/>
              <a:gd name="connsiteY907" fmla="*/ 725757 h 1017558"/>
              <a:gd name="connsiteX908" fmla="*/ 2117139 w 2329312"/>
              <a:gd name="connsiteY908" fmla="*/ 729411 h 1017558"/>
              <a:gd name="connsiteX909" fmla="*/ 2119464 w 2329312"/>
              <a:gd name="connsiteY909" fmla="*/ 733040 h 1017558"/>
              <a:gd name="connsiteX910" fmla="*/ 2121801 w 2329312"/>
              <a:gd name="connsiteY910" fmla="*/ 736632 h 1017558"/>
              <a:gd name="connsiteX911" fmla="*/ 2124126 w 2329312"/>
              <a:gd name="connsiteY911" fmla="*/ 740199 h 1017558"/>
              <a:gd name="connsiteX912" fmla="*/ 2126464 w 2329312"/>
              <a:gd name="connsiteY912" fmla="*/ 743742 h 1017558"/>
              <a:gd name="connsiteX913" fmla="*/ 2128788 w 2329312"/>
              <a:gd name="connsiteY913" fmla="*/ 747260 h 1017558"/>
              <a:gd name="connsiteX914" fmla="*/ 2131126 w 2329312"/>
              <a:gd name="connsiteY914" fmla="*/ 750742 h 1017558"/>
              <a:gd name="connsiteX915" fmla="*/ 2133451 w 2329312"/>
              <a:gd name="connsiteY915" fmla="*/ 754198 h 1017558"/>
              <a:gd name="connsiteX916" fmla="*/ 2135788 w 2329312"/>
              <a:gd name="connsiteY916" fmla="*/ 757630 h 1017558"/>
              <a:gd name="connsiteX917" fmla="*/ 2138113 w 2329312"/>
              <a:gd name="connsiteY917" fmla="*/ 761025 h 1017558"/>
              <a:gd name="connsiteX918" fmla="*/ 2140450 w 2329312"/>
              <a:gd name="connsiteY918" fmla="*/ 764396 h 1017558"/>
              <a:gd name="connsiteX919" fmla="*/ 2142775 w 2329312"/>
              <a:gd name="connsiteY919" fmla="*/ 767742 h 1017558"/>
              <a:gd name="connsiteX920" fmla="*/ 2145112 w 2329312"/>
              <a:gd name="connsiteY920" fmla="*/ 771051 h 1017558"/>
              <a:gd name="connsiteX921" fmla="*/ 2147450 w 2329312"/>
              <a:gd name="connsiteY921" fmla="*/ 774335 h 1017558"/>
              <a:gd name="connsiteX922" fmla="*/ 2149775 w 2329312"/>
              <a:gd name="connsiteY922" fmla="*/ 777595 h 1017558"/>
              <a:gd name="connsiteX923" fmla="*/ 2152112 w 2329312"/>
              <a:gd name="connsiteY923" fmla="*/ 780831 h 1017558"/>
              <a:gd name="connsiteX924" fmla="*/ 2154437 w 2329312"/>
              <a:gd name="connsiteY924" fmla="*/ 784029 h 1017558"/>
              <a:gd name="connsiteX925" fmla="*/ 2156774 w 2329312"/>
              <a:gd name="connsiteY925" fmla="*/ 787191 h 1017558"/>
              <a:gd name="connsiteX926" fmla="*/ 2159099 w 2329312"/>
              <a:gd name="connsiteY926" fmla="*/ 790340 h 1017558"/>
              <a:gd name="connsiteX927" fmla="*/ 2161436 w 2329312"/>
              <a:gd name="connsiteY927" fmla="*/ 793452 h 1017558"/>
              <a:gd name="connsiteX928" fmla="*/ 2163761 w 2329312"/>
              <a:gd name="connsiteY928" fmla="*/ 796540 h 1017558"/>
              <a:gd name="connsiteX929" fmla="*/ 2166099 w 2329312"/>
              <a:gd name="connsiteY929" fmla="*/ 799590 h 1017558"/>
              <a:gd name="connsiteX930" fmla="*/ 2168423 w 2329312"/>
              <a:gd name="connsiteY930" fmla="*/ 802616 h 1017558"/>
              <a:gd name="connsiteX931" fmla="*/ 2170761 w 2329312"/>
              <a:gd name="connsiteY931" fmla="*/ 805618 h 1017558"/>
              <a:gd name="connsiteX932" fmla="*/ 2173098 w 2329312"/>
              <a:gd name="connsiteY932" fmla="*/ 808595 h 1017558"/>
              <a:gd name="connsiteX933" fmla="*/ 2175423 w 2329312"/>
              <a:gd name="connsiteY933" fmla="*/ 811535 h 1017558"/>
              <a:gd name="connsiteX934" fmla="*/ 2177760 w 2329312"/>
              <a:gd name="connsiteY934" fmla="*/ 814438 h 1017558"/>
              <a:gd name="connsiteX935" fmla="*/ 2180085 w 2329312"/>
              <a:gd name="connsiteY935" fmla="*/ 817329 h 1017558"/>
              <a:gd name="connsiteX936" fmla="*/ 2182423 w 2329312"/>
              <a:gd name="connsiteY936" fmla="*/ 820183 h 1017558"/>
              <a:gd name="connsiteX937" fmla="*/ 2184747 w 2329312"/>
              <a:gd name="connsiteY937" fmla="*/ 823012 h 1017558"/>
              <a:gd name="connsiteX938" fmla="*/ 2187085 w 2329312"/>
              <a:gd name="connsiteY938" fmla="*/ 825817 h 1017558"/>
              <a:gd name="connsiteX939" fmla="*/ 2189410 w 2329312"/>
              <a:gd name="connsiteY939" fmla="*/ 828584 h 1017558"/>
              <a:gd name="connsiteX940" fmla="*/ 2191747 w 2329312"/>
              <a:gd name="connsiteY940" fmla="*/ 831328 h 1017558"/>
              <a:gd name="connsiteX941" fmla="*/ 2194072 w 2329312"/>
              <a:gd name="connsiteY941" fmla="*/ 834034 h 1017558"/>
              <a:gd name="connsiteX942" fmla="*/ 2196409 w 2329312"/>
              <a:gd name="connsiteY942" fmla="*/ 836728 h 1017558"/>
              <a:gd name="connsiteX943" fmla="*/ 2198746 w 2329312"/>
              <a:gd name="connsiteY943" fmla="*/ 839385 h 1017558"/>
              <a:gd name="connsiteX944" fmla="*/ 2201071 w 2329312"/>
              <a:gd name="connsiteY944" fmla="*/ 842018 h 1017558"/>
              <a:gd name="connsiteX945" fmla="*/ 2203409 w 2329312"/>
              <a:gd name="connsiteY945" fmla="*/ 844613 h 1017558"/>
              <a:gd name="connsiteX946" fmla="*/ 2205734 w 2329312"/>
              <a:gd name="connsiteY946" fmla="*/ 847184 h 1017558"/>
              <a:gd name="connsiteX947" fmla="*/ 2208071 w 2329312"/>
              <a:gd name="connsiteY947" fmla="*/ 849743 h 1017558"/>
              <a:gd name="connsiteX948" fmla="*/ 2210396 w 2329312"/>
              <a:gd name="connsiteY948" fmla="*/ 852252 h 1017558"/>
              <a:gd name="connsiteX949" fmla="*/ 2212733 w 2329312"/>
              <a:gd name="connsiteY949" fmla="*/ 854750 h 1017558"/>
              <a:gd name="connsiteX950" fmla="*/ 2215058 w 2329312"/>
              <a:gd name="connsiteY950" fmla="*/ 857210 h 1017558"/>
              <a:gd name="connsiteX951" fmla="*/ 2217395 w 2329312"/>
              <a:gd name="connsiteY951" fmla="*/ 859645 h 1017558"/>
              <a:gd name="connsiteX952" fmla="*/ 2219720 w 2329312"/>
              <a:gd name="connsiteY952" fmla="*/ 862057 h 1017558"/>
              <a:gd name="connsiteX953" fmla="*/ 2222058 w 2329312"/>
              <a:gd name="connsiteY953" fmla="*/ 864443 h 1017558"/>
              <a:gd name="connsiteX954" fmla="*/ 2224395 w 2329312"/>
              <a:gd name="connsiteY954" fmla="*/ 866793 h 1017558"/>
              <a:gd name="connsiteX955" fmla="*/ 2226720 w 2329312"/>
              <a:gd name="connsiteY955" fmla="*/ 869130 h 1017558"/>
              <a:gd name="connsiteX956" fmla="*/ 2229057 w 2329312"/>
              <a:gd name="connsiteY956" fmla="*/ 871430 h 1017558"/>
              <a:gd name="connsiteX957" fmla="*/ 2231382 w 2329312"/>
              <a:gd name="connsiteY957" fmla="*/ 873706 h 1017558"/>
              <a:gd name="connsiteX958" fmla="*/ 2233719 w 2329312"/>
              <a:gd name="connsiteY958" fmla="*/ 875957 h 1017558"/>
              <a:gd name="connsiteX959" fmla="*/ 2236044 w 2329312"/>
              <a:gd name="connsiteY959" fmla="*/ 878171 h 1017558"/>
              <a:gd name="connsiteX960" fmla="*/ 2238381 w 2329312"/>
              <a:gd name="connsiteY960" fmla="*/ 880373 h 1017558"/>
              <a:gd name="connsiteX961" fmla="*/ 2240706 w 2329312"/>
              <a:gd name="connsiteY961" fmla="*/ 882538 h 1017558"/>
              <a:gd name="connsiteX962" fmla="*/ 2243044 w 2329312"/>
              <a:gd name="connsiteY962" fmla="*/ 884691 h 1017558"/>
              <a:gd name="connsiteX963" fmla="*/ 2245369 w 2329312"/>
              <a:gd name="connsiteY963" fmla="*/ 886807 h 1017558"/>
              <a:gd name="connsiteX964" fmla="*/ 2247706 w 2329312"/>
              <a:gd name="connsiteY964" fmla="*/ 888898 h 1017558"/>
              <a:gd name="connsiteX965" fmla="*/ 2250031 w 2329312"/>
              <a:gd name="connsiteY965" fmla="*/ 890965 h 1017558"/>
              <a:gd name="connsiteX966" fmla="*/ 2252368 w 2329312"/>
              <a:gd name="connsiteY966" fmla="*/ 893007 h 1017558"/>
              <a:gd name="connsiteX967" fmla="*/ 2254705 w 2329312"/>
              <a:gd name="connsiteY967" fmla="*/ 895024 h 1017558"/>
              <a:gd name="connsiteX968" fmla="*/ 2257030 w 2329312"/>
              <a:gd name="connsiteY968" fmla="*/ 897017 h 1017558"/>
              <a:gd name="connsiteX969" fmla="*/ 2259368 w 2329312"/>
              <a:gd name="connsiteY969" fmla="*/ 898985 h 1017558"/>
              <a:gd name="connsiteX970" fmla="*/ 2261692 w 2329312"/>
              <a:gd name="connsiteY970" fmla="*/ 900929 h 1017558"/>
              <a:gd name="connsiteX971" fmla="*/ 2264030 w 2329312"/>
              <a:gd name="connsiteY971" fmla="*/ 902848 h 1017558"/>
              <a:gd name="connsiteX972" fmla="*/ 2266355 w 2329312"/>
              <a:gd name="connsiteY972" fmla="*/ 904730 h 1017558"/>
              <a:gd name="connsiteX973" fmla="*/ 2268692 w 2329312"/>
              <a:gd name="connsiteY973" fmla="*/ 906600 h 1017558"/>
              <a:gd name="connsiteX974" fmla="*/ 2271017 w 2329312"/>
              <a:gd name="connsiteY974" fmla="*/ 908445 h 1017558"/>
              <a:gd name="connsiteX975" fmla="*/ 2273354 w 2329312"/>
              <a:gd name="connsiteY975" fmla="*/ 910266 h 1017558"/>
              <a:gd name="connsiteX976" fmla="*/ 2275679 w 2329312"/>
              <a:gd name="connsiteY976" fmla="*/ 912062 h 1017558"/>
              <a:gd name="connsiteX977" fmla="*/ 2278016 w 2329312"/>
              <a:gd name="connsiteY977" fmla="*/ 913845 h 1017558"/>
              <a:gd name="connsiteX978" fmla="*/ 2280354 w 2329312"/>
              <a:gd name="connsiteY978" fmla="*/ 915592 h 1017558"/>
              <a:gd name="connsiteX979" fmla="*/ 2282679 w 2329312"/>
              <a:gd name="connsiteY979" fmla="*/ 917314 h 1017558"/>
              <a:gd name="connsiteX980" fmla="*/ 2285016 w 2329312"/>
              <a:gd name="connsiteY980" fmla="*/ 919024 h 1017558"/>
              <a:gd name="connsiteX981" fmla="*/ 2287341 w 2329312"/>
              <a:gd name="connsiteY981" fmla="*/ 920709 h 1017558"/>
              <a:gd name="connsiteX982" fmla="*/ 2289678 w 2329312"/>
              <a:gd name="connsiteY982" fmla="*/ 922358 h 1017558"/>
              <a:gd name="connsiteX983" fmla="*/ 2292003 w 2329312"/>
              <a:gd name="connsiteY983" fmla="*/ 923994 h 1017558"/>
              <a:gd name="connsiteX984" fmla="*/ 2294340 w 2329312"/>
              <a:gd name="connsiteY984" fmla="*/ 925618 h 1017558"/>
              <a:gd name="connsiteX985" fmla="*/ 2296665 w 2329312"/>
              <a:gd name="connsiteY985" fmla="*/ 927205 h 1017558"/>
              <a:gd name="connsiteX986" fmla="*/ 2299003 w 2329312"/>
              <a:gd name="connsiteY986" fmla="*/ 928779 h 1017558"/>
              <a:gd name="connsiteX987" fmla="*/ 2301327 w 2329312"/>
              <a:gd name="connsiteY987" fmla="*/ 930317 h 1017558"/>
              <a:gd name="connsiteX988" fmla="*/ 2303665 w 2329312"/>
              <a:gd name="connsiteY988" fmla="*/ 931855 h 1017558"/>
              <a:gd name="connsiteX989" fmla="*/ 2306002 w 2329312"/>
              <a:gd name="connsiteY989" fmla="*/ 933355 h 1017558"/>
              <a:gd name="connsiteX990" fmla="*/ 2308327 w 2329312"/>
              <a:gd name="connsiteY990" fmla="*/ 934844 h 1017558"/>
              <a:gd name="connsiteX991" fmla="*/ 2310664 w 2329312"/>
              <a:gd name="connsiteY991" fmla="*/ 936295 h 1017558"/>
              <a:gd name="connsiteX992" fmla="*/ 2312989 w 2329312"/>
              <a:gd name="connsiteY992" fmla="*/ 937747 h 1017558"/>
              <a:gd name="connsiteX993" fmla="*/ 2315327 w 2329312"/>
              <a:gd name="connsiteY993" fmla="*/ 939162 h 1017558"/>
              <a:gd name="connsiteX994" fmla="*/ 2317651 w 2329312"/>
              <a:gd name="connsiteY994" fmla="*/ 940564 h 1017558"/>
              <a:gd name="connsiteX995" fmla="*/ 2319989 w 2329312"/>
              <a:gd name="connsiteY995" fmla="*/ 941942 h 1017558"/>
              <a:gd name="connsiteX996" fmla="*/ 2322314 w 2329312"/>
              <a:gd name="connsiteY996" fmla="*/ 943307 h 1017558"/>
              <a:gd name="connsiteX997" fmla="*/ 2324651 w 2329312"/>
              <a:gd name="connsiteY997" fmla="*/ 944648 h 1017558"/>
              <a:gd name="connsiteX998" fmla="*/ 2326976 w 2329312"/>
              <a:gd name="connsiteY998" fmla="*/ 945964 h 1017558"/>
              <a:gd name="connsiteX999" fmla="*/ 2329313 w 2329312"/>
              <a:gd name="connsiteY999" fmla="*/ 947268 h 1017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017558">
                <a:moveTo>
                  <a:pt x="0" y="1017558"/>
                </a:moveTo>
                <a:lnTo>
                  <a:pt x="2331" y="1017558"/>
                </a:lnTo>
                <a:lnTo>
                  <a:pt x="4663" y="1017558"/>
                </a:lnTo>
                <a:lnTo>
                  <a:pt x="6995" y="1017558"/>
                </a:lnTo>
                <a:lnTo>
                  <a:pt x="9326" y="1017558"/>
                </a:lnTo>
                <a:lnTo>
                  <a:pt x="11658" y="1017558"/>
                </a:lnTo>
                <a:lnTo>
                  <a:pt x="13989" y="1017558"/>
                </a:lnTo>
                <a:lnTo>
                  <a:pt x="16321" y="1017558"/>
                </a:lnTo>
                <a:lnTo>
                  <a:pt x="18653" y="1017558"/>
                </a:lnTo>
                <a:lnTo>
                  <a:pt x="20985" y="1017558"/>
                </a:lnTo>
                <a:lnTo>
                  <a:pt x="23316" y="1017558"/>
                </a:lnTo>
                <a:lnTo>
                  <a:pt x="25647" y="1017558"/>
                </a:lnTo>
                <a:lnTo>
                  <a:pt x="27979" y="1017558"/>
                </a:lnTo>
                <a:lnTo>
                  <a:pt x="30311" y="1017558"/>
                </a:lnTo>
                <a:lnTo>
                  <a:pt x="32643" y="1017558"/>
                </a:lnTo>
                <a:lnTo>
                  <a:pt x="34974" y="1017558"/>
                </a:lnTo>
                <a:lnTo>
                  <a:pt x="37306" y="1017558"/>
                </a:lnTo>
                <a:lnTo>
                  <a:pt x="39637" y="1017558"/>
                </a:lnTo>
                <a:lnTo>
                  <a:pt x="41969" y="1017558"/>
                </a:lnTo>
                <a:lnTo>
                  <a:pt x="44301" y="1017558"/>
                </a:lnTo>
                <a:lnTo>
                  <a:pt x="46632" y="1017558"/>
                </a:lnTo>
                <a:lnTo>
                  <a:pt x="48964" y="1017558"/>
                </a:lnTo>
                <a:lnTo>
                  <a:pt x="51295" y="1017558"/>
                </a:lnTo>
                <a:lnTo>
                  <a:pt x="53628" y="1017558"/>
                </a:lnTo>
                <a:lnTo>
                  <a:pt x="55959" y="1017558"/>
                </a:lnTo>
                <a:lnTo>
                  <a:pt x="58291" y="1017558"/>
                </a:lnTo>
                <a:lnTo>
                  <a:pt x="60622" y="1017558"/>
                </a:lnTo>
                <a:lnTo>
                  <a:pt x="62953" y="1017558"/>
                </a:lnTo>
                <a:lnTo>
                  <a:pt x="65286" y="1017558"/>
                </a:lnTo>
                <a:lnTo>
                  <a:pt x="67617" y="1017558"/>
                </a:lnTo>
                <a:lnTo>
                  <a:pt x="69949" y="1017558"/>
                </a:lnTo>
                <a:lnTo>
                  <a:pt x="72280" y="1017558"/>
                </a:lnTo>
                <a:lnTo>
                  <a:pt x="74613" y="1017558"/>
                </a:lnTo>
                <a:lnTo>
                  <a:pt x="76944" y="1017558"/>
                </a:lnTo>
                <a:lnTo>
                  <a:pt x="79275" y="1017558"/>
                </a:lnTo>
                <a:lnTo>
                  <a:pt x="81607" y="1017558"/>
                </a:lnTo>
                <a:lnTo>
                  <a:pt x="83938" y="1017558"/>
                </a:lnTo>
                <a:lnTo>
                  <a:pt x="86271" y="1017558"/>
                </a:lnTo>
                <a:lnTo>
                  <a:pt x="88602" y="1017558"/>
                </a:lnTo>
                <a:lnTo>
                  <a:pt x="90934" y="1017558"/>
                </a:lnTo>
                <a:lnTo>
                  <a:pt x="93265" y="1017558"/>
                </a:lnTo>
                <a:lnTo>
                  <a:pt x="95596" y="1017558"/>
                </a:lnTo>
                <a:lnTo>
                  <a:pt x="97929" y="1017558"/>
                </a:lnTo>
                <a:lnTo>
                  <a:pt x="100260" y="1017558"/>
                </a:lnTo>
                <a:lnTo>
                  <a:pt x="102592" y="1017558"/>
                </a:lnTo>
                <a:lnTo>
                  <a:pt x="104923" y="1017558"/>
                </a:lnTo>
                <a:lnTo>
                  <a:pt x="107256" y="1017558"/>
                </a:lnTo>
                <a:lnTo>
                  <a:pt x="109587" y="1017558"/>
                </a:lnTo>
                <a:lnTo>
                  <a:pt x="111919" y="1017558"/>
                </a:lnTo>
                <a:lnTo>
                  <a:pt x="114250" y="1017558"/>
                </a:lnTo>
                <a:lnTo>
                  <a:pt x="116581" y="1017558"/>
                </a:lnTo>
                <a:lnTo>
                  <a:pt x="118914" y="1017558"/>
                </a:lnTo>
                <a:lnTo>
                  <a:pt x="121245" y="1017558"/>
                </a:lnTo>
                <a:lnTo>
                  <a:pt x="123577" y="1017558"/>
                </a:lnTo>
                <a:lnTo>
                  <a:pt x="125908" y="1017558"/>
                </a:lnTo>
                <a:lnTo>
                  <a:pt x="128241" y="1017558"/>
                </a:lnTo>
                <a:lnTo>
                  <a:pt x="130572" y="1017558"/>
                </a:lnTo>
                <a:lnTo>
                  <a:pt x="132903" y="1017558"/>
                </a:lnTo>
                <a:lnTo>
                  <a:pt x="135235" y="1017558"/>
                </a:lnTo>
                <a:lnTo>
                  <a:pt x="137566" y="1017558"/>
                </a:lnTo>
                <a:lnTo>
                  <a:pt x="139899" y="1017558"/>
                </a:lnTo>
                <a:lnTo>
                  <a:pt x="142230" y="1017558"/>
                </a:lnTo>
                <a:lnTo>
                  <a:pt x="144562" y="1017558"/>
                </a:lnTo>
                <a:lnTo>
                  <a:pt x="146893" y="1017558"/>
                </a:lnTo>
                <a:lnTo>
                  <a:pt x="149225" y="1017558"/>
                </a:lnTo>
                <a:lnTo>
                  <a:pt x="151557" y="1017558"/>
                </a:lnTo>
                <a:lnTo>
                  <a:pt x="153888" y="1017558"/>
                </a:lnTo>
                <a:lnTo>
                  <a:pt x="156220" y="1017558"/>
                </a:lnTo>
                <a:lnTo>
                  <a:pt x="158551" y="1017558"/>
                </a:lnTo>
                <a:lnTo>
                  <a:pt x="160883" y="1017558"/>
                </a:lnTo>
                <a:lnTo>
                  <a:pt x="163215" y="1017558"/>
                </a:lnTo>
                <a:lnTo>
                  <a:pt x="165547" y="1017558"/>
                </a:lnTo>
                <a:lnTo>
                  <a:pt x="167878" y="1017558"/>
                </a:lnTo>
                <a:lnTo>
                  <a:pt x="170209" y="1017558"/>
                </a:lnTo>
                <a:lnTo>
                  <a:pt x="172541" y="1017558"/>
                </a:lnTo>
                <a:lnTo>
                  <a:pt x="174873" y="1017558"/>
                </a:lnTo>
                <a:lnTo>
                  <a:pt x="177205" y="1017558"/>
                </a:lnTo>
                <a:lnTo>
                  <a:pt x="179536" y="1017558"/>
                </a:lnTo>
                <a:lnTo>
                  <a:pt x="181868" y="1017558"/>
                </a:lnTo>
                <a:lnTo>
                  <a:pt x="184199" y="1017558"/>
                </a:lnTo>
                <a:lnTo>
                  <a:pt x="186531" y="1017558"/>
                </a:lnTo>
                <a:lnTo>
                  <a:pt x="188863" y="1017558"/>
                </a:lnTo>
                <a:lnTo>
                  <a:pt x="191194" y="1017558"/>
                </a:lnTo>
                <a:lnTo>
                  <a:pt x="193526" y="1017558"/>
                </a:lnTo>
                <a:lnTo>
                  <a:pt x="195857" y="1017558"/>
                </a:lnTo>
                <a:lnTo>
                  <a:pt x="198190" y="1017558"/>
                </a:lnTo>
                <a:lnTo>
                  <a:pt x="200521" y="1017558"/>
                </a:lnTo>
                <a:lnTo>
                  <a:pt x="202853" y="1017558"/>
                </a:lnTo>
                <a:lnTo>
                  <a:pt x="205184" y="1017558"/>
                </a:lnTo>
                <a:lnTo>
                  <a:pt x="207515" y="1017558"/>
                </a:lnTo>
                <a:lnTo>
                  <a:pt x="209848" y="1017558"/>
                </a:lnTo>
                <a:lnTo>
                  <a:pt x="212179" y="1017558"/>
                </a:lnTo>
                <a:lnTo>
                  <a:pt x="214511" y="1017558"/>
                </a:lnTo>
                <a:lnTo>
                  <a:pt x="216842" y="1017558"/>
                </a:lnTo>
                <a:lnTo>
                  <a:pt x="219175" y="1017558"/>
                </a:lnTo>
                <a:lnTo>
                  <a:pt x="221506" y="1017558"/>
                </a:lnTo>
                <a:lnTo>
                  <a:pt x="223837" y="1017558"/>
                </a:lnTo>
                <a:lnTo>
                  <a:pt x="226169" y="1017558"/>
                </a:lnTo>
                <a:lnTo>
                  <a:pt x="228500" y="1017558"/>
                </a:lnTo>
                <a:lnTo>
                  <a:pt x="230833" y="1017558"/>
                </a:lnTo>
                <a:lnTo>
                  <a:pt x="233164" y="1017558"/>
                </a:lnTo>
                <a:lnTo>
                  <a:pt x="235496" y="1017558"/>
                </a:lnTo>
                <a:lnTo>
                  <a:pt x="237827" y="1017558"/>
                </a:lnTo>
                <a:lnTo>
                  <a:pt x="240158" y="1017558"/>
                </a:lnTo>
                <a:lnTo>
                  <a:pt x="242491" y="1017558"/>
                </a:lnTo>
                <a:lnTo>
                  <a:pt x="244822" y="1017546"/>
                </a:lnTo>
                <a:lnTo>
                  <a:pt x="247154" y="1017546"/>
                </a:lnTo>
                <a:lnTo>
                  <a:pt x="249485" y="1017546"/>
                </a:lnTo>
                <a:lnTo>
                  <a:pt x="251818" y="1017546"/>
                </a:lnTo>
                <a:lnTo>
                  <a:pt x="254149" y="1017546"/>
                </a:lnTo>
                <a:lnTo>
                  <a:pt x="256481" y="1017546"/>
                </a:lnTo>
                <a:lnTo>
                  <a:pt x="258812" y="1017546"/>
                </a:lnTo>
                <a:lnTo>
                  <a:pt x="261143" y="1017546"/>
                </a:lnTo>
                <a:lnTo>
                  <a:pt x="263476" y="1017546"/>
                </a:lnTo>
                <a:lnTo>
                  <a:pt x="265807" y="1017546"/>
                </a:lnTo>
                <a:lnTo>
                  <a:pt x="268139" y="1017546"/>
                </a:lnTo>
                <a:lnTo>
                  <a:pt x="270470" y="1017546"/>
                </a:lnTo>
                <a:lnTo>
                  <a:pt x="272803" y="1017546"/>
                </a:lnTo>
                <a:lnTo>
                  <a:pt x="275134" y="1017546"/>
                </a:lnTo>
                <a:lnTo>
                  <a:pt x="277465" y="1017546"/>
                </a:lnTo>
                <a:lnTo>
                  <a:pt x="279797" y="1017546"/>
                </a:lnTo>
                <a:lnTo>
                  <a:pt x="282128" y="1017546"/>
                </a:lnTo>
                <a:lnTo>
                  <a:pt x="284461" y="1017546"/>
                </a:lnTo>
                <a:lnTo>
                  <a:pt x="286792" y="1017546"/>
                </a:lnTo>
                <a:lnTo>
                  <a:pt x="289124" y="1017546"/>
                </a:lnTo>
                <a:lnTo>
                  <a:pt x="291455" y="1017546"/>
                </a:lnTo>
                <a:lnTo>
                  <a:pt x="293787" y="1017534"/>
                </a:lnTo>
                <a:lnTo>
                  <a:pt x="296119" y="1017534"/>
                </a:lnTo>
                <a:lnTo>
                  <a:pt x="298450" y="1017534"/>
                </a:lnTo>
                <a:lnTo>
                  <a:pt x="300782" y="1017534"/>
                </a:lnTo>
                <a:lnTo>
                  <a:pt x="303113" y="1017534"/>
                </a:lnTo>
                <a:lnTo>
                  <a:pt x="305445" y="1017534"/>
                </a:lnTo>
                <a:lnTo>
                  <a:pt x="307777" y="1017534"/>
                </a:lnTo>
                <a:lnTo>
                  <a:pt x="310109" y="1017534"/>
                </a:lnTo>
                <a:lnTo>
                  <a:pt x="312440" y="1017534"/>
                </a:lnTo>
                <a:lnTo>
                  <a:pt x="314771" y="1017534"/>
                </a:lnTo>
                <a:lnTo>
                  <a:pt x="317103" y="1017534"/>
                </a:lnTo>
                <a:lnTo>
                  <a:pt x="319435" y="1017534"/>
                </a:lnTo>
                <a:lnTo>
                  <a:pt x="321767" y="1017521"/>
                </a:lnTo>
                <a:lnTo>
                  <a:pt x="324098" y="1017521"/>
                </a:lnTo>
                <a:lnTo>
                  <a:pt x="326430" y="1017521"/>
                </a:lnTo>
                <a:lnTo>
                  <a:pt x="328761" y="1017521"/>
                </a:lnTo>
                <a:lnTo>
                  <a:pt x="331092" y="1017521"/>
                </a:lnTo>
                <a:lnTo>
                  <a:pt x="333425" y="1017521"/>
                </a:lnTo>
                <a:lnTo>
                  <a:pt x="335756" y="1017521"/>
                </a:lnTo>
                <a:lnTo>
                  <a:pt x="338088" y="1017521"/>
                </a:lnTo>
                <a:lnTo>
                  <a:pt x="340419" y="1017521"/>
                </a:lnTo>
                <a:lnTo>
                  <a:pt x="342752" y="1017509"/>
                </a:lnTo>
                <a:lnTo>
                  <a:pt x="345083" y="1017509"/>
                </a:lnTo>
                <a:lnTo>
                  <a:pt x="347415" y="1017509"/>
                </a:lnTo>
                <a:lnTo>
                  <a:pt x="349746" y="1017509"/>
                </a:lnTo>
                <a:lnTo>
                  <a:pt x="352077" y="1017509"/>
                </a:lnTo>
                <a:lnTo>
                  <a:pt x="354410" y="1017509"/>
                </a:lnTo>
                <a:lnTo>
                  <a:pt x="356741" y="1017497"/>
                </a:lnTo>
                <a:lnTo>
                  <a:pt x="359073" y="1017497"/>
                </a:lnTo>
                <a:lnTo>
                  <a:pt x="361404" y="1017497"/>
                </a:lnTo>
                <a:lnTo>
                  <a:pt x="363737" y="1017497"/>
                </a:lnTo>
                <a:lnTo>
                  <a:pt x="366068" y="1017497"/>
                </a:lnTo>
                <a:lnTo>
                  <a:pt x="368399" y="1017497"/>
                </a:lnTo>
                <a:lnTo>
                  <a:pt x="370731" y="1017484"/>
                </a:lnTo>
                <a:lnTo>
                  <a:pt x="373062" y="1017484"/>
                </a:lnTo>
                <a:lnTo>
                  <a:pt x="375395" y="1017484"/>
                </a:lnTo>
                <a:lnTo>
                  <a:pt x="377726" y="1017484"/>
                </a:lnTo>
                <a:lnTo>
                  <a:pt x="380058" y="1017472"/>
                </a:lnTo>
                <a:lnTo>
                  <a:pt x="382389" y="1017472"/>
                </a:lnTo>
                <a:lnTo>
                  <a:pt x="384720" y="1017472"/>
                </a:lnTo>
                <a:lnTo>
                  <a:pt x="387053" y="1017472"/>
                </a:lnTo>
                <a:lnTo>
                  <a:pt x="389384" y="1017460"/>
                </a:lnTo>
                <a:lnTo>
                  <a:pt x="391716" y="1017460"/>
                </a:lnTo>
                <a:lnTo>
                  <a:pt x="394047" y="1017460"/>
                </a:lnTo>
                <a:lnTo>
                  <a:pt x="396380" y="1017460"/>
                </a:lnTo>
                <a:lnTo>
                  <a:pt x="398711" y="1017447"/>
                </a:lnTo>
                <a:lnTo>
                  <a:pt x="401043" y="1017447"/>
                </a:lnTo>
                <a:lnTo>
                  <a:pt x="403374" y="1017447"/>
                </a:lnTo>
                <a:lnTo>
                  <a:pt x="405705" y="1017435"/>
                </a:lnTo>
                <a:lnTo>
                  <a:pt x="408038" y="1017435"/>
                </a:lnTo>
                <a:lnTo>
                  <a:pt x="410369" y="1017435"/>
                </a:lnTo>
                <a:lnTo>
                  <a:pt x="412701" y="1017423"/>
                </a:lnTo>
                <a:lnTo>
                  <a:pt x="415032" y="1017423"/>
                </a:lnTo>
                <a:lnTo>
                  <a:pt x="417364" y="1017411"/>
                </a:lnTo>
                <a:lnTo>
                  <a:pt x="419696" y="1017411"/>
                </a:lnTo>
                <a:lnTo>
                  <a:pt x="422027" y="1017411"/>
                </a:lnTo>
                <a:lnTo>
                  <a:pt x="424359" y="1017398"/>
                </a:lnTo>
                <a:lnTo>
                  <a:pt x="426690" y="1017398"/>
                </a:lnTo>
                <a:lnTo>
                  <a:pt x="429022" y="1017386"/>
                </a:lnTo>
                <a:lnTo>
                  <a:pt x="431354" y="1017386"/>
                </a:lnTo>
                <a:lnTo>
                  <a:pt x="433686" y="1017374"/>
                </a:lnTo>
                <a:lnTo>
                  <a:pt x="436017" y="1017374"/>
                </a:lnTo>
                <a:lnTo>
                  <a:pt x="438349" y="1017361"/>
                </a:lnTo>
                <a:lnTo>
                  <a:pt x="440680" y="1017361"/>
                </a:lnTo>
                <a:lnTo>
                  <a:pt x="443012" y="1017349"/>
                </a:lnTo>
                <a:lnTo>
                  <a:pt x="445344" y="1017349"/>
                </a:lnTo>
                <a:lnTo>
                  <a:pt x="447675" y="1017337"/>
                </a:lnTo>
                <a:lnTo>
                  <a:pt x="450007" y="1017324"/>
                </a:lnTo>
                <a:lnTo>
                  <a:pt x="452339" y="1017324"/>
                </a:lnTo>
                <a:lnTo>
                  <a:pt x="454671" y="1017312"/>
                </a:lnTo>
                <a:lnTo>
                  <a:pt x="457002" y="1017312"/>
                </a:lnTo>
                <a:lnTo>
                  <a:pt x="459333" y="1017300"/>
                </a:lnTo>
                <a:lnTo>
                  <a:pt x="461665" y="1017288"/>
                </a:lnTo>
                <a:lnTo>
                  <a:pt x="463997" y="1017275"/>
                </a:lnTo>
                <a:lnTo>
                  <a:pt x="466329" y="1017275"/>
                </a:lnTo>
                <a:lnTo>
                  <a:pt x="468660" y="1017263"/>
                </a:lnTo>
                <a:lnTo>
                  <a:pt x="470992" y="1017251"/>
                </a:lnTo>
                <a:lnTo>
                  <a:pt x="473323" y="1017238"/>
                </a:lnTo>
                <a:lnTo>
                  <a:pt x="475654" y="1017226"/>
                </a:lnTo>
                <a:lnTo>
                  <a:pt x="477987" y="1017226"/>
                </a:lnTo>
                <a:lnTo>
                  <a:pt x="480318" y="1017214"/>
                </a:lnTo>
                <a:lnTo>
                  <a:pt x="482650" y="1017201"/>
                </a:lnTo>
                <a:lnTo>
                  <a:pt x="484981" y="1017189"/>
                </a:lnTo>
                <a:lnTo>
                  <a:pt x="487314" y="1017177"/>
                </a:lnTo>
                <a:lnTo>
                  <a:pt x="489645" y="1017165"/>
                </a:lnTo>
                <a:lnTo>
                  <a:pt x="491977" y="1017152"/>
                </a:lnTo>
                <a:lnTo>
                  <a:pt x="494308" y="1017140"/>
                </a:lnTo>
                <a:lnTo>
                  <a:pt x="496639" y="1017128"/>
                </a:lnTo>
                <a:lnTo>
                  <a:pt x="498972" y="1017103"/>
                </a:lnTo>
                <a:lnTo>
                  <a:pt x="501303" y="1017091"/>
                </a:lnTo>
                <a:lnTo>
                  <a:pt x="503635" y="1017078"/>
                </a:lnTo>
                <a:lnTo>
                  <a:pt x="505966" y="1017066"/>
                </a:lnTo>
                <a:lnTo>
                  <a:pt x="508299" y="1017054"/>
                </a:lnTo>
                <a:lnTo>
                  <a:pt x="510630" y="1017029"/>
                </a:lnTo>
                <a:lnTo>
                  <a:pt x="512961" y="1017017"/>
                </a:lnTo>
                <a:lnTo>
                  <a:pt x="515293" y="1017005"/>
                </a:lnTo>
                <a:lnTo>
                  <a:pt x="517624" y="1016980"/>
                </a:lnTo>
                <a:lnTo>
                  <a:pt x="519957" y="1016968"/>
                </a:lnTo>
                <a:lnTo>
                  <a:pt x="522288" y="1016943"/>
                </a:lnTo>
                <a:lnTo>
                  <a:pt x="524620" y="1016931"/>
                </a:lnTo>
                <a:lnTo>
                  <a:pt x="526951" y="1016906"/>
                </a:lnTo>
                <a:lnTo>
                  <a:pt x="529282" y="1016882"/>
                </a:lnTo>
                <a:lnTo>
                  <a:pt x="531615" y="1016869"/>
                </a:lnTo>
                <a:lnTo>
                  <a:pt x="533946" y="1016845"/>
                </a:lnTo>
                <a:lnTo>
                  <a:pt x="536278" y="1016820"/>
                </a:lnTo>
                <a:lnTo>
                  <a:pt x="538609" y="1016795"/>
                </a:lnTo>
                <a:lnTo>
                  <a:pt x="540942" y="1016771"/>
                </a:lnTo>
                <a:lnTo>
                  <a:pt x="543273" y="1016746"/>
                </a:lnTo>
                <a:lnTo>
                  <a:pt x="545605" y="1016722"/>
                </a:lnTo>
                <a:lnTo>
                  <a:pt x="547936" y="1016697"/>
                </a:lnTo>
                <a:lnTo>
                  <a:pt x="550267" y="1016672"/>
                </a:lnTo>
                <a:lnTo>
                  <a:pt x="552600" y="1016648"/>
                </a:lnTo>
                <a:lnTo>
                  <a:pt x="554931" y="1016623"/>
                </a:lnTo>
                <a:lnTo>
                  <a:pt x="557263" y="1016586"/>
                </a:lnTo>
                <a:lnTo>
                  <a:pt x="559594" y="1016562"/>
                </a:lnTo>
                <a:lnTo>
                  <a:pt x="561926" y="1016537"/>
                </a:lnTo>
                <a:lnTo>
                  <a:pt x="564258" y="1016500"/>
                </a:lnTo>
                <a:lnTo>
                  <a:pt x="566589" y="1016476"/>
                </a:lnTo>
                <a:lnTo>
                  <a:pt x="568921" y="1016439"/>
                </a:lnTo>
                <a:lnTo>
                  <a:pt x="571252" y="1016402"/>
                </a:lnTo>
                <a:lnTo>
                  <a:pt x="573584" y="1016365"/>
                </a:lnTo>
                <a:lnTo>
                  <a:pt x="575916" y="1016340"/>
                </a:lnTo>
                <a:lnTo>
                  <a:pt x="578248" y="1016304"/>
                </a:lnTo>
                <a:lnTo>
                  <a:pt x="580579" y="1016267"/>
                </a:lnTo>
                <a:lnTo>
                  <a:pt x="582911" y="1016217"/>
                </a:lnTo>
                <a:lnTo>
                  <a:pt x="585242" y="1016180"/>
                </a:lnTo>
                <a:lnTo>
                  <a:pt x="587574" y="1016144"/>
                </a:lnTo>
                <a:lnTo>
                  <a:pt x="589906" y="1016107"/>
                </a:lnTo>
                <a:lnTo>
                  <a:pt x="592237" y="1016057"/>
                </a:lnTo>
                <a:lnTo>
                  <a:pt x="594569" y="1016021"/>
                </a:lnTo>
                <a:lnTo>
                  <a:pt x="596900" y="1015971"/>
                </a:lnTo>
                <a:lnTo>
                  <a:pt x="599233" y="1015922"/>
                </a:lnTo>
                <a:lnTo>
                  <a:pt x="601564" y="1015873"/>
                </a:lnTo>
                <a:lnTo>
                  <a:pt x="603895" y="1015824"/>
                </a:lnTo>
                <a:lnTo>
                  <a:pt x="606227" y="1015774"/>
                </a:lnTo>
                <a:lnTo>
                  <a:pt x="608558" y="1015725"/>
                </a:lnTo>
                <a:lnTo>
                  <a:pt x="610891" y="1015676"/>
                </a:lnTo>
                <a:lnTo>
                  <a:pt x="613222" y="1015627"/>
                </a:lnTo>
                <a:lnTo>
                  <a:pt x="615554" y="1015565"/>
                </a:lnTo>
                <a:lnTo>
                  <a:pt x="617885" y="1015504"/>
                </a:lnTo>
                <a:lnTo>
                  <a:pt x="620216" y="1015455"/>
                </a:lnTo>
                <a:lnTo>
                  <a:pt x="622549" y="1015393"/>
                </a:lnTo>
                <a:lnTo>
                  <a:pt x="624880" y="1015332"/>
                </a:lnTo>
                <a:lnTo>
                  <a:pt x="627212" y="1015270"/>
                </a:lnTo>
                <a:lnTo>
                  <a:pt x="629543" y="1015209"/>
                </a:lnTo>
                <a:lnTo>
                  <a:pt x="631876" y="1015135"/>
                </a:lnTo>
                <a:lnTo>
                  <a:pt x="634207" y="1015073"/>
                </a:lnTo>
                <a:lnTo>
                  <a:pt x="636539" y="1014999"/>
                </a:lnTo>
                <a:lnTo>
                  <a:pt x="638870" y="1014926"/>
                </a:lnTo>
                <a:lnTo>
                  <a:pt x="641201" y="1014852"/>
                </a:lnTo>
                <a:lnTo>
                  <a:pt x="643534" y="1014778"/>
                </a:lnTo>
                <a:lnTo>
                  <a:pt x="645865" y="1014704"/>
                </a:lnTo>
                <a:lnTo>
                  <a:pt x="648197" y="1014618"/>
                </a:lnTo>
                <a:lnTo>
                  <a:pt x="650528" y="1014544"/>
                </a:lnTo>
                <a:lnTo>
                  <a:pt x="652861" y="1014458"/>
                </a:lnTo>
                <a:lnTo>
                  <a:pt x="655192" y="1014372"/>
                </a:lnTo>
                <a:lnTo>
                  <a:pt x="657523" y="1014286"/>
                </a:lnTo>
                <a:lnTo>
                  <a:pt x="659855" y="1014200"/>
                </a:lnTo>
                <a:lnTo>
                  <a:pt x="662186" y="1014102"/>
                </a:lnTo>
                <a:lnTo>
                  <a:pt x="664519" y="1014015"/>
                </a:lnTo>
                <a:lnTo>
                  <a:pt x="666850" y="1013917"/>
                </a:lnTo>
                <a:lnTo>
                  <a:pt x="669182" y="1013819"/>
                </a:lnTo>
                <a:lnTo>
                  <a:pt x="671513" y="1013720"/>
                </a:lnTo>
                <a:lnTo>
                  <a:pt x="673845" y="1013609"/>
                </a:lnTo>
                <a:lnTo>
                  <a:pt x="676177" y="1013511"/>
                </a:lnTo>
                <a:lnTo>
                  <a:pt x="678508" y="1013400"/>
                </a:lnTo>
                <a:lnTo>
                  <a:pt x="680840" y="1013290"/>
                </a:lnTo>
                <a:lnTo>
                  <a:pt x="683171" y="1013179"/>
                </a:lnTo>
                <a:lnTo>
                  <a:pt x="685504" y="1013056"/>
                </a:lnTo>
                <a:lnTo>
                  <a:pt x="687835" y="1012945"/>
                </a:lnTo>
                <a:lnTo>
                  <a:pt x="690167" y="1012822"/>
                </a:lnTo>
                <a:lnTo>
                  <a:pt x="692498" y="1012687"/>
                </a:lnTo>
                <a:lnTo>
                  <a:pt x="694829" y="1012564"/>
                </a:lnTo>
                <a:lnTo>
                  <a:pt x="697162" y="1012429"/>
                </a:lnTo>
                <a:lnTo>
                  <a:pt x="699493" y="1012293"/>
                </a:lnTo>
                <a:lnTo>
                  <a:pt x="701825" y="1012158"/>
                </a:lnTo>
                <a:lnTo>
                  <a:pt x="704156" y="1012023"/>
                </a:lnTo>
                <a:lnTo>
                  <a:pt x="706488" y="1011875"/>
                </a:lnTo>
                <a:lnTo>
                  <a:pt x="708820" y="1011727"/>
                </a:lnTo>
                <a:lnTo>
                  <a:pt x="711151" y="1011580"/>
                </a:lnTo>
                <a:lnTo>
                  <a:pt x="713483" y="1011420"/>
                </a:lnTo>
                <a:lnTo>
                  <a:pt x="715814" y="1011272"/>
                </a:lnTo>
                <a:lnTo>
                  <a:pt x="718146" y="1011100"/>
                </a:lnTo>
                <a:lnTo>
                  <a:pt x="720478" y="1010940"/>
                </a:lnTo>
                <a:lnTo>
                  <a:pt x="722810" y="1010768"/>
                </a:lnTo>
                <a:lnTo>
                  <a:pt x="725141" y="1010596"/>
                </a:lnTo>
                <a:lnTo>
                  <a:pt x="727473" y="1010423"/>
                </a:lnTo>
                <a:lnTo>
                  <a:pt x="729804" y="1010239"/>
                </a:lnTo>
                <a:lnTo>
                  <a:pt x="732136" y="1010054"/>
                </a:lnTo>
                <a:lnTo>
                  <a:pt x="734468" y="1009870"/>
                </a:lnTo>
                <a:lnTo>
                  <a:pt x="736803" y="1009673"/>
                </a:lnTo>
                <a:lnTo>
                  <a:pt x="739128" y="1009476"/>
                </a:lnTo>
                <a:lnTo>
                  <a:pt x="741465" y="1009279"/>
                </a:lnTo>
                <a:lnTo>
                  <a:pt x="743790" y="1009070"/>
                </a:lnTo>
                <a:lnTo>
                  <a:pt x="746127" y="1008861"/>
                </a:lnTo>
                <a:lnTo>
                  <a:pt x="748452" y="1008640"/>
                </a:lnTo>
                <a:lnTo>
                  <a:pt x="750789" y="1008418"/>
                </a:lnTo>
                <a:lnTo>
                  <a:pt x="753127" y="1008197"/>
                </a:lnTo>
                <a:lnTo>
                  <a:pt x="755452" y="1007963"/>
                </a:lnTo>
                <a:lnTo>
                  <a:pt x="757789" y="1007729"/>
                </a:lnTo>
                <a:lnTo>
                  <a:pt x="760114" y="1007483"/>
                </a:lnTo>
                <a:lnTo>
                  <a:pt x="762451" y="1007237"/>
                </a:lnTo>
                <a:lnTo>
                  <a:pt x="764776" y="1006991"/>
                </a:lnTo>
                <a:lnTo>
                  <a:pt x="767113" y="1006733"/>
                </a:lnTo>
                <a:lnTo>
                  <a:pt x="769438" y="1006475"/>
                </a:lnTo>
                <a:lnTo>
                  <a:pt x="771776" y="1006204"/>
                </a:lnTo>
                <a:lnTo>
                  <a:pt x="774100" y="1005933"/>
                </a:lnTo>
                <a:lnTo>
                  <a:pt x="776438" y="1005650"/>
                </a:lnTo>
                <a:lnTo>
                  <a:pt x="778775" y="1005368"/>
                </a:lnTo>
                <a:lnTo>
                  <a:pt x="781100" y="1005072"/>
                </a:lnTo>
                <a:lnTo>
                  <a:pt x="783437" y="1004777"/>
                </a:lnTo>
                <a:lnTo>
                  <a:pt x="785762" y="1004470"/>
                </a:lnTo>
                <a:lnTo>
                  <a:pt x="788099" y="1004162"/>
                </a:lnTo>
                <a:lnTo>
                  <a:pt x="790424" y="1003842"/>
                </a:lnTo>
                <a:lnTo>
                  <a:pt x="792762" y="1003522"/>
                </a:lnTo>
                <a:lnTo>
                  <a:pt x="795087" y="1003190"/>
                </a:lnTo>
                <a:lnTo>
                  <a:pt x="797424" y="1002858"/>
                </a:lnTo>
                <a:lnTo>
                  <a:pt x="799749" y="1002514"/>
                </a:lnTo>
                <a:lnTo>
                  <a:pt x="802086" y="1002157"/>
                </a:lnTo>
                <a:lnTo>
                  <a:pt x="804411" y="1001800"/>
                </a:lnTo>
                <a:lnTo>
                  <a:pt x="806748" y="1001431"/>
                </a:lnTo>
                <a:lnTo>
                  <a:pt x="809086" y="1001062"/>
                </a:lnTo>
                <a:lnTo>
                  <a:pt x="811410" y="1000681"/>
                </a:lnTo>
                <a:lnTo>
                  <a:pt x="813748" y="1000299"/>
                </a:lnTo>
                <a:lnTo>
                  <a:pt x="816073" y="999906"/>
                </a:lnTo>
                <a:lnTo>
                  <a:pt x="818410" y="999500"/>
                </a:lnTo>
                <a:lnTo>
                  <a:pt x="820735" y="999082"/>
                </a:lnTo>
                <a:lnTo>
                  <a:pt x="823072" y="998663"/>
                </a:lnTo>
                <a:lnTo>
                  <a:pt x="825397" y="998233"/>
                </a:lnTo>
                <a:lnTo>
                  <a:pt x="827734" y="997802"/>
                </a:lnTo>
                <a:lnTo>
                  <a:pt x="830059" y="997359"/>
                </a:lnTo>
                <a:lnTo>
                  <a:pt x="832397" y="996904"/>
                </a:lnTo>
                <a:lnTo>
                  <a:pt x="834734" y="996437"/>
                </a:lnTo>
                <a:lnTo>
                  <a:pt x="837059" y="995969"/>
                </a:lnTo>
                <a:lnTo>
                  <a:pt x="839396" y="995477"/>
                </a:lnTo>
                <a:lnTo>
                  <a:pt x="841721" y="994997"/>
                </a:lnTo>
                <a:lnTo>
                  <a:pt x="844058" y="994493"/>
                </a:lnTo>
                <a:lnTo>
                  <a:pt x="846383" y="993989"/>
                </a:lnTo>
                <a:lnTo>
                  <a:pt x="848720" y="993460"/>
                </a:lnTo>
                <a:lnTo>
                  <a:pt x="851045" y="992931"/>
                </a:lnTo>
                <a:lnTo>
                  <a:pt x="853383" y="992390"/>
                </a:lnTo>
                <a:lnTo>
                  <a:pt x="855708" y="991848"/>
                </a:lnTo>
                <a:lnTo>
                  <a:pt x="858045" y="991282"/>
                </a:lnTo>
                <a:lnTo>
                  <a:pt x="860382" y="990717"/>
                </a:lnTo>
                <a:lnTo>
                  <a:pt x="862707" y="990138"/>
                </a:lnTo>
                <a:lnTo>
                  <a:pt x="865044" y="989548"/>
                </a:lnTo>
                <a:lnTo>
                  <a:pt x="867369" y="988945"/>
                </a:lnTo>
                <a:lnTo>
                  <a:pt x="869707" y="988330"/>
                </a:lnTo>
                <a:lnTo>
                  <a:pt x="872032" y="987703"/>
                </a:lnTo>
                <a:lnTo>
                  <a:pt x="874369" y="987063"/>
                </a:lnTo>
                <a:lnTo>
                  <a:pt x="876694" y="986423"/>
                </a:lnTo>
                <a:lnTo>
                  <a:pt x="879031" y="985759"/>
                </a:lnTo>
                <a:lnTo>
                  <a:pt x="881356" y="985083"/>
                </a:lnTo>
                <a:lnTo>
                  <a:pt x="883693" y="984406"/>
                </a:lnTo>
                <a:lnTo>
                  <a:pt x="886031" y="983705"/>
                </a:lnTo>
                <a:lnTo>
                  <a:pt x="888355" y="983004"/>
                </a:lnTo>
                <a:lnTo>
                  <a:pt x="890693" y="982278"/>
                </a:lnTo>
                <a:lnTo>
                  <a:pt x="893018" y="981540"/>
                </a:lnTo>
                <a:lnTo>
                  <a:pt x="895355" y="980802"/>
                </a:lnTo>
                <a:lnTo>
                  <a:pt x="897680" y="980039"/>
                </a:lnTo>
                <a:lnTo>
                  <a:pt x="900017" y="979264"/>
                </a:lnTo>
                <a:lnTo>
                  <a:pt x="902342" y="978477"/>
                </a:lnTo>
                <a:lnTo>
                  <a:pt x="904679" y="977677"/>
                </a:lnTo>
                <a:lnTo>
                  <a:pt x="907004" y="976865"/>
                </a:lnTo>
                <a:lnTo>
                  <a:pt x="909342" y="976041"/>
                </a:lnTo>
                <a:lnTo>
                  <a:pt x="911667" y="975192"/>
                </a:lnTo>
                <a:lnTo>
                  <a:pt x="914004" y="974344"/>
                </a:lnTo>
                <a:lnTo>
                  <a:pt x="916341" y="973470"/>
                </a:lnTo>
                <a:lnTo>
                  <a:pt x="918666" y="972584"/>
                </a:lnTo>
                <a:lnTo>
                  <a:pt x="921003" y="971686"/>
                </a:lnTo>
                <a:lnTo>
                  <a:pt x="923328" y="970764"/>
                </a:lnTo>
                <a:lnTo>
                  <a:pt x="925666" y="969841"/>
                </a:lnTo>
                <a:lnTo>
                  <a:pt x="927991" y="968894"/>
                </a:lnTo>
                <a:lnTo>
                  <a:pt x="930328" y="967922"/>
                </a:lnTo>
                <a:lnTo>
                  <a:pt x="932653" y="966950"/>
                </a:lnTo>
                <a:lnTo>
                  <a:pt x="934990" y="965954"/>
                </a:lnTo>
                <a:lnTo>
                  <a:pt x="937315" y="964945"/>
                </a:lnTo>
                <a:lnTo>
                  <a:pt x="939652" y="963924"/>
                </a:lnTo>
                <a:lnTo>
                  <a:pt x="941990" y="962879"/>
                </a:lnTo>
                <a:lnTo>
                  <a:pt x="944315" y="961821"/>
                </a:lnTo>
                <a:lnTo>
                  <a:pt x="946652" y="960738"/>
                </a:lnTo>
                <a:lnTo>
                  <a:pt x="948977" y="959643"/>
                </a:lnTo>
                <a:lnTo>
                  <a:pt x="951314" y="958536"/>
                </a:lnTo>
                <a:lnTo>
                  <a:pt x="953639" y="957405"/>
                </a:lnTo>
                <a:lnTo>
                  <a:pt x="955976" y="956260"/>
                </a:lnTo>
                <a:lnTo>
                  <a:pt x="958301" y="955092"/>
                </a:lnTo>
                <a:lnTo>
                  <a:pt x="960638" y="953911"/>
                </a:lnTo>
                <a:lnTo>
                  <a:pt x="962963" y="952718"/>
                </a:lnTo>
                <a:lnTo>
                  <a:pt x="965301" y="951500"/>
                </a:lnTo>
                <a:lnTo>
                  <a:pt x="967638" y="950257"/>
                </a:lnTo>
                <a:lnTo>
                  <a:pt x="969963" y="949003"/>
                </a:lnTo>
                <a:lnTo>
                  <a:pt x="972300" y="947723"/>
                </a:lnTo>
                <a:lnTo>
                  <a:pt x="974625" y="946432"/>
                </a:lnTo>
                <a:lnTo>
                  <a:pt x="976962" y="945115"/>
                </a:lnTo>
                <a:lnTo>
                  <a:pt x="979287" y="943787"/>
                </a:lnTo>
                <a:lnTo>
                  <a:pt x="981625" y="942434"/>
                </a:lnTo>
                <a:lnTo>
                  <a:pt x="983949" y="941056"/>
                </a:lnTo>
                <a:lnTo>
                  <a:pt x="986287" y="939666"/>
                </a:lnTo>
                <a:lnTo>
                  <a:pt x="988612" y="938251"/>
                </a:lnTo>
                <a:lnTo>
                  <a:pt x="990949" y="936812"/>
                </a:lnTo>
                <a:lnTo>
                  <a:pt x="993286" y="935360"/>
                </a:lnTo>
                <a:lnTo>
                  <a:pt x="995611" y="933884"/>
                </a:lnTo>
                <a:lnTo>
                  <a:pt x="997948" y="932383"/>
                </a:lnTo>
                <a:lnTo>
                  <a:pt x="1000273" y="930870"/>
                </a:lnTo>
                <a:lnTo>
                  <a:pt x="1002611" y="929320"/>
                </a:lnTo>
                <a:lnTo>
                  <a:pt x="1004936" y="927758"/>
                </a:lnTo>
                <a:lnTo>
                  <a:pt x="1007273" y="926184"/>
                </a:lnTo>
                <a:lnTo>
                  <a:pt x="1009598" y="924572"/>
                </a:lnTo>
                <a:lnTo>
                  <a:pt x="1011935" y="922948"/>
                </a:lnTo>
                <a:lnTo>
                  <a:pt x="1014260" y="921288"/>
                </a:lnTo>
                <a:lnTo>
                  <a:pt x="1016597" y="919615"/>
                </a:lnTo>
                <a:lnTo>
                  <a:pt x="1018922" y="917929"/>
                </a:lnTo>
                <a:lnTo>
                  <a:pt x="1021259" y="916207"/>
                </a:lnTo>
                <a:lnTo>
                  <a:pt x="1023597" y="914460"/>
                </a:lnTo>
                <a:lnTo>
                  <a:pt x="1025922" y="912701"/>
                </a:lnTo>
                <a:lnTo>
                  <a:pt x="1028259" y="910905"/>
                </a:lnTo>
                <a:lnTo>
                  <a:pt x="1030584" y="909097"/>
                </a:lnTo>
                <a:lnTo>
                  <a:pt x="1032921" y="907264"/>
                </a:lnTo>
                <a:lnTo>
                  <a:pt x="1035246" y="905394"/>
                </a:lnTo>
                <a:lnTo>
                  <a:pt x="1037583" y="903512"/>
                </a:lnTo>
                <a:lnTo>
                  <a:pt x="1039908" y="901606"/>
                </a:lnTo>
                <a:lnTo>
                  <a:pt x="1042246" y="899674"/>
                </a:lnTo>
                <a:lnTo>
                  <a:pt x="1044571" y="897718"/>
                </a:lnTo>
                <a:lnTo>
                  <a:pt x="1046908" y="895725"/>
                </a:lnTo>
                <a:lnTo>
                  <a:pt x="1049245" y="893720"/>
                </a:lnTo>
                <a:lnTo>
                  <a:pt x="1051570" y="891691"/>
                </a:lnTo>
                <a:lnTo>
                  <a:pt x="1053907" y="889636"/>
                </a:lnTo>
                <a:lnTo>
                  <a:pt x="1056232" y="887545"/>
                </a:lnTo>
                <a:lnTo>
                  <a:pt x="1058569" y="885442"/>
                </a:lnTo>
                <a:lnTo>
                  <a:pt x="1060894" y="883301"/>
                </a:lnTo>
                <a:lnTo>
                  <a:pt x="1063232" y="881136"/>
                </a:lnTo>
                <a:lnTo>
                  <a:pt x="1065557" y="878959"/>
                </a:lnTo>
                <a:lnTo>
                  <a:pt x="1067894" y="876744"/>
                </a:lnTo>
                <a:lnTo>
                  <a:pt x="1070219" y="874506"/>
                </a:lnTo>
                <a:lnTo>
                  <a:pt x="1072556" y="872230"/>
                </a:lnTo>
                <a:lnTo>
                  <a:pt x="1074893" y="869942"/>
                </a:lnTo>
                <a:lnTo>
                  <a:pt x="1077218" y="867629"/>
                </a:lnTo>
                <a:lnTo>
                  <a:pt x="1079556" y="865280"/>
                </a:lnTo>
                <a:lnTo>
                  <a:pt x="1081881" y="862905"/>
                </a:lnTo>
                <a:lnTo>
                  <a:pt x="1084218" y="860507"/>
                </a:lnTo>
                <a:lnTo>
                  <a:pt x="1086543" y="858071"/>
                </a:lnTo>
                <a:lnTo>
                  <a:pt x="1088880" y="855623"/>
                </a:lnTo>
                <a:lnTo>
                  <a:pt x="1091205" y="853138"/>
                </a:lnTo>
                <a:lnTo>
                  <a:pt x="1093542" y="850629"/>
                </a:lnTo>
                <a:lnTo>
                  <a:pt x="1095867" y="848095"/>
                </a:lnTo>
                <a:lnTo>
                  <a:pt x="1098205" y="845524"/>
                </a:lnTo>
                <a:lnTo>
                  <a:pt x="1100542" y="842940"/>
                </a:lnTo>
                <a:lnTo>
                  <a:pt x="1102867" y="840320"/>
                </a:lnTo>
                <a:lnTo>
                  <a:pt x="1105204" y="837663"/>
                </a:lnTo>
                <a:lnTo>
                  <a:pt x="1107529" y="834994"/>
                </a:lnTo>
                <a:lnTo>
                  <a:pt x="1109866" y="832287"/>
                </a:lnTo>
                <a:lnTo>
                  <a:pt x="1112191" y="829556"/>
                </a:lnTo>
                <a:lnTo>
                  <a:pt x="1114529" y="826789"/>
                </a:lnTo>
                <a:lnTo>
                  <a:pt x="1116853" y="824008"/>
                </a:lnTo>
                <a:lnTo>
                  <a:pt x="1119191" y="821192"/>
                </a:lnTo>
                <a:lnTo>
                  <a:pt x="1121516" y="818338"/>
                </a:lnTo>
                <a:lnTo>
                  <a:pt x="1123853" y="815471"/>
                </a:lnTo>
                <a:lnTo>
                  <a:pt x="1126178" y="812568"/>
                </a:lnTo>
                <a:lnTo>
                  <a:pt x="1128515" y="809628"/>
                </a:lnTo>
                <a:lnTo>
                  <a:pt x="1130852" y="806676"/>
                </a:lnTo>
                <a:lnTo>
                  <a:pt x="1133177" y="803687"/>
                </a:lnTo>
                <a:lnTo>
                  <a:pt x="1135515" y="800673"/>
                </a:lnTo>
                <a:lnTo>
                  <a:pt x="1137840" y="797622"/>
                </a:lnTo>
                <a:lnTo>
                  <a:pt x="1140177" y="794547"/>
                </a:lnTo>
                <a:lnTo>
                  <a:pt x="1142502" y="791447"/>
                </a:lnTo>
                <a:lnTo>
                  <a:pt x="1144839" y="788310"/>
                </a:lnTo>
                <a:lnTo>
                  <a:pt x="1147164" y="785148"/>
                </a:lnTo>
                <a:lnTo>
                  <a:pt x="1149501" y="781962"/>
                </a:lnTo>
                <a:lnTo>
                  <a:pt x="1151826" y="778739"/>
                </a:lnTo>
                <a:lnTo>
                  <a:pt x="1154164" y="775492"/>
                </a:lnTo>
                <a:lnTo>
                  <a:pt x="1156501" y="772220"/>
                </a:lnTo>
                <a:lnTo>
                  <a:pt x="1158826" y="768911"/>
                </a:lnTo>
                <a:lnTo>
                  <a:pt x="1161163" y="765589"/>
                </a:lnTo>
                <a:lnTo>
                  <a:pt x="1163488" y="762219"/>
                </a:lnTo>
                <a:lnTo>
                  <a:pt x="1165825" y="758836"/>
                </a:lnTo>
                <a:lnTo>
                  <a:pt x="1168150" y="755416"/>
                </a:lnTo>
                <a:lnTo>
                  <a:pt x="1170487" y="751972"/>
                </a:lnTo>
                <a:lnTo>
                  <a:pt x="1172812" y="748490"/>
                </a:lnTo>
                <a:lnTo>
                  <a:pt x="1175150" y="744997"/>
                </a:lnTo>
                <a:lnTo>
                  <a:pt x="1177475" y="741454"/>
                </a:lnTo>
                <a:lnTo>
                  <a:pt x="1179812" y="737899"/>
                </a:lnTo>
                <a:lnTo>
                  <a:pt x="1182149" y="734319"/>
                </a:lnTo>
                <a:lnTo>
                  <a:pt x="1184474" y="730703"/>
                </a:lnTo>
                <a:lnTo>
                  <a:pt x="1186811" y="727061"/>
                </a:lnTo>
                <a:lnTo>
                  <a:pt x="1189136" y="723383"/>
                </a:lnTo>
                <a:lnTo>
                  <a:pt x="1191474" y="719693"/>
                </a:lnTo>
                <a:lnTo>
                  <a:pt x="1193798" y="715966"/>
                </a:lnTo>
                <a:lnTo>
                  <a:pt x="1196136" y="712214"/>
                </a:lnTo>
                <a:lnTo>
                  <a:pt x="1198461" y="708425"/>
                </a:lnTo>
                <a:lnTo>
                  <a:pt x="1200798" y="704624"/>
                </a:lnTo>
                <a:lnTo>
                  <a:pt x="1203123" y="700786"/>
                </a:lnTo>
                <a:lnTo>
                  <a:pt x="1205460" y="696923"/>
                </a:lnTo>
                <a:lnTo>
                  <a:pt x="1207797" y="693036"/>
                </a:lnTo>
                <a:lnTo>
                  <a:pt x="1210122" y="689124"/>
                </a:lnTo>
                <a:lnTo>
                  <a:pt x="1212460" y="685188"/>
                </a:lnTo>
                <a:lnTo>
                  <a:pt x="1214785" y="681227"/>
                </a:lnTo>
                <a:lnTo>
                  <a:pt x="1217122" y="677229"/>
                </a:lnTo>
                <a:lnTo>
                  <a:pt x="1219447" y="673218"/>
                </a:lnTo>
                <a:lnTo>
                  <a:pt x="1221784" y="669171"/>
                </a:lnTo>
                <a:lnTo>
                  <a:pt x="1224109" y="665099"/>
                </a:lnTo>
                <a:lnTo>
                  <a:pt x="1226446" y="661015"/>
                </a:lnTo>
                <a:lnTo>
                  <a:pt x="1228771" y="656894"/>
                </a:lnTo>
                <a:lnTo>
                  <a:pt x="1231108" y="652749"/>
                </a:lnTo>
                <a:lnTo>
                  <a:pt x="1233446" y="648591"/>
                </a:lnTo>
                <a:lnTo>
                  <a:pt x="1235771" y="644396"/>
                </a:lnTo>
                <a:lnTo>
                  <a:pt x="1238108" y="640177"/>
                </a:lnTo>
                <a:lnTo>
                  <a:pt x="1240433" y="635945"/>
                </a:lnTo>
                <a:lnTo>
                  <a:pt x="1242770" y="631689"/>
                </a:lnTo>
                <a:lnTo>
                  <a:pt x="1245095" y="627408"/>
                </a:lnTo>
                <a:lnTo>
                  <a:pt x="1247432" y="623090"/>
                </a:lnTo>
                <a:lnTo>
                  <a:pt x="1249757" y="618772"/>
                </a:lnTo>
                <a:lnTo>
                  <a:pt x="1252095" y="614418"/>
                </a:lnTo>
                <a:lnTo>
                  <a:pt x="1254420" y="610051"/>
                </a:lnTo>
                <a:lnTo>
                  <a:pt x="1256757" y="605647"/>
                </a:lnTo>
                <a:lnTo>
                  <a:pt x="1259082" y="601238"/>
                </a:lnTo>
                <a:lnTo>
                  <a:pt x="1261419" y="596803"/>
                </a:lnTo>
                <a:lnTo>
                  <a:pt x="1263756" y="592348"/>
                </a:lnTo>
                <a:lnTo>
                  <a:pt x="1266081" y="587873"/>
                </a:lnTo>
                <a:lnTo>
                  <a:pt x="1268419" y="583378"/>
                </a:lnTo>
                <a:lnTo>
                  <a:pt x="1270744" y="578863"/>
                </a:lnTo>
                <a:lnTo>
                  <a:pt x="1273081" y="574329"/>
                </a:lnTo>
                <a:lnTo>
                  <a:pt x="1275406" y="569777"/>
                </a:lnTo>
                <a:lnTo>
                  <a:pt x="1277743" y="565207"/>
                </a:lnTo>
                <a:lnTo>
                  <a:pt x="1280068" y="560620"/>
                </a:lnTo>
                <a:lnTo>
                  <a:pt x="1282405" y="556015"/>
                </a:lnTo>
                <a:lnTo>
                  <a:pt x="1284730" y="551393"/>
                </a:lnTo>
                <a:lnTo>
                  <a:pt x="1287067" y="546754"/>
                </a:lnTo>
                <a:lnTo>
                  <a:pt x="1289405" y="542099"/>
                </a:lnTo>
                <a:lnTo>
                  <a:pt x="1291730" y="537428"/>
                </a:lnTo>
                <a:lnTo>
                  <a:pt x="1294067" y="532743"/>
                </a:lnTo>
                <a:lnTo>
                  <a:pt x="1296392" y="528042"/>
                </a:lnTo>
                <a:lnTo>
                  <a:pt x="1298729" y="523327"/>
                </a:lnTo>
                <a:lnTo>
                  <a:pt x="1301054" y="518599"/>
                </a:lnTo>
                <a:lnTo>
                  <a:pt x="1303391" y="513856"/>
                </a:lnTo>
                <a:lnTo>
                  <a:pt x="1305716" y="509102"/>
                </a:lnTo>
                <a:lnTo>
                  <a:pt x="1308054" y="504334"/>
                </a:lnTo>
                <a:lnTo>
                  <a:pt x="1310379" y="499555"/>
                </a:lnTo>
                <a:lnTo>
                  <a:pt x="1312716" y="494764"/>
                </a:lnTo>
                <a:lnTo>
                  <a:pt x="1315053" y="489962"/>
                </a:lnTo>
                <a:lnTo>
                  <a:pt x="1317378" y="485150"/>
                </a:lnTo>
                <a:lnTo>
                  <a:pt x="1319715" y="480328"/>
                </a:lnTo>
                <a:lnTo>
                  <a:pt x="1322040" y="475496"/>
                </a:lnTo>
                <a:lnTo>
                  <a:pt x="1324378" y="470655"/>
                </a:lnTo>
                <a:lnTo>
                  <a:pt x="1326702" y="465806"/>
                </a:lnTo>
                <a:lnTo>
                  <a:pt x="1329040" y="460950"/>
                </a:lnTo>
                <a:lnTo>
                  <a:pt x="1331365" y="456086"/>
                </a:lnTo>
                <a:lnTo>
                  <a:pt x="1333702" y="451215"/>
                </a:lnTo>
                <a:lnTo>
                  <a:pt x="1336027" y="446338"/>
                </a:lnTo>
                <a:lnTo>
                  <a:pt x="1338364" y="441456"/>
                </a:lnTo>
                <a:lnTo>
                  <a:pt x="1340701" y="436568"/>
                </a:lnTo>
                <a:lnTo>
                  <a:pt x="1343026" y="431676"/>
                </a:lnTo>
                <a:lnTo>
                  <a:pt x="1345364" y="426780"/>
                </a:lnTo>
                <a:lnTo>
                  <a:pt x="1347689" y="421882"/>
                </a:lnTo>
                <a:lnTo>
                  <a:pt x="1350026" y="416980"/>
                </a:lnTo>
                <a:lnTo>
                  <a:pt x="1352351" y="412076"/>
                </a:lnTo>
                <a:lnTo>
                  <a:pt x="1354688" y="407170"/>
                </a:lnTo>
                <a:lnTo>
                  <a:pt x="1357013" y="402265"/>
                </a:lnTo>
                <a:lnTo>
                  <a:pt x="1359350" y="397359"/>
                </a:lnTo>
                <a:lnTo>
                  <a:pt x="1361675" y="392452"/>
                </a:lnTo>
                <a:lnTo>
                  <a:pt x="1364012" y="387547"/>
                </a:lnTo>
                <a:lnTo>
                  <a:pt x="1366337" y="382644"/>
                </a:lnTo>
                <a:lnTo>
                  <a:pt x="1368675" y="377743"/>
                </a:lnTo>
                <a:lnTo>
                  <a:pt x="1371012" y="372845"/>
                </a:lnTo>
                <a:lnTo>
                  <a:pt x="1373337" y="367950"/>
                </a:lnTo>
                <a:lnTo>
                  <a:pt x="1375674" y="363060"/>
                </a:lnTo>
                <a:lnTo>
                  <a:pt x="1377999" y="358174"/>
                </a:lnTo>
                <a:lnTo>
                  <a:pt x="1380336" y="353294"/>
                </a:lnTo>
                <a:lnTo>
                  <a:pt x="1382661" y="348420"/>
                </a:lnTo>
                <a:lnTo>
                  <a:pt x="1384999" y="343554"/>
                </a:lnTo>
                <a:lnTo>
                  <a:pt x="1387324" y="338695"/>
                </a:lnTo>
                <a:lnTo>
                  <a:pt x="1389661" y="333843"/>
                </a:lnTo>
                <a:lnTo>
                  <a:pt x="1391986" y="329000"/>
                </a:lnTo>
                <a:lnTo>
                  <a:pt x="1394323" y="324168"/>
                </a:lnTo>
                <a:lnTo>
                  <a:pt x="1396660" y="319345"/>
                </a:lnTo>
                <a:lnTo>
                  <a:pt x="1398985" y="314534"/>
                </a:lnTo>
                <a:lnTo>
                  <a:pt x="1401322" y="309733"/>
                </a:lnTo>
                <a:lnTo>
                  <a:pt x="1403647" y="304945"/>
                </a:lnTo>
                <a:lnTo>
                  <a:pt x="1405985" y="300169"/>
                </a:lnTo>
                <a:lnTo>
                  <a:pt x="1408310" y="295409"/>
                </a:lnTo>
                <a:lnTo>
                  <a:pt x="1410647" y="290662"/>
                </a:lnTo>
                <a:lnTo>
                  <a:pt x="1412972" y="285929"/>
                </a:lnTo>
                <a:lnTo>
                  <a:pt x="1415309" y="281213"/>
                </a:lnTo>
                <a:lnTo>
                  <a:pt x="1417634" y="276514"/>
                </a:lnTo>
                <a:lnTo>
                  <a:pt x="1419971" y="271831"/>
                </a:lnTo>
                <a:lnTo>
                  <a:pt x="1422309" y="267166"/>
                </a:lnTo>
                <a:lnTo>
                  <a:pt x="1424634" y="262520"/>
                </a:lnTo>
                <a:lnTo>
                  <a:pt x="1426971" y="257892"/>
                </a:lnTo>
                <a:lnTo>
                  <a:pt x="1429296" y="253285"/>
                </a:lnTo>
                <a:lnTo>
                  <a:pt x="1431633" y="248698"/>
                </a:lnTo>
                <a:lnTo>
                  <a:pt x="1433958" y="244133"/>
                </a:lnTo>
                <a:lnTo>
                  <a:pt x="1436295" y="239590"/>
                </a:lnTo>
                <a:lnTo>
                  <a:pt x="1438620" y="235069"/>
                </a:lnTo>
                <a:lnTo>
                  <a:pt x="1440958" y="230573"/>
                </a:lnTo>
                <a:lnTo>
                  <a:pt x="1443283" y="226100"/>
                </a:lnTo>
                <a:lnTo>
                  <a:pt x="1445620" y="221652"/>
                </a:lnTo>
                <a:lnTo>
                  <a:pt x="1447957" y="217230"/>
                </a:lnTo>
                <a:lnTo>
                  <a:pt x="1450282" y="212835"/>
                </a:lnTo>
                <a:lnTo>
                  <a:pt x="1452619" y="208465"/>
                </a:lnTo>
                <a:lnTo>
                  <a:pt x="1454944" y="204124"/>
                </a:lnTo>
                <a:lnTo>
                  <a:pt x="1457282" y="199811"/>
                </a:lnTo>
                <a:lnTo>
                  <a:pt x="1459606" y="195528"/>
                </a:lnTo>
                <a:lnTo>
                  <a:pt x="1461944" y="191273"/>
                </a:lnTo>
                <a:lnTo>
                  <a:pt x="1464269" y="187050"/>
                </a:lnTo>
                <a:lnTo>
                  <a:pt x="1466606" y="182857"/>
                </a:lnTo>
                <a:lnTo>
                  <a:pt x="1468931" y="178697"/>
                </a:lnTo>
                <a:lnTo>
                  <a:pt x="1471268" y="174569"/>
                </a:lnTo>
                <a:lnTo>
                  <a:pt x="1473593" y="170474"/>
                </a:lnTo>
                <a:lnTo>
                  <a:pt x="1475930" y="166413"/>
                </a:lnTo>
                <a:lnTo>
                  <a:pt x="1478268" y="162387"/>
                </a:lnTo>
                <a:lnTo>
                  <a:pt x="1480593" y="158396"/>
                </a:lnTo>
                <a:lnTo>
                  <a:pt x="1482930" y="154440"/>
                </a:lnTo>
                <a:lnTo>
                  <a:pt x="1485255" y="150522"/>
                </a:lnTo>
                <a:lnTo>
                  <a:pt x="1487592" y="146641"/>
                </a:lnTo>
                <a:lnTo>
                  <a:pt x="1489917" y="142797"/>
                </a:lnTo>
                <a:lnTo>
                  <a:pt x="1492254" y="138992"/>
                </a:lnTo>
                <a:lnTo>
                  <a:pt x="1494579" y="135227"/>
                </a:lnTo>
                <a:lnTo>
                  <a:pt x="1496916" y="131502"/>
                </a:lnTo>
                <a:lnTo>
                  <a:pt x="1499241" y="127816"/>
                </a:lnTo>
                <a:lnTo>
                  <a:pt x="1501579" y="124171"/>
                </a:lnTo>
                <a:lnTo>
                  <a:pt x="1503916" y="120569"/>
                </a:lnTo>
                <a:lnTo>
                  <a:pt x="1506241" y="117009"/>
                </a:lnTo>
                <a:lnTo>
                  <a:pt x="1508578" y="113492"/>
                </a:lnTo>
                <a:lnTo>
                  <a:pt x="1510903" y="110019"/>
                </a:lnTo>
                <a:lnTo>
                  <a:pt x="1513240" y="106590"/>
                </a:lnTo>
                <a:lnTo>
                  <a:pt x="1515565" y="103206"/>
                </a:lnTo>
                <a:lnTo>
                  <a:pt x="1517903" y="99866"/>
                </a:lnTo>
                <a:lnTo>
                  <a:pt x="1520228" y="96574"/>
                </a:lnTo>
                <a:lnTo>
                  <a:pt x="1522565" y="93328"/>
                </a:lnTo>
                <a:lnTo>
                  <a:pt x="1524890" y="90128"/>
                </a:lnTo>
                <a:lnTo>
                  <a:pt x="1527227" y="86977"/>
                </a:lnTo>
                <a:lnTo>
                  <a:pt x="1529564" y="83874"/>
                </a:lnTo>
                <a:lnTo>
                  <a:pt x="1531889" y="80820"/>
                </a:lnTo>
                <a:lnTo>
                  <a:pt x="1534226" y="77815"/>
                </a:lnTo>
                <a:lnTo>
                  <a:pt x="1536551" y="74860"/>
                </a:lnTo>
                <a:lnTo>
                  <a:pt x="1538889" y="71956"/>
                </a:lnTo>
                <a:lnTo>
                  <a:pt x="1541214" y="69103"/>
                </a:lnTo>
                <a:lnTo>
                  <a:pt x="1543551" y="66301"/>
                </a:lnTo>
                <a:lnTo>
                  <a:pt x="1545876" y="63551"/>
                </a:lnTo>
                <a:lnTo>
                  <a:pt x="1548213" y="60854"/>
                </a:lnTo>
                <a:lnTo>
                  <a:pt x="1550538" y="58209"/>
                </a:lnTo>
                <a:lnTo>
                  <a:pt x="1552875" y="55618"/>
                </a:lnTo>
                <a:lnTo>
                  <a:pt x="1555213" y="53082"/>
                </a:lnTo>
                <a:lnTo>
                  <a:pt x="1557538" y="50599"/>
                </a:lnTo>
                <a:lnTo>
                  <a:pt x="1559875" y="48171"/>
                </a:lnTo>
                <a:lnTo>
                  <a:pt x="1562200" y="45799"/>
                </a:lnTo>
                <a:lnTo>
                  <a:pt x="1564537" y="43483"/>
                </a:lnTo>
                <a:lnTo>
                  <a:pt x="1566862" y="41222"/>
                </a:lnTo>
                <a:lnTo>
                  <a:pt x="1569199" y="39019"/>
                </a:lnTo>
                <a:lnTo>
                  <a:pt x="1571524" y="36871"/>
                </a:lnTo>
                <a:lnTo>
                  <a:pt x="1573861" y="34782"/>
                </a:lnTo>
                <a:lnTo>
                  <a:pt x="1576186" y="32750"/>
                </a:lnTo>
                <a:lnTo>
                  <a:pt x="1578524" y="30777"/>
                </a:lnTo>
                <a:lnTo>
                  <a:pt x="1580849" y="28863"/>
                </a:lnTo>
                <a:lnTo>
                  <a:pt x="1583186" y="27006"/>
                </a:lnTo>
                <a:lnTo>
                  <a:pt x="1585523" y="25209"/>
                </a:lnTo>
                <a:lnTo>
                  <a:pt x="1587848" y="23472"/>
                </a:lnTo>
                <a:lnTo>
                  <a:pt x="1590185" y="21794"/>
                </a:lnTo>
                <a:lnTo>
                  <a:pt x="1592510" y="20178"/>
                </a:lnTo>
                <a:lnTo>
                  <a:pt x="1594848" y="18621"/>
                </a:lnTo>
                <a:lnTo>
                  <a:pt x="1597173" y="17125"/>
                </a:lnTo>
                <a:lnTo>
                  <a:pt x="1599510" y="15690"/>
                </a:lnTo>
                <a:lnTo>
                  <a:pt x="1601835" y="14318"/>
                </a:lnTo>
                <a:lnTo>
                  <a:pt x="1604172" y="13005"/>
                </a:lnTo>
                <a:lnTo>
                  <a:pt x="1606497" y="11755"/>
                </a:lnTo>
                <a:lnTo>
                  <a:pt x="1608834" y="10568"/>
                </a:lnTo>
                <a:lnTo>
                  <a:pt x="1611172" y="9443"/>
                </a:lnTo>
                <a:lnTo>
                  <a:pt x="1613497" y="8378"/>
                </a:lnTo>
                <a:lnTo>
                  <a:pt x="1615834" y="7378"/>
                </a:lnTo>
                <a:lnTo>
                  <a:pt x="1618159" y="6441"/>
                </a:lnTo>
                <a:lnTo>
                  <a:pt x="1620496" y="5566"/>
                </a:lnTo>
                <a:lnTo>
                  <a:pt x="1622821" y="4756"/>
                </a:lnTo>
                <a:lnTo>
                  <a:pt x="1625158" y="4008"/>
                </a:lnTo>
                <a:lnTo>
                  <a:pt x="1627483" y="3324"/>
                </a:lnTo>
                <a:lnTo>
                  <a:pt x="1629820" y="2704"/>
                </a:lnTo>
                <a:lnTo>
                  <a:pt x="1632145" y="2147"/>
                </a:lnTo>
                <a:lnTo>
                  <a:pt x="1634483" y="1655"/>
                </a:lnTo>
                <a:lnTo>
                  <a:pt x="1636820" y="1225"/>
                </a:lnTo>
                <a:lnTo>
                  <a:pt x="1639145" y="861"/>
                </a:lnTo>
                <a:lnTo>
                  <a:pt x="1641482" y="561"/>
                </a:lnTo>
                <a:lnTo>
                  <a:pt x="1643807" y="324"/>
                </a:lnTo>
                <a:lnTo>
                  <a:pt x="1646144" y="153"/>
                </a:lnTo>
                <a:lnTo>
                  <a:pt x="1648469" y="44"/>
                </a:lnTo>
                <a:lnTo>
                  <a:pt x="1650807" y="0"/>
                </a:lnTo>
                <a:lnTo>
                  <a:pt x="1653132" y="21"/>
                </a:lnTo>
                <a:lnTo>
                  <a:pt x="1655469" y="107"/>
                </a:lnTo>
                <a:lnTo>
                  <a:pt x="1657794" y="256"/>
                </a:lnTo>
                <a:lnTo>
                  <a:pt x="1660131" y="470"/>
                </a:lnTo>
                <a:lnTo>
                  <a:pt x="1662468" y="747"/>
                </a:lnTo>
                <a:lnTo>
                  <a:pt x="1664793" y="1090"/>
                </a:lnTo>
                <a:lnTo>
                  <a:pt x="1667131" y="1496"/>
                </a:lnTo>
                <a:lnTo>
                  <a:pt x="1669455" y="1966"/>
                </a:lnTo>
                <a:lnTo>
                  <a:pt x="1671793" y="2500"/>
                </a:lnTo>
                <a:lnTo>
                  <a:pt x="1674118" y="3098"/>
                </a:lnTo>
                <a:lnTo>
                  <a:pt x="1676455" y="3759"/>
                </a:lnTo>
                <a:lnTo>
                  <a:pt x="1678780" y="4484"/>
                </a:lnTo>
                <a:lnTo>
                  <a:pt x="1681117" y="5272"/>
                </a:lnTo>
                <a:lnTo>
                  <a:pt x="1683442" y="6125"/>
                </a:lnTo>
                <a:lnTo>
                  <a:pt x="1685779" y="7040"/>
                </a:lnTo>
                <a:lnTo>
                  <a:pt x="1688104" y="8018"/>
                </a:lnTo>
                <a:lnTo>
                  <a:pt x="1690442" y="9059"/>
                </a:lnTo>
                <a:lnTo>
                  <a:pt x="1692779" y="10162"/>
                </a:lnTo>
                <a:lnTo>
                  <a:pt x="1695104" y="11328"/>
                </a:lnTo>
                <a:lnTo>
                  <a:pt x="1697441" y="12556"/>
                </a:lnTo>
                <a:lnTo>
                  <a:pt x="1699766" y="13846"/>
                </a:lnTo>
                <a:lnTo>
                  <a:pt x="1702103" y="15198"/>
                </a:lnTo>
                <a:lnTo>
                  <a:pt x="1704428" y="16611"/>
                </a:lnTo>
                <a:lnTo>
                  <a:pt x="1706765" y="18085"/>
                </a:lnTo>
                <a:lnTo>
                  <a:pt x="1709090" y="19621"/>
                </a:lnTo>
                <a:lnTo>
                  <a:pt x="1711428" y="21216"/>
                </a:lnTo>
                <a:lnTo>
                  <a:pt x="1713753" y="22872"/>
                </a:lnTo>
                <a:lnTo>
                  <a:pt x="1716090" y="24588"/>
                </a:lnTo>
                <a:lnTo>
                  <a:pt x="1718427" y="26364"/>
                </a:lnTo>
                <a:lnTo>
                  <a:pt x="1720752" y="28200"/>
                </a:lnTo>
                <a:lnTo>
                  <a:pt x="1723089" y="30093"/>
                </a:lnTo>
                <a:lnTo>
                  <a:pt x="1725414" y="32046"/>
                </a:lnTo>
                <a:lnTo>
                  <a:pt x="1727752" y="34058"/>
                </a:lnTo>
                <a:lnTo>
                  <a:pt x="1730077" y="36125"/>
                </a:lnTo>
                <a:lnTo>
                  <a:pt x="1732414" y="38252"/>
                </a:lnTo>
                <a:lnTo>
                  <a:pt x="1734739" y="40436"/>
                </a:lnTo>
                <a:lnTo>
                  <a:pt x="1737076" y="42677"/>
                </a:lnTo>
                <a:lnTo>
                  <a:pt x="1739401" y="44974"/>
                </a:lnTo>
                <a:lnTo>
                  <a:pt x="1741738" y="47326"/>
                </a:lnTo>
                <a:lnTo>
                  <a:pt x="1744075" y="49734"/>
                </a:lnTo>
                <a:lnTo>
                  <a:pt x="1746400" y="52197"/>
                </a:lnTo>
                <a:lnTo>
                  <a:pt x="1748738" y="54715"/>
                </a:lnTo>
                <a:lnTo>
                  <a:pt x="1751063" y="57286"/>
                </a:lnTo>
                <a:lnTo>
                  <a:pt x="1753400" y="59913"/>
                </a:lnTo>
                <a:lnTo>
                  <a:pt x="1755725" y="62591"/>
                </a:lnTo>
                <a:lnTo>
                  <a:pt x="1758062" y="65323"/>
                </a:lnTo>
                <a:lnTo>
                  <a:pt x="1760387" y="68105"/>
                </a:lnTo>
                <a:lnTo>
                  <a:pt x="1762724" y="70941"/>
                </a:lnTo>
                <a:lnTo>
                  <a:pt x="1765049" y="73828"/>
                </a:lnTo>
                <a:lnTo>
                  <a:pt x="1767387" y="76764"/>
                </a:lnTo>
                <a:lnTo>
                  <a:pt x="1769724" y="79752"/>
                </a:lnTo>
                <a:lnTo>
                  <a:pt x="1772049" y="82788"/>
                </a:lnTo>
                <a:lnTo>
                  <a:pt x="1774386" y="85875"/>
                </a:lnTo>
                <a:lnTo>
                  <a:pt x="1776711" y="89009"/>
                </a:lnTo>
                <a:lnTo>
                  <a:pt x="1779048" y="92191"/>
                </a:lnTo>
                <a:lnTo>
                  <a:pt x="1781373" y="95420"/>
                </a:lnTo>
                <a:lnTo>
                  <a:pt x="1783711" y="98698"/>
                </a:lnTo>
                <a:lnTo>
                  <a:pt x="1786036" y="102020"/>
                </a:lnTo>
                <a:lnTo>
                  <a:pt x="1788373" y="105388"/>
                </a:lnTo>
                <a:lnTo>
                  <a:pt x="1790698" y="108802"/>
                </a:lnTo>
                <a:lnTo>
                  <a:pt x="1793035" y="112259"/>
                </a:lnTo>
                <a:lnTo>
                  <a:pt x="1795360" y="115761"/>
                </a:lnTo>
                <a:lnTo>
                  <a:pt x="1797697" y="119306"/>
                </a:lnTo>
                <a:lnTo>
                  <a:pt x="1800034" y="122893"/>
                </a:lnTo>
                <a:lnTo>
                  <a:pt x="1802359" y="126522"/>
                </a:lnTo>
                <a:lnTo>
                  <a:pt x="1804697" y="130193"/>
                </a:lnTo>
                <a:lnTo>
                  <a:pt x="1807022" y="133905"/>
                </a:lnTo>
                <a:lnTo>
                  <a:pt x="1809359" y="137656"/>
                </a:lnTo>
                <a:lnTo>
                  <a:pt x="1811684" y="141447"/>
                </a:lnTo>
                <a:lnTo>
                  <a:pt x="1814021" y="145277"/>
                </a:lnTo>
                <a:lnTo>
                  <a:pt x="1816346" y="149146"/>
                </a:lnTo>
                <a:lnTo>
                  <a:pt x="1818683" y="153051"/>
                </a:lnTo>
                <a:lnTo>
                  <a:pt x="1821008" y="156993"/>
                </a:lnTo>
                <a:lnTo>
                  <a:pt x="1823346" y="160971"/>
                </a:lnTo>
                <a:lnTo>
                  <a:pt x="1825683" y="164985"/>
                </a:lnTo>
                <a:lnTo>
                  <a:pt x="1828008" y="169034"/>
                </a:lnTo>
                <a:lnTo>
                  <a:pt x="1830345" y="173117"/>
                </a:lnTo>
                <a:lnTo>
                  <a:pt x="1832670" y="177233"/>
                </a:lnTo>
                <a:lnTo>
                  <a:pt x="1835007" y="181382"/>
                </a:lnTo>
                <a:lnTo>
                  <a:pt x="1837332" y="185564"/>
                </a:lnTo>
                <a:lnTo>
                  <a:pt x="1839669" y="189776"/>
                </a:lnTo>
                <a:lnTo>
                  <a:pt x="1841994" y="194020"/>
                </a:lnTo>
                <a:lnTo>
                  <a:pt x="1844332" y="198293"/>
                </a:lnTo>
                <a:lnTo>
                  <a:pt x="1846657" y="202596"/>
                </a:lnTo>
                <a:lnTo>
                  <a:pt x="1848994" y="206927"/>
                </a:lnTo>
                <a:lnTo>
                  <a:pt x="1851331" y="211286"/>
                </a:lnTo>
                <a:lnTo>
                  <a:pt x="1853656" y="215673"/>
                </a:lnTo>
                <a:lnTo>
                  <a:pt x="1855993" y="220086"/>
                </a:lnTo>
                <a:lnTo>
                  <a:pt x="1858318" y="224525"/>
                </a:lnTo>
                <a:lnTo>
                  <a:pt x="1860656" y="228989"/>
                </a:lnTo>
                <a:lnTo>
                  <a:pt x="1862981" y="233478"/>
                </a:lnTo>
                <a:lnTo>
                  <a:pt x="1865318" y="237990"/>
                </a:lnTo>
                <a:lnTo>
                  <a:pt x="1867643" y="242524"/>
                </a:lnTo>
                <a:lnTo>
                  <a:pt x="1869980" y="247082"/>
                </a:lnTo>
                <a:lnTo>
                  <a:pt x="1872305" y="251660"/>
                </a:lnTo>
                <a:lnTo>
                  <a:pt x="1874642" y="256261"/>
                </a:lnTo>
                <a:lnTo>
                  <a:pt x="1876979" y="260881"/>
                </a:lnTo>
                <a:lnTo>
                  <a:pt x="1879304" y="265520"/>
                </a:lnTo>
                <a:lnTo>
                  <a:pt x="1881642" y="270179"/>
                </a:lnTo>
                <a:lnTo>
                  <a:pt x="1883967" y="274856"/>
                </a:lnTo>
                <a:lnTo>
                  <a:pt x="1886304" y="279550"/>
                </a:lnTo>
                <a:lnTo>
                  <a:pt x="1888629" y="284260"/>
                </a:lnTo>
                <a:lnTo>
                  <a:pt x="1890966" y="288986"/>
                </a:lnTo>
                <a:lnTo>
                  <a:pt x="1893291" y="293728"/>
                </a:lnTo>
                <a:lnTo>
                  <a:pt x="1895628" y="298484"/>
                </a:lnTo>
                <a:lnTo>
                  <a:pt x="1897953" y="303255"/>
                </a:lnTo>
                <a:lnTo>
                  <a:pt x="1900291" y="308039"/>
                </a:lnTo>
                <a:lnTo>
                  <a:pt x="1902628" y="312835"/>
                </a:lnTo>
                <a:lnTo>
                  <a:pt x="1904953" y="317642"/>
                </a:lnTo>
                <a:lnTo>
                  <a:pt x="1907290" y="322461"/>
                </a:lnTo>
                <a:lnTo>
                  <a:pt x="1909615" y="327290"/>
                </a:lnTo>
                <a:lnTo>
                  <a:pt x="1911952" y="332130"/>
                </a:lnTo>
                <a:lnTo>
                  <a:pt x="1914277" y="336978"/>
                </a:lnTo>
                <a:lnTo>
                  <a:pt x="1916614" y="341834"/>
                </a:lnTo>
                <a:lnTo>
                  <a:pt x="1918939" y="346699"/>
                </a:lnTo>
                <a:lnTo>
                  <a:pt x="1921277" y="351571"/>
                </a:lnTo>
                <a:lnTo>
                  <a:pt x="1923602" y="356448"/>
                </a:lnTo>
                <a:lnTo>
                  <a:pt x="1925939" y="361332"/>
                </a:lnTo>
                <a:lnTo>
                  <a:pt x="1928264" y="366220"/>
                </a:lnTo>
                <a:lnTo>
                  <a:pt x="1930601" y="371114"/>
                </a:lnTo>
                <a:lnTo>
                  <a:pt x="1932938" y="376011"/>
                </a:lnTo>
                <a:lnTo>
                  <a:pt x="1935263" y="380911"/>
                </a:lnTo>
                <a:lnTo>
                  <a:pt x="1937601" y="385814"/>
                </a:lnTo>
                <a:lnTo>
                  <a:pt x="1939926" y="390717"/>
                </a:lnTo>
                <a:lnTo>
                  <a:pt x="1942263" y="395623"/>
                </a:lnTo>
                <a:lnTo>
                  <a:pt x="1944588" y="400530"/>
                </a:lnTo>
                <a:lnTo>
                  <a:pt x="1946925" y="405436"/>
                </a:lnTo>
                <a:lnTo>
                  <a:pt x="1949250" y="410342"/>
                </a:lnTo>
                <a:lnTo>
                  <a:pt x="1951587" y="415246"/>
                </a:lnTo>
                <a:lnTo>
                  <a:pt x="1953912" y="420148"/>
                </a:lnTo>
                <a:lnTo>
                  <a:pt x="1956250" y="425048"/>
                </a:lnTo>
                <a:lnTo>
                  <a:pt x="1958587" y="429945"/>
                </a:lnTo>
                <a:lnTo>
                  <a:pt x="1960912" y="434839"/>
                </a:lnTo>
                <a:lnTo>
                  <a:pt x="1963249" y="439728"/>
                </a:lnTo>
                <a:lnTo>
                  <a:pt x="1965574" y="444612"/>
                </a:lnTo>
                <a:lnTo>
                  <a:pt x="1967911" y="449491"/>
                </a:lnTo>
                <a:lnTo>
                  <a:pt x="1970236" y="454365"/>
                </a:lnTo>
                <a:lnTo>
                  <a:pt x="1972573" y="459231"/>
                </a:lnTo>
                <a:lnTo>
                  <a:pt x="1974898" y="464090"/>
                </a:lnTo>
                <a:lnTo>
                  <a:pt x="1977236" y="468942"/>
                </a:lnTo>
                <a:lnTo>
                  <a:pt x="1979561" y="473785"/>
                </a:lnTo>
                <a:lnTo>
                  <a:pt x="1981898" y="478620"/>
                </a:lnTo>
                <a:lnTo>
                  <a:pt x="1984235" y="483446"/>
                </a:lnTo>
                <a:lnTo>
                  <a:pt x="1986560" y="488262"/>
                </a:lnTo>
                <a:lnTo>
                  <a:pt x="1988897" y="493067"/>
                </a:lnTo>
                <a:lnTo>
                  <a:pt x="1991222" y="497862"/>
                </a:lnTo>
                <a:lnTo>
                  <a:pt x="1993560" y="502646"/>
                </a:lnTo>
                <a:lnTo>
                  <a:pt x="1995885" y="507418"/>
                </a:lnTo>
                <a:lnTo>
                  <a:pt x="1998222" y="512177"/>
                </a:lnTo>
                <a:lnTo>
                  <a:pt x="2000547" y="516923"/>
                </a:lnTo>
                <a:lnTo>
                  <a:pt x="2002884" y="521657"/>
                </a:lnTo>
                <a:lnTo>
                  <a:pt x="2005209" y="526377"/>
                </a:lnTo>
                <a:lnTo>
                  <a:pt x="2007546" y="531082"/>
                </a:lnTo>
                <a:lnTo>
                  <a:pt x="2009883" y="535774"/>
                </a:lnTo>
                <a:lnTo>
                  <a:pt x="2012208" y="540450"/>
                </a:lnTo>
                <a:lnTo>
                  <a:pt x="2014546" y="545109"/>
                </a:lnTo>
                <a:lnTo>
                  <a:pt x="2016871" y="549754"/>
                </a:lnTo>
                <a:lnTo>
                  <a:pt x="2019208" y="554382"/>
                </a:lnTo>
                <a:lnTo>
                  <a:pt x="2021533" y="558993"/>
                </a:lnTo>
                <a:lnTo>
                  <a:pt x="2023870" y="563587"/>
                </a:lnTo>
                <a:lnTo>
                  <a:pt x="2026195" y="568163"/>
                </a:lnTo>
                <a:lnTo>
                  <a:pt x="2028532" y="572722"/>
                </a:lnTo>
                <a:lnTo>
                  <a:pt x="2030857" y="577261"/>
                </a:lnTo>
                <a:lnTo>
                  <a:pt x="2033195" y="581783"/>
                </a:lnTo>
                <a:lnTo>
                  <a:pt x="2035520" y="586284"/>
                </a:lnTo>
                <a:lnTo>
                  <a:pt x="2037857" y="590767"/>
                </a:lnTo>
                <a:lnTo>
                  <a:pt x="2040194" y="595230"/>
                </a:lnTo>
                <a:lnTo>
                  <a:pt x="2042519" y="599672"/>
                </a:lnTo>
                <a:lnTo>
                  <a:pt x="2044856" y="604097"/>
                </a:lnTo>
                <a:lnTo>
                  <a:pt x="2047181" y="608501"/>
                </a:lnTo>
                <a:lnTo>
                  <a:pt x="2049518" y="612880"/>
                </a:lnTo>
                <a:lnTo>
                  <a:pt x="2051843" y="617235"/>
                </a:lnTo>
                <a:lnTo>
                  <a:pt x="2054181" y="621565"/>
                </a:lnTo>
                <a:lnTo>
                  <a:pt x="2056506" y="625883"/>
                </a:lnTo>
                <a:lnTo>
                  <a:pt x="2058843" y="630176"/>
                </a:lnTo>
                <a:lnTo>
                  <a:pt x="2061168" y="634444"/>
                </a:lnTo>
                <a:lnTo>
                  <a:pt x="2063505" y="638688"/>
                </a:lnTo>
                <a:lnTo>
                  <a:pt x="2065842" y="642908"/>
                </a:lnTo>
                <a:lnTo>
                  <a:pt x="2068167" y="647103"/>
                </a:lnTo>
                <a:lnTo>
                  <a:pt x="2070505" y="651285"/>
                </a:lnTo>
                <a:lnTo>
                  <a:pt x="2072829" y="655431"/>
                </a:lnTo>
                <a:lnTo>
                  <a:pt x="2075167" y="659564"/>
                </a:lnTo>
                <a:lnTo>
                  <a:pt x="2077492" y="663660"/>
                </a:lnTo>
                <a:lnTo>
                  <a:pt x="2079829" y="667732"/>
                </a:lnTo>
                <a:lnTo>
                  <a:pt x="2082154" y="671791"/>
                </a:lnTo>
                <a:lnTo>
                  <a:pt x="2084491" y="675814"/>
                </a:lnTo>
                <a:lnTo>
                  <a:pt x="2086816" y="679812"/>
                </a:lnTo>
                <a:lnTo>
                  <a:pt x="2089153" y="683785"/>
                </a:lnTo>
                <a:lnTo>
                  <a:pt x="2091491" y="687734"/>
                </a:lnTo>
                <a:lnTo>
                  <a:pt x="2093816" y="691658"/>
                </a:lnTo>
                <a:lnTo>
                  <a:pt x="2096153" y="695558"/>
                </a:lnTo>
                <a:lnTo>
                  <a:pt x="2098478" y="699420"/>
                </a:lnTo>
                <a:lnTo>
                  <a:pt x="2100815" y="703270"/>
                </a:lnTo>
                <a:lnTo>
                  <a:pt x="2103140" y="707084"/>
                </a:lnTo>
                <a:lnTo>
                  <a:pt x="2105477" y="710873"/>
                </a:lnTo>
                <a:lnTo>
                  <a:pt x="2107802" y="714637"/>
                </a:lnTo>
                <a:lnTo>
                  <a:pt x="2110140" y="718377"/>
                </a:lnTo>
                <a:lnTo>
                  <a:pt x="2112465" y="722079"/>
                </a:lnTo>
                <a:lnTo>
                  <a:pt x="2114802" y="725757"/>
                </a:lnTo>
                <a:lnTo>
                  <a:pt x="2117139" y="729411"/>
                </a:lnTo>
                <a:lnTo>
                  <a:pt x="2119464" y="733040"/>
                </a:lnTo>
                <a:lnTo>
                  <a:pt x="2121801" y="736632"/>
                </a:lnTo>
                <a:lnTo>
                  <a:pt x="2124126" y="740199"/>
                </a:lnTo>
                <a:lnTo>
                  <a:pt x="2126464" y="743742"/>
                </a:lnTo>
                <a:lnTo>
                  <a:pt x="2128788" y="747260"/>
                </a:lnTo>
                <a:lnTo>
                  <a:pt x="2131126" y="750742"/>
                </a:lnTo>
                <a:lnTo>
                  <a:pt x="2133451" y="754198"/>
                </a:lnTo>
                <a:lnTo>
                  <a:pt x="2135788" y="757630"/>
                </a:lnTo>
                <a:lnTo>
                  <a:pt x="2138113" y="761025"/>
                </a:lnTo>
                <a:lnTo>
                  <a:pt x="2140450" y="764396"/>
                </a:lnTo>
                <a:lnTo>
                  <a:pt x="2142775" y="767742"/>
                </a:lnTo>
                <a:lnTo>
                  <a:pt x="2145112" y="771051"/>
                </a:lnTo>
                <a:lnTo>
                  <a:pt x="2147450" y="774335"/>
                </a:lnTo>
                <a:lnTo>
                  <a:pt x="2149775" y="777595"/>
                </a:lnTo>
                <a:lnTo>
                  <a:pt x="2152112" y="780831"/>
                </a:lnTo>
                <a:lnTo>
                  <a:pt x="2154437" y="784029"/>
                </a:lnTo>
                <a:lnTo>
                  <a:pt x="2156774" y="787191"/>
                </a:lnTo>
                <a:lnTo>
                  <a:pt x="2159099" y="790340"/>
                </a:lnTo>
                <a:lnTo>
                  <a:pt x="2161436" y="793452"/>
                </a:lnTo>
                <a:lnTo>
                  <a:pt x="2163761" y="796540"/>
                </a:lnTo>
                <a:lnTo>
                  <a:pt x="2166099" y="799590"/>
                </a:lnTo>
                <a:lnTo>
                  <a:pt x="2168423" y="802616"/>
                </a:lnTo>
                <a:lnTo>
                  <a:pt x="2170761" y="805618"/>
                </a:lnTo>
                <a:lnTo>
                  <a:pt x="2173098" y="808595"/>
                </a:lnTo>
                <a:lnTo>
                  <a:pt x="2175423" y="811535"/>
                </a:lnTo>
                <a:lnTo>
                  <a:pt x="2177760" y="814438"/>
                </a:lnTo>
                <a:lnTo>
                  <a:pt x="2180085" y="817329"/>
                </a:lnTo>
                <a:lnTo>
                  <a:pt x="2182423" y="820183"/>
                </a:lnTo>
                <a:lnTo>
                  <a:pt x="2184747" y="823012"/>
                </a:lnTo>
                <a:lnTo>
                  <a:pt x="2187085" y="825817"/>
                </a:lnTo>
                <a:lnTo>
                  <a:pt x="2189410" y="828584"/>
                </a:lnTo>
                <a:lnTo>
                  <a:pt x="2191747" y="831328"/>
                </a:lnTo>
                <a:lnTo>
                  <a:pt x="2194072" y="834034"/>
                </a:lnTo>
                <a:lnTo>
                  <a:pt x="2196409" y="836728"/>
                </a:lnTo>
                <a:lnTo>
                  <a:pt x="2198746" y="839385"/>
                </a:lnTo>
                <a:lnTo>
                  <a:pt x="2201071" y="842018"/>
                </a:lnTo>
                <a:lnTo>
                  <a:pt x="2203409" y="844613"/>
                </a:lnTo>
                <a:lnTo>
                  <a:pt x="2205734" y="847184"/>
                </a:lnTo>
                <a:lnTo>
                  <a:pt x="2208071" y="849743"/>
                </a:lnTo>
                <a:lnTo>
                  <a:pt x="2210396" y="852252"/>
                </a:lnTo>
                <a:lnTo>
                  <a:pt x="2212733" y="854750"/>
                </a:lnTo>
                <a:lnTo>
                  <a:pt x="2215058" y="857210"/>
                </a:lnTo>
                <a:lnTo>
                  <a:pt x="2217395" y="859645"/>
                </a:lnTo>
                <a:lnTo>
                  <a:pt x="2219720" y="862057"/>
                </a:lnTo>
                <a:lnTo>
                  <a:pt x="2222058" y="864443"/>
                </a:lnTo>
                <a:lnTo>
                  <a:pt x="2224395" y="866793"/>
                </a:lnTo>
                <a:lnTo>
                  <a:pt x="2226720" y="869130"/>
                </a:lnTo>
                <a:lnTo>
                  <a:pt x="2229057" y="871430"/>
                </a:lnTo>
                <a:lnTo>
                  <a:pt x="2231382" y="873706"/>
                </a:lnTo>
                <a:lnTo>
                  <a:pt x="2233719" y="875957"/>
                </a:lnTo>
                <a:lnTo>
                  <a:pt x="2236044" y="878171"/>
                </a:lnTo>
                <a:lnTo>
                  <a:pt x="2238381" y="880373"/>
                </a:lnTo>
                <a:lnTo>
                  <a:pt x="2240706" y="882538"/>
                </a:lnTo>
                <a:lnTo>
                  <a:pt x="2243044" y="884691"/>
                </a:lnTo>
                <a:lnTo>
                  <a:pt x="2245369" y="886807"/>
                </a:lnTo>
                <a:lnTo>
                  <a:pt x="2247706" y="888898"/>
                </a:lnTo>
                <a:lnTo>
                  <a:pt x="2250031" y="890965"/>
                </a:lnTo>
                <a:lnTo>
                  <a:pt x="2252368" y="893007"/>
                </a:lnTo>
                <a:lnTo>
                  <a:pt x="2254705" y="895024"/>
                </a:lnTo>
                <a:lnTo>
                  <a:pt x="2257030" y="897017"/>
                </a:lnTo>
                <a:lnTo>
                  <a:pt x="2259368" y="898985"/>
                </a:lnTo>
                <a:lnTo>
                  <a:pt x="2261692" y="900929"/>
                </a:lnTo>
                <a:lnTo>
                  <a:pt x="2264030" y="902848"/>
                </a:lnTo>
                <a:lnTo>
                  <a:pt x="2266355" y="904730"/>
                </a:lnTo>
                <a:lnTo>
                  <a:pt x="2268692" y="906600"/>
                </a:lnTo>
                <a:lnTo>
                  <a:pt x="2271017" y="908445"/>
                </a:lnTo>
                <a:lnTo>
                  <a:pt x="2273354" y="910266"/>
                </a:lnTo>
                <a:lnTo>
                  <a:pt x="2275679" y="912062"/>
                </a:lnTo>
                <a:lnTo>
                  <a:pt x="2278016" y="913845"/>
                </a:lnTo>
                <a:lnTo>
                  <a:pt x="2280354" y="915592"/>
                </a:lnTo>
                <a:lnTo>
                  <a:pt x="2282679" y="917314"/>
                </a:lnTo>
                <a:lnTo>
                  <a:pt x="2285016" y="919024"/>
                </a:lnTo>
                <a:lnTo>
                  <a:pt x="2287341" y="920709"/>
                </a:lnTo>
                <a:lnTo>
                  <a:pt x="2289678" y="922358"/>
                </a:lnTo>
                <a:lnTo>
                  <a:pt x="2292003" y="923994"/>
                </a:lnTo>
                <a:lnTo>
                  <a:pt x="2294340" y="925618"/>
                </a:lnTo>
                <a:lnTo>
                  <a:pt x="2296665" y="927205"/>
                </a:lnTo>
                <a:lnTo>
                  <a:pt x="2299003" y="928779"/>
                </a:lnTo>
                <a:lnTo>
                  <a:pt x="2301327" y="930317"/>
                </a:lnTo>
                <a:lnTo>
                  <a:pt x="2303665" y="931855"/>
                </a:lnTo>
                <a:lnTo>
                  <a:pt x="2306002" y="933355"/>
                </a:lnTo>
                <a:lnTo>
                  <a:pt x="2308327" y="934844"/>
                </a:lnTo>
                <a:lnTo>
                  <a:pt x="2310664" y="936295"/>
                </a:lnTo>
                <a:lnTo>
                  <a:pt x="2312989" y="937747"/>
                </a:lnTo>
                <a:lnTo>
                  <a:pt x="2315327" y="939162"/>
                </a:lnTo>
                <a:lnTo>
                  <a:pt x="2317651" y="940564"/>
                </a:lnTo>
                <a:lnTo>
                  <a:pt x="2319989" y="941942"/>
                </a:lnTo>
                <a:lnTo>
                  <a:pt x="2322314" y="943307"/>
                </a:lnTo>
                <a:lnTo>
                  <a:pt x="2324651" y="944648"/>
                </a:lnTo>
                <a:lnTo>
                  <a:pt x="2326976" y="945964"/>
                </a:lnTo>
                <a:lnTo>
                  <a:pt x="2329313" y="947268"/>
                </a:lnTo>
              </a:path>
            </a:pathLst>
          </a:custGeom>
          <a:noFill/>
          <a:ln w="28575" cap="rnd">
            <a:solidFill>
              <a:srgbClr val="FF0000"/>
            </a:solidFill>
            <a:prstDash val="dash"/>
            <a:round/>
          </a:ln>
        </p:spPr>
        <p:txBody>
          <a:bodyPr rtlCol="0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463D83-F5DF-C1D9-D0D6-653A664BB954}"/>
                  </a:ext>
                </a:extLst>
              </p:cNvPr>
              <p:cNvSpPr txBox="1"/>
              <p:nvPr/>
            </p:nvSpPr>
            <p:spPr bwMode="gray">
              <a:xfrm>
                <a:off x="3048421" y="1232248"/>
                <a:ext cx="1901577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463D83-F5DF-C1D9-D0D6-653A664BB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48421" y="1232248"/>
                <a:ext cx="1901577" cy="369332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51D8A6-58D2-AB60-26BB-EE688D0A1F54}"/>
                  </a:ext>
                </a:extLst>
              </p:cNvPr>
              <p:cNvSpPr txBox="1"/>
              <p:nvPr/>
            </p:nvSpPr>
            <p:spPr bwMode="gray">
              <a:xfrm>
                <a:off x="899592" y="1780249"/>
                <a:ext cx="1786529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51D8A6-58D2-AB60-26BB-EE688D0A1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1780249"/>
                <a:ext cx="1786529" cy="571118"/>
              </a:xfrm>
              <a:prstGeom prst="rect">
                <a:avLst/>
              </a:prstGeom>
              <a:blipFill>
                <a:blip r:embed="rId3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414EC-9E46-5EB3-1B5E-01B5065BC2DC}"/>
                  </a:ext>
                </a:extLst>
              </p:cNvPr>
              <p:cNvSpPr txBox="1"/>
              <p:nvPr/>
            </p:nvSpPr>
            <p:spPr bwMode="gray">
              <a:xfrm>
                <a:off x="3204715" y="1907193"/>
                <a:ext cx="2049167" cy="325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414EC-9E46-5EB3-1B5E-01B5065BC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4715" y="1907193"/>
                <a:ext cx="2049167" cy="325025"/>
              </a:xfrm>
              <a:prstGeom prst="rect">
                <a:avLst/>
              </a:prstGeom>
              <a:blipFill>
                <a:blip r:embed="rId4"/>
                <a:stretch>
                  <a:fillRect t="-3846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CD4597-414C-4026-83E5-D5BE9B13CF66}"/>
                  </a:ext>
                </a:extLst>
              </p:cNvPr>
              <p:cNvSpPr txBox="1"/>
              <p:nvPr/>
            </p:nvSpPr>
            <p:spPr bwMode="gray">
              <a:xfrm>
                <a:off x="2262710" y="2508040"/>
                <a:ext cx="3927182" cy="3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var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1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CD4597-414C-4026-83E5-D5BE9B13C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62710" y="2508040"/>
                <a:ext cx="3927182" cy="350224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1E46F5-6AC5-B9F9-FF1E-58614C29AED5}"/>
                  </a:ext>
                </a:extLst>
              </p:cNvPr>
              <p:cNvSpPr txBox="1"/>
              <p:nvPr/>
            </p:nvSpPr>
            <p:spPr bwMode="gray">
              <a:xfrm>
                <a:off x="5724128" y="1774507"/>
                <a:ext cx="1897887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1E46F5-6AC5-B9F9-FF1E-58614C29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24128" y="1774507"/>
                <a:ext cx="1897887" cy="571118"/>
              </a:xfrm>
              <a:prstGeom prst="rect">
                <a:avLst/>
              </a:prstGeom>
              <a:blipFill>
                <a:blip r:embed="rId6"/>
                <a:stretch>
                  <a:fillRect t="-2174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48027F-3334-B41D-03AA-82C3F76C0980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 bwMode="gray">
          <a:xfrm>
            <a:off x="2686121" y="2065808"/>
            <a:ext cx="518594" cy="389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C5D719-7D70-C59D-4DCA-19085C501AED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 bwMode="gray">
          <a:xfrm flipH="1">
            <a:off x="4226301" y="2232218"/>
            <a:ext cx="2998" cy="2758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4912A0-0C77-6762-2383-3E5EB41D98FB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 bwMode="gray">
          <a:xfrm flipV="1">
            <a:off x="6189892" y="2345625"/>
            <a:ext cx="483180" cy="33752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9139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128" grpId="0" animBg="1"/>
      <p:bldP spid="129" grpId="0" animBg="1"/>
      <p:bldP spid="130" grpId="0" animBg="1"/>
      <p:bldP spid="131" grpId="0" animBg="1"/>
      <p:bldP spid="5" grpId="0" animBg="1"/>
      <p:bldP spid="10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1923CF-EC28-3160-7ACF-3536A068656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18806" cy="1396917"/>
              </a:xfrm>
            </p:spPr>
            <p:txBody>
              <a:bodyPr/>
              <a:lstStyle/>
              <a:p>
                <a:r>
                  <a:rPr lang="en-US" b="1" dirty="0"/>
                  <a:t>Idea</a:t>
                </a:r>
                <a:r>
                  <a:rPr lang="en-US" dirty="0"/>
                  <a:t>: If we have factors in the factor graph that require approximate messages, we keep iterating on the whole path between them until convergence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1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dirty="0"/>
                  <a:t> locally for the affected marginals of the approximate factor.</a:t>
                </a:r>
              </a:p>
              <a:p>
                <a:r>
                  <a:rPr lang="en-US" b="1" dirty="0"/>
                  <a:t>Theorem (Minka, 2003)</a:t>
                </a:r>
                <a:r>
                  <a:rPr lang="en-US" dirty="0"/>
                  <a:t>: </a:t>
                </a:r>
                <a:r>
                  <a:rPr lang="en-US" i="1" dirty="0"/>
                  <a:t>The approximate message passing algorithm using the </a:t>
                </a:r>
                <a:r>
                  <a:rPr lang="en-US" i="1" dirty="0" err="1"/>
                  <a:t>Kullback-Leibler</a:t>
                </a:r>
                <a:r>
                  <a:rPr lang="en-US" i="1" dirty="0"/>
                  <a:t> convergence will always converge if the approximating distribution is in the exponential family!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1923CF-EC28-3160-7ACF-3536A0686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18806" cy="1396917"/>
              </a:xfrm>
              <a:blipFill>
                <a:blip r:embed="rId2"/>
                <a:stretch>
                  <a:fillRect t="-901" r="-723" b="-26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BE489F4-AA45-12D5-DF7E-83C5106B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A428BFF-21F4-3AA4-5235-695E07C8A35F}"/>
                  </a:ext>
                </a:extLst>
              </p:cNvPr>
              <p:cNvSpPr/>
              <p:nvPr/>
            </p:nvSpPr>
            <p:spPr bwMode="gray">
              <a:xfrm>
                <a:off x="3350350" y="33042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A428BFF-21F4-3AA4-5235-695E07C8A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50350" y="3304270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1C9CC15-5674-750A-EED9-96BB1529B50E}"/>
                  </a:ext>
                </a:extLst>
              </p:cNvPr>
              <p:cNvSpPr/>
              <p:nvPr/>
            </p:nvSpPr>
            <p:spPr bwMode="gray">
              <a:xfrm>
                <a:off x="3926851" y="33042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1C9CC15-5674-750A-EED9-96BB1529B5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26851" y="330427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C3957-EF4A-0FB5-5AC1-46D36C4B5365}"/>
              </a:ext>
            </a:extLst>
          </p:cNvPr>
          <p:cNvCxnSpPr>
            <a:cxnSpLocks/>
            <a:stCxn id="5" idx="4"/>
            <a:endCxn id="8" idx="3"/>
          </p:cNvCxnSpPr>
          <p:nvPr/>
        </p:nvCxnSpPr>
        <p:spPr bwMode="gray">
          <a:xfrm flipH="1">
            <a:off x="3809599" y="3520270"/>
            <a:ext cx="225252" cy="343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5B7E9EC-9361-C769-CF44-7237CF36BF4B}"/>
                  </a:ext>
                </a:extLst>
              </p:cNvPr>
              <p:cNvSpPr/>
              <p:nvPr/>
            </p:nvSpPr>
            <p:spPr bwMode="gray">
              <a:xfrm>
                <a:off x="3638599" y="415458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5B7E9EC-9361-C769-CF44-7237CF36B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8599" y="4154589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AC2CE0B-153C-4246-F914-6E66FA4DC456}"/>
              </a:ext>
            </a:extLst>
          </p:cNvPr>
          <p:cNvSpPr/>
          <p:nvPr/>
        </p:nvSpPr>
        <p:spPr bwMode="gray">
          <a:xfrm>
            <a:off x="3683600" y="380087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E96019-B34A-0092-6AAD-992CCB3B0406}"/>
              </a:ext>
            </a:extLst>
          </p:cNvPr>
          <p:cNvCxnSpPr>
            <a:cxnSpLocks/>
            <a:stCxn id="8" idx="1"/>
            <a:endCxn id="4" idx="4"/>
          </p:cNvCxnSpPr>
          <p:nvPr/>
        </p:nvCxnSpPr>
        <p:spPr bwMode="gray">
          <a:xfrm flipH="1" flipV="1">
            <a:off x="3458350" y="3520270"/>
            <a:ext cx="225250" cy="343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85652A-17F4-B1DF-399D-B8BEAEEA7052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3746599" y="3926875"/>
            <a:ext cx="1" cy="22771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963C9FF-FBFA-234B-F542-CCDBD915AFD6}"/>
              </a:ext>
            </a:extLst>
          </p:cNvPr>
          <p:cNvSpPr/>
          <p:nvPr/>
        </p:nvSpPr>
        <p:spPr bwMode="gray">
          <a:xfrm>
            <a:off x="3971851" y="29321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86843-6537-A9D1-29F1-9D367503A2C5}"/>
              </a:ext>
            </a:extLst>
          </p:cNvPr>
          <p:cNvSpPr/>
          <p:nvPr/>
        </p:nvSpPr>
        <p:spPr bwMode="gray">
          <a:xfrm>
            <a:off x="3395350" y="29321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727AC6-2A1F-286C-237B-86FD76717129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gray">
          <a:xfrm>
            <a:off x="4034851" y="3058130"/>
            <a:ext cx="0" cy="246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CA3141-96E8-77F3-03D3-F0F584688AE7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3458350" y="3058130"/>
            <a:ext cx="0" cy="246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C1792BD-BE08-75EE-5835-9C99EDCC8E7C}"/>
                  </a:ext>
                </a:extLst>
              </p:cNvPr>
              <p:cNvSpPr/>
              <p:nvPr/>
            </p:nvSpPr>
            <p:spPr bwMode="gray">
              <a:xfrm>
                <a:off x="4518979" y="33031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C1792BD-BE08-75EE-5835-9C99EDCC8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18979" y="3303170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82E01-0959-E601-982A-8155F4EC7588}"/>
              </a:ext>
            </a:extLst>
          </p:cNvPr>
          <p:cNvCxnSpPr>
            <a:cxnSpLocks/>
            <a:stCxn id="22" idx="4"/>
            <a:endCxn id="25" idx="3"/>
          </p:cNvCxnSpPr>
          <p:nvPr/>
        </p:nvCxnSpPr>
        <p:spPr bwMode="gray">
          <a:xfrm flipH="1">
            <a:off x="4401727" y="3519170"/>
            <a:ext cx="225252" cy="343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FA56D58-3BD6-94E5-6228-1B05202316A1}"/>
                  </a:ext>
                </a:extLst>
              </p:cNvPr>
              <p:cNvSpPr/>
              <p:nvPr/>
            </p:nvSpPr>
            <p:spPr bwMode="gray">
              <a:xfrm>
                <a:off x="4230727" y="415348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FA56D58-3BD6-94E5-6228-1B0520231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30727" y="4153489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71D4D56-61EE-7098-3FFD-4C0C0B2B0DDB}"/>
              </a:ext>
            </a:extLst>
          </p:cNvPr>
          <p:cNvSpPr/>
          <p:nvPr/>
        </p:nvSpPr>
        <p:spPr bwMode="gray">
          <a:xfrm>
            <a:off x="4275728" y="379977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34679C-7D8B-64E5-61F1-7BC4E769A0C0}"/>
              </a:ext>
            </a:extLst>
          </p:cNvPr>
          <p:cNvCxnSpPr>
            <a:cxnSpLocks/>
            <a:stCxn id="25" idx="1"/>
            <a:endCxn id="5" idx="4"/>
          </p:cNvCxnSpPr>
          <p:nvPr/>
        </p:nvCxnSpPr>
        <p:spPr bwMode="gray">
          <a:xfrm flipH="1" flipV="1">
            <a:off x="4034851" y="3520270"/>
            <a:ext cx="240877" cy="3425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56E1DB-9ACF-4A40-4B98-386D2B33A4C9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 flipH="1">
            <a:off x="4338727" y="3925775"/>
            <a:ext cx="1" cy="22771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4F238FB-A473-B863-C2CD-21F3B7624730}"/>
              </a:ext>
            </a:extLst>
          </p:cNvPr>
          <p:cNvSpPr/>
          <p:nvPr/>
        </p:nvSpPr>
        <p:spPr bwMode="gray">
          <a:xfrm>
            <a:off x="4563979" y="29310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97709E-B010-1959-B58B-29F67B4B3A05}"/>
              </a:ext>
            </a:extLst>
          </p:cNvPr>
          <p:cNvCxnSpPr>
            <a:cxnSpLocks/>
            <a:stCxn id="28" idx="2"/>
            <a:endCxn id="22" idx="0"/>
          </p:cNvCxnSpPr>
          <p:nvPr/>
        </p:nvCxnSpPr>
        <p:spPr bwMode="gray">
          <a:xfrm>
            <a:off x="4626979" y="3057030"/>
            <a:ext cx="0" cy="246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095054-0480-D7EB-1E6C-177FFC2BFFE8}"/>
              </a:ext>
            </a:extLst>
          </p:cNvPr>
          <p:cNvCxnSpPr>
            <a:cxnSpLocks/>
            <a:stCxn id="7" idx="4"/>
            <a:endCxn id="31" idx="0"/>
          </p:cNvCxnSpPr>
          <p:nvPr/>
        </p:nvCxnSpPr>
        <p:spPr bwMode="gray">
          <a:xfrm>
            <a:off x="3746599" y="4370589"/>
            <a:ext cx="0" cy="2346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67E94F-BD2E-0139-1D26-9DFBE90E5AB8}"/>
              </a:ext>
            </a:extLst>
          </p:cNvPr>
          <p:cNvCxnSpPr>
            <a:cxnSpLocks/>
            <a:stCxn id="24" idx="4"/>
            <a:endCxn id="35" idx="0"/>
          </p:cNvCxnSpPr>
          <p:nvPr/>
        </p:nvCxnSpPr>
        <p:spPr bwMode="gray">
          <a:xfrm>
            <a:off x="4338727" y="4369489"/>
            <a:ext cx="0" cy="2357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E4C2F73-5CFF-B61C-10D6-A4E8A8BDAF08}"/>
              </a:ext>
            </a:extLst>
          </p:cNvPr>
          <p:cNvSpPr/>
          <p:nvPr/>
        </p:nvSpPr>
        <p:spPr bwMode="gray">
          <a:xfrm>
            <a:off x="3683599" y="4605232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815EC2-31F8-88BF-35DE-1593536A8D48}"/>
              </a:ext>
            </a:extLst>
          </p:cNvPr>
          <p:cNvSpPr/>
          <p:nvPr/>
        </p:nvSpPr>
        <p:spPr bwMode="gray">
          <a:xfrm>
            <a:off x="4275727" y="4605232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DEC7F9-18CC-827F-A2B6-D53C7F4E86D7}"/>
              </a:ext>
            </a:extLst>
          </p:cNvPr>
          <p:cNvCxnSpPr>
            <a:cxnSpLocks/>
          </p:cNvCxnSpPr>
          <p:nvPr/>
        </p:nvCxnSpPr>
        <p:spPr bwMode="gray">
          <a:xfrm flipV="1">
            <a:off x="3641244" y="43694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44C0BC-5C38-FD7C-13A0-C754E125429F}"/>
              </a:ext>
            </a:extLst>
          </p:cNvPr>
          <p:cNvCxnSpPr>
            <a:cxnSpLocks/>
          </p:cNvCxnSpPr>
          <p:nvPr/>
        </p:nvCxnSpPr>
        <p:spPr bwMode="gray">
          <a:xfrm flipV="1">
            <a:off x="4454373" y="43694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C187E7-DA0D-EA5A-3180-B883003AABA2}"/>
              </a:ext>
            </a:extLst>
          </p:cNvPr>
          <p:cNvCxnSpPr>
            <a:cxnSpLocks/>
          </p:cNvCxnSpPr>
          <p:nvPr/>
        </p:nvCxnSpPr>
        <p:spPr bwMode="gray">
          <a:xfrm flipV="1">
            <a:off x="4733614" y="307289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9138710-212F-6C44-2E02-41B19F1265AD}"/>
              </a:ext>
            </a:extLst>
          </p:cNvPr>
          <p:cNvCxnSpPr>
            <a:cxnSpLocks/>
          </p:cNvCxnSpPr>
          <p:nvPr/>
        </p:nvCxnSpPr>
        <p:spPr bwMode="gray">
          <a:xfrm flipV="1">
            <a:off x="4154352" y="305703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3B059C-A6C8-3406-6332-20207F395E28}"/>
              </a:ext>
            </a:extLst>
          </p:cNvPr>
          <p:cNvCxnSpPr>
            <a:cxnSpLocks/>
          </p:cNvCxnSpPr>
          <p:nvPr/>
        </p:nvCxnSpPr>
        <p:spPr bwMode="gray">
          <a:xfrm flipV="1">
            <a:off x="3584349" y="305703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4F2D06-A79F-7B5E-7BB4-BE3142B29EE6}"/>
              </a:ext>
            </a:extLst>
          </p:cNvPr>
          <p:cNvCxnSpPr>
            <a:cxnSpLocks/>
          </p:cNvCxnSpPr>
          <p:nvPr/>
        </p:nvCxnSpPr>
        <p:spPr bwMode="gray">
          <a:xfrm>
            <a:off x="3566350" y="3555359"/>
            <a:ext cx="135249" cy="19262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0E789C3-8824-A261-FC53-EB79B13E4019}"/>
              </a:ext>
            </a:extLst>
          </p:cNvPr>
          <p:cNvCxnSpPr>
            <a:cxnSpLocks/>
          </p:cNvCxnSpPr>
          <p:nvPr/>
        </p:nvCxnSpPr>
        <p:spPr bwMode="gray">
          <a:xfrm>
            <a:off x="4142851" y="3545875"/>
            <a:ext cx="124992" cy="20210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C740BE2-FF41-88A5-72CE-A8274AB2513C}"/>
              </a:ext>
            </a:extLst>
          </p:cNvPr>
          <p:cNvCxnSpPr>
            <a:cxnSpLocks/>
          </p:cNvCxnSpPr>
          <p:nvPr/>
        </p:nvCxnSpPr>
        <p:spPr bwMode="gray">
          <a:xfrm flipV="1">
            <a:off x="3629588" y="395206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25001E-055B-5BB8-941C-261708C4A2CE}"/>
              </a:ext>
            </a:extLst>
          </p:cNvPr>
          <p:cNvCxnSpPr>
            <a:cxnSpLocks/>
          </p:cNvCxnSpPr>
          <p:nvPr/>
        </p:nvCxnSpPr>
        <p:spPr bwMode="gray">
          <a:xfrm flipV="1">
            <a:off x="4446727" y="393420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B8C5C6E-AD61-DE21-992E-8D45CD8CA5F6}"/>
              </a:ext>
            </a:extLst>
          </p:cNvPr>
          <p:cNvCxnSpPr>
            <a:cxnSpLocks/>
          </p:cNvCxnSpPr>
          <p:nvPr/>
        </p:nvCxnSpPr>
        <p:spPr bwMode="gray">
          <a:xfrm flipV="1">
            <a:off x="4401726" y="3545875"/>
            <a:ext cx="132878" cy="1892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839C42F-7D45-BEC5-B6C1-10D0068499CC}"/>
              </a:ext>
            </a:extLst>
          </p:cNvPr>
          <p:cNvCxnSpPr>
            <a:cxnSpLocks/>
          </p:cNvCxnSpPr>
          <p:nvPr/>
        </p:nvCxnSpPr>
        <p:spPr bwMode="gray">
          <a:xfrm flipV="1">
            <a:off x="3801714" y="3539479"/>
            <a:ext cx="132878" cy="1892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7F2BD18-7EE3-B3A0-AA18-D9689F68FFC7}"/>
              </a:ext>
            </a:extLst>
          </p:cNvPr>
          <p:cNvSpPr/>
          <p:nvPr/>
        </p:nvSpPr>
        <p:spPr bwMode="gray">
          <a:xfrm>
            <a:off x="3663845" y="307289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0DE2308-D0C0-5C87-16D0-3BC9D62CFDAD}"/>
              </a:ext>
            </a:extLst>
          </p:cNvPr>
          <p:cNvSpPr/>
          <p:nvPr/>
        </p:nvSpPr>
        <p:spPr bwMode="gray">
          <a:xfrm>
            <a:off x="4213914" y="30570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6BBF5A3-D16C-E654-DBA2-88BA9E858B7C}"/>
              </a:ext>
            </a:extLst>
          </p:cNvPr>
          <p:cNvSpPr/>
          <p:nvPr/>
        </p:nvSpPr>
        <p:spPr bwMode="gray">
          <a:xfrm>
            <a:off x="4806041" y="307000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18CF7DB-6C09-2540-F874-B463DEEE0982}"/>
              </a:ext>
            </a:extLst>
          </p:cNvPr>
          <p:cNvSpPr/>
          <p:nvPr/>
        </p:nvSpPr>
        <p:spPr bwMode="gray">
          <a:xfrm>
            <a:off x="3440351" y="398980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E9DD7F8-B658-F9C3-5CDA-D43AE0F73369}"/>
              </a:ext>
            </a:extLst>
          </p:cNvPr>
          <p:cNvSpPr/>
          <p:nvPr/>
        </p:nvSpPr>
        <p:spPr bwMode="gray">
          <a:xfrm>
            <a:off x="3440350" y="442436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DFC05B9-1450-142A-747C-EB17FBEA8210}"/>
              </a:ext>
            </a:extLst>
          </p:cNvPr>
          <p:cNvSpPr/>
          <p:nvPr/>
        </p:nvSpPr>
        <p:spPr bwMode="gray">
          <a:xfrm>
            <a:off x="3873591" y="367491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9B83E06-C1F2-A9D2-8163-F854D7AA5E3C}"/>
              </a:ext>
            </a:extLst>
          </p:cNvPr>
          <p:cNvSpPr/>
          <p:nvPr/>
        </p:nvSpPr>
        <p:spPr bwMode="gray">
          <a:xfrm>
            <a:off x="4520239" y="395277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CDEE8CD-E2E2-1F17-A6DD-101AD843CA62}"/>
              </a:ext>
            </a:extLst>
          </p:cNvPr>
          <p:cNvSpPr/>
          <p:nvPr/>
        </p:nvSpPr>
        <p:spPr bwMode="gray">
          <a:xfrm>
            <a:off x="4521337" y="441369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82349D3-3C8A-F925-8AAE-55E03E963FAD}"/>
              </a:ext>
            </a:extLst>
          </p:cNvPr>
          <p:cNvSpPr/>
          <p:nvPr/>
        </p:nvSpPr>
        <p:spPr bwMode="gray">
          <a:xfrm>
            <a:off x="4085737" y="367377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A0937A3-A095-909F-10F8-BEEFA1F30B3E}"/>
              </a:ext>
            </a:extLst>
          </p:cNvPr>
          <p:cNvSpPr/>
          <p:nvPr/>
        </p:nvSpPr>
        <p:spPr bwMode="gray">
          <a:xfrm>
            <a:off x="3502486" y="367325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B8A1E0D-24BE-9C22-9398-28CBB4ED1E84}"/>
              </a:ext>
            </a:extLst>
          </p:cNvPr>
          <p:cNvSpPr/>
          <p:nvPr/>
        </p:nvSpPr>
        <p:spPr bwMode="gray">
          <a:xfrm>
            <a:off x="4522491" y="367896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79700B-A712-8562-1FBE-C3B0FE7B6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238890"/>
            <a:ext cx="824534" cy="108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78982EB-F6D0-3D0F-3EB2-65619E5EE2CD}"/>
              </a:ext>
            </a:extLst>
          </p:cNvPr>
          <p:cNvSpPr txBox="1"/>
          <p:nvPr/>
        </p:nvSpPr>
        <p:spPr bwMode="gray">
          <a:xfrm>
            <a:off x="7690893" y="2325745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Tom Minka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endParaRPr lang="en-US" sz="8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A59D577-71CB-749C-484E-7387DC18F129}"/>
              </a:ext>
            </a:extLst>
          </p:cNvPr>
          <p:cNvSpPr/>
          <p:nvPr/>
        </p:nvSpPr>
        <p:spPr bwMode="gray">
          <a:xfrm>
            <a:off x="3407707" y="3531527"/>
            <a:ext cx="1332085" cy="1291316"/>
          </a:xfrm>
          <a:custGeom>
            <a:avLst/>
            <a:gdLst>
              <a:gd name="connsiteX0" fmla="*/ 0 w 1338264"/>
              <a:gd name="connsiteY0" fmla="*/ 223048 h 1356077"/>
              <a:gd name="connsiteX1" fmla="*/ 223048 w 1338264"/>
              <a:gd name="connsiteY1" fmla="*/ 0 h 1356077"/>
              <a:gd name="connsiteX2" fmla="*/ 1115216 w 1338264"/>
              <a:gd name="connsiteY2" fmla="*/ 0 h 1356077"/>
              <a:gd name="connsiteX3" fmla="*/ 1338264 w 1338264"/>
              <a:gd name="connsiteY3" fmla="*/ 223048 h 1356077"/>
              <a:gd name="connsiteX4" fmla="*/ 1338264 w 1338264"/>
              <a:gd name="connsiteY4" fmla="*/ 1133029 h 1356077"/>
              <a:gd name="connsiteX5" fmla="*/ 1115216 w 1338264"/>
              <a:gd name="connsiteY5" fmla="*/ 1356077 h 1356077"/>
              <a:gd name="connsiteX6" fmla="*/ 223048 w 1338264"/>
              <a:gd name="connsiteY6" fmla="*/ 1356077 h 1356077"/>
              <a:gd name="connsiteX7" fmla="*/ 0 w 1338264"/>
              <a:gd name="connsiteY7" fmla="*/ 1133029 h 1356077"/>
              <a:gd name="connsiteX8" fmla="*/ 0 w 1338264"/>
              <a:gd name="connsiteY8" fmla="*/ 223048 h 1356077"/>
              <a:gd name="connsiteX0" fmla="*/ 0 w 1338264"/>
              <a:gd name="connsiteY0" fmla="*/ 223048 h 1356077"/>
              <a:gd name="connsiteX1" fmla="*/ 223048 w 1338264"/>
              <a:gd name="connsiteY1" fmla="*/ 0 h 1356077"/>
              <a:gd name="connsiteX2" fmla="*/ 1115216 w 1338264"/>
              <a:gd name="connsiteY2" fmla="*/ 0 h 1356077"/>
              <a:gd name="connsiteX3" fmla="*/ 1338264 w 1338264"/>
              <a:gd name="connsiteY3" fmla="*/ 223048 h 1356077"/>
              <a:gd name="connsiteX4" fmla="*/ 1338264 w 1338264"/>
              <a:gd name="connsiteY4" fmla="*/ 1133029 h 1356077"/>
              <a:gd name="connsiteX5" fmla="*/ 1115216 w 1338264"/>
              <a:gd name="connsiteY5" fmla="*/ 1356077 h 1356077"/>
              <a:gd name="connsiteX6" fmla="*/ 645309 w 1338264"/>
              <a:gd name="connsiteY6" fmla="*/ 374363 h 1356077"/>
              <a:gd name="connsiteX7" fmla="*/ 223048 w 1338264"/>
              <a:gd name="connsiteY7" fmla="*/ 1356077 h 1356077"/>
              <a:gd name="connsiteX8" fmla="*/ 0 w 1338264"/>
              <a:gd name="connsiteY8" fmla="*/ 1133029 h 1356077"/>
              <a:gd name="connsiteX9" fmla="*/ 0 w 1338264"/>
              <a:gd name="connsiteY9" fmla="*/ 223048 h 1356077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1115216 w 1338264"/>
              <a:gd name="connsiteY2" fmla="*/ 0 h 1368434"/>
              <a:gd name="connsiteX3" fmla="*/ 1338264 w 1338264"/>
              <a:gd name="connsiteY3" fmla="*/ 223048 h 1368434"/>
              <a:gd name="connsiteX4" fmla="*/ 1338264 w 1338264"/>
              <a:gd name="connsiteY4" fmla="*/ 1133029 h 1368434"/>
              <a:gd name="connsiteX5" fmla="*/ 1115216 w 1338264"/>
              <a:gd name="connsiteY5" fmla="*/ 1356077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1115216 w 1338264"/>
              <a:gd name="connsiteY2" fmla="*/ 0 h 1368434"/>
              <a:gd name="connsiteX3" fmla="*/ 1338264 w 1338264"/>
              <a:gd name="connsiteY3" fmla="*/ 223048 h 1368434"/>
              <a:gd name="connsiteX4" fmla="*/ 1338264 w 1338264"/>
              <a:gd name="connsiteY4" fmla="*/ 1133029 h 1368434"/>
              <a:gd name="connsiteX5" fmla="*/ 905151 w 1338264"/>
              <a:gd name="connsiteY5" fmla="*/ 1343720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812475 w 1338264"/>
              <a:gd name="connsiteY2" fmla="*/ 0 h 1368434"/>
              <a:gd name="connsiteX3" fmla="*/ 1338264 w 1338264"/>
              <a:gd name="connsiteY3" fmla="*/ 223048 h 1368434"/>
              <a:gd name="connsiteX4" fmla="*/ 1338264 w 1338264"/>
              <a:gd name="connsiteY4" fmla="*/ 1133029 h 1368434"/>
              <a:gd name="connsiteX5" fmla="*/ 905151 w 1338264"/>
              <a:gd name="connsiteY5" fmla="*/ 1343720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812475 w 1338264"/>
              <a:gd name="connsiteY2" fmla="*/ 0 h 1368434"/>
              <a:gd name="connsiteX3" fmla="*/ 1319728 w 1338264"/>
              <a:gd name="connsiteY3" fmla="*/ 513432 h 1368434"/>
              <a:gd name="connsiteX4" fmla="*/ 1338264 w 1338264"/>
              <a:gd name="connsiteY4" fmla="*/ 1133029 h 1368434"/>
              <a:gd name="connsiteX5" fmla="*/ 905151 w 1338264"/>
              <a:gd name="connsiteY5" fmla="*/ 1343720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35405 h 1380791"/>
              <a:gd name="connsiteX1" fmla="*/ 445470 w 1338264"/>
              <a:gd name="connsiteY1" fmla="*/ 0 h 1380791"/>
              <a:gd name="connsiteX2" fmla="*/ 812475 w 1338264"/>
              <a:gd name="connsiteY2" fmla="*/ 12357 h 1380791"/>
              <a:gd name="connsiteX3" fmla="*/ 1319728 w 1338264"/>
              <a:gd name="connsiteY3" fmla="*/ 525789 h 1380791"/>
              <a:gd name="connsiteX4" fmla="*/ 1338264 w 1338264"/>
              <a:gd name="connsiteY4" fmla="*/ 1145386 h 1380791"/>
              <a:gd name="connsiteX5" fmla="*/ 905151 w 1338264"/>
              <a:gd name="connsiteY5" fmla="*/ 1356077 h 1380791"/>
              <a:gd name="connsiteX6" fmla="*/ 645309 w 1338264"/>
              <a:gd name="connsiteY6" fmla="*/ 386720 h 1380791"/>
              <a:gd name="connsiteX7" fmla="*/ 377508 w 1338264"/>
              <a:gd name="connsiteY7" fmla="*/ 1380791 h 1380791"/>
              <a:gd name="connsiteX8" fmla="*/ 0 w 1338264"/>
              <a:gd name="connsiteY8" fmla="*/ 1145386 h 1380791"/>
              <a:gd name="connsiteX9" fmla="*/ 0 w 1338264"/>
              <a:gd name="connsiteY9" fmla="*/ 235405 h 1380791"/>
              <a:gd name="connsiteX0" fmla="*/ 12357 w 1338264"/>
              <a:gd name="connsiteY0" fmla="*/ 612286 h 1380791"/>
              <a:gd name="connsiteX1" fmla="*/ 445470 w 1338264"/>
              <a:gd name="connsiteY1" fmla="*/ 0 h 1380791"/>
              <a:gd name="connsiteX2" fmla="*/ 812475 w 1338264"/>
              <a:gd name="connsiteY2" fmla="*/ 12357 h 1380791"/>
              <a:gd name="connsiteX3" fmla="*/ 1319728 w 1338264"/>
              <a:gd name="connsiteY3" fmla="*/ 525789 h 1380791"/>
              <a:gd name="connsiteX4" fmla="*/ 1338264 w 1338264"/>
              <a:gd name="connsiteY4" fmla="*/ 1145386 h 1380791"/>
              <a:gd name="connsiteX5" fmla="*/ 905151 w 1338264"/>
              <a:gd name="connsiteY5" fmla="*/ 1356077 h 1380791"/>
              <a:gd name="connsiteX6" fmla="*/ 645309 w 1338264"/>
              <a:gd name="connsiteY6" fmla="*/ 386720 h 1380791"/>
              <a:gd name="connsiteX7" fmla="*/ 377508 w 1338264"/>
              <a:gd name="connsiteY7" fmla="*/ 1380791 h 1380791"/>
              <a:gd name="connsiteX8" fmla="*/ 0 w 1338264"/>
              <a:gd name="connsiteY8" fmla="*/ 1145386 h 1380791"/>
              <a:gd name="connsiteX9" fmla="*/ 12357 w 1338264"/>
              <a:gd name="connsiteY9" fmla="*/ 612286 h 1380791"/>
              <a:gd name="connsiteX0" fmla="*/ 0 w 1325907"/>
              <a:gd name="connsiteY0" fmla="*/ 612286 h 1380791"/>
              <a:gd name="connsiteX1" fmla="*/ 433113 w 1325907"/>
              <a:gd name="connsiteY1" fmla="*/ 0 h 1380791"/>
              <a:gd name="connsiteX2" fmla="*/ 800118 w 1325907"/>
              <a:gd name="connsiteY2" fmla="*/ 12357 h 1380791"/>
              <a:gd name="connsiteX3" fmla="*/ 1307371 w 1325907"/>
              <a:gd name="connsiteY3" fmla="*/ 525789 h 1380791"/>
              <a:gd name="connsiteX4" fmla="*/ 1325907 w 1325907"/>
              <a:gd name="connsiteY4" fmla="*/ 1145386 h 1380791"/>
              <a:gd name="connsiteX5" fmla="*/ 892794 w 1325907"/>
              <a:gd name="connsiteY5" fmla="*/ 1356077 h 1380791"/>
              <a:gd name="connsiteX6" fmla="*/ 632952 w 1325907"/>
              <a:gd name="connsiteY6" fmla="*/ 386720 h 1380791"/>
              <a:gd name="connsiteX7" fmla="*/ 365151 w 1325907"/>
              <a:gd name="connsiteY7" fmla="*/ 1380791 h 1380791"/>
              <a:gd name="connsiteX8" fmla="*/ 18535 w 1325907"/>
              <a:gd name="connsiteY8" fmla="*/ 1231884 h 1380791"/>
              <a:gd name="connsiteX9" fmla="*/ 0 w 1325907"/>
              <a:gd name="connsiteY9" fmla="*/ 612286 h 1380791"/>
              <a:gd name="connsiteX0" fmla="*/ 0 w 1325907"/>
              <a:gd name="connsiteY0" fmla="*/ 612286 h 1356077"/>
              <a:gd name="connsiteX1" fmla="*/ 433113 w 1325907"/>
              <a:gd name="connsiteY1" fmla="*/ 0 h 1356077"/>
              <a:gd name="connsiteX2" fmla="*/ 800118 w 1325907"/>
              <a:gd name="connsiteY2" fmla="*/ 12357 h 1356077"/>
              <a:gd name="connsiteX3" fmla="*/ 1307371 w 1325907"/>
              <a:gd name="connsiteY3" fmla="*/ 525789 h 1356077"/>
              <a:gd name="connsiteX4" fmla="*/ 1325907 w 1325907"/>
              <a:gd name="connsiteY4" fmla="*/ 1145386 h 1356077"/>
              <a:gd name="connsiteX5" fmla="*/ 892794 w 1325907"/>
              <a:gd name="connsiteY5" fmla="*/ 1356077 h 1356077"/>
              <a:gd name="connsiteX6" fmla="*/ 632952 w 1325907"/>
              <a:gd name="connsiteY6" fmla="*/ 386720 h 1356077"/>
              <a:gd name="connsiteX7" fmla="*/ 439291 w 1325907"/>
              <a:gd name="connsiteY7" fmla="*/ 1288115 h 1356077"/>
              <a:gd name="connsiteX8" fmla="*/ 18535 w 1325907"/>
              <a:gd name="connsiteY8" fmla="*/ 1231884 h 1356077"/>
              <a:gd name="connsiteX9" fmla="*/ 0 w 1325907"/>
              <a:gd name="connsiteY9" fmla="*/ 612286 h 1356077"/>
              <a:gd name="connsiteX0" fmla="*/ 0 w 1325907"/>
              <a:gd name="connsiteY0" fmla="*/ 612286 h 1356077"/>
              <a:gd name="connsiteX1" fmla="*/ 433113 w 1325907"/>
              <a:gd name="connsiteY1" fmla="*/ 0 h 1356077"/>
              <a:gd name="connsiteX2" fmla="*/ 800118 w 1325907"/>
              <a:gd name="connsiteY2" fmla="*/ 12357 h 1356077"/>
              <a:gd name="connsiteX3" fmla="*/ 1307371 w 1325907"/>
              <a:gd name="connsiteY3" fmla="*/ 525789 h 1356077"/>
              <a:gd name="connsiteX4" fmla="*/ 1325907 w 1325907"/>
              <a:gd name="connsiteY4" fmla="*/ 1145386 h 1356077"/>
              <a:gd name="connsiteX5" fmla="*/ 892794 w 1325907"/>
              <a:gd name="connsiteY5" fmla="*/ 1356077 h 1356077"/>
              <a:gd name="connsiteX6" fmla="*/ 632952 w 1325907"/>
              <a:gd name="connsiteY6" fmla="*/ 386720 h 1356077"/>
              <a:gd name="connsiteX7" fmla="*/ 445469 w 1325907"/>
              <a:gd name="connsiteY7" fmla="*/ 1306650 h 1356077"/>
              <a:gd name="connsiteX8" fmla="*/ 18535 w 1325907"/>
              <a:gd name="connsiteY8" fmla="*/ 1231884 h 1356077"/>
              <a:gd name="connsiteX9" fmla="*/ 0 w 1325907"/>
              <a:gd name="connsiteY9" fmla="*/ 612286 h 1356077"/>
              <a:gd name="connsiteX0" fmla="*/ 0 w 1325907"/>
              <a:gd name="connsiteY0" fmla="*/ 612286 h 1316029"/>
              <a:gd name="connsiteX1" fmla="*/ 433113 w 1325907"/>
              <a:gd name="connsiteY1" fmla="*/ 0 h 1316029"/>
              <a:gd name="connsiteX2" fmla="*/ 800118 w 1325907"/>
              <a:gd name="connsiteY2" fmla="*/ 12357 h 1316029"/>
              <a:gd name="connsiteX3" fmla="*/ 1307371 w 1325907"/>
              <a:gd name="connsiteY3" fmla="*/ 525789 h 1316029"/>
              <a:gd name="connsiteX4" fmla="*/ 1325907 w 1325907"/>
              <a:gd name="connsiteY4" fmla="*/ 1145386 h 1316029"/>
              <a:gd name="connsiteX5" fmla="*/ 818654 w 1325907"/>
              <a:gd name="connsiteY5" fmla="*/ 1281936 h 1316029"/>
              <a:gd name="connsiteX6" fmla="*/ 632952 w 1325907"/>
              <a:gd name="connsiteY6" fmla="*/ 386720 h 1316029"/>
              <a:gd name="connsiteX7" fmla="*/ 445469 w 1325907"/>
              <a:gd name="connsiteY7" fmla="*/ 1306650 h 1316029"/>
              <a:gd name="connsiteX8" fmla="*/ 18535 w 1325907"/>
              <a:gd name="connsiteY8" fmla="*/ 1231884 h 1316029"/>
              <a:gd name="connsiteX9" fmla="*/ 0 w 1325907"/>
              <a:gd name="connsiteY9" fmla="*/ 612286 h 1316029"/>
              <a:gd name="connsiteX0" fmla="*/ 0 w 1332085"/>
              <a:gd name="connsiteY0" fmla="*/ 612286 h 1316029"/>
              <a:gd name="connsiteX1" fmla="*/ 433113 w 1332085"/>
              <a:gd name="connsiteY1" fmla="*/ 0 h 1316029"/>
              <a:gd name="connsiteX2" fmla="*/ 800118 w 1332085"/>
              <a:gd name="connsiteY2" fmla="*/ 12357 h 1316029"/>
              <a:gd name="connsiteX3" fmla="*/ 1307371 w 1332085"/>
              <a:gd name="connsiteY3" fmla="*/ 525789 h 1316029"/>
              <a:gd name="connsiteX4" fmla="*/ 1332085 w 1332085"/>
              <a:gd name="connsiteY4" fmla="*/ 1194813 h 1316029"/>
              <a:gd name="connsiteX5" fmla="*/ 818654 w 1332085"/>
              <a:gd name="connsiteY5" fmla="*/ 1281936 h 1316029"/>
              <a:gd name="connsiteX6" fmla="*/ 632952 w 1332085"/>
              <a:gd name="connsiteY6" fmla="*/ 386720 h 1316029"/>
              <a:gd name="connsiteX7" fmla="*/ 445469 w 1332085"/>
              <a:gd name="connsiteY7" fmla="*/ 1306650 h 1316029"/>
              <a:gd name="connsiteX8" fmla="*/ 18535 w 1332085"/>
              <a:gd name="connsiteY8" fmla="*/ 1231884 h 1316029"/>
              <a:gd name="connsiteX9" fmla="*/ 0 w 1332085"/>
              <a:gd name="connsiteY9" fmla="*/ 612286 h 1316029"/>
              <a:gd name="connsiteX0" fmla="*/ 0 w 1332085"/>
              <a:gd name="connsiteY0" fmla="*/ 531967 h 1316029"/>
              <a:gd name="connsiteX1" fmla="*/ 433113 w 1332085"/>
              <a:gd name="connsiteY1" fmla="*/ 0 h 1316029"/>
              <a:gd name="connsiteX2" fmla="*/ 800118 w 1332085"/>
              <a:gd name="connsiteY2" fmla="*/ 12357 h 1316029"/>
              <a:gd name="connsiteX3" fmla="*/ 1307371 w 1332085"/>
              <a:gd name="connsiteY3" fmla="*/ 525789 h 1316029"/>
              <a:gd name="connsiteX4" fmla="*/ 1332085 w 1332085"/>
              <a:gd name="connsiteY4" fmla="*/ 1194813 h 1316029"/>
              <a:gd name="connsiteX5" fmla="*/ 818654 w 1332085"/>
              <a:gd name="connsiteY5" fmla="*/ 1281936 h 1316029"/>
              <a:gd name="connsiteX6" fmla="*/ 632952 w 1332085"/>
              <a:gd name="connsiteY6" fmla="*/ 386720 h 1316029"/>
              <a:gd name="connsiteX7" fmla="*/ 445469 w 1332085"/>
              <a:gd name="connsiteY7" fmla="*/ 1306650 h 1316029"/>
              <a:gd name="connsiteX8" fmla="*/ 18535 w 1332085"/>
              <a:gd name="connsiteY8" fmla="*/ 1231884 h 1316029"/>
              <a:gd name="connsiteX9" fmla="*/ 0 w 1332085"/>
              <a:gd name="connsiteY9" fmla="*/ 531967 h 1316029"/>
              <a:gd name="connsiteX0" fmla="*/ 0 w 1332085"/>
              <a:gd name="connsiteY0" fmla="*/ 531967 h 1316029"/>
              <a:gd name="connsiteX1" fmla="*/ 433113 w 1332085"/>
              <a:gd name="connsiteY1" fmla="*/ 0 h 1316029"/>
              <a:gd name="connsiteX2" fmla="*/ 898972 w 1332085"/>
              <a:gd name="connsiteY2" fmla="*/ 24714 h 1316029"/>
              <a:gd name="connsiteX3" fmla="*/ 1307371 w 1332085"/>
              <a:gd name="connsiteY3" fmla="*/ 525789 h 1316029"/>
              <a:gd name="connsiteX4" fmla="*/ 1332085 w 1332085"/>
              <a:gd name="connsiteY4" fmla="*/ 1194813 h 1316029"/>
              <a:gd name="connsiteX5" fmla="*/ 818654 w 1332085"/>
              <a:gd name="connsiteY5" fmla="*/ 1281936 h 1316029"/>
              <a:gd name="connsiteX6" fmla="*/ 632952 w 1332085"/>
              <a:gd name="connsiteY6" fmla="*/ 386720 h 1316029"/>
              <a:gd name="connsiteX7" fmla="*/ 445469 w 1332085"/>
              <a:gd name="connsiteY7" fmla="*/ 1306650 h 1316029"/>
              <a:gd name="connsiteX8" fmla="*/ 18535 w 1332085"/>
              <a:gd name="connsiteY8" fmla="*/ 1231884 h 1316029"/>
              <a:gd name="connsiteX9" fmla="*/ 0 w 1332085"/>
              <a:gd name="connsiteY9" fmla="*/ 531967 h 1316029"/>
              <a:gd name="connsiteX0" fmla="*/ 0 w 1332085"/>
              <a:gd name="connsiteY0" fmla="*/ 507254 h 1291316"/>
              <a:gd name="connsiteX1" fmla="*/ 433113 w 1332085"/>
              <a:gd name="connsiteY1" fmla="*/ 0 h 1291316"/>
              <a:gd name="connsiteX2" fmla="*/ 898972 w 1332085"/>
              <a:gd name="connsiteY2" fmla="*/ 1 h 1291316"/>
              <a:gd name="connsiteX3" fmla="*/ 1307371 w 1332085"/>
              <a:gd name="connsiteY3" fmla="*/ 501076 h 1291316"/>
              <a:gd name="connsiteX4" fmla="*/ 1332085 w 1332085"/>
              <a:gd name="connsiteY4" fmla="*/ 1170100 h 1291316"/>
              <a:gd name="connsiteX5" fmla="*/ 818654 w 1332085"/>
              <a:gd name="connsiteY5" fmla="*/ 1257223 h 1291316"/>
              <a:gd name="connsiteX6" fmla="*/ 632952 w 1332085"/>
              <a:gd name="connsiteY6" fmla="*/ 362007 h 1291316"/>
              <a:gd name="connsiteX7" fmla="*/ 445469 w 1332085"/>
              <a:gd name="connsiteY7" fmla="*/ 1281937 h 1291316"/>
              <a:gd name="connsiteX8" fmla="*/ 18535 w 1332085"/>
              <a:gd name="connsiteY8" fmla="*/ 1207171 h 1291316"/>
              <a:gd name="connsiteX9" fmla="*/ 0 w 1332085"/>
              <a:gd name="connsiteY9" fmla="*/ 507254 h 1291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2085" h="1291316">
                <a:moveTo>
                  <a:pt x="0" y="507254"/>
                </a:moveTo>
                <a:cubicBezTo>
                  <a:pt x="0" y="384068"/>
                  <a:pt x="309927" y="0"/>
                  <a:pt x="433113" y="0"/>
                </a:cubicBezTo>
                <a:lnTo>
                  <a:pt x="898972" y="1"/>
                </a:lnTo>
                <a:cubicBezTo>
                  <a:pt x="1022158" y="1"/>
                  <a:pt x="1307371" y="377890"/>
                  <a:pt x="1307371" y="501076"/>
                </a:cubicBezTo>
                <a:lnTo>
                  <a:pt x="1332085" y="1170100"/>
                </a:lnTo>
                <a:cubicBezTo>
                  <a:pt x="1332085" y="1293286"/>
                  <a:pt x="941840" y="1257223"/>
                  <a:pt x="818654" y="1257223"/>
                </a:cubicBezTo>
                <a:cubicBezTo>
                  <a:pt x="664078" y="1255379"/>
                  <a:pt x="787528" y="363851"/>
                  <a:pt x="632952" y="362007"/>
                </a:cubicBezTo>
                <a:cubicBezTo>
                  <a:pt x="490139" y="363851"/>
                  <a:pt x="588282" y="1280093"/>
                  <a:pt x="445469" y="1281937"/>
                </a:cubicBezTo>
                <a:cubicBezTo>
                  <a:pt x="322283" y="1281937"/>
                  <a:pt x="18535" y="1330357"/>
                  <a:pt x="18535" y="1207171"/>
                </a:cubicBezTo>
                <a:lnTo>
                  <a:pt x="0" y="507254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324F0-37BB-345A-631F-7392DFB83E12}"/>
              </a:ext>
            </a:extLst>
          </p:cNvPr>
          <p:cNvSpPr txBox="1"/>
          <p:nvPr/>
        </p:nvSpPr>
        <p:spPr bwMode="gray">
          <a:xfrm>
            <a:off x="5268584" y="4876006"/>
            <a:ext cx="1607672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iterate until convergence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FF1428-0BE7-660D-0216-A114B770B445}"/>
              </a:ext>
            </a:extLst>
          </p:cNvPr>
          <p:cNvCxnSpPr>
            <a:cxnSpLocks/>
            <a:stCxn id="16" idx="1"/>
          </p:cNvCxnSpPr>
          <p:nvPr/>
        </p:nvCxnSpPr>
        <p:spPr bwMode="gray">
          <a:xfrm flipH="1" flipV="1">
            <a:off x="4762783" y="4661667"/>
            <a:ext cx="505801" cy="32235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143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1" grpId="0" animBg="1"/>
      <p:bldP spid="12" grpId="0" animBg="1"/>
      <p:bldP spid="22" grpId="0" animBg="1"/>
      <p:bldP spid="24" grpId="0" animBg="1"/>
      <p:bldP spid="25" grpId="0" animBg="1"/>
      <p:bldP spid="28" grpId="0" animBg="1"/>
      <p:bldP spid="31" grpId="0" animBg="1"/>
      <p:bldP spid="35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A7239C7-59CE-1A75-B7C2-394712EC8FF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45472" cy="3563938"/>
              </a:xfrm>
            </p:spPr>
            <p:txBody>
              <a:bodyPr/>
              <a:lstStyle/>
              <a:p>
                <a:r>
                  <a:rPr lang="en-US" b="1" dirty="0"/>
                  <a:t>Doubly-Truncated Gaussian</a:t>
                </a:r>
                <a:r>
                  <a:rPr lang="en-US" dirty="0"/>
                  <a:t>. </a:t>
                </a:r>
                <a:r>
                  <a:rPr lang="en-US" i="1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i="1" dirty="0"/>
                  <a:t>, a random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has a </a:t>
                </a:r>
                <a:r>
                  <a:rPr lang="en-US" dirty="0"/>
                  <a:t>doubly-truncated Gaussian distribution</a:t>
                </a:r>
                <a:r>
                  <a:rPr lang="en-US" i="1" dirty="0"/>
                  <a:t> if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endParaRPr lang="en-US" b="1" dirty="0"/>
              </a:p>
              <a:p>
                <a:r>
                  <a:rPr lang="en-US" b="1" dirty="0"/>
                  <a:t>Moments of Doubly-Truncated Gaussian</a:t>
                </a:r>
                <a:r>
                  <a:rPr lang="en-US" dirty="0"/>
                  <a:t>. </a:t>
                </a:r>
                <a:r>
                  <a:rPr lang="en-US" i="1" dirty="0"/>
                  <a:t>Given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that has a doubly-truncated Gaussian distribution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i="1" dirty="0"/>
                  <a:t>, we know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A7239C7-59CE-1A75-B7C2-394712EC8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4547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ECEF9A-668F-DA07-2E4A-B573F505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Doubly-Truncated Gaussians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2A814-DE05-7862-F9C2-D7C6D2EEAE61}"/>
                  </a:ext>
                </a:extLst>
              </p:cNvPr>
              <p:cNvSpPr txBox="1"/>
              <p:nvPr/>
            </p:nvSpPr>
            <p:spPr bwMode="gray">
              <a:xfrm>
                <a:off x="2105113" y="1851670"/>
                <a:ext cx="33843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2A814-DE05-7862-F9C2-D7C6D2EEA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5113" y="1851670"/>
                <a:ext cx="3384376" cy="30777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AE3316-5AAC-EEB8-C5BB-91137B45A624}"/>
                  </a:ext>
                </a:extLst>
              </p:cNvPr>
              <p:cNvSpPr txBox="1"/>
              <p:nvPr/>
            </p:nvSpPr>
            <p:spPr bwMode="gray">
              <a:xfrm>
                <a:off x="899592" y="2857590"/>
                <a:ext cx="3312368" cy="340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AE3316-5AAC-EEB8-C5BB-91137B45A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2857590"/>
                <a:ext cx="3312368" cy="3404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177F99-E81A-5023-911E-889A711B9568}"/>
                  </a:ext>
                </a:extLst>
              </p:cNvPr>
              <p:cNvSpPr txBox="1"/>
              <p:nvPr/>
            </p:nvSpPr>
            <p:spPr bwMode="gray">
              <a:xfrm>
                <a:off x="1187624" y="3205466"/>
                <a:ext cx="3384376" cy="619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177F99-E81A-5023-911E-889A711B9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87624" y="3205466"/>
                <a:ext cx="3384376" cy="619529"/>
              </a:xfrm>
              <a:prstGeom prst="rect">
                <a:avLst/>
              </a:prstGeom>
              <a:blipFill>
                <a:blip r:embed="rId5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725AFC-8E22-672A-4CA3-146728C8F635}"/>
                  </a:ext>
                </a:extLst>
              </p:cNvPr>
              <p:cNvSpPr txBox="1"/>
              <p:nvPr/>
            </p:nvSpPr>
            <p:spPr bwMode="gray">
              <a:xfrm>
                <a:off x="1259632" y="3812429"/>
                <a:ext cx="4752059" cy="619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725AFC-8E22-672A-4CA3-146728C8F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59632" y="3812429"/>
                <a:ext cx="4752059" cy="619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1E8FCA-7D18-936E-E955-07F4E663A356}"/>
              </a:ext>
            </a:extLst>
          </p:cNvPr>
          <p:cNvSpPr/>
          <p:nvPr/>
        </p:nvSpPr>
        <p:spPr bwMode="gray">
          <a:xfrm>
            <a:off x="2987824" y="2888932"/>
            <a:ext cx="648072" cy="30913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ED119-73C3-92DA-7248-60C8510A19D2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 bwMode="gray">
          <a:xfrm flipH="1">
            <a:off x="3635896" y="2888932"/>
            <a:ext cx="2451097" cy="1545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F9CDA-4893-62D3-BF42-DB8F9BDE6B77}"/>
                  </a:ext>
                </a:extLst>
              </p:cNvPr>
              <p:cNvSpPr txBox="1"/>
              <p:nvPr/>
            </p:nvSpPr>
            <p:spPr bwMode="gray">
              <a:xfrm>
                <a:off x="6086993" y="2621493"/>
                <a:ext cx="1476759" cy="5348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limLoc m:val="undOvr"/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;0,1</m:t>
                              </m:r>
                            </m:e>
                          </m:d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F9CDA-4893-62D3-BF42-DB8F9BDE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86993" y="2621493"/>
                <a:ext cx="1476759" cy="534877"/>
              </a:xfrm>
              <a:prstGeom prst="rect">
                <a:avLst/>
              </a:prstGeom>
              <a:blipFill>
                <a:blip r:embed="rId7"/>
                <a:stretch>
                  <a:fillRect t="-106977" b="-15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F02E8F-493D-99E3-FADC-1FFCFE6CF25C}"/>
              </a:ext>
            </a:extLst>
          </p:cNvPr>
          <p:cNvSpPr/>
          <p:nvPr/>
        </p:nvSpPr>
        <p:spPr bwMode="gray">
          <a:xfrm>
            <a:off x="2483769" y="3246301"/>
            <a:ext cx="1851290" cy="5860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6E2363-1B68-EEAE-E48B-7F3484A1E750}"/>
              </a:ext>
            </a:extLst>
          </p:cNvPr>
          <p:cNvCxnSpPr>
            <a:cxnSpLocks/>
            <a:stCxn id="20" idx="1"/>
            <a:endCxn id="18" idx="3"/>
          </p:cNvCxnSpPr>
          <p:nvPr/>
        </p:nvCxnSpPr>
        <p:spPr bwMode="gray">
          <a:xfrm flipH="1">
            <a:off x="4335059" y="3479124"/>
            <a:ext cx="785131" cy="60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C380FA-8D2E-A8BB-ED50-2F8197150A92}"/>
                  </a:ext>
                </a:extLst>
              </p:cNvPr>
              <p:cNvSpPr txBox="1"/>
              <p:nvPr/>
            </p:nvSpPr>
            <p:spPr bwMode="gray">
              <a:xfrm>
                <a:off x="5120190" y="3267730"/>
                <a:ext cx="2379090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Additive correction that goes to zero </a:t>
                </a:r>
                <a:br>
                  <a:rPr lang="en-US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C380FA-8D2E-A8BB-ED50-2F8197150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20190" y="3267730"/>
                <a:ext cx="2379090" cy="422788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DA316FA-4CEF-4DDF-6474-DAEBC759BA09}"/>
              </a:ext>
            </a:extLst>
          </p:cNvPr>
          <p:cNvSpPr/>
          <p:nvPr/>
        </p:nvSpPr>
        <p:spPr bwMode="gray">
          <a:xfrm>
            <a:off x="2801974" y="3851857"/>
            <a:ext cx="3066170" cy="5860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0B5DBD-7892-C47F-B20F-1DA354D131E4}"/>
              </a:ext>
            </a:extLst>
          </p:cNvPr>
          <p:cNvCxnSpPr>
            <a:cxnSpLocks/>
            <a:stCxn id="30" idx="1"/>
            <a:endCxn id="28" idx="2"/>
          </p:cNvCxnSpPr>
          <p:nvPr/>
        </p:nvCxnSpPr>
        <p:spPr bwMode="gray">
          <a:xfrm flipH="1" flipV="1">
            <a:off x="4335059" y="4437949"/>
            <a:ext cx="1154429" cy="3688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13B44F-678F-81CE-17F4-1D15501670CF}"/>
                  </a:ext>
                </a:extLst>
              </p:cNvPr>
              <p:cNvSpPr txBox="1"/>
              <p:nvPr/>
            </p:nvSpPr>
            <p:spPr bwMode="gray">
              <a:xfrm>
                <a:off x="5489488" y="4595377"/>
                <a:ext cx="2610903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Multiplicative correction that goes to one</a:t>
                </a:r>
                <a:br>
                  <a:rPr lang="en-US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13B44F-678F-81CE-17F4-1D1550167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89488" y="4595377"/>
                <a:ext cx="2610903" cy="422788"/>
              </a:xfrm>
              <a:prstGeom prst="rect">
                <a:avLst/>
              </a:prstGeom>
              <a:blipFill>
                <a:blip r:embed="rId9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6646C72F-C419-7716-1F7D-5140C1C6E0A4}"/>
              </a:ext>
            </a:extLst>
          </p:cNvPr>
          <p:cNvGrpSpPr/>
          <p:nvPr/>
        </p:nvGrpSpPr>
        <p:grpSpPr>
          <a:xfrm>
            <a:off x="6727613" y="1292547"/>
            <a:ext cx="2335515" cy="1508792"/>
            <a:chOff x="6727613" y="1292547"/>
            <a:chExt cx="2335515" cy="1508792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14D682-595D-8FB1-B0C6-78FFBC273227}"/>
                </a:ext>
              </a:extLst>
            </p:cNvPr>
            <p:cNvSpPr/>
            <p:nvPr/>
          </p:nvSpPr>
          <p:spPr>
            <a:xfrm>
              <a:off x="7025517" y="1292547"/>
              <a:ext cx="2037611" cy="1320230"/>
            </a:xfrm>
            <a:custGeom>
              <a:avLst/>
              <a:gdLst>
                <a:gd name="connsiteX0" fmla="*/ 0 w 2037611"/>
                <a:gd name="connsiteY0" fmla="*/ 1320230 h 1320230"/>
                <a:gd name="connsiteX1" fmla="*/ 2037611 w 2037611"/>
                <a:gd name="connsiteY1" fmla="*/ 1320230 h 1320230"/>
                <a:gd name="connsiteX2" fmla="*/ 2037611 w 2037611"/>
                <a:gd name="connsiteY2" fmla="*/ 0 h 1320230"/>
                <a:gd name="connsiteX3" fmla="*/ 0 w 2037611"/>
                <a:gd name="connsiteY3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611" h="1320230">
                  <a:moveTo>
                    <a:pt x="0" y="1320230"/>
                  </a:moveTo>
                  <a:lnTo>
                    <a:pt x="2037611" y="1320230"/>
                  </a:lnTo>
                  <a:lnTo>
                    <a:pt x="20376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EE6FB99-9CB4-BE7E-8D7B-470ABBC52047}"/>
                </a:ext>
              </a:extLst>
            </p:cNvPr>
            <p:cNvSpPr/>
            <p:nvPr/>
          </p:nvSpPr>
          <p:spPr>
            <a:xfrm>
              <a:off x="7371526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FD7706C-1D10-643B-83F3-F06BC9192E55}"/>
                </a:ext>
              </a:extLst>
            </p:cNvPr>
            <p:cNvSpPr/>
            <p:nvPr/>
          </p:nvSpPr>
          <p:spPr>
            <a:xfrm>
              <a:off x="7755983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1B302D9-6399-30A0-28F0-823E6193D75B}"/>
                </a:ext>
              </a:extLst>
            </p:cNvPr>
            <p:cNvSpPr/>
            <p:nvPr/>
          </p:nvSpPr>
          <p:spPr>
            <a:xfrm>
              <a:off x="8140439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D02AC2A-070F-BD9D-0FCE-000556032740}"/>
                </a:ext>
              </a:extLst>
            </p:cNvPr>
            <p:cNvSpPr/>
            <p:nvPr/>
          </p:nvSpPr>
          <p:spPr>
            <a:xfrm>
              <a:off x="8524886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8A3E1FD-8974-4F0D-82CB-4C01CD793351}"/>
                </a:ext>
              </a:extLst>
            </p:cNvPr>
            <p:cNvSpPr/>
            <p:nvPr/>
          </p:nvSpPr>
          <p:spPr>
            <a:xfrm>
              <a:off x="8909342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5B80F53-1766-E3A0-9581-67CB1AF114C3}"/>
                </a:ext>
              </a:extLst>
            </p:cNvPr>
            <p:cNvSpPr/>
            <p:nvPr/>
          </p:nvSpPr>
          <p:spPr>
            <a:xfrm>
              <a:off x="7025517" y="2575410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3B8AA2B-761C-AC40-6F85-062DC1C231CD}"/>
                </a:ext>
              </a:extLst>
            </p:cNvPr>
            <p:cNvSpPr/>
            <p:nvPr/>
          </p:nvSpPr>
          <p:spPr>
            <a:xfrm>
              <a:off x="7025517" y="2333599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35B4E7E-C8EA-F21B-6D1F-578F57F8E7E9}"/>
                </a:ext>
              </a:extLst>
            </p:cNvPr>
            <p:cNvSpPr/>
            <p:nvPr/>
          </p:nvSpPr>
          <p:spPr>
            <a:xfrm>
              <a:off x="7025517" y="2091789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0CF8850-AFC1-19D4-1AFE-9D541F73194F}"/>
                </a:ext>
              </a:extLst>
            </p:cNvPr>
            <p:cNvSpPr/>
            <p:nvPr/>
          </p:nvSpPr>
          <p:spPr>
            <a:xfrm>
              <a:off x="7025517" y="1849977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91BD0F-196E-610C-3C9D-B03314F0D1E0}"/>
                </a:ext>
              </a:extLst>
            </p:cNvPr>
            <p:cNvSpPr/>
            <p:nvPr/>
          </p:nvSpPr>
          <p:spPr>
            <a:xfrm>
              <a:off x="7025517" y="1608166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4A0FBDC-2BFA-C4C5-8DD9-3AE6C3C49E4B}"/>
                </a:ext>
              </a:extLst>
            </p:cNvPr>
            <p:cNvSpPr/>
            <p:nvPr/>
          </p:nvSpPr>
          <p:spPr>
            <a:xfrm>
              <a:off x="7025517" y="1366354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1D073E4-B064-9D26-47ED-D971F39FCBFB}"/>
                </a:ext>
              </a:extLst>
            </p:cNvPr>
            <p:cNvSpPr/>
            <p:nvPr/>
          </p:nvSpPr>
          <p:spPr>
            <a:xfrm>
              <a:off x="7025517" y="2612778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C274F99-D218-D482-63F1-DFD7435C47D2}"/>
                </a:ext>
              </a:extLst>
            </p:cNvPr>
            <p:cNvSpPr/>
            <p:nvPr/>
          </p:nvSpPr>
          <p:spPr>
            <a:xfrm>
              <a:off x="7371526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582CDD3-7823-C6F9-7D67-1B110C1CCB32}"/>
                </a:ext>
              </a:extLst>
            </p:cNvPr>
            <p:cNvSpPr/>
            <p:nvPr/>
          </p:nvSpPr>
          <p:spPr>
            <a:xfrm>
              <a:off x="7755983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6EBA32E-C49E-54AF-7AB1-63F8A4F79B3D}"/>
                </a:ext>
              </a:extLst>
            </p:cNvPr>
            <p:cNvSpPr/>
            <p:nvPr/>
          </p:nvSpPr>
          <p:spPr>
            <a:xfrm>
              <a:off x="8140439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471B5E3-4189-D4E2-89F7-D4DAD33EBD0F}"/>
                </a:ext>
              </a:extLst>
            </p:cNvPr>
            <p:cNvSpPr/>
            <p:nvPr/>
          </p:nvSpPr>
          <p:spPr>
            <a:xfrm>
              <a:off x="8524886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B4EEBE4-350F-0496-26DB-B7B47E7101A9}"/>
                </a:ext>
              </a:extLst>
            </p:cNvPr>
            <p:cNvSpPr/>
            <p:nvPr/>
          </p:nvSpPr>
          <p:spPr>
            <a:xfrm>
              <a:off x="8909342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186DD5E-293A-C315-4533-A4966092438A}"/>
                </a:ext>
              </a:extLst>
            </p:cNvPr>
            <p:cNvSpPr/>
            <p:nvPr/>
          </p:nvSpPr>
          <p:spPr>
            <a:xfrm>
              <a:off x="7319249" y="2677725"/>
              <a:ext cx="51613" cy="6847"/>
            </a:xfrm>
            <a:custGeom>
              <a:avLst/>
              <a:gdLst>
                <a:gd name="connsiteX0" fmla="*/ 0 w 51613"/>
                <a:gd name="connsiteY0" fmla="*/ 0 h 6847"/>
                <a:gd name="connsiteX1" fmla="*/ 51613 w 51613"/>
                <a:gd name="connsiteY1" fmla="*/ 0 h 6847"/>
                <a:gd name="connsiteX2" fmla="*/ 51613 w 51613"/>
                <a:gd name="connsiteY2" fmla="*/ 6848 h 6847"/>
                <a:gd name="connsiteX3" fmla="*/ 0 w 51613"/>
                <a:gd name="connsiteY3" fmla="*/ 6848 h 6847"/>
                <a:gd name="connsiteX4" fmla="*/ 0 w 51613"/>
                <a:gd name="connsiteY4" fmla="*/ 0 h 6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13" h="6847">
                  <a:moveTo>
                    <a:pt x="0" y="0"/>
                  </a:moveTo>
                  <a:lnTo>
                    <a:pt x="51613" y="0"/>
                  </a:lnTo>
                  <a:lnTo>
                    <a:pt x="51613" y="6848"/>
                  </a:lnTo>
                  <a:lnTo>
                    <a:pt x="0" y="6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B463FDF-E103-82BC-D534-6E83F0A52671}"/>
                </a:ext>
              </a:extLst>
            </p:cNvPr>
            <p:cNvSpPr/>
            <p:nvPr/>
          </p:nvSpPr>
          <p:spPr>
            <a:xfrm>
              <a:off x="7385638" y="2645803"/>
              <a:ext cx="38165" cy="61190"/>
            </a:xfrm>
            <a:custGeom>
              <a:avLst/>
              <a:gdLst>
                <a:gd name="connsiteX0" fmla="*/ 9782 w 38165"/>
                <a:gd name="connsiteY0" fmla="*/ 54343 h 61190"/>
                <a:gd name="connsiteX1" fmla="*/ 38165 w 38165"/>
                <a:gd name="connsiteY1" fmla="*/ 54343 h 61190"/>
                <a:gd name="connsiteX2" fmla="*/ 38165 w 38165"/>
                <a:gd name="connsiteY2" fmla="*/ 61191 h 61190"/>
                <a:gd name="connsiteX3" fmla="*/ 0 w 38165"/>
                <a:gd name="connsiteY3" fmla="*/ 61191 h 61190"/>
                <a:gd name="connsiteX4" fmla="*/ 0 w 38165"/>
                <a:gd name="connsiteY4" fmla="*/ 54343 h 61190"/>
                <a:gd name="connsiteX5" fmla="*/ 12601 w 38165"/>
                <a:gd name="connsiteY5" fmla="*/ 41503 h 61190"/>
                <a:gd name="connsiteX6" fmla="*/ 22665 w 38165"/>
                <a:gd name="connsiteY6" fmla="*/ 31077 h 61190"/>
                <a:gd name="connsiteX7" fmla="*/ 28101 w 38165"/>
                <a:gd name="connsiteY7" fmla="*/ 23673 h 61190"/>
                <a:gd name="connsiteX8" fmla="*/ 29671 w 38165"/>
                <a:gd name="connsiteY8" fmla="*/ 17670 h 61190"/>
                <a:gd name="connsiteX9" fmla="*/ 26289 w 38165"/>
                <a:gd name="connsiteY9" fmla="*/ 9859 h 61190"/>
                <a:gd name="connsiteX10" fmla="*/ 17553 w 38165"/>
                <a:gd name="connsiteY10" fmla="*/ 6838 h 61190"/>
                <a:gd name="connsiteX11" fmla="*/ 9460 w 38165"/>
                <a:gd name="connsiteY11" fmla="*/ 8169 h 61190"/>
                <a:gd name="connsiteX12" fmla="*/ 402 w 38165"/>
                <a:gd name="connsiteY12" fmla="*/ 12194 h 61190"/>
                <a:gd name="connsiteX13" fmla="*/ 402 w 38165"/>
                <a:gd name="connsiteY13" fmla="*/ 3985 h 61190"/>
                <a:gd name="connsiteX14" fmla="*/ 9582 w 38165"/>
                <a:gd name="connsiteY14" fmla="*/ 1004 h 61190"/>
                <a:gd name="connsiteX15" fmla="*/ 17391 w 38165"/>
                <a:gd name="connsiteY15" fmla="*/ 0 h 61190"/>
                <a:gd name="connsiteX16" fmla="*/ 32288 w 38165"/>
                <a:gd name="connsiteY16" fmla="*/ 4671 h 61190"/>
                <a:gd name="connsiteX17" fmla="*/ 37843 w 38165"/>
                <a:gd name="connsiteY17" fmla="*/ 17144 h 61190"/>
                <a:gd name="connsiteX18" fmla="*/ 36434 w 38165"/>
                <a:gd name="connsiteY18" fmla="*/ 24190 h 61190"/>
                <a:gd name="connsiteX19" fmla="*/ 31402 w 38165"/>
                <a:gd name="connsiteY19" fmla="*/ 32002 h 61190"/>
                <a:gd name="connsiteX20" fmla="*/ 25001 w 38165"/>
                <a:gd name="connsiteY20" fmla="*/ 38770 h 61190"/>
                <a:gd name="connsiteX21" fmla="*/ 9782 w 38165"/>
                <a:gd name="connsiteY21" fmla="*/ 54343 h 6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165" h="61190">
                  <a:moveTo>
                    <a:pt x="9782" y="54343"/>
                  </a:moveTo>
                  <a:lnTo>
                    <a:pt x="38165" y="54343"/>
                  </a:lnTo>
                  <a:lnTo>
                    <a:pt x="38165" y="61191"/>
                  </a:lnTo>
                  <a:lnTo>
                    <a:pt x="0" y="61191"/>
                  </a:lnTo>
                  <a:lnTo>
                    <a:pt x="0" y="54343"/>
                  </a:lnTo>
                  <a:cubicBezTo>
                    <a:pt x="3086" y="51153"/>
                    <a:pt x="7287" y="46869"/>
                    <a:pt x="12601" y="41503"/>
                  </a:cubicBezTo>
                  <a:cubicBezTo>
                    <a:pt x="17942" y="36106"/>
                    <a:pt x="21297" y="32638"/>
                    <a:pt x="22665" y="31077"/>
                  </a:cubicBezTo>
                  <a:cubicBezTo>
                    <a:pt x="25269" y="28145"/>
                    <a:pt x="27081" y="25681"/>
                    <a:pt x="28101" y="23673"/>
                  </a:cubicBezTo>
                  <a:cubicBezTo>
                    <a:pt x="29147" y="21636"/>
                    <a:pt x="29671" y="19628"/>
                    <a:pt x="29671" y="17670"/>
                  </a:cubicBezTo>
                  <a:cubicBezTo>
                    <a:pt x="29671" y="14480"/>
                    <a:pt x="28544" y="11876"/>
                    <a:pt x="26289" y="9859"/>
                  </a:cubicBezTo>
                  <a:cubicBezTo>
                    <a:pt x="24062" y="7841"/>
                    <a:pt x="21150" y="6838"/>
                    <a:pt x="17553" y="6838"/>
                  </a:cubicBezTo>
                  <a:cubicBezTo>
                    <a:pt x="15003" y="6838"/>
                    <a:pt x="12306" y="7285"/>
                    <a:pt x="9460" y="8169"/>
                  </a:cubicBezTo>
                  <a:cubicBezTo>
                    <a:pt x="6643" y="9054"/>
                    <a:pt x="3624" y="10396"/>
                    <a:pt x="402" y="12194"/>
                  </a:cubicBezTo>
                  <a:lnTo>
                    <a:pt x="402" y="3985"/>
                  </a:lnTo>
                  <a:cubicBezTo>
                    <a:pt x="3677" y="2663"/>
                    <a:pt x="6736" y="1670"/>
                    <a:pt x="9582" y="1004"/>
                  </a:cubicBezTo>
                  <a:cubicBezTo>
                    <a:pt x="12427" y="338"/>
                    <a:pt x="15030" y="0"/>
                    <a:pt x="17391" y="0"/>
                  </a:cubicBezTo>
                  <a:cubicBezTo>
                    <a:pt x="23619" y="0"/>
                    <a:pt x="28584" y="1560"/>
                    <a:pt x="32288" y="4671"/>
                  </a:cubicBezTo>
                  <a:cubicBezTo>
                    <a:pt x="35992" y="7782"/>
                    <a:pt x="37843" y="11936"/>
                    <a:pt x="37843" y="17144"/>
                  </a:cubicBezTo>
                  <a:cubicBezTo>
                    <a:pt x="37843" y="19618"/>
                    <a:pt x="37373" y="21964"/>
                    <a:pt x="36434" y="24190"/>
                  </a:cubicBezTo>
                  <a:cubicBezTo>
                    <a:pt x="35522" y="26386"/>
                    <a:pt x="33844" y="28990"/>
                    <a:pt x="31402" y="32002"/>
                  </a:cubicBezTo>
                  <a:cubicBezTo>
                    <a:pt x="30731" y="32787"/>
                    <a:pt x="28598" y="35043"/>
                    <a:pt x="25001" y="38770"/>
                  </a:cubicBezTo>
                  <a:cubicBezTo>
                    <a:pt x="21404" y="42477"/>
                    <a:pt x="16331" y="47664"/>
                    <a:pt x="9782" y="54343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0ABC227-9D0E-A34C-ECA1-5953F9C54502}"/>
                </a:ext>
              </a:extLst>
            </p:cNvPr>
            <p:cNvSpPr/>
            <p:nvPr/>
          </p:nvSpPr>
          <p:spPr>
            <a:xfrm>
              <a:off x="7703382" y="2677725"/>
              <a:ext cx="51616" cy="6847"/>
            </a:xfrm>
            <a:custGeom>
              <a:avLst/>
              <a:gdLst>
                <a:gd name="connsiteX0" fmla="*/ 0 w 51616"/>
                <a:gd name="connsiteY0" fmla="*/ 0 h 6847"/>
                <a:gd name="connsiteX1" fmla="*/ 51617 w 51616"/>
                <a:gd name="connsiteY1" fmla="*/ 0 h 6847"/>
                <a:gd name="connsiteX2" fmla="*/ 51617 w 51616"/>
                <a:gd name="connsiteY2" fmla="*/ 6848 h 6847"/>
                <a:gd name="connsiteX3" fmla="*/ 0 w 51616"/>
                <a:gd name="connsiteY3" fmla="*/ 6848 h 6847"/>
                <a:gd name="connsiteX4" fmla="*/ 0 w 51616"/>
                <a:gd name="connsiteY4" fmla="*/ 0 h 6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16" h="6847">
                  <a:moveTo>
                    <a:pt x="0" y="0"/>
                  </a:moveTo>
                  <a:lnTo>
                    <a:pt x="51617" y="0"/>
                  </a:lnTo>
                  <a:lnTo>
                    <a:pt x="51617" y="6848"/>
                  </a:lnTo>
                  <a:lnTo>
                    <a:pt x="0" y="6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0557E34-9903-AA21-8F81-E13E48231BEB}"/>
                </a:ext>
              </a:extLst>
            </p:cNvPr>
            <p:cNvSpPr/>
            <p:nvPr/>
          </p:nvSpPr>
          <p:spPr>
            <a:xfrm>
              <a:off x="7772789" y="2646886"/>
              <a:ext cx="35788" cy="60107"/>
            </a:xfrm>
            <a:custGeom>
              <a:avLst/>
              <a:gdLst>
                <a:gd name="connsiteX0" fmla="*/ 1173 w 35788"/>
                <a:gd name="connsiteY0" fmla="*/ 53260 h 60107"/>
                <a:gd name="connsiteX1" fmla="*/ 14450 w 35788"/>
                <a:gd name="connsiteY1" fmla="*/ 53260 h 60107"/>
                <a:gd name="connsiteX2" fmla="*/ 14450 w 35788"/>
                <a:gd name="connsiteY2" fmla="*/ 7404 h 60107"/>
                <a:gd name="connsiteX3" fmla="*/ 0 w 35788"/>
                <a:gd name="connsiteY3" fmla="*/ 10306 h 60107"/>
                <a:gd name="connsiteX4" fmla="*/ 0 w 35788"/>
                <a:gd name="connsiteY4" fmla="*/ 2902 h 60107"/>
                <a:gd name="connsiteX5" fmla="*/ 14371 w 35788"/>
                <a:gd name="connsiteY5" fmla="*/ 0 h 60107"/>
                <a:gd name="connsiteX6" fmla="*/ 22501 w 35788"/>
                <a:gd name="connsiteY6" fmla="*/ 0 h 60107"/>
                <a:gd name="connsiteX7" fmla="*/ 22501 w 35788"/>
                <a:gd name="connsiteY7" fmla="*/ 53260 h 60107"/>
                <a:gd name="connsiteX8" fmla="*/ 35788 w 35788"/>
                <a:gd name="connsiteY8" fmla="*/ 53260 h 60107"/>
                <a:gd name="connsiteX9" fmla="*/ 35788 w 35788"/>
                <a:gd name="connsiteY9" fmla="*/ 60107 h 60107"/>
                <a:gd name="connsiteX10" fmla="*/ 1173 w 35788"/>
                <a:gd name="connsiteY10" fmla="*/ 60107 h 60107"/>
                <a:gd name="connsiteX11" fmla="*/ 1173 w 35788"/>
                <a:gd name="connsiteY11" fmla="*/ 5326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88" h="60107">
                  <a:moveTo>
                    <a:pt x="1173" y="53260"/>
                  </a:moveTo>
                  <a:lnTo>
                    <a:pt x="14450" y="53260"/>
                  </a:lnTo>
                  <a:lnTo>
                    <a:pt x="14450" y="7404"/>
                  </a:lnTo>
                  <a:lnTo>
                    <a:pt x="0" y="10306"/>
                  </a:lnTo>
                  <a:lnTo>
                    <a:pt x="0" y="2902"/>
                  </a:lnTo>
                  <a:lnTo>
                    <a:pt x="14371" y="0"/>
                  </a:lnTo>
                  <a:lnTo>
                    <a:pt x="22501" y="0"/>
                  </a:lnTo>
                  <a:lnTo>
                    <a:pt x="22501" y="53260"/>
                  </a:lnTo>
                  <a:lnTo>
                    <a:pt x="35788" y="53260"/>
                  </a:lnTo>
                  <a:lnTo>
                    <a:pt x="35788" y="60107"/>
                  </a:lnTo>
                  <a:lnTo>
                    <a:pt x="1173" y="60107"/>
                  </a:lnTo>
                  <a:lnTo>
                    <a:pt x="1173" y="5326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6A724DB-4D24-2E0E-73BE-65453A68D333}"/>
                </a:ext>
              </a:extLst>
            </p:cNvPr>
            <p:cNvSpPr/>
            <p:nvPr/>
          </p:nvSpPr>
          <p:spPr>
            <a:xfrm>
              <a:off x="8119658" y="2645803"/>
              <a:ext cx="41552" cy="62353"/>
            </a:xfrm>
            <a:custGeom>
              <a:avLst/>
              <a:gdLst>
                <a:gd name="connsiteX0" fmla="*/ 20781 w 41552"/>
                <a:gd name="connsiteY0" fmla="*/ 6440 h 62353"/>
                <a:gd name="connsiteX1" fmla="*/ 11320 w 41552"/>
                <a:gd name="connsiteY1" fmla="*/ 12642 h 62353"/>
                <a:gd name="connsiteX2" fmla="*/ 8179 w 41552"/>
                <a:gd name="connsiteY2" fmla="*/ 31197 h 62353"/>
                <a:gd name="connsiteX3" fmla="*/ 11320 w 41552"/>
                <a:gd name="connsiteY3" fmla="*/ 49761 h 62353"/>
                <a:gd name="connsiteX4" fmla="*/ 20781 w 41552"/>
                <a:gd name="connsiteY4" fmla="*/ 55913 h 62353"/>
                <a:gd name="connsiteX5" fmla="*/ 30243 w 41552"/>
                <a:gd name="connsiteY5" fmla="*/ 49761 h 62353"/>
                <a:gd name="connsiteX6" fmla="*/ 33423 w 41552"/>
                <a:gd name="connsiteY6" fmla="*/ 31197 h 62353"/>
                <a:gd name="connsiteX7" fmla="*/ 30243 w 41552"/>
                <a:gd name="connsiteY7" fmla="*/ 12642 h 62353"/>
                <a:gd name="connsiteX8" fmla="*/ 20781 w 41552"/>
                <a:gd name="connsiteY8" fmla="*/ 6440 h 62353"/>
                <a:gd name="connsiteX9" fmla="*/ 20781 w 41552"/>
                <a:gd name="connsiteY9" fmla="*/ 0 h 62353"/>
                <a:gd name="connsiteX10" fmla="*/ 36196 w 41552"/>
                <a:gd name="connsiteY10" fmla="*/ 8010 h 62353"/>
                <a:gd name="connsiteX11" fmla="*/ 41552 w 41552"/>
                <a:gd name="connsiteY11" fmla="*/ 31197 h 62353"/>
                <a:gd name="connsiteX12" fmla="*/ 36196 w 41552"/>
                <a:gd name="connsiteY12" fmla="*/ 54383 h 62353"/>
                <a:gd name="connsiteX13" fmla="*/ 20781 w 41552"/>
                <a:gd name="connsiteY13" fmla="*/ 62353 h 62353"/>
                <a:gd name="connsiteX14" fmla="*/ 5317 w 41552"/>
                <a:gd name="connsiteY14" fmla="*/ 54383 h 62353"/>
                <a:gd name="connsiteX15" fmla="*/ 0 w 41552"/>
                <a:gd name="connsiteY15" fmla="*/ 31197 h 62353"/>
                <a:gd name="connsiteX16" fmla="*/ 5317 w 41552"/>
                <a:gd name="connsiteY16" fmla="*/ 8010 h 62353"/>
                <a:gd name="connsiteX17" fmla="*/ 20781 w 41552"/>
                <a:gd name="connsiteY17" fmla="*/ 0 h 6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52" h="62353">
                  <a:moveTo>
                    <a:pt x="20781" y="6440"/>
                  </a:moveTo>
                  <a:cubicBezTo>
                    <a:pt x="16597" y="6440"/>
                    <a:pt x="13437" y="8507"/>
                    <a:pt x="11320" y="12642"/>
                  </a:cubicBezTo>
                  <a:cubicBezTo>
                    <a:pt x="9223" y="16746"/>
                    <a:pt x="8179" y="22928"/>
                    <a:pt x="8179" y="31197"/>
                  </a:cubicBezTo>
                  <a:cubicBezTo>
                    <a:pt x="8179" y="39435"/>
                    <a:pt x="9223" y="45627"/>
                    <a:pt x="11320" y="49761"/>
                  </a:cubicBezTo>
                  <a:cubicBezTo>
                    <a:pt x="13437" y="53866"/>
                    <a:pt x="16597" y="55913"/>
                    <a:pt x="20781" y="55913"/>
                  </a:cubicBezTo>
                  <a:cubicBezTo>
                    <a:pt x="24995" y="55913"/>
                    <a:pt x="28146" y="53866"/>
                    <a:pt x="30243" y="49761"/>
                  </a:cubicBezTo>
                  <a:cubicBezTo>
                    <a:pt x="32359" y="45627"/>
                    <a:pt x="33423" y="39435"/>
                    <a:pt x="33423" y="31197"/>
                  </a:cubicBezTo>
                  <a:cubicBezTo>
                    <a:pt x="33423" y="22928"/>
                    <a:pt x="32359" y="16746"/>
                    <a:pt x="30243" y="12642"/>
                  </a:cubicBezTo>
                  <a:cubicBezTo>
                    <a:pt x="28146" y="8507"/>
                    <a:pt x="24995" y="6440"/>
                    <a:pt x="20781" y="6440"/>
                  </a:cubicBezTo>
                  <a:moveTo>
                    <a:pt x="20781" y="0"/>
                  </a:moveTo>
                  <a:cubicBezTo>
                    <a:pt x="27509" y="0"/>
                    <a:pt x="32648" y="2673"/>
                    <a:pt x="36196" y="8010"/>
                  </a:cubicBezTo>
                  <a:cubicBezTo>
                    <a:pt x="39763" y="13327"/>
                    <a:pt x="41552" y="21049"/>
                    <a:pt x="41552" y="31197"/>
                  </a:cubicBezTo>
                  <a:cubicBezTo>
                    <a:pt x="41552" y="41314"/>
                    <a:pt x="39763" y="49046"/>
                    <a:pt x="36196" y="54383"/>
                  </a:cubicBezTo>
                  <a:cubicBezTo>
                    <a:pt x="32648" y="59700"/>
                    <a:pt x="27509" y="62353"/>
                    <a:pt x="20781" y="62353"/>
                  </a:cubicBezTo>
                  <a:cubicBezTo>
                    <a:pt x="14043" y="62353"/>
                    <a:pt x="8885" y="59700"/>
                    <a:pt x="5317" y="54383"/>
                  </a:cubicBezTo>
                  <a:cubicBezTo>
                    <a:pt x="1769" y="49046"/>
                    <a:pt x="0" y="41314"/>
                    <a:pt x="0" y="31197"/>
                  </a:cubicBezTo>
                  <a:cubicBezTo>
                    <a:pt x="0" y="21049"/>
                    <a:pt x="1769" y="13327"/>
                    <a:pt x="5317" y="8010"/>
                  </a:cubicBezTo>
                  <a:cubicBezTo>
                    <a:pt x="8885" y="2673"/>
                    <a:pt x="14043" y="0"/>
                    <a:pt x="20781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3A58371-A31B-0C6F-A552-2AE88650B17D}"/>
                </a:ext>
              </a:extLst>
            </p:cNvPr>
            <p:cNvSpPr/>
            <p:nvPr/>
          </p:nvSpPr>
          <p:spPr>
            <a:xfrm>
              <a:off x="8506997" y="2646886"/>
              <a:ext cx="35788" cy="60107"/>
            </a:xfrm>
            <a:custGeom>
              <a:avLst/>
              <a:gdLst>
                <a:gd name="connsiteX0" fmla="*/ 1163 w 35788"/>
                <a:gd name="connsiteY0" fmla="*/ 53260 h 60107"/>
                <a:gd name="connsiteX1" fmla="*/ 14450 w 35788"/>
                <a:gd name="connsiteY1" fmla="*/ 53260 h 60107"/>
                <a:gd name="connsiteX2" fmla="*/ 14450 w 35788"/>
                <a:gd name="connsiteY2" fmla="*/ 7404 h 60107"/>
                <a:gd name="connsiteX3" fmla="*/ 0 w 35788"/>
                <a:gd name="connsiteY3" fmla="*/ 10306 h 60107"/>
                <a:gd name="connsiteX4" fmla="*/ 0 w 35788"/>
                <a:gd name="connsiteY4" fmla="*/ 2902 h 60107"/>
                <a:gd name="connsiteX5" fmla="*/ 14371 w 35788"/>
                <a:gd name="connsiteY5" fmla="*/ 0 h 60107"/>
                <a:gd name="connsiteX6" fmla="*/ 22500 w 35788"/>
                <a:gd name="connsiteY6" fmla="*/ 0 h 60107"/>
                <a:gd name="connsiteX7" fmla="*/ 22500 w 35788"/>
                <a:gd name="connsiteY7" fmla="*/ 53260 h 60107"/>
                <a:gd name="connsiteX8" fmla="*/ 35788 w 35788"/>
                <a:gd name="connsiteY8" fmla="*/ 53260 h 60107"/>
                <a:gd name="connsiteX9" fmla="*/ 35788 w 35788"/>
                <a:gd name="connsiteY9" fmla="*/ 60107 h 60107"/>
                <a:gd name="connsiteX10" fmla="*/ 1163 w 35788"/>
                <a:gd name="connsiteY10" fmla="*/ 60107 h 60107"/>
                <a:gd name="connsiteX11" fmla="*/ 1163 w 35788"/>
                <a:gd name="connsiteY11" fmla="*/ 5326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88" h="60107">
                  <a:moveTo>
                    <a:pt x="1163" y="53260"/>
                  </a:moveTo>
                  <a:lnTo>
                    <a:pt x="14450" y="53260"/>
                  </a:lnTo>
                  <a:lnTo>
                    <a:pt x="14450" y="7404"/>
                  </a:lnTo>
                  <a:lnTo>
                    <a:pt x="0" y="10306"/>
                  </a:lnTo>
                  <a:lnTo>
                    <a:pt x="0" y="2902"/>
                  </a:lnTo>
                  <a:lnTo>
                    <a:pt x="14371" y="0"/>
                  </a:lnTo>
                  <a:lnTo>
                    <a:pt x="22500" y="0"/>
                  </a:lnTo>
                  <a:lnTo>
                    <a:pt x="22500" y="53260"/>
                  </a:lnTo>
                  <a:lnTo>
                    <a:pt x="35788" y="53260"/>
                  </a:lnTo>
                  <a:lnTo>
                    <a:pt x="35788" y="60107"/>
                  </a:lnTo>
                  <a:lnTo>
                    <a:pt x="1163" y="60107"/>
                  </a:lnTo>
                  <a:lnTo>
                    <a:pt x="1163" y="5326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2F3C979-B522-D3A0-E1AA-26FDE3A9762A}"/>
                </a:ext>
              </a:extLst>
            </p:cNvPr>
            <p:cNvSpPr/>
            <p:nvPr/>
          </p:nvSpPr>
          <p:spPr>
            <a:xfrm>
              <a:off x="8890260" y="2645803"/>
              <a:ext cx="38163" cy="61190"/>
            </a:xfrm>
            <a:custGeom>
              <a:avLst/>
              <a:gdLst>
                <a:gd name="connsiteX0" fmla="*/ 9779 w 38163"/>
                <a:gd name="connsiteY0" fmla="*/ 54343 h 61190"/>
                <a:gd name="connsiteX1" fmla="*/ 38163 w 38163"/>
                <a:gd name="connsiteY1" fmla="*/ 54343 h 61190"/>
                <a:gd name="connsiteX2" fmla="*/ 38163 w 38163"/>
                <a:gd name="connsiteY2" fmla="*/ 61191 h 61190"/>
                <a:gd name="connsiteX3" fmla="*/ 0 w 38163"/>
                <a:gd name="connsiteY3" fmla="*/ 61191 h 61190"/>
                <a:gd name="connsiteX4" fmla="*/ 0 w 38163"/>
                <a:gd name="connsiteY4" fmla="*/ 54343 h 61190"/>
                <a:gd name="connsiteX5" fmla="*/ 12602 w 38163"/>
                <a:gd name="connsiteY5" fmla="*/ 41503 h 61190"/>
                <a:gd name="connsiteX6" fmla="*/ 22669 w 38163"/>
                <a:gd name="connsiteY6" fmla="*/ 31077 h 61190"/>
                <a:gd name="connsiteX7" fmla="*/ 28096 w 38163"/>
                <a:gd name="connsiteY7" fmla="*/ 23673 h 61190"/>
                <a:gd name="connsiteX8" fmla="*/ 29666 w 38163"/>
                <a:gd name="connsiteY8" fmla="*/ 17670 h 61190"/>
                <a:gd name="connsiteX9" fmla="*/ 26287 w 38163"/>
                <a:gd name="connsiteY9" fmla="*/ 9859 h 61190"/>
                <a:gd name="connsiteX10" fmla="*/ 17551 w 38163"/>
                <a:gd name="connsiteY10" fmla="*/ 6838 h 61190"/>
                <a:gd name="connsiteX11" fmla="*/ 9461 w 38163"/>
                <a:gd name="connsiteY11" fmla="*/ 8169 h 61190"/>
                <a:gd name="connsiteX12" fmla="*/ 397 w 38163"/>
                <a:gd name="connsiteY12" fmla="*/ 12194 h 61190"/>
                <a:gd name="connsiteX13" fmla="*/ 397 w 38163"/>
                <a:gd name="connsiteY13" fmla="*/ 3985 h 61190"/>
                <a:gd name="connsiteX14" fmla="*/ 9580 w 38163"/>
                <a:gd name="connsiteY14" fmla="*/ 1004 h 61190"/>
                <a:gd name="connsiteX15" fmla="*/ 17392 w 38163"/>
                <a:gd name="connsiteY15" fmla="*/ 0 h 61190"/>
                <a:gd name="connsiteX16" fmla="*/ 32290 w 38163"/>
                <a:gd name="connsiteY16" fmla="*/ 4671 h 61190"/>
                <a:gd name="connsiteX17" fmla="*/ 37845 w 38163"/>
                <a:gd name="connsiteY17" fmla="*/ 17144 h 61190"/>
                <a:gd name="connsiteX18" fmla="*/ 36434 w 38163"/>
                <a:gd name="connsiteY18" fmla="*/ 24190 h 61190"/>
                <a:gd name="connsiteX19" fmla="*/ 31405 w 38163"/>
                <a:gd name="connsiteY19" fmla="*/ 32002 h 61190"/>
                <a:gd name="connsiteX20" fmla="*/ 25005 w 38163"/>
                <a:gd name="connsiteY20" fmla="*/ 38770 h 61190"/>
                <a:gd name="connsiteX21" fmla="*/ 9779 w 38163"/>
                <a:gd name="connsiteY21" fmla="*/ 54343 h 6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163" h="61190">
                  <a:moveTo>
                    <a:pt x="9779" y="54343"/>
                  </a:moveTo>
                  <a:lnTo>
                    <a:pt x="38163" y="54343"/>
                  </a:lnTo>
                  <a:lnTo>
                    <a:pt x="38163" y="61191"/>
                  </a:lnTo>
                  <a:lnTo>
                    <a:pt x="0" y="61191"/>
                  </a:lnTo>
                  <a:lnTo>
                    <a:pt x="0" y="54343"/>
                  </a:lnTo>
                  <a:cubicBezTo>
                    <a:pt x="3091" y="51153"/>
                    <a:pt x="7285" y="46869"/>
                    <a:pt x="12602" y="41503"/>
                  </a:cubicBezTo>
                  <a:cubicBezTo>
                    <a:pt x="17939" y="36106"/>
                    <a:pt x="21298" y="32638"/>
                    <a:pt x="22669" y="31077"/>
                  </a:cubicBezTo>
                  <a:cubicBezTo>
                    <a:pt x="25273" y="28145"/>
                    <a:pt x="27082" y="25681"/>
                    <a:pt x="28096" y="23673"/>
                  </a:cubicBezTo>
                  <a:cubicBezTo>
                    <a:pt x="29139" y="21636"/>
                    <a:pt x="29666" y="19628"/>
                    <a:pt x="29666" y="17670"/>
                  </a:cubicBezTo>
                  <a:cubicBezTo>
                    <a:pt x="29666" y="14480"/>
                    <a:pt x="28543" y="11876"/>
                    <a:pt x="26287" y="9859"/>
                  </a:cubicBezTo>
                  <a:cubicBezTo>
                    <a:pt x="24061" y="7841"/>
                    <a:pt x="21149" y="6838"/>
                    <a:pt x="17551" y="6838"/>
                  </a:cubicBezTo>
                  <a:cubicBezTo>
                    <a:pt x="14997" y="6838"/>
                    <a:pt x="12304" y="7285"/>
                    <a:pt x="9461" y="8169"/>
                  </a:cubicBezTo>
                  <a:cubicBezTo>
                    <a:pt x="6649" y="9054"/>
                    <a:pt x="3627" y="10396"/>
                    <a:pt x="397" y="12194"/>
                  </a:cubicBezTo>
                  <a:lnTo>
                    <a:pt x="397" y="3985"/>
                  </a:lnTo>
                  <a:cubicBezTo>
                    <a:pt x="3677" y="2663"/>
                    <a:pt x="6738" y="1670"/>
                    <a:pt x="9580" y="1004"/>
                  </a:cubicBezTo>
                  <a:cubicBezTo>
                    <a:pt x="12423" y="338"/>
                    <a:pt x="15027" y="0"/>
                    <a:pt x="17392" y="0"/>
                  </a:cubicBezTo>
                  <a:cubicBezTo>
                    <a:pt x="23624" y="0"/>
                    <a:pt x="28583" y="1560"/>
                    <a:pt x="32290" y="4671"/>
                  </a:cubicBezTo>
                  <a:cubicBezTo>
                    <a:pt x="35997" y="7782"/>
                    <a:pt x="37845" y="11936"/>
                    <a:pt x="37845" y="17144"/>
                  </a:cubicBezTo>
                  <a:cubicBezTo>
                    <a:pt x="37845" y="19618"/>
                    <a:pt x="37378" y="21964"/>
                    <a:pt x="36434" y="24190"/>
                  </a:cubicBezTo>
                  <a:cubicBezTo>
                    <a:pt x="35520" y="26386"/>
                    <a:pt x="33840" y="28990"/>
                    <a:pt x="31405" y="32002"/>
                  </a:cubicBezTo>
                  <a:cubicBezTo>
                    <a:pt x="30729" y="32787"/>
                    <a:pt x="28593" y="35043"/>
                    <a:pt x="25005" y="38770"/>
                  </a:cubicBezTo>
                  <a:cubicBezTo>
                    <a:pt x="21407" y="42477"/>
                    <a:pt x="16329" y="47664"/>
                    <a:pt x="9779" y="54343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E19E10B-EE66-78D8-C8AE-D9E4620A5106}"/>
                </a:ext>
              </a:extLst>
            </p:cNvPr>
            <p:cNvSpPr/>
            <p:nvPr/>
          </p:nvSpPr>
          <p:spPr>
            <a:xfrm>
              <a:off x="8017322" y="2758137"/>
              <a:ext cx="47485" cy="43202"/>
            </a:xfrm>
            <a:custGeom>
              <a:avLst/>
              <a:gdLst>
                <a:gd name="connsiteX0" fmla="*/ 47486 w 47485"/>
                <a:gd name="connsiteY0" fmla="*/ 6281 h 43202"/>
                <a:gd name="connsiteX1" fmla="*/ 45856 w 47485"/>
                <a:gd name="connsiteY1" fmla="*/ 10376 h 43202"/>
                <a:gd name="connsiteX2" fmla="*/ 42367 w 47485"/>
                <a:gd name="connsiteY2" fmla="*/ 11827 h 43202"/>
                <a:gd name="connsiteX3" fmla="*/ 39664 w 47485"/>
                <a:gd name="connsiteY3" fmla="*/ 10803 h 43202"/>
                <a:gd name="connsiteX4" fmla="*/ 38740 w 47485"/>
                <a:gd name="connsiteY4" fmla="*/ 8467 h 43202"/>
                <a:gd name="connsiteX5" fmla="*/ 40042 w 47485"/>
                <a:gd name="connsiteY5" fmla="*/ 5168 h 43202"/>
                <a:gd name="connsiteX6" fmla="*/ 43302 w 47485"/>
                <a:gd name="connsiteY6" fmla="*/ 3299 h 43202"/>
                <a:gd name="connsiteX7" fmla="*/ 38551 w 47485"/>
                <a:gd name="connsiteY7" fmla="*/ 2097 h 43202"/>
                <a:gd name="connsiteX8" fmla="*/ 35063 w 47485"/>
                <a:gd name="connsiteY8" fmla="*/ 3071 h 43202"/>
                <a:gd name="connsiteX9" fmla="*/ 32499 w 47485"/>
                <a:gd name="connsiteY9" fmla="*/ 5307 h 43202"/>
                <a:gd name="connsiteX10" fmla="*/ 30730 w 47485"/>
                <a:gd name="connsiteY10" fmla="*/ 8378 h 43202"/>
                <a:gd name="connsiteX11" fmla="*/ 29616 w 47485"/>
                <a:gd name="connsiteY11" fmla="*/ 11220 h 43202"/>
                <a:gd name="connsiteX12" fmla="*/ 29100 w 47485"/>
                <a:gd name="connsiteY12" fmla="*/ 13357 h 43202"/>
                <a:gd name="connsiteX13" fmla="*/ 25840 w 47485"/>
                <a:gd name="connsiteY13" fmla="*/ 26396 h 43202"/>
                <a:gd name="connsiteX14" fmla="*/ 24260 w 47485"/>
                <a:gd name="connsiteY14" fmla="*/ 34774 h 43202"/>
                <a:gd name="connsiteX15" fmla="*/ 25561 w 47485"/>
                <a:gd name="connsiteY15" fmla="*/ 39296 h 43202"/>
                <a:gd name="connsiteX16" fmla="*/ 29477 w 47485"/>
                <a:gd name="connsiteY16" fmla="*/ 41065 h 43202"/>
                <a:gd name="connsiteX17" fmla="*/ 31664 w 47485"/>
                <a:gd name="connsiteY17" fmla="*/ 40777 h 43202"/>
                <a:gd name="connsiteX18" fmla="*/ 34317 w 47485"/>
                <a:gd name="connsiteY18" fmla="*/ 39614 h 43202"/>
                <a:gd name="connsiteX19" fmla="*/ 37199 w 47485"/>
                <a:gd name="connsiteY19" fmla="*/ 37428 h 43202"/>
                <a:gd name="connsiteX20" fmla="*/ 39952 w 47485"/>
                <a:gd name="connsiteY20" fmla="*/ 33800 h 43202"/>
                <a:gd name="connsiteX21" fmla="*/ 42179 w 47485"/>
                <a:gd name="connsiteY21" fmla="*/ 28583 h 43202"/>
                <a:gd name="connsiteX22" fmla="*/ 43391 w 47485"/>
                <a:gd name="connsiteY22" fmla="*/ 27559 h 43202"/>
                <a:gd name="connsiteX23" fmla="*/ 44554 w 47485"/>
                <a:gd name="connsiteY23" fmla="*/ 28493 h 43202"/>
                <a:gd name="connsiteX24" fmla="*/ 43908 w 47485"/>
                <a:gd name="connsiteY24" fmla="*/ 30958 h 43202"/>
                <a:gd name="connsiteX25" fmla="*/ 41950 w 47485"/>
                <a:gd name="connsiteY25" fmla="*/ 34725 h 43202"/>
                <a:gd name="connsiteX26" fmla="*/ 38919 w 47485"/>
                <a:gd name="connsiteY26" fmla="*/ 38730 h 43202"/>
                <a:gd name="connsiteX27" fmla="*/ 34635 w 47485"/>
                <a:gd name="connsiteY27" fmla="*/ 41900 h 43202"/>
                <a:gd name="connsiteX28" fmla="*/ 29288 w 47485"/>
                <a:gd name="connsiteY28" fmla="*/ 43202 h 43202"/>
                <a:gd name="connsiteX29" fmla="*/ 22630 w 47485"/>
                <a:gd name="connsiteY29" fmla="*/ 41065 h 43202"/>
                <a:gd name="connsiteX30" fmla="*/ 18992 w 47485"/>
                <a:gd name="connsiteY30" fmla="*/ 35937 h 43202"/>
                <a:gd name="connsiteX31" fmla="*/ 18436 w 47485"/>
                <a:gd name="connsiteY31" fmla="*/ 36921 h 43202"/>
                <a:gd name="connsiteX32" fmla="*/ 17134 w 47485"/>
                <a:gd name="connsiteY32" fmla="*/ 38730 h 43202"/>
                <a:gd name="connsiteX33" fmla="*/ 15136 w 47485"/>
                <a:gd name="connsiteY33" fmla="*/ 40877 h 43202"/>
                <a:gd name="connsiteX34" fmla="*/ 12383 w 47485"/>
                <a:gd name="connsiteY34" fmla="*/ 42457 h 43202"/>
                <a:gd name="connsiteX35" fmla="*/ 8984 w 47485"/>
                <a:gd name="connsiteY35" fmla="*/ 43202 h 43202"/>
                <a:gd name="connsiteX36" fmla="*/ 4751 w 47485"/>
                <a:gd name="connsiteY36" fmla="*/ 42546 h 43202"/>
                <a:gd name="connsiteX37" fmla="*/ 1401 w 47485"/>
                <a:gd name="connsiteY37" fmla="*/ 40409 h 43202"/>
                <a:gd name="connsiteX38" fmla="*/ 0 w 47485"/>
                <a:gd name="connsiteY38" fmla="*/ 36871 h 43202"/>
                <a:gd name="connsiteX39" fmla="*/ 1540 w 47485"/>
                <a:gd name="connsiteY39" fmla="*/ 33005 h 43202"/>
                <a:gd name="connsiteX40" fmla="*/ 5267 w 47485"/>
                <a:gd name="connsiteY40" fmla="*/ 31375 h 43202"/>
                <a:gd name="connsiteX41" fmla="*/ 7682 w 47485"/>
                <a:gd name="connsiteY41" fmla="*/ 32171 h 43202"/>
                <a:gd name="connsiteX42" fmla="*/ 8805 w 47485"/>
                <a:gd name="connsiteY42" fmla="*/ 34685 h 43202"/>
                <a:gd name="connsiteX43" fmla="*/ 7494 w 47485"/>
                <a:gd name="connsiteY43" fmla="*/ 38034 h 43202"/>
                <a:gd name="connsiteX44" fmla="*/ 4333 w 47485"/>
                <a:gd name="connsiteY44" fmla="*/ 39853 h 43202"/>
                <a:gd name="connsiteX45" fmla="*/ 9084 w 47485"/>
                <a:gd name="connsiteY45" fmla="*/ 41065 h 43202"/>
                <a:gd name="connsiteX46" fmla="*/ 14570 w 47485"/>
                <a:gd name="connsiteY46" fmla="*/ 38362 h 43202"/>
                <a:gd name="connsiteX47" fmla="*/ 18157 w 47485"/>
                <a:gd name="connsiteY47" fmla="*/ 31147 h 43202"/>
                <a:gd name="connsiteX48" fmla="*/ 22163 w 47485"/>
                <a:gd name="connsiteY48" fmla="*/ 15454 h 43202"/>
                <a:gd name="connsiteX49" fmla="*/ 23276 w 47485"/>
                <a:gd name="connsiteY49" fmla="*/ 8467 h 43202"/>
                <a:gd name="connsiteX50" fmla="*/ 22769 w 47485"/>
                <a:gd name="connsiteY50" fmla="*/ 5168 h 43202"/>
                <a:gd name="connsiteX51" fmla="*/ 21368 w 47485"/>
                <a:gd name="connsiteY51" fmla="*/ 3210 h 43202"/>
                <a:gd name="connsiteX52" fmla="*/ 19738 w 47485"/>
                <a:gd name="connsiteY52" fmla="*/ 2326 h 43202"/>
                <a:gd name="connsiteX53" fmla="*/ 18157 w 47485"/>
                <a:gd name="connsiteY53" fmla="*/ 2097 h 43202"/>
                <a:gd name="connsiteX54" fmla="*/ 15176 w 47485"/>
                <a:gd name="connsiteY54" fmla="*/ 2653 h 43202"/>
                <a:gd name="connsiteX55" fmla="*/ 11777 w 47485"/>
                <a:gd name="connsiteY55" fmla="*/ 4512 h 43202"/>
                <a:gd name="connsiteX56" fmla="*/ 8239 w 47485"/>
                <a:gd name="connsiteY56" fmla="*/ 8378 h 43202"/>
                <a:gd name="connsiteX57" fmla="*/ 5357 w 47485"/>
                <a:gd name="connsiteY57" fmla="*/ 14570 h 43202"/>
                <a:gd name="connsiteX58" fmla="*/ 4095 w 47485"/>
                <a:gd name="connsiteY58" fmla="*/ 15643 h 43202"/>
                <a:gd name="connsiteX59" fmla="*/ 2982 w 47485"/>
                <a:gd name="connsiteY59" fmla="*/ 14659 h 43202"/>
                <a:gd name="connsiteX60" fmla="*/ 3588 w 47485"/>
                <a:gd name="connsiteY60" fmla="*/ 12244 h 43202"/>
                <a:gd name="connsiteX61" fmla="*/ 5546 w 47485"/>
                <a:gd name="connsiteY61" fmla="*/ 8467 h 43202"/>
                <a:gd name="connsiteX62" fmla="*/ 8617 w 47485"/>
                <a:gd name="connsiteY62" fmla="*/ 4512 h 43202"/>
                <a:gd name="connsiteX63" fmla="*/ 12950 w 47485"/>
                <a:gd name="connsiteY63" fmla="*/ 1302 h 43202"/>
                <a:gd name="connsiteX64" fmla="*/ 18346 w 47485"/>
                <a:gd name="connsiteY64" fmla="*/ 0 h 43202"/>
                <a:gd name="connsiteX65" fmla="*/ 20811 w 47485"/>
                <a:gd name="connsiteY65" fmla="*/ 278 h 43202"/>
                <a:gd name="connsiteX66" fmla="*/ 23564 w 47485"/>
                <a:gd name="connsiteY66" fmla="*/ 1212 h 43202"/>
                <a:gd name="connsiteX67" fmla="*/ 26446 w 47485"/>
                <a:gd name="connsiteY67" fmla="*/ 3439 h 43202"/>
                <a:gd name="connsiteX68" fmla="*/ 28633 w 47485"/>
                <a:gd name="connsiteY68" fmla="*/ 7215 h 43202"/>
                <a:gd name="connsiteX69" fmla="*/ 29934 w 47485"/>
                <a:gd name="connsiteY69" fmla="*/ 5118 h 43202"/>
                <a:gd name="connsiteX70" fmla="*/ 31942 w 47485"/>
                <a:gd name="connsiteY70" fmla="*/ 2842 h 43202"/>
                <a:gd name="connsiteX71" fmla="*/ 34923 w 47485"/>
                <a:gd name="connsiteY71" fmla="*/ 785 h 43202"/>
                <a:gd name="connsiteX72" fmla="*/ 38640 w 47485"/>
                <a:gd name="connsiteY72" fmla="*/ 0 h 43202"/>
                <a:gd name="connsiteX73" fmla="*/ 42417 w 47485"/>
                <a:gd name="connsiteY73" fmla="*/ 507 h 43202"/>
                <a:gd name="connsiteX74" fmla="*/ 45856 w 47485"/>
                <a:gd name="connsiteY74" fmla="*/ 2514 h 43202"/>
                <a:gd name="connsiteX75" fmla="*/ 47486 w 47485"/>
                <a:gd name="connsiteY75" fmla="*/ 6281 h 43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7485" h="43202">
                  <a:moveTo>
                    <a:pt x="47486" y="6281"/>
                  </a:moveTo>
                  <a:cubicBezTo>
                    <a:pt x="47486" y="8020"/>
                    <a:pt x="46939" y="9392"/>
                    <a:pt x="45856" y="10376"/>
                  </a:cubicBezTo>
                  <a:cubicBezTo>
                    <a:pt x="44772" y="11340"/>
                    <a:pt x="43610" y="11827"/>
                    <a:pt x="42367" y="11827"/>
                  </a:cubicBezTo>
                  <a:cubicBezTo>
                    <a:pt x="41185" y="11827"/>
                    <a:pt x="40290" y="11489"/>
                    <a:pt x="39664" y="10803"/>
                  </a:cubicBezTo>
                  <a:cubicBezTo>
                    <a:pt x="39048" y="10117"/>
                    <a:pt x="38740" y="9342"/>
                    <a:pt x="38740" y="8467"/>
                  </a:cubicBezTo>
                  <a:cubicBezTo>
                    <a:pt x="38740" y="7285"/>
                    <a:pt x="39177" y="6192"/>
                    <a:pt x="40042" y="5168"/>
                  </a:cubicBezTo>
                  <a:cubicBezTo>
                    <a:pt x="40906" y="4144"/>
                    <a:pt x="42000" y="3518"/>
                    <a:pt x="43302" y="3299"/>
                  </a:cubicBezTo>
                  <a:cubicBezTo>
                    <a:pt x="42029" y="2495"/>
                    <a:pt x="40449" y="2097"/>
                    <a:pt x="38551" y="2097"/>
                  </a:cubicBezTo>
                  <a:cubicBezTo>
                    <a:pt x="37309" y="2097"/>
                    <a:pt x="36146" y="2425"/>
                    <a:pt x="35063" y="3071"/>
                  </a:cubicBezTo>
                  <a:cubicBezTo>
                    <a:pt x="33999" y="3717"/>
                    <a:pt x="33144" y="4462"/>
                    <a:pt x="32499" y="5307"/>
                  </a:cubicBezTo>
                  <a:cubicBezTo>
                    <a:pt x="31872" y="6142"/>
                    <a:pt x="31286" y="7166"/>
                    <a:pt x="30730" y="8378"/>
                  </a:cubicBezTo>
                  <a:cubicBezTo>
                    <a:pt x="30203" y="9561"/>
                    <a:pt x="29825" y="10505"/>
                    <a:pt x="29616" y="11220"/>
                  </a:cubicBezTo>
                  <a:cubicBezTo>
                    <a:pt x="29428" y="11906"/>
                    <a:pt x="29249" y="12612"/>
                    <a:pt x="29100" y="13357"/>
                  </a:cubicBezTo>
                  <a:lnTo>
                    <a:pt x="25840" y="26396"/>
                  </a:lnTo>
                  <a:cubicBezTo>
                    <a:pt x="24786" y="30521"/>
                    <a:pt x="24260" y="33313"/>
                    <a:pt x="24260" y="34774"/>
                  </a:cubicBezTo>
                  <a:cubicBezTo>
                    <a:pt x="24260" y="36573"/>
                    <a:pt x="24697" y="38084"/>
                    <a:pt x="25561" y="39296"/>
                  </a:cubicBezTo>
                  <a:cubicBezTo>
                    <a:pt x="26426" y="40479"/>
                    <a:pt x="27738" y="41065"/>
                    <a:pt x="29477" y="41065"/>
                  </a:cubicBezTo>
                  <a:cubicBezTo>
                    <a:pt x="30163" y="41065"/>
                    <a:pt x="30889" y="40966"/>
                    <a:pt x="31664" y="40777"/>
                  </a:cubicBezTo>
                  <a:cubicBezTo>
                    <a:pt x="32439" y="40568"/>
                    <a:pt x="33323" y="40181"/>
                    <a:pt x="34317" y="39614"/>
                  </a:cubicBezTo>
                  <a:cubicBezTo>
                    <a:pt x="35341" y="39028"/>
                    <a:pt x="36295" y="38292"/>
                    <a:pt x="37199" y="37428"/>
                  </a:cubicBezTo>
                  <a:cubicBezTo>
                    <a:pt x="38134" y="36524"/>
                    <a:pt x="39048" y="35321"/>
                    <a:pt x="39952" y="33800"/>
                  </a:cubicBezTo>
                  <a:cubicBezTo>
                    <a:pt x="40847" y="32280"/>
                    <a:pt x="41592" y="30541"/>
                    <a:pt x="42179" y="28583"/>
                  </a:cubicBezTo>
                  <a:cubicBezTo>
                    <a:pt x="42367" y="27897"/>
                    <a:pt x="42765" y="27559"/>
                    <a:pt x="43391" y="27559"/>
                  </a:cubicBezTo>
                  <a:cubicBezTo>
                    <a:pt x="44166" y="27559"/>
                    <a:pt x="44554" y="27867"/>
                    <a:pt x="44554" y="28493"/>
                  </a:cubicBezTo>
                  <a:cubicBezTo>
                    <a:pt x="44554" y="29020"/>
                    <a:pt x="44335" y="29835"/>
                    <a:pt x="43908" y="30958"/>
                  </a:cubicBezTo>
                  <a:cubicBezTo>
                    <a:pt x="43500" y="32041"/>
                    <a:pt x="42854" y="33304"/>
                    <a:pt x="41950" y="34725"/>
                  </a:cubicBezTo>
                  <a:cubicBezTo>
                    <a:pt x="41085" y="36126"/>
                    <a:pt x="40072" y="37458"/>
                    <a:pt x="38919" y="38730"/>
                  </a:cubicBezTo>
                  <a:cubicBezTo>
                    <a:pt x="37776" y="39972"/>
                    <a:pt x="36345" y="41035"/>
                    <a:pt x="34635" y="41900"/>
                  </a:cubicBezTo>
                  <a:cubicBezTo>
                    <a:pt x="32936" y="42765"/>
                    <a:pt x="31147" y="43202"/>
                    <a:pt x="29288" y="43202"/>
                  </a:cubicBezTo>
                  <a:cubicBezTo>
                    <a:pt x="26615" y="43202"/>
                    <a:pt x="24399" y="42487"/>
                    <a:pt x="22630" y="41065"/>
                  </a:cubicBezTo>
                  <a:cubicBezTo>
                    <a:pt x="20861" y="39634"/>
                    <a:pt x="19648" y="37925"/>
                    <a:pt x="18992" y="35937"/>
                  </a:cubicBezTo>
                  <a:cubicBezTo>
                    <a:pt x="18843" y="36215"/>
                    <a:pt x="18654" y="36543"/>
                    <a:pt x="18436" y="36921"/>
                  </a:cubicBezTo>
                  <a:cubicBezTo>
                    <a:pt x="18217" y="37289"/>
                    <a:pt x="17780" y="37895"/>
                    <a:pt x="17134" y="38730"/>
                  </a:cubicBezTo>
                  <a:cubicBezTo>
                    <a:pt x="16508" y="39535"/>
                    <a:pt x="15842" y="40250"/>
                    <a:pt x="15136" y="40877"/>
                  </a:cubicBezTo>
                  <a:cubicBezTo>
                    <a:pt x="14421" y="41463"/>
                    <a:pt x="13506" y="41990"/>
                    <a:pt x="12383" y="42457"/>
                  </a:cubicBezTo>
                  <a:cubicBezTo>
                    <a:pt x="11300" y="42954"/>
                    <a:pt x="10167" y="43202"/>
                    <a:pt x="8984" y="43202"/>
                  </a:cubicBezTo>
                  <a:cubicBezTo>
                    <a:pt x="7494" y="43202"/>
                    <a:pt x="6082" y="42984"/>
                    <a:pt x="4751" y="42546"/>
                  </a:cubicBezTo>
                  <a:cubicBezTo>
                    <a:pt x="3449" y="42119"/>
                    <a:pt x="2326" y="41403"/>
                    <a:pt x="1401" y="40409"/>
                  </a:cubicBezTo>
                  <a:cubicBezTo>
                    <a:pt x="467" y="39416"/>
                    <a:pt x="0" y="38233"/>
                    <a:pt x="0" y="36871"/>
                  </a:cubicBezTo>
                  <a:cubicBezTo>
                    <a:pt x="0" y="35351"/>
                    <a:pt x="517" y="34059"/>
                    <a:pt x="1540" y="33005"/>
                  </a:cubicBezTo>
                  <a:cubicBezTo>
                    <a:pt x="2594" y="31922"/>
                    <a:pt x="3836" y="31375"/>
                    <a:pt x="5267" y="31375"/>
                  </a:cubicBezTo>
                  <a:cubicBezTo>
                    <a:pt x="6162" y="31375"/>
                    <a:pt x="6967" y="31644"/>
                    <a:pt x="7682" y="32171"/>
                  </a:cubicBezTo>
                  <a:cubicBezTo>
                    <a:pt x="8428" y="32697"/>
                    <a:pt x="8805" y="33532"/>
                    <a:pt x="8805" y="34685"/>
                  </a:cubicBezTo>
                  <a:cubicBezTo>
                    <a:pt x="8805" y="35957"/>
                    <a:pt x="8368" y="37070"/>
                    <a:pt x="7494" y="38034"/>
                  </a:cubicBezTo>
                  <a:cubicBezTo>
                    <a:pt x="6629" y="38998"/>
                    <a:pt x="5575" y="39604"/>
                    <a:pt x="4333" y="39853"/>
                  </a:cubicBezTo>
                  <a:cubicBezTo>
                    <a:pt x="5605" y="40658"/>
                    <a:pt x="7185" y="41065"/>
                    <a:pt x="9084" y="41065"/>
                  </a:cubicBezTo>
                  <a:cubicBezTo>
                    <a:pt x="11131" y="41065"/>
                    <a:pt x="12960" y="40161"/>
                    <a:pt x="14570" y="38362"/>
                  </a:cubicBezTo>
                  <a:cubicBezTo>
                    <a:pt x="16190" y="36563"/>
                    <a:pt x="17382" y="34158"/>
                    <a:pt x="18157" y="31147"/>
                  </a:cubicBezTo>
                  <a:cubicBezTo>
                    <a:pt x="20086" y="23912"/>
                    <a:pt x="21417" y="18684"/>
                    <a:pt x="22163" y="15454"/>
                  </a:cubicBezTo>
                  <a:cubicBezTo>
                    <a:pt x="22908" y="12194"/>
                    <a:pt x="23276" y="9869"/>
                    <a:pt x="23276" y="8467"/>
                  </a:cubicBezTo>
                  <a:cubicBezTo>
                    <a:pt x="23276" y="7166"/>
                    <a:pt x="23107" y="6072"/>
                    <a:pt x="22769" y="5168"/>
                  </a:cubicBezTo>
                  <a:cubicBezTo>
                    <a:pt x="22421" y="4263"/>
                    <a:pt x="21954" y="3618"/>
                    <a:pt x="21368" y="3210"/>
                  </a:cubicBezTo>
                  <a:cubicBezTo>
                    <a:pt x="20811" y="2773"/>
                    <a:pt x="20264" y="2475"/>
                    <a:pt x="19738" y="2326"/>
                  </a:cubicBezTo>
                  <a:cubicBezTo>
                    <a:pt x="19241" y="2176"/>
                    <a:pt x="18714" y="2097"/>
                    <a:pt x="18157" y="2097"/>
                  </a:cubicBezTo>
                  <a:cubicBezTo>
                    <a:pt x="17233" y="2097"/>
                    <a:pt x="16239" y="2286"/>
                    <a:pt x="15176" y="2653"/>
                  </a:cubicBezTo>
                  <a:cubicBezTo>
                    <a:pt x="14152" y="3021"/>
                    <a:pt x="13019" y="3647"/>
                    <a:pt x="11777" y="4512"/>
                  </a:cubicBezTo>
                  <a:cubicBezTo>
                    <a:pt x="10574" y="5357"/>
                    <a:pt x="9392" y="6639"/>
                    <a:pt x="8239" y="8378"/>
                  </a:cubicBezTo>
                  <a:cubicBezTo>
                    <a:pt x="7096" y="10117"/>
                    <a:pt x="6132" y="12175"/>
                    <a:pt x="5357" y="14570"/>
                  </a:cubicBezTo>
                  <a:cubicBezTo>
                    <a:pt x="5208" y="15285"/>
                    <a:pt x="4780" y="15643"/>
                    <a:pt x="4095" y="15643"/>
                  </a:cubicBezTo>
                  <a:cubicBezTo>
                    <a:pt x="3349" y="15613"/>
                    <a:pt x="2982" y="15285"/>
                    <a:pt x="2982" y="14659"/>
                  </a:cubicBezTo>
                  <a:cubicBezTo>
                    <a:pt x="2982" y="14132"/>
                    <a:pt x="3180" y="13327"/>
                    <a:pt x="3588" y="12244"/>
                  </a:cubicBezTo>
                  <a:cubicBezTo>
                    <a:pt x="4025" y="11121"/>
                    <a:pt x="4681" y="9869"/>
                    <a:pt x="5546" y="8467"/>
                  </a:cubicBezTo>
                  <a:cubicBezTo>
                    <a:pt x="6450" y="7076"/>
                    <a:pt x="7474" y="5754"/>
                    <a:pt x="8617" y="4512"/>
                  </a:cubicBezTo>
                  <a:cubicBezTo>
                    <a:pt x="9799" y="3240"/>
                    <a:pt x="11240" y="2166"/>
                    <a:pt x="12950" y="1302"/>
                  </a:cubicBezTo>
                  <a:cubicBezTo>
                    <a:pt x="14689" y="437"/>
                    <a:pt x="16488" y="0"/>
                    <a:pt x="18346" y="0"/>
                  </a:cubicBezTo>
                  <a:cubicBezTo>
                    <a:pt x="19181" y="0"/>
                    <a:pt x="20006" y="89"/>
                    <a:pt x="20811" y="278"/>
                  </a:cubicBezTo>
                  <a:cubicBezTo>
                    <a:pt x="21656" y="427"/>
                    <a:pt x="22570" y="745"/>
                    <a:pt x="23564" y="1212"/>
                  </a:cubicBezTo>
                  <a:cubicBezTo>
                    <a:pt x="24588" y="1680"/>
                    <a:pt x="25542" y="2415"/>
                    <a:pt x="26446" y="3439"/>
                  </a:cubicBezTo>
                  <a:cubicBezTo>
                    <a:pt x="27350" y="4462"/>
                    <a:pt x="28076" y="5725"/>
                    <a:pt x="28633" y="7215"/>
                  </a:cubicBezTo>
                  <a:cubicBezTo>
                    <a:pt x="29000" y="6500"/>
                    <a:pt x="29437" y="5804"/>
                    <a:pt x="29934" y="5118"/>
                  </a:cubicBezTo>
                  <a:cubicBezTo>
                    <a:pt x="30461" y="4432"/>
                    <a:pt x="31137" y="3677"/>
                    <a:pt x="31942" y="2842"/>
                  </a:cubicBezTo>
                  <a:cubicBezTo>
                    <a:pt x="32777" y="1968"/>
                    <a:pt x="33771" y="1282"/>
                    <a:pt x="34923" y="785"/>
                  </a:cubicBezTo>
                  <a:cubicBezTo>
                    <a:pt x="36106" y="258"/>
                    <a:pt x="37339" y="0"/>
                    <a:pt x="38640" y="0"/>
                  </a:cubicBezTo>
                  <a:cubicBezTo>
                    <a:pt x="39913" y="0"/>
                    <a:pt x="41175" y="169"/>
                    <a:pt x="42417" y="507"/>
                  </a:cubicBezTo>
                  <a:cubicBezTo>
                    <a:pt x="43659" y="815"/>
                    <a:pt x="44802" y="1491"/>
                    <a:pt x="45856" y="2514"/>
                  </a:cubicBezTo>
                  <a:cubicBezTo>
                    <a:pt x="46939" y="3508"/>
                    <a:pt x="47486" y="4760"/>
                    <a:pt x="47486" y="6281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279EFE5-A638-C631-B9EF-957D82107B98}"/>
                </a:ext>
              </a:extLst>
            </p:cNvPr>
            <p:cNvSpPr/>
            <p:nvPr/>
          </p:nvSpPr>
          <p:spPr>
            <a:xfrm>
              <a:off x="7025517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439C27BA-9891-F452-5E6A-A7418AB052E8}"/>
                </a:ext>
              </a:extLst>
            </p:cNvPr>
            <p:cNvSpPr/>
            <p:nvPr/>
          </p:nvSpPr>
          <p:spPr>
            <a:xfrm>
              <a:off x="7025517" y="2575410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7EE85FF-1921-455C-91E6-85C70BC93C96}"/>
                </a:ext>
              </a:extLst>
            </p:cNvPr>
            <p:cNvSpPr/>
            <p:nvPr/>
          </p:nvSpPr>
          <p:spPr>
            <a:xfrm>
              <a:off x="7025517" y="2333599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25A0E34-1F80-A98F-01AD-DFF0DBD63F9E}"/>
                </a:ext>
              </a:extLst>
            </p:cNvPr>
            <p:cNvSpPr/>
            <p:nvPr/>
          </p:nvSpPr>
          <p:spPr>
            <a:xfrm>
              <a:off x="7025517" y="2091789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CEE97EB-A284-A502-247E-5AA3655E54E4}"/>
                </a:ext>
              </a:extLst>
            </p:cNvPr>
            <p:cNvSpPr/>
            <p:nvPr/>
          </p:nvSpPr>
          <p:spPr>
            <a:xfrm>
              <a:off x="7025517" y="1849977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54CEDAA-FD76-71D1-7D35-4F5A7666C199}"/>
                </a:ext>
              </a:extLst>
            </p:cNvPr>
            <p:cNvSpPr/>
            <p:nvPr/>
          </p:nvSpPr>
          <p:spPr>
            <a:xfrm>
              <a:off x="7025517" y="1608166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DB04D24-EAF2-C34D-C592-16E71D894430}"/>
                </a:ext>
              </a:extLst>
            </p:cNvPr>
            <p:cNvSpPr/>
            <p:nvPr/>
          </p:nvSpPr>
          <p:spPr>
            <a:xfrm>
              <a:off x="7025517" y="1366354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54991BA-BB02-1E37-3318-260C69023EE2}"/>
                </a:ext>
              </a:extLst>
            </p:cNvPr>
            <p:cNvSpPr/>
            <p:nvPr/>
          </p:nvSpPr>
          <p:spPr>
            <a:xfrm>
              <a:off x="6869525" y="2544273"/>
              <a:ext cx="41548" cy="62363"/>
            </a:xfrm>
            <a:custGeom>
              <a:avLst/>
              <a:gdLst>
                <a:gd name="connsiteX0" fmla="*/ 20774 w 41548"/>
                <a:gd name="connsiteY0" fmla="*/ 6440 h 62363"/>
                <a:gd name="connsiteX1" fmla="*/ 11313 w 41548"/>
                <a:gd name="connsiteY1" fmla="*/ 12642 h 62363"/>
                <a:gd name="connsiteX2" fmla="*/ 8173 w 41548"/>
                <a:gd name="connsiteY2" fmla="*/ 31197 h 62363"/>
                <a:gd name="connsiteX3" fmla="*/ 11313 w 41548"/>
                <a:gd name="connsiteY3" fmla="*/ 49762 h 62363"/>
                <a:gd name="connsiteX4" fmla="*/ 20774 w 41548"/>
                <a:gd name="connsiteY4" fmla="*/ 55923 h 62363"/>
                <a:gd name="connsiteX5" fmla="*/ 30236 w 41548"/>
                <a:gd name="connsiteY5" fmla="*/ 49762 h 62363"/>
                <a:gd name="connsiteX6" fmla="*/ 33416 w 41548"/>
                <a:gd name="connsiteY6" fmla="*/ 31197 h 62363"/>
                <a:gd name="connsiteX7" fmla="*/ 30236 w 41548"/>
                <a:gd name="connsiteY7" fmla="*/ 12642 h 62363"/>
                <a:gd name="connsiteX8" fmla="*/ 20774 w 41548"/>
                <a:gd name="connsiteY8" fmla="*/ 6440 h 62363"/>
                <a:gd name="connsiteX9" fmla="*/ 20774 w 41548"/>
                <a:gd name="connsiteY9" fmla="*/ 0 h 62363"/>
                <a:gd name="connsiteX10" fmla="*/ 36194 w 41548"/>
                <a:gd name="connsiteY10" fmla="*/ 8010 h 62363"/>
                <a:gd name="connsiteX11" fmla="*/ 41548 w 41548"/>
                <a:gd name="connsiteY11" fmla="*/ 31197 h 62363"/>
                <a:gd name="connsiteX12" fmla="*/ 36194 w 41548"/>
                <a:gd name="connsiteY12" fmla="*/ 54393 h 62363"/>
                <a:gd name="connsiteX13" fmla="*/ 20774 w 41548"/>
                <a:gd name="connsiteY13" fmla="*/ 62363 h 62363"/>
                <a:gd name="connsiteX14" fmla="*/ 5314 w 41548"/>
                <a:gd name="connsiteY14" fmla="*/ 54393 h 62363"/>
                <a:gd name="connsiteX15" fmla="*/ 0 w 41548"/>
                <a:gd name="connsiteY15" fmla="*/ 31197 h 62363"/>
                <a:gd name="connsiteX16" fmla="*/ 5314 w 41548"/>
                <a:gd name="connsiteY16" fmla="*/ 8010 h 62363"/>
                <a:gd name="connsiteX17" fmla="*/ 20774 w 41548"/>
                <a:gd name="connsiteY17" fmla="*/ 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8" h="62363">
                  <a:moveTo>
                    <a:pt x="20774" y="6440"/>
                  </a:moveTo>
                  <a:cubicBezTo>
                    <a:pt x="16587" y="6440"/>
                    <a:pt x="13434" y="8507"/>
                    <a:pt x="11313" y="12642"/>
                  </a:cubicBezTo>
                  <a:cubicBezTo>
                    <a:pt x="9220" y="16746"/>
                    <a:pt x="8173" y="22938"/>
                    <a:pt x="8173" y="31197"/>
                  </a:cubicBezTo>
                  <a:cubicBezTo>
                    <a:pt x="8173" y="39436"/>
                    <a:pt x="9220" y="45627"/>
                    <a:pt x="11313" y="49762"/>
                  </a:cubicBezTo>
                  <a:cubicBezTo>
                    <a:pt x="13434" y="53866"/>
                    <a:pt x="16587" y="55923"/>
                    <a:pt x="20774" y="55923"/>
                  </a:cubicBezTo>
                  <a:cubicBezTo>
                    <a:pt x="24988" y="55923"/>
                    <a:pt x="28142" y="53866"/>
                    <a:pt x="30236" y="49762"/>
                  </a:cubicBezTo>
                  <a:cubicBezTo>
                    <a:pt x="32355" y="45627"/>
                    <a:pt x="33416" y="39436"/>
                    <a:pt x="33416" y="31197"/>
                  </a:cubicBezTo>
                  <a:cubicBezTo>
                    <a:pt x="33416" y="22938"/>
                    <a:pt x="32355" y="16746"/>
                    <a:pt x="30236" y="12642"/>
                  </a:cubicBezTo>
                  <a:cubicBezTo>
                    <a:pt x="28142" y="8507"/>
                    <a:pt x="24988" y="6440"/>
                    <a:pt x="20774" y="6440"/>
                  </a:cubicBezTo>
                  <a:moveTo>
                    <a:pt x="20774" y="0"/>
                  </a:moveTo>
                  <a:cubicBezTo>
                    <a:pt x="27511" y="0"/>
                    <a:pt x="32651" y="2673"/>
                    <a:pt x="36194" y="8010"/>
                  </a:cubicBezTo>
                  <a:cubicBezTo>
                    <a:pt x="39763" y="13327"/>
                    <a:pt x="41548" y="21050"/>
                    <a:pt x="41548" y="31197"/>
                  </a:cubicBezTo>
                  <a:cubicBezTo>
                    <a:pt x="41548" y="41324"/>
                    <a:pt x="39763" y="49056"/>
                    <a:pt x="36194" y="54393"/>
                  </a:cubicBezTo>
                  <a:cubicBezTo>
                    <a:pt x="32651" y="59710"/>
                    <a:pt x="27511" y="62363"/>
                    <a:pt x="20774" y="62363"/>
                  </a:cubicBezTo>
                  <a:cubicBezTo>
                    <a:pt x="14037" y="62363"/>
                    <a:pt x="8884" y="59710"/>
                    <a:pt x="5314" y="54393"/>
                  </a:cubicBezTo>
                  <a:cubicBezTo>
                    <a:pt x="1771" y="49056"/>
                    <a:pt x="0" y="41324"/>
                    <a:pt x="0" y="31197"/>
                  </a:cubicBezTo>
                  <a:cubicBezTo>
                    <a:pt x="0" y="21050"/>
                    <a:pt x="1771" y="13327"/>
                    <a:pt x="5314" y="8010"/>
                  </a:cubicBezTo>
                  <a:cubicBezTo>
                    <a:pt x="8884" y="2673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123D001-5910-F373-D6E2-7690C8DDEA5C}"/>
                </a:ext>
              </a:extLst>
            </p:cNvPr>
            <p:cNvSpPr/>
            <p:nvPr/>
          </p:nvSpPr>
          <p:spPr>
            <a:xfrm>
              <a:off x="6925364" y="2595237"/>
              <a:ext cx="8495" cy="10226"/>
            </a:xfrm>
            <a:custGeom>
              <a:avLst/>
              <a:gdLst>
                <a:gd name="connsiteX0" fmla="*/ 0 w 8495"/>
                <a:gd name="connsiteY0" fmla="*/ 0 h 10226"/>
                <a:gd name="connsiteX1" fmla="*/ 8495 w 8495"/>
                <a:gd name="connsiteY1" fmla="*/ 0 h 10226"/>
                <a:gd name="connsiteX2" fmla="*/ 8495 w 8495"/>
                <a:gd name="connsiteY2" fmla="*/ 10227 h 10226"/>
                <a:gd name="connsiteX3" fmla="*/ 0 w 8495"/>
                <a:gd name="connsiteY3" fmla="*/ 10227 h 10226"/>
                <a:gd name="connsiteX4" fmla="*/ 0 w 8495"/>
                <a:gd name="connsiteY4" fmla="*/ 0 h 1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6">
                  <a:moveTo>
                    <a:pt x="0" y="0"/>
                  </a:moveTo>
                  <a:lnTo>
                    <a:pt x="8495" y="0"/>
                  </a:lnTo>
                  <a:lnTo>
                    <a:pt x="8495" y="10227"/>
                  </a:lnTo>
                  <a:lnTo>
                    <a:pt x="0" y="10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F643074-4A65-2613-3BAC-C5A6810614DC}"/>
                </a:ext>
              </a:extLst>
            </p:cNvPr>
            <p:cNvSpPr/>
            <p:nvPr/>
          </p:nvSpPr>
          <p:spPr>
            <a:xfrm>
              <a:off x="6948192" y="2544273"/>
              <a:ext cx="41547" cy="62363"/>
            </a:xfrm>
            <a:custGeom>
              <a:avLst/>
              <a:gdLst>
                <a:gd name="connsiteX0" fmla="*/ 20774 w 41547"/>
                <a:gd name="connsiteY0" fmla="*/ 6440 h 62363"/>
                <a:gd name="connsiteX1" fmla="*/ 11313 w 41547"/>
                <a:gd name="connsiteY1" fmla="*/ 12642 h 62363"/>
                <a:gd name="connsiteX2" fmla="*/ 8172 w 41547"/>
                <a:gd name="connsiteY2" fmla="*/ 31197 h 62363"/>
                <a:gd name="connsiteX3" fmla="*/ 11313 w 41547"/>
                <a:gd name="connsiteY3" fmla="*/ 49762 h 62363"/>
                <a:gd name="connsiteX4" fmla="*/ 20774 w 41547"/>
                <a:gd name="connsiteY4" fmla="*/ 55923 h 62363"/>
                <a:gd name="connsiteX5" fmla="*/ 30235 w 41547"/>
                <a:gd name="connsiteY5" fmla="*/ 49762 h 62363"/>
                <a:gd name="connsiteX6" fmla="*/ 33415 w 41547"/>
                <a:gd name="connsiteY6" fmla="*/ 31197 h 62363"/>
                <a:gd name="connsiteX7" fmla="*/ 30235 w 41547"/>
                <a:gd name="connsiteY7" fmla="*/ 12642 h 62363"/>
                <a:gd name="connsiteX8" fmla="*/ 20774 w 41547"/>
                <a:gd name="connsiteY8" fmla="*/ 6440 h 62363"/>
                <a:gd name="connsiteX9" fmla="*/ 20774 w 41547"/>
                <a:gd name="connsiteY9" fmla="*/ 0 h 62363"/>
                <a:gd name="connsiteX10" fmla="*/ 36194 w 41547"/>
                <a:gd name="connsiteY10" fmla="*/ 8010 h 62363"/>
                <a:gd name="connsiteX11" fmla="*/ 41547 w 41547"/>
                <a:gd name="connsiteY11" fmla="*/ 31197 h 62363"/>
                <a:gd name="connsiteX12" fmla="*/ 36194 w 41547"/>
                <a:gd name="connsiteY12" fmla="*/ 54393 h 62363"/>
                <a:gd name="connsiteX13" fmla="*/ 20774 w 41547"/>
                <a:gd name="connsiteY13" fmla="*/ 62363 h 62363"/>
                <a:gd name="connsiteX14" fmla="*/ 5314 w 41547"/>
                <a:gd name="connsiteY14" fmla="*/ 54393 h 62363"/>
                <a:gd name="connsiteX15" fmla="*/ 0 w 41547"/>
                <a:gd name="connsiteY15" fmla="*/ 31197 h 62363"/>
                <a:gd name="connsiteX16" fmla="*/ 5314 w 41547"/>
                <a:gd name="connsiteY16" fmla="*/ 8010 h 62363"/>
                <a:gd name="connsiteX17" fmla="*/ 20774 w 41547"/>
                <a:gd name="connsiteY17" fmla="*/ 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3">
                  <a:moveTo>
                    <a:pt x="20774" y="6440"/>
                  </a:moveTo>
                  <a:cubicBezTo>
                    <a:pt x="16587" y="6440"/>
                    <a:pt x="13433" y="8507"/>
                    <a:pt x="11313" y="12642"/>
                  </a:cubicBezTo>
                  <a:cubicBezTo>
                    <a:pt x="9219" y="16746"/>
                    <a:pt x="8172" y="22938"/>
                    <a:pt x="8172" y="31197"/>
                  </a:cubicBezTo>
                  <a:cubicBezTo>
                    <a:pt x="8172" y="39436"/>
                    <a:pt x="9219" y="45627"/>
                    <a:pt x="11313" y="49762"/>
                  </a:cubicBezTo>
                  <a:cubicBezTo>
                    <a:pt x="13433" y="53866"/>
                    <a:pt x="16587" y="55923"/>
                    <a:pt x="20774" y="55923"/>
                  </a:cubicBezTo>
                  <a:cubicBezTo>
                    <a:pt x="24988" y="55923"/>
                    <a:pt x="28142" y="53866"/>
                    <a:pt x="30235" y="49762"/>
                  </a:cubicBezTo>
                  <a:cubicBezTo>
                    <a:pt x="32354" y="45627"/>
                    <a:pt x="33415" y="39436"/>
                    <a:pt x="33415" y="31197"/>
                  </a:cubicBezTo>
                  <a:cubicBezTo>
                    <a:pt x="33415" y="22938"/>
                    <a:pt x="32354" y="16746"/>
                    <a:pt x="30235" y="12642"/>
                  </a:cubicBezTo>
                  <a:cubicBezTo>
                    <a:pt x="28142" y="8507"/>
                    <a:pt x="24988" y="6440"/>
                    <a:pt x="20774" y="6440"/>
                  </a:cubicBezTo>
                  <a:moveTo>
                    <a:pt x="20774" y="0"/>
                  </a:moveTo>
                  <a:cubicBezTo>
                    <a:pt x="27510" y="0"/>
                    <a:pt x="32651" y="2673"/>
                    <a:pt x="36194" y="8010"/>
                  </a:cubicBezTo>
                  <a:cubicBezTo>
                    <a:pt x="39762" y="13327"/>
                    <a:pt x="41547" y="21050"/>
                    <a:pt x="41547" y="31197"/>
                  </a:cubicBezTo>
                  <a:cubicBezTo>
                    <a:pt x="41547" y="41324"/>
                    <a:pt x="39762" y="49056"/>
                    <a:pt x="36194" y="54393"/>
                  </a:cubicBezTo>
                  <a:cubicBezTo>
                    <a:pt x="32651" y="59710"/>
                    <a:pt x="27510" y="62363"/>
                    <a:pt x="20774" y="62363"/>
                  </a:cubicBezTo>
                  <a:cubicBezTo>
                    <a:pt x="14037" y="62363"/>
                    <a:pt x="8884" y="59710"/>
                    <a:pt x="5314" y="54393"/>
                  </a:cubicBezTo>
                  <a:cubicBezTo>
                    <a:pt x="1771" y="49056"/>
                    <a:pt x="0" y="41324"/>
                    <a:pt x="0" y="31197"/>
                  </a:cubicBezTo>
                  <a:cubicBezTo>
                    <a:pt x="0" y="21050"/>
                    <a:pt x="1771" y="13327"/>
                    <a:pt x="5314" y="8010"/>
                  </a:cubicBezTo>
                  <a:cubicBezTo>
                    <a:pt x="8884" y="2673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06639F4-F35D-7EFA-91E0-0917C6DE7334}"/>
                </a:ext>
              </a:extLst>
            </p:cNvPr>
            <p:cNvSpPr/>
            <p:nvPr/>
          </p:nvSpPr>
          <p:spPr>
            <a:xfrm>
              <a:off x="6871658" y="2302462"/>
              <a:ext cx="41548" cy="62363"/>
            </a:xfrm>
            <a:custGeom>
              <a:avLst/>
              <a:gdLst>
                <a:gd name="connsiteX0" fmla="*/ 20774 w 41548"/>
                <a:gd name="connsiteY0" fmla="*/ 6440 h 62363"/>
                <a:gd name="connsiteX1" fmla="*/ 11313 w 41548"/>
                <a:gd name="connsiteY1" fmla="*/ 12642 h 62363"/>
                <a:gd name="connsiteX2" fmla="*/ 8173 w 41548"/>
                <a:gd name="connsiteY2" fmla="*/ 31197 h 62363"/>
                <a:gd name="connsiteX3" fmla="*/ 11313 w 41548"/>
                <a:gd name="connsiteY3" fmla="*/ 49761 h 62363"/>
                <a:gd name="connsiteX4" fmla="*/ 20774 w 41548"/>
                <a:gd name="connsiteY4" fmla="*/ 55923 h 62363"/>
                <a:gd name="connsiteX5" fmla="*/ 30236 w 41548"/>
                <a:gd name="connsiteY5" fmla="*/ 49761 h 62363"/>
                <a:gd name="connsiteX6" fmla="*/ 33416 w 41548"/>
                <a:gd name="connsiteY6" fmla="*/ 31197 h 62363"/>
                <a:gd name="connsiteX7" fmla="*/ 30236 w 41548"/>
                <a:gd name="connsiteY7" fmla="*/ 12642 h 62363"/>
                <a:gd name="connsiteX8" fmla="*/ 20774 w 41548"/>
                <a:gd name="connsiteY8" fmla="*/ 6440 h 62363"/>
                <a:gd name="connsiteX9" fmla="*/ 20774 w 41548"/>
                <a:gd name="connsiteY9" fmla="*/ 0 h 62363"/>
                <a:gd name="connsiteX10" fmla="*/ 36194 w 41548"/>
                <a:gd name="connsiteY10" fmla="*/ 8010 h 62363"/>
                <a:gd name="connsiteX11" fmla="*/ 41548 w 41548"/>
                <a:gd name="connsiteY11" fmla="*/ 31197 h 62363"/>
                <a:gd name="connsiteX12" fmla="*/ 36194 w 41548"/>
                <a:gd name="connsiteY12" fmla="*/ 54393 h 62363"/>
                <a:gd name="connsiteX13" fmla="*/ 20774 w 41548"/>
                <a:gd name="connsiteY13" fmla="*/ 62363 h 62363"/>
                <a:gd name="connsiteX14" fmla="*/ 5314 w 41548"/>
                <a:gd name="connsiteY14" fmla="*/ 54393 h 62363"/>
                <a:gd name="connsiteX15" fmla="*/ 0 w 41548"/>
                <a:gd name="connsiteY15" fmla="*/ 31197 h 62363"/>
                <a:gd name="connsiteX16" fmla="*/ 5314 w 41548"/>
                <a:gd name="connsiteY16" fmla="*/ 8010 h 62363"/>
                <a:gd name="connsiteX17" fmla="*/ 20774 w 41548"/>
                <a:gd name="connsiteY17" fmla="*/ 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8" h="62363">
                  <a:moveTo>
                    <a:pt x="20774" y="6440"/>
                  </a:moveTo>
                  <a:cubicBezTo>
                    <a:pt x="16587" y="6440"/>
                    <a:pt x="13433" y="8507"/>
                    <a:pt x="11313" y="12642"/>
                  </a:cubicBezTo>
                  <a:cubicBezTo>
                    <a:pt x="9220" y="16746"/>
                    <a:pt x="8173" y="22938"/>
                    <a:pt x="8173" y="31197"/>
                  </a:cubicBezTo>
                  <a:cubicBezTo>
                    <a:pt x="8173" y="39435"/>
                    <a:pt x="9220" y="45627"/>
                    <a:pt x="11313" y="49761"/>
                  </a:cubicBezTo>
                  <a:cubicBezTo>
                    <a:pt x="13433" y="53866"/>
                    <a:pt x="16587" y="55923"/>
                    <a:pt x="20774" y="55923"/>
                  </a:cubicBezTo>
                  <a:cubicBezTo>
                    <a:pt x="24988" y="55923"/>
                    <a:pt x="28142" y="53866"/>
                    <a:pt x="30236" y="49761"/>
                  </a:cubicBezTo>
                  <a:cubicBezTo>
                    <a:pt x="32355" y="45627"/>
                    <a:pt x="33416" y="39435"/>
                    <a:pt x="33416" y="31197"/>
                  </a:cubicBezTo>
                  <a:cubicBezTo>
                    <a:pt x="33416" y="22938"/>
                    <a:pt x="32355" y="16746"/>
                    <a:pt x="30236" y="12642"/>
                  </a:cubicBezTo>
                  <a:cubicBezTo>
                    <a:pt x="28142" y="8507"/>
                    <a:pt x="24988" y="6440"/>
                    <a:pt x="20774" y="6440"/>
                  </a:cubicBezTo>
                  <a:moveTo>
                    <a:pt x="20774" y="0"/>
                  </a:moveTo>
                  <a:cubicBezTo>
                    <a:pt x="27511" y="0"/>
                    <a:pt x="32651" y="2673"/>
                    <a:pt x="36194" y="8010"/>
                  </a:cubicBezTo>
                  <a:cubicBezTo>
                    <a:pt x="39763" y="13327"/>
                    <a:pt x="41548" y="21049"/>
                    <a:pt x="41548" y="31197"/>
                  </a:cubicBezTo>
                  <a:cubicBezTo>
                    <a:pt x="41548" y="41314"/>
                    <a:pt x="39763" y="49046"/>
                    <a:pt x="36194" y="54393"/>
                  </a:cubicBezTo>
                  <a:cubicBezTo>
                    <a:pt x="32651" y="59710"/>
                    <a:pt x="27511" y="62363"/>
                    <a:pt x="20774" y="62363"/>
                  </a:cubicBezTo>
                  <a:cubicBezTo>
                    <a:pt x="14037" y="62363"/>
                    <a:pt x="8884" y="59710"/>
                    <a:pt x="5314" y="54393"/>
                  </a:cubicBezTo>
                  <a:cubicBezTo>
                    <a:pt x="1771" y="49046"/>
                    <a:pt x="0" y="41314"/>
                    <a:pt x="0" y="31197"/>
                  </a:cubicBezTo>
                  <a:cubicBezTo>
                    <a:pt x="0" y="21049"/>
                    <a:pt x="1771" y="13327"/>
                    <a:pt x="5314" y="8010"/>
                  </a:cubicBezTo>
                  <a:cubicBezTo>
                    <a:pt x="8884" y="2673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65497B8-A2AE-2770-7FAC-608642B3385B}"/>
                </a:ext>
              </a:extLst>
            </p:cNvPr>
            <p:cNvSpPr/>
            <p:nvPr/>
          </p:nvSpPr>
          <p:spPr>
            <a:xfrm>
              <a:off x="6927498" y="2353426"/>
              <a:ext cx="8495" cy="10226"/>
            </a:xfrm>
            <a:custGeom>
              <a:avLst/>
              <a:gdLst>
                <a:gd name="connsiteX0" fmla="*/ 0 w 8495"/>
                <a:gd name="connsiteY0" fmla="*/ 0 h 10226"/>
                <a:gd name="connsiteX1" fmla="*/ 8495 w 8495"/>
                <a:gd name="connsiteY1" fmla="*/ 0 h 10226"/>
                <a:gd name="connsiteX2" fmla="*/ 8495 w 8495"/>
                <a:gd name="connsiteY2" fmla="*/ 10227 h 10226"/>
                <a:gd name="connsiteX3" fmla="*/ 0 w 8495"/>
                <a:gd name="connsiteY3" fmla="*/ 10227 h 10226"/>
                <a:gd name="connsiteX4" fmla="*/ 0 w 8495"/>
                <a:gd name="connsiteY4" fmla="*/ 0 h 1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6">
                  <a:moveTo>
                    <a:pt x="0" y="0"/>
                  </a:moveTo>
                  <a:lnTo>
                    <a:pt x="8495" y="0"/>
                  </a:lnTo>
                  <a:lnTo>
                    <a:pt x="8495" y="10227"/>
                  </a:lnTo>
                  <a:lnTo>
                    <a:pt x="0" y="10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71B6E35-13CD-0B80-5063-AA8148D3EEB7}"/>
                </a:ext>
              </a:extLst>
            </p:cNvPr>
            <p:cNvSpPr/>
            <p:nvPr/>
          </p:nvSpPr>
          <p:spPr>
            <a:xfrm>
              <a:off x="6953949" y="2303545"/>
              <a:ext cx="35790" cy="60107"/>
            </a:xfrm>
            <a:custGeom>
              <a:avLst/>
              <a:gdLst>
                <a:gd name="connsiteX0" fmla="*/ 1167 w 35790"/>
                <a:gd name="connsiteY0" fmla="*/ 53270 h 60107"/>
                <a:gd name="connsiteX1" fmla="*/ 14452 w 35790"/>
                <a:gd name="connsiteY1" fmla="*/ 53270 h 60107"/>
                <a:gd name="connsiteX2" fmla="*/ 14452 w 35790"/>
                <a:gd name="connsiteY2" fmla="*/ 7414 h 60107"/>
                <a:gd name="connsiteX3" fmla="*/ 0 w 35790"/>
                <a:gd name="connsiteY3" fmla="*/ 10306 h 60107"/>
                <a:gd name="connsiteX4" fmla="*/ 0 w 35790"/>
                <a:gd name="connsiteY4" fmla="*/ 2902 h 60107"/>
                <a:gd name="connsiteX5" fmla="*/ 14372 w 35790"/>
                <a:gd name="connsiteY5" fmla="*/ 0 h 60107"/>
                <a:gd name="connsiteX6" fmla="*/ 22504 w 35790"/>
                <a:gd name="connsiteY6" fmla="*/ 0 h 60107"/>
                <a:gd name="connsiteX7" fmla="*/ 22504 w 35790"/>
                <a:gd name="connsiteY7" fmla="*/ 53270 h 60107"/>
                <a:gd name="connsiteX8" fmla="*/ 35790 w 35790"/>
                <a:gd name="connsiteY8" fmla="*/ 53270 h 60107"/>
                <a:gd name="connsiteX9" fmla="*/ 35790 w 35790"/>
                <a:gd name="connsiteY9" fmla="*/ 60107 h 60107"/>
                <a:gd name="connsiteX10" fmla="*/ 1167 w 35790"/>
                <a:gd name="connsiteY10" fmla="*/ 60107 h 60107"/>
                <a:gd name="connsiteX11" fmla="*/ 1167 w 35790"/>
                <a:gd name="connsiteY11" fmla="*/ 5327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90" h="60107">
                  <a:moveTo>
                    <a:pt x="1167" y="53270"/>
                  </a:moveTo>
                  <a:lnTo>
                    <a:pt x="14452" y="53270"/>
                  </a:lnTo>
                  <a:lnTo>
                    <a:pt x="14452" y="7414"/>
                  </a:lnTo>
                  <a:lnTo>
                    <a:pt x="0" y="10306"/>
                  </a:lnTo>
                  <a:lnTo>
                    <a:pt x="0" y="2902"/>
                  </a:lnTo>
                  <a:lnTo>
                    <a:pt x="14372" y="0"/>
                  </a:lnTo>
                  <a:lnTo>
                    <a:pt x="22504" y="0"/>
                  </a:lnTo>
                  <a:lnTo>
                    <a:pt x="22504" y="53270"/>
                  </a:lnTo>
                  <a:lnTo>
                    <a:pt x="35790" y="53270"/>
                  </a:lnTo>
                  <a:lnTo>
                    <a:pt x="35790" y="60107"/>
                  </a:lnTo>
                  <a:lnTo>
                    <a:pt x="1167" y="60107"/>
                  </a:lnTo>
                  <a:lnTo>
                    <a:pt x="1167" y="5327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53E1217-1D78-0835-567C-BEF66A27FF48}"/>
                </a:ext>
              </a:extLst>
            </p:cNvPr>
            <p:cNvSpPr/>
            <p:nvPr/>
          </p:nvSpPr>
          <p:spPr>
            <a:xfrm>
              <a:off x="6872302" y="2060649"/>
              <a:ext cx="41548" cy="62361"/>
            </a:xfrm>
            <a:custGeom>
              <a:avLst/>
              <a:gdLst>
                <a:gd name="connsiteX0" fmla="*/ 20774 w 41548"/>
                <a:gd name="connsiteY0" fmla="*/ 6441 h 62361"/>
                <a:gd name="connsiteX1" fmla="*/ 11313 w 41548"/>
                <a:gd name="connsiteY1" fmla="*/ 12641 h 62361"/>
                <a:gd name="connsiteX2" fmla="*/ 8173 w 41548"/>
                <a:gd name="connsiteY2" fmla="*/ 31201 h 62361"/>
                <a:gd name="connsiteX3" fmla="*/ 11313 w 41548"/>
                <a:gd name="connsiteY3" fmla="*/ 49761 h 62361"/>
                <a:gd name="connsiteX4" fmla="*/ 20774 w 41548"/>
                <a:gd name="connsiteY4" fmla="*/ 55920 h 62361"/>
                <a:gd name="connsiteX5" fmla="*/ 30236 w 41548"/>
                <a:gd name="connsiteY5" fmla="*/ 49761 h 62361"/>
                <a:gd name="connsiteX6" fmla="*/ 33416 w 41548"/>
                <a:gd name="connsiteY6" fmla="*/ 31201 h 62361"/>
                <a:gd name="connsiteX7" fmla="*/ 30236 w 41548"/>
                <a:gd name="connsiteY7" fmla="*/ 12641 h 62361"/>
                <a:gd name="connsiteX8" fmla="*/ 20774 w 41548"/>
                <a:gd name="connsiteY8" fmla="*/ 6441 h 62361"/>
                <a:gd name="connsiteX9" fmla="*/ 20774 w 41548"/>
                <a:gd name="connsiteY9" fmla="*/ 0 h 62361"/>
                <a:gd name="connsiteX10" fmla="*/ 36194 w 41548"/>
                <a:gd name="connsiteY10" fmla="*/ 8011 h 62361"/>
                <a:gd name="connsiteX11" fmla="*/ 41548 w 41548"/>
                <a:gd name="connsiteY11" fmla="*/ 31201 h 62361"/>
                <a:gd name="connsiteX12" fmla="*/ 36194 w 41548"/>
                <a:gd name="connsiteY12" fmla="*/ 54390 h 62361"/>
                <a:gd name="connsiteX13" fmla="*/ 20774 w 41548"/>
                <a:gd name="connsiteY13" fmla="*/ 62361 h 62361"/>
                <a:gd name="connsiteX14" fmla="*/ 5315 w 41548"/>
                <a:gd name="connsiteY14" fmla="*/ 54390 h 62361"/>
                <a:gd name="connsiteX15" fmla="*/ 0 w 41548"/>
                <a:gd name="connsiteY15" fmla="*/ 31201 h 62361"/>
                <a:gd name="connsiteX16" fmla="*/ 5315 w 41548"/>
                <a:gd name="connsiteY16" fmla="*/ 8011 h 62361"/>
                <a:gd name="connsiteX17" fmla="*/ 20774 w 41548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8" h="62361">
                  <a:moveTo>
                    <a:pt x="20774" y="6441"/>
                  </a:moveTo>
                  <a:cubicBezTo>
                    <a:pt x="16587" y="6441"/>
                    <a:pt x="13434" y="8507"/>
                    <a:pt x="11313" y="12641"/>
                  </a:cubicBezTo>
                  <a:cubicBezTo>
                    <a:pt x="9220" y="16747"/>
                    <a:pt x="8173" y="22934"/>
                    <a:pt x="8173" y="31201"/>
                  </a:cubicBezTo>
                  <a:cubicBezTo>
                    <a:pt x="8173" y="39441"/>
                    <a:pt x="9220" y="45627"/>
                    <a:pt x="11313" y="49761"/>
                  </a:cubicBezTo>
                  <a:cubicBezTo>
                    <a:pt x="13434" y="53867"/>
                    <a:pt x="16587" y="55920"/>
                    <a:pt x="20774" y="55920"/>
                  </a:cubicBezTo>
                  <a:cubicBezTo>
                    <a:pt x="24988" y="55920"/>
                    <a:pt x="28142" y="53867"/>
                    <a:pt x="30236" y="49761"/>
                  </a:cubicBezTo>
                  <a:cubicBezTo>
                    <a:pt x="32355" y="45627"/>
                    <a:pt x="33416" y="39441"/>
                    <a:pt x="33416" y="31201"/>
                  </a:cubicBezTo>
                  <a:cubicBezTo>
                    <a:pt x="33416" y="22934"/>
                    <a:pt x="32355" y="16747"/>
                    <a:pt x="30236" y="12641"/>
                  </a:cubicBezTo>
                  <a:cubicBezTo>
                    <a:pt x="28142" y="8507"/>
                    <a:pt x="24988" y="6441"/>
                    <a:pt x="20774" y="6441"/>
                  </a:cubicBezTo>
                  <a:moveTo>
                    <a:pt x="20774" y="0"/>
                  </a:moveTo>
                  <a:cubicBezTo>
                    <a:pt x="27511" y="0"/>
                    <a:pt x="32651" y="2670"/>
                    <a:pt x="36194" y="8011"/>
                  </a:cubicBezTo>
                  <a:cubicBezTo>
                    <a:pt x="39763" y="13325"/>
                    <a:pt x="41548" y="21055"/>
                    <a:pt x="41548" y="31201"/>
                  </a:cubicBezTo>
                  <a:cubicBezTo>
                    <a:pt x="41548" y="41319"/>
                    <a:pt x="39763" y="49049"/>
                    <a:pt x="36194" y="54390"/>
                  </a:cubicBezTo>
                  <a:cubicBezTo>
                    <a:pt x="32651" y="59704"/>
                    <a:pt x="27511" y="62361"/>
                    <a:pt x="20774" y="62361"/>
                  </a:cubicBezTo>
                  <a:cubicBezTo>
                    <a:pt x="14037" y="62361"/>
                    <a:pt x="8884" y="59704"/>
                    <a:pt x="5315" y="54390"/>
                  </a:cubicBezTo>
                  <a:cubicBezTo>
                    <a:pt x="1772" y="49049"/>
                    <a:pt x="0" y="41319"/>
                    <a:pt x="0" y="31201"/>
                  </a:cubicBezTo>
                  <a:cubicBezTo>
                    <a:pt x="0" y="21055"/>
                    <a:pt x="1772" y="13325"/>
                    <a:pt x="5315" y="8011"/>
                  </a:cubicBezTo>
                  <a:cubicBezTo>
                    <a:pt x="8884" y="2670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6980485-4F6E-AA4E-C279-5539F8C1BDE8}"/>
                </a:ext>
              </a:extLst>
            </p:cNvPr>
            <p:cNvSpPr/>
            <p:nvPr/>
          </p:nvSpPr>
          <p:spPr>
            <a:xfrm>
              <a:off x="6928142" y="2111617"/>
              <a:ext cx="8495" cy="10225"/>
            </a:xfrm>
            <a:custGeom>
              <a:avLst/>
              <a:gdLst>
                <a:gd name="connsiteX0" fmla="*/ 0 w 8495"/>
                <a:gd name="connsiteY0" fmla="*/ 0 h 10225"/>
                <a:gd name="connsiteX1" fmla="*/ 8495 w 8495"/>
                <a:gd name="connsiteY1" fmla="*/ 0 h 10225"/>
                <a:gd name="connsiteX2" fmla="*/ 8495 w 8495"/>
                <a:gd name="connsiteY2" fmla="*/ 10226 h 10225"/>
                <a:gd name="connsiteX3" fmla="*/ 0 w 8495"/>
                <a:gd name="connsiteY3" fmla="*/ 10226 h 10225"/>
                <a:gd name="connsiteX4" fmla="*/ 0 w 8495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5">
                  <a:moveTo>
                    <a:pt x="0" y="0"/>
                  </a:moveTo>
                  <a:lnTo>
                    <a:pt x="8495" y="0"/>
                  </a:lnTo>
                  <a:lnTo>
                    <a:pt x="8495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729ED09-EE79-8D83-9F70-E77742FA6C99}"/>
                </a:ext>
              </a:extLst>
            </p:cNvPr>
            <p:cNvSpPr/>
            <p:nvPr/>
          </p:nvSpPr>
          <p:spPr>
            <a:xfrm>
              <a:off x="6951574" y="2060649"/>
              <a:ext cx="38165" cy="61193"/>
            </a:xfrm>
            <a:custGeom>
              <a:avLst/>
              <a:gdLst>
                <a:gd name="connsiteX0" fmla="*/ 9782 w 38165"/>
                <a:gd name="connsiteY0" fmla="*/ 54350 h 61193"/>
                <a:gd name="connsiteX1" fmla="*/ 38165 w 38165"/>
                <a:gd name="connsiteY1" fmla="*/ 54350 h 61193"/>
                <a:gd name="connsiteX2" fmla="*/ 38165 w 38165"/>
                <a:gd name="connsiteY2" fmla="*/ 61194 h 61193"/>
                <a:gd name="connsiteX3" fmla="*/ 0 w 38165"/>
                <a:gd name="connsiteY3" fmla="*/ 61194 h 61193"/>
                <a:gd name="connsiteX4" fmla="*/ 0 w 38165"/>
                <a:gd name="connsiteY4" fmla="*/ 54350 h 61193"/>
                <a:gd name="connsiteX5" fmla="*/ 12601 w 38165"/>
                <a:gd name="connsiteY5" fmla="*/ 41507 h 61193"/>
                <a:gd name="connsiteX6" fmla="*/ 22665 w 38165"/>
                <a:gd name="connsiteY6" fmla="*/ 31080 h 61193"/>
                <a:gd name="connsiteX7" fmla="*/ 28101 w 38165"/>
                <a:gd name="connsiteY7" fmla="*/ 23672 h 61193"/>
                <a:gd name="connsiteX8" fmla="*/ 29671 w 38165"/>
                <a:gd name="connsiteY8" fmla="*/ 17673 h 61193"/>
                <a:gd name="connsiteX9" fmla="*/ 26289 w 38165"/>
                <a:gd name="connsiteY9" fmla="*/ 9863 h 61193"/>
                <a:gd name="connsiteX10" fmla="*/ 17553 w 38165"/>
                <a:gd name="connsiteY10" fmla="*/ 6844 h 61193"/>
                <a:gd name="connsiteX11" fmla="*/ 9460 w 38165"/>
                <a:gd name="connsiteY11" fmla="*/ 8172 h 61193"/>
                <a:gd name="connsiteX12" fmla="*/ 403 w 38165"/>
                <a:gd name="connsiteY12" fmla="*/ 12198 h 61193"/>
                <a:gd name="connsiteX13" fmla="*/ 403 w 38165"/>
                <a:gd name="connsiteY13" fmla="*/ 3985 h 61193"/>
                <a:gd name="connsiteX14" fmla="*/ 9582 w 38165"/>
                <a:gd name="connsiteY14" fmla="*/ 1006 h 61193"/>
                <a:gd name="connsiteX15" fmla="*/ 17392 w 38165"/>
                <a:gd name="connsiteY15" fmla="*/ 0 h 61193"/>
                <a:gd name="connsiteX16" fmla="*/ 32288 w 38165"/>
                <a:gd name="connsiteY16" fmla="*/ 4670 h 61193"/>
                <a:gd name="connsiteX17" fmla="*/ 37843 w 38165"/>
                <a:gd name="connsiteY17" fmla="*/ 17150 h 61193"/>
                <a:gd name="connsiteX18" fmla="*/ 36434 w 38165"/>
                <a:gd name="connsiteY18" fmla="*/ 24195 h 61193"/>
                <a:gd name="connsiteX19" fmla="*/ 31402 w 38165"/>
                <a:gd name="connsiteY19" fmla="*/ 32006 h 61193"/>
                <a:gd name="connsiteX20" fmla="*/ 25001 w 38165"/>
                <a:gd name="connsiteY20" fmla="*/ 38770 h 61193"/>
                <a:gd name="connsiteX21" fmla="*/ 9782 w 38165"/>
                <a:gd name="connsiteY21" fmla="*/ 54350 h 6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165" h="61193">
                  <a:moveTo>
                    <a:pt x="9782" y="54350"/>
                  </a:moveTo>
                  <a:lnTo>
                    <a:pt x="38165" y="54350"/>
                  </a:lnTo>
                  <a:lnTo>
                    <a:pt x="38165" y="61194"/>
                  </a:lnTo>
                  <a:lnTo>
                    <a:pt x="0" y="61194"/>
                  </a:lnTo>
                  <a:lnTo>
                    <a:pt x="0" y="54350"/>
                  </a:lnTo>
                  <a:cubicBezTo>
                    <a:pt x="3086" y="51156"/>
                    <a:pt x="7287" y="46874"/>
                    <a:pt x="12601" y="41507"/>
                  </a:cubicBezTo>
                  <a:cubicBezTo>
                    <a:pt x="17942" y="36112"/>
                    <a:pt x="21297" y="32637"/>
                    <a:pt x="22665" y="31080"/>
                  </a:cubicBezTo>
                  <a:cubicBezTo>
                    <a:pt x="25269" y="28154"/>
                    <a:pt x="27081" y="25685"/>
                    <a:pt x="28101" y="23672"/>
                  </a:cubicBezTo>
                  <a:cubicBezTo>
                    <a:pt x="29147" y="21632"/>
                    <a:pt x="29671" y="19632"/>
                    <a:pt x="29671" y="17673"/>
                  </a:cubicBezTo>
                  <a:cubicBezTo>
                    <a:pt x="29671" y="14479"/>
                    <a:pt x="28544" y="11875"/>
                    <a:pt x="26289" y="9863"/>
                  </a:cubicBezTo>
                  <a:cubicBezTo>
                    <a:pt x="24062" y="7850"/>
                    <a:pt x="21150" y="6844"/>
                    <a:pt x="17553" y="6844"/>
                  </a:cubicBezTo>
                  <a:cubicBezTo>
                    <a:pt x="15003" y="6844"/>
                    <a:pt x="12306" y="7287"/>
                    <a:pt x="9460" y="8172"/>
                  </a:cubicBezTo>
                  <a:cubicBezTo>
                    <a:pt x="6643" y="9058"/>
                    <a:pt x="3624" y="10401"/>
                    <a:pt x="403" y="12198"/>
                  </a:cubicBezTo>
                  <a:lnTo>
                    <a:pt x="403" y="3985"/>
                  </a:lnTo>
                  <a:cubicBezTo>
                    <a:pt x="3677" y="2670"/>
                    <a:pt x="6736" y="1677"/>
                    <a:pt x="9582" y="1006"/>
                  </a:cubicBezTo>
                  <a:cubicBezTo>
                    <a:pt x="12427" y="335"/>
                    <a:pt x="15030" y="0"/>
                    <a:pt x="17392" y="0"/>
                  </a:cubicBezTo>
                  <a:cubicBezTo>
                    <a:pt x="23619" y="0"/>
                    <a:pt x="28584" y="1556"/>
                    <a:pt x="32288" y="4670"/>
                  </a:cubicBezTo>
                  <a:cubicBezTo>
                    <a:pt x="35992" y="7784"/>
                    <a:pt x="37843" y="11943"/>
                    <a:pt x="37843" y="17150"/>
                  </a:cubicBezTo>
                  <a:cubicBezTo>
                    <a:pt x="37843" y="19619"/>
                    <a:pt x="37373" y="21968"/>
                    <a:pt x="36434" y="24195"/>
                  </a:cubicBezTo>
                  <a:cubicBezTo>
                    <a:pt x="35522" y="26396"/>
                    <a:pt x="33844" y="28999"/>
                    <a:pt x="31402" y="32006"/>
                  </a:cubicBezTo>
                  <a:cubicBezTo>
                    <a:pt x="30731" y="32784"/>
                    <a:pt x="28598" y="35039"/>
                    <a:pt x="25001" y="38770"/>
                  </a:cubicBezTo>
                  <a:cubicBezTo>
                    <a:pt x="21404" y="42474"/>
                    <a:pt x="16332" y="47667"/>
                    <a:pt x="9782" y="5435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7880A16-0ECC-5F9C-4F6C-B244735241C0}"/>
                </a:ext>
              </a:extLst>
            </p:cNvPr>
            <p:cNvSpPr/>
            <p:nvPr/>
          </p:nvSpPr>
          <p:spPr>
            <a:xfrm>
              <a:off x="6870653" y="1818837"/>
              <a:ext cx="41547" cy="62361"/>
            </a:xfrm>
            <a:custGeom>
              <a:avLst/>
              <a:gdLst>
                <a:gd name="connsiteX0" fmla="*/ 20773 w 41547"/>
                <a:gd name="connsiteY0" fmla="*/ 6441 h 62361"/>
                <a:gd name="connsiteX1" fmla="*/ 11313 w 41547"/>
                <a:gd name="connsiteY1" fmla="*/ 12641 h 62361"/>
                <a:gd name="connsiteX2" fmla="*/ 8172 w 41547"/>
                <a:gd name="connsiteY2" fmla="*/ 31201 h 62361"/>
                <a:gd name="connsiteX3" fmla="*/ 11313 w 41547"/>
                <a:gd name="connsiteY3" fmla="*/ 49761 h 62361"/>
                <a:gd name="connsiteX4" fmla="*/ 20773 w 41547"/>
                <a:gd name="connsiteY4" fmla="*/ 55920 h 62361"/>
                <a:gd name="connsiteX5" fmla="*/ 30235 w 41547"/>
                <a:gd name="connsiteY5" fmla="*/ 49761 h 62361"/>
                <a:gd name="connsiteX6" fmla="*/ 33415 w 41547"/>
                <a:gd name="connsiteY6" fmla="*/ 31201 h 62361"/>
                <a:gd name="connsiteX7" fmla="*/ 30235 w 41547"/>
                <a:gd name="connsiteY7" fmla="*/ 12641 h 62361"/>
                <a:gd name="connsiteX8" fmla="*/ 20773 w 41547"/>
                <a:gd name="connsiteY8" fmla="*/ 6441 h 62361"/>
                <a:gd name="connsiteX9" fmla="*/ 20773 w 41547"/>
                <a:gd name="connsiteY9" fmla="*/ 0 h 62361"/>
                <a:gd name="connsiteX10" fmla="*/ 36193 w 41547"/>
                <a:gd name="connsiteY10" fmla="*/ 8011 h 62361"/>
                <a:gd name="connsiteX11" fmla="*/ 41547 w 41547"/>
                <a:gd name="connsiteY11" fmla="*/ 31201 h 62361"/>
                <a:gd name="connsiteX12" fmla="*/ 36193 w 41547"/>
                <a:gd name="connsiteY12" fmla="*/ 54390 h 62361"/>
                <a:gd name="connsiteX13" fmla="*/ 20773 w 41547"/>
                <a:gd name="connsiteY13" fmla="*/ 62361 h 62361"/>
                <a:gd name="connsiteX14" fmla="*/ 5314 w 41547"/>
                <a:gd name="connsiteY14" fmla="*/ 54390 h 62361"/>
                <a:gd name="connsiteX15" fmla="*/ 0 w 41547"/>
                <a:gd name="connsiteY15" fmla="*/ 31201 h 62361"/>
                <a:gd name="connsiteX16" fmla="*/ 5314 w 41547"/>
                <a:gd name="connsiteY16" fmla="*/ 8011 h 62361"/>
                <a:gd name="connsiteX17" fmla="*/ 20773 w 41547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1">
                  <a:moveTo>
                    <a:pt x="20773" y="6441"/>
                  </a:moveTo>
                  <a:cubicBezTo>
                    <a:pt x="16586" y="6441"/>
                    <a:pt x="13433" y="8507"/>
                    <a:pt x="11313" y="12641"/>
                  </a:cubicBezTo>
                  <a:cubicBezTo>
                    <a:pt x="9219" y="16747"/>
                    <a:pt x="8172" y="22934"/>
                    <a:pt x="8172" y="31201"/>
                  </a:cubicBezTo>
                  <a:cubicBezTo>
                    <a:pt x="8172" y="39440"/>
                    <a:pt x="9219" y="45627"/>
                    <a:pt x="11313" y="49761"/>
                  </a:cubicBezTo>
                  <a:cubicBezTo>
                    <a:pt x="13433" y="53867"/>
                    <a:pt x="16586" y="55920"/>
                    <a:pt x="20773" y="55920"/>
                  </a:cubicBezTo>
                  <a:cubicBezTo>
                    <a:pt x="24987" y="55920"/>
                    <a:pt x="28141" y="53867"/>
                    <a:pt x="30235" y="49761"/>
                  </a:cubicBezTo>
                  <a:cubicBezTo>
                    <a:pt x="32354" y="45627"/>
                    <a:pt x="33415" y="39440"/>
                    <a:pt x="33415" y="31201"/>
                  </a:cubicBezTo>
                  <a:cubicBezTo>
                    <a:pt x="33415" y="22934"/>
                    <a:pt x="32354" y="16747"/>
                    <a:pt x="30235" y="12641"/>
                  </a:cubicBezTo>
                  <a:cubicBezTo>
                    <a:pt x="28141" y="8507"/>
                    <a:pt x="24987" y="6441"/>
                    <a:pt x="20773" y="6441"/>
                  </a:cubicBezTo>
                  <a:moveTo>
                    <a:pt x="20773" y="0"/>
                  </a:moveTo>
                  <a:cubicBezTo>
                    <a:pt x="27510" y="0"/>
                    <a:pt x="32650" y="2670"/>
                    <a:pt x="36193" y="8011"/>
                  </a:cubicBezTo>
                  <a:cubicBezTo>
                    <a:pt x="39762" y="13325"/>
                    <a:pt x="41547" y="21055"/>
                    <a:pt x="41547" y="31201"/>
                  </a:cubicBezTo>
                  <a:cubicBezTo>
                    <a:pt x="41547" y="41319"/>
                    <a:pt x="39762" y="49049"/>
                    <a:pt x="36193" y="54390"/>
                  </a:cubicBezTo>
                  <a:cubicBezTo>
                    <a:pt x="32650" y="59704"/>
                    <a:pt x="27510" y="62361"/>
                    <a:pt x="20773" y="62361"/>
                  </a:cubicBezTo>
                  <a:cubicBezTo>
                    <a:pt x="14036" y="62361"/>
                    <a:pt x="8883" y="59704"/>
                    <a:pt x="5314" y="54390"/>
                  </a:cubicBezTo>
                  <a:cubicBezTo>
                    <a:pt x="1771" y="49049"/>
                    <a:pt x="0" y="41319"/>
                    <a:pt x="0" y="31201"/>
                  </a:cubicBezTo>
                  <a:cubicBezTo>
                    <a:pt x="0" y="21055"/>
                    <a:pt x="1771" y="13325"/>
                    <a:pt x="5314" y="8011"/>
                  </a:cubicBezTo>
                  <a:cubicBezTo>
                    <a:pt x="8883" y="2670"/>
                    <a:pt x="14036" y="0"/>
                    <a:pt x="20773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B3730A7-D40C-0E5B-0251-7D3637BA7C70}"/>
                </a:ext>
              </a:extLst>
            </p:cNvPr>
            <p:cNvSpPr/>
            <p:nvPr/>
          </p:nvSpPr>
          <p:spPr>
            <a:xfrm>
              <a:off x="6926492" y="1869805"/>
              <a:ext cx="8494" cy="10225"/>
            </a:xfrm>
            <a:custGeom>
              <a:avLst/>
              <a:gdLst>
                <a:gd name="connsiteX0" fmla="*/ 0 w 8494"/>
                <a:gd name="connsiteY0" fmla="*/ 0 h 10225"/>
                <a:gd name="connsiteX1" fmla="*/ 8494 w 8494"/>
                <a:gd name="connsiteY1" fmla="*/ 0 h 10225"/>
                <a:gd name="connsiteX2" fmla="*/ 8494 w 8494"/>
                <a:gd name="connsiteY2" fmla="*/ 10226 h 10225"/>
                <a:gd name="connsiteX3" fmla="*/ 0 w 8494"/>
                <a:gd name="connsiteY3" fmla="*/ 10226 h 10225"/>
                <a:gd name="connsiteX4" fmla="*/ 0 w 8494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4" h="10225">
                  <a:moveTo>
                    <a:pt x="0" y="0"/>
                  </a:moveTo>
                  <a:lnTo>
                    <a:pt x="8494" y="0"/>
                  </a:lnTo>
                  <a:lnTo>
                    <a:pt x="8494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3450C9-4C0F-5572-271E-725624F67FCE}"/>
                </a:ext>
              </a:extLst>
            </p:cNvPr>
            <p:cNvSpPr/>
            <p:nvPr/>
          </p:nvSpPr>
          <p:spPr>
            <a:xfrm>
              <a:off x="6950165" y="1818837"/>
              <a:ext cx="39574" cy="62361"/>
            </a:xfrm>
            <a:custGeom>
              <a:avLst/>
              <a:gdLst>
                <a:gd name="connsiteX0" fmla="*/ 27175 w 39574"/>
                <a:gd name="connsiteY0" fmla="*/ 28786 h 62361"/>
                <a:gd name="connsiteX1" fmla="*/ 36274 w 39574"/>
                <a:gd name="connsiteY1" fmla="*/ 33978 h 62361"/>
                <a:gd name="connsiteX2" fmla="*/ 39575 w 39574"/>
                <a:gd name="connsiteY2" fmla="*/ 43721 h 62361"/>
                <a:gd name="connsiteX3" fmla="*/ 33456 w 39574"/>
                <a:gd name="connsiteY3" fmla="*/ 57490 h 62361"/>
                <a:gd name="connsiteX4" fmla="*/ 16063 w 39574"/>
                <a:gd name="connsiteY4" fmla="*/ 62361 h 62361"/>
                <a:gd name="connsiteX5" fmla="*/ 8253 w 39574"/>
                <a:gd name="connsiteY5" fmla="*/ 61596 h 62361"/>
                <a:gd name="connsiteX6" fmla="*/ 0 w 39574"/>
                <a:gd name="connsiteY6" fmla="*/ 59382 h 62361"/>
                <a:gd name="connsiteX7" fmla="*/ 0 w 39574"/>
                <a:gd name="connsiteY7" fmla="*/ 51532 h 62361"/>
                <a:gd name="connsiteX8" fmla="*/ 7408 w 39574"/>
                <a:gd name="connsiteY8" fmla="*/ 54511 h 62361"/>
                <a:gd name="connsiteX9" fmla="*/ 15822 w 39574"/>
                <a:gd name="connsiteY9" fmla="*/ 55518 h 62361"/>
                <a:gd name="connsiteX10" fmla="*/ 27457 w 39574"/>
                <a:gd name="connsiteY10" fmla="*/ 52498 h 62361"/>
                <a:gd name="connsiteX11" fmla="*/ 31483 w 39574"/>
                <a:gd name="connsiteY11" fmla="*/ 43721 h 62361"/>
                <a:gd name="connsiteX12" fmla="*/ 27739 w 39574"/>
                <a:gd name="connsiteY12" fmla="*/ 35428 h 62361"/>
                <a:gd name="connsiteX13" fmla="*/ 17392 w 39574"/>
                <a:gd name="connsiteY13" fmla="*/ 32408 h 62361"/>
                <a:gd name="connsiteX14" fmla="*/ 10387 w 39574"/>
                <a:gd name="connsiteY14" fmla="*/ 32408 h 62361"/>
                <a:gd name="connsiteX15" fmla="*/ 10387 w 39574"/>
                <a:gd name="connsiteY15" fmla="*/ 25726 h 62361"/>
                <a:gd name="connsiteX16" fmla="*/ 17714 w 39574"/>
                <a:gd name="connsiteY16" fmla="*/ 25726 h 62361"/>
                <a:gd name="connsiteX17" fmla="*/ 26893 w 39574"/>
                <a:gd name="connsiteY17" fmla="*/ 23350 h 62361"/>
                <a:gd name="connsiteX18" fmla="*/ 30074 w 39574"/>
                <a:gd name="connsiteY18" fmla="*/ 16425 h 62361"/>
                <a:gd name="connsiteX19" fmla="*/ 26772 w 39574"/>
                <a:gd name="connsiteY19" fmla="*/ 9340 h 62361"/>
                <a:gd name="connsiteX20" fmla="*/ 17392 w 39574"/>
                <a:gd name="connsiteY20" fmla="*/ 6844 h 62361"/>
                <a:gd name="connsiteX21" fmla="*/ 10226 w 39574"/>
                <a:gd name="connsiteY21" fmla="*/ 7568 h 62361"/>
                <a:gd name="connsiteX22" fmla="*/ 1812 w 39574"/>
                <a:gd name="connsiteY22" fmla="*/ 9823 h 62361"/>
                <a:gd name="connsiteX23" fmla="*/ 1812 w 39574"/>
                <a:gd name="connsiteY23" fmla="*/ 2576 h 62361"/>
                <a:gd name="connsiteX24" fmla="*/ 10467 w 39574"/>
                <a:gd name="connsiteY24" fmla="*/ 644 h 62361"/>
                <a:gd name="connsiteX25" fmla="*/ 18117 w 39574"/>
                <a:gd name="connsiteY25" fmla="*/ 0 h 62361"/>
                <a:gd name="connsiteX26" fmla="*/ 32771 w 39574"/>
                <a:gd name="connsiteY26" fmla="*/ 4227 h 62361"/>
                <a:gd name="connsiteX27" fmla="*/ 38165 w 39574"/>
                <a:gd name="connsiteY27" fmla="*/ 15580 h 62361"/>
                <a:gd name="connsiteX28" fmla="*/ 35307 w 39574"/>
                <a:gd name="connsiteY28" fmla="*/ 24034 h 62361"/>
                <a:gd name="connsiteX29" fmla="*/ 27175 w 39574"/>
                <a:gd name="connsiteY29" fmla="*/ 28786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574" h="62361">
                  <a:moveTo>
                    <a:pt x="27175" y="28786"/>
                  </a:moveTo>
                  <a:cubicBezTo>
                    <a:pt x="31066" y="29617"/>
                    <a:pt x="34100" y="31348"/>
                    <a:pt x="36274" y="33978"/>
                  </a:cubicBezTo>
                  <a:cubicBezTo>
                    <a:pt x="38474" y="36609"/>
                    <a:pt x="39575" y="39856"/>
                    <a:pt x="39575" y="43721"/>
                  </a:cubicBezTo>
                  <a:cubicBezTo>
                    <a:pt x="39575" y="49653"/>
                    <a:pt x="37535" y="54243"/>
                    <a:pt x="33456" y="57490"/>
                  </a:cubicBezTo>
                  <a:cubicBezTo>
                    <a:pt x="29376" y="60737"/>
                    <a:pt x="23579" y="62361"/>
                    <a:pt x="16063" y="62361"/>
                  </a:cubicBezTo>
                  <a:cubicBezTo>
                    <a:pt x="13540" y="62361"/>
                    <a:pt x="10937" y="62106"/>
                    <a:pt x="8253" y="61596"/>
                  </a:cubicBezTo>
                  <a:cubicBezTo>
                    <a:pt x="5596" y="61113"/>
                    <a:pt x="2845" y="60375"/>
                    <a:pt x="0" y="59382"/>
                  </a:cubicBezTo>
                  <a:lnTo>
                    <a:pt x="0" y="51532"/>
                  </a:lnTo>
                  <a:cubicBezTo>
                    <a:pt x="2255" y="52846"/>
                    <a:pt x="4724" y="53840"/>
                    <a:pt x="7408" y="54511"/>
                  </a:cubicBezTo>
                  <a:cubicBezTo>
                    <a:pt x="10091" y="55182"/>
                    <a:pt x="12896" y="55518"/>
                    <a:pt x="15822" y="55518"/>
                  </a:cubicBezTo>
                  <a:cubicBezTo>
                    <a:pt x="20921" y="55518"/>
                    <a:pt x="24800" y="54511"/>
                    <a:pt x="27457" y="52498"/>
                  </a:cubicBezTo>
                  <a:cubicBezTo>
                    <a:pt x="30141" y="50485"/>
                    <a:pt x="31483" y="47559"/>
                    <a:pt x="31483" y="43721"/>
                  </a:cubicBezTo>
                  <a:cubicBezTo>
                    <a:pt x="31483" y="40178"/>
                    <a:pt x="30235" y="37414"/>
                    <a:pt x="27739" y="35428"/>
                  </a:cubicBezTo>
                  <a:cubicBezTo>
                    <a:pt x="25269" y="33415"/>
                    <a:pt x="21821" y="32408"/>
                    <a:pt x="17392" y="32408"/>
                  </a:cubicBezTo>
                  <a:lnTo>
                    <a:pt x="10387" y="32408"/>
                  </a:lnTo>
                  <a:lnTo>
                    <a:pt x="10387" y="25726"/>
                  </a:lnTo>
                  <a:lnTo>
                    <a:pt x="17714" y="25726"/>
                  </a:lnTo>
                  <a:cubicBezTo>
                    <a:pt x="21713" y="25726"/>
                    <a:pt x="24773" y="24933"/>
                    <a:pt x="26893" y="23350"/>
                  </a:cubicBezTo>
                  <a:cubicBezTo>
                    <a:pt x="29013" y="21739"/>
                    <a:pt x="30074" y="19432"/>
                    <a:pt x="30074" y="16425"/>
                  </a:cubicBezTo>
                  <a:cubicBezTo>
                    <a:pt x="30074" y="13339"/>
                    <a:pt x="28973" y="10977"/>
                    <a:pt x="26772" y="9340"/>
                  </a:cubicBezTo>
                  <a:cubicBezTo>
                    <a:pt x="24599" y="7675"/>
                    <a:pt x="21472" y="6844"/>
                    <a:pt x="17392" y="6844"/>
                  </a:cubicBezTo>
                  <a:cubicBezTo>
                    <a:pt x="15165" y="6844"/>
                    <a:pt x="12776" y="7085"/>
                    <a:pt x="10226" y="7568"/>
                  </a:cubicBezTo>
                  <a:cubicBezTo>
                    <a:pt x="7676" y="8051"/>
                    <a:pt x="4872" y="8802"/>
                    <a:pt x="1812" y="9823"/>
                  </a:cubicBezTo>
                  <a:lnTo>
                    <a:pt x="1812" y="2576"/>
                  </a:lnTo>
                  <a:cubicBezTo>
                    <a:pt x="4898" y="1717"/>
                    <a:pt x="7783" y="1073"/>
                    <a:pt x="10467" y="644"/>
                  </a:cubicBezTo>
                  <a:cubicBezTo>
                    <a:pt x="13178" y="215"/>
                    <a:pt x="15728" y="0"/>
                    <a:pt x="18117" y="0"/>
                  </a:cubicBezTo>
                  <a:cubicBezTo>
                    <a:pt x="24289" y="0"/>
                    <a:pt x="29174" y="1409"/>
                    <a:pt x="32771" y="4227"/>
                  </a:cubicBezTo>
                  <a:cubicBezTo>
                    <a:pt x="36368" y="7018"/>
                    <a:pt x="38165" y="10803"/>
                    <a:pt x="38165" y="15580"/>
                  </a:cubicBezTo>
                  <a:cubicBezTo>
                    <a:pt x="38165" y="18909"/>
                    <a:pt x="37212" y="21726"/>
                    <a:pt x="35307" y="24034"/>
                  </a:cubicBezTo>
                  <a:cubicBezTo>
                    <a:pt x="33402" y="26316"/>
                    <a:pt x="30691" y="27900"/>
                    <a:pt x="27175" y="28786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8579A19-FC60-D0C5-F120-6F3899A0DE14}"/>
                </a:ext>
              </a:extLst>
            </p:cNvPr>
            <p:cNvSpPr/>
            <p:nvPr/>
          </p:nvSpPr>
          <p:spPr>
            <a:xfrm>
              <a:off x="6868680" y="1577026"/>
              <a:ext cx="41547" cy="62361"/>
            </a:xfrm>
            <a:custGeom>
              <a:avLst/>
              <a:gdLst>
                <a:gd name="connsiteX0" fmla="*/ 20773 w 41547"/>
                <a:gd name="connsiteY0" fmla="*/ 6441 h 62361"/>
                <a:gd name="connsiteX1" fmla="*/ 11313 w 41547"/>
                <a:gd name="connsiteY1" fmla="*/ 12641 h 62361"/>
                <a:gd name="connsiteX2" fmla="*/ 8172 w 41547"/>
                <a:gd name="connsiteY2" fmla="*/ 31201 h 62361"/>
                <a:gd name="connsiteX3" fmla="*/ 11313 w 41547"/>
                <a:gd name="connsiteY3" fmla="*/ 49760 h 62361"/>
                <a:gd name="connsiteX4" fmla="*/ 20773 w 41547"/>
                <a:gd name="connsiteY4" fmla="*/ 55920 h 62361"/>
                <a:gd name="connsiteX5" fmla="*/ 30235 w 41547"/>
                <a:gd name="connsiteY5" fmla="*/ 49760 h 62361"/>
                <a:gd name="connsiteX6" fmla="*/ 33415 w 41547"/>
                <a:gd name="connsiteY6" fmla="*/ 31201 h 62361"/>
                <a:gd name="connsiteX7" fmla="*/ 30235 w 41547"/>
                <a:gd name="connsiteY7" fmla="*/ 12641 h 62361"/>
                <a:gd name="connsiteX8" fmla="*/ 20773 w 41547"/>
                <a:gd name="connsiteY8" fmla="*/ 6441 h 62361"/>
                <a:gd name="connsiteX9" fmla="*/ 20773 w 41547"/>
                <a:gd name="connsiteY9" fmla="*/ 0 h 62361"/>
                <a:gd name="connsiteX10" fmla="*/ 36193 w 41547"/>
                <a:gd name="connsiteY10" fmla="*/ 8011 h 62361"/>
                <a:gd name="connsiteX11" fmla="*/ 41547 w 41547"/>
                <a:gd name="connsiteY11" fmla="*/ 31201 h 62361"/>
                <a:gd name="connsiteX12" fmla="*/ 36193 w 41547"/>
                <a:gd name="connsiteY12" fmla="*/ 54390 h 62361"/>
                <a:gd name="connsiteX13" fmla="*/ 20773 w 41547"/>
                <a:gd name="connsiteY13" fmla="*/ 62361 h 62361"/>
                <a:gd name="connsiteX14" fmla="*/ 5314 w 41547"/>
                <a:gd name="connsiteY14" fmla="*/ 54390 h 62361"/>
                <a:gd name="connsiteX15" fmla="*/ 0 w 41547"/>
                <a:gd name="connsiteY15" fmla="*/ 31201 h 62361"/>
                <a:gd name="connsiteX16" fmla="*/ 5314 w 41547"/>
                <a:gd name="connsiteY16" fmla="*/ 8011 h 62361"/>
                <a:gd name="connsiteX17" fmla="*/ 20773 w 41547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1">
                  <a:moveTo>
                    <a:pt x="20773" y="6441"/>
                  </a:moveTo>
                  <a:cubicBezTo>
                    <a:pt x="16586" y="6441"/>
                    <a:pt x="13433" y="8507"/>
                    <a:pt x="11313" y="12641"/>
                  </a:cubicBezTo>
                  <a:cubicBezTo>
                    <a:pt x="9219" y="16747"/>
                    <a:pt x="8172" y="22934"/>
                    <a:pt x="8172" y="31201"/>
                  </a:cubicBezTo>
                  <a:cubicBezTo>
                    <a:pt x="8172" y="39440"/>
                    <a:pt x="9219" y="45627"/>
                    <a:pt x="11313" y="49760"/>
                  </a:cubicBezTo>
                  <a:cubicBezTo>
                    <a:pt x="13433" y="53867"/>
                    <a:pt x="16586" y="55920"/>
                    <a:pt x="20773" y="55920"/>
                  </a:cubicBezTo>
                  <a:cubicBezTo>
                    <a:pt x="24987" y="55920"/>
                    <a:pt x="28141" y="53867"/>
                    <a:pt x="30235" y="49760"/>
                  </a:cubicBezTo>
                  <a:cubicBezTo>
                    <a:pt x="32354" y="45627"/>
                    <a:pt x="33415" y="39440"/>
                    <a:pt x="33415" y="31201"/>
                  </a:cubicBezTo>
                  <a:cubicBezTo>
                    <a:pt x="33415" y="22934"/>
                    <a:pt x="32354" y="16747"/>
                    <a:pt x="30235" y="12641"/>
                  </a:cubicBezTo>
                  <a:cubicBezTo>
                    <a:pt x="28141" y="8507"/>
                    <a:pt x="24987" y="6441"/>
                    <a:pt x="20773" y="6441"/>
                  </a:cubicBezTo>
                  <a:moveTo>
                    <a:pt x="20773" y="0"/>
                  </a:moveTo>
                  <a:cubicBezTo>
                    <a:pt x="27510" y="0"/>
                    <a:pt x="32650" y="2670"/>
                    <a:pt x="36193" y="8011"/>
                  </a:cubicBezTo>
                  <a:cubicBezTo>
                    <a:pt x="39762" y="13325"/>
                    <a:pt x="41547" y="21055"/>
                    <a:pt x="41547" y="31201"/>
                  </a:cubicBezTo>
                  <a:cubicBezTo>
                    <a:pt x="41547" y="41319"/>
                    <a:pt x="39762" y="49049"/>
                    <a:pt x="36193" y="54390"/>
                  </a:cubicBezTo>
                  <a:cubicBezTo>
                    <a:pt x="32650" y="59704"/>
                    <a:pt x="27510" y="62361"/>
                    <a:pt x="20773" y="62361"/>
                  </a:cubicBezTo>
                  <a:cubicBezTo>
                    <a:pt x="14036" y="62361"/>
                    <a:pt x="8883" y="59704"/>
                    <a:pt x="5314" y="54390"/>
                  </a:cubicBezTo>
                  <a:cubicBezTo>
                    <a:pt x="1771" y="49049"/>
                    <a:pt x="0" y="41319"/>
                    <a:pt x="0" y="31201"/>
                  </a:cubicBezTo>
                  <a:cubicBezTo>
                    <a:pt x="0" y="21055"/>
                    <a:pt x="1771" y="13325"/>
                    <a:pt x="5314" y="8011"/>
                  </a:cubicBezTo>
                  <a:cubicBezTo>
                    <a:pt x="8883" y="2670"/>
                    <a:pt x="14036" y="0"/>
                    <a:pt x="20773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8654D2C-2470-5330-4B29-40C0ACFBF487}"/>
                </a:ext>
              </a:extLst>
            </p:cNvPr>
            <p:cNvSpPr/>
            <p:nvPr/>
          </p:nvSpPr>
          <p:spPr>
            <a:xfrm>
              <a:off x="6924520" y="1627994"/>
              <a:ext cx="8494" cy="10225"/>
            </a:xfrm>
            <a:custGeom>
              <a:avLst/>
              <a:gdLst>
                <a:gd name="connsiteX0" fmla="*/ 0 w 8494"/>
                <a:gd name="connsiteY0" fmla="*/ 0 h 10225"/>
                <a:gd name="connsiteX1" fmla="*/ 8494 w 8494"/>
                <a:gd name="connsiteY1" fmla="*/ 0 h 10225"/>
                <a:gd name="connsiteX2" fmla="*/ 8494 w 8494"/>
                <a:gd name="connsiteY2" fmla="*/ 10226 h 10225"/>
                <a:gd name="connsiteX3" fmla="*/ 0 w 8494"/>
                <a:gd name="connsiteY3" fmla="*/ 10226 h 10225"/>
                <a:gd name="connsiteX4" fmla="*/ 0 w 8494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4" h="10225">
                  <a:moveTo>
                    <a:pt x="0" y="0"/>
                  </a:moveTo>
                  <a:lnTo>
                    <a:pt x="8494" y="0"/>
                  </a:lnTo>
                  <a:lnTo>
                    <a:pt x="8494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D566885-4A3D-5968-8CAE-301F94AF6502}"/>
                </a:ext>
              </a:extLst>
            </p:cNvPr>
            <p:cNvSpPr/>
            <p:nvPr/>
          </p:nvSpPr>
          <p:spPr>
            <a:xfrm>
              <a:off x="6945937" y="1578112"/>
              <a:ext cx="43802" cy="60107"/>
            </a:xfrm>
            <a:custGeom>
              <a:avLst/>
              <a:gdLst>
                <a:gd name="connsiteX0" fmla="*/ 27136 w 43802"/>
                <a:gd name="connsiteY0" fmla="*/ 7086 h 60107"/>
                <a:gd name="connsiteX1" fmla="*/ 6603 w 43802"/>
                <a:gd name="connsiteY1" fmla="*/ 39173 h 60107"/>
                <a:gd name="connsiteX2" fmla="*/ 27136 w 43802"/>
                <a:gd name="connsiteY2" fmla="*/ 39173 h 60107"/>
                <a:gd name="connsiteX3" fmla="*/ 27136 w 43802"/>
                <a:gd name="connsiteY3" fmla="*/ 7086 h 60107"/>
                <a:gd name="connsiteX4" fmla="*/ 25002 w 43802"/>
                <a:gd name="connsiteY4" fmla="*/ 0 h 60107"/>
                <a:gd name="connsiteX5" fmla="*/ 35228 w 43802"/>
                <a:gd name="connsiteY5" fmla="*/ 0 h 60107"/>
                <a:gd name="connsiteX6" fmla="*/ 35228 w 43802"/>
                <a:gd name="connsiteY6" fmla="*/ 39173 h 60107"/>
                <a:gd name="connsiteX7" fmla="*/ 43802 w 43802"/>
                <a:gd name="connsiteY7" fmla="*/ 39173 h 60107"/>
                <a:gd name="connsiteX8" fmla="*/ 43802 w 43802"/>
                <a:gd name="connsiteY8" fmla="*/ 45936 h 60107"/>
                <a:gd name="connsiteX9" fmla="*/ 35228 w 43802"/>
                <a:gd name="connsiteY9" fmla="*/ 45936 h 60107"/>
                <a:gd name="connsiteX10" fmla="*/ 35228 w 43802"/>
                <a:gd name="connsiteY10" fmla="*/ 60107 h 60107"/>
                <a:gd name="connsiteX11" fmla="*/ 27136 w 43802"/>
                <a:gd name="connsiteY11" fmla="*/ 60107 h 60107"/>
                <a:gd name="connsiteX12" fmla="*/ 27136 w 43802"/>
                <a:gd name="connsiteY12" fmla="*/ 45936 h 60107"/>
                <a:gd name="connsiteX13" fmla="*/ 0 w 43802"/>
                <a:gd name="connsiteY13" fmla="*/ 45936 h 60107"/>
                <a:gd name="connsiteX14" fmla="*/ 0 w 43802"/>
                <a:gd name="connsiteY14" fmla="*/ 38086 h 60107"/>
                <a:gd name="connsiteX15" fmla="*/ 25002 w 43802"/>
                <a:gd name="connsiteY15" fmla="*/ 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802" h="60107">
                  <a:moveTo>
                    <a:pt x="27136" y="7086"/>
                  </a:moveTo>
                  <a:lnTo>
                    <a:pt x="6603" y="39173"/>
                  </a:lnTo>
                  <a:lnTo>
                    <a:pt x="27136" y="39173"/>
                  </a:lnTo>
                  <a:lnTo>
                    <a:pt x="27136" y="7086"/>
                  </a:lnTo>
                  <a:moveTo>
                    <a:pt x="25002" y="0"/>
                  </a:moveTo>
                  <a:lnTo>
                    <a:pt x="35228" y="0"/>
                  </a:lnTo>
                  <a:lnTo>
                    <a:pt x="35228" y="39173"/>
                  </a:lnTo>
                  <a:lnTo>
                    <a:pt x="43802" y="39173"/>
                  </a:lnTo>
                  <a:lnTo>
                    <a:pt x="43802" y="45936"/>
                  </a:lnTo>
                  <a:lnTo>
                    <a:pt x="35228" y="45936"/>
                  </a:lnTo>
                  <a:lnTo>
                    <a:pt x="35228" y="60107"/>
                  </a:lnTo>
                  <a:lnTo>
                    <a:pt x="27136" y="60107"/>
                  </a:lnTo>
                  <a:lnTo>
                    <a:pt x="27136" y="45936"/>
                  </a:lnTo>
                  <a:lnTo>
                    <a:pt x="0" y="45936"/>
                  </a:lnTo>
                  <a:lnTo>
                    <a:pt x="0" y="38086"/>
                  </a:lnTo>
                  <a:lnTo>
                    <a:pt x="25002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EEC26F8-E061-A498-3871-A27E95A6EFA6}"/>
                </a:ext>
              </a:extLst>
            </p:cNvPr>
            <p:cNvSpPr/>
            <p:nvPr/>
          </p:nvSpPr>
          <p:spPr>
            <a:xfrm>
              <a:off x="6871256" y="1335214"/>
              <a:ext cx="41547" cy="62361"/>
            </a:xfrm>
            <a:custGeom>
              <a:avLst/>
              <a:gdLst>
                <a:gd name="connsiteX0" fmla="*/ 20774 w 41547"/>
                <a:gd name="connsiteY0" fmla="*/ 6441 h 62361"/>
                <a:gd name="connsiteX1" fmla="*/ 11313 w 41547"/>
                <a:gd name="connsiteY1" fmla="*/ 12641 h 62361"/>
                <a:gd name="connsiteX2" fmla="*/ 8172 w 41547"/>
                <a:gd name="connsiteY2" fmla="*/ 31201 h 62361"/>
                <a:gd name="connsiteX3" fmla="*/ 11313 w 41547"/>
                <a:gd name="connsiteY3" fmla="*/ 49761 h 62361"/>
                <a:gd name="connsiteX4" fmla="*/ 20774 w 41547"/>
                <a:gd name="connsiteY4" fmla="*/ 55921 h 62361"/>
                <a:gd name="connsiteX5" fmla="*/ 30235 w 41547"/>
                <a:gd name="connsiteY5" fmla="*/ 49761 h 62361"/>
                <a:gd name="connsiteX6" fmla="*/ 33416 w 41547"/>
                <a:gd name="connsiteY6" fmla="*/ 31201 h 62361"/>
                <a:gd name="connsiteX7" fmla="*/ 30235 w 41547"/>
                <a:gd name="connsiteY7" fmla="*/ 12641 h 62361"/>
                <a:gd name="connsiteX8" fmla="*/ 20774 w 41547"/>
                <a:gd name="connsiteY8" fmla="*/ 6441 h 62361"/>
                <a:gd name="connsiteX9" fmla="*/ 20774 w 41547"/>
                <a:gd name="connsiteY9" fmla="*/ 0 h 62361"/>
                <a:gd name="connsiteX10" fmla="*/ 36194 w 41547"/>
                <a:gd name="connsiteY10" fmla="*/ 8012 h 62361"/>
                <a:gd name="connsiteX11" fmla="*/ 41547 w 41547"/>
                <a:gd name="connsiteY11" fmla="*/ 31201 h 62361"/>
                <a:gd name="connsiteX12" fmla="*/ 36194 w 41547"/>
                <a:gd name="connsiteY12" fmla="*/ 54390 h 62361"/>
                <a:gd name="connsiteX13" fmla="*/ 20774 w 41547"/>
                <a:gd name="connsiteY13" fmla="*/ 62362 h 62361"/>
                <a:gd name="connsiteX14" fmla="*/ 5314 w 41547"/>
                <a:gd name="connsiteY14" fmla="*/ 54390 h 62361"/>
                <a:gd name="connsiteX15" fmla="*/ 0 w 41547"/>
                <a:gd name="connsiteY15" fmla="*/ 31201 h 62361"/>
                <a:gd name="connsiteX16" fmla="*/ 5314 w 41547"/>
                <a:gd name="connsiteY16" fmla="*/ 8012 h 62361"/>
                <a:gd name="connsiteX17" fmla="*/ 20774 w 41547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1">
                  <a:moveTo>
                    <a:pt x="20774" y="6441"/>
                  </a:moveTo>
                  <a:cubicBezTo>
                    <a:pt x="16587" y="6441"/>
                    <a:pt x="13433" y="8508"/>
                    <a:pt x="11313" y="12641"/>
                  </a:cubicBezTo>
                  <a:cubicBezTo>
                    <a:pt x="9219" y="16747"/>
                    <a:pt x="8172" y="22934"/>
                    <a:pt x="8172" y="31201"/>
                  </a:cubicBezTo>
                  <a:cubicBezTo>
                    <a:pt x="8172" y="39441"/>
                    <a:pt x="9219" y="45627"/>
                    <a:pt x="11313" y="49761"/>
                  </a:cubicBezTo>
                  <a:cubicBezTo>
                    <a:pt x="13433" y="53867"/>
                    <a:pt x="16587" y="55921"/>
                    <a:pt x="20774" y="55921"/>
                  </a:cubicBezTo>
                  <a:cubicBezTo>
                    <a:pt x="24988" y="55921"/>
                    <a:pt x="28142" y="53867"/>
                    <a:pt x="30235" y="49761"/>
                  </a:cubicBezTo>
                  <a:cubicBezTo>
                    <a:pt x="32355" y="45627"/>
                    <a:pt x="33416" y="39441"/>
                    <a:pt x="33416" y="31201"/>
                  </a:cubicBezTo>
                  <a:cubicBezTo>
                    <a:pt x="33416" y="22934"/>
                    <a:pt x="32355" y="16747"/>
                    <a:pt x="30235" y="12641"/>
                  </a:cubicBezTo>
                  <a:cubicBezTo>
                    <a:pt x="28142" y="8508"/>
                    <a:pt x="24988" y="6441"/>
                    <a:pt x="20774" y="6441"/>
                  </a:cubicBezTo>
                  <a:moveTo>
                    <a:pt x="20774" y="0"/>
                  </a:moveTo>
                  <a:cubicBezTo>
                    <a:pt x="27511" y="0"/>
                    <a:pt x="32651" y="2671"/>
                    <a:pt x="36194" y="8012"/>
                  </a:cubicBezTo>
                  <a:cubicBezTo>
                    <a:pt x="39762" y="13326"/>
                    <a:pt x="41547" y="21056"/>
                    <a:pt x="41547" y="31201"/>
                  </a:cubicBezTo>
                  <a:cubicBezTo>
                    <a:pt x="41547" y="41319"/>
                    <a:pt x="39762" y="49049"/>
                    <a:pt x="36194" y="54390"/>
                  </a:cubicBezTo>
                  <a:cubicBezTo>
                    <a:pt x="32651" y="59704"/>
                    <a:pt x="27511" y="62362"/>
                    <a:pt x="20774" y="62362"/>
                  </a:cubicBezTo>
                  <a:cubicBezTo>
                    <a:pt x="14037" y="62362"/>
                    <a:pt x="8884" y="59704"/>
                    <a:pt x="5314" y="54390"/>
                  </a:cubicBezTo>
                  <a:cubicBezTo>
                    <a:pt x="1771" y="49049"/>
                    <a:pt x="0" y="41319"/>
                    <a:pt x="0" y="31201"/>
                  </a:cubicBezTo>
                  <a:cubicBezTo>
                    <a:pt x="0" y="21056"/>
                    <a:pt x="1771" y="13326"/>
                    <a:pt x="5314" y="8012"/>
                  </a:cubicBezTo>
                  <a:cubicBezTo>
                    <a:pt x="8884" y="2671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896470B-6FFE-339D-7934-7EE6744CE94F}"/>
                </a:ext>
              </a:extLst>
            </p:cNvPr>
            <p:cNvSpPr/>
            <p:nvPr/>
          </p:nvSpPr>
          <p:spPr>
            <a:xfrm>
              <a:off x="6927096" y="1386182"/>
              <a:ext cx="8495" cy="10225"/>
            </a:xfrm>
            <a:custGeom>
              <a:avLst/>
              <a:gdLst>
                <a:gd name="connsiteX0" fmla="*/ 0 w 8495"/>
                <a:gd name="connsiteY0" fmla="*/ 0 h 10225"/>
                <a:gd name="connsiteX1" fmla="*/ 8495 w 8495"/>
                <a:gd name="connsiteY1" fmla="*/ 0 h 10225"/>
                <a:gd name="connsiteX2" fmla="*/ 8495 w 8495"/>
                <a:gd name="connsiteY2" fmla="*/ 10226 h 10225"/>
                <a:gd name="connsiteX3" fmla="*/ 0 w 8495"/>
                <a:gd name="connsiteY3" fmla="*/ 10226 h 10225"/>
                <a:gd name="connsiteX4" fmla="*/ 0 w 8495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5">
                  <a:moveTo>
                    <a:pt x="0" y="0"/>
                  </a:moveTo>
                  <a:lnTo>
                    <a:pt x="8495" y="0"/>
                  </a:lnTo>
                  <a:lnTo>
                    <a:pt x="8495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C3F5C7D-2470-2BCA-7923-18CAEA5AD6C5}"/>
                </a:ext>
              </a:extLst>
            </p:cNvPr>
            <p:cNvSpPr/>
            <p:nvPr/>
          </p:nvSpPr>
          <p:spPr>
            <a:xfrm>
              <a:off x="6950849" y="1336301"/>
              <a:ext cx="38889" cy="61274"/>
            </a:xfrm>
            <a:custGeom>
              <a:avLst/>
              <a:gdLst>
                <a:gd name="connsiteX0" fmla="*/ 2536 w 38889"/>
                <a:gd name="connsiteY0" fmla="*/ 0 h 61274"/>
                <a:gd name="connsiteX1" fmla="*/ 34461 w 38889"/>
                <a:gd name="connsiteY1" fmla="*/ 0 h 61274"/>
                <a:gd name="connsiteX2" fmla="*/ 34461 w 38889"/>
                <a:gd name="connsiteY2" fmla="*/ 6844 h 61274"/>
                <a:gd name="connsiteX3" fmla="*/ 9984 w 38889"/>
                <a:gd name="connsiteY3" fmla="*/ 6844 h 61274"/>
                <a:gd name="connsiteX4" fmla="*/ 9984 w 38889"/>
                <a:gd name="connsiteY4" fmla="*/ 21579 h 61274"/>
                <a:gd name="connsiteX5" fmla="*/ 13527 w 38889"/>
                <a:gd name="connsiteY5" fmla="*/ 20693 h 61274"/>
                <a:gd name="connsiteX6" fmla="*/ 17069 w 38889"/>
                <a:gd name="connsiteY6" fmla="*/ 20371 h 61274"/>
                <a:gd name="connsiteX7" fmla="*/ 33012 w 38889"/>
                <a:gd name="connsiteY7" fmla="*/ 25887 h 61274"/>
                <a:gd name="connsiteX8" fmla="*/ 38890 w 38889"/>
                <a:gd name="connsiteY8" fmla="*/ 40823 h 61274"/>
                <a:gd name="connsiteX9" fmla="*/ 32851 w 38889"/>
                <a:gd name="connsiteY9" fmla="*/ 55920 h 61274"/>
                <a:gd name="connsiteX10" fmla="*/ 15822 w 38889"/>
                <a:gd name="connsiteY10" fmla="*/ 61275 h 61274"/>
                <a:gd name="connsiteX11" fmla="*/ 8092 w 38889"/>
                <a:gd name="connsiteY11" fmla="*/ 60631 h 61274"/>
                <a:gd name="connsiteX12" fmla="*/ 0 w 38889"/>
                <a:gd name="connsiteY12" fmla="*/ 58699 h 61274"/>
                <a:gd name="connsiteX13" fmla="*/ 0 w 38889"/>
                <a:gd name="connsiteY13" fmla="*/ 50525 h 61274"/>
                <a:gd name="connsiteX14" fmla="*/ 7488 w 38889"/>
                <a:gd name="connsiteY14" fmla="*/ 53464 h 61274"/>
                <a:gd name="connsiteX15" fmla="*/ 15661 w 38889"/>
                <a:gd name="connsiteY15" fmla="*/ 54431 h 61274"/>
                <a:gd name="connsiteX16" fmla="*/ 26692 w 38889"/>
                <a:gd name="connsiteY16" fmla="*/ 50767 h 61274"/>
                <a:gd name="connsiteX17" fmla="*/ 30757 w 38889"/>
                <a:gd name="connsiteY17" fmla="*/ 40823 h 61274"/>
                <a:gd name="connsiteX18" fmla="*/ 26692 w 38889"/>
                <a:gd name="connsiteY18" fmla="*/ 30879 h 61274"/>
                <a:gd name="connsiteX19" fmla="*/ 15661 w 38889"/>
                <a:gd name="connsiteY19" fmla="*/ 27216 h 61274"/>
                <a:gd name="connsiteX20" fmla="*/ 9138 w 38889"/>
                <a:gd name="connsiteY20" fmla="*/ 27940 h 61274"/>
                <a:gd name="connsiteX21" fmla="*/ 2536 w 38889"/>
                <a:gd name="connsiteY21" fmla="*/ 30194 h 61274"/>
                <a:gd name="connsiteX22" fmla="*/ 2536 w 38889"/>
                <a:gd name="connsiteY22" fmla="*/ 0 h 61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8889" h="61274">
                  <a:moveTo>
                    <a:pt x="2536" y="0"/>
                  </a:moveTo>
                  <a:lnTo>
                    <a:pt x="34461" y="0"/>
                  </a:lnTo>
                  <a:lnTo>
                    <a:pt x="34461" y="6844"/>
                  </a:lnTo>
                  <a:lnTo>
                    <a:pt x="9984" y="6844"/>
                  </a:lnTo>
                  <a:lnTo>
                    <a:pt x="9984" y="21579"/>
                  </a:lnTo>
                  <a:cubicBezTo>
                    <a:pt x="11165" y="21176"/>
                    <a:pt x="12345" y="20881"/>
                    <a:pt x="13527" y="20693"/>
                  </a:cubicBezTo>
                  <a:cubicBezTo>
                    <a:pt x="14708" y="20479"/>
                    <a:pt x="15888" y="20371"/>
                    <a:pt x="17069" y="20371"/>
                  </a:cubicBezTo>
                  <a:cubicBezTo>
                    <a:pt x="23780" y="20371"/>
                    <a:pt x="29094" y="22210"/>
                    <a:pt x="33012" y="25887"/>
                  </a:cubicBezTo>
                  <a:cubicBezTo>
                    <a:pt x="36931" y="29563"/>
                    <a:pt x="38890" y="34542"/>
                    <a:pt x="38890" y="40823"/>
                  </a:cubicBezTo>
                  <a:cubicBezTo>
                    <a:pt x="38890" y="47291"/>
                    <a:pt x="36877" y="52323"/>
                    <a:pt x="32851" y="55920"/>
                  </a:cubicBezTo>
                  <a:cubicBezTo>
                    <a:pt x="28825" y="59490"/>
                    <a:pt x="23149" y="61275"/>
                    <a:pt x="15822" y="61275"/>
                  </a:cubicBezTo>
                  <a:cubicBezTo>
                    <a:pt x="13299" y="61275"/>
                    <a:pt x="10723" y="61060"/>
                    <a:pt x="8092" y="60631"/>
                  </a:cubicBezTo>
                  <a:cubicBezTo>
                    <a:pt x="5488" y="60201"/>
                    <a:pt x="2791" y="59557"/>
                    <a:pt x="0" y="58699"/>
                  </a:cubicBezTo>
                  <a:lnTo>
                    <a:pt x="0" y="50525"/>
                  </a:lnTo>
                  <a:cubicBezTo>
                    <a:pt x="2415" y="51840"/>
                    <a:pt x="4911" y="52820"/>
                    <a:pt x="7488" y="53464"/>
                  </a:cubicBezTo>
                  <a:cubicBezTo>
                    <a:pt x="10065" y="54109"/>
                    <a:pt x="12789" y="54431"/>
                    <a:pt x="15661" y="54431"/>
                  </a:cubicBezTo>
                  <a:cubicBezTo>
                    <a:pt x="20304" y="54431"/>
                    <a:pt x="23981" y="53210"/>
                    <a:pt x="26692" y="50767"/>
                  </a:cubicBezTo>
                  <a:cubicBezTo>
                    <a:pt x="29402" y="48325"/>
                    <a:pt x="30757" y="45011"/>
                    <a:pt x="30757" y="40823"/>
                  </a:cubicBezTo>
                  <a:cubicBezTo>
                    <a:pt x="30757" y="36636"/>
                    <a:pt x="29402" y="33321"/>
                    <a:pt x="26692" y="30879"/>
                  </a:cubicBezTo>
                  <a:cubicBezTo>
                    <a:pt x="23981" y="28437"/>
                    <a:pt x="20304" y="27216"/>
                    <a:pt x="15661" y="27216"/>
                  </a:cubicBezTo>
                  <a:cubicBezTo>
                    <a:pt x="13486" y="27216"/>
                    <a:pt x="11312" y="27457"/>
                    <a:pt x="9138" y="27940"/>
                  </a:cubicBezTo>
                  <a:cubicBezTo>
                    <a:pt x="6991" y="28423"/>
                    <a:pt x="4790" y="29175"/>
                    <a:pt x="2536" y="30194"/>
                  </a:cubicBezTo>
                  <a:lnTo>
                    <a:pt x="2536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620A465-0B69-2B6F-8DA7-11BFD87BE31F}"/>
                </a:ext>
              </a:extLst>
            </p:cNvPr>
            <p:cNvSpPr/>
            <p:nvPr/>
          </p:nvSpPr>
          <p:spPr>
            <a:xfrm>
              <a:off x="6756990" y="2026249"/>
              <a:ext cx="60616" cy="49815"/>
            </a:xfrm>
            <a:custGeom>
              <a:avLst/>
              <a:gdLst>
                <a:gd name="connsiteX0" fmla="*/ 15224 w 60616"/>
                <a:gd name="connsiteY0" fmla="*/ 0 h 49815"/>
                <a:gd name="connsiteX1" fmla="*/ 28585 w 60616"/>
                <a:gd name="connsiteY1" fmla="*/ 3445 h 49815"/>
                <a:gd name="connsiteX2" fmla="*/ 39200 w 60616"/>
                <a:gd name="connsiteY2" fmla="*/ 12197 h 49815"/>
                <a:gd name="connsiteX3" fmla="*/ 43204 w 60616"/>
                <a:gd name="connsiteY3" fmla="*/ 22998 h 49815"/>
                <a:gd name="connsiteX4" fmla="*/ 41435 w 60616"/>
                <a:gd name="connsiteY4" fmla="*/ 28446 h 49815"/>
                <a:gd name="connsiteX5" fmla="*/ 37059 w 60616"/>
                <a:gd name="connsiteY5" fmla="*/ 31751 h 49815"/>
                <a:gd name="connsiteX6" fmla="*/ 47813 w 60616"/>
                <a:gd name="connsiteY6" fmla="*/ 34545 h 49815"/>
                <a:gd name="connsiteX7" fmla="*/ 56147 w 60616"/>
                <a:gd name="connsiteY7" fmla="*/ 36453 h 49815"/>
                <a:gd name="connsiteX8" fmla="*/ 56752 w 60616"/>
                <a:gd name="connsiteY8" fmla="*/ 36360 h 49815"/>
                <a:gd name="connsiteX9" fmla="*/ 57171 w 60616"/>
                <a:gd name="connsiteY9" fmla="*/ 35848 h 49815"/>
                <a:gd name="connsiteX10" fmla="*/ 57543 w 60616"/>
                <a:gd name="connsiteY10" fmla="*/ 34405 h 49815"/>
                <a:gd name="connsiteX11" fmla="*/ 57683 w 60616"/>
                <a:gd name="connsiteY11" fmla="*/ 31658 h 49815"/>
                <a:gd name="connsiteX12" fmla="*/ 57683 w 60616"/>
                <a:gd name="connsiteY12" fmla="*/ 30447 h 49815"/>
                <a:gd name="connsiteX13" fmla="*/ 57962 w 60616"/>
                <a:gd name="connsiteY13" fmla="*/ 29750 h 49815"/>
                <a:gd name="connsiteX14" fmla="*/ 58707 w 60616"/>
                <a:gd name="connsiteY14" fmla="*/ 29377 h 49815"/>
                <a:gd name="connsiteX15" fmla="*/ 60616 w 60616"/>
                <a:gd name="connsiteY15" fmla="*/ 31099 h 49815"/>
                <a:gd name="connsiteX16" fmla="*/ 60477 w 60616"/>
                <a:gd name="connsiteY16" fmla="*/ 35801 h 49815"/>
                <a:gd name="connsiteX17" fmla="*/ 60337 w 60616"/>
                <a:gd name="connsiteY17" fmla="*/ 40551 h 49815"/>
                <a:gd name="connsiteX18" fmla="*/ 60477 w 60616"/>
                <a:gd name="connsiteY18" fmla="*/ 44600 h 49815"/>
                <a:gd name="connsiteX19" fmla="*/ 60616 w 60616"/>
                <a:gd name="connsiteY19" fmla="*/ 48558 h 49815"/>
                <a:gd name="connsiteX20" fmla="*/ 59499 w 60616"/>
                <a:gd name="connsiteY20" fmla="*/ 49815 h 49815"/>
                <a:gd name="connsiteX21" fmla="*/ 58428 w 60616"/>
                <a:gd name="connsiteY21" fmla="*/ 49628 h 49815"/>
                <a:gd name="connsiteX22" fmla="*/ 57869 w 60616"/>
                <a:gd name="connsiteY22" fmla="*/ 49116 h 49815"/>
                <a:gd name="connsiteX23" fmla="*/ 57683 w 60616"/>
                <a:gd name="connsiteY23" fmla="*/ 48418 h 49815"/>
                <a:gd name="connsiteX24" fmla="*/ 57683 w 60616"/>
                <a:gd name="connsiteY24" fmla="*/ 47580 h 49815"/>
                <a:gd name="connsiteX25" fmla="*/ 57311 w 60616"/>
                <a:gd name="connsiteY25" fmla="*/ 44507 h 49815"/>
                <a:gd name="connsiteX26" fmla="*/ 56286 w 60616"/>
                <a:gd name="connsiteY26" fmla="*/ 43251 h 49815"/>
                <a:gd name="connsiteX27" fmla="*/ 53772 w 60616"/>
                <a:gd name="connsiteY27" fmla="*/ 42459 h 49815"/>
                <a:gd name="connsiteX28" fmla="*/ 11313 w 60616"/>
                <a:gd name="connsiteY28" fmla="*/ 31751 h 49815"/>
                <a:gd name="connsiteX29" fmla="*/ 6471 w 60616"/>
                <a:gd name="connsiteY29" fmla="*/ 31099 h 49815"/>
                <a:gd name="connsiteX30" fmla="*/ 3026 w 60616"/>
                <a:gd name="connsiteY30" fmla="*/ 31890 h 49815"/>
                <a:gd name="connsiteX31" fmla="*/ 2095 w 60616"/>
                <a:gd name="connsiteY31" fmla="*/ 34079 h 49815"/>
                <a:gd name="connsiteX32" fmla="*/ 4982 w 60616"/>
                <a:gd name="connsiteY32" fmla="*/ 38083 h 49815"/>
                <a:gd name="connsiteX33" fmla="*/ 13455 w 60616"/>
                <a:gd name="connsiteY33" fmla="*/ 41016 h 49815"/>
                <a:gd name="connsiteX34" fmla="*/ 15317 w 60616"/>
                <a:gd name="connsiteY34" fmla="*/ 41714 h 49815"/>
                <a:gd name="connsiteX35" fmla="*/ 15643 w 60616"/>
                <a:gd name="connsiteY35" fmla="*/ 42646 h 49815"/>
                <a:gd name="connsiteX36" fmla="*/ 14665 w 60616"/>
                <a:gd name="connsiteY36" fmla="*/ 43809 h 49815"/>
                <a:gd name="connsiteX37" fmla="*/ 12943 w 60616"/>
                <a:gd name="connsiteY37" fmla="*/ 43437 h 49815"/>
                <a:gd name="connsiteX38" fmla="*/ 9172 w 60616"/>
                <a:gd name="connsiteY38" fmla="*/ 42365 h 49815"/>
                <a:gd name="connsiteX39" fmla="*/ 5447 w 60616"/>
                <a:gd name="connsiteY39" fmla="*/ 40830 h 49815"/>
                <a:gd name="connsiteX40" fmla="*/ 3818 w 60616"/>
                <a:gd name="connsiteY40" fmla="*/ 39945 h 49815"/>
                <a:gd name="connsiteX41" fmla="*/ 2142 w 60616"/>
                <a:gd name="connsiteY41" fmla="*/ 38688 h 49815"/>
                <a:gd name="connsiteX42" fmla="*/ 559 w 60616"/>
                <a:gd name="connsiteY42" fmla="*/ 36546 h 49815"/>
                <a:gd name="connsiteX43" fmla="*/ 0 w 60616"/>
                <a:gd name="connsiteY43" fmla="*/ 33753 h 49815"/>
                <a:gd name="connsiteX44" fmla="*/ 1769 w 60616"/>
                <a:gd name="connsiteY44" fmla="*/ 28306 h 49815"/>
                <a:gd name="connsiteX45" fmla="*/ 7123 w 60616"/>
                <a:gd name="connsiteY45" fmla="*/ 25187 h 49815"/>
                <a:gd name="connsiteX46" fmla="*/ 2002 w 60616"/>
                <a:gd name="connsiteY46" fmla="*/ 19274 h 49815"/>
                <a:gd name="connsiteX47" fmla="*/ 0 w 60616"/>
                <a:gd name="connsiteY47" fmla="*/ 12709 h 49815"/>
                <a:gd name="connsiteX48" fmla="*/ 4283 w 60616"/>
                <a:gd name="connsiteY48" fmla="*/ 3631 h 49815"/>
                <a:gd name="connsiteX49" fmla="*/ 15224 w 60616"/>
                <a:gd name="connsiteY49" fmla="*/ 0 h 49815"/>
                <a:gd name="connsiteX50" fmla="*/ 11034 w 60616"/>
                <a:gd name="connsiteY50" fmla="*/ 6890 h 49815"/>
                <a:gd name="connsiteX51" fmla="*/ 4469 w 60616"/>
                <a:gd name="connsiteY51" fmla="*/ 8519 h 49815"/>
                <a:gd name="connsiteX52" fmla="*/ 2095 w 60616"/>
                <a:gd name="connsiteY52" fmla="*/ 12989 h 49815"/>
                <a:gd name="connsiteX53" fmla="*/ 5726 w 60616"/>
                <a:gd name="connsiteY53" fmla="*/ 20718 h 49815"/>
                <a:gd name="connsiteX54" fmla="*/ 12384 w 60616"/>
                <a:gd name="connsiteY54" fmla="*/ 25652 h 49815"/>
                <a:gd name="connsiteX55" fmla="*/ 31053 w 60616"/>
                <a:gd name="connsiteY55" fmla="*/ 30354 h 49815"/>
                <a:gd name="connsiteX56" fmla="*/ 32589 w 60616"/>
                <a:gd name="connsiteY56" fmla="*/ 30634 h 49815"/>
                <a:gd name="connsiteX57" fmla="*/ 33707 w 60616"/>
                <a:gd name="connsiteY57" fmla="*/ 30494 h 49815"/>
                <a:gd name="connsiteX58" fmla="*/ 35802 w 60616"/>
                <a:gd name="connsiteY58" fmla="*/ 29795 h 49815"/>
                <a:gd name="connsiteX59" fmla="*/ 38269 w 60616"/>
                <a:gd name="connsiteY59" fmla="*/ 28492 h 49815"/>
                <a:gd name="connsiteX60" fmla="*/ 40225 w 60616"/>
                <a:gd name="connsiteY60" fmla="*/ 26304 h 49815"/>
                <a:gd name="connsiteX61" fmla="*/ 41063 w 60616"/>
                <a:gd name="connsiteY61" fmla="*/ 23092 h 49815"/>
                <a:gd name="connsiteX62" fmla="*/ 38549 w 60616"/>
                <a:gd name="connsiteY62" fmla="*/ 17179 h 49815"/>
                <a:gd name="connsiteX63" fmla="*/ 31286 w 60616"/>
                <a:gd name="connsiteY63" fmla="*/ 11732 h 49815"/>
                <a:gd name="connsiteX64" fmla="*/ 21602 w 60616"/>
                <a:gd name="connsiteY64" fmla="*/ 8613 h 49815"/>
                <a:gd name="connsiteX65" fmla="*/ 11034 w 60616"/>
                <a:gd name="connsiteY65" fmla="*/ 6890 h 4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6" h="49815">
                  <a:moveTo>
                    <a:pt x="15224" y="0"/>
                  </a:moveTo>
                  <a:cubicBezTo>
                    <a:pt x="19755" y="0"/>
                    <a:pt x="24209" y="1148"/>
                    <a:pt x="28585" y="3445"/>
                  </a:cubicBezTo>
                  <a:cubicBezTo>
                    <a:pt x="32962" y="5711"/>
                    <a:pt x="36500" y="8629"/>
                    <a:pt x="39200" y="12197"/>
                  </a:cubicBezTo>
                  <a:cubicBezTo>
                    <a:pt x="41870" y="15766"/>
                    <a:pt x="43204" y="19367"/>
                    <a:pt x="43204" y="22998"/>
                  </a:cubicBezTo>
                  <a:cubicBezTo>
                    <a:pt x="43204" y="25171"/>
                    <a:pt x="42614" y="26987"/>
                    <a:pt x="41435" y="28446"/>
                  </a:cubicBezTo>
                  <a:cubicBezTo>
                    <a:pt x="40225" y="29874"/>
                    <a:pt x="38766" y="30975"/>
                    <a:pt x="37059" y="31751"/>
                  </a:cubicBezTo>
                  <a:cubicBezTo>
                    <a:pt x="39169" y="32341"/>
                    <a:pt x="42754" y="33272"/>
                    <a:pt x="47813" y="34545"/>
                  </a:cubicBezTo>
                  <a:cubicBezTo>
                    <a:pt x="52872" y="35817"/>
                    <a:pt x="55650" y="36453"/>
                    <a:pt x="56147" y="36453"/>
                  </a:cubicBezTo>
                  <a:cubicBezTo>
                    <a:pt x="56426" y="36453"/>
                    <a:pt x="56628" y="36422"/>
                    <a:pt x="56752" y="36360"/>
                  </a:cubicBezTo>
                  <a:cubicBezTo>
                    <a:pt x="56876" y="36298"/>
                    <a:pt x="57016" y="36127"/>
                    <a:pt x="57171" y="35848"/>
                  </a:cubicBezTo>
                  <a:cubicBezTo>
                    <a:pt x="57357" y="35568"/>
                    <a:pt x="57481" y="35087"/>
                    <a:pt x="57543" y="34405"/>
                  </a:cubicBezTo>
                  <a:cubicBezTo>
                    <a:pt x="57637" y="33722"/>
                    <a:pt x="57683" y="32806"/>
                    <a:pt x="57683" y="31658"/>
                  </a:cubicBezTo>
                  <a:cubicBezTo>
                    <a:pt x="57683" y="31068"/>
                    <a:pt x="57683" y="30665"/>
                    <a:pt x="57683" y="30447"/>
                  </a:cubicBezTo>
                  <a:cubicBezTo>
                    <a:pt x="57714" y="30199"/>
                    <a:pt x="57807" y="29966"/>
                    <a:pt x="57962" y="29750"/>
                  </a:cubicBezTo>
                  <a:cubicBezTo>
                    <a:pt x="58118" y="29501"/>
                    <a:pt x="58366" y="29377"/>
                    <a:pt x="58707" y="29377"/>
                  </a:cubicBezTo>
                  <a:cubicBezTo>
                    <a:pt x="59980" y="29377"/>
                    <a:pt x="60616" y="29951"/>
                    <a:pt x="60616" y="31099"/>
                  </a:cubicBezTo>
                  <a:cubicBezTo>
                    <a:pt x="60616" y="32124"/>
                    <a:pt x="60570" y="33691"/>
                    <a:pt x="60477" y="35801"/>
                  </a:cubicBezTo>
                  <a:cubicBezTo>
                    <a:pt x="60383" y="37912"/>
                    <a:pt x="60337" y="39495"/>
                    <a:pt x="60337" y="40551"/>
                  </a:cubicBezTo>
                  <a:cubicBezTo>
                    <a:pt x="60337" y="41450"/>
                    <a:pt x="60383" y="42801"/>
                    <a:pt x="60477" y="44600"/>
                  </a:cubicBezTo>
                  <a:cubicBezTo>
                    <a:pt x="60570" y="46400"/>
                    <a:pt x="60616" y="47720"/>
                    <a:pt x="60616" y="48558"/>
                  </a:cubicBezTo>
                  <a:cubicBezTo>
                    <a:pt x="60616" y="49396"/>
                    <a:pt x="60244" y="49815"/>
                    <a:pt x="59499" y="49815"/>
                  </a:cubicBezTo>
                  <a:cubicBezTo>
                    <a:pt x="59064" y="49815"/>
                    <a:pt x="58707" y="49753"/>
                    <a:pt x="58428" y="49628"/>
                  </a:cubicBezTo>
                  <a:cubicBezTo>
                    <a:pt x="58180" y="49536"/>
                    <a:pt x="57994" y="49365"/>
                    <a:pt x="57869" y="49116"/>
                  </a:cubicBezTo>
                  <a:cubicBezTo>
                    <a:pt x="57776" y="48868"/>
                    <a:pt x="57714" y="48635"/>
                    <a:pt x="57683" y="48418"/>
                  </a:cubicBezTo>
                  <a:cubicBezTo>
                    <a:pt x="57683" y="48232"/>
                    <a:pt x="57683" y="47953"/>
                    <a:pt x="57683" y="47580"/>
                  </a:cubicBezTo>
                  <a:cubicBezTo>
                    <a:pt x="57683" y="46152"/>
                    <a:pt x="57559" y="45128"/>
                    <a:pt x="57311" y="44507"/>
                  </a:cubicBezTo>
                  <a:cubicBezTo>
                    <a:pt x="57093" y="43886"/>
                    <a:pt x="56752" y="43467"/>
                    <a:pt x="56286" y="43251"/>
                  </a:cubicBezTo>
                  <a:cubicBezTo>
                    <a:pt x="55852" y="43002"/>
                    <a:pt x="55014" y="42738"/>
                    <a:pt x="53772" y="42459"/>
                  </a:cubicBezTo>
                  <a:lnTo>
                    <a:pt x="11313" y="31751"/>
                  </a:lnTo>
                  <a:cubicBezTo>
                    <a:pt x="9420" y="31317"/>
                    <a:pt x="7806" y="31099"/>
                    <a:pt x="6471" y="31099"/>
                  </a:cubicBezTo>
                  <a:cubicBezTo>
                    <a:pt x="4795" y="31099"/>
                    <a:pt x="3647" y="31363"/>
                    <a:pt x="3026" y="31890"/>
                  </a:cubicBezTo>
                  <a:cubicBezTo>
                    <a:pt x="2405" y="32418"/>
                    <a:pt x="2095" y="33148"/>
                    <a:pt x="2095" y="34079"/>
                  </a:cubicBezTo>
                  <a:cubicBezTo>
                    <a:pt x="2095" y="35693"/>
                    <a:pt x="3057" y="37027"/>
                    <a:pt x="4982" y="38083"/>
                  </a:cubicBezTo>
                  <a:cubicBezTo>
                    <a:pt x="6906" y="39137"/>
                    <a:pt x="9730" y="40115"/>
                    <a:pt x="13455" y="41016"/>
                  </a:cubicBezTo>
                  <a:cubicBezTo>
                    <a:pt x="14479" y="41295"/>
                    <a:pt x="15100" y="41529"/>
                    <a:pt x="15317" y="41714"/>
                  </a:cubicBezTo>
                  <a:cubicBezTo>
                    <a:pt x="15534" y="41869"/>
                    <a:pt x="15643" y="42179"/>
                    <a:pt x="15643" y="42646"/>
                  </a:cubicBezTo>
                  <a:cubicBezTo>
                    <a:pt x="15612" y="43422"/>
                    <a:pt x="15286" y="43809"/>
                    <a:pt x="14665" y="43809"/>
                  </a:cubicBezTo>
                  <a:cubicBezTo>
                    <a:pt x="14510" y="43809"/>
                    <a:pt x="13936" y="43685"/>
                    <a:pt x="12943" y="43437"/>
                  </a:cubicBezTo>
                  <a:cubicBezTo>
                    <a:pt x="11918" y="43188"/>
                    <a:pt x="10661" y="42831"/>
                    <a:pt x="9172" y="42365"/>
                  </a:cubicBezTo>
                  <a:cubicBezTo>
                    <a:pt x="7651" y="41869"/>
                    <a:pt x="6409" y="41358"/>
                    <a:pt x="5447" y="40830"/>
                  </a:cubicBezTo>
                  <a:cubicBezTo>
                    <a:pt x="4795" y="40519"/>
                    <a:pt x="4252" y="40225"/>
                    <a:pt x="3818" y="39945"/>
                  </a:cubicBezTo>
                  <a:cubicBezTo>
                    <a:pt x="3383" y="39666"/>
                    <a:pt x="2824" y="39247"/>
                    <a:pt x="2142" y="38688"/>
                  </a:cubicBezTo>
                  <a:cubicBezTo>
                    <a:pt x="1459" y="38099"/>
                    <a:pt x="931" y="37384"/>
                    <a:pt x="559" y="36546"/>
                  </a:cubicBezTo>
                  <a:cubicBezTo>
                    <a:pt x="186" y="35709"/>
                    <a:pt x="0" y="34777"/>
                    <a:pt x="0" y="33753"/>
                  </a:cubicBezTo>
                  <a:cubicBezTo>
                    <a:pt x="0" y="31766"/>
                    <a:pt x="590" y="29950"/>
                    <a:pt x="1769" y="28306"/>
                  </a:cubicBezTo>
                  <a:cubicBezTo>
                    <a:pt x="2949" y="26661"/>
                    <a:pt x="4733" y="25621"/>
                    <a:pt x="7123" y="25187"/>
                  </a:cubicBezTo>
                  <a:cubicBezTo>
                    <a:pt x="5044" y="23418"/>
                    <a:pt x="3337" y="21447"/>
                    <a:pt x="2002" y="19274"/>
                  </a:cubicBezTo>
                  <a:cubicBezTo>
                    <a:pt x="667" y="17101"/>
                    <a:pt x="0" y="14913"/>
                    <a:pt x="0" y="12709"/>
                  </a:cubicBezTo>
                  <a:cubicBezTo>
                    <a:pt x="0" y="9047"/>
                    <a:pt x="1428" y="6022"/>
                    <a:pt x="4283" y="3631"/>
                  </a:cubicBezTo>
                  <a:cubicBezTo>
                    <a:pt x="7108" y="1211"/>
                    <a:pt x="10754" y="0"/>
                    <a:pt x="15224" y="0"/>
                  </a:cubicBezTo>
                  <a:moveTo>
                    <a:pt x="11034" y="6890"/>
                  </a:moveTo>
                  <a:cubicBezTo>
                    <a:pt x="8209" y="6890"/>
                    <a:pt x="6021" y="7433"/>
                    <a:pt x="4469" y="8519"/>
                  </a:cubicBezTo>
                  <a:cubicBezTo>
                    <a:pt x="2887" y="9575"/>
                    <a:pt x="2095" y="11064"/>
                    <a:pt x="2095" y="12989"/>
                  </a:cubicBezTo>
                  <a:cubicBezTo>
                    <a:pt x="2095" y="15379"/>
                    <a:pt x="3306" y="17955"/>
                    <a:pt x="5726" y="20718"/>
                  </a:cubicBezTo>
                  <a:cubicBezTo>
                    <a:pt x="8023" y="23449"/>
                    <a:pt x="10242" y="25093"/>
                    <a:pt x="12384" y="25652"/>
                  </a:cubicBezTo>
                  <a:lnTo>
                    <a:pt x="31053" y="30354"/>
                  </a:lnTo>
                  <a:lnTo>
                    <a:pt x="32589" y="30634"/>
                  </a:lnTo>
                  <a:cubicBezTo>
                    <a:pt x="32776" y="30634"/>
                    <a:pt x="33148" y="30587"/>
                    <a:pt x="33707" y="30494"/>
                  </a:cubicBezTo>
                  <a:cubicBezTo>
                    <a:pt x="34234" y="30370"/>
                    <a:pt x="34933" y="30137"/>
                    <a:pt x="35802" y="29795"/>
                  </a:cubicBezTo>
                  <a:cubicBezTo>
                    <a:pt x="36671" y="29423"/>
                    <a:pt x="37493" y="28988"/>
                    <a:pt x="38269" y="28492"/>
                  </a:cubicBezTo>
                  <a:cubicBezTo>
                    <a:pt x="39014" y="27965"/>
                    <a:pt x="39666" y="27235"/>
                    <a:pt x="40225" y="26304"/>
                  </a:cubicBezTo>
                  <a:cubicBezTo>
                    <a:pt x="40783" y="25342"/>
                    <a:pt x="41063" y="24272"/>
                    <a:pt x="41063" y="23092"/>
                  </a:cubicBezTo>
                  <a:cubicBezTo>
                    <a:pt x="41063" y="21199"/>
                    <a:pt x="40225" y="19227"/>
                    <a:pt x="38549" y="17179"/>
                  </a:cubicBezTo>
                  <a:cubicBezTo>
                    <a:pt x="36872" y="15099"/>
                    <a:pt x="34452" y="13284"/>
                    <a:pt x="31286" y="11732"/>
                  </a:cubicBezTo>
                  <a:cubicBezTo>
                    <a:pt x="29237" y="10769"/>
                    <a:pt x="26009" y="9730"/>
                    <a:pt x="21602" y="8613"/>
                  </a:cubicBezTo>
                  <a:cubicBezTo>
                    <a:pt x="17164" y="7465"/>
                    <a:pt x="13641" y="6890"/>
                    <a:pt x="11034" y="689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4B4C4FB-E075-C401-7F77-CB18FE4DDE4A}"/>
                </a:ext>
              </a:extLst>
            </p:cNvPr>
            <p:cNvSpPr/>
            <p:nvPr/>
          </p:nvSpPr>
          <p:spPr>
            <a:xfrm>
              <a:off x="6798932" y="1961542"/>
              <a:ext cx="45592" cy="55010"/>
            </a:xfrm>
            <a:custGeom>
              <a:avLst/>
              <a:gdLst>
                <a:gd name="connsiteX0" fmla="*/ 750 w 45592"/>
                <a:gd name="connsiteY0" fmla="*/ 0 h 55010"/>
                <a:gd name="connsiteX1" fmla="*/ 1662 w 45592"/>
                <a:gd name="connsiteY1" fmla="*/ 229 h 55010"/>
                <a:gd name="connsiteX2" fmla="*/ 2021 w 45592"/>
                <a:gd name="connsiteY2" fmla="*/ 652 h 55010"/>
                <a:gd name="connsiteX3" fmla="*/ 2086 w 45592"/>
                <a:gd name="connsiteY3" fmla="*/ 1467 h 55010"/>
                <a:gd name="connsiteX4" fmla="*/ 5475 w 45592"/>
                <a:gd name="connsiteY4" fmla="*/ 9939 h 55010"/>
                <a:gd name="connsiteX5" fmla="*/ 8832 w 45592"/>
                <a:gd name="connsiteY5" fmla="*/ 13264 h 55010"/>
                <a:gd name="connsiteX6" fmla="*/ 14763 w 45592"/>
                <a:gd name="connsiteY6" fmla="*/ 18739 h 55010"/>
                <a:gd name="connsiteX7" fmla="*/ 19977 w 45592"/>
                <a:gd name="connsiteY7" fmla="*/ 23627 h 55010"/>
                <a:gd name="connsiteX8" fmla="*/ 40574 w 45592"/>
                <a:gd name="connsiteY8" fmla="*/ 15024 h 55010"/>
                <a:gd name="connsiteX9" fmla="*/ 41747 w 45592"/>
                <a:gd name="connsiteY9" fmla="*/ 14535 h 55010"/>
                <a:gd name="connsiteX10" fmla="*/ 42496 w 45592"/>
                <a:gd name="connsiteY10" fmla="*/ 14046 h 55010"/>
                <a:gd name="connsiteX11" fmla="*/ 43051 w 45592"/>
                <a:gd name="connsiteY11" fmla="*/ 13427 h 55010"/>
                <a:gd name="connsiteX12" fmla="*/ 43344 w 45592"/>
                <a:gd name="connsiteY12" fmla="*/ 12514 h 55010"/>
                <a:gd name="connsiteX13" fmla="*/ 43507 w 45592"/>
                <a:gd name="connsiteY13" fmla="*/ 11211 h 55010"/>
                <a:gd name="connsiteX14" fmla="*/ 43540 w 45592"/>
                <a:gd name="connsiteY14" fmla="*/ 9288 h 55010"/>
                <a:gd name="connsiteX15" fmla="*/ 43572 w 45592"/>
                <a:gd name="connsiteY15" fmla="*/ 8734 h 55010"/>
                <a:gd name="connsiteX16" fmla="*/ 43767 w 45592"/>
                <a:gd name="connsiteY16" fmla="*/ 8310 h 55010"/>
                <a:gd name="connsiteX17" fmla="*/ 44322 w 45592"/>
                <a:gd name="connsiteY17" fmla="*/ 8082 h 55010"/>
                <a:gd name="connsiteX18" fmla="*/ 45234 w 45592"/>
                <a:gd name="connsiteY18" fmla="*/ 8343 h 55010"/>
                <a:gd name="connsiteX19" fmla="*/ 45560 w 45592"/>
                <a:gd name="connsiteY19" fmla="*/ 8799 h 55010"/>
                <a:gd name="connsiteX20" fmla="*/ 45592 w 45592"/>
                <a:gd name="connsiteY20" fmla="*/ 9353 h 55010"/>
                <a:gd name="connsiteX21" fmla="*/ 45495 w 45592"/>
                <a:gd name="connsiteY21" fmla="*/ 13068 h 55010"/>
                <a:gd name="connsiteX22" fmla="*/ 45397 w 45592"/>
                <a:gd name="connsiteY22" fmla="*/ 16751 h 55010"/>
                <a:gd name="connsiteX23" fmla="*/ 45592 w 45592"/>
                <a:gd name="connsiteY23" fmla="*/ 25159 h 55010"/>
                <a:gd name="connsiteX24" fmla="*/ 44778 w 45592"/>
                <a:gd name="connsiteY24" fmla="*/ 26170 h 55010"/>
                <a:gd name="connsiteX25" fmla="*/ 44126 w 45592"/>
                <a:gd name="connsiteY25" fmla="*/ 26104 h 55010"/>
                <a:gd name="connsiteX26" fmla="*/ 43767 w 45592"/>
                <a:gd name="connsiteY26" fmla="*/ 25778 h 55010"/>
                <a:gd name="connsiteX27" fmla="*/ 43604 w 45592"/>
                <a:gd name="connsiteY27" fmla="*/ 25388 h 55010"/>
                <a:gd name="connsiteX28" fmla="*/ 43540 w 45592"/>
                <a:gd name="connsiteY28" fmla="*/ 24833 h 55010"/>
                <a:gd name="connsiteX29" fmla="*/ 43051 w 45592"/>
                <a:gd name="connsiteY29" fmla="*/ 22715 h 55010"/>
                <a:gd name="connsiteX30" fmla="*/ 42269 w 45592"/>
                <a:gd name="connsiteY30" fmla="*/ 21378 h 55010"/>
                <a:gd name="connsiteX31" fmla="*/ 41584 w 45592"/>
                <a:gd name="connsiteY31" fmla="*/ 20955 h 55010"/>
                <a:gd name="connsiteX32" fmla="*/ 40639 w 45592"/>
                <a:gd name="connsiteY32" fmla="*/ 21281 h 55010"/>
                <a:gd name="connsiteX33" fmla="*/ 24703 w 45592"/>
                <a:gd name="connsiteY33" fmla="*/ 28027 h 55010"/>
                <a:gd name="connsiteX34" fmla="*/ 31253 w 45592"/>
                <a:gd name="connsiteY34" fmla="*/ 34056 h 55010"/>
                <a:gd name="connsiteX35" fmla="*/ 38455 w 45592"/>
                <a:gd name="connsiteY35" fmla="*/ 40868 h 55010"/>
                <a:gd name="connsiteX36" fmla="*/ 41454 w 45592"/>
                <a:gd name="connsiteY36" fmla="*/ 42660 h 55010"/>
                <a:gd name="connsiteX37" fmla="*/ 43540 w 45592"/>
                <a:gd name="connsiteY37" fmla="*/ 39987 h 55010"/>
                <a:gd name="connsiteX38" fmla="*/ 44256 w 45592"/>
                <a:gd name="connsiteY38" fmla="*/ 39172 h 55010"/>
                <a:gd name="connsiteX39" fmla="*/ 45202 w 45592"/>
                <a:gd name="connsiteY39" fmla="*/ 39434 h 55010"/>
                <a:gd name="connsiteX40" fmla="*/ 45560 w 45592"/>
                <a:gd name="connsiteY40" fmla="*/ 39890 h 55010"/>
                <a:gd name="connsiteX41" fmla="*/ 45592 w 45592"/>
                <a:gd name="connsiteY41" fmla="*/ 40379 h 55010"/>
                <a:gd name="connsiteX42" fmla="*/ 45495 w 45592"/>
                <a:gd name="connsiteY42" fmla="*/ 44126 h 55010"/>
                <a:gd name="connsiteX43" fmla="*/ 45397 w 45592"/>
                <a:gd name="connsiteY43" fmla="*/ 47874 h 55010"/>
                <a:gd name="connsiteX44" fmla="*/ 45495 w 45592"/>
                <a:gd name="connsiteY44" fmla="*/ 51035 h 55010"/>
                <a:gd name="connsiteX45" fmla="*/ 45592 w 45592"/>
                <a:gd name="connsiteY45" fmla="*/ 54131 h 55010"/>
                <a:gd name="connsiteX46" fmla="*/ 45397 w 45592"/>
                <a:gd name="connsiteY46" fmla="*/ 54751 h 55010"/>
                <a:gd name="connsiteX47" fmla="*/ 45006 w 45592"/>
                <a:gd name="connsiteY47" fmla="*/ 54978 h 55010"/>
                <a:gd name="connsiteX48" fmla="*/ 44843 w 45592"/>
                <a:gd name="connsiteY48" fmla="*/ 55011 h 55010"/>
                <a:gd name="connsiteX49" fmla="*/ 44126 w 45592"/>
                <a:gd name="connsiteY49" fmla="*/ 54945 h 55010"/>
                <a:gd name="connsiteX50" fmla="*/ 43735 w 45592"/>
                <a:gd name="connsiteY50" fmla="*/ 54588 h 55010"/>
                <a:gd name="connsiteX51" fmla="*/ 43604 w 45592"/>
                <a:gd name="connsiteY51" fmla="*/ 54163 h 55010"/>
                <a:gd name="connsiteX52" fmla="*/ 43540 w 45592"/>
                <a:gd name="connsiteY52" fmla="*/ 53544 h 55010"/>
                <a:gd name="connsiteX53" fmla="*/ 42301 w 45592"/>
                <a:gd name="connsiteY53" fmla="*/ 48428 h 55010"/>
                <a:gd name="connsiteX54" fmla="*/ 38716 w 45592"/>
                <a:gd name="connsiteY54" fmla="*/ 43735 h 55010"/>
                <a:gd name="connsiteX55" fmla="*/ 38358 w 45592"/>
                <a:gd name="connsiteY55" fmla="*/ 43311 h 55010"/>
                <a:gd name="connsiteX56" fmla="*/ 37999 w 45592"/>
                <a:gd name="connsiteY56" fmla="*/ 42855 h 55010"/>
                <a:gd name="connsiteX57" fmla="*/ 22845 w 45592"/>
                <a:gd name="connsiteY57" fmla="*/ 28777 h 55010"/>
                <a:gd name="connsiteX58" fmla="*/ 4204 w 45592"/>
                <a:gd name="connsiteY58" fmla="*/ 36663 h 55010"/>
                <a:gd name="connsiteX59" fmla="*/ 2998 w 45592"/>
                <a:gd name="connsiteY59" fmla="*/ 37347 h 55010"/>
                <a:gd name="connsiteX60" fmla="*/ 2346 w 45592"/>
                <a:gd name="connsiteY60" fmla="*/ 38684 h 55010"/>
                <a:gd name="connsiteX61" fmla="*/ 2086 w 45592"/>
                <a:gd name="connsiteY61" fmla="*/ 41650 h 55010"/>
                <a:gd name="connsiteX62" fmla="*/ 2053 w 45592"/>
                <a:gd name="connsiteY62" fmla="*/ 42464 h 55010"/>
                <a:gd name="connsiteX63" fmla="*/ 1858 w 45592"/>
                <a:gd name="connsiteY63" fmla="*/ 42953 h 55010"/>
                <a:gd name="connsiteX64" fmla="*/ 1336 w 45592"/>
                <a:gd name="connsiteY64" fmla="*/ 43181 h 55010"/>
                <a:gd name="connsiteX65" fmla="*/ 424 w 45592"/>
                <a:gd name="connsiteY65" fmla="*/ 42953 h 55010"/>
                <a:gd name="connsiteX66" fmla="*/ 65 w 45592"/>
                <a:gd name="connsiteY66" fmla="*/ 42497 h 55010"/>
                <a:gd name="connsiteX67" fmla="*/ 0 w 45592"/>
                <a:gd name="connsiteY67" fmla="*/ 41975 h 55010"/>
                <a:gd name="connsiteX68" fmla="*/ 98 w 45592"/>
                <a:gd name="connsiteY68" fmla="*/ 38260 h 55010"/>
                <a:gd name="connsiteX69" fmla="*/ 195 w 45592"/>
                <a:gd name="connsiteY69" fmla="*/ 34512 h 55010"/>
                <a:gd name="connsiteX70" fmla="*/ 98 w 45592"/>
                <a:gd name="connsiteY70" fmla="*/ 30308 h 55010"/>
                <a:gd name="connsiteX71" fmla="*/ 0 w 45592"/>
                <a:gd name="connsiteY71" fmla="*/ 26104 h 55010"/>
                <a:gd name="connsiteX72" fmla="*/ 815 w 45592"/>
                <a:gd name="connsiteY72" fmla="*/ 25094 h 55010"/>
                <a:gd name="connsiteX73" fmla="*/ 1630 w 45592"/>
                <a:gd name="connsiteY73" fmla="*/ 25322 h 55010"/>
                <a:gd name="connsiteX74" fmla="*/ 1988 w 45592"/>
                <a:gd name="connsiteY74" fmla="*/ 25778 h 55010"/>
                <a:gd name="connsiteX75" fmla="*/ 2086 w 45592"/>
                <a:gd name="connsiteY75" fmla="*/ 26430 h 55010"/>
                <a:gd name="connsiteX76" fmla="*/ 2640 w 45592"/>
                <a:gd name="connsiteY76" fmla="*/ 28679 h 55010"/>
                <a:gd name="connsiteX77" fmla="*/ 3422 w 45592"/>
                <a:gd name="connsiteY77" fmla="*/ 30015 h 55010"/>
                <a:gd name="connsiteX78" fmla="*/ 4008 w 45592"/>
                <a:gd name="connsiteY78" fmla="*/ 30374 h 55010"/>
                <a:gd name="connsiteX79" fmla="*/ 4888 w 45592"/>
                <a:gd name="connsiteY79" fmla="*/ 30048 h 55010"/>
                <a:gd name="connsiteX80" fmla="*/ 18152 w 45592"/>
                <a:gd name="connsiteY80" fmla="*/ 24442 h 55010"/>
                <a:gd name="connsiteX81" fmla="*/ 6550 w 45592"/>
                <a:gd name="connsiteY81" fmla="*/ 13623 h 55010"/>
                <a:gd name="connsiteX82" fmla="*/ 4139 w 45592"/>
                <a:gd name="connsiteY82" fmla="*/ 12351 h 55010"/>
                <a:gd name="connsiteX83" fmla="*/ 2086 w 45592"/>
                <a:gd name="connsiteY83" fmla="*/ 15024 h 55010"/>
                <a:gd name="connsiteX84" fmla="*/ 1336 w 45592"/>
                <a:gd name="connsiteY84" fmla="*/ 15839 h 55010"/>
                <a:gd name="connsiteX85" fmla="*/ 424 w 45592"/>
                <a:gd name="connsiteY85" fmla="*/ 15577 h 55010"/>
                <a:gd name="connsiteX86" fmla="*/ 65 w 45592"/>
                <a:gd name="connsiteY86" fmla="*/ 15121 h 55010"/>
                <a:gd name="connsiteX87" fmla="*/ 0 w 45592"/>
                <a:gd name="connsiteY87" fmla="*/ 14568 h 55010"/>
                <a:gd name="connsiteX88" fmla="*/ 98 w 45592"/>
                <a:gd name="connsiteY88" fmla="*/ 10885 h 55010"/>
                <a:gd name="connsiteX89" fmla="*/ 195 w 45592"/>
                <a:gd name="connsiteY89" fmla="*/ 7137 h 55010"/>
                <a:gd name="connsiteX90" fmla="*/ 98 w 45592"/>
                <a:gd name="connsiteY90" fmla="*/ 3976 h 55010"/>
                <a:gd name="connsiteX91" fmla="*/ 0 w 45592"/>
                <a:gd name="connsiteY91" fmla="*/ 880 h 55010"/>
                <a:gd name="connsiteX92" fmla="*/ 195 w 45592"/>
                <a:gd name="connsiteY92" fmla="*/ 260 h 55010"/>
                <a:gd name="connsiteX93" fmla="*/ 554 w 45592"/>
                <a:gd name="connsiteY93" fmla="*/ 33 h 55010"/>
                <a:gd name="connsiteX94" fmla="*/ 750 w 45592"/>
                <a:gd name="connsiteY94" fmla="*/ 0 h 5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5592" h="55010">
                  <a:moveTo>
                    <a:pt x="750" y="0"/>
                  </a:moveTo>
                  <a:cubicBezTo>
                    <a:pt x="1141" y="0"/>
                    <a:pt x="1445" y="77"/>
                    <a:pt x="1662" y="229"/>
                  </a:cubicBezTo>
                  <a:cubicBezTo>
                    <a:pt x="1858" y="359"/>
                    <a:pt x="1977" y="500"/>
                    <a:pt x="2021" y="652"/>
                  </a:cubicBezTo>
                  <a:cubicBezTo>
                    <a:pt x="2042" y="804"/>
                    <a:pt x="2064" y="1075"/>
                    <a:pt x="2086" y="1467"/>
                  </a:cubicBezTo>
                  <a:cubicBezTo>
                    <a:pt x="2238" y="4574"/>
                    <a:pt x="3368" y="7398"/>
                    <a:pt x="5475" y="9939"/>
                  </a:cubicBezTo>
                  <a:cubicBezTo>
                    <a:pt x="6018" y="10569"/>
                    <a:pt x="7137" y="11678"/>
                    <a:pt x="8832" y="13264"/>
                  </a:cubicBezTo>
                  <a:cubicBezTo>
                    <a:pt x="10526" y="14828"/>
                    <a:pt x="12503" y="16653"/>
                    <a:pt x="14763" y="18739"/>
                  </a:cubicBezTo>
                  <a:cubicBezTo>
                    <a:pt x="17022" y="20803"/>
                    <a:pt x="18761" y="22432"/>
                    <a:pt x="19977" y="23627"/>
                  </a:cubicBezTo>
                  <a:lnTo>
                    <a:pt x="40574" y="15024"/>
                  </a:lnTo>
                  <a:cubicBezTo>
                    <a:pt x="41117" y="14784"/>
                    <a:pt x="41507" y="14621"/>
                    <a:pt x="41747" y="14535"/>
                  </a:cubicBezTo>
                  <a:cubicBezTo>
                    <a:pt x="41965" y="14427"/>
                    <a:pt x="42214" y="14264"/>
                    <a:pt x="42496" y="14046"/>
                  </a:cubicBezTo>
                  <a:cubicBezTo>
                    <a:pt x="42779" y="13807"/>
                    <a:pt x="42963" y="13601"/>
                    <a:pt x="43051" y="13427"/>
                  </a:cubicBezTo>
                  <a:cubicBezTo>
                    <a:pt x="43137" y="13231"/>
                    <a:pt x="43236" y="12927"/>
                    <a:pt x="43344" y="12514"/>
                  </a:cubicBezTo>
                  <a:cubicBezTo>
                    <a:pt x="43431" y="12080"/>
                    <a:pt x="43485" y="11645"/>
                    <a:pt x="43507" y="11211"/>
                  </a:cubicBezTo>
                  <a:cubicBezTo>
                    <a:pt x="43507" y="10754"/>
                    <a:pt x="43518" y="10114"/>
                    <a:pt x="43540" y="9288"/>
                  </a:cubicBezTo>
                  <a:cubicBezTo>
                    <a:pt x="43540" y="9027"/>
                    <a:pt x="43551" y="8842"/>
                    <a:pt x="43572" y="8734"/>
                  </a:cubicBezTo>
                  <a:cubicBezTo>
                    <a:pt x="43572" y="8604"/>
                    <a:pt x="43637" y="8463"/>
                    <a:pt x="43767" y="8310"/>
                  </a:cubicBezTo>
                  <a:cubicBezTo>
                    <a:pt x="43876" y="8158"/>
                    <a:pt x="44061" y="8082"/>
                    <a:pt x="44322" y="8082"/>
                  </a:cubicBezTo>
                  <a:cubicBezTo>
                    <a:pt x="44713" y="8082"/>
                    <a:pt x="45017" y="8169"/>
                    <a:pt x="45234" y="8343"/>
                  </a:cubicBezTo>
                  <a:cubicBezTo>
                    <a:pt x="45430" y="8495"/>
                    <a:pt x="45538" y="8647"/>
                    <a:pt x="45560" y="8799"/>
                  </a:cubicBezTo>
                  <a:cubicBezTo>
                    <a:pt x="45581" y="8930"/>
                    <a:pt x="45592" y="9115"/>
                    <a:pt x="45592" y="9353"/>
                  </a:cubicBezTo>
                  <a:cubicBezTo>
                    <a:pt x="45592" y="9919"/>
                    <a:pt x="45559" y="11157"/>
                    <a:pt x="45495" y="13068"/>
                  </a:cubicBezTo>
                  <a:cubicBezTo>
                    <a:pt x="45430" y="14980"/>
                    <a:pt x="45397" y="16207"/>
                    <a:pt x="45397" y="16751"/>
                  </a:cubicBezTo>
                  <a:lnTo>
                    <a:pt x="45592" y="25159"/>
                  </a:lnTo>
                  <a:cubicBezTo>
                    <a:pt x="45592" y="25833"/>
                    <a:pt x="45321" y="26170"/>
                    <a:pt x="44778" y="26170"/>
                  </a:cubicBezTo>
                  <a:cubicBezTo>
                    <a:pt x="44495" y="26170"/>
                    <a:pt x="44278" y="26148"/>
                    <a:pt x="44126" y="26104"/>
                  </a:cubicBezTo>
                  <a:cubicBezTo>
                    <a:pt x="43952" y="26040"/>
                    <a:pt x="43832" y="25930"/>
                    <a:pt x="43767" y="25778"/>
                  </a:cubicBezTo>
                  <a:cubicBezTo>
                    <a:pt x="43681" y="25626"/>
                    <a:pt x="43626" y="25496"/>
                    <a:pt x="43604" y="25388"/>
                  </a:cubicBezTo>
                  <a:cubicBezTo>
                    <a:pt x="43583" y="25279"/>
                    <a:pt x="43561" y="25094"/>
                    <a:pt x="43540" y="24833"/>
                  </a:cubicBezTo>
                  <a:cubicBezTo>
                    <a:pt x="43452" y="24029"/>
                    <a:pt x="43289" y="23323"/>
                    <a:pt x="43051" y="22715"/>
                  </a:cubicBezTo>
                  <a:cubicBezTo>
                    <a:pt x="42790" y="22085"/>
                    <a:pt x="42529" y="21640"/>
                    <a:pt x="42269" y="21378"/>
                  </a:cubicBezTo>
                  <a:cubicBezTo>
                    <a:pt x="42007" y="21096"/>
                    <a:pt x="41780" y="20955"/>
                    <a:pt x="41584" y="20955"/>
                  </a:cubicBezTo>
                  <a:lnTo>
                    <a:pt x="40639" y="21281"/>
                  </a:lnTo>
                  <a:lnTo>
                    <a:pt x="24703" y="28027"/>
                  </a:lnTo>
                  <a:lnTo>
                    <a:pt x="31253" y="34056"/>
                  </a:lnTo>
                  <a:lnTo>
                    <a:pt x="38455" y="40868"/>
                  </a:lnTo>
                  <a:cubicBezTo>
                    <a:pt x="39737" y="42062"/>
                    <a:pt x="40737" y="42660"/>
                    <a:pt x="41454" y="42660"/>
                  </a:cubicBezTo>
                  <a:cubicBezTo>
                    <a:pt x="42648" y="42660"/>
                    <a:pt x="43344" y="41769"/>
                    <a:pt x="43540" y="39987"/>
                  </a:cubicBezTo>
                  <a:cubicBezTo>
                    <a:pt x="43583" y="39443"/>
                    <a:pt x="43822" y="39172"/>
                    <a:pt x="44256" y="39172"/>
                  </a:cubicBezTo>
                  <a:cubicBezTo>
                    <a:pt x="44669" y="39172"/>
                    <a:pt x="44984" y="39260"/>
                    <a:pt x="45202" y="39434"/>
                  </a:cubicBezTo>
                  <a:cubicBezTo>
                    <a:pt x="45397" y="39586"/>
                    <a:pt x="45517" y="39738"/>
                    <a:pt x="45560" y="39890"/>
                  </a:cubicBezTo>
                  <a:cubicBezTo>
                    <a:pt x="45581" y="40020"/>
                    <a:pt x="45592" y="40183"/>
                    <a:pt x="45592" y="40379"/>
                  </a:cubicBezTo>
                  <a:cubicBezTo>
                    <a:pt x="45592" y="41183"/>
                    <a:pt x="45559" y="42432"/>
                    <a:pt x="45495" y="44126"/>
                  </a:cubicBezTo>
                  <a:cubicBezTo>
                    <a:pt x="45430" y="45799"/>
                    <a:pt x="45397" y="47048"/>
                    <a:pt x="45397" y="47874"/>
                  </a:cubicBezTo>
                  <a:cubicBezTo>
                    <a:pt x="45397" y="48569"/>
                    <a:pt x="45430" y="49622"/>
                    <a:pt x="45495" y="51035"/>
                  </a:cubicBezTo>
                  <a:cubicBezTo>
                    <a:pt x="45559" y="52447"/>
                    <a:pt x="45592" y="53479"/>
                    <a:pt x="45592" y="54131"/>
                  </a:cubicBezTo>
                  <a:cubicBezTo>
                    <a:pt x="45592" y="54392"/>
                    <a:pt x="45528" y="54598"/>
                    <a:pt x="45397" y="54751"/>
                  </a:cubicBezTo>
                  <a:cubicBezTo>
                    <a:pt x="45267" y="54903"/>
                    <a:pt x="45136" y="54978"/>
                    <a:pt x="45006" y="54978"/>
                  </a:cubicBezTo>
                  <a:lnTo>
                    <a:pt x="44843" y="55011"/>
                  </a:lnTo>
                  <a:cubicBezTo>
                    <a:pt x="44539" y="55011"/>
                    <a:pt x="44300" y="54989"/>
                    <a:pt x="44126" y="54945"/>
                  </a:cubicBezTo>
                  <a:cubicBezTo>
                    <a:pt x="43952" y="54881"/>
                    <a:pt x="43821" y="54761"/>
                    <a:pt x="43735" y="54588"/>
                  </a:cubicBezTo>
                  <a:cubicBezTo>
                    <a:pt x="43648" y="54392"/>
                    <a:pt x="43604" y="54251"/>
                    <a:pt x="43604" y="54163"/>
                  </a:cubicBezTo>
                  <a:cubicBezTo>
                    <a:pt x="43583" y="54077"/>
                    <a:pt x="43561" y="53870"/>
                    <a:pt x="43540" y="53544"/>
                  </a:cubicBezTo>
                  <a:cubicBezTo>
                    <a:pt x="43432" y="51697"/>
                    <a:pt x="43018" y="49992"/>
                    <a:pt x="42301" y="48428"/>
                  </a:cubicBezTo>
                  <a:cubicBezTo>
                    <a:pt x="41584" y="46842"/>
                    <a:pt x="40388" y="45277"/>
                    <a:pt x="38716" y="43735"/>
                  </a:cubicBezTo>
                  <a:cubicBezTo>
                    <a:pt x="38607" y="43605"/>
                    <a:pt x="38488" y="43464"/>
                    <a:pt x="38358" y="43311"/>
                  </a:cubicBezTo>
                  <a:cubicBezTo>
                    <a:pt x="38228" y="43138"/>
                    <a:pt x="38108" y="42986"/>
                    <a:pt x="37999" y="42855"/>
                  </a:cubicBezTo>
                  <a:lnTo>
                    <a:pt x="22845" y="28777"/>
                  </a:lnTo>
                  <a:lnTo>
                    <a:pt x="4204" y="36663"/>
                  </a:lnTo>
                  <a:cubicBezTo>
                    <a:pt x="3639" y="36902"/>
                    <a:pt x="3237" y="37130"/>
                    <a:pt x="2998" y="37347"/>
                  </a:cubicBezTo>
                  <a:cubicBezTo>
                    <a:pt x="2738" y="37565"/>
                    <a:pt x="2520" y="38010"/>
                    <a:pt x="2346" y="38684"/>
                  </a:cubicBezTo>
                  <a:cubicBezTo>
                    <a:pt x="2173" y="39357"/>
                    <a:pt x="2086" y="40346"/>
                    <a:pt x="2086" y="41650"/>
                  </a:cubicBezTo>
                  <a:cubicBezTo>
                    <a:pt x="2086" y="42018"/>
                    <a:pt x="2075" y="42290"/>
                    <a:pt x="2053" y="42464"/>
                  </a:cubicBezTo>
                  <a:cubicBezTo>
                    <a:pt x="2031" y="42638"/>
                    <a:pt x="1966" y="42801"/>
                    <a:pt x="1858" y="42953"/>
                  </a:cubicBezTo>
                  <a:cubicBezTo>
                    <a:pt x="1749" y="43105"/>
                    <a:pt x="1575" y="43181"/>
                    <a:pt x="1336" y="43181"/>
                  </a:cubicBezTo>
                  <a:cubicBezTo>
                    <a:pt x="923" y="43181"/>
                    <a:pt x="619" y="43105"/>
                    <a:pt x="424" y="42953"/>
                  </a:cubicBezTo>
                  <a:cubicBezTo>
                    <a:pt x="206" y="42779"/>
                    <a:pt x="87" y="42627"/>
                    <a:pt x="65" y="42497"/>
                  </a:cubicBezTo>
                  <a:cubicBezTo>
                    <a:pt x="22" y="42344"/>
                    <a:pt x="0" y="42171"/>
                    <a:pt x="0" y="41975"/>
                  </a:cubicBezTo>
                  <a:cubicBezTo>
                    <a:pt x="0" y="41432"/>
                    <a:pt x="33" y="40194"/>
                    <a:pt x="98" y="38260"/>
                  </a:cubicBezTo>
                  <a:cubicBezTo>
                    <a:pt x="163" y="36327"/>
                    <a:pt x="195" y="35078"/>
                    <a:pt x="195" y="34512"/>
                  </a:cubicBezTo>
                  <a:cubicBezTo>
                    <a:pt x="195" y="33578"/>
                    <a:pt x="163" y="32177"/>
                    <a:pt x="98" y="30308"/>
                  </a:cubicBezTo>
                  <a:cubicBezTo>
                    <a:pt x="33" y="28418"/>
                    <a:pt x="0" y="27017"/>
                    <a:pt x="0" y="26104"/>
                  </a:cubicBezTo>
                  <a:cubicBezTo>
                    <a:pt x="0" y="25431"/>
                    <a:pt x="272" y="25094"/>
                    <a:pt x="815" y="25094"/>
                  </a:cubicBezTo>
                  <a:cubicBezTo>
                    <a:pt x="1162" y="25094"/>
                    <a:pt x="1434" y="25170"/>
                    <a:pt x="1630" y="25322"/>
                  </a:cubicBezTo>
                  <a:cubicBezTo>
                    <a:pt x="1825" y="25474"/>
                    <a:pt x="1945" y="25626"/>
                    <a:pt x="1988" y="25778"/>
                  </a:cubicBezTo>
                  <a:cubicBezTo>
                    <a:pt x="2031" y="25930"/>
                    <a:pt x="2064" y="26148"/>
                    <a:pt x="2086" y="26430"/>
                  </a:cubicBezTo>
                  <a:cubicBezTo>
                    <a:pt x="2173" y="27278"/>
                    <a:pt x="2357" y="28027"/>
                    <a:pt x="2640" y="28679"/>
                  </a:cubicBezTo>
                  <a:cubicBezTo>
                    <a:pt x="2900" y="29309"/>
                    <a:pt x="3161" y="29755"/>
                    <a:pt x="3422" y="30015"/>
                  </a:cubicBezTo>
                  <a:cubicBezTo>
                    <a:pt x="3661" y="30254"/>
                    <a:pt x="3856" y="30374"/>
                    <a:pt x="4008" y="30374"/>
                  </a:cubicBezTo>
                  <a:lnTo>
                    <a:pt x="4888" y="30048"/>
                  </a:lnTo>
                  <a:lnTo>
                    <a:pt x="18152" y="24442"/>
                  </a:lnTo>
                  <a:lnTo>
                    <a:pt x="6550" y="13623"/>
                  </a:lnTo>
                  <a:cubicBezTo>
                    <a:pt x="5595" y="12775"/>
                    <a:pt x="4791" y="12351"/>
                    <a:pt x="4139" y="12351"/>
                  </a:cubicBezTo>
                  <a:cubicBezTo>
                    <a:pt x="2966" y="12351"/>
                    <a:pt x="2281" y="13242"/>
                    <a:pt x="2086" y="15024"/>
                  </a:cubicBezTo>
                  <a:cubicBezTo>
                    <a:pt x="1999" y="15567"/>
                    <a:pt x="1749" y="15839"/>
                    <a:pt x="1336" y="15839"/>
                  </a:cubicBezTo>
                  <a:cubicBezTo>
                    <a:pt x="923" y="15839"/>
                    <a:pt x="619" y="15751"/>
                    <a:pt x="424" y="15577"/>
                  </a:cubicBezTo>
                  <a:cubicBezTo>
                    <a:pt x="206" y="15404"/>
                    <a:pt x="87" y="15251"/>
                    <a:pt x="65" y="15121"/>
                  </a:cubicBezTo>
                  <a:cubicBezTo>
                    <a:pt x="22" y="14969"/>
                    <a:pt x="0" y="14785"/>
                    <a:pt x="0" y="14568"/>
                  </a:cubicBezTo>
                  <a:cubicBezTo>
                    <a:pt x="0" y="13764"/>
                    <a:pt x="33" y="12536"/>
                    <a:pt x="98" y="10885"/>
                  </a:cubicBezTo>
                  <a:cubicBezTo>
                    <a:pt x="163" y="9212"/>
                    <a:pt x="195" y="7963"/>
                    <a:pt x="195" y="7137"/>
                  </a:cubicBezTo>
                  <a:cubicBezTo>
                    <a:pt x="195" y="6442"/>
                    <a:pt x="163" y="5389"/>
                    <a:pt x="98" y="3976"/>
                  </a:cubicBezTo>
                  <a:cubicBezTo>
                    <a:pt x="33" y="2564"/>
                    <a:pt x="0" y="1532"/>
                    <a:pt x="0" y="880"/>
                  </a:cubicBezTo>
                  <a:cubicBezTo>
                    <a:pt x="0" y="619"/>
                    <a:pt x="65" y="412"/>
                    <a:pt x="195" y="260"/>
                  </a:cubicBezTo>
                  <a:cubicBezTo>
                    <a:pt x="304" y="108"/>
                    <a:pt x="424" y="33"/>
                    <a:pt x="554" y="33"/>
                  </a:cubicBez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68B1B705-4AB1-CADE-2C7E-5FCF606AE93F}"/>
                </a:ext>
              </a:extLst>
            </p:cNvPr>
            <p:cNvSpPr/>
            <p:nvPr/>
          </p:nvSpPr>
          <p:spPr>
            <a:xfrm>
              <a:off x="6727613" y="1929780"/>
              <a:ext cx="95347" cy="22113"/>
            </a:xfrm>
            <a:custGeom>
              <a:avLst/>
              <a:gdLst>
                <a:gd name="connsiteX0" fmla="*/ 47674 w 95347"/>
                <a:gd name="connsiteY0" fmla="*/ 22114 h 22113"/>
                <a:gd name="connsiteX1" fmla="*/ 18576 w 95347"/>
                <a:gd name="connsiteY1" fmla="*/ 16108 h 22113"/>
                <a:gd name="connsiteX2" fmla="*/ 8566 w 95347"/>
                <a:gd name="connsiteY2" fmla="*/ 9963 h 22113"/>
                <a:gd name="connsiteX3" fmla="*/ 2002 w 95347"/>
                <a:gd name="connsiteY3" fmla="*/ 4004 h 22113"/>
                <a:gd name="connsiteX4" fmla="*/ 0 w 95347"/>
                <a:gd name="connsiteY4" fmla="*/ 978 h 22113"/>
                <a:gd name="connsiteX5" fmla="*/ 931 w 95347"/>
                <a:gd name="connsiteY5" fmla="*/ 0 h 22113"/>
                <a:gd name="connsiteX6" fmla="*/ 2561 w 95347"/>
                <a:gd name="connsiteY6" fmla="*/ 1257 h 22113"/>
                <a:gd name="connsiteX7" fmla="*/ 47674 w 95347"/>
                <a:gd name="connsiteY7" fmla="*/ 16574 h 22113"/>
                <a:gd name="connsiteX8" fmla="*/ 92274 w 95347"/>
                <a:gd name="connsiteY8" fmla="*/ 1630 h 22113"/>
                <a:gd name="connsiteX9" fmla="*/ 94416 w 95347"/>
                <a:gd name="connsiteY9" fmla="*/ 0 h 22113"/>
                <a:gd name="connsiteX10" fmla="*/ 95347 w 95347"/>
                <a:gd name="connsiteY10" fmla="*/ 978 h 22113"/>
                <a:gd name="connsiteX11" fmla="*/ 93438 w 95347"/>
                <a:gd name="connsiteY11" fmla="*/ 3911 h 22113"/>
                <a:gd name="connsiteX12" fmla="*/ 87153 w 95347"/>
                <a:gd name="connsiteY12" fmla="*/ 9731 h 22113"/>
                <a:gd name="connsiteX13" fmla="*/ 77423 w 95347"/>
                <a:gd name="connsiteY13" fmla="*/ 15829 h 22113"/>
                <a:gd name="connsiteX14" fmla="*/ 47674 w 95347"/>
                <a:gd name="connsiteY14" fmla="*/ 22114 h 2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347" h="22113">
                  <a:moveTo>
                    <a:pt x="47674" y="22114"/>
                  </a:moveTo>
                  <a:cubicBezTo>
                    <a:pt x="36935" y="22114"/>
                    <a:pt x="27235" y="20112"/>
                    <a:pt x="18576" y="16108"/>
                  </a:cubicBezTo>
                  <a:cubicBezTo>
                    <a:pt x="14945" y="14402"/>
                    <a:pt x="11608" y="12353"/>
                    <a:pt x="8566" y="9963"/>
                  </a:cubicBezTo>
                  <a:cubicBezTo>
                    <a:pt x="5525" y="7573"/>
                    <a:pt x="3337" y="5587"/>
                    <a:pt x="2002" y="4004"/>
                  </a:cubicBezTo>
                  <a:cubicBezTo>
                    <a:pt x="667" y="2421"/>
                    <a:pt x="0" y="1412"/>
                    <a:pt x="0" y="978"/>
                  </a:cubicBezTo>
                  <a:cubicBezTo>
                    <a:pt x="0" y="357"/>
                    <a:pt x="310" y="31"/>
                    <a:pt x="931" y="0"/>
                  </a:cubicBezTo>
                  <a:cubicBezTo>
                    <a:pt x="1241" y="0"/>
                    <a:pt x="1785" y="419"/>
                    <a:pt x="2561" y="1257"/>
                  </a:cubicBezTo>
                  <a:cubicBezTo>
                    <a:pt x="12989" y="11500"/>
                    <a:pt x="28027" y="16605"/>
                    <a:pt x="47674" y="16574"/>
                  </a:cubicBezTo>
                  <a:cubicBezTo>
                    <a:pt x="67382" y="16574"/>
                    <a:pt x="82249" y="11593"/>
                    <a:pt x="92274" y="1630"/>
                  </a:cubicBezTo>
                  <a:cubicBezTo>
                    <a:pt x="93361" y="544"/>
                    <a:pt x="94075" y="0"/>
                    <a:pt x="94416" y="0"/>
                  </a:cubicBezTo>
                  <a:cubicBezTo>
                    <a:pt x="95037" y="0"/>
                    <a:pt x="95347" y="326"/>
                    <a:pt x="95347" y="978"/>
                  </a:cubicBezTo>
                  <a:cubicBezTo>
                    <a:pt x="95347" y="1412"/>
                    <a:pt x="94711" y="2390"/>
                    <a:pt x="93438" y="3911"/>
                  </a:cubicBezTo>
                  <a:cubicBezTo>
                    <a:pt x="92166" y="5431"/>
                    <a:pt x="90071" y="7371"/>
                    <a:pt x="87153" y="9731"/>
                  </a:cubicBezTo>
                  <a:cubicBezTo>
                    <a:pt x="84236" y="12089"/>
                    <a:pt x="80992" y="14122"/>
                    <a:pt x="77423" y="15829"/>
                  </a:cubicBezTo>
                  <a:cubicBezTo>
                    <a:pt x="68764" y="20019"/>
                    <a:pt x="58847" y="22114"/>
                    <a:pt x="47674" y="22114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C55D19B2-EE63-5F8C-D7D1-3E70CD29BEB8}"/>
                </a:ext>
              </a:extLst>
            </p:cNvPr>
            <p:cNvSpPr/>
            <p:nvPr/>
          </p:nvSpPr>
          <p:spPr>
            <a:xfrm>
              <a:off x="6756990" y="1875048"/>
              <a:ext cx="43204" cy="47487"/>
            </a:xfrm>
            <a:custGeom>
              <a:avLst/>
              <a:gdLst>
                <a:gd name="connsiteX0" fmla="*/ 6285 w 43204"/>
                <a:gd name="connsiteY0" fmla="*/ 0 h 47487"/>
                <a:gd name="connsiteX1" fmla="*/ 10382 w 43204"/>
                <a:gd name="connsiteY1" fmla="*/ 1630 h 47487"/>
                <a:gd name="connsiteX2" fmla="*/ 11825 w 43204"/>
                <a:gd name="connsiteY2" fmla="*/ 5121 h 47487"/>
                <a:gd name="connsiteX3" fmla="*/ 10801 w 43204"/>
                <a:gd name="connsiteY3" fmla="*/ 7822 h 47487"/>
                <a:gd name="connsiteX4" fmla="*/ 8473 w 43204"/>
                <a:gd name="connsiteY4" fmla="*/ 8753 h 47487"/>
                <a:gd name="connsiteX5" fmla="*/ 5168 w 43204"/>
                <a:gd name="connsiteY5" fmla="*/ 7450 h 47487"/>
                <a:gd name="connsiteX6" fmla="*/ 3305 w 43204"/>
                <a:gd name="connsiteY6" fmla="*/ 4190 h 47487"/>
                <a:gd name="connsiteX7" fmla="*/ 2095 w 43204"/>
                <a:gd name="connsiteY7" fmla="*/ 8940 h 47487"/>
                <a:gd name="connsiteX8" fmla="*/ 3073 w 43204"/>
                <a:gd name="connsiteY8" fmla="*/ 12431 h 47487"/>
                <a:gd name="connsiteX9" fmla="*/ 5307 w 43204"/>
                <a:gd name="connsiteY9" fmla="*/ 14991 h 47487"/>
                <a:gd name="connsiteX10" fmla="*/ 8380 w 43204"/>
                <a:gd name="connsiteY10" fmla="*/ 16761 h 47487"/>
                <a:gd name="connsiteX11" fmla="*/ 11220 w 43204"/>
                <a:gd name="connsiteY11" fmla="*/ 17878 h 47487"/>
                <a:gd name="connsiteX12" fmla="*/ 13362 w 43204"/>
                <a:gd name="connsiteY12" fmla="*/ 18390 h 47487"/>
                <a:gd name="connsiteX13" fmla="*/ 26397 w 43204"/>
                <a:gd name="connsiteY13" fmla="*/ 21649 h 47487"/>
                <a:gd name="connsiteX14" fmla="*/ 34777 w 43204"/>
                <a:gd name="connsiteY14" fmla="*/ 23232 h 47487"/>
                <a:gd name="connsiteX15" fmla="*/ 39293 w 43204"/>
                <a:gd name="connsiteY15" fmla="*/ 21928 h 47487"/>
                <a:gd name="connsiteX16" fmla="*/ 41063 w 43204"/>
                <a:gd name="connsiteY16" fmla="*/ 18017 h 47487"/>
                <a:gd name="connsiteX17" fmla="*/ 40783 w 43204"/>
                <a:gd name="connsiteY17" fmla="*/ 15830 h 47487"/>
                <a:gd name="connsiteX18" fmla="*/ 39619 w 43204"/>
                <a:gd name="connsiteY18" fmla="*/ 13175 h 47487"/>
                <a:gd name="connsiteX19" fmla="*/ 37431 w 43204"/>
                <a:gd name="connsiteY19" fmla="*/ 10289 h 47487"/>
                <a:gd name="connsiteX20" fmla="*/ 33800 w 43204"/>
                <a:gd name="connsiteY20" fmla="*/ 7542 h 47487"/>
                <a:gd name="connsiteX21" fmla="*/ 28585 w 43204"/>
                <a:gd name="connsiteY21" fmla="*/ 5308 h 47487"/>
                <a:gd name="connsiteX22" fmla="*/ 27561 w 43204"/>
                <a:gd name="connsiteY22" fmla="*/ 4098 h 47487"/>
                <a:gd name="connsiteX23" fmla="*/ 28492 w 43204"/>
                <a:gd name="connsiteY23" fmla="*/ 2934 h 47487"/>
                <a:gd name="connsiteX24" fmla="*/ 30960 w 43204"/>
                <a:gd name="connsiteY24" fmla="*/ 3585 h 47487"/>
                <a:gd name="connsiteX25" fmla="*/ 34731 w 43204"/>
                <a:gd name="connsiteY25" fmla="*/ 5541 h 47487"/>
                <a:gd name="connsiteX26" fmla="*/ 38735 w 43204"/>
                <a:gd name="connsiteY26" fmla="*/ 8567 h 47487"/>
                <a:gd name="connsiteX27" fmla="*/ 41901 w 43204"/>
                <a:gd name="connsiteY27" fmla="*/ 12850 h 47487"/>
                <a:gd name="connsiteX28" fmla="*/ 43204 w 43204"/>
                <a:gd name="connsiteY28" fmla="*/ 18204 h 47487"/>
                <a:gd name="connsiteX29" fmla="*/ 41063 w 43204"/>
                <a:gd name="connsiteY29" fmla="*/ 24862 h 47487"/>
                <a:gd name="connsiteX30" fmla="*/ 35941 w 43204"/>
                <a:gd name="connsiteY30" fmla="*/ 28492 h 47487"/>
                <a:gd name="connsiteX31" fmla="*/ 36919 w 43204"/>
                <a:gd name="connsiteY31" fmla="*/ 29052 h 47487"/>
                <a:gd name="connsiteX32" fmla="*/ 38735 w 43204"/>
                <a:gd name="connsiteY32" fmla="*/ 30355 h 47487"/>
                <a:gd name="connsiteX33" fmla="*/ 40876 w 43204"/>
                <a:gd name="connsiteY33" fmla="*/ 32357 h 47487"/>
                <a:gd name="connsiteX34" fmla="*/ 42459 w 43204"/>
                <a:gd name="connsiteY34" fmla="*/ 35103 h 47487"/>
                <a:gd name="connsiteX35" fmla="*/ 43204 w 43204"/>
                <a:gd name="connsiteY35" fmla="*/ 38502 h 47487"/>
                <a:gd name="connsiteX36" fmla="*/ 42552 w 43204"/>
                <a:gd name="connsiteY36" fmla="*/ 42739 h 47487"/>
                <a:gd name="connsiteX37" fmla="*/ 40411 w 43204"/>
                <a:gd name="connsiteY37" fmla="*/ 46091 h 47487"/>
                <a:gd name="connsiteX38" fmla="*/ 36872 w 43204"/>
                <a:gd name="connsiteY38" fmla="*/ 47488 h 47487"/>
                <a:gd name="connsiteX39" fmla="*/ 33008 w 43204"/>
                <a:gd name="connsiteY39" fmla="*/ 45951 h 47487"/>
                <a:gd name="connsiteX40" fmla="*/ 31379 w 43204"/>
                <a:gd name="connsiteY40" fmla="*/ 42227 h 47487"/>
                <a:gd name="connsiteX41" fmla="*/ 32170 w 43204"/>
                <a:gd name="connsiteY41" fmla="*/ 39806 h 47487"/>
                <a:gd name="connsiteX42" fmla="*/ 34684 w 43204"/>
                <a:gd name="connsiteY42" fmla="*/ 38688 h 47487"/>
                <a:gd name="connsiteX43" fmla="*/ 38036 w 43204"/>
                <a:gd name="connsiteY43" fmla="*/ 39992 h 47487"/>
                <a:gd name="connsiteX44" fmla="*/ 39852 w 43204"/>
                <a:gd name="connsiteY44" fmla="*/ 43158 h 47487"/>
                <a:gd name="connsiteX45" fmla="*/ 41063 w 43204"/>
                <a:gd name="connsiteY45" fmla="*/ 38409 h 47487"/>
                <a:gd name="connsiteX46" fmla="*/ 38362 w 43204"/>
                <a:gd name="connsiteY46" fmla="*/ 32916 h 47487"/>
                <a:gd name="connsiteX47" fmla="*/ 31146 w 43204"/>
                <a:gd name="connsiteY47" fmla="*/ 29331 h 47487"/>
                <a:gd name="connsiteX48" fmla="*/ 15457 w 43204"/>
                <a:gd name="connsiteY48" fmla="*/ 25327 h 47487"/>
                <a:gd name="connsiteX49" fmla="*/ 8473 w 43204"/>
                <a:gd name="connsiteY49" fmla="*/ 24210 h 47487"/>
                <a:gd name="connsiteX50" fmla="*/ 5168 w 43204"/>
                <a:gd name="connsiteY50" fmla="*/ 24722 h 47487"/>
                <a:gd name="connsiteX51" fmla="*/ 3212 w 43204"/>
                <a:gd name="connsiteY51" fmla="*/ 26118 h 47487"/>
                <a:gd name="connsiteX52" fmla="*/ 2328 w 43204"/>
                <a:gd name="connsiteY52" fmla="*/ 27748 h 47487"/>
                <a:gd name="connsiteX53" fmla="*/ 2095 w 43204"/>
                <a:gd name="connsiteY53" fmla="*/ 29331 h 47487"/>
                <a:gd name="connsiteX54" fmla="*/ 2654 w 43204"/>
                <a:gd name="connsiteY54" fmla="*/ 32311 h 47487"/>
                <a:gd name="connsiteX55" fmla="*/ 4516 w 43204"/>
                <a:gd name="connsiteY55" fmla="*/ 35709 h 47487"/>
                <a:gd name="connsiteX56" fmla="*/ 8380 w 43204"/>
                <a:gd name="connsiteY56" fmla="*/ 39248 h 47487"/>
                <a:gd name="connsiteX57" fmla="*/ 14572 w 43204"/>
                <a:gd name="connsiteY57" fmla="*/ 42134 h 47487"/>
                <a:gd name="connsiteX58" fmla="*/ 15643 w 43204"/>
                <a:gd name="connsiteY58" fmla="*/ 43391 h 47487"/>
                <a:gd name="connsiteX59" fmla="*/ 14665 w 43204"/>
                <a:gd name="connsiteY59" fmla="*/ 44508 h 47487"/>
                <a:gd name="connsiteX60" fmla="*/ 12244 w 43204"/>
                <a:gd name="connsiteY60" fmla="*/ 43903 h 47487"/>
                <a:gd name="connsiteX61" fmla="*/ 8473 w 43204"/>
                <a:gd name="connsiteY61" fmla="*/ 41948 h 47487"/>
                <a:gd name="connsiteX62" fmla="*/ 4516 w 43204"/>
                <a:gd name="connsiteY62" fmla="*/ 38875 h 47487"/>
                <a:gd name="connsiteX63" fmla="*/ 1304 w 43204"/>
                <a:gd name="connsiteY63" fmla="*/ 34545 h 47487"/>
                <a:gd name="connsiteX64" fmla="*/ 0 w 43204"/>
                <a:gd name="connsiteY64" fmla="*/ 29144 h 47487"/>
                <a:gd name="connsiteX65" fmla="*/ 279 w 43204"/>
                <a:gd name="connsiteY65" fmla="*/ 26678 h 47487"/>
                <a:gd name="connsiteX66" fmla="*/ 1210 w 43204"/>
                <a:gd name="connsiteY66" fmla="*/ 23931 h 47487"/>
                <a:gd name="connsiteX67" fmla="*/ 3445 w 43204"/>
                <a:gd name="connsiteY67" fmla="*/ 21044 h 47487"/>
                <a:gd name="connsiteX68" fmla="*/ 7216 w 43204"/>
                <a:gd name="connsiteY68" fmla="*/ 18856 h 47487"/>
                <a:gd name="connsiteX69" fmla="*/ 5121 w 43204"/>
                <a:gd name="connsiteY69" fmla="*/ 17552 h 47487"/>
                <a:gd name="connsiteX70" fmla="*/ 2840 w 43204"/>
                <a:gd name="connsiteY70" fmla="*/ 15551 h 47487"/>
                <a:gd name="connsiteX71" fmla="*/ 791 w 43204"/>
                <a:gd name="connsiteY71" fmla="*/ 12571 h 47487"/>
                <a:gd name="connsiteX72" fmla="*/ 0 w 43204"/>
                <a:gd name="connsiteY72" fmla="*/ 8846 h 47487"/>
                <a:gd name="connsiteX73" fmla="*/ 512 w 43204"/>
                <a:gd name="connsiteY73" fmla="*/ 5074 h 47487"/>
                <a:gd name="connsiteX74" fmla="*/ 2514 w 43204"/>
                <a:gd name="connsiteY74" fmla="*/ 1630 h 47487"/>
                <a:gd name="connsiteX75" fmla="*/ 6285 w 43204"/>
                <a:gd name="connsiteY75" fmla="*/ 0 h 4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3204" h="47487">
                  <a:moveTo>
                    <a:pt x="6285" y="0"/>
                  </a:moveTo>
                  <a:cubicBezTo>
                    <a:pt x="8023" y="0"/>
                    <a:pt x="9389" y="544"/>
                    <a:pt x="10382" y="1630"/>
                  </a:cubicBezTo>
                  <a:cubicBezTo>
                    <a:pt x="11344" y="2716"/>
                    <a:pt x="11825" y="3880"/>
                    <a:pt x="11825" y="5121"/>
                  </a:cubicBezTo>
                  <a:cubicBezTo>
                    <a:pt x="11825" y="6301"/>
                    <a:pt x="11484" y="7200"/>
                    <a:pt x="10801" y="7822"/>
                  </a:cubicBezTo>
                  <a:cubicBezTo>
                    <a:pt x="10118" y="8443"/>
                    <a:pt x="9342" y="8753"/>
                    <a:pt x="8473" y="8753"/>
                  </a:cubicBezTo>
                  <a:cubicBezTo>
                    <a:pt x="7294" y="8753"/>
                    <a:pt x="6192" y="8318"/>
                    <a:pt x="5168" y="7450"/>
                  </a:cubicBezTo>
                  <a:cubicBezTo>
                    <a:pt x="4144" y="6580"/>
                    <a:pt x="3523" y="5494"/>
                    <a:pt x="3305" y="4190"/>
                  </a:cubicBezTo>
                  <a:cubicBezTo>
                    <a:pt x="2499" y="5463"/>
                    <a:pt x="2095" y="7046"/>
                    <a:pt x="2095" y="8940"/>
                  </a:cubicBezTo>
                  <a:cubicBezTo>
                    <a:pt x="2095" y="10181"/>
                    <a:pt x="2421" y="11345"/>
                    <a:pt x="3073" y="12431"/>
                  </a:cubicBezTo>
                  <a:cubicBezTo>
                    <a:pt x="3725" y="13486"/>
                    <a:pt x="4469" y="14340"/>
                    <a:pt x="5307" y="14991"/>
                  </a:cubicBezTo>
                  <a:cubicBezTo>
                    <a:pt x="6145" y="15612"/>
                    <a:pt x="7170" y="16202"/>
                    <a:pt x="8380" y="16761"/>
                  </a:cubicBezTo>
                  <a:cubicBezTo>
                    <a:pt x="9559" y="17289"/>
                    <a:pt x="10506" y="17660"/>
                    <a:pt x="11220" y="17878"/>
                  </a:cubicBezTo>
                  <a:cubicBezTo>
                    <a:pt x="11903" y="18064"/>
                    <a:pt x="12617" y="18235"/>
                    <a:pt x="13362" y="18390"/>
                  </a:cubicBezTo>
                  <a:lnTo>
                    <a:pt x="26397" y="21649"/>
                  </a:lnTo>
                  <a:cubicBezTo>
                    <a:pt x="30525" y="22704"/>
                    <a:pt x="33319" y="23232"/>
                    <a:pt x="34777" y="23232"/>
                  </a:cubicBezTo>
                  <a:cubicBezTo>
                    <a:pt x="36578" y="23232"/>
                    <a:pt x="38083" y="22798"/>
                    <a:pt x="39293" y="21928"/>
                  </a:cubicBezTo>
                  <a:cubicBezTo>
                    <a:pt x="40473" y="21059"/>
                    <a:pt x="41063" y="19756"/>
                    <a:pt x="41063" y="18017"/>
                  </a:cubicBezTo>
                  <a:cubicBezTo>
                    <a:pt x="41063" y="17334"/>
                    <a:pt x="40969" y="16606"/>
                    <a:pt x="40783" y="15830"/>
                  </a:cubicBezTo>
                  <a:cubicBezTo>
                    <a:pt x="40566" y="15054"/>
                    <a:pt x="40178" y="14169"/>
                    <a:pt x="39619" y="13175"/>
                  </a:cubicBezTo>
                  <a:cubicBezTo>
                    <a:pt x="39030" y="12152"/>
                    <a:pt x="38300" y="11190"/>
                    <a:pt x="37431" y="10289"/>
                  </a:cubicBezTo>
                  <a:cubicBezTo>
                    <a:pt x="36531" y="9358"/>
                    <a:pt x="35321" y="8443"/>
                    <a:pt x="33800" y="7542"/>
                  </a:cubicBezTo>
                  <a:cubicBezTo>
                    <a:pt x="32279" y="6643"/>
                    <a:pt x="30541" y="5897"/>
                    <a:pt x="28585" y="5308"/>
                  </a:cubicBezTo>
                  <a:cubicBezTo>
                    <a:pt x="27903" y="5122"/>
                    <a:pt x="27561" y="4719"/>
                    <a:pt x="27561" y="4098"/>
                  </a:cubicBezTo>
                  <a:cubicBezTo>
                    <a:pt x="27561" y="3321"/>
                    <a:pt x="27872" y="2934"/>
                    <a:pt x="28492" y="2934"/>
                  </a:cubicBezTo>
                  <a:cubicBezTo>
                    <a:pt x="29020" y="2934"/>
                    <a:pt x="29842" y="3150"/>
                    <a:pt x="30960" y="3585"/>
                  </a:cubicBezTo>
                  <a:cubicBezTo>
                    <a:pt x="32046" y="3988"/>
                    <a:pt x="33303" y="4640"/>
                    <a:pt x="34731" y="5541"/>
                  </a:cubicBezTo>
                  <a:cubicBezTo>
                    <a:pt x="36128" y="6410"/>
                    <a:pt x="37462" y="7419"/>
                    <a:pt x="38735" y="8567"/>
                  </a:cubicBezTo>
                  <a:cubicBezTo>
                    <a:pt x="39976" y="9715"/>
                    <a:pt x="41032" y="11143"/>
                    <a:pt x="41901" y="12850"/>
                  </a:cubicBezTo>
                  <a:cubicBezTo>
                    <a:pt x="42770" y="14557"/>
                    <a:pt x="43204" y="16342"/>
                    <a:pt x="43204" y="18204"/>
                  </a:cubicBezTo>
                  <a:cubicBezTo>
                    <a:pt x="43204" y="20873"/>
                    <a:pt x="42490" y="23092"/>
                    <a:pt x="41063" y="24862"/>
                  </a:cubicBezTo>
                  <a:cubicBezTo>
                    <a:pt x="39635" y="26631"/>
                    <a:pt x="37928" y="27841"/>
                    <a:pt x="35941" y="28492"/>
                  </a:cubicBezTo>
                  <a:cubicBezTo>
                    <a:pt x="36221" y="28648"/>
                    <a:pt x="36547" y="28834"/>
                    <a:pt x="36919" y="29052"/>
                  </a:cubicBezTo>
                  <a:cubicBezTo>
                    <a:pt x="37292" y="29270"/>
                    <a:pt x="37897" y="29704"/>
                    <a:pt x="38735" y="30355"/>
                  </a:cubicBezTo>
                  <a:cubicBezTo>
                    <a:pt x="39542" y="30976"/>
                    <a:pt x="40256" y="31643"/>
                    <a:pt x="40876" y="32357"/>
                  </a:cubicBezTo>
                  <a:cubicBezTo>
                    <a:pt x="41466" y="33071"/>
                    <a:pt x="41994" y="33986"/>
                    <a:pt x="42459" y="35103"/>
                  </a:cubicBezTo>
                  <a:cubicBezTo>
                    <a:pt x="42956" y="36190"/>
                    <a:pt x="43204" y="37323"/>
                    <a:pt x="43204" y="38502"/>
                  </a:cubicBezTo>
                  <a:cubicBezTo>
                    <a:pt x="43204" y="39992"/>
                    <a:pt x="42987" y="41404"/>
                    <a:pt x="42552" y="42739"/>
                  </a:cubicBezTo>
                  <a:cubicBezTo>
                    <a:pt x="42118" y="44042"/>
                    <a:pt x="41404" y="45160"/>
                    <a:pt x="40411" y="46091"/>
                  </a:cubicBezTo>
                  <a:cubicBezTo>
                    <a:pt x="39418" y="47022"/>
                    <a:pt x="38238" y="47488"/>
                    <a:pt x="36872" y="47488"/>
                  </a:cubicBezTo>
                  <a:cubicBezTo>
                    <a:pt x="35352" y="47488"/>
                    <a:pt x="34064" y="46976"/>
                    <a:pt x="33008" y="45951"/>
                  </a:cubicBezTo>
                  <a:cubicBezTo>
                    <a:pt x="31922" y="44897"/>
                    <a:pt x="31379" y="43655"/>
                    <a:pt x="31379" y="42227"/>
                  </a:cubicBezTo>
                  <a:cubicBezTo>
                    <a:pt x="31379" y="41327"/>
                    <a:pt x="31643" y="40520"/>
                    <a:pt x="32170" y="39806"/>
                  </a:cubicBezTo>
                  <a:cubicBezTo>
                    <a:pt x="32698" y="39061"/>
                    <a:pt x="33536" y="38688"/>
                    <a:pt x="34684" y="38688"/>
                  </a:cubicBezTo>
                  <a:cubicBezTo>
                    <a:pt x="35957" y="38688"/>
                    <a:pt x="37074" y="39122"/>
                    <a:pt x="38036" y="39992"/>
                  </a:cubicBezTo>
                  <a:cubicBezTo>
                    <a:pt x="38999" y="40862"/>
                    <a:pt x="39604" y="41917"/>
                    <a:pt x="39852" y="43158"/>
                  </a:cubicBezTo>
                  <a:cubicBezTo>
                    <a:pt x="40659" y="41885"/>
                    <a:pt x="41063" y="40302"/>
                    <a:pt x="41063" y="38409"/>
                  </a:cubicBezTo>
                  <a:cubicBezTo>
                    <a:pt x="41063" y="36361"/>
                    <a:pt x="40163" y="34530"/>
                    <a:pt x="38362" y="32916"/>
                  </a:cubicBezTo>
                  <a:cubicBezTo>
                    <a:pt x="36562" y="31302"/>
                    <a:pt x="34157" y="30107"/>
                    <a:pt x="31146" y="29331"/>
                  </a:cubicBezTo>
                  <a:cubicBezTo>
                    <a:pt x="23914" y="27406"/>
                    <a:pt x="18685" y="26071"/>
                    <a:pt x="15457" y="25327"/>
                  </a:cubicBezTo>
                  <a:cubicBezTo>
                    <a:pt x="12198" y="24583"/>
                    <a:pt x="9870" y="24210"/>
                    <a:pt x="8473" y="24210"/>
                  </a:cubicBezTo>
                  <a:cubicBezTo>
                    <a:pt x="7170" y="24210"/>
                    <a:pt x="6068" y="24381"/>
                    <a:pt x="5168" y="24722"/>
                  </a:cubicBezTo>
                  <a:cubicBezTo>
                    <a:pt x="4268" y="25063"/>
                    <a:pt x="3616" y="25529"/>
                    <a:pt x="3212" y="26118"/>
                  </a:cubicBezTo>
                  <a:cubicBezTo>
                    <a:pt x="2778" y="26678"/>
                    <a:pt x="2483" y="27220"/>
                    <a:pt x="2328" y="27748"/>
                  </a:cubicBezTo>
                  <a:cubicBezTo>
                    <a:pt x="2173" y="28244"/>
                    <a:pt x="2095" y="28772"/>
                    <a:pt x="2095" y="29331"/>
                  </a:cubicBezTo>
                  <a:cubicBezTo>
                    <a:pt x="2095" y="30262"/>
                    <a:pt x="2281" y="31255"/>
                    <a:pt x="2654" y="32311"/>
                  </a:cubicBezTo>
                  <a:cubicBezTo>
                    <a:pt x="3026" y="33335"/>
                    <a:pt x="3647" y="34467"/>
                    <a:pt x="4516" y="35709"/>
                  </a:cubicBezTo>
                  <a:cubicBezTo>
                    <a:pt x="5354" y="36919"/>
                    <a:pt x="6642" y="38099"/>
                    <a:pt x="8380" y="39248"/>
                  </a:cubicBezTo>
                  <a:cubicBezTo>
                    <a:pt x="10118" y="40396"/>
                    <a:pt x="12182" y="41358"/>
                    <a:pt x="14572" y="42134"/>
                  </a:cubicBezTo>
                  <a:cubicBezTo>
                    <a:pt x="15286" y="42289"/>
                    <a:pt x="15643" y="42708"/>
                    <a:pt x="15643" y="43391"/>
                  </a:cubicBezTo>
                  <a:cubicBezTo>
                    <a:pt x="15612" y="44135"/>
                    <a:pt x="15286" y="44508"/>
                    <a:pt x="14665" y="44508"/>
                  </a:cubicBezTo>
                  <a:cubicBezTo>
                    <a:pt x="14138" y="44508"/>
                    <a:pt x="13331" y="44306"/>
                    <a:pt x="12244" y="43903"/>
                  </a:cubicBezTo>
                  <a:cubicBezTo>
                    <a:pt x="11127" y="43468"/>
                    <a:pt x="9870" y="42817"/>
                    <a:pt x="8473" y="41948"/>
                  </a:cubicBezTo>
                  <a:cubicBezTo>
                    <a:pt x="7077" y="41048"/>
                    <a:pt x="5757" y="40023"/>
                    <a:pt x="4516" y="38875"/>
                  </a:cubicBezTo>
                  <a:cubicBezTo>
                    <a:pt x="3243" y="37695"/>
                    <a:pt x="2173" y="36252"/>
                    <a:pt x="1304" y="34545"/>
                  </a:cubicBezTo>
                  <a:cubicBezTo>
                    <a:pt x="435" y="32807"/>
                    <a:pt x="0" y="31007"/>
                    <a:pt x="0" y="29144"/>
                  </a:cubicBezTo>
                  <a:cubicBezTo>
                    <a:pt x="0" y="28306"/>
                    <a:pt x="93" y="27484"/>
                    <a:pt x="279" y="26678"/>
                  </a:cubicBezTo>
                  <a:cubicBezTo>
                    <a:pt x="435" y="25840"/>
                    <a:pt x="745" y="24923"/>
                    <a:pt x="1210" y="23931"/>
                  </a:cubicBezTo>
                  <a:cubicBezTo>
                    <a:pt x="1676" y="22906"/>
                    <a:pt x="2421" y="21944"/>
                    <a:pt x="3445" y="21044"/>
                  </a:cubicBezTo>
                  <a:cubicBezTo>
                    <a:pt x="4469" y="20144"/>
                    <a:pt x="5726" y="19415"/>
                    <a:pt x="7216" y="18856"/>
                  </a:cubicBezTo>
                  <a:cubicBezTo>
                    <a:pt x="6502" y="18483"/>
                    <a:pt x="5804" y="18048"/>
                    <a:pt x="5121" y="17552"/>
                  </a:cubicBezTo>
                  <a:cubicBezTo>
                    <a:pt x="4438" y="17024"/>
                    <a:pt x="3678" y="16358"/>
                    <a:pt x="2840" y="15551"/>
                  </a:cubicBezTo>
                  <a:cubicBezTo>
                    <a:pt x="1971" y="14713"/>
                    <a:pt x="1288" y="13719"/>
                    <a:pt x="791" y="12571"/>
                  </a:cubicBezTo>
                  <a:cubicBezTo>
                    <a:pt x="264" y="11391"/>
                    <a:pt x="0" y="10149"/>
                    <a:pt x="0" y="8846"/>
                  </a:cubicBezTo>
                  <a:cubicBezTo>
                    <a:pt x="0" y="7573"/>
                    <a:pt x="171" y="6316"/>
                    <a:pt x="512" y="5074"/>
                  </a:cubicBezTo>
                  <a:cubicBezTo>
                    <a:pt x="823" y="3833"/>
                    <a:pt x="1490" y="2685"/>
                    <a:pt x="2514" y="1630"/>
                  </a:cubicBezTo>
                  <a:cubicBezTo>
                    <a:pt x="3507" y="544"/>
                    <a:pt x="4764" y="0"/>
                    <a:pt x="6285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707670E-5F77-1021-0BEF-DCE1722D4C4D}"/>
                </a:ext>
              </a:extLst>
            </p:cNvPr>
            <p:cNvSpPr/>
            <p:nvPr/>
          </p:nvSpPr>
          <p:spPr>
            <a:xfrm>
              <a:off x="6727613" y="1843757"/>
              <a:ext cx="95347" cy="22113"/>
            </a:xfrm>
            <a:custGeom>
              <a:avLst/>
              <a:gdLst>
                <a:gd name="connsiteX0" fmla="*/ 94416 w 95347"/>
                <a:gd name="connsiteY0" fmla="*/ 22114 h 22113"/>
                <a:gd name="connsiteX1" fmla="*/ 92787 w 95347"/>
                <a:gd name="connsiteY1" fmla="*/ 20903 h 22113"/>
                <a:gd name="connsiteX2" fmla="*/ 47674 w 95347"/>
                <a:gd name="connsiteY2" fmla="*/ 5541 h 22113"/>
                <a:gd name="connsiteX3" fmla="*/ 3166 w 95347"/>
                <a:gd name="connsiteY3" fmla="*/ 20298 h 22113"/>
                <a:gd name="connsiteX4" fmla="*/ 931 w 95347"/>
                <a:gd name="connsiteY4" fmla="*/ 22114 h 22113"/>
                <a:gd name="connsiteX5" fmla="*/ 0 w 95347"/>
                <a:gd name="connsiteY5" fmla="*/ 21183 h 22113"/>
                <a:gd name="connsiteX6" fmla="*/ 1909 w 95347"/>
                <a:gd name="connsiteY6" fmla="*/ 18250 h 22113"/>
                <a:gd name="connsiteX7" fmla="*/ 8194 w 95347"/>
                <a:gd name="connsiteY7" fmla="*/ 12431 h 22113"/>
                <a:gd name="connsiteX8" fmla="*/ 17924 w 95347"/>
                <a:gd name="connsiteY8" fmla="*/ 6285 h 22113"/>
                <a:gd name="connsiteX9" fmla="*/ 47674 w 95347"/>
                <a:gd name="connsiteY9" fmla="*/ 0 h 22113"/>
                <a:gd name="connsiteX10" fmla="*/ 76771 w 95347"/>
                <a:gd name="connsiteY10" fmla="*/ 6006 h 22113"/>
                <a:gd name="connsiteX11" fmla="*/ 86781 w 95347"/>
                <a:gd name="connsiteY11" fmla="*/ 12152 h 22113"/>
                <a:gd name="connsiteX12" fmla="*/ 93345 w 95347"/>
                <a:gd name="connsiteY12" fmla="*/ 18111 h 22113"/>
                <a:gd name="connsiteX13" fmla="*/ 95347 w 95347"/>
                <a:gd name="connsiteY13" fmla="*/ 21183 h 22113"/>
                <a:gd name="connsiteX14" fmla="*/ 94416 w 95347"/>
                <a:gd name="connsiteY14" fmla="*/ 22114 h 2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347" h="22113">
                  <a:moveTo>
                    <a:pt x="94416" y="22114"/>
                  </a:moveTo>
                  <a:cubicBezTo>
                    <a:pt x="94106" y="22114"/>
                    <a:pt x="93562" y="21710"/>
                    <a:pt x="92787" y="20903"/>
                  </a:cubicBezTo>
                  <a:cubicBezTo>
                    <a:pt x="82358" y="10662"/>
                    <a:pt x="67320" y="5541"/>
                    <a:pt x="47674" y="5541"/>
                  </a:cubicBezTo>
                  <a:cubicBezTo>
                    <a:pt x="27965" y="5541"/>
                    <a:pt x="13129" y="10460"/>
                    <a:pt x="3166" y="20298"/>
                  </a:cubicBezTo>
                  <a:cubicBezTo>
                    <a:pt x="2017" y="21509"/>
                    <a:pt x="1273" y="22114"/>
                    <a:pt x="931" y="22114"/>
                  </a:cubicBezTo>
                  <a:cubicBezTo>
                    <a:pt x="310" y="22114"/>
                    <a:pt x="0" y="21804"/>
                    <a:pt x="0" y="21183"/>
                  </a:cubicBezTo>
                  <a:cubicBezTo>
                    <a:pt x="0" y="20748"/>
                    <a:pt x="636" y="19771"/>
                    <a:pt x="1909" y="18250"/>
                  </a:cubicBezTo>
                  <a:cubicBezTo>
                    <a:pt x="3181" y="16698"/>
                    <a:pt x="5276" y="14759"/>
                    <a:pt x="8194" y="12431"/>
                  </a:cubicBezTo>
                  <a:cubicBezTo>
                    <a:pt x="11111" y="10072"/>
                    <a:pt x="14355" y="8023"/>
                    <a:pt x="17924" y="6285"/>
                  </a:cubicBezTo>
                  <a:cubicBezTo>
                    <a:pt x="26584" y="2095"/>
                    <a:pt x="36500" y="0"/>
                    <a:pt x="47674" y="0"/>
                  </a:cubicBezTo>
                  <a:cubicBezTo>
                    <a:pt x="58413" y="0"/>
                    <a:pt x="68112" y="2002"/>
                    <a:pt x="76771" y="6006"/>
                  </a:cubicBezTo>
                  <a:cubicBezTo>
                    <a:pt x="80403" y="7713"/>
                    <a:pt x="83739" y="9761"/>
                    <a:pt x="86781" y="12152"/>
                  </a:cubicBezTo>
                  <a:cubicBezTo>
                    <a:pt x="89822" y="14542"/>
                    <a:pt x="92011" y="16528"/>
                    <a:pt x="93345" y="18111"/>
                  </a:cubicBezTo>
                  <a:cubicBezTo>
                    <a:pt x="94680" y="19694"/>
                    <a:pt x="95347" y="20718"/>
                    <a:pt x="95347" y="21183"/>
                  </a:cubicBezTo>
                  <a:cubicBezTo>
                    <a:pt x="95347" y="21804"/>
                    <a:pt x="95037" y="22114"/>
                    <a:pt x="94416" y="22114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7" name="Freeform 76">
            <a:extLst>
              <a:ext uri="{FF2B5EF4-FFF2-40B4-BE49-F238E27FC236}">
                <a16:creationId xmlns:a16="http://schemas.microsoft.com/office/drawing/2014/main" id="{7E854140-2F0B-2232-E6A2-BFDB9D717A61}"/>
              </a:ext>
            </a:extLst>
          </p:cNvPr>
          <p:cNvSpPr/>
          <p:nvPr/>
        </p:nvSpPr>
        <p:spPr>
          <a:xfrm>
            <a:off x="7563753" y="1610726"/>
            <a:ext cx="961132" cy="964683"/>
          </a:xfrm>
          <a:custGeom>
            <a:avLst/>
            <a:gdLst>
              <a:gd name="connsiteX0" fmla="*/ 0 w 961132"/>
              <a:gd name="connsiteY0" fmla="*/ 964684 h 964683"/>
              <a:gd name="connsiteX1" fmla="*/ 0 w 961132"/>
              <a:gd name="connsiteY1" fmla="*/ 651496 h 964683"/>
              <a:gd name="connsiteX2" fmla="*/ 1926 w 961132"/>
              <a:gd name="connsiteY2" fmla="*/ 649140 h 964683"/>
              <a:gd name="connsiteX3" fmla="*/ 3852 w 961132"/>
              <a:gd name="connsiteY3" fmla="*/ 646775 h 964683"/>
              <a:gd name="connsiteX4" fmla="*/ 5778 w 961132"/>
              <a:gd name="connsiteY4" fmla="*/ 644390 h 964683"/>
              <a:gd name="connsiteX5" fmla="*/ 7704 w 961132"/>
              <a:gd name="connsiteY5" fmla="*/ 642005 h 964683"/>
              <a:gd name="connsiteX6" fmla="*/ 9630 w 961132"/>
              <a:gd name="connsiteY6" fmla="*/ 639609 h 964683"/>
              <a:gd name="connsiteX7" fmla="*/ 11556 w 961132"/>
              <a:gd name="connsiteY7" fmla="*/ 637204 h 964683"/>
              <a:gd name="connsiteX8" fmla="*/ 13482 w 961132"/>
              <a:gd name="connsiteY8" fmla="*/ 634789 h 964683"/>
              <a:gd name="connsiteX9" fmla="*/ 15409 w 961132"/>
              <a:gd name="connsiteY9" fmla="*/ 632354 h 964683"/>
              <a:gd name="connsiteX10" fmla="*/ 17336 w 961132"/>
              <a:gd name="connsiteY10" fmla="*/ 629919 h 964683"/>
              <a:gd name="connsiteX11" fmla="*/ 19262 w 961132"/>
              <a:gd name="connsiteY11" fmla="*/ 627479 h 964683"/>
              <a:gd name="connsiteX12" fmla="*/ 21188 w 961132"/>
              <a:gd name="connsiteY12" fmla="*/ 625025 h 964683"/>
              <a:gd name="connsiteX13" fmla="*/ 23114 w 961132"/>
              <a:gd name="connsiteY13" fmla="*/ 622561 h 964683"/>
              <a:gd name="connsiteX14" fmla="*/ 25040 w 961132"/>
              <a:gd name="connsiteY14" fmla="*/ 620088 h 964683"/>
              <a:gd name="connsiteX15" fmla="*/ 26966 w 961132"/>
              <a:gd name="connsiteY15" fmla="*/ 617607 h 964683"/>
              <a:gd name="connsiteX16" fmla="*/ 28892 w 961132"/>
              <a:gd name="connsiteY16" fmla="*/ 615115 h 964683"/>
              <a:gd name="connsiteX17" fmla="*/ 30818 w 961132"/>
              <a:gd name="connsiteY17" fmla="*/ 612616 h 964683"/>
              <a:gd name="connsiteX18" fmla="*/ 32744 w 961132"/>
              <a:gd name="connsiteY18" fmla="*/ 610107 h 964683"/>
              <a:gd name="connsiteX19" fmla="*/ 34670 w 961132"/>
              <a:gd name="connsiteY19" fmla="*/ 607589 h 964683"/>
              <a:gd name="connsiteX20" fmla="*/ 36596 w 961132"/>
              <a:gd name="connsiteY20" fmla="*/ 605063 h 964683"/>
              <a:gd name="connsiteX21" fmla="*/ 38522 w 961132"/>
              <a:gd name="connsiteY21" fmla="*/ 602527 h 964683"/>
              <a:gd name="connsiteX22" fmla="*/ 40448 w 961132"/>
              <a:gd name="connsiteY22" fmla="*/ 599983 h 964683"/>
              <a:gd name="connsiteX23" fmla="*/ 42374 w 961132"/>
              <a:gd name="connsiteY23" fmla="*/ 597430 h 964683"/>
              <a:gd name="connsiteX24" fmla="*/ 44300 w 961132"/>
              <a:gd name="connsiteY24" fmla="*/ 594869 h 964683"/>
              <a:gd name="connsiteX25" fmla="*/ 46227 w 961132"/>
              <a:gd name="connsiteY25" fmla="*/ 592299 h 964683"/>
              <a:gd name="connsiteX26" fmla="*/ 48153 w 961132"/>
              <a:gd name="connsiteY26" fmla="*/ 589720 h 964683"/>
              <a:gd name="connsiteX27" fmla="*/ 50080 w 961132"/>
              <a:gd name="connsiteY27" fmla="*/ 587134 h 964683"/>
              <a:gd name="connsiteX28" fmla="*/ 52006 w 961132"/>
              <a:gd name="connsiteY28" fmla="*/ 584538 h 964683"/>
              <a:gd name="connsiteX29" fmla="*/ 53932 w 961132"/>
              <a:gd name="connsiteY29" fmla="*/ 581935 h 964683"/>
              <a:gd name="connsiteX30" fmla="*/ 55858 w 961132"/>
              <a:gd name="connsiteY30" fmla="*/ 579323 h 964683"/>
              <a:gd name="connsiteX31" fmla="*/ 57784 w 961132"/>
              <a:gd name="connsiteY31" fmla="*/ 576704 h 964683"/>
              <a:gd name="connsiteX32" fmla="*/ 59710 w 961132"/>
              <a:gd name="connsiteY32" fmla="*/ 574077 h 964683"/>
              <a:gd name="connsiteX33" fmla="*/ 61636 w 961132"/>
              <a:gd name="connsiteY33" fmla="*/ 571441 h 964683"/>
              <a:gd name="connsiteX34" fmla="*/ 63562 w 961132"/>
              <a:gd name="connsiteY34" fmla="*/ 568797 h 964683"/>
              <a:gd name="connsiteX35" fmla="*/ 65488 w 961132"/>
              <a:gd name="connsiteY35" fmla="*/ 566147 h 964683"/>
              <a:gd name="connsiteX36" fmla="*/ 67414 w 961132"/>
              <a:gd name="connsiteY36" fmla="*/ 563488 h 964683"/>
              <a:gd name="connsiteX37" fmla="*/ 69340 w 961132"/>
              <a:gd name="connsiteY37" fmla="*/ 560822 h 964683"/>
              <a:gd name="connsiteX38" fmla="*/ 71266 w 961132"/>
              <a:gd name="connsiteY38" fmla="*/ 558147 h 964683"/>
              <a:gd name="connsiteX39" fmla="*/ 73192 w 961132"/>
              <a:gd name="connsiteY39" fmla="*/ 555466 h 964683"/>
              <a:gd name="connsiteX40" fmla="*/ 75119 w 961132"/>
              <a:gd name="connsiteY40" fmla="*/ 552778 h 964683"/>
              <a:gd name="connsiteX41" fmla="*/ 77045 w 961132"/>
              <a:gd name="connsiteY41" fmla="*/ 550082 h 964683"/>
              <a:gd name="connsiteX42" fmla="*/ 78971 w 961132"/>
              <a:gd name="connsiteY42" fmla="*/ 547379 h 964683"/>
              <a:gd name="connsiteX43" fmla="*/ 80897 w 961132"/>
              <a:gd name="connsiteY43" fmla="*/ 544669 h 964683"/>
              <a:gd name="connsiteX44" fmla="*/ 82824 w 961132"/>
              <a:gd name="connsiteY44" fmla="*/ 541952 h 964683"/>
              <a:gd name="connsiteX45" fmla="*/ 84750 w 961132"/>
              <a:gd name="connsiteY45" fmla="*/ 539228 h 964683"/>
              <a:gd name="connsiteX46" fmla="*/ 86676 w 961132"/>
              <a:gd name="connsiteY46" fmla="*/ 536497 h 964683"/>
              <a:gd name="connsiteX47" fmla="*/ 88602 w 961132"/>
              <a:gd name="connsiteY47" fmla="*/ 533759 h 964683"/>
              <a:gd name="connsiteX48" fmla="*/ 90528 w 961132"/>
              <a:gd name="connsiteY48" fmla="*/ 531015 h 964683"/>
              <a:gd name="connsiteX49" fmla="*/ 92454 w 961132"/>
              <a:gd name="connsiteY49" fmla="*/ 528264 h 964683"/>
              <a:gd name="connsiteX50" fmla="*/ 94380 w 961132"/>
              <a:gd name="connsiteY50" fmla="*/ 525507 h 964683"/>
              <a:gd name="connsiteX51" fmla="*/ 96306 w 961132"/>
              <a:gd name="connsiteY51" fmla="*/ 522744 h 964683"/>
              <a:gd name="connsiteX52" fmla="*/ 98232 w 961132"/>
              <a:gd name="connsiteY52" fmla="*/ 519974 h 964683"/>
              <a:gd name="connsiteX53" fmla="*/ 100158 w 961132"/>
              <a:gd name="connsiteY53" fmla="*/ 517198 h 964683"/>
              <a:gd name="connsiteX54" fmla="*/ 102084 w 961132"/>
              <a:gd name="connsiteY54" fmla="*/ 514417 h 964683"/>
              <a:gd name="connsiteX55" fmla="*/ 104010 w 961132"/>
              <a:gd name="connsiteY55" fmla="*/ 511629 h 964683"/>
              <a:gd name="connsiteX56" fmla="*/ 105937 w 961132"/>
              <a:gd name="connsiteY56" fmla="*/ 508835 h 964683"/>
              <a:gd name="connsiteX57" fmla="*/ 107863 w 961132"/>
              <a:gd name="connsiteY57" fmla="*/ 506036 h 964683"/>
              <a:gd name="connsiteX58" fmla="*/ 109789 w 961132"/>
              <a:gd name="connsiteY58" fmla="*/ 503231 h 964683"/>
              <a:gd name="connsiteX59" fmla="*/ 111715 w 961132"/>
              <a:gd name="connsiteY59" fmla="*/ 500420 h 964683"/>
              <a:gd name="connsiteX60" fmla="*/ 113641 w 961132"/>
              <a:gd name="connsiteY60" fmla="*/ 497605 h 964683"/>
              <a:gd name="connsiteX61" fmla="*/ 115567 w 961132"/>
              <a:gd name="connsiteY61" fmla="*/ 494783 h 964683"/>
              <a:gd name="connsiteX62" fmla="*/ 117494 w 961132"/>
              <a:gd name="connsiteY62" fmla="*/ 491958 h 964683"/>
              <a:gd name="connsiteX63" fmla="*/ 119420 w 961132"/>
              <a:gd name="connsiteY63" fmla="*/ 489126 h 964683"/>
              <a:gd name="connsiteX64" fmla="*/ 121346 w 961132"/>
              <a:gd name="connsiteY64" fmla="*/ 486290 h 964683"/>
              <a:gd name="connsiteX65" fmla="*/ 123272 w 961132"/>
              <a:gd name="connsiteY65" fmla="*/ 483449 h 964683"/>
              <a:gd name="connsiteX66" fmla="*/ 125198 w 961132"/>
              <a:gd name="connsiteY66" fmla="*/ 480603 h 964683"/>
              <a:gd name="connsiteX67" fmla="*/ 127124 w 961132"/>
              <a:gd name="connsiteY67" fmla="*/ 477753 h 964683"/>
              <a:gd name="connsiteX68" fmla="*/ 129050 w 961132"/>
              <a:gd name="connsiteY68" fmla="*/ 474898 h 964683"/>
              <a:gd name="connsiteX69" fmla="*/ 130976 w 961132"/>
              <a:gd name="connsiteY69" fmla="*/ 472038 h 964683"/>
              <a:gd name="connsiteX70" fmla="*/ 132902 w 961132"/>
              <a:gd name="connsiteY70" fmla="*/ 469175 h 964683"/>
              <a:gd name="connsiteX71" fmla="*/ 134829 w 961132"/>
              <a:gd name="connsiteY71" fmla="*/ 466307 h 964683"/>
              <a:gd name="connsiteX72" fmla="*/ 136755 w 961132"/>
              <a:gd name="connsiteY72" fmla="*/ 463436 h 964683"/>
              <a:gd name="connsiteX73" fmla="*/ 138681 w 961132"/>
              <a:gd name="connsiteY73" fmla="*/ 460560 h 964683"/>
              <a:gd name="connsiteX74" fmla="*/ 140607 w 961132"/>
              <a:gd name="connsiteY74" fmla="*/ 457680 h 964683"/>
              <a:gd name="connsiteX75" fmla="*/ 142533 w 961132"/>
              <a:gd name="connsiteY75" fmla="*/ 454798 h 964683"/>
              <a:gd name="connsiteX76" fmla="*/ 144459 w 961132"/>
              <a:gd name="connsiteY76" fmla="*/ 451911 h 964683"/>
              <a:gd name="connsiteX77" fmla="*/ 146385 w 961132"/>
              <a:gd name="connsiteY77" fmla="*/ 449021 h 964683"/>
              <a:gd name="connsiteX78" fmla="*/ 148312 w 961132"/>
              <a:gd name="connsiteY78" fmla="*/ 446128 h 964683"/>
              <a:gd name="connsiteX79" fmla="*/ 150238 w 961132"/>
              <a:gd name="connsiteY79" fmla="*/ 443232 h 964683"/>
              <a:gd name="connsiteX80" fmla="*/ 152164 w 961132"/>
              <a:gd name="connsiteY80" fmla="*/ 440333 h 964683"/>
              <a:gd name="connsiteX81" fmla="*/ 154090 w 961132"/>
              <a:gd name="connsiteY81" fmla="*/ 437431 h 964683"/>
              <a:gd name="connsiteX82" fmla="*/ 156014 w 961132"/>
              <a:gd name="connsiteY82" fmla="*/ 434526 h 964683"/>
              <a:gd name="connsiteX83" fmla="*/ 157942 w 961132"/>
              <a:gd name="connsiteY83" fmla="*/ 431618 h 964683"/>
              <a:gd name="connsiteX84" fmla="*/ 159870 w 961132"/>
              <a:gd name="connsiteY84" fmla="*/ 428708 h 964683"/>
              <a:gd name="connsiteX85" fmla="*/ 161798 w 961132"/>
              <a:gd name="connsiteY85" fmla="*/ 425795 h 964683"/>
              <a:gd name="connsiteX86" fmla="*/ 163716 w 961132"/>
              <a:gd name="connsiteY86" fmla="*/ 422881 h 964683"/>
              <a:gd name="connsiteX87" fmla="*/ 165644 w 961132"/>
              <a:gd name="connsiteY87" fmla="*/ 419964 h 964683"/>
              <a:gd name="connsiteX88" fmla="*/ 167572 w 961132"/>
              <a:gd name="connsiteY88" fmla="*/ 417045 h 964683"/>
              <a:gd name="connsiteX89" fmla="*/ 169500 w 961132"/>
              <a:gd name="connsiteY89" fmla="*/ 414124 h 964683"/>
              <a:gd name="connsiteX90" fmla="*/ 171428 w 961132"/>
              <a:gd name="connsiteY90" fmla="*/ 411203 h 964683"/>
              <a:gd name="connsiteX91" fmla="*/ 173346 w 961132"/>
              <a:gd name="connsiteY91" fmla="*/ 408279 h 964683"/>
              <a:gd name="connsiteX92" fmla="*/ 175274 w 961132"/>
              <a:gd name="connsiteY92" fmla="*/ 405354 h 964683"/>
              <a:gd name="connsiteX93" fmla="*/ 177202 w 961132"/>
              <a:gd name="connsiteY93" fmla="*/ 402427 h 964683"/>
              <a:gd name="connsiteX94" fmla="*/ 179130 w 961132"/>
              <a:gd name="connsiteY94" fmla="*/ 399500 h 964683"/>
              <a:gd name="connsiteX95" fmla="*/ 181058 w 961132"/>
              <a:gd name="connsiteY95" fmla="*/ 396571 h 964683"/>
              <a:gd name="connsiteX96" fmla="*/ 182986 w 961132"/>
              <a:gd name="connsiteY96" fmla="*/ 393641 h 964683"/>
              <a:gd name="connsiteX97" fmla="*/ 184905 w 961132"/>
              <a:gd name="connsiteY97" fmla="*/ 390712 h 964683"/>
              <a:gd name="connsiteX98" fmla="*/ 186833 w 961132"/>
              <a:gd name="connsiteY98" fmla="*/ 387781 h 964683"/>
              <a:gd name="connsiteX99" fmla="*/ 188761 w 961132"/>
              <a:gd name="connsiteY99" fmla="*/ 384850 h 964683"/>
              <a:gd name="connsiteX100" fmla="*/ 190689 w 961132"/>
              <a:gd name="connsiteY100" fmla="*/ 381919 h 964683"/>
              <a:gd name="connsiteX101" fmla="*/ 192617 w 961132"/>
              <a:gd name="connsiteY101" fmla="*/ 378987 h 964683"/>
              <a:gd name="connsiteX102" fmla="*/ 194535 w 961132"/>
              <a:gd name="connsiteY102" fmla="*/ 376055 h 964683"/>
              <a:gd name="connsiteX103" fmla="*/ 196463 w 961132"/>
              <a:gd name="connsiteY103" fmla="*/ 373125 h 964683"/>
              <a:gd name="connsiteX104" fmla="*/ 198391 w 961132"/>
              <a:gd name="connsiteY104" fmla="*/ 370194 h 964683"/>
              <a:gd name="connsiteX105" fmla="*/ 200319 w 961132"/>
              <a:gd name="connsiteY105" fmla="*/ 367263 h 964683"/>
              <a:gd name="connsiteX106" fmla="*/ 202247 w 961132"/>
              <a:gd name="connsiteY106" fmla="*/ 364333 h 964683"/>
              <a:gd name="connsiteX107" fmla="*/ 204165 w 961132"/>
              <a:gd name="connsiteY107" fmla="*/ 361404 h 964683"/>
              <a:gd name="connsiteX108" fmla="*/ 206093 w 961132"/>
              <a:gd name="connsiteY108" fmla="*/ 358476 h 964683"/>
              <a:gd name="connsiteX109" fmla="*/ 208021 w 961132"/>
              <a:gd name="connsiteY109" fmla="*/ 355550 h 964683"/>
              <a:gd name="connsiteX110" fmla="*/ 209949 w 961132"/>
              <a:gd name="connsiteY110" fmla="*/ 352624 h 964683"/>
              <a:gd name="connsiteX111" fmla="*/ 211877 w 961132"/>
              <a:gd name="connsiteY111" fmla="*/ 349699 h 964683"/>
              <a:gd name="connsiteX112" fmla="*/ 213795 w 961132"/>
              <a:gd name="connsiteY112" fmla="*/ 346776 h 964683"/>
              <a:gd name="connsiteX113" fmla="*/ 215724 w 961132"/>
              <a:gd name="connsiteY113" fmla="*/ 343855 h 964683"/>
              <a:gd name="connsiteX114" fmla="*/ 217652 w 961132"/>
              <a:gd name="connsiteY114" fmla="*/ 340936 h 964683"/>
              <a:gd name="connsiteX115" fmla="*/ 219580 w 961132"/>
              <a:gd name="connsiteY115" fmla="*/ 338018 h 964683"/>
              <a:gd name="connsiteX116" fmla="*/ 221508 w 961132"/>
              <a:gd name="connsiteY116" fmla="*/ 335103 h 964683"/>
              <a:gd name="connsiteX117" fmla="*/ 223426 w 961132"/>
              <a:gd name="connsiteY117" fmla="*/ 332190 h 964683"/>
              <a:gd name="connsiteX118" fmla="*/ 225354 w 961132"/>
              <a:gd name="connsiteY118" fmla="*/ 329280 h 964683"/>
              <a:gd name="connsiteX119" fmla="*/ 227282 w 961132"/>
              <a:gd name="connsiteY119" fmla="*/ 326373 h 964683"/>
              <a:gd name="connsiteX120" fmla="*/ 229210 w 961132"/>
              <a:gd name="connsiteY120" fmla="*/ 323467 h 964683"/>
              <a:gd name="connsiteX121" fmla="*/ 231138 w 961132"/>
              <a:gd name="connsiteY121" fmla="*/ 320565 h 964683"/>
              <a:gd name="connsiteX122" fmla="*/ 233056 w 961132"/>
              <a:gd name="connsiteY122" fmla="*/ 317666 h 964683"/>
              <a:gd name="connsiteX123" fmla="*/ 234984 w 961132"/>
              <a:gd name="connsiteY123" fmla="*/ 314771 h 964683"/>
              <a:gd name="connsiteX124" fmla="*/ 236912 w 961132"/>
              <a:gd name="connsiteY124" fmla="*/ 311879 h 964683"/>
              <a:gd name="connsiteX125" fmla="*/ 238840 w 961132"/>
              <a:gd name="connsiteY125" fmla="*/ 308990 h 964683"/>
              <a:gd name="connsiteX126" fmla="*/ 240768 w 961132"/>
              <a:gd name="connsiteY126" fmla="*/ 306105 h 964683"/>
              <a:gd name="connsiteX127" fmla="*/ 242696 w 961132"/>
              <a:gd name="connsiteY127" fmla="*/ 303224 h 964683"/>
              <a:gd name="connsiteX128" fmla="*/ 244614 w 961132"/>
              <a:gd name="connsiteY128" fmla="*/ 300348 h 964683"/>
              <a:gd name="connsiteX129" fmla="*/ 246543 w 961132"/>
              <a:gd name="connsiteY129" fmla="*/ 297475 h 964683"/>
              <a:gd name="connsiteX130" fmla="*/ 248471 w 961132"/>
              <a:gd name="connsiteY130" fmla="*/ 294606 h 964683"/>
              <a:gd name="connsiteX131" fmla="*/ 250399 w 961132"/>
              <a:gd name="connsiteY131" fmla="*/ 291743 h 964683"/>
              <a:gd name="connsiteX132" fmla="*/ 252327 w 961132"/>
              <a:gd name="connsiteY132" fmla="*/ 288884 h 964683"/>
              <a:gd name="connsiteX133" fmla="*/ 254245 w 961132"/>
              <a:gd name="connsiteY133" fmla="*/ 286030 h 964683"/>
              <a:gd name="connsiteX134" fmla="*/ 256173 w 961132"/>
              <a:gd name="connsiteY134" fmla="*/ 283181 h 964683"/>
              <a:gd name="connsiteX135" fmla="*/ 258101 w 961132"/>
              <a:gd name="connsiteY135" fmla="*/ 280337 h 964683"/>
              <a:gd name="connsiteX136" fmla="*/ 260029 w 961132"/>
              <a:gd name="connsiteY136" fmla="*/ 277499 h 964683"/>
              <a:gd name="connsiteX137" fmla="*/ 261957 w 961132"/>
              <a:gd name="connsiteY137" fmla="*/ 274666 h 964683"/>
              <a:gd name="connsiteX138" fmla="*/ 263875 w 961132"/>
              <a:gd name="connsiteY138" fmla="*/ 271839 h 964683"/>
              <a:gd name="connsiteX139" fmla="*/ 265803 w 961132"/>
              <a:gd name="connsiteY139" fmla="*/ 269017 h 964683"/>
              <a:gd name="connsiteX140" fmla="*/ 267731 w 961132"/>
              <a:gd name="connsiteY140" fmla="*/ 266203 h 964683"/>
              <a:gd name="connsiteX141" fmla="*/ 269659 w 961132"/>
              <a:gd name="connsiteY141" fmla="*/ 263393 h 964683"/>
              <a:gd name="connsiteX142" fmla="*/ 271587 w 961132"/>
              <a:gd name="connsiteY142" fmla="*/ 260590 h 964683"/>
              <a:gd name="connsiteX143" fmla="*/ 273505 w 961132"/>
              <a:gd name="connsiteY143" fmla="*/ 257795 h 964683"/>
              <a:gd name="connsiteX144" fmla="*/ 275433 w 961132"/>
              <a:gd name="connsiteY144" fmla="*/ 255005 h 964683"/>
              <a:gd name="connsiteX145" fmla="*/ 277361 w 961132"/>
              <a:gd name="connsiteY145" fmla="*/ 252222 h 964683"/>
              <a:gd name="connsiteX146" fmla="*/ 279289 w 961132"/>
              <a:gd name="connsiteY146" fmla="*/ 249446 h 964683"/>
              <a:gd name="connsiteX147" fmla="*/ 281218 w 961132"/>
              <a:gd name="connsiteY147" fmla="*/ 246679 h 964683"/>
              <a:gd name="connsiteX148" fmla="*/ 283136 w 961132"/>
              <a:gd name="connsiteY148" fmla="*/ 243918 h 964683"/>
              <a:gd name="connsiteX149" fmla="*/ 285064 w 961132"/>
              <a:gd name="connsiteY149" fmla="*/ 241165 h 964683"/>
              <a:gd name="connsiteX150" fmla="*/ 286992 w 961132"/>
              <a:gd name="connsiteY150" fmla="*/ 238419 h 964683"/>
              <a:gd name="connsiteX151" fmla="*/ 288920 w 961132"/>
              <a:gd name="connsiteY151" fmla="*/ 235681 h 964683"/>
              <a:gd name="connsiteX152" fmla="*/ 290848 w 961132"/>
              <a:gd name="connsiteY152" fmla="*/ 232952 h 964683"/>
              <a:gd name="connsiteX153" fmla="*/ 292766 w 961132"/>
              <a:gd name="connsiteY153" fmla="*/ 230230 h 964683"/>
              <a:gd name="connsiteX154" fmla="*/ 294694 w 961132"/>
              <a:gd name="connsiteY154" fmla="*/ 227516 h 964683"/>
              <a:gd name="connsiteX155" fmla="*/ 296622 w 961132"/>
              <a:gd name="connsiteY155" fmla="*/ 224812 h 964683"/>
              <a:gd name="connsiteX156" fmla="*/ 298550 w 961132"/>
              <a:gd name="connsiteY156" fmla="*/ 222116 h 964683"/>
              <a:gd name="connsiteX157" fmla="*/ 300478 w 961132"/>
              <a:gd name="connsiteY157" fmla="*/ 219430 h 964683"/>
              <a:gd name="connsiteX158" fmla="*/ 302406 w 961132"/>
              <a:gd name="connsiteY158" fmla="*/ 216751 h 964683"/>
              <a:gd name="connsiteX159" fmla="*/ 304324 w 961132"/>
              <a:gd name="connsiteY159" fmla="*/ 214083 h 964683"/>
              <a:gd name="connsiteX160" fmla="*/ 306252 w 961132"/>
              <a:gd name="connsiteY160" fmla="*/ 211423 h 964683"/>
              <a:gd name="connsiteX161" fmla="*/ 308180 w 961132"/>
              <a:gd name="connsiteY161" fmla="*/ 208774 h 964683"/>
              <a:gd name="connsiteX162" fmla="*/ 310108 w 961132"/>
              <a:gd name="connsiteY162" fmla="*/ 206134 h 964683"/>
              <a:gd name="connsiteX163" fmla="*/ 312036 w 961132"/>
              <a:gd name="connsiteY163" fmla="*/ 203503 h 964683"/>
              <a:gd name="connsiteX164" fmla="*/ 313955 w 961132"/>
              <a:gd name="connsiteY164" fmla="*/ 200884 h 964683"/>
              <a:gd name="connsiteX165" fmla="*/ 315883 w 961132"/>
              <a:gd name="connsiteY165" fmla="*/ 198274 h 964683"/>
              <a:gd name="connsiteX166" fmla="*/ 317811 w 961132"/>
              <a:gd name="connsiteY166" fmla="*/ 195674 h 964683"/>
              <a:gd name="connsiteX167" fmla="*/ 319739 w 961132"/>
              <a:gd name="connsiteY167" fmla="*/ 193085 h 964683"/>
              <a:gd name="connsiteX168" fmla="*/ 321667 w 961132"/>
              <a:gd name="connsiteY168" fmla="*/ 190507 h 964683"/>
              <a:gd name="connsiteX169" fmla="*/ 323585 w 961132"/>
              <a:gd name="connsiteY169" fmla="*/ 187940 h 964683"/>
              <a:gd name="connsiteX170" fmla="*/ 325513 w 961132"/>
              <a:gd name="connsiteY170" fmla="*/ 185383 h 964683"/>
              <a:gd name="connsiteX171" fmla="*/ 327441 w 961132"/>
              <a:gd name="connsiteY171" fmla="*/ 182838 h 964683"/>
              <a:gd name="connsiteX172" fmla="*/ 329369 w 961132"/>
              <a:gd name="connsiteY172" fmla="*/ 180304 h 964683"/>
              <a:gd name="connsiteX173" fmla="*/ 331297 w 961132"/>
              <a:gd name="connsiteY173" fmla="*/ 177782 h 964683"/>
              <a:gd name="connsiteX174" fmla="*/ 333215 w 961132"/>
              <a:gd name="connsiteY174" fmla="*/ 175271 h 964683"/>
              <a:gd name="connsiteX175" fmla="*/ 335143 w 961132"/>
              <a:gd name="connsiteY175" fmla="*/ 172773 h 964683"/>
              <a:gd name="connsiteX176" fmla="*/ 337071 w 961132"/>
              <a:gd name="connsiteY176" fmla="*/ 170286 h 964683"/>
              <a:gd name="connsiteX177" fmla="*/ 338999 w 961132"/>
              <a:gd name="connsiteY177" fmla="*/ 167813 h 964683"/>
              <a:gd name="connsiteX178" fmla="*/ 340927 w 961132"/>
              <a:gd name="connsiteY178" fmla="*/ 165350 h 964683"/>
              <a:gd name="connsiteX179" fmla="*/ 342845 w 961132"/>
              <a:gd name="connsiteY179" fmla="*/ 162901 h 964683"/>
              <a:gd name="connsiteX180" fmla="*/ 344773 w 961132"/>
              <a:gd name="connsiteY180" fmla="*/ 160464 h 964683"/>
              <a:gd name="connsiteX181" fmla="*/ 346701 w 961132"/>
              <a:gd name="connsiteY181" fmla="*/ 158040 h 964683"/>
              <a:gd name="connsiteX182" fmla="*/ 348630 w 961132"/>
              <a:gd name="connsiteY182" fmla="*/ 155629 h 964683"/>
              <a:gd name="connsiteX183" fmla="*/ 350558 w 961132"/>
              <a:gd name="connsiteY183" fmla="*/ 153231 h 964683"/>
              <a:gd name="connsiteX184" fmla="*/ 352476 w 961132"/>
              <a:gd name="connsiteY184" fmla="*/ 150847 h 964683"/>
              <a:gd name="connsiteX185" fmla="*/ 354404 w 961132"/>
              <a:gd name="connsiteY185" fmla="*/ 148475 h 964683"/>
              <a:gd name="connsiteX186" fmla="*/ 356332 w 961132"/>
              <a:gd name="connsiteY186" fmla="*/ 146118 h 964683"/>
              <a:gd name="connsiteX187" fmla="*/ 358260 w 961132"/>
              <a:gd name="connsiteY187" fmla="*/ 143775 h 964683"/>
              <a:gd name="connsiteX188" fmla="*/ 360188 w 961132"/>
              <a:gd name="connsiteY188" fmla="*/ 141445 h 964683"/>
              <a:gd name="connsiteX189" fmla="*/ 362116 w 961132"/>
              <a:gd name="connsiteY189" fmla="*/ 139129 h 964683"/>
              <a:gd name="connsiteX190" fmla="*/ 364034 w 961132"/>
              <a:gd name="connsiteY190" fmla="*/ 136829 h 964683"/>
              <a:gd name="connsiteX191" fmla="*/ 365962 w 961132"/>
              <a:gd name="connsiteY191" fmla="*/ 134542 h 964683"/>
              <a:gd name="connsiteX192" fmla="*/ 367890 w 961132"/>
              <a:gd name="connsiteY192" fmla="*/ 132269 h 964683"/>
              <a:gd name="connsiteX193" fmla="*/ 369818 w 961132"/>
              <a:gd name="connsiteY193" fmla="*/ 130012 h 964683"/>
              <a:gd name="connsiteX194" fmla="*/ 371746 w 961132"/>
              <a:gd name="connsiteY194" fmla="*/ 127769 h 964683"/>
              <a:gd name="connsiteX195" fmla="*/ 373664 w 961132"/>
              <a:gd name="connsiteY195" fmla="*/ 125542 h 964683"/>
              <a:gd name="connsiteX196" fmla="*/ 375592 w 961132"/>
              <a:gd name="connsiteY196" fmla="*/ 123329 h 964683"/>
              <a:gd name="connsiteX197" fmla="*/ 377520 w 961132"/>
              <a:gd name="connsiteY197" fmla="*/ 121132 h 964683"/>
              <a:gd name="connsiteX198" fmla="*/ 379449 w 961132"/>
              <a:gd name="connsiteY198" fmla="*/ 118951 h 964683"/>
              <a:gd name="connsiteX199" fmla="*/ 381376 w 961132"/>
              <a:gd name="connsiteY199" fmla="*/ 116785 h 964683"/>
              <a:gd name="connsiteX200" fmla="*/ 383295 w 961132"/>
              <a:gd name="connsiteY200" fmla="*/ 114634 h 964683"/>
              <a:gd name="connsiteX201" fmla="*/ 385223 w 961132"/>
              <a:gd name="connsiteY201" fmla="*/ 112500 h 964683"/>
              <a:gd name="connsiteX202" fmla="*/ 387151 w 961132"/>
              <a:gd name="connsiteY202" fmla="*/ 110382 h 964683"/>
              <a:gd name="connsiteX203" fmla="*/ 389079 w 961132"/>
              <a:gd name="connsiteY203" fmla="*/ 108280 h 964683"/>
              <a:gd name="connsiteX204" fmla="*/ 391007 w 961132"/>
              <a:gd name="connsiteY204" fmla="*/ 106195 h 964683"/>
              <a:gd name="connsiteX205" fmla="*/ 392925 w 961132"/>
              <a:gd name="connsiteY205" fmla="*/ 104125 h 964683"/>
              <a:gd name="connsiteX206" fmla="*/ 394853 w 961132"/>
              <a:gd name="connsiteY206" fmla="*/ 102073 h 964683"/>
              <a:gd name="connsiteX207" fmla="*/ 396781 w 961132"/>
              <a:gd name="connsiteY207" fmla="*/ 100038 h 964683"/>
              <a:gd name="connsiteX208" fmla="*/ 398709 w 961132"/>
              <a:gd name="connsiteY208" fmla="*/ 98019 h 964683"/>
              <a:gd name="connsiteX209" fmla="*/ 400637 w 961132"/>
              <a:gd name="connsiteY209" fmla="*/ 96018 h 964683"/>
              <a:gd name="connsiteX210" fmla="*/ 402555 w 961132"/>
              <a:gd name="connsiteY210" fmla="*/ 94034 h 964683"/>
              <a:gd name="connsiteX211" fmla="*/ 404483 w 961132"/>
              <a:gd name="connsiteY211" fmla="*/ 92067 h 964683"/>
              <a:gd name="connsiteX212" fmla="*/ 406411 w 961132"/>
              <a:gd name="connsiteY212" fmla="*/ 90117 h 964683"/>
              <a:gd name="connsiteX213" fmla="*/ 408339 w 961132"/>
              <a:gd name="connsiteY213" fmla="*/ 88185 h 964683"/>
              <a:gd name="connsiteX214" fmla="*/ 410267 w 961132"/>
              <a:gd name="connsiteY214" fmla="*/ 86272 h 964683"/>
              <a:gd name="connsiteX215" fmla="*/ 412185 w 961132"/>
              <a:gd name="connsiteY215" fmla="*/ 84376 h 964683"/>
              <a:gd name="connsiteX216" fmla="*/ 414114 w 961132"/>
              <a:gd name="connsiteY216" fmla="*/ 82498 h 964683"/>
              <a:gd name="connsiteX217" fmla="*/ 416042 w 961132"/>
              <a:gd name="connsiteY217" fmla="*/ 80638 h 964683"/>
              <a:gd name="connsiteX218" fmla="*/ 417970 w 961132"/>
              <a:gd name="connsiteY218" fmla="*/ 78796 h 964683"/>
              <a:gd name="connsiteX219" fmla="*/ 419898 w 961132"/>
              <a:gd name="connsiteY219" fmla="*/ 76974 h 964683"/>
              <a:gd name="connsiteX220" fmla="*/ 421826 w 961132"/>
              <a:gd name="connsiteY220" fmla="*/ 75169 h 964683"/>
              <a:gd name="connsiteX221" fmla="*/ 423744 w 961132"/>
              <a:gd name="connsiteY221" fmla="*/ 73383 h 964683"/>
              <a:gd name="connsiteX222" fmla="*/ 425672 w 961132"/>
              <a:gd name="connsiteY222" fmla="*/ 71616 h 964683"/>
              <a:gd name="connsiteX223" fmla="*/ 427600 w 961132"/>
              <a:gd name="connsiteY223" fmla="*/ 69869 h 964683"/>
              <a:gd name="connsiteX224" fmla="*/ 429528 w 961132"/>
              <a:gd name="connsiteY224" fmla="*/ 68140 h 964683"/>
              <a:gd name="connsiteX225" fmla="*/ 431456 w 961132"/>
              <a:gd name="connsiteY225" fmla="*/ 66430 h 964683"/>
              <a:gd name="connsiteX226" fmla="*/ 433374 w 961132"/>
              <a:gd name="connsiteY226" fmla="*/ 64740 h 964683"/>
              <a:gd name="connsiteX227" fmla="*/ 435302 w 961132"/>
              <a:gd name="connsiteY227" fmla="*/ 63069 h 964683"/>
              <a:gd name="connsiteX228" fmla="*/ 437230 w 961132"/>
              <a:gd name="connsiteY228" fmla="*/ 61417 h 964683"/>
              <a:gd name="connsiteX229" fmla="*/ 439158 w 961132"/>
              <a:gd name="connsiteY229" fmla="*/ 59786 h 964683"/>
              <a:gd name="connsiteX230" fmla="*/ 441086 w 961132"/>
              <a:gd name="connsiteY230" fmla="*/ 58174 h 964683"/>
              <a:gd name="connsiteX231" fmla="*/ 443004 w 961132"/>
              <a:gd name="connsiteY231" fmla="*/ 56582 h 964683"/>
              <a:gd name="connsiteX232" fmla="*/ 444933 w 961132"/>
              <a:gd name="connsiteY232" fmla="*/ 55010 h 964683"/>
              <a:gd name="connsiteX233" fmla="*/ 446861 w 961132"/>
              <a:gd name="connsiteY233" fmla="*/ 53459 h 964683"/>
              <a:gd name="connsiteX234" fmla="*/ 448789 w 961132"/>
              <a:gd name="connsiteY234" fmla="*/ 51927 h 964683"/>
              <a:gd name="connsiteX235" fmla="*/ 450717 w 961132"/>
              <a:gd name="connsiteY235" fmla="*/ 50416 h 964683"/>
              <a:gd name="connsiteX236" fmla="*/ 452635 w 961132"/>
              <a:gd name="connsiteY236" fmla="*/ 48926 h 964683"/>
              <a:gd name="connsiteX237" fmla="*/ 454563 w 961132"/>
              <a:gd name="connsiteY237" fmla="*/ 47456 h 964683"/>
              <a:gd name="connsiteX238" fmla="*/ 456491 w 961132"/>
              <a:gd name="connsiteY238" fmla="*/ 46007 h 964683"/>
              <a:gd name="connsiteX239" fmla="*/ 458419 w 961132"/>
              <a:gd name="connsiteY239" fmla="*/ 44578 h 964683"/>
              <a:gd name="connsiteX240" fmla="*/ 460347 w 961132"/>
              <a:gd name="connsiteY240" fmla="*/ 43170 h 964683"/>
              <a:gd name="connsiteX241" fmla="*/ 462265 w 961132"/>
              <a:gd name="connsiteY241" fmla="*/ 41784 h 964683"/>
              <a:gd name="connsiteX242" fmla="*/ 464193 w 961132"/>
              <a:gd name="connsiteY242" fmla="*/ 40418 h 964683"/>
              <a:gd name="connsiteX243" fmla="*/ 466121 w 961132"/>
              <a:gd name="connsiteY243" fmla="*/ 39074 h 964683"/>
              <a:gd name="connsiteX244" fmla="*/ 468049 w 961132"/>
              <a:gd name="connsiteY244" fmla="*/ 37751 h 964683"/>
              <a:gd name="connsiteX245" fmla="*/ 469977 w 961132"/>
              <a:gd name="connsiteY245" fmla="*/ 36450 h 964683"/>
              <a:gd name="connsiteX246" fmla="*/ 471895 w 961132"/>
              <a:gd name="connsiteY246" fmla="*/ 35170 h 964683"/>
              <a:gd name="connsiteX247" fmla="*/ 473823 w 961132"/>
              <a:gd name="connsiteY247" fmla="*/ 33912 h 964683"/>
              <a:gd name="connsiteX248" fmla="*/ 475751 w 961132"/>
              <a:gd name="connsiteY248" fmla="*/ 32674 h 964683"/>
              <a:gd name="connsiteX249" fmla="*/ 477679 w 961132"/>
              <a:gd name="connsiteY249" fmla="*/ 31460 h 964683"/>
              <a:gd name="connsiteX250" fmla="*/ 479608 w 961132"/>
              <a:gd name="connsiteY250" fmla="*/ 30266 h 964683"/>
              <a:gd name="connsiteX251" fmla="*/ 481536 w 961132"/>
              <a:gd name="connsiteY251" fmla="*/ 29096 h 964683"/>
              <a:gd name="connsiteX252" fmla="*/ 483454 w 961132"/>
              <a:gd name="connsiteY252" fmla="*/ 27947 h 964683"/>
              <a:gd name="connsiteX253" fmla="*/ 485382 w 961132"/>
              <a:gd name="connsiteY253" fmla="*/ 26820 h 964683"/>
              <a:gd name="connsiteX254" fmla="*/ 487310 w 961132"/>
              <a:gd name="connsiteY254" fmla="*/ 25715 h 964683"/>
              <a:gd name="connsiteX255" fmla="*/ 489238 w 961132"/>
              <a:gd name="connsiteY255" fmla="*/ 24632 h 964683"/>
              <a:gd name="connsiteX256" fmla="*/ 491166 w 961132"/>
              <a:gd name="connsiteY256" fmla="*/ 23572 h 964683"/>
              <a:gd name="connsiteX257" fmla="*/ 493084 w 961132"/>
              <a:gd name="connsiteY257" fmla="*/ 22534 h 964683"/>
              <a:gd name="connsiteX258" fmla="*/ 495012 w 961132"/>
              <a:gd name="connsiteY258" fmla="*/ 21520 h 964683"/>
              <a:gd name="connsiteX259" fmla="*/ 496940 w 961132"/>
              <a:gd name="connsiteY259" fmla="*/ 20528 h 964683"/>
              <a:gd name="connsiteX260" fmla="*/ 498868 w 961132"/>
              <a:gd name="connsiteY260" fmla="*/ 19558 h 964683"/>
              <a:gd name="connsiteX261" fmla="*/ 500796 w 961132"/>
              <a:gd name="connsiteY261" fmla="*/ 18611 h 964683"/>
              <a:gd name="connsiteX262" fmla="*/ 502714 w 961132"/>
              <a:gd name="connsiteY262" fmla="*/ 17686 h 964683"/>
              <a:gd name="connsiteX263" fmla="*/ 504642 w 961132"/>
              <a:gd name="connsiteY263" fmla="*/ 16785 h 964683"/>
              <a:gd name="connsiteX264" fmla="*/ 506570 w 961132"/>
              <a:gd name="connsiteY264" fmla="*/ 15906 h 964683"/>
              <a:gd name="connsiteX265" fmla="*/ 508498 w 961132"/>
              <a:gd name="connsiteY265" fmla="*/ 15052 h 964683"/>
              <a:gd name="connsiteX266" fmla="*/ 510427 w 961132"/>
              <a:gd name="connsiteY266" fmla="*/ 14219 h 964683"/>
              <a:gd name="connsiteX267" fmla="*/ 512345 w 961132"/>
              <a:gd name="connsiteY267" fmla="*/ 13410 h 964683"/>
              <a:gd name="connsiteX268" fmla="*/ 514273 w 961132"/>
              <a:gd name="connsiteY268" fmla="*/ 12624 h 964683"/>
              <a:gd name="connsiteX269" fmla="*/ 516201 w 961132"/>
              <a:gd name="connsiteY269" fmla="*/ 11861 h 964683"/>
              <a:gd name="connsiteX270" fmla="*/ 518129 w 961132"/>
              <a:gd name="connsiteY270" fmla="*/ 11122 h 964683"/>
              <a:gd name="connsiteX271" fmla="*/ 520057 w 961132"/>
              <a:gd name="connsiteY271" fmla="*/ 10406 h 964683"/>
              <a:gd name="connsiteX272" fmla="*/ 521975 w 961132"/>
              <a:gd name="connsiteY272" fmla="*/ 9714 h 964683"/>
              <a:gd name="connsiteX273" fmla="*/ 523903 w 961132"/>
              <a:gd name="connsiteY273" fmla="*/ 9045 h 964683"/>
              <a:gd name="connsiteX274" fmla="*/ 525831 w 961132"/>
              <a:gd name="connsiteY274" fmla="*/ 8399 h 964683"/>
              <a:gd name="connsiteX275" fmla="*/ 527759 w 961132"/>
              <a:gd name="connsiteY275" fmla="*/ 7778 h 964683"/>
              <a:gd name="connsiteX276" fmla="*/ 529687 w 961132"/>
              <a:gd name="connsiteY276" fmla="*/ 7179 h 964683"/>
              <a:gd name="connsiteX277" fmla="*/ 531605 w 961132"/>
              <a:gd name="connsiteY277" fmla="*/ 6604 h 964683"/>
              <a:gd name="connsiteX278" fmla="*/ 533533 w 961132"/>
              <a:gd name="connsiteY278" fmla="*/ 6053 h 964683"/>
              <a:gd name="connsiteX279" fmla="*/ 535461 w 961132"/>
              <a:gd name="connsiteY279" fmla="*/ 5527 h 964683"/>
              <a:gd name="connsiteX280" fmla="*/ 537389 w 961132"/>
              <a:gd name="connsiteY280" fmla="*/ 5023 h 964683"/>
              <a:gd name="connsiteX281" fmla="*/ 539317 w 961132"/>
              <a:gd name="connsiteY281" fmla="*/ 4544 h 964683"/>
              <a:gd name="connsiteX282" fmla="*/ 541245 w 961132"/>
              <a:gd name="connsiteY282" fmla="*/ 4089 h 964683"/>
              <a:gd name="connsiteX283" fmla="*/ 543163 w 961132"/>
              <a:gd name="connsiteY283" fmla="*/ 3656 h 964683"/>
              <a:gd name="connsiteX284" fmla="*/ 545092 w 961132"/>
              <a:gd name="connsiteY284" fmla="*/ 3249 h 964683"/>
              <a:gd name="connsiteX285" fmla="*/ 547020 w 961132"/>
              <a:gd name="connsiteY285" fmla="*/ 2865 h 964683"/>
              <a:gd name="connsiteX286" fmla="*/ 548948 w 961132"/>
              <a:gd name="connsiteY286" fmla="*/ 2505 h 964683"/>
              <a:gd name="connsiteX287" fmla="*/ 550876 w 961132"/>
              <a:gd name="connsiteY287" fmla="*/ 2170 h 964683"/>
              <a:gd name="connsiteX288" fmla="*/ 552794 w 961132"/>
              <a:gd name="connsiteY288" fmla="*/ 1858 h 964683"/>
              <a:gd name="connsiteX289" fmla="*/ 554722 w 961132"/>
              <a:gd name="connsiteY289" fmla="*/ 1570 h 964683"/>
              <a:gd name="connsiteX290" fmla="*/ 556650 w 961132"/>
              <a:gd name="connsiteY290" fmla="*/ 1307 h 964683"/>
              <a:gd name="connsiteX291" fmla="*/ 558578 w 961132"/>
              <a:gd name="connsiteY291" fmla="*/ 1067 h 964683"/>
              <a:gd name="connsiteX292" fmla="*/ 560506 w 961132"/>
              <a:gd name="connsiteY292" fmla="*/ 852 h 964683"/>
              <a:gd name="connsiteX293" fmla="*/ 562424 w 961132"/>
              <a:gd name="connsiteY293" fmla="*/ 661 h 964683"/>
              <a:gd name="connsiteX294" fmla="*/ 564352 w 961132"/>
              <a:gd name="connsiteY294" fmla="*/ 494 h 964683"/>
              <a:gd name="connsiteX295" fmla="*/ 566280 w 961132"/>
              <a:gd name="connsiteY295" fmla="*/ 351 h 964683"/>
              <a:gd name="connsiteX296" fmla="*/ 568208 w 961132"/>
              <a:gd name="connsiteY296" fmla="*/ 233 h 964683"/>
              <a:gd name="connsiteX297" fmla="*/ 570136 w 961132"/>
              <a:gd name="connsiteY297" fmla="*/ 138 h 964683"/>
              <a:gd name="connsiteX298" fmla="*/ 572054 w 961132"/>
              <a:gd name="connsiteY298" fmla="*/ 68 h 964683"/>
              <a:gd name="connsiteX299" fmla="*/ 573982 w 961132"/>
              <a:gd name="connsiteY299" fmla="*/ 22 h 964683"/>
              <a:gd name="connsiteX300" fmla="*/ 575910 w 961132"/>
              <a:gd name="connsiteY300" fmla="*/ 0 h 964683"/>
              <a:gd name="connsiteX301" fmla="*/ 577839 w 961132"/>
              <a:gd name="connsiteY301" fmla="*/ 2 h 964683"/>
              <a:gd name="connsiteX302" fmla="*/ 579767 w 961132"/>
              <a:gd name="connsiteY302" fmla="*/ 29 h 964683"/>
              <a:gd name="connsiteX303" fmla="*/ 581685 w 961132"/>
              <a:gd name="connsiteY303" fmla="*/ 80 h 964683"/>
              <a:gd name="connsiteX304" fmla="*/ 583613 w 961132"/>
              <a:gd name="connsiteY304" fmla="*/ 155 h 964683"/>
              <a:gd name="connsiteX305" fmla="*/ 585541 w 961132"/>
              <a:gd name="connsiteY305" fmla="*/ 254 h 964683"/>
              <a:gd name="connsiteX306" fmla="*/ 587469 w 961132"/>
              <a:gd name="connsiteY306" fmla="*/ 378 h 964683"/>
              <a:gd name="connsiteX307" fmla="*/ 589397 w 961132"/>
              <a:gd name="connsiteY307" fmla="*/ 525 h 964683"/>
              <a:gd name="connsiteX308" fmla="*/ 591315 w 961132"/>
              <a:gd name="connsiteY308" fmla="*/ 697 h 964683"/>
              <a:gd name="connsiteX309" fmla="*/ 593243 w 961132"/>
              <a:gd name="connsiteY309" fmla="*/ 892 h 964683"/>
              <a:gd name="connsiteX310" fmla="*/ 595171 w 961132"/>
              <a:gd name="connsiteY310" fmla="*/ 1113 h 964683"/>
              <a:gd name="connsiteX311" fmla="*/ 597099 w 961132"/>
              <a:gd name="connsiteY311" fmla="*/ 1358 h 964683"/>
              <a:gd name="connsiteX312" fmla="*/ 599027 w 961132"/>
              <a:gd name="connsiteY312" fmla="*/ 1626 h 964683"/>
              <a:gd name="connsiteX313" fmla="*/ 600955 w 961132"/>
              <a:gd name="connsiteY313" fmla="*/ 1918 h 964683"/>
              <a:gd name="connsiteX314" fmla="*/ 602873 w 961132"/>
              <a:gd name="connsiteY314" fmla="*/ 2234 h 964683"/>
              <a:gd name="connsiteX315" fmla="*/ 604801 w 961132"/>
              <a:gd name="connsiteY315" fmla="*/ 2575 h 964683"/>
              <a:gd name="connsiteX316" fmla="*/ 606729 w 961132"/>
              <a:gd name="connsiteY316" fmla="*/ 2940 h 964683"/>
              <a:gd name="connsiteX317" fmla="*/ 608657 w 961132"/>
              <a:gd name="connsiteY317" fmla="*/ 3328 h 964683"/>
              <a:gd name="connsiteX318" fmla="*/ 610585 w 961132"/>
              <a:gd name="connsiteY318" fmla="*/ 3741 h 964683"/>
              <a:gd name="connsiteX319" fmla="*/ 612504 w 961132"/>
              <a:gd name="connsiteY319" fmla="*/ 4177 h 964683"/>
              <a:gd name="connsiteX320" fmla="*/ 614432 w 961132"/>
              <a:gd name="connsiteY320" fmla="*/ 4638 h 964683"/>
              <a:gd name="connsiteX321" fmla="*/ 616360 w 961132"/>
              <a:gd name="connsiteY321" fmla="*/ 5122 h 964683"/>
              <a:gd name="connsiteX322" fmla="*/ 618288 w 961132"/>
              <a:gd name="connsiteY322" fmla="*/ 5630 h 964683"/>
              <a:gd name="connsiteX323" fmla="*/ 620216 w 961132"/>
              <a:gd name="connsiteY323" fmla="*/ 6162 h 964683"/>
              <a:gd name="connsiteX324" fmla="*/ 622134 w 961132"/>
              <a:gd name="connsiteY324" fmla="*/ 6717 h 964683"/>
              <a:gd name="connsiteX325" fmla="*/ 624062 w 961132"/>
              <a:gd name="connsiteY325" fmla="*/ 7297 h 964683"/>
              <a:gd name="connsiteX326" fmla="*/ 625990 w 961132"/>
              <a:gd name="connsiteY326" fmla="*/ 7900 h 964683"/>
              <a:gd name="connsiteX327" fmla="*/ 627918 w 961132"/>
              <a:gd name="connsiteY327" fmla="*/ 8526 h 964683"/>
              <a:gd name="connsiteX328" fmla="*/ 629846 w 961132"/>
              <a:gd name="connsiteY328" fmla="*/ 9176 h 964683"/>
              <a:gd name="connsiteX329" fmla="*/ 631764 w 961132"/>
              <a:gd name="connsiteY329" fmla="*/ 9850 h 964683"/>
              <a:gd name="connsiteX330" fmla="*/ 633692 w 961132"/>
              <a:gd name="connsiteY330" fmla="*/ 10548 h 964683"/>
              <a:gd name="connsiteX331" fmla="*/ 635620 w 961132"/>
              <a:gd name="connsiteY331" fmla="*/ 11268 h 964683"/>
              <a:gd name="connsiteX332" fmla="*/ 637548 w 961132"/>
              <a:gd name="connsiteY332" fmla="*/ 12013 h 964683"/>
              <a:gd name="connsiteX333" fmla="*/ 639476 w 961132"/>
              <a:gd name="connsiteY333" fmla="*/ 12780 h 964683"/>
              <a:gd name="connsiteX334" fmla="*/ 641394 w 961132"/>
              <a:gd name="connsiteY334" fmla="*/ 13570 h 964683"/>
              <a:gd name="connsiteX335" fmla="*/ 643323 w 961132"/>
              <a:gd name="connsiteY335" fmla="*/ 14384 h 964683"/>
              <a:gd name="connsiteX336" fmla="*/ 645251 w 961132"/>
              <a:gd name="connsiteY336" fmla="*/ 15221 h 964683"/>
              <a:gd name="connsiteX337" fmla="*/ 647179 w 961132"/>
              <a:gd name="connsiteY337" fmla="*/ 16080 h 964683"/>
              <a:gd name="connsiteX338" fmla="*/ 649107 w 961132"/>
              <a:gd name="connsiteY338" fmla="*/ 16964 h 964683"/>
              <a:gd name="connsiteX339" fmla="*/ 651025 w 961132"/>
              <a:gd name="connsiteY339" fmla="*/ 17869 h 964683"/>
              <a:gd name="connsiteX340" fmla="*/ 652953 w 961132"/>
              <a:gd name="connsiteY340" fmla="*/ 18798 h 964683"/>
              <a:gd name="connsiteX341" fmla="*/ 654881 w 961132"/>
              <a:gd name="connsiteY341" fmla="*/ 19750 h 964683"/>
              <a:gd name="connsiteX342" fmla="*/ 656809 w 961132"/>
              <a:gd name="connsiteY342" fmla="*/ 20724 h 964683"/>
              <a:gd name="connsiteX343" fmla="*/ 658737 w 961132"/>
              <a:gd name="connsiteY343" fmla="*/ 21721 h 964683"/>
              <a:gd name="connsiteX344" fmla="*/ 660665 w 961132"/>
              <a:gd name="connsiteY344" fmla="*/ 22740 h 964683"/>
              <a:gd name="connsiteX345" fmla="*/ 662583 w 961132"/>
              <a:gd name="connsiteY345" fmla="*/ 23783 h 964683"/>
              <a:gd name="connsiteX346" fmla="*/ 664511 w 961132"/>
              <a:gd name="connsiteY346" fmla="*/ 24847 h 964683"/>
              <a:gd name="connsiteX347" fmla="*/ 666439 w 961132"/>
              <a:gd name="connsiteY347" fmla="*/ 25934 h 964683"/>
              <a:gd name="connsiteX348" fmla="*/ 668367 w 961132"/>
              <a:gd name="connsiteY348" fmla="*/ 27043 h 964683"/>
              <a:gd name="connsiteX349" fmla="*/ 670295 w 961132"/>
              <a:gd name="connsiteY349" fmla="*/ 28174 h 964683"/>
              <a:gd name="connsiteX350" fmla="*/ 672213 w 961132"/>
              <a:gd name="connsiteY350" fmla="*/ 29328 h 964683"/>
              <a:gd name="connsiteX351" fmla="*/ 674141 w 961132"/>
              <a:gd name="connsiteY351" fmla="*/ 30504 h 964683"/>
              <a:gd name="connsiteX352" fmla="*/ 676069 w 961132"/>
              <a:gd name="connsiteY352" fmla="*/ 31700 h 964683"/>
              <a:gd name="connsiteX353" fmla="*/ 677998 w 961132"/>
              <a:gd name="connsiteY353" fmla="*/ 32920 h 964683"/>
              <a:gd name="connsiteX354" fmla="*/ 679926 w 961132"/>
              <a:gd name="connsiteY354" fmla="*/ 34161 h 964683"/>
              <a:gd name="connsiteX355" fmla="*/ 681844 w 961132"/>
              <a:gd name="connsiteY355" fmla="*/ 35424 h 964683"/>
              <a:gd name="connsiteX356" fmla="*/ 683772 w 961132"/>
              <a:gd name="connsiteY356" fmla="*/ 36708 h 964683"/>
              <a:gd name="connsiteX357" fmla="*/ 685700 w 961132"/>
              <a:gd name="connsiteY357" fmla="*/ 38014 h 964683"/>
              <a:gd name="connsiteX358" fmla="*/ 687628 w 961132"/>
              <a:gd name="connsiteY358" fmla="*/ 39341 h 964683"/>
              <a:gd name="connsiteX359" fmla="*/ 689556 w 961132"/>
              <a:gd name="connsiteY359" fmla="*/ 40690 h 964683"/>
              <a:gd name="connsiteX360" fmla="*/ 691474 w 961132"/>
              <a:gd name="connsiteY360" fmla="*/ 42059 h 964683"/>
              <a:gd name="connsiteX361" fmla="*/ 693402 w 961132"/>
              <a:gd name="connsiteY361" fmla="*/ 43451 h 964683"/>
              <a:gd name="connsiteX362" fmla="*/ 695330 w 961132"/>
              <a:gd name="connsiteY362" fmla="*/ 44862 h 964683"/>
              <a:gd name="connsiteX363" fmla="*/ 697258 w 961132"/>
              <a:gd name="connsiteY363" fmla="*/ 46295 h 964683"/>
              <a:gd name="connsiteX364" fmla="*/ 699186 w 961132"/>
              <a:gd name="connsiteY364" fmla="*/ 47748 h 964683"/>
              <a:gd name="connsiteX365" fmla="*/ 701104 w 961132"/>
              <a:gd name="connsiteY365" fmla="*/ 49222 h 964683"/>
              <a:gd name="connsiteX366" fmla="*/ 703032 w 961132"/>
              <a:gd name="connsiteY366" fmla="*/ 50717 h 964683"/>
              <a:gd name="connsiteX367" fmla="*/ 704960 w 961132"/>
              <a:gd name="connsiteY367" fmla="*/ 52232 h 964683"/>
              <a:gd name="connsiteX368" fmla="*/ 706888 w 961132"/>
              <a:gd name="connsiteY368" fmla="*/ 53768 h 964683"/>
              <a:gd name="connsiteX369" fmla="*/ 708817 w 961132"/>
              <a:gd name="connsiteY369" fmla="*/ 55323 h 964683"/>
              <a:gd name="connsiteX370" fmla="*/ 710735 w 961132"/>
              <a:gd name="connsiteY370" fmla="*/ 56899 h 964683"/>
              <a:gd name="connsiteX371" fmla="*/ 712663 w 961132"/>
              <a:gd name="connsiteY371" fmla="*/ 58495 h 964683"/>
              <a:gd name="connsiteX372" fmla="*/ 714591 w 961132"/>
              <a:gd name="connsiteY372" fmla="*/ 60110 h 964683"/>
              <a:gd name="connsiteX373" fmla="*/ 716519 w 961132"/>
              <a:gd name="connsiteY373" fmla="*/ 61746 h 964683"/>
              <a:gd name="connsiteX374" fmla="*/ 718447 w 961132"/>
              <a:gd name="connsiteY374" fmla="*/ 63401 h 964683"/>
              <a:gd name="connsiteX375" fmla="*/ 720375 w 961132"/>
              <a:gd name="connsiteY375" fmla="*/ 65077 h 964683"/>
              <a:gd name="connsiteX376" fmla="*/ 722293 w 961132"/>
              <a:gd name="connsiteY376" fmla="*/ 66770 h 964683"/>
              <a:gd name="connsiteX377" fmla="*/ 724221 w 961132"/>
              <a:gd name="connsiteY377" fmla="*/ 68483 h 964683"/>
              <a:gd name="connsiteX378" fmla="*/ 726149 w 961132"/>
              <a:gd name="connsiteY378" fmla="*/ 70217 h 964683"/>
              <a:gd name="connsiteX379" fmla="*/ 728077 w 961132"/>
              <a:gd name="connsiteY379" fmla="*/ 71969 h 964683"/>
              <a:gd name="connsiteX380" fmla="*/ 730005 w 961132"/>
              <a:gd name="connsiteY380" fmla="*/ 73739 h 964683"/>
              <a:gd name="connsiteX381" fmla="*/ 731923 w 961132"/>
              <a:gd name="connsiteY381" fmla="*/ 75529 h 964683"/>
              <a:gd name="connsiteX382" fmla="*/ 733851 w 961132"/>
              <a:gd name="connsiteY382" fmla="*/ 77337 h 964683"/>
              <a:gd name="connsiteX383" fmla="*/ 735779 w 961132"/>
              <a:gd name="connsiteY383" fmla="*/ 79163 h 964683"/>
              <a:gd name="connsiteX384" fmla="*/ 737707 w 961132"/>
              <a:gd name="connsiteY384" fmla="*/ 81009 h 964683"/>
              <a:gd name="connsiteX385" fmla="*/ 739635 w 961132"/>
              <a:gd name="connsiteY385" fmla="*/ 82872 h 964683"/>
              <a:gd name="connsiteX386" fmla="*/ 741553 w 961132"/>
              <a:gd name="connsiteY386" fmla="*/ 84754 h 964683"/>
              <a:gd name="connsiteX387" fmla="*/ 743482 w 961132"/>
              <a:gd name="connsiteY387" fmla="*/ 86653 h 964683"/>
              <a:gd name="connsiteX388" fmla="*/ 745410 w 961132"/>
              <a:gd name="connsiteY388" fmla="*/ 88571 h 964683"/>
              <a:gd name="connsiteX389" fmla="*/ 747338 w 961132"/>
              <a:gd name="connsiteY389" fmla="*/ 90506 h 964683"/>
              <a:gd name="connsiteX390" fmla="*/ 749266 w 961132"/>
              <a:gd name="connsiteY390" fmla="*/ 92459 h 964683"/>
              <a:gd name="connsiteX391" fmla="*/ 751184 w 961132"/>
              <a:gd name="connsiteY391" fmla="*/ 94429 h 964683"/>
              <a:gd name="connsiteX392" fmla="*/ 753112 w 961132"/>
              <a:gd name="connsiteY392" fmla="*/ 96417 h 964683"/>
              <a:gd name="connsiteX393" fmla="*/ 755040 w 961132"/>
              <a:gd name="connsiteY393" fmla="*/ 98422 h 964683"/>
              <a:gd name="connsiteX394" fmla="*/ 756968 w 961132"/>
              <a:gd name="connsiteY394" fmla="*/ 100443 h 964683"/>
              <a:gd name="connsiteX395" fmla="*/ 758896 w 961132"/>
              <a:gd name="connsiteY395" fmla="*/ 102483 h 964683"/>
              <a:gd name="connsiteX396" fmla="*/ 760814 w 961132"/>
              <a:gd name="connsiteY396" fmla="*/ 104538 h 964683"/>
              <a:gd name="connsiteX397" fmla="*/ 762742 w 961132"/>
              <a:gd name="connsiteY397" fmla="*/ 106610 h 964683"/>
              <a:gd name="connsiteX398" fmla="*/ 764670 w 961132"/>
              <a:gd name="connsiteY398" fmla="*/ 108699 h 964683"/>
              <a:gd name="connsiteX399" fmla="*/ 766598 w 961132"/>
              <a:gd name="connsiteY399" fmla="*/ 110804 h 964683"/>
              <a:gd name="connsiteX400" fmla="*/ 768526 w 961132"/>
              <a:gd name="connsiteY400" fmla="*/ 112926 h 964683"/>
              <a:gd name="connsiteX401" fmla="*/ 770444 w 961132"/>
              <a:gd name="connsiteY401" fmla="*/ 115063 h 964683"/>
              <a:gd name="connsiteX402" fmla="*/ 772372 w 961132"/>
              <a:gd name="connsiteY402" fmla="*/ 117216 h 964683"/>
              <a:gd name="connsiteX403" fmla="*/ 774300 w 961132"/>
              <a:gd name="connsiteY403" fmla="*/ 119386 h 964683"/>
              <a:gd name="connsiteX404" fmla="*/ 776229 w 961132"/>
              <a:gd name="connsiteY404" fmla="*/ 121570 h 964683"/>
              <a:gd name="connsiteX405" fmla="*/ 778157 w 961132"/>
              <a:gd name="connsiteY405" fmla="*/ 123771 h 964683"/>
              <a:gd name="connsiteX406" fmla="*/ 780085 w 961132"/>
              <a:gd name="connsiteY406" fmla="*/ 125986 h 964683"/>
              <a:gd name="connsiteX407" fmla="*/ 782003 w 961132"/>
              <a:gd name="connsiteY407" fmla="*/ 128216 h 964683"/>
              <a:gd name="connsiteX408" fmla="*/ 783931 w 961132"/>
              <a:gd name="connsiteY408" fmla="*/ 130462 h 964683"/>
              <a:gd name="connsiteX409" fmla="*/ 785859 w 961132"/>
              <a:gd name="connsiteY409" fmla="*/ 132722 h 964683"/>
              <a:gd name="connsiteX410" fmla="*/ 787787 w 961132"/>
              <a:gd name="connsiteY410" fmla="*/ 134998 h 964683"/>
              <a:gd name="connsiteX411" fmla="*/ 789715 w 961132"/>
              <a:gd name="connsiteY411" fmla="*/ 137287 h 964683"/>
              <a:gd name="connsiteX412" fmla="*/ 791633 w 961132"/>
              <a:gd name="connsiteY412" fmla="*/ 139592 h 964683"/>
              <a:gd name="connsiteX413" fmla="*/ 793561 w 961132"/>
              <a:gd name="connsiteY413" fmla="*/ 141910 h 964683"/>
              <a:gd name="connsiteX414" fmla="*/ 795489 w 961132"/>
              <a:gd name="connsiteY414" fmla="*/ 144242 h 964683"/>
              <a:gd name="connsiteX415" fmla="*/ 797417 w 961132"/>
              <a:gd name="connsiteY415" fmla="*/ 146588 h 964683"/>
              <a:gd name="connsiteX416" fmla="*/ 799345 w 961132"/>
              <a:gd name="connsiteY416" fmla="*/ 148949 h 964683"/>
              <a:gd name="connsiteX417" fmla="*/ 801263 w 961132"/>
              <a:gd name="connsiteY417" fmla="*/ 151323 h 964683"/>
              <a:gd name="connsiteX418" fmla="*/ 803191 w 961132"/>
              <a:gd name="connsiteY418" fmla="*/ 153710 h 964683"/>
              <a:gd name="connsiteX419" fmla="*/ 805119 w 961132"/>
              <a:gd name="connsiteY419" fmla="*/ 156110 h 964683"/>
              <a:gd name="connsiteX420" fmla="*/ 807047 w 961132"/>
              <a:gd name="connsiteY420" fmla="*/ 158523 h 964683"/>
              <a:gd name="connsiteX421" fmla="*/ 808975 w 961132"/>
              <a:gd name="connsiteY421" fmla="*/ 160950 h 964683"/>
              <a:gd name="connsiteX422" fmla="*/ 810894 w 961132"/>
              <a:gd name="connsiteY422" fmla="*/ 163390 h 964683"/>
              <a:gd name="connsiteX423" fmla="*/ 812822 w 961132"/>
              <a:gd name="connsiteY423" fmla="*/ 165842 h 964683"/>
              <a:gd name="connsiteX424" fmla="*/ 814750 w 961132"/>
              <a:gd name="connsiteY424" fmla="*/ 168307 h 964683"/>
              <a:gd name="connsiteX425" fmla="*/ 816678 w 961132"/>
              <a:gd name="connsiteY425" fmla="*/ 170783 h 964683"/>
              <a:gd name="connsiteX426" fmla="*/ 818606 w 961132"/>
              <a:gd name="connsiteY426" fmla="*/ 173272 h 964683"/>
              <a:gd name="connsiteX427" fmla="*/ 820524 w 961132"/>
              <a:gd name="connsiteY427" fmla="*/ 175773 h 964683"/>
              <a:gd name="connsiteX428" fmla="*/ 822452 w 961132"/>
              <a:gd name="connsiteY428" fmla="*/ 178286 h 964683"/>
              <a:gd name="connsiteX429" fmla="*/ 824380 w 961132"/>
              <a:gd name="connsiteY429" fmla="*/ 180810 h 964683"/>
              <a:gd name="connsiteX430" fmla="*/ 826308 w 961132"/>
              <a:gd name="connsiteY430" fmla="*/ 183346 h 964683"/>
              <a:gd name="connsiteX431" fmla="*/ 828236 w 961132"/>
              <a:gd name="connsiteY431" fmla="*/ 185893 h 964683"/>
              <a:gd name="connsiteX432" fmla="*/ 830154 w 961132"/>
              <a:gd name="connsiteY432" fmla="*/ 188452 h 964683"/>
              <a:gd name="connsiteX433" fmla="*/ 832082 w 961132"/>
              <a:gd name="connsiteY433" fmla="*/ 191022 h 964683"/>
              <a:gd name="connsiteX434" fmla="*/ 834010 w 961132"/>
              <a:gd name="connsiteY434" fmla="*/ 193602 h 964683"/>
              <a:gd name="connsiteX435" fmla="*/ 835938 w 961132"/>
              <a:gd name="connsiteY435" fmla="*/ 196193 h 964683"/>
              <a:gd name="connsiteX436" fmla="*/ 837866 w 961132"/>
              <a:gd name="connsiteY436" fmla="*/ 198794 h 964683"/>
              <a:gd name="connsiteX437" fmla="*/ 839794 w 961132"/>
              <a:gd name="connsiteY437" fmla="*/ 201406 h 964683"/>
              <a:gd name="connsiteX438" fmla="*/ 841713 w 961132"/>
              <a:gd name="connsiteY438" fmla="*/ 204029 h 964683"/>
              <a:gd name="connsiteX439" fmla="*/ 843641 w 961132"/>
              <a:gd name="connsiteY439" fmla="*/ 206661 h 964683"/>
              <a:gd name="connsiteX440" fmla="*/ 845569 w 961132"/>
              <a:gd name="connsiteY440" fmla="*/ 209302 h 964683"/>
              <a:gd name="connsiteX441" fmla="*/ 847497 w 961132"/>
              <a:gd name="connsiteY441" fmla="*/ 211955 h 964683"/>
              <a:gd name="connsiteX442" fmla="*/ 849425 w 961132"/>
              <a:gd name="connsiteY442" fmla="*/ 214615 h 964683"/>
              <a:gd name="connsiteX443" fmla="*/ 851343 w 961132"/>
              <a:gd name="connsiteY443" fmla="*/ 217286 h 964683"/>
              <a:gd name="connsiteX444" fmla="*/ 853271 w 961132"/>
              <a:gd name="connsiteY444" fmla="*/ 219966 h 964683"/>
              <a:gd name="connsiteX445" fmla="*/ 855199 w 961132"/>
              <a:gd name="connsiteY445" fmla="*/ 222655 h 964683"/>
              <a:gd name="connsiteX446" fmla="*/ 857127 w 961132"/>
              <a:gd name="connsiteY446" fmla="*/ 225353 h 964683"/>
              <a:gd name="connsiteX447" fmla="*/ 859055 w 961132"/>
              <a:gd name="connsiteY447" fmla="*/ 228059 h 964683"/>
              <a:gd name="connsiteX448" fmla="*/ 860973 w 961132"/>
              <a:gd name="connsiteY448" fmla="*/ 230773 h 964683"/>
              <a:gd name="connsiteX449" fmla="*/ 862901 w 961132"/>
              <a:gd name="connsiteY449" fmla="*/ 233496 h 964683"/>
              <a:gd name="connsiteX450" fmla="*/ 864829 w 961132"/>
              <a:gd name="connsiteY450" fmla="*/ 236228 h 964683"/>
              <a:gd name="connsiteX451" fmla="*/ 866757 w 961132"/>
              <a:gd name="connsiteY451" fmla="*/ 238967 h 964683"/>
              <a:gd name="connsiteX452" fmla="*/ 868685 w 961132"/>
              <a:gd name="connsiteY452" fmla="*/ 241714 h 964683"/>
              <a:gd name="connsiteX453" fmla="*/ 870603 w 961132"/>
              <a:gd name="connsiteY453" fmla="*/ 244469 h 964683"/>
              <a:gd name="connsiteX454" fmla="*/ 872531 w 961132"/>
              <a:gd name="connsiteY454" fmla="*/ 247232 h 964683"/>
              <a:gd name="connsiteX455" fmla="*/ 874459 w 961132"/>
              <a:gd name="connsiteY455" fmla="*/ 250001 h 964683"/>
              <a:gd name="connsiteX456" fmla="*/ 876388 w 961132"/>
              <a:gd name="connsiteY456" fmla="*/ 252779 h 964683"/>
              <a:gd name="connsiteX457" fmla="*/ 878316 w 961132"/>
              <a:gd name="connsiteY457" fmla="*/ 255563 h 964683"/>
              <a:gd name="connsiteX458" fmla="*/ 880234 w 961132"/>
              <a:gd name="connsiteY458" fmla="*/ 258353 h 964683"/>
              <a:gd name="connsiteX459" fmla="*/ 882162 w 961132"/>
              <a:gd name="connsiteY459" fmla="*/ 261151 h 964683"/>
              <a:gd name="connsiteX460" fmla="*/ 884090 w 961132"/>
              <a:gd name="connsiteY460" fmla="*/ 263955 h 964683"/>
              <a:gd name="connsiteX461" fmla="*/ 886018 w 961132"/>
              <a:gd name="connsiteY461" fmla="*/ 266765 h 964683"/>
              <a:gd name="connsiteX462" fmla="*/ 887946 w 961132"/>
              <a:gd name="connsiteY462" fmla="*/ 269582 h 964683"/>
              <a:gd name="connsiteX463" fmla="*/ 889864 w 961132"/>
              <a:gd name="connsiteY463" fmla="*/ 272404 h 964683"/>
              <a:gd name="connsiteX464" fmla="*/ 891792 w 961132"/>
              <a:gd name="connsiteY464" fmla="*/ 275232 h 964683"/>
              <a:gd name="connsiteX465" fmla="*/ 893720 w 961132"/>
              <a:gd name="connsiteY465" fmla="*/ 278066 h 964683"/>
              <a:gd name="connsiteX466" fmla="*/ 895648 w 961132"/>
              <a:gd name="connsiteY466" fmla="*/ 280905 h 964683"/>
              <a:gd name="connsiteX467" fmla="*/ 897576 w 961132"/>
              <a:gd name="connsiteY467" fmla="*/ 283751 h 964683"/>
              <a:gd name="connsiteX468" fmla="*/ 899504 w 961132"/>
              <a:gd name="connsiteY468" fmla="*/ 286600 h 964683"/>
              <a:gd name="connsiteX469" fmla="*/ 901422 w 961132"/>
              <a:gd name="connsiteY469" fmla="*/ 289455 h 964683"/>
              <a:gd name="connsiteX470" fmla="*/ 903350 w 961132"/>
              <a:gd name="connsiteY470" fmla="*/ 292316 h 964683"/>
              <a:gd name="connsiteX471" fmla="*/ 905278 w 961132"/>
              <a:gd name="connsiteY471" fmla="*/ 295180 h 964683"/>
              <a:gd name="connsiteX472" fmla="*/ 907207 w 961132"/>
              <a:gd name="connsiteY472" fmla="*/ 298049 h 964683"/>
              <a:gd name="connsiteX473" fmla="*/ 909135 w 961132"/>
              <a:gd name="connsiteY473" fmla="*/ 300922 h 964683"/>
              <a:gd name="connsiteX474" fmla="*/ 911053 w 961132"/>
              <a:gd name="connsiteY474" fmla="*/ 303800 h 964683"/>
              <a:gd name="connsiteX475" fmla="*/ 912981 w 961132"/>
              <a:gd name="connsiteY475" fmla="*/ 306682 h 964683"/>
              <a:gd name="connsiteX476" fmla="*/ 914909 w 961132"/>
              <a:gd name="connsiteY476" fmla="*/ 309568 h 964683"/>
              <a:gd name="connsiteX477" fmla="*/ 916837 w 961132"/>
              <a:gd name="connsiteY477" fmla="*/ 312457 h 964683"/>
              <a:gd name="connsiteX478" fmla="*/ 918765 w 961132"/>
              <a:gd name="connsiteY478" fmla="*/ 315350 h 964683"/>
              <a:gd name="connsiteX479" fmla="*/ 920683 w 961132"/>
              <a:gd name="connsiteY479" fmla="*/ 318246 h 964683"/>
              <a:gd name="connsiteX480" fmla="*/ 922611 w 961132"/>
              <a:gd name="connsiteY480" fmla="*/ 321146 h 964683"/>
              <a:gd name="connsiteX481" fmla="*/ 924539 w 961132"/>
              <a:gd name="connsiteY481" fmla="*/ 324048 h 964683"/>
              <a:gd name="connsiteX482" fmla="*/ 926467 w 961132"/>
              <a:gd name="connsiteY482" fmla="*/ 326954 h 964683"/>
              <a:gd name="connsiteX483" fmla="*/ 928395 w 961132"/>
              <a:gd name="connsiteY483" fmla="*/ 329862 h 964683"/>
              <a:gd name="connsiteX484" fmla="*/ 930313 w 961132"/>
              <a:gd name="connsiteY484" fmla="*/ 332773 h 964683"/>
              <a:gd name="connsiteX485" fmla="*/ 932241 w 961132"/>
              <a:gd name="connsiteY485" fmla="*/ 335687 h 964683"/>
              <a:gd name="connsiteX486" fmla="*/ 934169 w 961132"/>
              <a:gd name="connsiteY486" fmla="*/ 338602 h 964683"/>
              <a:gd name="connsiteX487" fmla="*/ 936097 w 961132"/>
              <a:gd name="connsiteY487" fmla="*/ 341520 h 964683"/>
              <a:gd name="connsiteX488" fmla="*/ 938025 w 961132"/>
              <a:gd name="connsiteY488" fmla="*/ 344439 h 964683"/>
              <a:gd name="connsiteX489" fmla="*/ 939944 w 961132"/>
              <a:gd name="connsiteY489" fmla="*/ 347361 h 964683"/>
              <a:gd name="connsiteX490" fmla="*/ 941872 w 961132"/>
              <a:gd name="connsiteY490" fmla="*/ 350284 h 964683"/>
              <a:gd name="connsiteX491" fmla="*/ 943800 w 961132"/>
              <a:gd name="connsiteY491" fmla="*/ 353209 h 964683"/>
              <a:gd name="connsiteX492" fmla="*/ 945728 w 961132"/>
              <a:gd name="connsiteY492" fmla="*/ 356135 h 964683"/>
              <a:gd name="connsiteX493" fmla="*/ 947656 w 961132"/>
              <a:gd name="connsiteY493" fmla="*/ 359062 h 964683"/>
              <a:gd name="connsiteX494" fmla="*/ 949574 w 961132"/>
              <a:gd name="connsiteY494" fmla="*/ 361991 h 964683"/>
              <a:gd name="connsiteX495" fmla="*/ 951502 w 961132"/>
              <a:gd name="connsiteY495" fmla="*/ 364920 h 964683"/>
              <a:gd name="connsiteX496" fmla="*/ 953430 w 961132"/>
              <a:gd name="connsiteY496" fmla="*/ 367849 h 964683"/>
              <a:gd name="connsiteX497" fmla="*/ 955358 w 961132"/>
              <a:gd name="connsiteY497" fmla="*/ 370780 h 964683"/>
              <a:gd name="connsiteX498" fmla="*/ 957286 w 961132"/>
              <a:gd name="connsiteY498" fmla="*/ 373711 h 964683"/>
              <a:gd name="connsiteX499" fmla="*/ 959214 w 961132"/>
              <a:gd name="connsiteY499" fmla="*/ 376642 h 964683"/>
              <a:gd name="connsiteX500" fmla="*/ 961132 w 961132"/>
              <a:gd name="connsiteY500" fmla="*/ 379574 h 964683"/>
              <a:gd name="connsiteX501" fmla="*/ 961132 w 961132"/>
              <a:gd name="connsiteY501" fmla="*/ 964684 h 964683"/>
              <a:gd name="connsiteX502" fmla="*/ 959214 w 961132"/>
              <a:gd name="connsiteY502" fmla="*/ 964684 h 964683"/>
              <a:gd name="connsiteX503" fmla="*/ 957286 w 961132"/>
              <a:gd name="connsiteY503" fmla="*/ 964684 h 964683"/>
              <a:gd name="connsiteX504" fmla="*/ 955358 w 961132"/>
              <a:gd name="connsiteY504" fmla="*/ 964684 h 964683"/>
              <a:gd name="connsiteX505" fmla="*/ 953430 w 961132"/>
              <a:gd name="connsiteY505" fmla="*/ 964684 h 964683"/>
              <a:gd name="connsiteX506" fmla="*/ 951502 w 961132"/>
              <a:gd name="connsiteY506" fmla="*/ 964684 h 964683"/>
              <a:gd name="connsiteX507" fmla="*/ 949574 w 961132"/>
              <a:gd name="connsiteY507" fmla="*/ 964684 h 964683"/>
              <a:gd name="connsiteX508" fmla="*/ 947656 w 961132"/>
              <a:gd name="connsiteY508" fmla="*/ 964684 h 964683"/>
              <a:gd name="connsiteX509" fmla="*/ 945728 w 961132"/>
              <a:gd name="connsiteY509" fmla="*/ 964684 h 964683"/>
              <a:gd name="connsiteX510" fmla="*/ 943800 w 961132"/>
              <a:gd name="connsiteY510" fmla="*/ 964684 h 964683"/>
              <a:gd name="connsiteX511" fmla="*/ 941872 w 961132"/>
              <a:gd name="connsiteY511" fmla="*/ 964684 h 964683"/>
              <a:gd name="connsiteX512" fmla="*/ 939944 w 961132"/>
              <a:gd name="connsiteY512" fmla="*/ 964684 h 964683"/>
              <a:gd name="connsiteX513" fmla="*/ 938025 w 961132"/>
              <a:gd name="connsiteY513" fmla="*/ 964684 h 964683"/>
              <a:gd name="connsiteX514" fmla="*/ 936097 w 961132"/>
              <a:gd name="connsiteY514" fmla="*/ 964684 h 964683"/>
              <a:gd name="connsiteX515" fmla="*/ 934169 w 961132"/>
              <a:gd name="connsiteY515" fmla="*/ 964684 h 964683"/>
              <a:gd name="connsiteX516" fmla="*/ 932241 w 961132"/>
              <a:gd name="connsiteY516" fmla="*/ 964684 h 964683"/>
              <a:gd name="connsiteX517" fmla="*/ 930313 w 961132"/>
              <a:gd name="connsiteY517" fmla="*/ 964684 h 964683"/>
              <a:gd name="connsiteX518" fmla="*/ 928395 w 961132"/>
              <a:gd name="connsiteY518" fmla="*/ 964684 h 964683"/>
              <a:gd name="connsiteX519" fmla="*/ 926467 w 961132"/>
              <a:gd name="connsiteY519" fmla="*/ 964684 h 964683"/>
              <a:gd name="connsiteX520" fmla="*/ 924539 w 961132"/>
              <a:gd name="connsiteY520" fmla="*/ 964684 h 964683"/>
              <a:gd name="connsiteX521" fmla="*/ 922611 w 961132"/>
              <a:gd name="connsiteY521" fmla="*/ 964684 h 964683"/>
              <a:gd name="connsiteX522" fmla="*/ 920683 w 961132"/>
              <a:gd name="connsiteY522" fmla="*/ 964684 h 964683"/>
              <a:gd name="connsiteX523" fmla="*/ 918765 w 961132"/>
              <a:gd name="connsiteY523" fmla="*/ 964684 h 964683"/>
              <a:gd name="connsiteX524" fmla="*/ 916837 w 961132"/>
              <a:gd name="connsiteY524" fmla="*/ 964684 h 964683"/>
              <a:gd name="connsiteX525" fmla="*/ 914909 w 961132"/>
              <a:gd name="connsiteY525" fmla="*/ 964684 h 964683"/>
              <a:gd name="connsiteX526" fmla="*/ 912981 w 961132"/>
              <a:gd name="connsiteY526" fmla="*/ 964684 h 964683"/>
              <a:gd name="connsiteX527" fmla="*/ 911053 w 961132"/>
              <a:gd name="connsiteY527" fmla="*/ 964684 h 964683"/>
              <a:gd name="connsiteX528" fmla="*/ 909135 w 961132"/>
              <a:gd name="connsiteY528" fmla="*/ 964684 h 964683"/>
              <a:gd name="connsiteX529" fmla="*/ 907207 w 961132"/>
              <a:gd name="connsiteY529" fmla="*/ 964684 h 964683"/>
              <a:gd name="connsiteX530" fmla="*/ 905278 w 961132"/>
              <a:gd name="connsiteY530" fmla="*/ 964684 h 964683"/>
              <a:gd name="connsiteX531" fmla="*/ 903350 w 961132"/>
              <a:gd name="connsiteY531" fmla="*/ 964684 h 964683"/>
              <a:gd name="connsiteX532" fmla="*/ 901422 w 961132"/>
              <a:gd name="connsiteY532" fmla="*/ 964684 h 964683"/>
              <a:gd name="connsiteX533" fmla="*/ 899504 w 961132"/>
              <a:gd name="connsiteY533" fmla="*/ 964684 h 964683"/>
              <a:gd name="connsiteX534" fmla="*/ 897576 w 961132"/>
              <a:gd name="connsiteY534" fmla="*/ 964684 h 964683"/>
              <a:gd name="connsiteX535" fmla="*/ 895648 w 961132"/>
              <a:gd name="connsiteY535" fmla="*/ 964684 h 964683"/>
              <a:gd name="connsiteX536" fmla="*/ 893720 w 961132"/>
              <a:gd name="connsiteY536" fmla="*/ 964684 h 964683"/>
              <a:gd name="connsiteX537" fmla="*/ 891792 w 961132"/>
              <a:gd name="connsiteY537" fmla="*/ 964684 h 964683"/>
              <a:gd name="connsiteX538" fmla="*/ 889864 w 961132"/>
              <a:gd name="connsiteY538" fmla="*/ 964684 h 964683"/>
              <a:gd name="connsiteX539" fmla="*/ 887946 w 961132"/>
              <a:gd name="connsiteY539" fmla="*/ 964684 h 964683"/>
              <a:gd name="connsiteX540" fmla="*/ 886018 w 961132"/>
              <a:gd name="connsiteY540" fmla="*/ 964684 h 964683"/>
              <a:gd name="connsiteX541" fmla="*/ 884090 w 961132"/>
              <a:gd name="connsiteY541" fmla="*/ 964684 h 964683"/>
              <a:gd name="connsiteX542" fmla="*/ 882162 w 961132"/>
              <a:gd name="connsiteY542" fmla="*/ 964684 h 964683"/>
              <a:gd name="connsiteX543" fmla="*/ 880234 w 961132"/>
              <a:gd name="connsiteY543" fmla="*/ 964684 h 964683"/>
              <a:gd name="connsiteX544" fmla="*/ 878316 w 961132"/>
              <a:gd name="connsiteY544" fmla="*/ 964684 h 964683"/>
              <a:gd name="connsiteX545" fmla="*/ 876388 w 961132"/>
              <a:gd name="connsiteY545" fmla="*/ 964684 h 964683"/>
              <a:gd name="connsiteX546" fmla="*/ 874459 w 961132"/>
              <a:gd name="connsiteY546" fmla="*/ 964684 h 964683"/>
              <a:gd name="connsiteX547" fmla="*/ 872531 w 961132"/>
              <a:gd name="connsiteY547" fmla="*/ 964684 h 964683"/>
              <a:gd name="connsiteX548" fmla="*/ 870603 w 961132"/>
              <a:gd name="connsiteY548" fmla="*/ 964684 h 964683"/>
              <a:gd name="connsiteX549" fmla="*/ 868685 w 961132"/>
              <a:gd name="connsiteY549" fmla="*/ 964684 h 964683"/>
              <a:gd name="connsiteX550" fmla="*/ 866757 w 961132"/>
              <a:gd name="connsiteY550" fmla="*/ 964684 h 964683"/>
              <a:gd name="connsiteX551" fmla="*/ 864829 w 961132"/>
              <a:gd name="connsiteY551" fmla="*/ 964684 h 964683"/>
              <a:gd name="connsiteX552" fmla="*/ 862901 w 961132"/>
              <a:gd name="connsiteY552" fmla="*/ 964684 h 964683"/>
              <a:gd name="connsiteX553" fmla="*/ 860973 w 961132"/>
              <a:gd name="connsiteY553" fmla="*/ 964684 h 964683"/>
              <a:gd name="connsiteX554" fmla="*/ 859055 w 961132"/>
              <a:gd name="connsiteY554" fmla="*/ 964684 h 964683"/>
              <a:gd name="connsiteX555" fmla="*/ 857127 w 961132"/>
              <a:gd name="connsiteY555" fmla="*/ 964684 h 964683"/>
              <a:gd name="connsiteX556" fmla="*/ 855199 w 961132"/>
              <a:gd name="connsiteY556" fmla="*/ 964684 h 964683"/>
              <a:gd name="connsiteX557" fmla="*/ 853271 w 961132"/>
              <a:gd name="connsiteY557" fmla="*/ 964684 h 964683"/>
              <a:gd name="connsiteX558" fmla="*/ 851343 w 961132"/>
              <a:gd name="connsiteY558" fmla="*/ 964684 h 964683"/>
              <a:gd name="connsiteX559" fmla="*/ 849425 w 961132"/>
              <a:gd name="connsiteY559" fmla="*/ 964684 h 964683"/>
              <a:gd name="connsiteX560" fmla="*/ 847497 w 961132"/>
              <a:gd name="connsiteY560" fmla="*/ 964684 h 964683"/>
              <a:gd name="connsiteX561" fmla="*/ 845569 w 961132"/>
              <a:gd name="connsiteY561" fmla="*/ 964684 h 964683"/>
              <a:gd name="connsiteX562" fmla="*/ 843641 w 961132"/>
              <a:gd name="connsiteY562" fmla="*/ 964684 h 964683"/>
              <a:gd name="connsiteX563" fmla="*/ 841713 w 961132"/>
              <a:gd name="connsiteY563" fmla="*/ 964684 h 964683"/>
              <a:gd name="connsiteX564" fmla="*/ 839794 w 961132"/>
              <a:gd name="connsiteY564" fmla="*/ 964684 h 964683"/>
              <a:gd name="connsiteX565" fmla="*/ 837866 w 961132"/>
              <a:gd name="connsiteY565" fmla="*/ 964684 h 964683"/>
              <a:gd name="connsiteX566" fmla="*/ 835938 w 961132"/>
              <a:gd name="connsiteY566" fmla="*/ 964684 h 964683"/>
              <a:gd name="connsiteX567" fmla="*/ 834010 w 961132"/>
              <a:gd name="connsiteY567" fmla="*/ 964684 h 964683"/>
              <a:gd name="connsiteX568" fmla="*/ 832082 w 961132"/>
              <a:gd name="connsiteY568" fmla="*/ 964684 h 964683"/>
              <a:gd name="connsiteX569" fmla="*/ 830154 w 961132"/>
              <a:gd name="connsiteY569" fmla="*/ 964684 h 964683"/>
              <a:gd name="connsiteX570" fmla="*/ 828236 w 961132"/>
              <a:gd name="connsiteY570" fmla="*/ 964684 h 964683"/>
              <a:gd name="connsiteX571" fmla="*/ 826308 w 961132"/>
              <a:gd name="connsiteY571" fmla="*/ 964684 h 964683"/>
              <a:gd name="connsiteX572" fmla="*/ 824380 w 961132"/>
              <a:gd name="connsiteY572" fmla="*/ 964684 h 964683"/>
              <a:gd name="connsiteX573" fmla="*/ 822452 w 961132"/>
              <a:gd name="connsiteY573" fmla="*/ 964684 h 964683"/>
              <a:gd name="connsiteX574" fmla="*/ 820524 w 961132"/>
              <a:gd name="connsiteY574" fmla="*/ 964684 h 964683"/>
              <a:gd name="connsiteX575" fmla="*/ 818606 w 961132"/>
              <a:gd name="connsiteY575" fmla="*/ 964684 h 964683"/>
              <a:gd name="connsiteX576" fmla="*/ 816678 w 961132"/>
              <a:gd name="connsiteY576" fmla="*/ 964684 h 964683"/>
              <a:gd name="connsiteX577" fmla="*/ 814750 w 961132"/>
              <a:gd name="connsiteY577" fmla="*/ 964684 h 964683"/>
              <a:gd name="connsiteX578" fmla="*/ 812822 w 961132"/>
              <a:gd name="connsiteY578" fmla="*/ 964684 h 964683"/>
              <a:gd name="connsiteX579" fmla="*/ 810894 w 961132"/>
              <a:gd name="connsiteY579" fmla="*/ 964684 h 964683"/>
              <a:gd name="connsiteX580" fmla="*/ 808975 w 961132"/>
              <a:gd name="connsiteY580" fmla="*/ 964684 h 964683"/>
              <a:gd name="connsiteX581" fmla="*/ 807047 w 961132"/>
              <a:gd name="connsiteY581" fmla="*/ 964684 h 964683"/>
              <a:gd name="connsiteX582" fmla="*/ 805119 w 961132"/>
              <a:gd name="connsiteY582" fmla="*/ 964684 h 964683"/>
              <a:gd name="connsiteX583" fmla="*/ 803191 w 961132"/>
              <a:gd name="connsiteY583" fmla="*/ 964684 h 964683"/>
              <a:gd name="connsiteX584" fmla="*/ 801263 w 961132"/>
              <a:gd name="connsiteY584" fmla="*/ 964684 h 964683"/>
              <a:gd name="connsiteX585" fmla="*/ 799345 w 961132"/>
              <a:gd name="connsiteY585" fmla="*/ 964684 h 964683"/>
              <a:gd name="connsiteX586" fmla="*/ 797417 w 961132"/>
              <a:gd name="connsiteY586" fmla="*/ 964684 h 964683"/>
              <a:gd name="connsiteX587" fmla="*/ 795489 w 961132"/>
              <a:gd name="connsiteY587" fmla="*/ 964684 h 964683"/>
              <a:gd name="connsiteX588" fmla="*/ 793561 w 961132"/>
              <a:gd name="connsiteY588" fmla="*/ 964684 h 964683"/>
              <a:gd name="connsiteX589" fmla="*/ 791633 w 961132"/>
              <a:gd name="connsiteY589" fmla="*/ 964684 h 964683"/>
              <a:gd name="connsiteX590" fmla="*/ 789715 w 961132"/>
              <a:gd name="connsiteY590" fmla="*/ 964684 h 964683"/>
              <a:gd name="connsiteX591" fmla="*/ 787787 w 961132"/>
              <a:gd name="connsiteY591" fmla="*/ 964684 h 964683"/>
              <a:gd name="connsiteX592" fmla="*/ 785859 w 961132"/>
              <a:gd name="connsiteY592" fmla="*/ 964684 h 964683"/>
              <a:gd name="connsiteX593" fmla="*/ 783931 w 961132"/>
              <a:gd name="connsiteY593" fmla="*/ 964684 h 964683"/>
              <a:gd name="connsiteX594" fmla="*/ 782003 w 961132"/>
              <a:gd name="connsiteY594" fmla="*/ 964684 h 964683"/>
              <a:gd name="connsiteX595" fmla="*/ 780085 w 961132"/>
              <a:gd name="connsiteY595" fmla="*/ 964684 h 964683"/>
              <a:gd name="connsiteX596" fmla="*/ 778157 w 961132"/>
              <a:gd name="connsiteY596" fmla="*/ 964684 h 964683"/>
              <a:gd name="connsiteX597" fmla="*/ 776229 w 961132"/>
              <a:gd name="connsiteY597" fmla="*/ 964684 h 964683"/>
              <a:gd name="connsiteX598" fmla="*/ 774300 w 961132"/>
              <a:gd name="connsiteY598" fmla="*/ 964684 h 964683"/>
              <a:gd name="connsiteX599" fmla="*/ 772372 w 961132"/>
              <a:gd name="connsiteY599" fmla="*/ 964684 h 964683"/>
              <a:gd name="connsiteX600" fmla="*/ 770444 w 961132"/>
              <a:gd name="connsiteY600" fmla="*/ 964684 h 964683"/>
              <a:gd name="connsiteX601" fmla="*/ 768526 w 961132"/>
              <a:gd name="connsiteY601" fmla="*/ 964684 h 964683"/>
              <a:gd name="connsiteX602" fmla="*/ 766598 w 961132"/>
              <a:gd name="connsiteY602" fmla="*/ 964684 h 964683"/>
              <a:gd name="connsiteX603" fmla="*/ 764670 w 961132"/>
              <a:gd name="connsiteY603" fmla="*/ 964684 h 964683"/>
              <a:gd name="connsiteX604" fmla="*/ 762742 w 961132"/>
              <a:gd name="connsiteY604" fmla="*/ 964684 h 964683"/>
              <a:gd name="connsiteX605" fmla="*/ 760814 w 961132"/>
              <a:gd name="connsiteY605" fmla="*/ 964684 h 964683"/>
              <a:gd name="connsiteX606" fmla="*/ 758896 w 961132"/>
              <a:gd name="connsiteY606" fmla="*/ 964684 h 964683"/>
              <a:gd name="connsiteX607" fmla="*/ 756968 w 961132"/>
              <a:gd name="connsiteY607" fmla="*/ 964684 h 964683"/>
              <a:gd name="connsiteX608" fmla="*/ 755040 w 961132"/>
              <a:gd name="connsiteY608" fmla="*/ 964684 h 964683"/>
              <a:gd name="connsiteX609" fmla="*/ 753112 w 961132"/>
              <a:gd name="connsiteY609" fmla="*/ 964684 h 964683"/>
              <a:gd name="connsiteX610" fmla="*/ 751184 w 961132"/>
              <a:gd name="connsiteY610" fmla="*/ 964684 h 964683"/>
              <a:gd name="connsiteX611" fmla="*/ 749266 w 961132"/>
              <a:gd name="connsiteY611" fmla="*/ 964684 h 964683"/>
              <a:gd name="connsiteX612" fmla="*/ 747338 w 961132"/>
              <a:gd name="connsiteY612" fmla="*/ 964684 h 964683"/>
              <a:gd name="connsiteX613" fmla="*/ 745410 w 961132"/>
              <a:gd name="connsiteY613" fmla="*/ 964684 h 964683"/>
              <a:gd name="connsiteX614" fmla="*/ 743482 w 961132"/>
              <a:gd name="connsiteY614" fmla="*/ 964684 h 964683"/>
              <a:gd name="connsiteX615" fmla="*/ 741553 w 961132"/>
              <a:gd name="connsiteY615" fmla="*/ 964684 h 964683"/>
              <a:gd name="connsiteX616" fmla="*/ 739635 w 961132"/>
              <a:gd name="connsiteY616" fmla="*/ 964684 h 964683"/>
              <a:gd name="connsiteX617" fmla="*/ 737707 w 961132"/>
              <a:gd name="connsiteY617" fmla="*/ 964684 h 964683"/>
              <a:gd name="connsiteX618" fmla="*/ 735779 w 961132"/>
              <a:gd name="connsiteY618" fmla="*/ 964684 h 964683"/>
              <a:gd name="connsiteX619" fmla="*/ 733851 w 961132"/>
              <a:gd name="connsiteY619" fmla="*/ 964684 h 964683"/>
              <a:gd name="connsiteX620" fmla="*/ 731923 w 961132"/>
              <a:gd name="connsiteY620" fmla="*/ 964684 h 964683"/>
              <a:gd name="connsiteX621" fmla="*/ 730005 w 961132"/>
              <a:gd name="connsiteY621" fmla="*/ 964684 h 964683"/>
              <a:gd name="connsiteX622" fmla="*/ 728077 w 961132"/>
              <a:gd name="connsiteY622" fmla="*/ 964684 h 964683"/>
              <a:gd name="connsiteX623" fmla="*/ 726149 w 961132"/>
              <a:gd name="connsiteY623" fmla="*/ 964684 h 964683"/>
              <a:gd name="connsiteX624" fmla="*/ 724221 w 961132"/>
              <a:gd name="connsiteY624" fmla="*/ 964684 h 964683"/>
              <a:gd name="connsiteX625" fmla="*/ 722293 w 961132"/>
              <a:gd name="connsiteY625" fmla="*/ 964684 h 964683"/>
              <a:gd name="connsiteX626" fmla="*/ 720375 w 961132"/>
              <a:gd name="connsiteY626" fmla="*/ 964684 h 964683"/>
              <a:gd name="connsiteX627" fmla="*/ 718447 w 961132"/>
              <a:gd name="connsiteY627" fmla="*/ 964684 h 964683"/>
              <a:gd name="connsiteX628" fmla="*/ 716519 w 961132"/>
              <a:gd name="connsiteY628" fmla="*/ 964684 h 964683"/>
              <a:gd name="connsiteX629" fmla="*/ 714591 w 961132"/>
              <a:gd name="connsiteY629" fmla="*/ 964684 h 964683"/>
              <a:gd name="connsiteX630" fmla="*/ 712663 w 961132"/>
              <a:gd name="connsiteY630" fmla="*/ 964684 h 964683"/>
              <a:gd name="connsiteX631" fmla="*/ 710735 w 961132"/>
              <a:gd name="connsiteY631" fmla="*/ 964684 h 964683"/>
              <a:gd name="connsiteX632" fmla="*/ 708817 w 961132"/>
              <a:gd name="connsiteY632" fmla="*/ 964684 h 964683"/>
              <a:gd name="connsiteX633" fmla="*/ 706888 w 961132"/>
              <a:gd name="connsiteY633" fmla="*/ 964684 h 964683"/>
              <a:gd name="connsiteX634" fmla="*/ 704960 w 961132"/>
              <a:gd name="connsiteY634" fmla="*/ 964684 h 964683"/>
              <a:gd name="connsiteX635" fmla="*/ 703032 w 961132"/>
              <a:gd name="connsiteY635" fmla="*/ 964684 h 964683"/>
              <a:gd name="connsiteX636" fmla="*/ 701104 w 961132"/>
              <a:gd name="connsiteY636" fmla="*/ 964684 h 964683"/>
              <a:gd name="connsiteX637" fmla="*/ 699186 w 961132"/>
              <a:gd name="connsiteY637" fmla="*/ 964684 h 964683"/>
              <a:gd name="connsiteX638" fmla="*/ 697258 w 961132"/>
              <a:gd name="connsiteY638" fmla="*/ 964684 h 964683"/>
              <a:gd name="connsiteX639" fmla="*/ 695330 w 961132"/>
              <a:gd name="connsiteY639" fmla="*/ 964684 h 964683"/>
              <a:gd name="connsiteX640" fmla="*/ 693402 w 961132"/>
              <a:gd name="connsiteY640" fmla="*/ 964684 h 964683"/>
              <a:gd name="connsiteX641" fmla="*/ 691474 w 961132"/>
              <a:gd name="connsiteY641" fmla="*/ 964684 h 964683"/>
              <a:gd name="connsiteX642" fmla="*/ 689556 w 961132"/>
              <a:gd name="connsiteY642" fmla="*/ 964684 h 964683"/>
              <a:gd name="connsiteX643" fmla="*/ 687628 w 961132"/>
              <a:gd name="connsiteY643" fmla="*/ 964684 h 964683"/>
              <a:gd name="connsiteX644" fmla="*/ 685700 w 961132"/>
              <a:gd name="connsiteY644" fmla="*/ 964684 h 964683"/>
              <a:gd name="connsiteX645" fmla="*/ 683772 w 961132"/>
              <a:gd name="connsiteY645" fmla="*/ 964684 h 964683"/>
              <a:gd name="connsiteX646" fmla="*/ 681844 w 961132"/>
              <a:gd name="connsiteY646" fmla="*/ 964684 h 964683"/>
              <a:gd name="connsiteX647" fmla="*/ 679926 w 961132"/>
              <a:gd name="connsiteY647" fmla="*/ 964684 h 964683"/>
              <a:gd name="connsiteX648" fmla="*/ 677998 w 961132"/>
              <a:gd name="connsiteY648" fmla="*/ 964684 h 964683"/>
              <a:gd name="connsiteX649" fmla="*/ 676069 w 961132"/>
              <a:gd name="connsiteY649" fmla="*/ 964684 h 964683"/>
              <a:gd name="connsiteX650" fmla="*/ 674141 w 961132"/>
              <a:gd name="connsiteY650" fmla="*/ 964684 h 964683"/>
              <a:gd name="connsiteX651" fmla="*/ 672213 w 961132"/>
              <a:gd name="connsiteY651" fmla="*/ 964684 h 964683"/>
              <a:gd name="connsiteX652" fmla="*/ 670295 w 961132"/>
              <a:gd name="connsiteY652" fmla="*/ 964684 h 964683"/>
              <a:gd name="connsiteX653" fmla="*/ 668367 w 961132"/>
              <a:gd name="connsiteY653" fmla="*/ 964684 h 964683"/>
              <a:gd name="connsiteX654" fmla="*/ 666439 w 961132"/>
              <a:gd name="connsiteY654" fmla="*/ 964684 h 964683"/>
              <a:gd name="connsiteX655" fmla="*/ 664511 w 961132"/>
              <a:gd name="connsiteY655" fmla="*/ 964684 h 964683"/>
              <a:gd name="connsiteX656" fmla="*/ 662583 w 961132"/>
              <a:gd name="connsiteY656" fmla="*/ 964684 h 964683"/>
              <a:gd name="connsiteX657" fmla="*/ 660665 w 961132"/>
              <a:gd name="connsiteY657" fmla="*/ 964684 h 964683"/>
              <a:gd name="connsiteX658" fmla="*/ 658737 w 961132"/>
              <a:gd name="connsiteY658" fmla="*/ 964684 h 964683"/>
              <a:gd name="connsiteX659" fmla="*/ 656809 w 961132"/>
              <a:gd name="connsiteY659" fmla="*/ 964684 h 964683"/>
              <a:gd name="connsiteX660" fmla="*/ 654881 w 961132"/>
              <a:gd name="connsiteY660" fmla="*/ 964684 h 964683"/>
              <a:gd name="connsiteX661" fmla="*/ 652953 w 961132"/>
              <a:gd name="connsiteY661" fmla="*/ 964684 h 964683"/>
              <a:gd name="connsiteX662" fmla="*/ 651025 w 961132"/>
              <a:gd name="connsiteY662" fmla="*/ 964684 h 964683"/>
              <a:gd name="connsiteX663" fmla="*/ 649107 w 961132"/>
              <a:gd name="connsiteY663" fmla="*/ 964684 h 964683"/>
              <a:gd name="connsiteX664" fmla="*/ 647179 w 961132"/>
              <a:gd name="connsiteY664" fmla="*/ 964684 h 964683"/>
              <a:gd name="connsiteX665" fmla="*/ 645251 w 961132"/>
              <a:gd name="connsiteY665" fmla="*/ 964684 h 964683"/>
              <a:gd name="connsiteX666" fmla="*/ 643323 w 961132"/>
              <a:gd name="connsiteY666" fmla="*/ 964684 h 964683"/>
              <a:gd name="connsiteX667" fmla="*/ 641394 w 961132"/>
              <a:gd name="connsiteY667" fmla="*/ 964684 h 964683"/>
              <a:gd name="connsiteX668" fmla="*/ 639476 w 961132"/>
              <a:gd name="connsiteY668" fmla="*/ 964684 h 964683"/>
              <a:gd name="connsiteX669" fmla="*/ 637548 w 961132"/>
              <a:gd name="connsiteY669" fmla="*/ 964684 h 964683"/>
              <a:gd name="connsiteX670" fmla="*/ 635620 w 961132"/>
              <a:gd name="connsiteY670" fmla="*/ 964684 h 964683"/>
              <a:gd name="connsiteX671" fmla="*/ 633692 w 961132"/>
              <a:gd name="connsiteY671" fmla="*/ 964684 h 964683"/>
              <a:gd name="connsiteX672" fmla="*/ 631764 w 961132"/>
              <a:gd name="connsiteY672" fmla="*/ 964684 h 964683"/>
              <a:gd name="connsiteX673" fmla="*/ 629846 w 961132"/>
              <a:gd name="connsiteY673" fmla="*/ 964684 h 964683"/>
              <a:gd name="connsiteX674" fmla="*/ 627918 w 961132"/>
              <a:gd name="connsiteY674" fmla="*/ 964684 h 964683"/>
              <a:gd name="connsiteX675" fmla="*/ 625990 w 961132"/>
              <a:gd name="connsiteY675" fmla="*/ 964684 h 964683"/>
              <a:gd name="connsiteX676" fmla="*/ 624062 w 961132"/>
              <a:gd name="connsiteY676" fmla="*/ 964684 h 964683"/>
              <a:gd name="connsiteX677" fmla="*/ 622134 w 961132"/>
              <a:gd name="connsiteY677" fmla="*/ 964684 h 964683"/>
              <a:gd name="connsiteX678" fmla="*/ 620216 w 961132"/>
              <a:gd name="connsiteY678" fmla="*/ 964684 h 964683"/>
              <a:gd name="connsiteX679" fmla="*/ 618288 w 961132"/>
              <a:gd name="connsiteY679" fmla="*/ 964684 h 964683"/>
              <a:gd name="connsiteX680" fmla="*/ 616360 w 961132"/>
              <a:gd name="connsiteY680" fmla="*/ 964684 h 964683"/>
              <a:gd name="connsiteX681" fmla="*/ 614432 w 961132"/>
              <a:gd name="connsiteY681" fmla="*/ 964684 h 964683"/>
              <a:gd name="connsiteX682" fmla="*/ 612504 w 961132"/>
              <a:gd name="connsiteY682" fmla="*/ 964684 h 964683"/>
              <a:gd name="connsiteX683" fmla="*/ 610585 w 961132"/>
              <a:gd name="connsiteY683" fmla="*/ 964684 h 964683"/>
              <a:gd name="connsiteX684" fmla="*/ 608657 w 961132"/>
              <a:gd name="connsiteY684" fmla="*/ 964684 h 964683"/>
              <a:gd name="connsiteX685" fmla="*/ 606729 w 961132"/>
              <a:gd name="connsiteY685" fmla="*/ 964684 h 964683"/>
              <a:gd name="connsiteX686" fmla="*/ 604801 w 961132"/>
              <a:gd name="connsiteY686" fmla="*/ 964684 h 964683"/>
              <a:gd name="connsiteX687" fmla="*/ 602873 w 961132"/>
              <a:gd name="connsiteY687" fmla="*/ 964684 h 964683"/>
              <a:gd name="connsiteX688" fmla="*/ 600955 w 961132"/>
              <a:gd name="connsiteY688" fmla="*/ 964684 h 964683"/>
              <a:gd name="connsiteX689" fmla="*/ 599027 w 961132"/>
              <a:gd name="connsiteY689" fmla="*/ 964684 h 964683"/>
              <a:gd name="connsiteX690" fmla="*/ 597099 w 961132"/>
              <a:gd name="connsiteY690" fmla="*/ 964684 h 964683"/>
              <a:gd name="connsiteX691" fmla="*/ 595171 w 961132"/>
              <a:gd name="connsiteY691" fmla="*/ 964684 h 964683"/>
              <a:gd name="connsiteX692" fmla="*/ 593243 w 961132"/>
              <a:gd name="connsiteY692" fmla="*/ 964684 h 964683"/>
              <a:gd name="connsiteX693" fmla="*/ 591315 w 961132"/>
              <a:gd name="connsiteY693" fmla="*/ 964684 h 964683"/>
              <a:gd name="connsiteX694" fmla="*/ 589397 w 961132"/>
              <a:gd name="connsiteY694" fmla="*/ 964684 h 964683"/>
              <a:gd name="connsiteX695" fmla="*/ 587469 w 961132"/>
              <a:gd name="connsiteY695" fmla="*/ 964684 h 964683"/>
              <a:gd name="connsiteX696" fmla="*/ 585541 w 961132"/>
              <a:gd name="connsiteY696" fmla="*/ 964684 h 964683"/>
              <a:gd name="connsiteX697" fmla="*/ 583613 w 961132"/>
              <a:gd name="connsiteY697" fmla="*/ 964684 h 964683"/>
              <a:gd name="connsiteX698" fmla="*/ 581685 w 961132"/>
              <a:gd name="connsiteY698" fmla="*/ 964684 h 964683"/>
              <a:gd name="connsiteX699" fmla="*/ 579767 w 961132"/>
              <a:gd name="connsiteY699" fmla="*/ 964684 h 964683"/>
              <a:gd name="connsiteX700" fmla="*/ 577839 w 961132"/>
              <a:gd name="connsiteY700" fmla="*/ 964684 h 964683"/>
              <a:gd name="connsiteX701" fmla="*/ 575910 w 961132"/>
              <a:gd name="connsiteY701" fmla="*/ 964684 h 964683"/>
              <a:gd name="connsiteX702" fmla="*/ 573982 w 961132"/>
              <a:gd name="connsiteY702" fmla="*/ 964684 h 964683"/>
              <a:gd name="connsiteX703" fmla="*/ 572054 w 961132"/>
              <a:gd name="connsiteY703" fmla="*/ 964684 h 964683"/>
              <a:gd name="connsiteX704" fmla="*/ 570136 w 961132"/>
              <a:gd name="connsiteY704" fmla="*/ 964684 h 964683"/>
              <a:gd name="connsiteX705" fmla="*/ 568208 w 961132"/>
              <a:gd name="connsiteY705" fmla="*/ 964684 h 964683"/>
              <a:gd name="connsiteX706" fmla="*/ 566280 w 961132"/>
              <a:gd name="connsiteY706" fmla="*/ 964684 h 964683"/>
              <a:gd name="connsiteX707" fmla="*/ 564352 w 961132"/>
              <a:gd name="connsiteY707" fmla="*/ 964684 h 964683"/>
              <a:gd name="connsiteX708" fmla="*/ 562424 w 961132"/>
              <a:gd name="connsiteY708" fmla="*/ 964684 h 964683"/>
              <a:gd name="connsiteX709" fmla="*/ 560506 w 961132"/>
              <a:gd name="connsiteY709" fmla="*/ 964684 h 964683"/>
              <a:gd name="connsiteX710" fmla="*/ 558578 w 961132"/>
              <a:gd name="connsiteY710" fmla="*/ 964684 h 964683"/>
              <a:gd name="connsiteX711" fmla="*/ 556650 w 961132"/>
              <a:gd name="connsiteY711" fmla="*/ 964684 h 964683"/>
              <a:gd name="connsiteX712" fmla="*/ 554722 w 961132"/>
              <a:gd name="connsiteY712" fmla="*/ 964684 h 964683"/>
              <a:gd name="connsiteX713" fmla="*/ 552794 w 961132"/>
              <a:gd name="connsiteY713" fmla="*/ 964684 h 964683"/>
              <a:gd name="connsiteX714" fmla="*/ 550876 w 961132"/>
              <a:gd name="connsiteY714" fmla="*/ 964684 h 964683"/>
              <a:gd name="connsiteX715" fmla="*/ 548948 w 961132"/>
              <a:gd name="connsiteY715" fmla="*/ 964684 h 964683"/>
              <a:gd name="connsiteX716" fmla="*/ 547020 w 961132"/>
              <a:gd name="connsiteY716" fmla="*/ 964684 h 964683"/>
              <a:gd name="connsiteX717" fmla="*/ 545092 w 961132"/>
              <a:gd name="connsiteY717" fmla="*/ 964684 h 964683"/>
              <a:gd name="connsiteX718" fmla="*/ 543163 w 961132"/>
              <a:gd name="connsiteY718" fmla="*/ 964684 h 964683"/>
              <a:gd name="connsiteX719" fmla="*/ 541245 w 961132"/>
              <a:gd name="connsiteY719" fmla="*/ 964684 h 964683"/>
              <a:gd name="connsiteX720" fmla="*/ 539317 w 961132"/>
              <a:gd name="connsiteY720" fmla="*/ 964684 h 964683"/>
              <a:gd name="connsiteX721" fmla="*/ 537389 w 961132"/>
              <a:gd name="connsiteY721" fmla="*/ 964684 h 964683"/>
              <a:gd name="connsiteX722" fmla="*/ 535461 w 961132"/>
              <a:gd name="connsiteY722" fmla="*/ 964684 h 964683"/>
              <a:gd name="connsiteX723" fmla="*/ 533533 w 961132"/>
              <a:gd name="connsiteY723" fmla="*/ 964684 h 964683"/>
              <a:gd name="connsiteX724" fmla="*/ 531605 w 961132"/>
              <a:gd name="connsiteY724" fmla="*/ 964684 h 964683"/>
              <a:gd name="connsiteX725" fmla="*/ 529687 w 961132"/>
              <a:gd name="connsiteY725" fmla="*/ 964684 h 964683"/>
              <a:gd name="connsiteX726" fmla="*/ 527759 w 961132"/>
              <a:gd name="connsiteY726" fmla="*/ 964684 h 964683"/>
              <a:gd name="connsiteX727" fmla="*/ 525831 w 961132"/>
              <a:gd name="connsiteY727" fmla="*/ 964684 h 964683"/>
              <a:gd name="connsiteX728" fmla="*/ 523903 w 961132"/>
              <a:gd name="connsiteY728" fmla="*/ 964684 h 964683"/>
              <a:gd name="connsiteX729" fmla="*/ 521975 w 961132"/>
              <a:gd name="connsiteY729" fmla="*/ 964684 h 964683"/>
              <a:gd name="connsiteX730" fmla="*/ 520057 w 961132"/>
              <a:gd name="connsiteY730" fmla="*/ 964684 h 964683"/>
              <a:gd name="connsiteX731" fmla="*/ 518129 w 961132"/>
              <a:gd name="connsiteY731" fmla="*/ 964684 h 964683"/>
              <a:gd name="connsiteX732" fmla="*/ 516201 w 961132"/>
              <a:gd name="connsiteY732" fmla="*/ 964684 h 964683"/>
              <a:gd name="connsiteX733" fmla="*/ 514273 w 961132"/>
              <a:gd name="connsiteY733" fmla="*/ 964684 h 964683"/>
              <a:gd name="connsiteX734" fmla="*/ 512345 w 961132"/>
              <a:gd name="connsiteY734" fmla="*/ 964684 h 964683"/>
              <a:gd name="connsiteX735" fmla="*/ 510427 w 961132"/>
              <a:gd name="connsiteY735" fmla="*/ 964684 h 964683"/>
              <a:gd name="connsiteX736" fmla="*/ 508498 w 961132"/>
              <a:gd name="connsiteY736" fmla="*/ 964684 h 964683"/>
              <a:gd name="connsiteX737" fmla="*/ 506570 w 961132"/>
              <a:gd name="connsiteY737" fmla="*/ 964684 h 964683"/>
              <a:gd name="connsiteX738" fmla="*/ 504642 w 961132"/>
              <a:gd name="connsiteY738" fmla="*/ 964684 h 964683"/>
              <a:gd name="connsiteX739" fmla="*/ 502714 w 961132"/>
              <a:gd name="connsiteY739" fmla="*/ 964684 h 964683"/>
              <a:gd name="connsiteX740" fmla="*/ 500796 w 961132"/>
              <a:gd name="connsiteY740" fmla="*/ 964684 h 964683"/>
              <a:gd name="connsiteX741" fmla="*/ 498868 w 961132"/>
              <a:gd name="connsiteY741" fmla="*/ 964684 h 964683"/>
              <a:gd name="connsiteX742" fmla="*/ 496940 w 961132"/>
              <a:gd name="connsiteY742" fmla="*/ 964684 h 964683"/>
              <a:gd name="connsiteX743" fmla="*/ 495012 w 961132"/>
              <a:gd name="connsiteY743" fmla="*/ 964684 h 964683"/>
              <a:gd name="connsiteX744" fmla="*/ 493084 w 961132"/>
              <a:gd name="connsiteY744" fmla="*/ 964684 h 964683"/>
              <a:gd name="connsiteX745" fmla="*/ 491166 w 961132"/>
              <a:gd name="connsiteY745" fmla="*/ 964684 h 964683"/>
              <a:gd name="connsiteX746" fmla="*/ 489238 w 961132"/>
              <a:gd name="connsiteY746" fmla="*/ 964684 h 964683"/>
              <a:gd name="connsiteX747" fmla="*/ 487310 w 961132"/>
              <a:gd name="connsiteY747" fmla="*/ 964684 h 964683"/>
              <a:gd name="connsiteX748" fmla="*/ 485382 w 961132"/>
              <a:gd name="connsiteY748" fmla="*/ 964684 h 964683"/>
              <a:gd name="connsiteX749" fmla="*/ 483454 w 961132"/>
              <a:gd name="connsiteY749" fmla="*/ 964684 h 964683"/>
              <a:gd name="connsiteX750" fmla="*/ 481536 w 961132"/>
              <a:gd name="connsiteY750" fmla="*/ 964684 h 964683"/>
              <a:gd name="connsiteX751" fmla="*/ 479608 w 961132"/>
              <a:gd name="connsiteY751" fmla="*/ 964684 h 964683"/>
              <a:gd name="connsiteX752" fmla="*/ 477679 w 961132"/>
              <a:gd name="connsiteY752" fmla="*/ 964684 h 964683"/>
              <a:gd name="connsiteX753" fmla="*/ 475751 w 961132"/>
              <a:gd name="connsiteY753" fmla="*/ 964684 h 964683"/>
              <a:gd name="connsiteX754" fmla="*/ 473823 w 961132"/>
              <a:gd name="connsiteY754" fmla="*/ 964684 h 964683"/>
              <a:gd name="connsiteX755" fmla="*/ 471895 w 961132"/>
              <a:gd name="connsiteY755" fmla="*/ 964684 h 964683"/>
              <a:gd name="connsiteX756" fmla="*/ 469977 w 961132"/>
              <a:gd name="connsiteY756" fmla="*/ 964684 h 964683"/>
              <a:gd name="connsiteX757" fmla="*/ 468049 w 961132"/>
              <a:gd name="connsiteY757" fmla="*/ 964684 h 964683"/>
              <a:gd name="connsiteX758" fmla="*/ 466121 w 961132"/>
              <a:gd name="connsiteY758" fmla="*/ 964684 h 964683"/>
              <a:gd name="connsiteX759" fmla="*/ 464193 w 961132"/>
              <a:gd name="connsiteY759" fmla="*/ 964684 h 964683"/>
              <a:gd name="connsiteX760" fmla="*/ 462265 w 961132"/>
              <a:gd name="connsiteY760" fmla="*/ 964684 h 964683"/>
              <a:gd name="connsiteX761" fmla="*/ 460347 w 961132"/>
              <a:gd name="connsiteY761" fmla="*/ 964684 h 964683"/>
              <a:gd name="connsiteX762" fmla="*/ 458419 w 961132"/>
              <a:gd name="connsiteY762" fmla="*/ 964684 h 964683"/>
              <a:gd name="connsiteX763" fmla="*/ 456491 w 961132"/>
              <a:gd name="connsiteY763" fmla="*/ 964684 h 964683"/>
              <a:gd name="connsiteX764" fmla="*/ 454563 w 961132"/>
              <a:gd name="connsiteY764" fmla="*/ 964684 h 964683"/>
              <a:gd name="connsiteX765" fmla="*/ 452635 w 961132"/>
              <a:gd name="connsiteY765" fmla="*/ 964684 h 964683"/>
              <a:gd name="connsiteX766" fmla="*/ 450717 w 961132"/>
              <a:gd name="connsiteY766" fmla="*/ 964684 h 964683"/>
              <a:gd name="connsiteX767" fmla="*/ 448789 w 961132"/>
              <a:gd name="connsiteY767" fmla="*/ 964684 h 964683"/>
              <a:gd name="connsiteX768" fmla="*/ 446861 w 961132"/>
              <a:gd name="connsiteY768" fmla="*/ 964684 h 964683"/>
              <a:gd name="connsiteX769" fmla="*/ 444933 w 961132"/>
              <a:gd name="connsiteY769" fmla="*/ 964684 h 964683"/>
              <a:gd name="connsiteX770" fmla="*/ 443004 w 961132"/>
              <a:gd name="connsiteY770" fmla="*/ 964684 h 964683"/>
              <a:gd name="connsiteX771" fmla="*/ 441086 w 961132"/>
              <a:gd name="connsiteY771" fmla="*/ 964684 h 964683"/>
              <a:gd name="connsiteX772" fmla="*/ 439158 w 961132"/>
              <a:gd name="connsiteY772" fmla="*/ 964684 h 964683"/>
              <a:gd name="connsiteX773" fmla="*/ 437230 w 961132"/>
              <a:gd name="connsiteY773" fmla="*/ 964684 h 964683"/>
              <a:gd name="connsiteX774" fmla="*/ 435302 w 961132"/>
              <a:gd name="connsiteY774" fmla="*/ 964684 h 964683"/>
              <a:gd name="connsiteX775" fmla="*/ 433374 w 961132"/>
              <a:gd name="connsiteY775" fmla="*/ 964684 h 964683"/>
              <a:gd name="connsiteX776" fmla="*/ 431456 w 961132"/>
              <a:gd name="connsiteY776" fmla="*/ 964684 h 964683"/>
              <a:gd name="connsiteX777" fmla="*/ 429528 w 961132"/>
              <a:gd name="connsiteY777" fmla="*/ 964684 h 964683"/>
              <a:gd name="connsiteX778" fmla="*/ 427600 w 961132"/>
              <a:gd name="connsiteY778" fmla="*/ 964684 h 964683"/>
              <a:gd name="connsiteX779" fmla="*/ 425672 w 961132"/>
              <a:gd name="connsiteY779" fmla="*/ 964684 h 964683"/>
              <a:gd name="connsiteX780" fmla="*/ 423744 w 961132"/>
              <a:gd name="connsiteY780" fmla="*/ 964684 h 964683"/>
              <a:gd name="connsiteX781" fmla="*/ 421826 w 961132"/>
              <a:gd name="connsiteY781" fmla="*/ 964684 h 964683"/>
              <a:gd name="connsiteX782" fmla="*/ 419898 w 961132"/>
              <a:gd name="connsiteY782" fmla="*/ 964684 h 964683"/>
              <a:gd name="connsiteX783" fmla="*/ 417970 w 961132"/>
              <a:gd name="connsiteY783" fmla="*/ 964684 h 964683"/>
              <a:gd name="connsiteX784" fmla="*/ 416042 w 961132"/>
              <a:gd name="connsiteY784" fmla="*/ 964684 h 964683"/>
              <a:gd name="connsiteX785" fmla="*/ 414114 w 961132"/>
              <a:gd name="connsiteY785" fmla="*/ 964684 h 964683"/>
              <a:gd name="connsiteX786" fmla="*/ 412185 w 961132"/>
              <a:gd name="connsiteY786" fmla="*/ 964684 h 964683"/>
              <a:gd name="connsiteX787" fmla="*/ 410267 w 961132"/>
              <a:gd name="connsiteY787" fmla="*/ 964684 h 964683"/>
              <a:gd name="connsiteX788" fmla="*/ 408339 w 961132"/>
              <a:gd name="connsiteY788" fmla="*/ 964684 h 964683"/>
              <a:gd name="connsiteX789" fmla="*/ 406411 w 961132"/>
              <a:gd name="connsiteY789" fmla="*/ 964684 h 964683"/>
              <a:gd name="connsiteX790" fmla="*/ 404483 w 961132"/>
              <a:gd name="connsiteY790" fmla="*/ 964684 h 964683"/>
              <a:gd name="connsiteX791" fmla="*/ 402555 w 961132"/>
              <a:gd name="connsiteY791" fmla="*/ 964684 h 964683"/>
              <a:gd name="connsiteX792" fmla="*/ 400637 w 961132"/>
              <a:gd name="connsiteY792" fmla="*/ 964684 h 964683"/>
              <a:gd name="connsiteX793" fmla="*/ 398709 w 961132"/>
              <a:gd name="connsiteY793" fmla="*/ 964684 h 964683"/>
              <a:gd name="connsiteX794" fmla="*/ 396781 w 961132"/>
              <a:gd name="connsiteY794" fmla="*/ 964684 h 964683"/>
              <a:gd name="connsiteX795" fmla="*/ 394853 w 961132"/>
              <a:gd name="connsiteY795" fmla="*/ 964684 h 964683"/>
              <a:gd name="connsiteX796" fmla="*/ 392925 w 961132"/>
              <a:gd name="connsiteY796" fmla="*/ 964684 h 964683"/>
              <a:gd name="connsiteX797" fmla="*/ 391007 w 961132"/>
              <a:gd name="connsiteY797" fmla="*/ 964684 h 964683"/>
              <a:gd name="connsiteX798" fmla="*/ 389079 w 961132"/>
              <a:gd name="connsiteY798" fmla="*/ 964684 h 964683"/>
              <a:gd name="connsiteX799" fmla="*/ 387151 w 961132"/>
              <a:gd name="connsiteY799" fmla="*/ 964684 h 964683"/>
              <a:gd name="connsiteX800" fmla="*/ 385223 w 961132"/>
              <a:gd name="connsiteY800" fmla="*/ 964684 h 964683"/>
              <a:gd name="connsiteX801" fmla="*/ 383295 w 961132"/>
              <a:gd name="connsiteY801" fmla="*/ 964684 h 964683"/>
              <a:gd name="connsiteX802" fmla="*/ 381376 w 961132"/>
              <a:gd name="connsiteY802" fmla="*/ 964684 h 964683"/>
              <a:gd name="connsiteX803" fmla="*/ 379449 w 961132"/>
              <a:gd name="connsiteY803" fmla="*/ 964684 h 964683"/>
              <a:gd name="connsiteX804" fmla="*/ 377520 w 961132"/>
              <a:gd name="connsiteY804" fmla="*/ 964684 h 964683"/>
              <a:gd name="connsiteX805" fmla="*/ 375592 w 961132"/>
              <a:gd name="connsiteY805" fmla="*/ 964684 h 964683"/>
              <a:gd name="connsiteX806" fmla="*/ 373664 w 961132"/>
              <a:gd name="connsiteY806" fmla="*/ 964684 h 964683"/>
              <a:gd name="connsiteX807" fmla="*/ 371746 w 961132"/>
              <a:gd name="connsiteY807" fmla="*/ 964684 h 964683"/>
              <a:gd name="connsiteX808" fmla="*/ 369818 w 961132"/>
              <a:gd name="connsiteY808" fmla="*/ 964684 h 964683"/>
              <a:gd name="connsiteX809" fmla="*/ 367890 w 961132"/>
              <a:gd name="connsiteY809" fmla="*/ 964684 h 964683"/>
              <a:gd name="connsiteX810" fmla="*/ 365962 w 961132"/>
              <a:gd name="connsiteY810" fmla="*/ 964684 h 964683"/>
              <a:gd name="connsiteX811" fmla="*/ 364034 w 961132"/>
              <a:gd name="connsiteY811" fmla="*/ 964684 h 964683"/>
              <a:gd name="connsiteX812" fmla="*/ 362116 w 961132"/>
              <a:gd name="connsiteY812" fmla="*/ 964684 h 964683"/>
              <a:gd name="connsiteX813" fmla="*/ 360188 w 961132"/>
              <a:gd name="connsiteY813" fmla="*/ 964684 h 964683"/>
              <a:gd name="connsiteX814" fmla="*/ 358260 w 961132"/>
              <a:gd name="connsiteY814" fmla="*/ 964684 h 964683"/>
              <a:gd name="connsiteX815" fmla="*/ 356332 w 961132"/>
              <a:gd name="connsiteY815" fmla="*/ 964684 h 964683"/>
              <a:gd name="connsiteX816" fmla="*/ 354404 w 961132"/>
              <a:gd name="connsiteY816" fmla="*/ 964684 h 964683"/>
              <a:gd name="connsiteX817" fmla="*/ 352476 w 961132"/>
              <a:gd name="connsiteY817" fmla="*/ 964684 h 964683"/>
              <a:gd name="connsiteX818" fmla="*/ 350558 w 961132"/>
              <a:gd name="connsiteY818" fmla="*/ 964684 h 964683"/>
              <a:gd name="connsiteX819" fmla="*/ 348630 w 961132"/>
              <a:gd name="connsiteY819" fmla="*/ 964684 h 964683"/>
              <a:gd name="connsiteX820" fmla="*/ 346701 w 961132"/>
              <a:gd name="connsiteY820" fmla="*/ 964684 h 964683"/>
              <a:gd name="connsiteX821" fmla="*/ 344773 w 961132"/>
              <a:gd name="connsiteY821" fmla="*/ 964684 h 964683"/>
              <a:gd name="connsiteX822" fmla="*/ 342845 w 961132"/>
              <a:gd name="connsiteY822" fmla="*/ 964684 h 964683"/>
              <a:gd name="connsiteX823" fmla="*/ 340927 w 961132"/>
              <a:gd name="connsiteY823" fmla="*/ 964684 h 964683"/>
              <a:gd name="connsiteX824" fmla="*/ 338999 w 961132"/>
              <a:gd name="connsiteY824" fmla="*/ 964684 h 964683"/>
              <a:gd name="connsiteX825" fmla="*/ 337071 w 961132"/>
              <a:gd name="connsiteY825" fmla="*/ 964684 h 964683"/>
              <a:gd name="connsiteX826" fmla="*/ 335143 w 961132"/>
              <a:gd name="connsiteY826" fmla="*/ 964684 h 964683"/>
              <a:gd name="connsiteX827" fmla="*/ 333215 w 961132"/>
              <a:gd name="connsiteY827" fmla="*/ 964684 h 964683"/>
              <a:gd name="connsiteX828" fmla="*/ 331297 w 961132"/>
              <a:gd name="connsiteY828" fmla="*/ 964684 h 964683"/>
              <a:gd name="connsiteX829" fmla="*/ 329369 w 961132"/>
              <a:gd name="connsiteY829" fmla="*/ 964684 h 964683"/>
              <a:gd name="connsiteX830" fmla="*/ 327441 w 961132"/>
              <a:gd name="connsiteY830" fmla="*/ 964684 h 964683"/>
              <a:gd name="connsiteX831" fmla="*/ 325513 w 961132"/>
              <a:gd name="connsiteY831" fmla="*/ 964684 h 964683"/>
              <a:gd name="connsiteX832" fmla="*/ 323585 w 961132"/>
              <a:gd name="connsiteY832" fmla="*/ 964684 h 964683"/>
              <a:gd name="connsiteX833" fmla="*/ 321667 w 961132"/>
              <a:gd name="connsiteY833" fmla="*/ 964684 h 964683"/>
              <a:gd name="connsiteX834" fmla="*/ 319739 w 961132"/>
              <a:gd name="connsiteY834" fmla="*/ 964684 h 964683"/>
              <a:gd name="connsiteX835" fmla="*/ 317811 w 961132"/>
              <a:gd name="connsiteY835" fmla="*/ 964684 h 964683"/>
              <a:gd name="connsiteX836" fmla="*/ 315883 w 961132"/>
              <a:gd name="connsiteY836" fmla="*/ 964684 h 964683"/>
              <a:gd name="connsiteX837" fmla="*/ 313955 w 961132"/>
              <a:gd name="connsiteY837" fmla="*/ 964684 h 964683"/>
              <a:gd name="connsiteX838" fmla="*/ 312036 w 961132"/>
              <a:gd name="connsiteY838" fmla="*/ 964684 h 964683"/>
              <a:gd name="connsiteX839" fmla="*/ 310108 w 961132"/>
              <a:gd name="connsiteY839" fmla="*/ 964684 h 964683"/>
              <a:gd name="connsiteX840" fmla="*/ 308180 w 961132"/>
              <a:gd name="connsiteY840" fmla="*/ 964684 h 964683"/>
              <a:gd name="connsiteX841" fmla="*/ 306252 w 961132"/>
              <a:gd name="connsiteY841" fmla="*/ 964684 h 964683"/>
              <a:gd name="connsiteX842" fmla="*/ 304324 w 961132"/>
              <a:gd name="connsiteY842" fmla="*/ 964684 h 964683"/>
              <a:gd name="connsiteX843" fmla="*/ 302406 w 961132"/>
              <a:gd name="connsiteY843" fmla="*/ 964684 h 964683"/>
              <a:gd name="connsiteX844" fmla="*/ 300478 w 961132"/>
              <a:gd name="connsiteY844" fmla="*/ 964684 h 964683"/>
              <a:gd name="connsiteX845" fmla="*/ 298550 w 961132"/>
              <a:gd name="connsiteY845" fmla="*/ 964684 h 964683"/>
              <a:gd name="connsiteX846" fmla="*/ 296622 w 961132"/>
              <a:gd name="connsiteY846" fmla="*/ 964684 h 964683"/>
              <a:gd name="connsiteX847" fmla="*/ 294694 w 961132"/>
              <a:gd name="connsiteY847" fmla="*/ 964684 h 964683"/>
              <a:gd name="connsiteX848" fmla="*/ 292766 w 961132"/>
              <a:gd name="connsiteY848" fmla="*/ 964684 h 964683"/>
              <a:gd name="connsiteX849" fmla="*/ 290848 w 961132"/>
              <a:gd name="connsiteY849" fmla="*/ 964684 h 964683"/>
              <a:gd name="connsiteX850" fmla="*/ 288920 w 961132"/>
              <a:gd name="connsiteY850" fmla="*/ 964684 h 964683"/>
              <a:gd name="connsiteX851" fmla="*/ 286992 w 961132"/>
              <a:gd name="connsiteY851" fmla="*/ 964684 h 964683"/>
              <a:gd name="connsiteX852" fmla="*/ 285064 w 961132"/>
              <a:gd name="connsiteY852" fmla="*/ 964684 h 964683"/>
              <a:gd name="connsiteX853" fmla="*/ 283136 w 961132"/>
              <a:gd name="connsiteY853" fmla="*/ 964684 h 964683"/>
              <a:gd name="connsiteX854" fmla="*/ 281218 w 961132"/>
              <a:gd name="connsiteY854" fmla="*/ 964684 h 964683"/>
              <a:gd name="connsiteX855" fmla="*/ 279289 w 961132"/>
              <a:gd name="connsiteY855" fmla="*/ 964684 h 964683"/>
              <a:gd name="connsiteX856" fmla="*/ 277361 w 961132"/>
              <a:gd name="connsiteY856" fmla="*/ 964684 h 964683"/>
              <a:gd name="connsiteX857" fmla="*/ 275433 w 961132"/>
              <a:gd name="connsiteY857" fmla="*/ 964684 h 964683"/>
              <a:gd name="connsiteX858" fmla="*/ 273505 w 961132"/>
              <a:gd name="connsiteY858" fmla="*/ 964684 h 964683"/>
              <a:gd name="connsiteX859" fmla="*/ 271587 w 961132"/>
              <a:gd name="connsiteY859" fmla="*/ 964684 h 964683"/>
              <a:gd name="connsiteX860" fmla="*/ 269659 w 961132"/>
              <a:gd name="connsiteY860" fmla="*/ 964684 h 964683"/>
              <a:gd name="connsiteX861" fmla="*/ 267731 w 961132"/>
              <a:gd name="connsiteY861" fmla="*/ 964684 h 964683"/>
              <a:gd name="connsiteX862" fmla="*/ 265803 w 961132"/>
              <a:gd name="connsiteY862" fmla="*/ 964684 h 964683"/>
              <a:gd name="connsiteX863" fmla="*/ 263875 w 961132"/>
              <a:gd name="connsiteY863" fmla="*/ 964684 h 964683"/>
              <a:gd name="connsiteX864" fmla="*/ 261957 w 961132"/>
              <a:gd name="connsiteY864" fmla="*/ 964684 h 964683"/>
              <a:gd name="connsiteX865" fmla="*/ 260029 w 961132"/>
              <a:gd name="connsiteY865" fmla="*/ 964684 h 964683"/>
              <a:gd name="connsiteX866" fmla="*/ 258101 w 961132"/>
              <a:gd name="connsiteY866" fmla="*/ 964684 h 964683"/>
              <a:gd name="connsiteX867" fmla="*/ 256173 w 961132"/>
              <a:gd name="connsiteY867" fmla="*/ 964684 h 964683"/>
              <a:gd name="connsiteX868" fmla="*/ 254245 w 961132"/>
              <a:gd name="connsiteY868" fmla="*/ 964684 h 964683"/>
              <a:gd name="connsiteX869" fmla="*/ 252327 w 961132"/>
              <a:gd name="connsiteY869" fmla="*/ 964684 h 964683"/>
              <a:gd name="connsiteX870" fmla="*/ 250399 w 961132"/>
              <a:gd name="connsiteY870" fmla="*/ 964684 h 964683"/>
              <a:gd name="connsiteX871" fmla="*/ 248471 w 961132"/>
              <a:gd name="connsiteY871" fmla="*/ 964684 h 964683"/>
              <a:gd name="connsiteX872" fmla="*/ 246543 w 961132"/>
              <a:gd name="connsiteY872" fmla="*/ 964684 h 964683"/>
              <a:gd name="connsiteX873" fmla="*/ 244614 w 961132"/>
              <a:gd name="connsiteY873" fmla="*/ 964684 h 964683"/>
              <a:gd name="connsiteX874" fmla="*/ 242696 w 961132"/>
              <a:gd name="connsiteY874" fmla="*/ 964684 h 964683"/>
              <a:gd name="connsiteX875" fmla="*/ 240768 w 961132"/>
              <a:gd name="connsiteY875" fmla="*/ 964684 h 964683"/>
              <a:gd name="connsiteX876" fmla="*/ 238840 w 961132"/>
              <a:gd name="connsiteY876" fmla="*/ 964684 h 964683"/>
              <a:gd name="connsiteX877" fmla="*/ 236912 w 961132"/>
              <a:gd name="connsiteY877" fmla="*/ 964684 h 964683"/>
              <a:gd name="connsiteX878" fmla="*/ 234984 w 961132"/>
              <a:gd name="connsiteY878" fmla="*/ 964684 h 964683"/>
              <a:gd name="connsiteX879" fmla="*/ 233056 w 961132"/>
              <a:gd name="connsiteY879" fmla="*/ 964684 h 964683"/>
              <a:gd name="connsiteX880" fmla="*/ 231138 w 961132"/>
              <a:gd name="connsiteY880" fmla="*/ 964684 h 964683"/>
              <a:gd name="connsiteX881" fmla="*/ 229210 w 961132"/>
              <a:gd name="connsiteY881" fmla="*/ 964684 h 964683"/>
              <a:gd name="connsiteX882" fmla="*/ 227282 w 961132"/>
              <a:gd name="connsiteY882" fmla="*/ 964684 h 964683"/>
              <a:gd name="connsiteX883" fmla="*/ 225354 w 961132"/>
              <a:gd name="connsiteY883" fmla="*/ 964684 h 964683"/>
              <a:gd name="connsiteX884" fmla="*/ 223426 w 961132"/>
              <a:gd name="connsiteY884" fmla="*/ 964684 h 964683"/>
              <a:gd name="connsiteX885" fmla="*/ 221508 w 961132"/>
              <a:gd name="connsiteY885" fmla="*/ 964684 h 964683"/>
              <a:gd name="connsiteX886" fmla="*/ 219580 w 961132"/>
              <a:gd name="connsiteY886" fmla="*/ 964684 h 964683"/>
              <a:gd name="connsiteX887" fmla="*/ 217652 w 961132"/>
              <a:gd name="connsiteY887" fmla="*/ 964684 h 964683"/>
              <a:gd name="connsiteX888" fmla="*/ 215724 w 961132"/>
              <a:gd name="connsiteY888" fmla="*/ 964684 h 964683"/>
              <a:gd name="connsiteX889" fmla="*/ 213795 w 961132"/>
              <a:gd name="connsiteY889" fmla="*/ 964684 h 964683"/>
              <a:gd name="connsiteX890" fmla="*/ 211877 w 961132"/>
              <a:gd name="connsiteY890" fmla="*/ 964684 h 964683"/>
              <a:gd name="connsiteX891" fmla="*/ 209949 w 961132"/>
              <a:gd name="connsiteY891" fmla="*/ 964684 h 964683"/>
              <a:gd name="connsiteX892" fmla="*/ 208021 w 961132"/>
              <a:gd name="connsiteY892" fmla="*/ 964684 h 964683"/>
              <a:gd name="connsiteX893" fmla="*/ 206093 w 961132"/>
              <a:gd name="connsiteY893" fmla="*/ 964684 h 964683"/>
              <a:gd name="connsiteX894" fmla="*/ 204165 w 961132"/>
              <a:gd name="connsiteY894" fmla="*/ 964684 h 964683"/>
              <a:gd name="connsiteX895" fmla="*/ 202247 w 961132"/>
              <a:gd name="connsiteY895" fmla="*/ 964684 h 964683"/>
              <a:gd name="connsiteX896" fmla="*/ 200319 w 961132"/>
              <a:gd name="connsiteY896" fmla="*/ 964684 h 964683"/>
              <a:gd name="connsiteX897" fmla="*/ 198391 w 961132"/>
              <a:gd name="connsiteY897" fmla="*/ 964684 h 964683"/>
              <a:gd name="connsiteX898" fmla="*/ 196463 w 961132"/>
              <a:gd name="connsiteY898" fmla="*/ 964684 h 964683"/>
              <a:gd name="connsiteX899" fmla="*/ 194535 w 961132"/>
              <a:gd name="connsiteY899" fmla="*/ 964684 h 964683"/>
              <a:gd name="connsiteX900" fmla="*/ 192617 w 961132"/>
              <a:gd name="connsiteY900" fmla="*/ 964684 h 964683"/>
              <a:gd name="connsiteX901" fmla="*/ 190689 w 961132"/>
              <a:gd name="connsiteY901" fmla="*/ 964684 h 964683"/>
              <a:gd name="connsiteX902" fmla="*/ 188761 w 961132"/>
              <a:gd name="connsiteY902" fmla="*/ 964684 h 964683"/>
              <a:gd name="connsiteX903" fmla="*/ 186833 w 961132"/>
              <a:gd name="connsiteY903" fmla="*/ 964684 h 964683"/>
              <a:gd name="connsiteX904" fmla="*/ 184905 w 961132"/>
              <a:gd name="connsiteY904" fmla="*/ 964684 h 964683"/>
              <a:gd name="connsiteX905" fmla="*/ 182986 w 961132"/>
              <a:gd name="connsiteY905" fmla="*/ 964684 h 964683"/>
              <a:gd name="connsiteX906" fmla="*/ 181058 w 961132"/>
              <a:gd name="connsiteY906" fmla="*/ 964684 h 964683"/>
              <a:gd name="connsiteX907" fmla="*/ 179130 w 961132"/>
              <a:gd name="connsiteY907" fmla="*/ 964684 h 964683"/>
              <a:gd name="connsiteX908" fmla="*/ 177202 w 961132"/>
              <a:gd name="connsiteY908" fmla="*/ 964684 h 964683"/>
              <a:gd name="connsiteX909" fmla="*/ 175274 w 961132"/>
              <a:gd name="connsiteY909" fmla="*/ 964684 h 964683"/>
              <a:gd name="connsiteX910" fmla="*/ 173346 w 961132"/>
              <a:gd name="connsiteY910" fmla="*/ 964684 h 964683"/>
              <a:gd name="connsiteX911" fmla="*/ 171428 w 961132"/>
              <a:gd name="connsiteY911" fmla="*/ 964684 h 964683"/>
              <a:gd name="connsiteX912" fmla="*/ 169500 w 961132"/>
              <a:gd name="connsiteY912" fmla="*/ 964684 h 964683"/>
              <a:gd name="connsiteX913" fmla="*/ 167572 w 961132"/>
              <a:gd name="connsiteY913" fmla="*/ 964684 h 964683"/>
              <a:gd name="connsiteX914" fmla="*/ 165644 w 961132"/>
              <a:gd name="connsiteY914" fmla="*/ 964684 h 964683"/>
              <a:gd name="connsiteX915" fmla="*/ 163716 w 961132"/>
              <a:gd name="connsiteY915" fmla="*/ 964684 h 964683"/>
              <a:gd name="connsiteX916" fmla="*/ 161798 w 961132"/>
              <a:gd name="connsiteY916" fmla="*/ 964684 h 964683"/>
              <a:gd name="connsiteX917" fmla="*/ 159870 w 961132"/>
              <a:gd name="connsiteY917" fmla="*/ 964684 h 964683"/>
              <a:gd name="connsiteX918" fmla="*/ 157942 w 961132"/>
              <a:gd name="connsiteY918" fmla="*/ 964684 h 964683"/>
              <a:gd name="connsiteX919" fmla="*/ 156014 w 961132"/>
              <a:gd name="connsiteY919" fmla="*/ 964684 h 964683"/>
              <a:gd name="connsiteX920" fmla="*/ 154090 w 961132"/>
              <a:gd name="connsiteY920" fmla="*/ 964684 h 964683"/>
              <a:gd name="connsiteX921" fmla="*/ 152164 w 961132"/>
              <a:gd name="connsiteY921" fmla="*/ 964684 h 964683"/>
              <a:gd name="connsiteX922" fmla="*/ 150238 w 961132"/>
              <a:gd name="connsiteY922" fmla="*/ 964684 h 964683"/>
              <a:gd name="connsiteX923" fmla="*/ 148312 w 961132"/>
              <a:gd name="connsiteY923" fmla="*/ 964684 h 964683"/>
              <a:gd name="connsiteX924" fmla="*/ 146385 w 961132"/>
              <a:gd name="connsiteY924" fmla="*/ 964684 h 964683"/>
              <a:gd name="connsiteX925" fmla="*/ 144459 w 961132"/>
              <a:gd name="connsiteY925" fmla="*/ 964684 h 964683"/>
              <a:gd name="connsiteX926" fmla="*/ 142533 w 961132"/>
              <a:gd name="connsiteY926" fmla="*/ 964684 h 964683"/>
              <a:gd name="connsiteX927" fmla="*/ 140607 w 961132"/>
              <a:gd name="connsiteY927" fmla="*/ 964684 h 964683"/>
              <a:gd name="connsiteX928" fmla="*/ 138681 w 961132"/>
              <a:gd name="connsiteY928" fmla="*/ 964684 h 964683"/>
              <a:gd name="connsiteX929" fmla="*/ 136755 w 961132"/>
              <a:gd name="connsiteY929" fmla="*/ 964684 h 964683"/>
              <a:gd name="connsiteX930" fmla="*/ 134829 w 961132"/>
              <a:gd name="connsiteY930" fmla="*/ 964684 h 964683"/>
              <a:gd name="connsiteX931" fmla="*/ 132902 w 961132"/>
              <a:gd name="connsiteY931" fmla="*/ 964684 h 964683"/>
              <a:gd name="connsiteX932" fmla="*/ 130976 w 961132"/>
              <a:gd name="connsiteY932" fmla="*/ 964684 h 964683"/>
              <a:gd name="connsiteX933" fmla="*/ 129050 w 961132"/>
              <a:gd name="connsiteY933" fmla="*/ 964684 h 964683"/>
              <a:gd name="connsiteX934" fmla="*/ 127124 w 961132"/>
              <a:gd name="connsiteY934" fmla="*/ 964684 h 964683"/>
              <a:gd name="connsiteX935" fmla="*/ 125198 w 961132"/>
              <a:gd name="connsiteY935" fmla="*/ 964684 h 964683"/>
              <a:gd name="connsiteX936" fmla="*/ 123272 w 961132"/>
              <a:gd name="connsiteY936" fmla="*/ 964684 h 964683"/>
              <a:gd name="connsiteX937" fmla="*/ 121346 w 961132"/>
              <a:gd name="connsiteY937" fmla="*/ 964684 h 964683"/>
              <a:gd name="connsiteX938" fmla="*/ 119420 w 961132"/>
              <a:gd name="connsiteY938" fmla="*/ 964684 h 964683"/>
              <a:gd name="connsiteX939" fmla="*/ 117494 w 961132"/>
              <a:gd name="connsiteY939" fmla="*/ 964684 h 964683"/>
              <a:gd name="connsiteX940" fmla="*/ 115567 w 961132"/>
              <a:gd name="connsiteY940" fmla="*/ 964684 h 964683"/>
              <a:gd name="connsiteX941" fmla="*/ 113641 w 961132"/>
              <a:gd name="connsiteY941" fmla="*/ 964684 h 964683"/>
              <a:gd name="connsiteX942" fmla="*/ 111715 w 961132"/>
              <a:gd name="connsiteY942" fmla="*/ 964684 h 964683"/>
              <a:gd name="connsiteX943" fmla="*/ 109789 w 961132"/>
              <a:gd name="connsiteY943" fmla="*/ 964684 h 964683"/>
              <a:gd name="connsiteX944" fmla="*/ 107863 w 961132"/>
              <a:gd name="connsiteY944" fmla="*/ 964684 h 964683"/>
              <a:gd name="connsiteX945" fmla="*/ 105937 w 961132"/>
              <a:gd name="connsiteY945" fmla="*/ 964684 h 964683"/>
              <a:gd name="connsiteX946" fmla="*/ 104010 w 961132"/>
              <a:gd name="connsiteY946" fmla="*/ 964684 h 964683"/>
              <a:gd name="connsiteX947" fmla="*/ 102084 w 961132"/>
              <a:gd name="connsiteY947" fmla="*/ 964684 h 964683"/>
              <a:gd name="connsiteX948" fmla="*/ 100158 w 961132"/>
              <a:gd name="connsiteY948" fmla="*/ 964684 h 964683"/>
              <a:gd name="connsiteX949" fmla="*/ 98232 w 961132"/>
              <a:gd name="connsiteY949" fmla="*/ 964684 h 964683"/>
              <a:gd name="connsiteX950" fmla="*/ 96306 w 961132"/>
              <a:gd name="connsiteY950" fmla="*/ 964684 h 964683"/>
              <a:gd name="connsiteX951" fmla="*/ 94380 w 961132"/>
              <a:gd name="connsiteY951" fmla="*/ 964684 h 964683"/>
              <a:gd name="connsiteX952" fmla="*/ 92454 w 961132"/>
              <a:gd name="connsiteY952" fmla="*/ 964684 h 964683"/>
              <a:gd name="connsiteX953" fmla="*/ 90528 w 961132"/>
              <a:gd name="connsiteY953" fmla="*/ 964684 h 964683"/>
              <a:gd name="connsiteX954" fmla="*/ 88602 w 961132"/>
              <a:gd name="connsiteY954" fmla="*/ 964684 h 964683"/>
              <a:gd name="connsiteX955" fmla="*/ 86676 w 961132"/>
              <a:gd name="connsiteY955" fmla="*/ 964684 h 964683"/>
              <a:gd name="connsiteX956" fmla="*/ 84750 w 961132"/>
              <a:gd name="connsiteY956" fmla="*/ 964684 h 964683"/>
              <a:gd name="connsiteX957" fmla="*/ 82824 w 961132"/>
              <a:gd name="connsiteY957" fmla="*/ 964684 h 964683"/>
              <a:gd name="connsiteX958" fmla="*/ 80897 w 961132"/>
              <a:gd name="connsiteY958" fmla="*/ 964684 h 964683"/>
              <a:gd name="connsiteX959" fmla="*/ 78971 w 961132"/>
              <a:gd name="connsiteY959" fmla="*/ 964684 h 964683"/>
              <a:gd name="connsiteX960" fmla="*/ 77045 w 961132"/>
              <a:gd name="connsiteY960" fmla="*/ 964684 h 964683"/>
              <a:gd name="connsiteX961" fmla="*/ 75119 w 961132"/>
              <a:gd name="connsiteY961" fmla="*/ 964684 h 964683"/>
              <a:gd name="connsiteX962" fmla="*/ 73192 w 961132"/>
              <a:gd name="connsiteY962" fmla="*/ 964684 h 964683"/>
              <a:gd name="connsiteX963" fmla="*/ 71266 w 961132"/>
              <a:gd name="connsiteY963" fmla="*/ 964684 h 964683"/>
              <a:gd name="connsiteX964" fmla="*/ 69340 w 961132"/>
              <a:gd name="connsiteY964" fmla="*/ 964684 h 964683"/>
              <a:gd name="connsiteX965" fmla="*/ 67414 w 961132"/>
              <a:gd name="connsiteY965" fmla="*/ 964684 h 964683"/>
              <a:gd name="connsiteX966" fmla="*/ 65488 w 961132"/>
              <a:gd name="connsiteY966" fmla="*/ 964684 h 964683"/>
              <a:gd name="connsiteX967" fmla="*/ 63562 w 961132"/>
              <a:gd name="connsiteY967" fmla="*/ 964684 h 964683"/>
              <a:gd name="connsiteX968" fmla="*/ 61636 w 961132"/>
              <a:gd name="connsiteY968" fmla="*/ 964684 h 964683"/>
              <a:gd name="connsiteX969" fmla="*/ 59710 w 961132"/>
              <a:gd name="connsiteY969" fmla="*/ 964684 h 964683"/>
              <a:gd name="connsiteX970" fmla="*/ 57784 w 961132"/>
              <a:gd name="connsiteY970" fmla="*/ 964684 h 964683"/>
              <a:gd name="connsiteX971" fmla="*/ 55858 w 961132"/>
              <a:gd name="connsiteY971" fmla="*/ 964684 h 964683"/>
              <a:gd name="connsiteX972" fmla="*/ 53932 w 961132"/>
              <a:gd name="connsiteY972" fmla="*/ 964684 h 964683"/>
              <a:gd name="connsiteX973" fmla="*/ 52006 w 961132"/>
              <a:gd name="connsiteY973" fmla="*/ 964684 h 964683"/>
              <a:gd name="connsiteX974" fmla="*/ 50080 w 961132"/>
              <a:gd name="connsiteY974" fmla="*/ 964684 h 964683"/>
              <a:gd name="connsiteX975" fmla="*/ 48153 w 961132"/>
              <a:gd name="connsiteY975" fmla="*/ 964684 h 964683"/>
              <a:gd name="connsiteX976" fmla="*/ 46227 w 961132"/>
              <a:gd name="connsiteY976" fmla="*/ 964684 h 964683"/>
              <a:gd name="connsiteX977" fmla="*/ 44300 w 961132"/>
              <a:gd name="connsiteY977" fmla="*/ 964684 h 964683"/>
              <a:gd name="connsiteX978" fmla="*/ 42374 w 961132"/>
              <a:gd name="connsiteY978" fmla="*/ 964684 h 964683"/>
              <a:gd name="connsiteX979" fmla="*/ 40448 w 961132"/>
              <a:gd name="connsiteY979" fmla="*/ 964684 h 964683"/>
              <a:gd name="connsiteX980" fmla="*/ 38522 w 961132"/>
              <a:gd name="connsiteY980" fmla="*/ 964684 h 964683"/>
              <a:gd name="connsiteX981" fmla="*/ 36596 w 961132"/>
              <a:gd name="connsiteY981" fmla="*/ 964684 h 964683"/>
              <a:gd name="connsiteX982" fmla="*/ 34670 w 961132"/>
              <a:gd name="connsiteY982" fmla="*/ 964684 h 964683"/>
              <a:gd name="connsiteX983" fmla="*/ 32744 w 961132"/>
              <a:gd name="connsiteY983" fmla="*/ 964684 h 964683"/>
              <a:gd name="connsiteX984" fmla="*/ 30818 w 961132"/>
              <a:gd name="connsiteY984" fmla="*/ 964684 h 964683"/>
              <a:gd name="connsiteX985" fmla="*/ 28892 w 961132"/>
              <a:gd name="connsiteY985" fmla="*/ 964684 h 964683"/>
              <a:gd name="connsiteX986" fmla="*/ 26966 w 961132"/>
              <a:gd name="connsiteY986" fmla="*/ 964684 h 964683"/>
              <a:gd name="connsiteX987" fmla="*/ 25040 w 961132"/>
              <a:gd name="connsiteY987" fmla="*/ 964684 h 964683"/>
              <a:gd name="connsiteX988" fmla="*/ 23114 w 961132"/>
              <a:gd name="connsiteY988" fmla="*/ 964684 h 964683"/>
              <a:gd name="connsiteX989" fmla="*/ 21188 w 961132"/>
              <a:gd name="connsiteY989" fmla="*/ 964684 h 964683"/>
              <a:gd name="connsiteX990" fmla="*/ 19262 w 961132"/>
              <a:gd name="connsiteY990" fmla="*/ 964684 h 964683"/>
              <a:gd name="connsiteX991" fmla="*/ 17336 w 961132"/>
              <a:gd name="connsiteY991" fmla="*/ 964684 h 964683"/>
              <a:gd name="connsiteX992" fmla="*/ 15409 w 961132"/>
              <a:gd name="connsiteY992" fmla="*/ 964684 h 964683"/>
              <a:gd name="connsiteX993" fmla="*/ 13482 w 961132"/>
              <a:gd name="connsiteY993" fmla="*/ 964684 h 964683"/>
              <a:gd name="connsiteX994" fmla="*/ 11556 w 961132"/>
              <a:gd name="connsiteY994" fmla="*/ 964684 h 964683"/>
              <a:gd name="connsiteX995" fmla="*/ 9630 w 961132"/>
              <a:gd name="connsiteY995" fmla="*/ 964684 h 964683"/>
              <a:gd name="connsiteX996" fmla="*/ 7704 w 961132"/>
              <a:gd name="connsiteY996" fmla="*/ 964684 h 964683"/>
              <a:gd name="connsiteX997" fmla="*/ 5778 w 961132"/>
              <a:gd name="connsiteY997" fmla="*/ 964684 h 964683"/>
              <a:gd name="connsiteX998" fmla="*/ 3852 w 961132"/>
              <a:gd name="connsiteY998" fmla="*/ 964684 h 964683"/>
              <a:gd name="connsiteX999" fmla="*/ 1926 w 961132"/>
              <a:gd name="connsiteY999" fmla="*/ 964684 h 964683"/>
              <a:gd name="connsiteX1000" fmla="*/ 0 w 961132"/>
              <a:gd name="connsiteY1000" fmla="*/ 964684 h 964683"/>
              <a:gd name="connsiteX1001" fmla="*/ 576686 w 961132"/>
              <a:gd name="connsiteY1001" fmla="*/ 964684 h 964683"/>
              <a:gd name="connsiteX1002" fmla="*/ 0 w 961132"/>
              <a:gd name="connsiteY1002" fmla="*/ 964684 h 96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</a:cxnLst>
            <a:rect l="l" t="t" r="r" b="b"/>
            <a:pathLst>
              <a:path w="961132" h="964683">
                <a:moveTo>
                  <a:pt x="0" y="964684"/>
                </a:moveTo>
                <a:lnTo>
                  <a:pt x="0" y="651496"/>
                </a:lnTo>
                <a:lnTo>
                  <a:pt x="1926" y="649140"/>
                </a:lnTo>
                <a:lnTo>
                  <a:pt x="3852" y="646775"/>
                </a:lnTo>
                <a:lnTo>
                  <a:pt x="5778" y="644390"/>
                </a:lnTo>
                <a:lnTo>
                  <a:pt x="7704" y="642005"/>
                </a:lnTo>
                <a:lnTo>
                  <a:pt x="9630" y="639609"/>
                </a:lnTo>
                <a:lnTo>
                  <a:pt x="11556" y="637204"/>
                </a:lnTo>
                <a:lnTo>
                  <a:pt x="13482" y="634789"/>
                </a:lnTo>
                <a:lnTo>
                  <a:pt x="15409" y="632354"/>
                </a:lnTo>
                <a:lnTo>
                  <a:pt x="17336" y="629919"/>
                </a:lnTo>
                <a:lnTo>
                  <a:pt x="19262" y="627479"/>
                </a:lnTo>
                <a:lnTo>
                  <a:pt x="21188" y="625025"/>
                </a:lnTo>
                <a:lnTo>
                  <a:pt x="23114" y="622561"/>
                </a:lnTo>
                <a:lnTo>
                  <a:pt x="25040" y="620088"/>
                </a:lnTo>
                <a:lnTo>
                  <a:pt x="26966" y="617607"/>
                </a:lnTo>
                <a:lnTo>
                  <a:pt x="28892" y="615115"/>
                </a:lnTo>
                <a:lnTo>
                  <a:pt x="30818" y="612616"/>
                </a:lnTo>
                <a:lnTo>
                  <a:pt x="32744" y="610107"/>
                </a:lnTo>
                <a:lnTo>
                  <a:pt x="34670" y="607589"/>
                </a:lnTo>
                <a:lnTo>
                  <a:pt x="36596" y="605063"/>
                </a:lnTo>
                <a:lnTo>
                  <a:pt x="38522" y="602527"/>
                </a:lnTo>
                <a:lnTo>
                  <a:pt x="40448" y="599983"/>
                </a:lnTo>
                <a:lnTo>
                  <a:pt x="42374" y="597430"/>
                </a:lnTo>
                <a:lnTo>
                  <a:pt x="44300" y="594869"/>
                </a:lnTo>
                <a:lnTo>
                  <a:pt x="46227" y="592299"/>
                </a:lnTo>
                <a:lnTo>
                  <a:pt x="48153" y="589720"/>
                </a:lnTo>
                <a:lnTo>
                  <a:pt x="50080" y="587134"/>
                </a:lnTo>
                <a:lnTo>
                  <a:pt x="52006" y="584538"/>
                </a:lnTo>
                <a:lnTo>
                  <a:pt x="53932" y="581935"/>
                </a:lnTo>
                <a:lnTo>
                  <a:pt x="55858" y="579323"/>
                </a:lnTo>
                <a:lnTo>
                  <a:pt x="57784" y="576704"/>
                </a:lnTo>
                <a:lnTo>
                  <a:pt x="59710" y="574077"/>
                </a:lnTo>
                <a:lnTo>
                  <a:pt x="61636" y="571441"/>
                </a:lnTo>
                <a:lnTo>
                  <a:pt x="63562" y="568797"/>
                </a:lnTo>
                <a:lnTo>
                  <a:pt x="65488" y="566147"/>
                </a:lnTo>
                <a:lnTo>
                  <a:pt x="67414" y="563488"/>
                </a:lnTo>
                <a:lnTo>
                  <a:pt x="69340" y="560822"/>
                </a:lnTo>
                <a:lnTo>
                  <a:pt x="71266" y="558147"/>
                </a:lnTo>
                <a:lnTo>
                  <a:pt x="73192" y="555466"/>
                </a:lnTo>
                <a:lnTo>
                  <a:pt x="75119" y="552778"/>
                </a:lnTo>
                <a:lnTo>
                  <a:pt x="77045" y="550082"/>
                </a:lnTo>
                <a:lnTo>
                  <a:pt x="78971" y="547379"/>
                </a:lnTo>
                <a:lnTo>
                  <a:pt x="80897" y="544669"/>
                </a:lnTo>
                <a:lnTo>
                  <a:pt x="82824" y="541952"/>
                </a:lnTo>
                <a:lnTo>
                  <a:pt x="84750" y="539228"/>
                </a:lnTo>
                <a:lnTo>
                  <a:pt x="86676" y="536497"/>
                </a:lnTo>
                <a:lnTo>
                  <a:pt x="88602" y="533759"/>
                </a:lnTo>
                <a:lnTo>
                  <a:pt x="90528" y="531015"/>
                </a:lnTo>
                <a:lnTo>
                  <a:pt x="92454" y="528264"/>
                </a:lnTo>
                <a:lnTo>
                  <a:pt x="94380" y="525507"/>
                </a:lnTo>
                <a:lnTo>
                  <a:pt x="96306" y="522744"/>
                </a:lnTo>
                <a:lnTo>
                  <a:pt x="98232" y="519974"/>
                </a:lnTo>
                <a:lnTo>
                  <a:pt x="100158" y="517198"/>
                </a:lnTo>
                <a:lnTo>
                  <a:pt x="102084" y="514417"/>
                </a:lnTo>
                <a:lnTo>
                  <a:pt x="104010" y="511629"/>
                </a:lnTo>
                <a:lnTo>
                  <a:pt x="105937" y="508835"/>
                </a:lnTo>
                <a:lnTo>
                  <a:pt x="107863" y="506036"/>
                </a:lnTo>
                <a:lnTo>
                  <a:pt x="109789" y="503231"/>
                </a:lnTo>
                <a:lnTo>
                  <a:pt x="111715" y="500420"/>
                </a:lnTo>
                <a:lnTo>
                  <a:pt x="113641" y="497605"/>
                </a:lnTo>
                <a:lnTo>
                  <a:pt x="115567" y="494783"/>
                </a:lnTo>
                <a:lnTo>
                  <a:pt x="117494" y="491958"/>
                </a:lnTo>
                <a:lnTo>
                  <a:pt x="119420" y="489126"/>
                </a:lnTo>
                <a:lnTo>
                  <a:pt x="121346" y="486290"/>
                </a:lnTo>
                <a:lnTo>
                  <a:pt x="123272" y="483449"/>
                </a:lnTo>
                <a:lnTo>
                  <a:pt x="125198" y="480603"/>
                </a:lnTo>
                <a:lnTo>
                  <a:pt x="127124" y="477753"/>
                </a:lnTo>
                <a:lnTo>
                  <a:pt x="129050" y="474898"/>
                </a:lnTo>
                <a:lnTo>
                  <a:pt x="130976" y="472038"/>
                </a:lnTo>
                <a:lnTo>
                  <a:pt x="132902" y="469175"/>
                </a:lnTo>
                <a:lnTo>
                  <a:pt x="134829" y="466307"/>
                </a:lnTo>
                <a:lnTo>
                  <a:pt x="136755" y="463436"/>
                </a:lnTo>
                <a:lnTo>
                  <a:pt x="138681" y="460560"/>
                </a:lnTo>
                <a:lnTo>
                  <a:pt x="140607" y="457680"/>
                </a:lnTo>
                <a:lnTo>
                  <a:pt x="142533" y="454798"/>
                </a:lnTo>
                <a:lnTo>
                  <a:pt x="144459" y="451911"/>
                </a:lnTo>
                <a:lnTo>
                  <a:pt x="146385" y="449021"/>
                </a:lnTo>
                <a:lnTo>
                  <a:pt x="148312" y="446128"/>
                </a:lnTo>
                <a:lnTo>
                  <a:pt x="150238" y="443232"/>
                </a:lnTo>
                <a:lnTo>
                  <a:pt x="152164" y="440333"/>
                </a:lnTo>
                <a:lnTo>
                  <a:pt x="154090" y="437431"/>
                </a:lnTo>
                <a:lnTo>
                  <a:pt x="156014" y="434526"/>
                </a:lnTo>
                <a:lnTo>
                  <a:pt x="157942" y="431618"/>
                </a:lnTo>
                <a:lnTo>
                  <a:pt x="159870" y="428708"/>
                </a:lnTo>
                <a:lnTo>
                  <a:pt x="161798" y="425795"/>
                </a:lnTo>
                <a:lnTo>
                  <a:pt x="163716" y="422881"/>
                </a:lnTo>
                <a:lnTo>
                  <a:pt x="165644" y="419964"/>
                </a:lnTo>
                <a:lnTo>
                  <a:pt x="167572" y="417045"/>
                </a:lnTo>
                <a:lnTo>
                  <a:pt x="169500" y="414124"/>
                </a:lnTo>
                <a:lnTo>
                  <a:pt x="171428" y="411203"/>
                </a:lnTo>
                <a:lnTo>
                  <a:pt x="173346" y="408279"/>
                </a:lnTo>
                <a:lnTo>
                  <a:pt x="175274" y="405354"/>
                </a:lnTo>
                <a:lnTo>
                  <a:pt x="177202" y="402427"/>
                </a:lnTo>
                <a:lnTo>
                  <a:pt x="179130" y="399500"/>
                </a:lnTo>
                <a:lnTo>
                  <a:pt x="181058" y="396571"/>
                </a:lnTo>
                <a:lnTo>
                  <a:pt x="182986" y="393641"/>
                </a:lnTo>
                <a:lnTo>
                  <a:pt x="184905" y="390712"/>
                </a:lnTo>
                <a:lnTo>
                  <a:pt x="186833" y="387781"/>
                </a:lnTo>
                <a:lnTo>
                  <a:pt x="188761" y="384850"/>
                </a:lnTo>
                <a:lnTo>
                  <a:pt x="190689" y="381919"/>
                </a:lnTo>
                <a:lnTo>
                  <a:pt x="192617" y="378987"/>
                </a:lnTo>
                <a:lnTo>
                  <a:pt x="194535" y="376055"/>
                </a:lnTo>
                <a:lnTo>
                  <a:pt x="196463" y="373125"/>
                </a:lnTo>
                <a:lnTo>
                  <a:pt x="198391" y="370194"/>
                </a:lnTo>
                <a:lnTo>
                  <a:pt x="200319" y="367263"/>
                </a:lnTo>
                <a:lnTo>
                  <a:pt x="202247" y="364333"/>
                </a:lnTo>
                <a:lnTo>
                  <a:pt x="204165" y="361404"/>
                </a:lnTo>
                <a:lnTo>
                  <a:pt x="206093" y="358476"/>
                </a:lnTo>
                <a:lnTo>
                  <a:pt x="208021" y="355550"/>
                </a:lnTo>
                <a:lnTo>
                  <a:pt x="209949" y="352624"/>
                </a:lnTo>
                <a:lnTo>
                  <a:pt x="211877" y="349699"/>
                </a:lnTo>
                <a:lnTo>
                  <a:pt x="213795" y="346776"/>
                </a:lnTo>
                <a:lnTo>
                  <a:pt x="215724" y="343855"/>
                </a:lnTo>
                <a:lnTo>
                  <a:pt x="217652" y="340936"/>
                </a:lnTo>
                <a:lnTo>
                  <a:pt x="219580" y="338018"/>
                </a:lnTo>
                <a:lnTo>
                  <a:pt x="221508" y="335103"/>
                </a:lnTo>
                <a:lnTo>
                  <a:pt x="223426" y="332190"/>
                </a:lnTo>
                <a:lnTo>
                  <a:pt x="225354" y="329280"/>
                </a:lnTo>
                <a:lnTo>
                  <a:pt x="227282" y="326373"/>
                </a:lnTo>
                <a:lnTo>
                  <a:pt x="229210" y="323467"/>
                </a:lnTo>
                <a:lnTo>
                  <a:pt x="231138" y="320565"/>
                </a:lnTo>
                <a:lnTo>
                  <a:pt x="233056" y="317666"/>
                </a:lnTo>
                <a:lnTo>
                  <a:pt x="234984" y="314771"/>
                </a:lnTo>
                <a:lnTo>
                  <a:pt x="236912" y="311879"/>
                </a:lnTo>
                <a:lnTo>
                  <a:pt x="238840" y="308990"/>
                </a:lnTo>
                <a:lnTo>
                  <a:pt x="240768" y="306105"/>
                </a:lnTo>
                <a:lnTo>
                  <a:pt x="242696" y="303224"/>
                </a:lnTo>
                <a:lnTo>
                  <a:pt x="244614" y="300348"/>
                </a:lnTo>
                <a:lnTo>
                  <a:pt x="246543" y="297475"/>
                </a:lnTo>
                <a:lnTo>
                  <a:pt x="248471" y="294606"/>
                </a:lnTo>
                <a:lnTo>
                  <a:pt x="250399" y="291743"/>
                </a:lnTo>
                <a:lnTo>
                  <a:pt x="252327" y="288884"/>
                </a:lnTo>
                <a:lnTo>
                  <a:pt x="254245" y="286030"/>
                </a:lnTo>
                <a:lnTo>
                  <a:pt x="256173" y="283181"/>
                </a:lnTo>
                <a:lnTo>
                  <a:pt x="258101" y="280337"/>
                </a:lnTo>
                <a:lnTo>
                  <a:pt x="260029" y="277499"/>
                </a:lnTo>
                <a:lnTo>
                  <a:pt x="261957" y="274666"/>
                </a:lnTo>
                <a:lnTo>
                  <a:pt x="263875" y="271839"/>
                </a:lnTo>
                <a:lnTo>
                  <a:pt x="265803" y="269017"/>
                </a:lnTo>
                <a:lnTo>
                  <a:pt x="267731" y="266203"/>
                </a:lnTo>
                <a:lnTo>
                  <a:pt x="269659" y="263393"/>
                </a:lnTo>
                <a:lnTo>
                  <a:pt x="271587" y="260590"/>
                </a:lnTo>
                <a:lnTo>
                  <a:pt x="273505" y="257795"/>
                </a:lnTo>
                <a:lnTo>
                  <a:pt x="275433" y="255005"/>
                </a:lnTo>
                <a:lnTo>
                  <a:pt x="277361" y="252222"/>
                </a:lnTo>
                <a:lnTo>
                  <a:pt x="279289" y="249446"/>
                </a:lnTo>
                <a:lnTo>
                  <a:pt x="281218" y="246679"/>
                </a:lnTo>
                <a:lnTo>
                  <a:pt x="283136" y="243918"/>
                </a:lnTo>
                <a:lnTo>
                  <a:pt x="285064" y="241165"/>
                </a:lnTo>
                <a:lnTo>
                  <a:pt x="286992" y="238419"/>
                </a:lnTo>
                <a:lnTo>
                  <a:pt x="288920" y="235681"/>
                </a:lnTo>
                <a:lnTo>
                  <a:pt x="290848" y="232952"/>
                </a:lnTo>
                <a:lnTo>
                  <a:pt x="292766" y="230230"/>
                </a:lnTo>
                <a:lnTo>
                  <a:pt x="294694" y="227516"/>
                </a:lnTo>
                <a:lnTo>
                  <a:pt x="296622" y="224812"/>
                </a:lnTo>
                <a:lnTo>
                  <a:pt x="298550" y="222116"/>
                </a:lnTo>
                <a:lnTo>
                  <a:pt x="300478" y="219430"/>
                </a:lnTo>
                <a:lnTo>
                  <a:pt x="302406" y="216751"/>
                </a:lnTo>
                <a:lnTo>
                  <a:pt x="304324" y="214083"/>
                </a:lnTo>
                <a:lnTo>
                  <a:pt x="306252" y="211423"/>
                </a:lnTo>
                <a:lnTo>
                  <a:pt x="308180" y="208774"/>
                </a:lnTo>
                <a:lnTo>
                  <a:pt x="310108" y="206134"/>
                </a:lnTo>
                <a:lnTo>
                  <a:pt x="312036" y="203503"/>
                </a:lnTo>
                <a:lnTo>
                  <a:pt x="313955" y="200884"/>
                </a:lnTo>
                <a:lnTo>
                  <a:pt x="315883" y="198274"/>
                </a:lnTo>
                <a:lnTo>
                  <a:pt x="317811" y="195674"/>
                </a:lnTo>
                <a:lnTo>
                  <a:pt x="319739" y="193085"/>
                </a:lnTo>
                <a:lnTo>
                  <a:pt x="321667" y="190507"/>
                </a:lnTo>
                <a:lnTo>
                  <a:pt x="323585" y="187940"/>
                </a:lnTo>
                <a:lnTo>
                  <a:pt x="325513" y="185383"/>
                </a:lnTo>
                <a:lnTo>
                  <a:pt x="327441" y="182838"/>
                </a:lnTo>
                <a:lnTo>
                  <a:pt x="329369" y="180304"/>
                </a:lnTo>
                <a:lnTo>
                  <a:pt x="331297" y="177782"/>
                </a:lnTo>
                <a:lnTo>
                  <a:pt x="333215" y="175271"/>
                </a:lnTo>
                <a:lnTo>
                  <a:pt x="335143" y="172773"/>
                </a:lnTo>
                <a:lnTo>
                  <a:pt x="337071" y="170286"/>
                </a:lnTo>
                <a:lnTo>
                  <a:pt x="338999" y="167813"/>
                </a:lnTo>
                <a:lnTo>
                  <a:pt x="340927" y="165350"/>
                </a:lnTo>
                <a:lnTo>
                  <a:pt x="342845" y="162901"/>
                </a:lnTo>
                <a:lnTo>
                  <a:pt x="344773" y="160464"/>
                </a:lnTo>
                <a:lnTo>
                  <a:pt x="346701" y="158040"/>
                </a:lnTo>
                <a:lnTo>
                  <a:pt x="348630" y="155629"/>
                </a:lnTo>
                <a:lnTo>
                  <a:pt x="350558" y="153231"/>
                </a:lnTo>
                <a:lnTo>
                  <a:pt x="352476" y="150847"/>
                </a:lnTo>
                <a:lnTo>
                  <a:pt x="354404" y="148475"/>
                </a:lnTo>
                <a:lnTo>
                  <a:pt x="356332" y="146118"/>
                </a:lnTo>
                <a:lnTo>
                  <a:pt x="358260" y="143775"/>
                </a:lnTo>
                <a:lnTo>
                  <a:pt x="360188" y="141445"/>
                </a:lnTo>
                <a:lnTo>
                  <a:pt x="362116" y="139129"/>
                </a:lnTo>
                <a:lnTo>
                  <a:pt x="364034" y="136829"/>
                </a:lnTo>
                <a:lnTo>
                  <a:pt x="365962" y="134542"/>
                </a:lnTo>
                <a:lnTo>
                  <a:pt x="367890" y="132269"/>
                </a:lnTo>
                <a:lnTo>
                  <a:pt x="369818" y="130012"/>
                </a:lnTo>
                <a:lnTo>
                  <a:pt x="371746" y="127769"/>
                </a:lnTo>
                <a:lnTo>
                  <a:pt x="373664" y="125542"/>
                </a:lnTo>
                <a:lnTo>
                  <a:pt x="375592" y="123329"/>
                </a:lnTo>
                <a:lnTo>
                  <a:pt x="377520" y="121132"/>
                </a:lnTo>
                <a:lnTo>
                  <a:pt x="379449" y="118951"/>
                </a:lnTo>
                <a:lnTo>
                  <a:pt x="381376" y="116785"/>
                </a:lnTo>
                <a:lnTo>
                  <a:pt x="383295" y="114634"/>
                </a:lnTo>
                <a:lnTo>
                  <a:pt x="385223" y="112500"/>
                </a:lnTo>
                <a:lnTo>
                  <a:pt x="387151" y="110382"/>
                </a:lnTo>
                <a:lnTo>
                  <a:pt x="389079" y="108280"/>
                </a:lnTo>
                <a:lnTo>
                  <a:pt x="391007" y="106195"/>
                </a:lnTo>
                <a:lnTo>
                  <a:pt x="392925" y="104125"/>
                </a:lnTo>
                <a:lnTo>
                  <a:pt x="394853" y="102073"/>
                </a:lnTo>
                <a:lnTo>
                  <a:pt x="396781" y="100038"/>
                </a:lnTo>
                <a:lnTo>
                  <a:pt x="398709" y="98019"/>
                </a:lnTo>
                <a:lnTo>
                  <a:pt x="400637" y="96018"/>
                </a:lnTo>
                <a:lnTo>
                  <a:pt x="402555" y="94034"/>
                </a:lnTo>
                <a:lnTo>
                  <a:pt x="404483" y="92067"/>
                </a:lnTo>
                <a:lnTo>
                  <a:pt x="406411" y="90117"/>
                </a:lnTo>
                <a:lnTo>
                  <a:pt x="408339" y="88185"/>
                </a:lnTo>
                <a:lnTo>
                  <a:pt x="410267" y="86272"/>
                </a:lnTo>
                <a:lnTo>
                  <a:pt x="412185" y="84376"/>
                </a:lnTo>
                <a:lnTo>
                  <a:pt x="414114" y="82498"/>
                </a:lnTo>
                <a:lnTo>
                  <a:pt x="416042" y="80638"/>
                </a:lnTo>
                <a:lnTo>
                  <a:pt x="417970" y="78796"/>
                </a:lnTo>
                <a:lnTo>
                  <a:pt x="419898" y="76974"/>
                </a:lnTo>
                <a:lnTo>
                  <a:pt x="421826" y="75169"/>
                </a:lnTo>
                <a:lnTo>
                  <a:pt x="423744" y="73383"/>
                </a:lnTo>
                <a:lnTo>
                  <a:pt x="425672" y="71616"/>
                </a:lnTo>
                <a:lnTo>
                  <a:pt x="427600" y="69869"/>
                </a:lnTo>
                <a:lnTo>
                  <a:pt x="429528" y="68140"/>
                </a:lnTo>
                <a:lnTo>
                  <a:pt x="431456" y="66430"/>
                </a:lnTo>
                <a:lnTo>
                  <a:pt x="433374" y="64740"/>
                </a:lnTo>
                <a:lnTo>
                  <a:pt x="435302" y="63069"/>
                </a:lnTo>
                <a:lnTo>
                  <a:pt x="437230" y="61417"/>
                </a:lnTo>
                <a:lnTo>
                  <a:pt x="439158" y="59786"/>
                </a:lnTo>
                <a:lnTo>
                  <a:pt x="441086" y="58174"/>
                </a:lnTo>
                <a:lnTo>
                  <a:pt x="443004" y="56582"/>
                </a:lnTo>
                <a:lnTo>
                  <a:pt x="444933" y="55010"/>
                </a:lnTo>
                <a:lnTo>
                  <a:pt x="446861" y="53459"/>
                </a:lnTo>
                <a:lnTo>
                  <a:pt x="448789" y="51927"/>
                </a:lnTo>
                <a:lnTo>
                  <a:pt x="450717" y="50416"/>
                </a:lnTo>
                <a:lnTo>
                  <a:pt x="452635" y="48926"/>
                </a:lnTo>
                <a:lnTo>
                  <a:pt x="454563" y="47456"/>
                </a:lnTo>
                <a:lnTo>
                  <a:pt x="456491" y="46007"/>
                </a:lnTo>
                <a:lnTo>
                  <a:pt x="458419" y="44578"/>
                </a:lnTo>
                <a:lnTo>
                  <a:pt x="460347" y="43170"/>
                </a:lnTo>
                <a:lnTo>
                  <a:pt x="462265" y="41784"/>
                </a:lnTo>
                <a:lnTo>
                  <a:pt x="464193" y="40418"/>
                </a:lnTo>
                <a:lnTo>
                  <a:pt x="466121" y="39074"/>
                </a:lnTo>
                <a:lnTo>
                  <a:pt x="468049" y="37751"/>
                </a:lnTo>
                <a:lnTo>
                  <a:pt x="469977" y="36450"/>
                </a:lnTo>
                <a:lnTo>
                  <a:pt x="471895" y="35170"/>
                </a:lnTo>
                <a:lnTo>
                  <a:pt x="473823" y="33912"/>
                </a:lnTo>
                <a:lnTo>
                  <a:pt x="475751" y="32674"/>
                </a:lnTo>
                <a:lnTo>
                  <a:pt x="477679" y="31460"/>
                </a:lnTo>
                <a:lnTo>
                  <a:pt x="479608" y="30266"/>
                </a:lnTo>
                <a:lnTo>
                  <a:pt x="481536" y="29096"/>
                </a:lnTo>
                <a:lnTo>
                  <a:pt x="483454" y="27947"/>
                </a:lnTo>
                <a:lnTo>
                  <a:pt x="485382" y="26820"/>
                </a:lnTo>
                <a:lnTo>
                  <a:pt x="487310" y="25715"/>
                </a:lnTo>
                <a:lnTo>
                  <a:pt x="489238" y="24632"/>
                </a:lnTo>
                <a:lnTo>
                  <a:pt x="491166" y="23572"/>
                </a:lnTo>
                <a:lnTo>
                  <a:pt x="493084" y="22534"/>
                </a:lnTo>
                <a:lnTo>
                  <a:pt x="495012" y="21520"/>
                </a:lnTo>
                <a:lnTo>
                  <a:pt x="496940" y="20528"/>
                </a:lnTo>
                <a:lnTo>
                  <a:pt x="498868" y="19558"/>
                </a:lnTo>
                <a:lnTo>
                  <a:pt x="500796" y="18611"/>
                </a:lnTo>
                <a:lnTo>
                  <a:pt x="502714" y="17686"/>
                </a:lnTo>
                <a:lnTo>
                  <a:pt x="504642" y="16785"/>
                </a:lnTo>
                <a:lnTo>
                  <a:pt x="506570" y="15906"/>
                </a:lnTo>
                <a:lnTo>
                  <a:pt x="508498" y="15052"/>
                </a:lnTo>
                <a:lnTo>
                  <a:pt x="510427" y="14219"/>
                </a:lnTo>
                <a:lnTo>
                  <a:pt x="512345" y="13410"/>
                </a:lnTo>
                <a:lnTo>
                  <a:pt x="514273" y="12624"/>
                </a:lnTo>
                <a:lnTo>
                  <a:pt x="516201" y="11861"/>
                </a:lnTo>
                <a:lnTo>
                  <a:pt x="518129" y="11122"/>
                </a:lnTo>
                <a:lnTo>
                  <a:pt x="520057" y="10406"/>
                </a:lnTo>
                <a:lnTo>
                  <a:pt x="521975" y="9714"/>
                </a:lnTo>
                <a:lnTo>
                  <a:pt x="523903" y="9045"/>
                </a:lnTo>
                <a:lnTo>
                  <a:pt x="525831" y="8399"/>
                </a:lnTo>
                <a:lnTo>
                  <a:pt x="527759" y="7778"/>
                </a:lnTo>
                <a:lnTo>
                  <a:pt x="529687" y="7179"/>
                </a:lnTo>
                <a:lnTo>
                  <a:pt x="531605" y="6604"/>
                </a:lnTo>
                <a:lnTo>
                  <a:pt x="533533" y="6053"/>
                </a:lnTo>
                <a:lnTo>
                  <a:pt x="535461" y="5527"/>
                </a:lnTo>
                <a:lnTo>
                  <a:pt x="537389" y="5023"/>
                </a:lnTo>
                <a:lnTo>
                  <a:pt x="539317" y="4544"/>
                </a:lnTo>
                <a:lnTo>
                  <a:pt x="541245" y="4089"/>
                </a:lnTo>
                <a:lnTo>
                  <a:pt x="543163" y="3656"/>
                </a:lnTo>
                <a:lnTo>
                  <a:pt x="545092" y="3249"/>
                </a:lnTo>
                <a:lnTo>
                  <a:pt x="547020" y="2865"/>
                </a:lnTo>
                <a:lnTo>
                  <a:pt x="548948" y="2505"/>
                </a:lnTo>
                <a:lnTo>
                  <a:pt x="550876" y="2170"/>
                </a:lnTo>
                <a:lnTo>
                  <a:pt x="552794" y="1858"/>
                </a:lnTo>
                <a:lnTo>
                  <a:pt x="554722" y="1570"/>
                </a:lnTo>
                <a:lnTo>
                  <a:pt x="556650" y="1307"/>
                </a:lnTo>
                <a:lnTo>
                  <a:pt x="558578" y="1067"/>
                </a:lnTo>
                <a:lnTo>
                  <a:pt x="560506" y="852"/>
                </a:lnTo>
                <a:lnTo>
                  <a:pt x="562424" y="661"/>
                </a:lnTo>
                <a:lnTo>
                  <a:pt x="564352" y="494"/>
                </a:lnTo>
                <a:lnTo>
                  <a:pt x="566280" y="351"/>
                </a:lnTo>
                <a:lnTo>
                  <a:pt x="568208" y="233"/>
                </a:lnTo>
                <a:lnTo>
                  <a:pt x="570136" y="138"/>
                </a:lnTo>
                <a:lnTo>
                  <a:pt x="572054" y="68"/>
                </a:lnTo>
                <a:lnTo>
                  <a:pt x="573982" y="22"/>
                </a:lnTo>
                <a:lnTo>
                  <a:pt x="575910" y="0"/>
                </a:lnTo>
                <a:lnTo>
                  <a:pt x="577839" y="2"/>
                </a:lnTo>
                <a:lnTo>
                  <a:pt x="579767" y="29"/>
                </a:lnTo>
                <a:lnTo>
                  <a:pt x="581685" y="80"/>
                </a:lnTo>
                <a:lnTo>
                  <a:pt x="583613" y="155"/>
                </a:lnTo>
                <a:lnTo>
                  <a:pt x="585541" y="254"/>
                </a:lnTo>
                <a:lnTo>
                  <a:pt x="587469" y="378"/>
                </a:lnTo>
                <a:lnTo>
                  <a:pt x="589397" y="525"/>
                </a:lnTo>
                <a:lnTo>
                  <a:pt x="591315" y="697"/>
                </a:lnTo>
                <a:lnTo>
                  <a:pt x="593243" y="892"/>
                </a:lnTo>
                <a:lnTo>
                  <a:pt x="595171" y="1113"/>
                </a:lnTo>
                <a:lnTo>
                  <a:pt x="597099" y="1358"/>
                </a:lnTo>
                <a:lnTo>
                  <a:pt x="599027" y="1626"/>
                </a:lnTo>
                <a:lnTo>
                  <a:pt x="600955" y="1918"/>
                </a:lnTo>
                <a:lnTo>
                  <a:pt x="602873" y="2234"/>
                </a:lnTo>
                <a:lnTo>
                  <a:pt x="604801" y="2575"/>
                </a:lnTo>
                <a:lnTo>
                  <a:pt x="606729" y="2940"/>
                </a:lnTo>
                <a:lnTo>
                  <a:pt x="608657" y="3328"/>
                </a:lnTo>
                <a:lnTo>
                  <a:pt x="610585" y="3741"/>
                </a:lnTo>
                <a:lnTo>
                  <a:pt x="612504" y="4177"/>
                </a:lnTo>
                <a:lnTo>
                  <a:pt x="614432" y="4638"/>
                </a:lnTo>
                <a:lnTo>
                  <a:pt x="616360" y="5122"/>
                </a:lnTo>
                <a:lnTo>
                  <a:pt x="618288" y="5630"/>
                </a:lnTo>
                <a:lnTo>
                  <a:pt x="620216" y="6162"/>
                </a:lnTo>
                <a:lnTo>
                  <a:pt x="622134" y="6717"/>
                </a:lnTo>
                <a:lnTo>
                  <a:pt x="624062" y="7297"/>
                </a:lnTo>
                <a:lnTo>
                  <a:pt x="625990" y="7900"/>
                </a:lnTo>
                <a:lnTo>
                  <a:pt x="627918" y="8526"/>
                </a:lnTo>
                <a:lnTo>
                  <a:pt x="629846" y="9176"/>
                </a:lnTo>
                <a:lnTo>
                  <a:pt x="631764" y="9850"/>
                </a:lnTo>
                <a:lnTo>
                  <a:pt x="633692" y="10548"/>
                </a:lnTo>
                <a:lnTo>
                  <a:pt x="635620" y="11268"/>
                </a:lnTo>
                <a:lnTo>
                  <a:pt x="637548" y="12013"/>
                </a:lnTo>
                <a:lnTo>
                  <a:pt x="639476" y="12780"/>
                </a:lnTo>
                <a:lnTo>
                  <a:pt x="641394" y="13570"/>
                </a:lnTo>
                <a:lnTo>
                  <a:pt x="643323" y="14384"/>
                </a:lnTo>
                <a:lnTo>
                  <a:pt x="645251" y="15221"/>
                </a:lnTo>
                <a:lnTo>
                  <a:pt x="647179" y="16080"/>
                </a:lnTo>
                <a:lnTo>
                  <a:pt x="649107" y="16964"/>
                </a:lnTo>
                <a:lnTo>
                  <a:pt x="651025" y="17869"/>
                </a:lnTo>
                <a:lnTo>
                  <a:pt x="652953" y="18798"/>
                </a:lnTo>
                <a:lnTo>
                  <a:pt x="654881" y="19750"/>
                </a:lnTo>
                <a:lnTo>
                  <a:pt x="656809" y="20724"/>
                </a:lnTo>
                <a:lnTo>
                  <a:pt x="658737" y="21721"/>
                </a:lnTo>
                <a:lnTo>
                  <a:pt x="660665" y="22740"/>
                </a:lnTo>
                <a:lnTo>
                  <a:pt x="662583" y="23783"/>
                </a:lnTo>
                <a:lnTo>
                  <a:pt x="664511" y="24847"/>
                </a:lnTo>
                <a:lnTo>
                  <a:pt x="666439" y="25934"/>
                </a:lnTo>
                <a:lnTo>
                  <a:pt x="668367" y="27043"/>
                </a:lnTo>
                <a:lnTo>
                  <a:pt x="670295" y="28174"/>
                </a:lnTo>
                <a:lnTo>
                  <a:pt x="672213" y="29328"/>
                </a:lnTo>
                <a:lnTo>
                  <a:pt x="674141" y="30504"/>
                </a:lnTo>
                <a:lnTo>
                  <a:pt x="676069" y="31700"/>
                </a:lnTo>
                <a:lnTo>
                  <a:pt x="677998" y="32920"/>
                </a:lnTo>
                <a:lnTo>
                  <a:pt x="679926" y="34161"/>
                </a:lnTo>
                <a:lnTo>
                  <a:pt x="681844" y="35424"/>
                </a:lnTo>
                <a:lnTo>
                  <a:pt x="683772" y="36708"/>
                </a:lnTo>
                <a:lnTo>
                  <a:pt x="685700" y="38014"/>
                </a:lnTo>
                <a:lnTo>
                  <a:pt x="687628" y="39341"/>
                </a:lnTo>
                <a:lnTo>
                  <a:pt x="689556" y="40690"/>
                </a:lnTo>
                <a:lnTo>
                  <a:pt x="691474" y="42059"/>
                </a:lnTo>
                <a:lnTo>
                  <a:pt x="693402" y="43451"/>
                </a:lnTo>
                <a:lnTo>
                  <a:pt x="695330" y="44862"/>
                </a:lnTo>
                <a:lnTo>
                  <a:pt x="697258" y="46295"/>
                </a:lnTo>
                <a:lnTo>
                  <a:pt x="699186" y="47748"/>
                </a:lnTo>
                <a:lnTo>
                  <a:pt x="701104" y="49222"/>
                </a:lnTo>
                <a:lnTo>
                  <a:pt x="703032" y="50717"/>
                </a:lnTo>
                <a:lnTo>
                  <a:pt x="704960" y="52232"/>
                </a:lnTo>
                <a:lnTo>
                  <a:pt x="706888" y="53768"/>
                </a:lnTo>
                <a:lnTo>
                  <a:pt x="708817" y="55323"/>
                </a:lnTo>
                <a:lnTo>
                  <a:pt x="710735" y="56899"/>
                </a:lnTo>
                <a:lnTo>
                  <a:pt x="712663" y="58495"/>
                </a:lnTo>
                <a:lnTo>
                  <a:pt x="714591" y="60110"/>
                </a:lnTo>
                <a:lnTo>
                  <a:pt x="716519" y="61746"/>
                </a:lnTo>
                <a:lnTo>
                  <a:pt x="718447" y="63401"/>
                </a:lnTo>
                <a:lnTo>
                  <a:pt x="720375" y="65077"/>
                </a:lnTo>
                <a:lnTo>
                  <a:pt x="722293" y="66770"/>
                </a:lnTo>
                <a:lnTo>
                  <a:pt x="724221" y="68483"/>
                </a:lnTo>
                <a:lnTo>
                  <a:pt x="726149" y="70217"/>
                </a:lnTo>
                <a:lnTo>
                  <a:pt x="728077" y="71969"/>
                </a:lnTo>
                <a:lnTo>
                  <a:pt x="730005" y="73739"/>
                </a:lnTo>
                <a:lnTo>
                  <a:pt x="731923" y="75529"/>
                </a:lnTo>
                <a:lnTo>
                  <a:pt x="733851" y="77337"/>
                </a:lnTo>
                <a:lnTo>
                  <a:pt x="735779" y="79163"/>
                </a:lnTo>
                <a:lnTo>
                  <a:pt x="737707" y="81009"/>
                </a:lnTo>
                <a:lnTo>
                  <a:pt x="739635" y="82872"/>
                </a:lnTo>
                <a:lnTo>
                  <a:pt x="741553" y="84754"/>
                </a:lnTo>
                <a:lnTo>
                  <a:pt x="743482" y="86653"/>
                </a:lnTo>
                <a:lnTo>
                  <a:pt x="745410" y="88571"/>
                </a:lnTo>
                <a:lnTo>
                  <a:pt x="747338" y="90506"/>
                </a:lnTo>
                <a:lnTo>
                  <a:pt x="749266" y="92459"/>
                </a:lnTo>
                <a:lnTo>
                  <a:pt x="751184" y="94429"/>
                </a:lnTo>
                <a:lnTo>
                  <a:pt x="753112" y="96417"/>
                </a:lnTo>
                <a:lnTo>
                  <a:pt x="755040" y="98422"/>
                </a:lnTo>
                <a:lnTo>
                  <a:pt x="756968" y="100443"/>
                </a:lnTo>
                <a:lnTo>
                  <a:pt x="758896" y="102483"/>
                </a:lnTo>
                <a:lnTo>
                  <a:pt x="760814" y="104538"/>
                </a:lnTo>
                <a:lnTo>
                  <a:pt x="762742" y="106610"/>
                </a:lnTo>
                <a:lnTo>
                  <a:pt x="764670" y="108699"/>
                </a:lnTo>
                <a:lnTo>
                  <a:pt x="766598" y="110804"/>
                </a:lnTo>
                <a:lnTo>
                  <a:pt x="768526" y="112926"/>
                </a:lnTo>
                <a:lnTo>
                  <a:pt x="770444" y="115063"/>
                </a:lnTo>
                <a:lnTo>
                  <a:pt x="772372" y="117216"/>
                </a:lnTo>
                <a:lnTo>
                  <a:pt x="774300" y="119386"/>
                </a:lnTo>
                <a:lnTo>
                  <a:pt x="776229" y="121570"/>
                </a:lnTo>
                <a:lnTo>
                  <a:pt x="778157" y="123771"/>
                </a:lnTo>
                <a:lnTo>
                  <a:pt x="780085" y="125986"/>
                </a:lnTo>
                <a:lnTo>
                  <a:pt x="782003" y="128216"/>
                </a:lnTo>
                <a:lnTo>
                  <a:pt x="783931" y="130462"/>
                </a:lnTo>
                <a:lnTo>
                  <a:pt x="785859" y="132722"/>
                </a:lnTo>
                <a:lnTo>
                  <a:pt x="787787" y="134998"/>
                </a:lnTo>
                <a:lnTo>
                  <a:pt x="789715" y="137287"/>
                </a:lnTo>
                <a:lnTo>
                  <a:pt x="791633" y="139592"/>
                </a:lnTo>
                <a:lnTo>
                  <a:pt x="793561" y="141910"/>
                </a:lnTo>
                <a:lnTo>
                  <a:pt x="795489" y="144242"/>
                </a:lnTo>
                <a:lnTo>
                  <a:pt x="797417" y="146588"/>
                </a:lnTo>
                <a:lnTo>
                  <a:pt x="799345" y="148949"/>
                </a:lnTo>
                <a:lnTo>
                  <a:pt x="801263" y="151323"/>
                </a:lnTo>
                <a:lnTo>
                  <a:pt x="803191" y="153710"/>
                </a:lnTo>
                <a:lnTo>
                  <a:pt x="805119" y="156110"/>
                </a:lnTo>
                <a:lnTo>
                  <a:pt x="807047" y="158523"/>
                </a:lnTo>
                <a:lnTo>
                  <a:pt x="808975" y="160950"/>
                </a:lnTo>
                <a:lnTo>
                  <a:pt x="810894" y="163390"/>
                </a:lnTo>
                <a:lnTo>
                  <a:pt x="812822" y="165842"/>
                </a:lnTo>
                <a:lnTo>
                  <a:pt x="814750" y="168307"/>
                </a:lnTo>
                <a:lnTo>
                  <a:pt x="816678" y="170783"/>
                </a:lnTo>
                <a:lnTo>
                  <a:pt x="818606" y="173272"/>
                </a:lnTo>
                <a:lnTo>
                  <a:pt x="820524" y="175773"/>
                </a:lnTo>
                <a:lnTo>
                  <a:pt x="822452" y="178286"/>
                </a:lnTo>
                <a:lnTo>
                  <a:pt x="824380" y="180810"/>
                </a:lnTo>
                <a:lnTo>
                  <a:pt x="826308" y="183346"/>
                </a:lnTo>
                <a:lnTo>
                  <a:pt x="828236" y="185893"/>
                </a:lnTo>
                <a:lnTo>
                  <a:pt x="830154" y="188452"/>
                </a:lnTo>
                <a:lnTo>
                  <a:pt x="832082" y="191022"/>
                </a:lnTo>
                <a:lnTo>
                  <a:pt x="834010" y="193602"/>
                </a:lnTo>
                <a:lnTo>
                  <a:pt x="835938" y="196193"/>
                </a:lnTo>
                <a:lnTo>
                  <a:pt x="837866" y="198794"/>
                </a:lnTo>
                <a:lnTo>
                  <a:pt x="839794" y="201406"/>
                </a:lnTo>
                <a:lnTo>
                  <a:pt x="841713" y="204029"/>
                </a:lnTo>
                <a:lnTo>
                  <a:pt x="843641" y="206661"/>
                </a:lnTo>
                <a:lnTo>
                  <a:pt x="845569" y="209302"/>
                </a:lnTo>
                <a:lnTo>
                  <a:pt x="847497" y="211955"/>
                </a:lnTo>
                <a:lnTo>
                  <a:pt x="849425" y="214615"/>
                </a:lnTo>
                <a:lnTo>
                  <a:pt x="851343" y="217286"/>
                </a:lnTo>
                <a:lnTo>
                  <a:pt x="853271" y="219966"/>
                </a:lnTo>
                <a:lnTo>
                  <a:pt x="855199" y="222655"/>
                </a:lnTo>
                <a:lnTo>
                  <a:pt x="857127" y="225353"/>
                </a:lnTo>
                <a:lnTo>
                  <a:pt x="859055" y="228059"/>
                </a:lnTo>
                <a:lnTo>
                  <a:pt x="860973" y="230773"/>
                </a:lnTo>
                <a:lnTo>
                  <a:pt x="862901" y="233496"/>
                </a:lnTo>
                <a:lnTo>
                  <a:pt x="864829" y="236228"/>
                </a:lnTo>
                <a:lnTo>
                  <a:pt x="866757" y="238967"/>
                </a:lnTo>
                <a:lnTo>
                  <a:pt x="868685" y="241714"/>
                </a:lnTo>
                <a:lnTo>
                  <a:pt x="870603" y="244469"/>
                </a:lnTo>
                <a:lnTo>
                  <a:pt x="872531" y="247232"/>
                </a:lnTo>
                <a:lnTo>
                  <a:pt x="874459" y="250001"/>
                </a:lnTo>
                <a:lnTo>
                  <a:pt x="876388" y="252779"/>
                </a:lnTo>
                <a:lnTo>
                  <a:pt x="878316" y="255563"/>
                </a:lnTo>
                <a:lnTo>
                  <a:pt x="880234" y="258353"/>
                </a:lnTo>
                <a:lnTo>
                  <a:pt x="882162" y="261151"/>
                </a:lnTo>
                <a:lnTo>
                  <a:pt x="884090" y="263955"/>
                </a:lnTo>
                <a:lnTo>
                  <a:pt x="886018" y="266765"/>
                </a:lnTo>
                <a:lnTo>
                  <a:pt x="887946" y="269582"/>
                </a:lnTo>
                <a:lnTo>
                  <a:pt x="889864" y="272404"/>
                </a:lnTo>
                <a:lnTo>
                  <a:pt x="891792" y="275232"/>
                </a:lnTo>
                <a:lnTo>
                  <a:pt x="893720" y="278066"/>
                </a:lnTo>
                <a:lnTo>
                  <a:pt x="895648" y="280905"/>
                </a:lnTo>
                <a:lnTo>
                  <a:pt x="897576" y="283751"/>
                </a:lnTo>
                <a:lnTo>
                  <a:pt x="899504" y="286600"/>
                </a:lnTo>
                <a:lnTo>
                  <a:pt x="901422" y="289455"/>
                </a:lnTo>
                <a:lnTo>
                  <a:pt x="903350" y="292316"/>
                </a:lnTo>
                <a:lnTo>
                  <a:pt x="905278" y="295180"/>
                </a:lnTo>
                <a:lnTo>
                  <a:pt x="907207" y="298049"/>
                </a:lnTo>
                <a:lnTo>
                  <a:pt x="909135" y="300922"/>
                </a:lnTo>
                <a:lnTo>
                  <a:pt x="911053" y="303800"/>
                </a:lnTo>
                <a:lnTo>
                  <a:pt x="912981" y="306682"/>
                </a:lnTo>
                <a:lnTo>
                  <a:pt x="914909" y="309568"/>
                </a:lnTo>
                <a:lnTo>
                  <a:pt x="916837" y="312457"/>
                </a:lnTo>
                <a:lnTo>
                  <a:pt x="918765" y="315350"/>
                </a:lnTo>
                <a:lnTo>
                  <a:pt x="920683" y="318246"/>
                </a:lnTo>
                <a:lnTo>
                  <a:pt x="922611" y="321146"/>
                </a:lnTo>
                <a:lnTo>
                  <a:pt x="924539" y="324048"/>
                </a:lnTo>
                <a:lnTo>
                  <a:pt x="926467" y="326954"/>
                </a:lnTo>
                <a:lnTo>
                  <a:pt x="928395" y="329862"/>
                </a:lnTo>
                <a:lnTo>
                  <a:pt x="930313" y="332773"/>
                </a:lnTo>
                <a:lnTo>
                  <a:pt x="932241" y="335687"/>
                </a:lnTo>
                <a:lnTo>
                  <a:pt x="934169" y="338602"/>
                </a:lnTo>
                <a:lnTo>
                  <a:pt x="936097" y="341520"/>
                </a:lnTo>
                <a:lnTo>
                  <a:pt x="938025" y="344439"/>
                </a:lnTo>
                <a:lnTo>
                  <a:pt x="939944" y="347361"/>
                </a:lnTo>
                <a:lnTo>
                  <a:pt x="941872" y="350284"/>
                </a:lnTo>
                <a:lnTo>
                  <a:pt x="943800" y="353209"/>
                </a:lnTo>
                <a:lnTo>
                  <a:pt x="945728" y="356135"/>
                </a:lnTo>
                <a:lnTo>
                  <a:pt x="947656" y="359062"/>
                </a:lnTo>
                <a:lnTo>
                  <a:pt x="949574" y="361991"/>
                </a:lnTo>
                <a:lnTo>
                  <a:pt x="951502" y="364920"/>
                </a:lnTo>
                <a:lnTo>
                  <a:pt x="953430" y="367849"/>
                </a:lnTo>
                <a:lnTo>
                  <a:pt x="955358" y="370780"/>
                </a:lnTo>
                <a:lnTo>
                  <a:pt x="957286" y="373711"/>
                </a:lnTo>
                <a:lnTo>
                  <a:pt x="959214" y="376642"/>
                </a:lnTo>
                <a:lnTo>
                  <a:pt x="961132" y="379574"/>
                </a:lnTo>
                <a:lnTo>
                  <a:pt x="961132" y="964684"/>
                </a:lnTo>
                <a:lnTo>
                  <a:pt x="959214" y="964684"/>
                </a:lnTo>
                <a:lnTo>
                  <a:pt x="957286" y="964684"/>
                </a:lnTo>
                <a:lnTo>
                  <a:pt x="955358" y="964684"/>
                </a:lnTo>
                <a:lnTo>
                  <a:pt x="953430" y="964684"/>
                </a:lnTo>
                <a:lnTo>
                  <a:pt x="951502" y="964684"/>
                </a:lnTo>
                <a:lnTo>
                  <a:pt x="949574" y="964684"/>
                </a:lnTo>
                <a:lnTo>
                  <a:pt x="947656" y="964684"/>
                </a:lnTo>
                <a:lnTo>
                  <a:pt x="945728" y="964684"/>
                </a:lnTo>
                <a:lnTo>
                  <a:pt x="943800" y="964684"/>
                </a:lnTo>
                <a:lnTo>
                  <a:pt x="941872" y="964684"/>
                </a:lnTo>
                <a:lnTo>
                  <a:pt x="939944" y="964684"/>
                </a:lnTo>
                <a:lnTo>
                  <a:pt x="938025" y="964684"/>
                </a:lnTo>
                <a:lnTo>
                  <a:pt x="936097" y="964684"/>
                </a:lnTo>
                <a:lnTo>
                  <a:pt x="934169" y="964684"/>
                </a:lnTo>
                <a:lnTo>
                  <a:pt x="932241" y="964684"/>
                </a:lnTo>
                <a:lnTo>
                  <a:pt x="930313" y="964684"/>
                </a:lnTo>
                <a:lnTo>
                  <a:pt x="928395" y="964684"/>
                </a:lnTo>
                <a:lnTo>
                  <a:pt x="926467" y="964684"/>
                </a:lnTo>
                <a:lnTo>
                  <a:pt x="924539" y="964684"/>
                </a:lnTo>
                <a:lnTo>
                  <a:pt x="922611" y="964684"/>
                </a:lnTo>
                <a:lnTo>
                  <a:pt x="920683" y="964684"/>
                </a:lnTo>
                <a:lnTo>
                  <a:pt x="918765" y="964684"/>
                </a:lnTo>
                <a:lnTo>
                  <a:pt x="916837" y="964684"/>
                </a:lnTo>
                <a:lnTo>
                  <a:pt x="914909" y="964684"/>
                </a:lnTo>
                <a:lnTo>
                  <a:pt x="912981" y="964684"/>
                </a:lnTo>
                <a:lnTo>
                  <a:pt x="911053" y="964684"/>
                </a:lnTo>
                <a:lnTo>
                  <a:pt x="909135" y="964684"/>
                </a:lnTo>
                <a:lnTo>
                  <a:pt x="907207" y="964684"/>
                </a:lnTo>
                <a:lnTo>
                  <a:pt x="905278" y="964684"/>
                </a:lnTo>
                <a:lnTo>
                  <a:pt x="903350" y="964684"/>
                </a:lnTo>
                <a:lnTo>
                  <a:pt x="901422" y="964684"/>
                </a:lnTo>
                <a:lnTo>
                  <a:pt x="899504" y="964684"/>
                </a:lnTo>
                <a:lnTo>
                  <a:pt x="897576" y="964684"/>
                </a:lnTo>
                <a:lnTo>
                  <a:pt x="895648" y="964684"/>
                </a:lnTo>
                <a:lnTo>
                  <a:pt x="893720" y="964684"/>
                </a:lnTo>
                <a:lnTo>
                  <a:pt x="891792" y="964684"/>
                </a:lnTo>
                <a:lnTo>
                  <a:pt x="889864" y="964684"/>
                </a:lnTo>
                <a:lnTo>
                  <a:pt x="887946" y="964684"/>
                </a:lnTo>
                <a:lnTo>
                  <a:pt x="886018" y="964684"/>
                </a:lnTo>
                <a:lnTo>
                  <a:pt x="884090" y="964684"/>
                </a:lnTo>
                <a:lnTo>
                  <a:pt x="882162" y="964684"/>
                </a:lnTo>
                <a:lnTo>
                  <a:pt x="880234" y="964684"/>
                </a:lnTo>
                <a:lnTo>
                  <a:pt x="878316" y="964684"/>
                </a:lnTo>
                <a:lnTo>
                  <a:pt x="876388" y="964684"/>
                </a:lnTo>
                <a:lnTo>
                  <a:pt x="874459" y="964684"/>
                </a:lnTo>
                <a:lnTo>
                  <a:pt x="872531" y="964684"/>
                </a:lnTo>
                <a:lnTo>
                  <a:pt x="870603" y="964684"/>
                </a:lnTo>
                <a:lnTo>
                  <a:pt x="868685" y="964684"/>
                </a:lnTo>
                <a:lnTo>
                  <a:pt x="866757" y="964684"/>
                </a:lnTo>
                <a:lnTo>
                  <a:pt x="864829" y="964684"/>
                </a:lnTo>
                <a:lnTo>
                  <a:pt x="862901" y="964684"/>
                </a:lnTo>
                <a:lnTo>
                  <a:pt x="860973" y="964684"/>
                </a:lnTo>
                <a:lnTo>
                  <a:pt x="859055" y="964684"/>
                </a:lnTo>
                <a:lnTo>
                  <a:pt x="857127" y="964684"/>
                </a:lnTo>
                <a:lnTo>
                  <a:pt x="855199" y="964684"/>
                </a:lnTo>
                <a:lnTo>
                  <a:pt x="853271" y="964684"/>
                </a:lnTo>
                <a:lnTo>
                  <a:pt x="851343" y="964684"/>
                </a:lnTo>
                <a:lnTo>
                  <a:pt x="849425" y="964684"/>
                </a:lnTo>
                <a:lnTo>
                  <a:pt x="847497" y="964684"/>
                </a:lnTo>
                <a:lnTo>
                  <a:pt x="845569" y="964684"/>
                </a:lnTo>
                <a:lnTo>
                  <a:pt x="843641" y="964684"/>
                </a:lnTo>
                <a:lnTo>
                  <a:pt x="841713" y="964684"/>
                </a:lnTo>
                <a:lnTo>
                  <a:pt x="839794" y="964684"/>
                </a:lnTo>
                <a:lnTo>
                  <a:pt x="837866" y="964684"/>
                </a:lnTo>
                <a:lnTo>
                  <a:pt x="835938" y="964684"/>
                </a:lnTo>
                <a:lnTo>
                  <a:pt x="834010" y="964684"/>
                </a:lnTo>
                <a:lnTo>
                  <a:pt x="832082" y="964684"/>
                </a:lnTo>
                <a:lnTo>
                  <a:pt x="830154" y="964684"/>
                </a:lnTo>
                <a:lnTo>
                  <a:pt x="828236" y="964684"/>
                </a:lnTo>
                <a:lnTo>
                  <a:pt x="826308" y="964684"/>
                </a:lnTo>
                <a:lnTo>
                  <a:pt x="824380" y="964684"/>
                </a:lnTo>
                <a:lnTo>
                  <a:pt x="822452" y="964684"/>
                </a:lnTo>
                <a:lnTo>
                  <a:pt x="820524" y="964684"/>
                </a:lnTo>
                <a:lnTo>
                  <a:pt x="818606" y="964684"/>
                </a:lnTo>
                <a:lnTo>
                  <a:pt x="816678" y="964684"/>
                </a:lnTo>
                <a:lnTo>
                  <a:pt x="814750" y="964684"/>
                </a:lnTo>
                <a:lnTo>
                  <a:pt x="812822" y="964684"/>
                </a:lnTo>
                <a:lnTo>
                  <a:pt x="810894" y="964684"/>
                </a:lnTo>
                <a:lnTo>
                  <a:pt x="808975" y="964684"/>
                </a:lnTo>
                <a:lnTo>
                  <a:pt x="807047" y="964684"/>
                </a:lnTo>
                <a:lnTo>
                  <a:pt x="805119" y="964684"/>
                </a:lnTo>
                <a:lnTo>
                  <a:pt x="803191" y="964684"/>
                </a:lnTo>
                <a:lnTo>
                  <a:pt x="801263" y="964684"/>
                </a:lnTo>
                <a:lnTo>
                  <a:pt x="799345" y="964684"/>
                </a:lnTo>
                <a:lnTo>
                  <a:pt x="797417" y="964684"/>
                </a:lnTo>
                <a:lnTo>
                  <a:pt x="795489" y="964684"/>
                </a:lnTo>
                <a:lnTo>
                  <a:pt x="793561" y="964684"/>
                </a:lnTo>
                <a:lnTo>
                  <a:pt x="791633" y="964684"/>
                </a:lnTo>
                <a:lnTo>
                  <a:pt x="789715" y="964684"/>
                </a:lnTo>
                <a:lnTo>
                  <a:pt x="787787" y="964684"/>
                </a:lnTo>
                <a:lnTo>
                  <a:pt x="785859" y="964684"/>
                </a:lnTo>
                <a:lnTo>
                  <a:pt x="783931" y="964684"/>
                </a:lnTo>
                <a:lnTo>
                  <a:pt x="782003" y="964684"/>
                </a:lnTo>
                <a:lnTo>
                  <a:pt x="780085" y="964684"/>
                </a:lnTo>
                <a:lnTo>
                  <a:pt x="778157" y="964684"/>
                </a:lnTo>
                <a:lnTo>
                  <a:pt x="776229" y="964684"/>
                </a:lnTo>
                <a:lnTo>
                  <a:pt x="774300" y="964684"/>
                </a:lnTo>
                <a:lnTo>
                  <a:pt x="772372" y="964684"/>
                </a:lnTo>
                <a:lnTo>
                  <a:pt x="770444" y="964684"/>
                </a:lnTo>
                <a:lnTo>
                  <a:pt x="768526" y="964684"/>
                </a:lnTo>
                <a:lnTo>
                  <a:pt x="766598" y="964684"/>
                </a:lnTo>
                <a:lnTo>
                  <a:pt x="764670" y="964684"/>
                </a:lnTo>
                <a:lnTo>
                  <a:pt x="762742" y="964684"/>
                </a:lnTo>
                <a:lnTo>
                  <a:pt x="760814" y="964684"/>
                </a:lnTo>
                <a:lnTo>
                  <a:pt x="758896" y="964684"/>
                </a:lnTo>
                <a:lnTo>
                  <a:pt x="756968" y="964684"/>
                </a:lnTo>
                <a:lnTo>
                  <a:pt x="755040" y="964684"/>
                </a:lnTo>
                <a:lnTo>
                  <a:pt x="753112" y="964684"/>
                </a:lnTo>
                <a:lnTo>
                  <a:pt x="751184" y="964684"/>
                </a:lnTo>
                <a:lnTo>
                  <a:pt x="749266" y="964684"/>
                </a:lnTo>
                <a:lnTo>
                  <a:pt x="747338" y="964684"/>
                </a:lnTo>
                <a:lnTo>
                  <a:pt x="745410" y="964684"/>
                </a:lnTo>
                <a:lnTo>
                  <a:pt x="743482" y="964684"/>
                </a:lnTo>
                <a:lnTo>
                  <a:pt x="741553" y="964684"/>
                </a:lnTo>
                <a:lnTo>
                  <a:pt x="739635" y="964684"/>
                </a:lnTo>
                <a:lnTo>
                  <a:pt x="737707" y="964684"/>
                </a:lnTo>
                <a:lnTo>
                  <a:pt x="735779" y="964684"/>
                </a:lnTo>
                <a:lnTo>
                  <a:pt x="733851" y="964684"/>
                </a:lnTo>
                <a:lnTo>
                  <a:pt x="731923" y="964684"/>
                </a:lnTo>
                <a:lnTo>
                  <a:pt x="730005" y="964684"/>
                </a:lnTo>
                <a:lnTo>
                  <a:pt x="728077" y="964684"/>
                </a:lnTo>
                <a:lnTo>
                  <a:pt x="726149" y="964684"/>
                </a:lnTo>
                <a:lnTo>
                  <a:pt x="724221" y="964684"/>
                </a:lnTo>
                <a:lnTo>
                  <a:pt x="722293" y="964684"/>
                </a:lnTo>
                <a:lnTo>
                  <a:pt x="720375" y="964684"/>
                </a:lnTo>
                <a:lnTo>
                  <a:pt x="718447" y="964684"/>
                </a:lnTo>
                <a:lnTo>
                  <a:pt x="716519" y="964684"/>
                </a:lnTo>
                <a:lnTo>
                  <a:pt x="714591" y="964684"/>
                </a:lnTo>
                <a:lnTo>
                  <a:pt x="712663" y="964684"/>
                </a:lnTo>
                <a:lnTo>
                  <a:pt x="710735" y="964684"/>
                </a:lnTo>
                <a:lnTo>
                  <a:pt x="708817" y="964684"/>
                </a:lnTo>
                <a:lnTo>
                  <a:pt x="706888" y="964684"/>
                </a:lnTo>
                <a:lnTo>
                  <a:pt x="704960" y="964684"/>
                </a:lnTo>
                <a:lnTo>
                  <a:pt x="703032" y="964684"/>
                </a:lnTo>
                <a:lnTo>
                  <a:pt x="701104" y="964684"/>
                </a:lnTo>
                <a:lnTo>
                  <a:pt x="699186" y="964684"/>
                </a:lnTo>
                <a:lnTo>
                  <a:pt x="697258" y="964684"/>
                </a:lnTo>
                <a:lnTo>
                  <a:pt x="695330" y="964684"/>
                </a:lnTo>
                <a:lnTo>
                  <a:pt x="693402" y="964684"/>
                </a:lnTo>
                <a:lnTo>
                  <a:pt x="691474" y="964684"/>
                </a:lnTo>
                <a:lnTo>
                  <a:pt x="689556" y="964684"/>
                </a:lnTo>
                <a:lnTo>
                  <a:pt x="687628" y="964684"/>
                </a:lnTo>
                <a:lnTo>
                  <a:pt x="685700" y="964684"/>
                </a:lnTo>
                <a:lnTo>
                  <a:pt x="683772" y="964684"/>
                </a:lnTo>
                <a:lnTo>
                  <a:pt x="681844" y="964684"/>
                </a:lnTo>
                <a:lnTo>
                  <a:pt x="679926" y="964684"/>
                </a:lnTo>
                <a:lnTo>
                  <a:pt x="677998" y="964684"/>
                </a:lnTo>
                <a:lnTo>
                  <a:pt x="676069" y="964684"/>
                </a:lnTo>
                <a:lnTo>
                  <a:pt x="674141" y="964684"/>
                </a:lnTo>
                <a:lnTo>
                  <a:pt x="672213" y="964684"/>
                </a:lnTo>
                <a:lnTo>
                  <a:pt x="670295" y="964684"/>
                </a:lnTo>
                <a:lnTo>
                  <a:pt x="668367" y="964684"/>
                </a:lnTo>
                <a:lnTo>
                  <a:pt x="666439" y="964684"/>
                </a:lnTo>
                <a:lnTo>
                  <a:pt x="664511" y="964684"/>
                </a:lnTo>
                <a:lnTo>
                  <a:pt x="662583" y="964684"/>
                </a:lnTo>
                <a:lnTo>
                  <a:pt x="660665" y="964684"/>
                </a:lnTo>
                <a:lnTo>
                  <a:pt x="658737" y="964684"/>
                </a:lnTo>
                <a:lnTo>
                  <a:pt x="656809" y="964684"/>
                </a:lnTo>
                <a:lnTo>
                  <a:pt x="654881" y="964684"/>
                </a:lnTo>
                <a:lnTo>
                  <a:pt x="652953" y="964684"/>
                </a:lnTo>
                <a:lnTo>
                  <a:pt x="651025" y="964684"/>
                </a:lnTo>
                <a:lnTo>
                  <a:pt x="649107" y="964684"/>
                </a:lnTo>
                <a:lnTo>
                  <a:pt x="647179" y="964684"/>
                </a:lnTo>
                <a:lnTo>
                  <a:pt x="645251" y="964684"/>
                </a:lnTo>
                <a:lnTo>
                  <a:pt x="643323" y="964684"/>
                </a:lnTo>
                <a:lnTo>
                  <a:pt x="641394" y="964684"/>
                </a:lnTo>
                <a:lnTo>
                  <a:pt x="639476" y="964684"/>
                </a:lnTo>
                <a:lnTo>
                  <a:pt x="637548" y="964684"/>
                </a:lnTo>
                <a:lnTo>
                  <a:pt x="635620" y="964684"/>
                </a:lnTo>
                <a:lnTo>
                  <a:pt x="633692" y="964684"/>
                </a:lnTo>
                <a:lnTo>
                  <a:pt x="631764" y="964684"/>
                </a:lnTo>
                <a:lnTo>
                  <a:pt x="629846" y="964684"/>
                </a:lnTo>
                <a:lnTo>
                  <a:pt x="627918" y="964684"/>
                </a:lnTo>
                <a:lnTo>
                  <a:pt x="625990" y="964684"/>
                </a:lnTo>
                <a:lnTo>
                  <a:pt x="624062" y="964684"/>
                </a:lnTo>
                <a:lnTo>
                  <a:pt x="622134" y="964684"/>
                </a:lnTo>
                <a:lnTo>
                  <a:pt x="620216" y="964684"/>
                </a:lnTo>
                <a:lnTo>
                  <a:pt x="618288" y="964684"/>
                </a:lnTo>
                <a:lnTo>
                  <a:pt x="616360" y="964684"/>
                </a:lnTo>
                <a:lnTo>
                  <a:pt x="614432" y="964684"/>
                </a:lnTo>
                <a:lnTo>
                  <a:pt x="612504" y="964684"/>
                </a:lnTo>
                <a:lnTo>
                  <a:pt x="610585" y="964684"/>
                </a:lnTo>
                <a:lnTo>
                  <a:pt x="608657" y="964684"/>
                </a:lnTo>
                <a:lnTo>
                  <a:pt x="606729" y="964684"/>
                </a:lnTo>
                <a:lnTo>
                  <a:pt x="604801" y="964684"/>
                </a:lnTo>
                <a:lnTo>
                  <a:pt x="602873" y="964684"/>
                </a:lnTo>
                <a:lnTo>
                  <a:pt x="600955" y="964684"/>
                </a:lnTo>
                <a:lnTo>
                  <a:pt x="599027" y="964684"/>
                </a:lnTo>
                <a:lnTo>
                  <a:pt x="597099" y="964684"/>
                </a:lnTo>
                <a:lnTo>
                  <a:pt x="595171" y="964684"/>
                </a:lnTo>
                <a:lnTo>
                  <a:pt x="593243" y="964684"/>
                </a:lnTo>
                <a:lnTo>
                  <a:pt x="591315" y="964684"/>
                </a:lnTo>
                <a:lnTo>
                  <a:pt x="589397" y="964684"/>
                </a:lnTo>
                <a:lnTo>
                  <a:pt x="587469" y="964684"/>
                </a:lnTo>
                <a:lnTo>
                  <a:pt x="585541" y="964684"/>
                </a:lnTo>
                <a:lnTo>
                  <a:pt x="583613" y="964684"/>
                </a:lnTo>
                <a:lnTo>
                  <a:pt x="581685" y="964684"/>
                </a:lnTo>
                <a:lnTo>
                  <a:pt x="579767" y="964684"/>
                </a:lnTo>
                <a:lnTo>
                  <a:pt x="577839" y="964684"/>
                </a:lnTo>
                <a:lnTo>
                  <a:pt x="575910" y="964684"/>
                </a:lnTo>
                <a:lnTo>
                  <a:pt x="573982" y="964684"/>
                </a:lnTo>
                <a:lnTo>
                  <a:pt x="572054" y="964684"/>
                </a:lnTo>
                <a:lnTo>
                  <a:pt x="570136" y="964684"/>
                </a:lnTo>
                <a:lnTo>
                  <a:pt x="568208" y="964684"/>
                </a:lnTo>
                <a:lnTo>
                  <a:pt x="566280" y="964684"/>
                </a:lnTo>
                <a:lnTo>
                  <a:pt x="564352" y="964684"/>
                </a:lnTo>
                <a:lnTo>
                  <a:pt x="562424" y="964684"/>
                </a:lnTo>
                <a:lnTo>
                  <a:pt x="560506" y="964684"/>
                </a:lnTo>
                <a:lnTo>
                  <a:pt x="558578" y="964684"/>
                </a:lnTo>
                <a:lnTo>
                  <a:pt x="556650" y="964684"/>
                </a:lnTo>
                <a:lnTo>
                  <a:pt x="554722" y="964684"/>
                </a:lnTo>
                <a:lnTo>
                  <a:pt x="552794" y="964684"/>
                </a:lnTo>
                <a:lnTo>
                  <a:pt x="550876" y="964684"/>
                </a:lnTo>
                <a:lnTo>
                  <a:pt x="548948" y="964684"/>
                </a:lnTo>
                <a:lnTo>
                  <a:pt x="547020" y="964684"/>
                </a:lnTo>
                <a:lnTo>
                  <a:pt x="545092" y="964684"/>
                </a:lnTo>
                <a:lnTo>
                  <a:pt x="543163" y="964684"/>
                </a:lnTo>
                <a:lnTo>
                  <a:pt x="541245" y="964684"/>
                </a:lnTo>
                <a:lnTo>
                  <a:pt x="539317" y="964684"/>
                </a:lnTo>
                <a:lnTo>
                  <a:pt x="537389" y="964684"/>
                </a:lnTo>
                <a:lnTo>
                  <a:pt x="535461" y="964684"/>
                </a:lnTo>
                <a:lnTo>
                  <a:pt x="533533" y="964684"/>
                </a:lnTo>
                <a:lnTo>
                  <a:pt x="531605" y="964684"/>
                </a:lnTo>
                <a:lnTo>
                  <a:pt x="529687" y="964684"/>
                </a:lnTo>
                <a:lnTo>
                  <a:pt x="527759" y="964684"/>
                </a:lnTo>
                <a:lnTo>
                  <a:pt x="525831" y="964684"/>
                </a:lnTo>
                <a:lnTo>
                  <a:pt x="523903" y="964684"/>
                </a:lnTo>
                <a:lnTo>
                  <a:pt x="521975" y="964684"/>
                </a:lnTo>
                <a:lnTo>
                  <a:pt x="520057" y="964684"/>
                </a:lnTo>
                <a:lnTo>
                  <a:pt x="518129" y="964684"/>
                </a:lnTo>
                <a:lnTo>
                  <a:pt x="516201" y="964684"/>
                </a:lnTo>
                <a:lnTo>
                  <a:pt x="514273" y="964684"/>
                </a:lnTo>
                <a:lnTo>
                  <a:pt x="512345" y="964684"/>
                </a:lnTo>
                <a:lnTo>
                  <a:pt x="510427" y="964684"/>
                </a:lnTo>
                <a:lnTo>
                  <a:pt x="508498" y="964684"/>
                </a:lnTo>
                <a:lnTo>
                  <a:pt x="506570" y="964684"/>
                </a:lnTo>
                <a:lnTo>
                  <a:pt x="504642" y="964684"/>
                </a:lnTo>
                <a:lnTo>
                  <a:pt x="502714" y="964684"/>
                </a:lnTo>
                <a:lnTo>
                  <a:pt x="500796" y="964684"/>
                </a:lnTo>
                <a:lnTo>
                  <a:pt x="498868" y="964684"/>
                </a:lnTo>
                <a:lnTo>
                  <a:pt x="496940" y="964684"/>
                </a:lnTo>
                <a:lnTo>
                  <a:pt x="495012" y="964684"/>
                </a:lnTo>
                <a:lnTo>
                  <a:pt x="493084" y="964684"/>
                </a:lnTo>
                <a:lnTo>
                  <a:pt x="491166" y="964684"/>
                </a:lnTo>
                <a:lnTo>
                  <a:pt x="489238" y="964684"/>
                </a:lnTo>
                <a:lnTo>
                  <a:pt x="487310" y="964684"/>
                </a:lnTo>
                <a:lnTo>
                  <a:pt x="485382" y="964684"/>
                </a:lnTo>
                <a:lnTo>
                  <a:pt x="483454" y="964684"/>
                </a:lnTo>
                <a:lnTo>
                  <a:pt x="481536" y="964684"/>
                </a:lnTo>
                <a:lnTo>
                  <a:pt x="479608" y="964684"/>
                </a:lnTo>
                <a:lnTo>
                  <a:pt x="477679" y="964684"/>
                </a:lnTo>
                <a:lnTo>
                  <a:pt x="475751" y="964684"/>
                </a:lnTo>
                <a:lnTo>
                  <a:pt x="473823" y="964684"/>
                </a:lnTo>
                <a:lnTo>
                  <a:pt x="471895" y="964684"/>
                </a:lnTo>
                <a:lnTo>
                  <a:pt x="469977" y="964684"/>
                </a:lnTo>
                <a:lnTo>
                  <a:pt x="468049" y="964684"/>
                </a:lnTo>
                <a:lnTo>
                  <a:pt x="466121" y="964684"/>
                </a:lnTo>
                <a:lnTo>
                  <a:pt x="464193" y="964684"/>
                </a:lnTo>
                <a:lnTo>
                  <a:pt x="462265" y="964684"/>
                </a:lnTo>
                <a:lnTo>
                  <a:pt x="460347" y="964684"/>
                </a:lnTo>
                <a:lnTo>
                  <a:pt x="458419" y="964684"/>
                </a:lnTo>
                <a:lnTo>
                  <a:pt x="456491" y="964684"/>
                </a:lnTo>
                <a:lnTo>
                  <a:pt x="454563" y="964684"/>
                </a:lnTo>
                <a:lnTo>
                  <a:pt x="452635" y="964684"/>
                </a:lnTo>
                <a:lnTo>
                  <a:pt x="450717" y="964684"/>
                </a:lnTo>
                <a:lnTo>
                  <a:pt x="448789" y="964684"/>
                </a:lnTo>
                <a:lnTo>
                  <a:pt x="446861" y="964684"/>
                </a:lnTo>
                <a:lnTo>
                  <a:pt x="444933" y="964684"/>
                </a:lnTo>
                <a:lnTo>
                  <a:pt x="443004" y="964684"/>
                </a:lnTo>
                <a:lnTo>
                  <a:pt x="441086" y="964684"/>
                </a:lnTo>
                <a:lnTo>
                  <a:pt x="439158" y="964684"/>
                </a:lnTo>
                <a:lnTo>
                  <a:pt x="437230" y="964684"/>
                </a:lnTo>
                <a:lnTo>
                  <a:pt x="435302" y="964684"/>
                </a:lnTo>
                <a:lnTo>
                  <a:pt x="433374" y="964684"/>
                </a:lnTo>
                <a:lnTo>
                  <a:pt x="431456" y="964684"/>
                </a:lnTo>
                <a:lnTo>
                  <a:pt x="429528" y="964684"/>
                </a:lnTo>
                <a:lnTo>
                  <a:pt x="427600" y="964684"/>
                </a:lnTo>
                <a:lnTo>
                  <a:pt x="425672" y="964684"/>
                </a:lnTo>
                <a:lnTo>
                  <a:pt x="423744" y="964684"/>
                </a:lnTo>
                <a:lnTo>
                  <a:pt x="421826" y="964684"/>
                </a:lnTo>
                <a:lnTo>
                  <a:pt x="419898" y="964684"/>
                </a:lnTo>
                <a:lnTo>
                  <a:pt x="417970" y="964684"/>
                </a:lnTo>
                <a:lnTo>
                  <a:pt x="416042" y="964684"/>
                </a:lnTo>
                <a:lnTo>
                  <a:pt x="414114" y="964684"/>
                </a:lnTo>
                <a:lnTo>
                  <a:pt x="412185" y="964684"/>
                </a:lnTo>
                <a:lnTo>
                  <a:pt x="410267" y="964684"/>
                </a:lnTo>
                <a:lnTo>
                  <a:pt x="408339" y="964684"/>
                </a:lnTo>
                <a:lnTo>
                  <a:pt x="406411" y="964684"/>
                </a:lnTo>
                <a:lnTo>
                  <a:pt x="404483" y="964684"/>
                </a:lnTo>
                <a:lnTo>
                  <a:pt x="402555" y="964684"/>
                </a:lnTo>
                <a:lnTo>
                  <a:pt x="400637" y="964684"/>
                </a:lnTo>
                <a:lnTo>
                  <a:pt x="398709" y="964684"/>
                </a:lnTo>
                <a:lnTo>
                  <a:pt x="396781" y="964684"/>
                </a:lnTo>
                <a:lnTo>
                  <a:pt x="394853" y="964684"/>
                </a:lnTo>
                <a:lnTo>
                  <a:pt x="392925" y="964684"/>
                </a:lnTo>
                <a:lnTo>
                  <a:pt x="391007" y="964684"/>
                </a:lnTo>
                <a:lnTo>
                  <a:pt x="389079" y="964684"/>
                </a:lnTo>
                <a:lnTo>
                  <a:pt x="387151" y="964684"/>
                </a:lnTo>
                <a:lnTo>
                  <a:pt x="385223" y="964684"/>
                </a:lnTo>
                <a:lnTo>
                  <a:pt x="383295" y="964684"/>
                </a:lnTo>
                <a:lnTo>
                  <a:pt x="381376" y="964684"/>
                </a:lnTo>
                <a:lnTo>
                  <a:pt x="379449" y="964684"/>
                </a:lnTo>
                <a:lnTo>
                  <a:pt x="377520" y="964684"/>
                </a:lnTo>
                <a:lnTo>
                  <a:pt x="375592" y="964684"/>
                </a:lnTo>
                <a:lnTo>
                  <a:pt x="373664" y="964684"/>
                </a:lnTo>
                <a:lnTo>
                  <a:pt x="371746" y="964684"/>
                </a:lnTo>
                <a:lnTo>
                  <a:pt x="369818" y="964684"/>
                </a:lnTo>
                <a:lnTo>
                  <a:pt x="367890" y="964684"/>
                </a:lnTo>
                <a:lnTo>
                  <a:pt x="365962" y="964684"/>
                </a:lnTo>
                <a:lnTo>
                  <a:pt x="364034" y="964684"/>
                </a:lnTo>
                <a:lnTo>
                  <a:pt x="362116" y="964684"/>
                </a:lnTo>
                <a:lnTo>
                  <a:pt x="360188" y="964684"/>
                </a:lnTo>
                <a:lnTo>
                  <a:pt x="358260" y="964684"/>
                </a:lnTo>
                <a:lnTo>
                  <a:pt x="356332" y="964684"/>
                </a:lnTo>
                <a:lnTo>
                  <a:pt x="354404" y="964684"/>
                </a:lnTo>
                <a:lnTo>
                  <a:pt x="352476" y="964684"/>
                </a:lnTo>
                <a:lnTo>
                  <a:pt x="350558" y="964684"/>
                </a:lnTo>
                <a:lnTo>
                  <a:pt x="348630" y="964684"/>
                </a:lnTo>
                <a:lnTo>
                  <a:pt x="346701" y="964684"/>
                </a:lnTo>
                <a:lnTo>
                  <a:pt x="344773" y="964684"/>
                </a:lnTo>
                <a:lnTo>
                  <a:pt x="342845" y="964684"/>
                </a:lnTo>
                <a:lnTo>
                  <a:pt x="340927" y="964684"/>
                </a:lnTo>
                <a:lnTo>
                  <a:pt x="338999" y="964684"/>
                </a:lnTo>
                <a:lnTo>
                  <a:pt x="337071" y="964684"/>
                </a:lnTo>
                <a:lnTo>
                  <a:pt x="335143" y="964684"/>
                </a:lnTo>
                <a:lnTo>
                  <a:pt x="333215" y="964684"/>
                </a:lnTo>
                <a:lnTo>
                  <a:pt x="331297" y="964684"/>
                </a:lnTo>
                <a:lnTo>
                  <a:pt x="329369" y="964684"/>
                </a:lnTo>
                <a:lnTo>
                  <a:pt x="327441" y="964684"/>
                </a:lnTo>
                <a:lnTo>
                  <a:pt x="325513" y="964684"/>
                </a:lnTo>
                <a:lnTo>
                  <a:pt x="323585" y="964684"/>
                </a:lnTo>
                <a:lnTo>
                  <a:pt x="321667" y="964684"/>
                </a:lnTo>
                <a:lnTo>
                  <a:pt x="319739" y="964684"/>
                </a:lnTo>
                <a:lnTo>
                  <a:pt x="317811" y="964684"/>
                </a:lnTo>
                <a:lnTo>
                  <a:pt x="315883" y="964684"/>
                </a:lnTo>
                <a:lnTo>
                  <a:pt x="313955" y="964684"/>
                </a:lnTo>
                <a:lnTo>
                  <a:pt x="312036" y="964684"/>
                </a:lnTo>
                <a:lnTo>
                  <a:pt x="310108" y="964684"/>
                </a:lnTo>
                <a:lnTo>
                  <a:pt x="308180" y="964684"/>
                </a:lnTo>
                <a:lnTo>
                  <a:pt x="306252" y="964684"/>
                </a:lnTo>
                <a:lnTo>
                  <a:pt x="304324" y="964684"/>
                </a:lnTo>
                <a:lnTo>
                  <a:pt x="302406" y="964684"/>
                </a:lnTo>
                <a:lnTo>
                  <a:pt x="300478" y="964684"/>
                </a:lnTo>
                <a:lnTo>
                  <a:pt x="298550" y="964684"/>
                </a:lnTo>
                <a:lnTo>
                  <a:pt x="296622" y="964684"/>
                </a:lnTo>
                <a:lnTo>
                  <a:pt x="294694" y="964684"/>
                </a:lnTo>
                <a:lnTo>
                  <a:pt x="292766" y="964684"/>
                </a:lnTo>
                <a:lnTo>
                  <a:pt x="290848" y="964684"/>
                </a:lnTo>
                <a:lnTo>
                  <a:pt x="288920" y="964684"/>
                </a:lnTo>
                <a:lnTo>
                  <a:pt x="286992" y="964684"/>
                </a:lnTo>
                <a:lnTo>
                  <a:pt x="285064" y="964684"/>
                </a:lnTo>
                <a:lnTo>
                  <a:pt x="283136" y="964684"/>
                </a:lnTo>
                <a:lnTo>
                  <a:pt x="281218" y="964684"/>
                </a:lnTo>
                <a:lnTo>
                  <a:pt x="279289" y="964684"/>
                </a:lnTo>
                <a:lnTo>
                  <a:pt x="277361" y="964684"/>
                </a:lnTo>
                <a:lnTo>
                  <a:pt x="275433" y="964684"/>
                </a:lnTo>
                <a:lnTo>
                  <a:pt x="273505" y="964684"/>
                </a:lnTo>
                <a:lnTo>
                  <a:pt x="271587" y="964684"/>
                </a:lnTo>
                <a:lnTo>
                  <a:pt x="269659" y="964684"/>
                </a:lnTo>
                <a:lnTo>
                  <a:pt x="267731" y="964684"/>
                </a:lnTo>
                <a:lnTo>
                  <a:pt x="265803" y="964684"/>
                </a:lnTo>
                <a:lnTo>
                  <a:pt x="263875" y="964684"/>
                </a:lnTo>
                <a:lnTo>
                  <a:pt x="261957" y="964684"/>
                </a:lnTo>
                <a:lnTo>
                  <a:pt x="260029" y="964684"/>
                </a:lnTo>
                <a:lnTo>
                  <a:pt x="258101" y="964684"/>
                </a:lnTo>
                <a:lnTo>
                  <a:pt x="256173" y="964684"/>
                </a:lnTo>
                <a:lnTo>
                  <a:pt x="254245" y="964684"/>
                </a:lnTo>
                <a:lnTo>
                  <a:pt x="252327" y="964684"/>
                </a:lnTo>
                <a:lnTo>
                  <a:pt x="250399" y="964684"/>
                </a:lnTo>
                <a:lnTo>
                  <a:pt x="248471" y="964684"/>
                </a:lnTo>
                <a:lnTo>
                  <a:pt x="246543" y="964684"/>
                </a:lnTo>
                <a:lnTo>
                  <a:pt x="244614" y="964684"/>
                </a:lnTo>
                <a:lnTo>
                  <a:pt x="242696" y="964684"/>
                </a:lnTo>
                <a:lnTo>
                  <a:pt x="240768" y="964684"/>
                </a:lnTo>
                <a:lnTo>
                  <a:pt x="238840" y="964684"/>
                </a:lnTo>
                <a:lnTo>
                  <a:pt x="236912" y="964684"/>
                </a:lnTo>
                <a:lnTo>
                  <a:pt x="234984" y="964684"/>
                </a:lnTo>
                <a:lnTo>
                  <a:pt x="233056" y="964684"/>
                </a:lnTo>
                <a:lnTo>
                  <a:pt x="231138" y="964684"/>
                </a:lnTo>
                <a:lnTo>
                  <a:pt x="229210" y="964684"/>
                </a:lnTo>
                <a:lnTo>
                  <a:pt x="227282" y="964684"/>
                </a:lnTo>
                <a:lnTo>
                  <a:pt x="225354" y="964684"/>
                </a:lnTo>
                <a:lnTo>
                  <a:pt x="223426" y="964684"/>
                </a:lnTo>
                <a:lnTo>
                  <a:pt x="221508" y="964684"/>
                </a:lnTo>
                <a:lnTo>
                  <a:pt x="219580" y="964684"/>
                </a:lnTo>
                <a:lnTo>
                  <a:pt x="217652" y="964684"/>
                </a:lnTo>
                <a:lnTo>
                  <a:pt x="215724" y="964684"/>
                </a:lnTo>
                <a:lnTo>
                  <a:pt x="213795" y="964684"/>
                </a:lnTo>
                <a:lnTo>
                  <a:pt x="211877" y="964684"/>
                </a:lnTo>
                <a:lnTo>
                  <a:pt x="209949" y="964684"/>
                </a:lnTo>
                <a:lnTo>
                  <a:pt x="208021" y="964684"/>
                </a:lnTo>
                <a:lnTo>
                  <a:pt x="206093" y="964684"/>
                </a:lnTo>
                <a:lnTo>
                  <a:pt x="204165" y="964684"/>
                </a:lnTo>
                <a:lnTo>
                  <a:pt x="202247" y="964684"/>
                </a:lnTo>
                <a:lnTo>
                  <a:pt x="200319" y="964684"/>
                </a:lnTo>
                <a:lnTo>
                  <a:pt x="198391" y="964684"/>
                </a:lnTo>
                <a:lnTo>
                  <a:pt x="196463" y="964684"/>
                </a:lnTo>
                <a:lnTo>
                  <a:pt x="194535" y="964684"/>
                </a:lnTo>
                <a:lnTo>
                  <a:pt x="192617" y="964684"/>
                </a:lnTo>
                <a:lnTo>
                  <a:pt x="190689" y="964684"/>
                </a:lnTo>
                <a:lnTo>
                  <a:pt x="188761" y="964684"/>
                </a:lnTo>
                <a:lnTo>
                  <a:pt x="186833" y="964684"/>
                </a:lnTo>
                <a:lnTo>
                  <a:pt x="184905" y="964684"/>
                </a:lnTo>
                <a:lnTo>
                  <a:pt x="182986" y="964684"/>
                </a:lnTo>
                <a:lnTo>
                  <a:pt x="181058" y="964684"/>
                </a:lnTo>
                <a:lnTo>
                  <a:pt x="179130" y="964684"/>
                </a:lnTo>
                <a:lnTo>
                  <a:pt x="177202" y="964684"/>
                </a:lnTo>
                <a:lnTo>
                  <a:pt x="175274" y="964684"/>
                </a:lnTo>
                <a:lnTo>
                  <a:pt x="173346" y="964684"/>
                </a:lnTo>
                <a:lnTo>
                  <a:pt x="171428" y="964684"/>
                </a:lnTo>
                <a:lnTo>
                  <a:pt x="169500" y="964684"/>
                </a:lnTo>
                <a:lnTo>
                  <a:pt x="167572" y="964684"/>
                </a:lnTo>
                <a:lnTo>
                  <a:pt x="165644" y="964684"/>
                </a:lnTo>
                <a:lnTo>
                  <a:pt x="163716" y="964684"/>
                </a:lnTo>
                <a:lnTo>
                  <a:pt x="161798" y="964684"/>
                </a:lnTo>
                <a:lnTo>
                  <a:pt x="159870" y="964684"/>
                </a:lnTo>
                <a:lnTo>
                  <a:pt x="157942" y="964684"/>
                </a:lnTo>
                <a:lnTo>
                  <a:pt x="156014" y="964684"/>
                </a:lnTo>
                <a:lnTo>
                  <a:pt x="154090" y="964684"/>
                </a:lnTo>
                <a:lnTo>
                  <a:pt x="152164" y="964684"/>
                </a:lnTo>
                <a:lnTo>
                  <a:pt x="150238" y="964684"/>
                </a:lnTo>
                <a:lnTo>
                  <a:pt x="148312" y="964684"/>
                </a:lnTo>
                <a:lnTo>
                  <a:pt x="146385" y="964684"/>
                </a:lnTo>
                <a:lnTo>
                  <a:pt x="144459" y="964684"/>
                </a:lnTo>
                <a:lnTo>
                  <a:pt x="142533" y="964684"/>
                </a:lnTo>
                <a:lnTo>
                  <a:pt x="140607" y="964684"/>
                </a:lnTo>
                <a:lnTo>
                  <a:pt x="138681" y="964684"/>
                </a:lnTo>
                <a:lnTo>
                  <a:pt x="136755" y="964684"/>
                </a:lnTo>
                <a:lnTo>
                  <a:pt x="134829" y="964684"/>
                </a:lnTo>
                <a:lnTo>
                  <a:pt x="132902" y="964684"/>
                </a:lnTo>
                <a:lnTo>
                  <a:pt x="130976" y="964684"/>
                </a:lnTo>
                <a:lnTo>
                  <a:pt x="129050" y="964684"/>
                </a:lnTo>
                <a:lnTo>
                  <a:pt x="127124" y="964684"/>
                </a:lnTo>
                <a:lnTo>
                  <a:pt x="125198" y="964684"/>
                </a:lnTo>
                <a:lnTo>
                  <a:pt x="123272" y="964684"/>
                </a:lnTo>
                <a:lnTo>
                  <a:pt x="121346" y="964684"/>
                </a:lnTo>
                <a:lnTo>
                  <a:pt x="119420" y="964684"/>
                </a:lnTo>
                <a:lnTo>
                  <a:pt x="117494" y="964684"/>
                </a:lnTo>
                <a:lnTo>
                  <a:pt x="115567" y="964684"/>
                </a:lnTo>
                <a:lnTo>
                  <a:pt x="113641" y="964684"/>
                </a:lnTo>
                <a:lnTo>
                  <a:pt x="111715" y="964684"/>
                </a:lnTo>
                <a:lnTo>
                  <a:pt x="109789" y="964684"/>
                </a:lnTo>
                <a:lnTo>
                  <a:pt x="107863" y="964684"/>
                </a:lnTo>
                <a:lnTo>
                  <a:pt x="105937" y="964684"/>
                </a:lnTo>
                <a:lnTo>
                  <a:pt x="104010" y="964684"/>
                </a:lnTo>
                <a:lnTo>
                  <a:pt x="102084" y="964684"/>
                </a:lnTo>
                <a:lnTo>
                  <a:pt x="100158" y="964684"/>
                </a:lnTo>
                <a:lnTo>
                  <a:pt x="98232" y="964684"/>
                </a:lnTo>
                <a:lnTo>
                  <a:pt x="96306" y="964684"/>
                </a:lnTo>
                <a:lnTo>
                  <a:pt x="94380" y="964684"/>
                </a:lnTo>
                <a:lnTo>
                  <a:pt x="92454" y="964684"/>
                </a:lnTo>
                <a:lnTo>
                  <a:pt x="90528" y="964684"/>
                </a:lnTo>
                <a:lnTo>
                  <a:pt x="88602" y="964684"/>
                </a:lnTo>
                <a:lnTo>
                  <a:pt x="86676" y="964684"/>
                </a:lnTo>
                <a:lnTo>
                  <a:pt x="84750" y="964684"/>
                </a:lnTo>
                <a:lnTo>
                  <a:pt x="82824" y="964684"/>
                </a:lnTo>
                <a:lnTo>
                  <a:pt x="80897" y="964684"/>
                </a:lnTo>
                <a:lnTo>
                  <a:pt x="78971" y="964684"/>
                </a:lnTo>
                <a:lnTo>
                  <a:pt x="77045" y="964684"/>
                </a:lnTo>
                <a:lnTo>
                  <a:pt x="75119" y="964684"/>
                </a:lnTo>
                <a:lnTo>
                  <a:pt x="73192" y="964684"/>
                </a:lnTo>
                <a:lnTo>
                  <a:pt x="71266" y="964684"/>
                </a:lnTo>
                <a:lnTo>
                  <a:pt x="69340" y="964684"/>
                </a:lnTo>
                <a:lnTo>
                  <a:pt x="67414" y="964684"/>
                </a:lnTo>
                <a:lnTo>
                  <a:pt x="65488" y="964684"/>
                </a:lnTo>
                <a:lnTo>
                  <a:pt x="63562" y="964684"/>
                </a:lnTo>
                <a:lnTo>
                  <a:pt x="61636" y="964684"/>
                </a:lnTo>
                <a:lnTo>
                  <a:pt x="59710" y="964684"/>
                </a:lnTo>
                <a:lnTo>
                  <a:pt x="57784" y="964684"/>
                </a:lnTo>
                <a:lnTo>
                  <a:pt x="55858" y="964684"/>
                </a:lnTo>
                <a:lnTo>
                  <a:pt x="53932" y="964684"/>
                </a:lnTo>
                <a:lnTo>
                  <a:pt x="52006" y="964684"/>
                </a:lnTo>
                <a:lnTo>
                  <a:pt x="50080" y="964684"/>
                </a:lnTo>
                <a:lnTo>
                  <a:pt x="48153" y="964684"/>
                </a:lnTo>
                <a:lnTo>
                  <a:pt x="46227" y="964684"/>
                </a:lnTo>
                <a:lnTo>
                  <a:pt x="44300" y="964684"/>
                </a:lnTo>
                <a:lnTo>
                  <a:pt x="42374" y="964684"/>
                </a:lnTo>
                <a:lnTo>
                  <a:pt x="40448" y="964684"/>
                </a:lnTo>
                <a:lnTo>
                  <a:pt x="38522" y="964684"/>
                </a:lnTo>
                <a:lnTo>
                  <a:pt x="36596" y="964684"/>
                </a:lnTo>
                <a:lnTo>
                  <a:pt x="34670" y="964684"/>
                </a:lnTo>
                <a:lnTo>
                  <a:pt x="32744" y="964684"/>
                </a:lnTo>
                <a:lnTo>
                  <a:pt x="30818" y="964684"/>
                </a:lnTo>
                <a:lnTo>
                  <a:pt x="28892" y="964684"/>
                </a:lnTo>
                <a:lnTo>
                  <a:pt x="26966" y="964684"/>
                </a:lnTo>
                <a:lnTo>
                  <a:pt x="25040" y="964684"/>
                </a:lnTo>
                <a:lnTo>
                  <a:pt x="23114" y="964684"/>
                </a:lnTo>
                <a:lnTo>
                  <a:pt x="21188" y="964684"/>
                </a:lnTo>
                <a:lnTo>
                  <a:pt x="19262" y="964684"/>
                </a:lnTo>
                <a:lnTo>
                  <a:pt x="17336" y="964684"/>
                </a:lnTo>
                <a:lnTo>
                  <a:pt x="15409" y="964684"/>
                </a:lnTo>
                <a:lnTo>
                  <a:pt x="13482" y="964684"/>
                </a:lnTo>
                <a:lnTo>
                  <a:pt x="11556" y="964684"/>
                </a:lnTo>
                <a:lnTo>
                  <a:pt x="9630" y="964684"/>
                </a:lnTo>
                <a:lnTo>
                  <a:pt x="7704" y="964684"/>
                </a:lnTo>
                <a:lnTo>
                  <a:pt x="5778" y="964684"/>
                </a:lnTo>
                <a:lnTo>
                  <a:pt x="3852" y="964684"/>
                </a:lnTo>
                <a:lnTo>
                  <a:pt x="1926" y="964684"/>
                </a:lnTo>
                <a:lnTo>
                  <a:pt x="0" y="964684"/>
                </a:lnTo>
                <a:lnTo>
                  <a:pt x="576686" y="964684"/>
                </a:lnTo>
                <a:lnTo>
                  <a:pt x="0" y="964684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 w="9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05CBAEC5-0D54-E93C-96AE-78E6968A0CA6}"/>
              </a:ext>
            </a:extLst>
          </p:cNvPr>
          <p:cNvSpPr/>
          <p:nvPr/>
        </p:nvSpPr>
        <p:spPr>
          <a:xfrm>
            <a:off x="7563753" y="1610726"/>
            <a:ext cx="961132" cy="964683"/>
          </a:xfrm>
          <a:custGeom>
            <a:avLst/>
            <a:gdLst>
              <a:gd name="connsiteX0" fmla="*/ 0 w 961132"/>
              <a:gd name="connsiteY0" fmla="*/ 964684 h 964683"/>
              <a:gd name="connsiteX1" fmla="*/ 0 w 961132"/>
              <a:gd name="connsiteY1" fmla="*/ 651496 h 964683"/>
              <a:gd name="connsiteX2" fmla="*/ 1926 w 961132"/>
              <a:gd name="connsiteY2" fmla="*/ 649140 h 964683"/>
              <a:gd name="connsiteX3" fmla="*/ 3852 w 961132"/>
              <a:gd name="connsiteY3" fmla="*/ 646775 h 964683"/>
              <a:gd name="connsiteX4" fmla="*/ 5778 w 961132"/>
              <a:gd name="connsiteY4" fmla="*/ 644390 h 964683"/>
              <a:gd name="connsiteX5" fmla="*/ 7704 w 961132"/>
              <a:gd name="connsiteY5" fmla="*/ 642005 h 964683"/>
              <a:gd name="connsiteX6" fmla="*/ 9630 w 961132"/>
              <a:gd name="connsiteY6" fmla="*/ 639609 h 964683"/>
              <a:gd name="connsiteX7" fmla="*/ 11556 w 961132"/>
              <a:gd name="connsiteY7" fmla="*/ 637204 h 964683"/>
              <a:gd name="connsiteX8" fmla="*/ 13482 w 961132"/>
              <a:gd name="connsiteY8" fmla="*/ 634789 h 964683"/>
              <a:gd name="connsiteX9" fmla="*/ 15409 w 961132"/>
              <a:gd name="connsiteY9" fmla="*/ 632354 h 964683"/>
              <a:gd name="connsiteX10" fmla="*/ 17336 w 961132"/>
              <a:gd name="connsiteY10" fmla="*/ 629919 h 964683"/>
              <a:gd name="connsiteX11" fmla="*/ 19262 w 961132"/>
              <a:gd name="connsiteY11" fmla="*/ 627479 h 964683"/>
              <a:gd name="connsiteX12" fmla="*/ 21188 w 961132"/>
              <a:gd name="connsiteY12" fmla="*/ 625025 h 964683"/>
              <a:gd name="connsiteX13" fmla="*/ 23114 w 961132"/>
              <a:gd name="connsiteY13" fmla="*/ 622561 h 964683"/>
              <a:gd name="connsiteX14" fmla="*/ 25040 w 961132"/>
              <a:gd name="connsiteY14" fmla="*/ 620088 h 964683"/>
              <a:gd name="connsiteX15" fmla="*/ 26966 w 961132"/>
              <a:gd name="connsiteY15" fmla="*/ 617607 h 964683"/>
              <a:gd name="connsiteX16" fmla="*/ 28892 w 961132"/>
              <a:gd name="connsiteY16" fmla="*/ 615115 h 964683"/>
              <a:gd name="connsiteX17" fmla="*/ 30818 w 961132"/>
              <a:gd name="connsiteY17" fmla="*/ 612616 h 964683"/>
              <a:gd name="connsiteX18" fmla="*/ 32744 w 961132"/>
              <a:gd name="connsiteY18" fmla="*/ 610107 h 964683"/>
              <a:gd name="connsiteX19" fmla="*/ 34670 w 961132"/>
              <a:gd name="connsiteY19" fmla="*/ 607589 h 964683"/>
              <a:gd name="connsiteX20" fmla="*/ 36596 w 961132"/>
              <a:gd name="connsiteY20" fmla="*/ 605063 h 964683"/>
              <a:gd name="connsiteX21" fmla="*/ 38522 w 961132"/>
              <a:gd name="connsiteY21" fmla="*/ 602527 h 964683"/>
              <a:gd name="connsiteX22" fmla="*/ 40448 w 961132"/>
              <a:gd name="connsiteY22" fmla="*/ 599983 h 964683"/>
              <a:gd name="connsiteX23" fmla="*/ 42374 w 961132"/>
              <a:gd name="connsiteY23" fmla="*/ 597430 h 964683"/>
              <a:gd name="connsiteX24" fmla="*/ 44300 w 961132"/>
              <a:gd name="connsiteY24" fmla="*/ 594869 h 964683"/>
              <a:gd name="connsiteX25" fmla="*/ 46227 w 961132"/>
              <a:gd name="connsiteY25" fmla="*/ 592299 h 964683"/>
              <a:gd name="connsiteX26" fmla="*/ 48153 w 961132"/>
              <a:gd name="connsiteY26" fmla="*/ 589720 h 964683"/>
              <a:gd name="connsiteX27" fmla="*/ 50080 w 961132"/>
              <a:gd name="connsiteY27" fmla="*/ 587134 h 964683"/>
              <a:gd name="connsiteX28" fmla="*/ 52006 w 961132"/>
              <a:gd name="connsiteY28" fmla="*/ 584538 h 964683"/>
              <a:gd name="connsiteX29" fmla="*/ 53932 w 961132"/>
              <a:gd name="connsiteY29" fmla="*/ 581935 h 964683"/>
              <a:gd name="connsiteX30" fmla="*/ 55858 w 961132"/>
              <a:gd name="connsiteY30" fmla="*/ 579323 h 964683"/>
              <a:gd name="connsiteX31" fmla="*/ 57784 w 961132"/>
              <a:gd name="connsiteY31" fmla="*/ 576704 h 964683"/>
              <a:gd name="connsiteX32" fmla="*/ 59710 w 961132"/>
              <a:gd name="connsiteY32" fmla="*/ 574077 h 964683"/>
              <a:gd name="connsiteX33" fmla="*/ 61636 w 961132"/>
              <a:gd name="connsiteY33" fmla="*/ 571441 h 964683"/>
              <a:gd name="connsiteX34" fmla="*/ 63562 w 961132"/>
              <a:gd name="connsiteY34" fmla="*/ 568797 h 964683"/>
              <a:gd name="connsiteX35" fmla="*/ 65488 w 961132"/>
              <a:gd name="connsiteY35" fmla="*/ 566147 h 964683"/>
              <a:gd name="connsiteX36" fmla="*/ 67414 w 961132"/>
              <a:gd name="connsiteY36" fmla="*/ 563488 h 964683"/>
              <a:gd name="connsiteX37" fmla="*/ 69340 w 961132"/>
              <a:gd name="connsiteY37" fmla="*/ 560822 h 964683"/>
              <a:gd name="connsiteX38" fmla="*/ 71266 w 961132"/>
              <a:gd name="connsiteY38" fmla="*/ 558147 h 964683"/>
              <a:gd name="connsiteX39" fmla="*/ 73192 w 961132"/>
              <a:gd name="connsiteY39" fmla="*/ 555466 h 964683"/>
              <a:gd name="connsiteX40" fmla="*/ 75119 w 961132"/>
              <a:gd name="connsiteY40" fmla="*/ 552778 h 964683"/>
              <a:gd name="connsiteX41" fmla="*/ 77045 w 961132"/>
              <a:gd name="connsiteY41" fmla="*/ 550082 h 964683"/>
              <a:gd name="connsiteX42" fmla="*/ 78971 w 961132"/>
              <a:gd name="connsiteY42" fmla="*/ 547379 h 964683"/>
              <a:gd name="connsiteX43" fmla="*/ 80897 w 961132"/>
              <a:gd name="connsiteY43" fmla="*/ 544669 h 964683"/>
              <a:gd name="connsiteX44" fmla="*/ 82824 w 961132"/>
              <a:gd name="connsiteY44" fmla="*/ 541952 h 964683"/>
              <a:gd name="connsiteX45" fmla="*/ 84750 w 961132"/>
              <a:gd name="connsiteY45" fmla="*/ 539228 h 964683"/>
              <a:gd name="connsiteX46" fmla="*/ 86676 w 961132"/>
              <a:gd name="connsiteY46" fmla="*/ 536497 h 964683"/>
              <a:gd name="connsiteX47" fmla="*/ 88602 w 961132"/>
              <a:gd name="connsiteY47" fmla="*/ 533759 h 964683"/>
              <a:gd name="connsiteX48" fmla="*/ 90528 w 961132"/>
              <a:gd name="connsiteY48" fmla="*/ 531015 h 964683"/>
              <a:gd name="connsiteX49" fmla="*/ 92454 w 961132"/>
              <a:gd name="connsiteY49" fmla="*/ 528264 h 964683"/>
              <a:gd name="connsiteX50" fmla="*/ 94380 w 961132"/>
              <a:gd name="connsiteY50" fmla="*/ 525507 h 964683"/>
              <a:gd name="connsiteX51" fmla="*/ 96306 w 961132"/>
              <a:gd name="connsiteY51" fmla="*/ 522744 h 964683"/>
              <a:gd name="connsiteX52" fmla="*/ 98232 w 961132"/>
              <a:gd name="connsiteY52" fmla="*/ 519974 h 964683"/>
              <a:gd name="connsiteX53" fmla="*/ 100158 w 961132"/>
              <a:gd name="connsiteY53" fmla="*/ 517198 h 964683"/>
              <a:gd name="connsiteX54" fmla="*/ 102084 w 961132"/>
              <a:gd name="connsiteY54" fmla="*/ 514417 h 964683"/>
              <a:gd name="connsiteX55" fmla="*/ 104010 w 961132"/>
              <a:gd name="connsiteY55" fmla="*/ 511629 h 964683"/>
              <a:gd name="connsiteX56" fmla="*/ 105937 w 961132"/>
              <a:gd name="connsiteY56" fmla="*/ 508835 h 964683"/>
              <a:gd name="connsiteX57" fmla="*/ 107863 w 961132"/>
              <a:gd name="connsiteY57" fmla="*/ 506036 h 964683"/>
              <a:gd name="connsiteX58" fmla="*/ 109789 w 961132"/>
              <a:gd name="connsiteY58" fmla="*/ 503231 h 964683"/>
              <a:gd name="connsiteX59" fmla="*/ 111715 w 961132"/>
              <a:gd name="connsiteY59" fmla="*/ 500420 h 964683"/>
              <a:gd name="connsiteX60" fmla="*/ 113641 w 961132"/>
              <a:gd name="connsiteY60" fmla="*/ 497605 h 964683"/>
              <a:gd name="connsiteX61" fmla="*/ 115567 w 961132"/>
              <a:gd name="connsiteY61" fmla="*/ 494783 h 964683"/>
              <a:gd name="connsiteX62" fmla="*/ 117494 w 961132"/>
              <a:gd name="connsiteY62" fmla="*/ 491958 h 964683"/>
              <a:gd name="connsiteX63" fmla="*/ 119420 w 961132"/>
              <a:gd name="connsiteY63" fmla="*/ 489126 h 964683"/>
              <a:gd name="connsiteX64" fmla="*/ 121346 w 961132"/>
              <a:gd name="connsiteY64" fmla="*/ 486290 h 964683"/>
              <a:gd name="connsiteX65" fmla="*/ 123272 w 961132"/>
              <a:gd name="connsiteY65" fmla="*/ 483449 h 964683"/>
              <a:gd name="connsiteX66" fmla="*/ 125198 w 961132"/>
              <a:gd name="connsiteY66" fmla="*/ 480603 h 964683"/>
              <a:gd name="connsiteX67" fmla="*/ 127124 w 961132"/>
              <a:gd name="connsiteY67" fmla="*/ 477753 h 964683"/>
              <a:gd name="connsiteX68" fmla="*/ 129050 w 961132"/>
              <a:gd name="connsiteY68" fmla="*/ 474898 h 964683"/>
              <a:gd name="connsiteX69" fmla="*/ 130976 w 961132"/>
              <a:gd name="connsiteY69" fmla="*/ 472038 h 964683"/>
              <a:gd name="connsiteX70" fmla="*/ 132902 w 961132"/>
              <a:gd name="connsiteY70" fmla="*/ 469175 h 964683"/>
              <a:gd name="connsiteX71" fmla="*/ 134829 w 961132"/>
              <a:gd name="connsiteY71" fmla="*/ 466307 h 964683"/>
              <a:gd name="connsiteX72" fmla="*/ 136755 w 961132"/>
              <a:gd name="connsiteY72" fmla="*/ 463436 h 964683"/>
              <a:gd name="connsiteX73" fmla="*/ 138681 w 961132"/>
              <a:gd name="connsiteY73" fmla="*/ 460560 h 964683"/>
              <a:gd name="connsiteX74" fmla="*/ 140607 w 961132"/>
              <a:gd name="connsiteY74" fmla="*/ 457680 h 964683"/>
              <a:gd name="connsiteX75" fmla="*/ 142533 w 961132"/>
              <a:gd name="connsiteY75" fmla="*/ 454798 h 964683"/>
              <a:gd name="connsiteX76" fmla="*/ 144459 w 961132"/>
              <a:gd name="connsiteY76" fmla="*/ 451911 h 964683"/>
              <a:gd name="connsiteX77" fmla="*/ 146385 w 961132"/>
              <a:gd name="connsiteY77" fmla="*/ 449021 h 964683"/>
              <a:gd name="connsiteX78" fmla="*/ 148312 w 961132"/>
              <a:gd name="connsiteY78" fmla="*/ 446128 h 964683"/>
              <a:gd name="connsiteX79" fmla="*/ 150238 w 961132"/>
              <a:gd name="connsiteY79" fmla="*/ 443232 h 964683"/>
              <a:gd name="connsiteX80" fmla="*/ 152164 w 961132"/>
              <a:gd name="connsiteY80" fmla="*/ 440333 h 964683"/>
              <a:gd name="connsiteX81" fmla="*/ 154090 w 961132"/>
              <a:gd name="connsiteY81" fmla="*/ 437431 h 964683"/>
              <a:gd name="connsiteX82" fmla="*/ 156014 w 961132"/>
              <a:gd name="connsiteY82" fmla="*/ 434526 h 964683"/>
              <a:gd name="connsiteX83" fmla="*/ 157942 w 961132"/>
              <a:gd name="connsiteY83" fmla="*/ 431618 h 964683"/>
              <a:gd name="connsiteX84" fmla="*/ 159870 w 961132"/>
              <a:gd name="connsiteY84" fmla="*/ 428708 h 964683"/>
              <a:gd name="connsiteX85" fmla="*/ 161798 w 961132"/>
              <a:gd name="connsiteY85" fmla="*/ 425795 h 964683"/>
              <a:gd name="connsiteX86" fmla="*/ 163716 w 961132"/>
              <a:gd name="connsiteY86" fmla="*/ 422881 h 964683"/>
              <a:gd name="connsiteX87" fmla="*/ 165644 w 961132"/>
              <a:gd name="connsiteY87" fmla="*/ 419964 h 964683"/>
              <a:gd name="connsiteX88" fmla="*/ 167572 w 961132"/>
              <a:gd name="connsiteY88" fmla="*/ 417045 h 964683"/>
              <a:gd name="connsiteX89" fmla="*/ 169500 w 961132"/>
              <a:gd name="connsiteY89" fmla="*/ 414124 h 964683"/>
              <a:gd name="connsiteX90" fmla="*/ 171428 w 961132"/>
              <a:gd name="connsiteY90" fmla="*/ 411203 h 964683"/>
              <a:gd name="connsiteX91" fmla="*/ 173346 w 961132"/>
              <a:gd name="connsiteY91" fmla="*/ 408279 h 964683"/>
              <a:gd name="connsiteX92" fmla="*/ 175274 w 961132"/>
              <a:gd name="connsiteY92" fmla="*/ 405354 h 964683"/>
              <a:gd name="connsiteX93" fmla="*/ 177202 w 961132"/>
              <a:gd name="connsiteY93" fmla="*/ 402427 h 964683"/>
              <a:gd name="connsiteX94" fmla="*/ 179130 w 961132"/>
              <a:gd name="connsiteY94" fmla="*/ 399500 h 964683"/>
              <a:gd name="connsiteX95" fmla="*/ 181058 w 961132"/>
              <a:gd name="connsiteY95" fmla="*/ 396571 h 964683"/>
              <a:gd name="connsiteX96" fmla="*/ 182986 w 961132"/>
              <a:gd name="connsiteY96" fmla="*/ 393641 h 964683"/>
              <a:gd name="connsiteX97" fmla="*/ 184905 w 961132"/>
              <a:gd name="connsiteY97" fmla="*/ 390712 h 964683"/>
              <a:gd name="connsiteX98" fmla="*/ 186833 w 961132"/>
              <a:gd name="connsiteY98" fmla="*/ 387781 h 964683"/>
              <a:gd name="connsiteX99" fmla="*/ 188761 w 961132"/>
              <a:gd name="connsiteY99" fmla="*/ 384850 h 964683"/>
              <a:gd name="connsiteX100" fmla="*/ 190689 w 961132"/>
              <a:gd name="connsiteY100" fmla="*/ 381919 h 964683"/>
              <a:gd name="connsiteX101" fmla="*/ 192617 w 961132"/>
              <a:gd name="connsiteY101" fmla="*/ 378987 h 964683"/>
              <a:gd name="connsiteX102" fmla="*/ 194535 w 961132"/>
              <a:gd name="connsiteY102" fmla="*/ 376055 h 964683"/>
              <a:gd name="connsiteX103" fmla="*/ 196463 w 961132"/>
              <a:gd name="connsiteY103" fmla="*/ 373125 h 964683"/>
              <a:gd name="connsiteX104" fmla="*/ 198391 w 961132"/>
              <a:gd name="connsiteY104" fmla="*/ 370194 h 964683"/>
              <a:gd name="connsiteX105" fmla="*/ 200319 w 961132"/>
              <a:gd name="connsiteY105" fmla="*/ 367263 h 964683"/>
              <a:gd name="connsiteX106" fmla="*/ 202247 w 961132"/>
              <a:gd name="connsiteY106" fmla="*/ 364333 h 964683"/>
              <a:gd name="connsiteX107" fmla="*/ 204165 w 961132"/>
              <a:gd name="connsiteY107" fmla="*/ 361404 h 964683"/>
              <a:gd name="connsiteX108" fmla="*/ 206093 w 961132"/>
              <a:gd name="connsiteY108" fmla="*/ 358476 h 964683"/>
              <a:gd name="connsiteX109" fmla="*/ 208021 w 961132"/>
              <a:gd name="connsiteY109" fmla="*/ 355550 h 964683"/>
              <a:gd name="connsiteX110" fmla="*/ 209949 w 961132"/>
              <a:gd name="connsiteY110" fmla="*/ 352624 h 964683"/>
              <a:gd name="connsiteX111" fmla="*/ 211877 w 961132"/>
              <a:gd name="connsiteY111" fmla="*/ 349699 h 964683"/>
              <a:gd name="connsiteX112" fmla="*/ 213795 w 961132"/>
              <a:gd name="connsiteY112" fmla="*/ 346776 h 964683"/>
              <a:gd name="connsiteX113" fmla="*/ 215724 w 961132"/>
              <a:gd name="connsiteY113" fmla="*/ 343855 h 964683"/>
              <a:gd name="connsiteX114" fmla="*/ 217652 w 961132"/>
              <a:gd name="connsiteY114" fmla="*/ 340936 h 964683"/>
              <a:gd name="connsiteX115" fmla="*/ 219580 w 961132"/>
              <a:gd name="connsiteY115" fmla="*/ 338018 h 964683"/>
              <a:gd name="connsiteX116" fmla="*/ 221508 w 961132"/>
              <a:gd name="connsiteY116" fmla="*/ 335103 h 964683"/>
              <a:gd name="connsiteX117" fmla="*/ 223426 w 961132"/>
              <a:gd name="connsiteY117" fmla="*/ 332190 h 964683"/>
              <a:gd name="connsiteX118" fmla="*/ 225354 w 961132"/>
              <a:gd name="connsiteY118" fmla="*/ 329280 h 964683"/>
              <a:gd name="connsiteX119" fmla="*/ 227282 w 961132"/>
              <a:gd name="connsiteY119" fmla="*/ 326373 h 964683"/>
              <a:gd name="connsiteX120" fmla="*/ 229210 w 961132"/>
              <a:gd name="connsiteY120" fmla="*/ 323467 h 964683"/>
              <a:gd name="connsiteX121" fmla="*/ 231138 w 961132"/>
              <a:gd name="connsiteY121" fmla="*/ 320565 h 964683"/>
              <a:gd name="connsiteX122" fmla="*/ 233056 w 961132"/>
              <a:gd name="connsiteY122" fmla="*/ 317666 h 964683"/>
              <a:gd name="connsiteX123" fmla="*/ 234984 w 961132"/>
              <a:gd name="connsiteY123" fmla="*/ 314771 h 964683"/>
              <a:gd name="connsiteX124" fmla="*/ 236912 w 961132"/>
              <a:gd name="connsiteY124" fmla="*/ 311879 h 964683"/>
              <a:gd name="connsiteX125" fmla="*/ 238840 w 961132"/>
              <a:gd name="connsiteY125" fmla="*/ 308990 h 964683"/>
              <a:gd name="connsiteX126" fmla="*/ 240768 w 961132"/>
              <a:gd name="connsiteY126" fmla="*/ 306105 h 964683"/>
              <a:gd name="connsiteX127" fmla="*/ 242696 w 961132"/>
              <a:gd name="connsiteY127" fmla="*/ 303224 h 964683"/>
              <a:gd name="connsiteX128" fmla="*/ 244614 w 961132"/>
              <a:gd name="connsiteY128" fmla="*/ 300348 h 964683"/>
              <a:gd name="connsiteX129" fmla="*/ 246543 w 961132"/>
              <a:gd name="connsiteY129" fmla="*/ 297475 h 964683"/>
              <a:gd name="connsiteX130" fmla="*/ 248471 w 961132"/>
              <a:gd name="connsiteY130" fmla="*/ 294606 h 964683"/>
              <a:gd name="connsiteX131" fmla="*/ 250399 w 961132"/>
              <a:gd name="connsiteY131" fmla="*/ 291743 h 964683"/>
              <a:gd name="connsiteX132" fmla="*/ 252327 w 961132"/>
              <a:gd name="connsiteY132" fmla="*/ 288884 h 964683"/>
              <a:gd name="connsiteX133" fmla="*/ 254245 w 961132"/>
              <a:gd name="connsiteY133" fmla="*/ 286030 h 964683"/>
              <a:gd name="connsiteX134" fmla="*/ 256173 w 961132"/>
              <a:gd name="connsiteY134" fmla="*/ 283181 h 964683"/>
              <a:gd name="connsiteX135" fmla="*/ 258101 w 961132"/>
              <a:gd name="connsiteY135" fmla="*/ 280337 h 964683"/>
              <a:gd name="connsiteX136" fmla="*/ 260029 w 961132"/>
              <a:gd name="connsiteY136" fmla="*/ 277499 h 964683"/>
              <a:gd name="connsiteX137" fmla="*/ 261957 w 961132"/>
              <a:gd name="connsiteY137" fmla="*/ 274666 h 964683"/>
              <a:gd name="connsiteX138" fmla="*/ 263875 w 961132"/>
              <a:gd name="connsiteY138" fmla="*/ 271839 h 964683"/>
              <a:gd name="connsiteX139" fmla="*/ 265803 w 961132"/>
              <a:gd name="connsiteY139" fmla="*/ 269017 h 964683"/>
              <a:gd name="connsiteX140" fmla="*/ 267731 w 961132"/>
              <a:gd name="connsiteY140" fmla="*/ 266203 h 964683"/>
              <a:gd name="connsiteX141" fmla="*/ 269659 w 961132"/>
              <a:gd name="connsiteY141" fmla="*/ 263393 h 964683"/>
              <a:gd name="connsiteX142" fmla="*/ 271587 w 961132"/>
              <a:gd name="connsiteY142" fmla="*/ 260590 h 964683"/>
              <a:gd name="connsiteX143" fmla="*/ 273505 w 961132"/>
              <a:gd name="connsiteY143" fmla="*/ 257795 h 964683"/>
              <a:gd name="connsiteX144" fmla="*/ 275433 w 961132"/>
              <a:gd name="connsiteY144" fmla="*/ 255005 h 964683"/>
              <a:gd name="connsiteX145" fmla="*/ 277361 w 961132"/>
              <a:gd name="connsiteY145" fmla="*/ 252222 h 964683"/>
              <a:gd name="connsiteX146" fmla="*/ 279289 w 961132"/>
              <a:gd name="connsiteY146" fmla="*/ 249446 h 964683"/>
              <a:gd name="connsiteX147" fmla="*/ 281218 w 961132"/>
              <a:gd name="connsiteY147" fmla="*/ 246679 h 964683"/>
              <a:gd name="connsiteX148" fmla="*/ 283136 w 961132"/>
              <a:gd name="connsiteY148" fmla="*/ 243918 h 964683"/>
              <a:gd name="connsiteX149" fmla="*/ 285064 w 961132"/>
              <a:gd name="connsiteY149" fmla="*/ 241165 h 964683"/>
              <a:gd name="connsiteX150" fmla="*/ 286992 w 961132"/>
              <a:gd name="connsiteY150" fmla="*/ 238419 h 964683"/>
              <a:gd name="connsiteX151" fmla="*/ 288920 w 961132"/>
              <a:gd name="connsiteY151" fmla="*/ 235681 h 964683"/>
              <a:gd name="connsiteX152" fmla="*/ 290848 w 961132"/>
              <a:gd name="connsiteY152" fmla="*/ 232952 h 964683"/>
              <a:gd name="connsiteX153" fmla="*/ 292766 w 961132"/>
              <a:gd name="connsiteY153" fmla="*/ 230230 h 964683"/>
              <a:gd name="connsiteX154" fmla="*/ 294694 w 961132"/>
              <a:gd name="connsiteY154" fmla="*/ 227516 h 964683"/>
              <a:gd name="connsiteX155" fmla="*/ 296622 w 961132"/>
              <a:gd name="connsiteY155" fmla="*/ 224812 h 964683"/>
              <a:gd name="connsiteX156" fmla="*/ 298550 w 961132"/>
              <a:gd name="connsiteY156" fmla="*/ 222116 h 964683"/>
              <a:gd name="connsiteX157" fmla="*/ 300478 w 961132"/>
              <a:gd name="connsiteY157" fmla="*/ 219430 h 964683"/>
              <a:gd name="connsiteX158" fmla="*/ 302406 w 961132"/>
              <a:gd name="connsiteY158" fmla="*/ 216751 h 964683"/>
              <a:gd name="connsiteX159" fmla="*/ 304324 w 961132"/>
              <a:gd name="connsiteY159" fmla="*/ 214083 h 964683"/>
              <a:gd name="connsiteX160" fmla="*/ 306252 w 961132"/>
              <a:gd name="connsiteY160" fmla="*/ 211423 h 964683"/>
              <a:gd name="connsiteX161" fmla="*/ 308180 w 961132"/>
              <a:gd name="connsiteY161" fmla="*/ 208774 h 964683"/>
              <a:gd name="connsiteX162" fmla="*/ 310108 w 961132"/>
              <a:gd name="connsiteY162" fmla="*/ 206134 h 964683"/>
              <a:gd name="connsiteX163" fmla="*/ 312036 w 961132"/>
              <a:gd name="connsiteY163" fmla="*/ 203503 h 964683"/>
              <a:gd name="connsiteX164" fmla="*/ 313955 w 961132"/>
              <a:gd name="connsiteY164" fmla="*/ 200884 h 964683"/>
              <a:gd name="connsiteX165" fmla="*/ 315883 w 961132"/>
              <a:gd name="connsiteY165" fmla="*/ 198274 h 964683"/>
              <a:gd name="connsiteX166" fmla="*/ 317811 w 961132"/>
              <a:gd name="connsiteY166" fmla="*/ 195674 h 964683"/>
              <a:gd name="connsiteX167" fmla="*/ 319739 w 961132"/>
              <a:gd name="connsiteY167" fmla="*/ 193085 h 964683"/>
              <a:gd name="connsiteX168" fmla="*/ 321667 w 961132"/>
              <a:gd name="connsiteY168" fmla="*/ 190507 h 964683"/>
              <a:gd name="connsiteX169" fmla="*/ 323585 w 961132"/>
              <a:gd name="connsiteY169" fmla="*/ 187940 h 964683"/>
              <a:gd name="connsiteX170" fmla="*/ 325513 w 961132"/>
              <a:gd name="connsiteY170" fmla="*/ 185383 h 964683"/>
              <a:gd name="connsiteX171" fmla="*/ 327441 w 961132"/>
              <a:gd name="connsiteY171" fmla="*/ 182838 h 964683"/>
              <a:gd name="connsiteX172" fmla="*/ 329369 w 961132"/>
              <a:gd name="connsiteY172" fmla="*/ 180304 h 964683"/>
              <a:gd name="connsiteX173" fmla="*/ 331297 w 961132"/>
              <a:gd name="connsiteY173" fmla="*/ 177782 h 964683"/>
              <a:gd name="connsiteX174" fmla="*/ 333215 w 961132"/>
              <a:gd name="connsiteY174" fmla="*/ 175271 h 964683"/>
              <a:gd name="connsiteX175" fmla="*/ 335143 w 961132"/>
              <a:gd name="connsiteY175" fmla="*/ 172773 h 964683"/>
              <a:gd name="connsiteX176" fmla="*/ 337071 w 961132"/>
              <a:gd name="connsiteY176" fmla="*/ 170286 h 964683"/>
              <a:gd name="connsiteX177" fmla="*/ 338999 w 961132"/>
              <a:gd name="connsiteY177" fmla="*/ 167813 h 964683"/>
              <a:gd name="connsiteX178" fmla="*/ 340927 w 961132"/>
              <a:gd name="connsiteY178" fmla="*/ 165350 h 964683"/>
              <a:gd name="connsiteX179" fmla="*/ 342845 w 961132"/>
              <a:gd name="connsiteY179" fmla="*/ 162901 h 964683"/>
              <a:gd name="connsiteX180" fmla="*/ 344773 w 961132"/>
              <a:gd name="connsiteY180" fmla="*/ 160464 h 964683"/>
              <a:gd name="connsiteX181" fmla="*/ 346701 w 961132"/>
              <a:gd name="connsiteY181" fmla="*/ 158040 h 964683"/>
              <a:gd name="connsiteX182" fmla="*/ 348630 w 961132"/>
              <a:gd name="connsiteY182" fmla="*/ 155629 h 964683"/>
              <a:gd name="connsiteX183" fmla="*/ 350558 w 961132"/>
              <a:gd name="connsiteY183" fmla="*/ 153231 h 964683"/>
              <a:gd name="connsiteX184" fmla="*/ 352476 w 961132"/>
              <a:gd name="connsiteY184" fmla="*/ 150847 h 964683"/>
              <a:gd name="connsiteX185" fmla="*/ 354404 w 961132"/>
              <a:gd name="connsiteY185" fmla="*/ 148475 h 964683"/>
              <a:gd name="connsiteX186" fmla="*/ 356332 w 961132"/>
              <a:gd name="connsiteY186" fmla="*/ 146118 h 964683"/>
              <a:gd name="connsiteX187" fmla="*/ 358260 w 961132"/>
              <a:gd name="connsiteY187" fmla="*/ 143775 h 964683"/>
              <a:gd name="connsiteX188" fmla="*/ 360188 w 961132"/>
              <a:gd name="connsiteY188" fmla="*/ 141445 h 964683"/>
              <a:gd name="connsiteX189" fmla="*/ 362116 w 961132"/>
              <a:gd name="connsiteY189" fmla="*/ 139129 h 964683"/>
              <a:gd name="connsiteX190" fmla="*/ 364034 w 961132"/>
              <a:gd name="connsiteY190" fmla="*/ 136829 h 964683"/>
              <a:gd name="connsiteX191" fmla="*/ 365962 w 961132"/>
              <a:gd name="connsiteY191" fmla="*/ 134542 h 964683"/>
              <a:gd name="connsiteX192" fmla="*/ 367890 w 961132"/>
              <a:gd name="connsiteY192" fmla="*/ 132269 h 964683"/>
              <a:gd name="connsiteX193" fmla="*/ 369818 w 961132"/>
              <a:gd name="connsiteY193" fmla="*/ 130012 h 964683"/>
              <a:gd name="connsiteX194" fmla="*/ 371746 w 961132"/>
              <a:gd name="connsiteY194" fmla="*/ 127769 h 964683"/>
              <a:gd name="connsiteX195" fmla="*/ 373664 w 961132"/>
              <a:gd name="connsiteY195" fmla="*/ 125542 h 964683"/>
              <a:gd name="connsiteX196" fmla="*/ 375592 w 961132"/>
              <a:gd name="connsiteY196" fmla="*/ 123329 h 964683"/>
              <a:gd name="connsiteX197" fmla="*/ 377520 w 961132"/>
              <a:gd name="connsiteY197" fmla="*/ 121132 h 964683"/>
              <a:gd name="connsiteX198" fmla="*/ 379449 w 961132"/>
              <a:gd name="connsiteY198" fmla="*/ 118951 h 964683"/>
              <a:gd name="connsiteX199" fmla="*/ 381376 w 961132"/>
              <a:gd name="connsiteY199" fmla="*/ 116785 h 964683"/>
              <a:gd name="connsiteX200" fmla="*/ 383295 w 961132"/>
              <a:gd name="connsiteY200" fmla="*/ 114634 h 964683"/>
              <a:gd name="connsiteX201" fmla="*/ 385223 w 961132"/>
              <a:gd name="connsiteY201" fmla="*/ 112500 h 964683"/>
              <a:gd name="connsiteX202" fmla="*/ 387151 w 961132"/>
              <a:gd name="connsiteY202" fmla="*/ 110382 h 964683"/>
              <a:gd name="connsiteX203" fmla="*/ 389079 w 961132"/>
              <a:gd name="connsiteY203" fmla="*/ 108280 h 964683"/>
              <a:gd name="connsiteX204" fmla="*/ 391007 w 961132"/>
              <a:gd name="connsiteY204" fmla="*/ 106195 h 964683"/>
              <a:gd name="connsiteX205" fmla="*/ 392925 w 961132"/>
              <a:gd name="connsiteY205" fmla="*/ 104125 h 964683"/>
              <a:gd name="connsiteX206" fmla="*/ 394853 w 961132"/>
              <a:gd name="connsiteY206" fmla="*/ 102073 h 964683"/>
              <a:gd name="connsiteX207" fmla="*/ 396781 w 961132"/>
              <a:gd name="connsiteY207" fmla="*/ 100038 h 964683"/>
              <a:gd name="connsiteX208" fmla="*/ 398709 w 961132"/>
              <a:gd name="connsiteY208" fmla="*/ 98019 h 964683"/>
              <a:gd name="connsiteX209" fmla="*/ 400637 w 961132"/>
              <a:gd name="connsiteY209" fmla="*/ 96018 h 964683"/>
              <a:gd name="connsiteX210" fmla="*/ 402555 w 961132"/>
              <a:gd name="connsiteY210" fmla="*/ 94034 h 964683"/>
              <a:gd name="connsiteX211" fmla="*/ 404483 w 961132"/>
              <a:gd name="connsiteY211" fmla="*/ 92067 h 964683"/>
              <a:gd name="connsiteX212" fmla="*/ 406411 w 961132"/>
              <a:gd name="connsiteY212" fmla="*/ 90117 h 964683"/>
              <a:gd name="connsiteX213" fmla="*/ 408339 w 961132"/>
              <a:gd name="connsiteY213" fmla="*/ 88185 h 964683"/>
              <a:gd name="connsiteX214" fmla="*/ 410267 w 961132"/>
              <a:gd name="connsiteY214" fmla="*/ 86272 h 964683"/>
              <a:gd name="connsiteX215" fmla="*/ 412185 w 961132"/>
              <a:gd name="connsiteY215" fmla="*/ 84376 h 964683"/>
              <a:gd name="connsiteX216" fmla="*/ 414114 w 961132"/>
              <a:gd name="connsiteY216" fmla="*/ 82498 h 964683"/>
              <a:gd name="connsiteX217" fmla="*/ 416042 w 961132"/>
              <a:gd name="connsiteY217" fmla="*/ 80638 h 964683"/>
              <a:gd name="connsiteX218" fmla="*/ 417970 w 961132"/>
              <a:gd name="connsiteY218" fmla="*/ 78796 h 964683"/>
              <a:gd name="connsiteX219" fmla="*/ 419898 w 961132"/>
              <a:gd name="connsiteY219" fmla="*/ 76974 h 964683"/>
              <a:gd name="connsiteX220" fmla="*/ 421826 w 961132"/>
              <a:gd name="connsiteY220" fmla="*/ 75169 h 964683"/>
              <a:gd name="connsiteX221" fmla="*/ 423744 w 961132"/>
              <a:gd name="connsiteY221" fmla="*/ 73383 h 964683"/>
              <a:gd name="connsiteX222" fmla="*/ 425672 w 961132"/>
              <a:gd name="connsiteY222" fmla="*/ 71616 h 964683"/>
              <a:gd name="connsiteX223" fmla="*/ 427600 w 961132"/>
              <a:gd name="connsiteY223" fmla="*/ 69869 h 964683"/>
              <a:gd name="connsiteX224" fmla="*/ 429528 w 961132"/>
              <a:gd name="connsiteY224" fmla="*/ 68140 h 964683"/>
              <a:gd name="connsiteX225" fmla="*/ 431456 w 961132"/>
              <a:gd name="connsiteY225" fmla="*/ 66430 h 964683"/>
              <a:gd name="connsiteX226" fmla="*/ 433374 w 961132"/>
              <a:gd name="connsiteY226" fmla="*/ 64740 h 964683"/>
              <a:gd name="connsiteX227" fmla="*/ 435302 w 961132"/>
              <a:gd name="connsiteY227" fmla="*/ 63069 h 964683"/>
              <a:gd name="connsiteX228" fmla="*/ 437230 w 961132"/>
              <a:gd name="connsiteY228" fmla="*/ 61417 h 964683"/>
              <a:gd name="connsiteX229" fmla="*/ 439158 w 961132"/>
              <a:gd name="connsiteY229" fmla="*/ 59786 h 964683"/>
              <a:gd name="connsiteX230" fmla="*/ 441086 w 961132"/>
              <a:gd name="connsiteY230" fmla="*/ 58174 h 964683"/>
              <a:gd name="connsiteX231" fmla="*/ 443004 w 961132"/>
              <a:gd name="connsiteY231" fmla="*/ 56582 h 964683"/>
              <a:gd name="connsiteX232" fmla="*/ 444933 w 961132"/>
              <a:gd name="connsiteY232" fmla="*/ 55010 h 964683"/>
              <a:gd name="connsiteX233" fmla="*/ 446861 w 961132"/>
              <a:gd name="connsiteY233" fmla="*/ 53459 h 964683"/>
              <a:gd name="connsiteX234" fmla="*/ 448789 w 961132"/>
              <a:gd name="connsiteY234" fmla="*/ 51927 h 964683"/>
              <a:gd name="connsiteX235" fmla="*/ 450717 w 961132"/>
              <a:gd name="connsiteY235" fmla="*/ 50416 h 964683"/>
              <a:gd name="connsiteX236" fmla="*/ 452635 w 961132"/>
              <a:gd name="connsiteY236" fmla="*/ 48926 h 964683"/>
              <a:gd name="connsiteX237" fmla="*/ 454563 w 961132"/>
              <a:gd name="connsiteY237" fmla="*/ 47456 h 964683"/>
              <a:gd name="connsiteX238" fmla="*/ 456491 w 961132"/>
              <a:gd name="connsiteY238" fmla="*/ 46007 h 964683"/>
              <a:gd name="connsiteX239" fmla="*/ 458419 w 961132"/>
              <a:gd name="connsiteY239" fmla="*/ 44578 h 964683"/>
              <a:gd name="connsiteX240" fmla="*/ 460347 w 961132"/>
              <a:gd name="connsiteY240" fmla="*/ 43170 h 964683"/>
              <a:gd name="connsiteX241" fmla="*/ 462265 w 961132"/>
              <a:gd name="connsiteY241" fmla="*/ 41784 h 964683"/>
              <a:gd name="connsiteX242" fmla="*/ 464193 w 961132"/>
              <a:gd name="connsiteY242" fmla="*/ 40418 h 964683"/>
              <a:gd name="connsiteX243" fmla="*/ 466121 w 961132"/>
              <a:gd name="connsiteY243" fmla="*/ 39074 h 964683"/>
              <a:gd name="connsiteX244" fmla="*/ 468049 w 961132"/>
              <a:gd name="connsiteY244" fmla="*/ 37751 h 964683"/>
              <a:gd name="connsiteX245" fmla="*/ 469977 w 961132"/>
              <a:gd name="connsiteY245" fmla="*/ 36450 h 964683"/>
              <a:gd name="connsiteX246" fmla="*/ 471895 w 961132"/>
              <a:gd name="connsiteY246" fmla="*/ 35170 h 964683"/>
              <a:gd name="connsiteX247" fmla="*/ 473823 w 961132"/>
              <a:gd name="connsiteY247" fmla="*/ 33912 h 964683"/>
              <a:gd name="connsiteX248" fmla="*/ 475751 w 961132"/>
              <a:gd name="connsiteY248" fmla="*/ 32674 h 964683"/>
              <a:gd name="connsiteX249" fmla="*/ 477679 w 961132"/>
              <a:gd name="connsiteY249" fmla="*/ 31460 h 964683"/>
              <a:gd name="connsiteX250" fmla="*/ 479608 w 961132"/>
              <a:gd name="connsiteY250" fmla="*/ 30266 h 964683"/>
              <a:gd name="connsiteX251" fmla="*/ 481536 w 961132"/>
              <a:gd name="connsiteY251" fmla="*/ 29096 h 964683"/>
              <a:gd name="connsiteX252" fmla="*/ 483454 w 961132"/>
              <a:gd name="connsiteY252" fmla="*/ 27947 h 964683"/>
              <a:gd name="connsiteX253" fmla="*/ 485382 w 961132"/>
              <a:gd name="connsiteY253" fmla="*/ 26820 h 964683"/>
              <a:gd name="connsiteX254" fmla="*/ 487310 w 961132"/>
              <a:gd name="connsiteY254" fmla="*/ 25715 h 964683"/>
              <a:gd name="connsiteX255" fmla="*/ 489238 w 961132"/>
              <a:gd name="connsiteY255" fmla="*/ 24632 h 964683"/>
              <a:gd name="connsiteX256" fmla="*/ 491166 w 961132"/>
              <a:gd name="connsiteY256" fmla="*/ 23572 h 964683"/>
              <a:gd name="connsiteX257" fmla="*/ 493084 w 961132"/>
              <a:gd name="connsiteY257" fmla="*/ 22534 h 964683"/>
              <a:gd name="connsiteX258" fmla="*/ 495012 w 961132"/>
              <a:gd name="connsiteY258" fmla="*/ 21520 h 964683"/>
              <a:gd name="connsiteX259" fmla="*/ 496940 w 961132"/>
              <a:gd name="connsiteY259" fmla="*/ 20528 h 964683"/>
              <a:gd name="connsiteX260" fmla="*/ 498868 w 961132"/>
              <a:gd name="connsiteY260" fmla="*/ 19558 h 964683"/>
              <a:gd name="connsiteX261" fmla="*/ 500796 w 961132"/>
              <a:gd name="connsiteY261" fmla="*/ 18611 h 964683"/>
              <a:gd name="connsiteX262" fmla="*/ 502714 w 961132"/>
              <a:gd name="connsiteY262" fmla="*/ 17686 h 964683"/>
              <a:gd name="connsiteX263" fmla="*/ 504642 w 961132"/>
              <a:gd name="connsiteY263" fmla="*/ 16785 h 964683"/>
              <a:gd name="connsiteX264" fmla="*/ 506570 w 961132"/>
              <a:gd name="connsiteY264" fmla="*/ 15906 h 964683"/>
              <a:gd name="connsiteX265" fmla="*/ 508498 w 961132"/>
              <a:gd name="connsiteY265" fmla="*/ 15052 h 964683"/>
              <a:gd name="connsiteX266" fmla="*/ 510427 w 961132"/>
              <a:gd name="connsiteY266" fmla="*/ 14219 h 964683"/>
              <a:gd name="connsiteX267" fmla="*/ 512345 w 961132"/>
              <a:gd name="connsiteY267" fmla="*/ 13410 h 964683"/>
              <a:gd name="connsiteX268" fmla="*/ 514273 w 961132"/>
              <a:gd name="connsiteY268" fmla="*/ 12624 h 964683"/>
              <a:gd name="connsiteX269" fmla="*/ 516201 w 961132"/>
              <a:gd name="connsiteY269" fmla="*/ 11861 h 964683"/>
              <a:gd name="connsiteX270" fmla="*/ 518129 w 961132"/>
              <a:gd name="connsiteY270" fmla="*/ 11122 h 964683"/>
              <a:gd name="connsiteX271" fmla="*/ 520057 w 961132"/>
              <a:gd name="connsiteY271" fmla="*/ 10406 h 964683"/>
              <a:gd name="connsiteX272" fmla="*/ 521975 w 961132"/>
              <a:gd name="connsiteY272" fmla="*/ 9714 h 964683"/>
              <a:gd name="connsiteX273" fmla="*/ 523903 w 961132"/>
              <a:gd name="connsiteY273" fmla="*/ 9045 h 964683"/>
              <a:gd name="connsiteX274" fmla="*/ 525831 w 961132"/>
              <a:gd name="connsiteY274" fmla="*/ 8399 h 964683"/>
              <a:gd name="connsiteX275" fmla="*/ 527759 w 961132"/>
              <a:gd name="connsiteY275" fmla="*/ 7778 h 964683"/>
              <a:gd name="connsiteX276" fmla="*/ 529687 w 961132"/>
              <a:gd name="connsiteY276" fmla="*/ 7179 h 964683"/>
              <a:gd name="connsiteX277" fmla="*/ 531605 w 961132"/>
              <a:gd name="connsiteY277" fmla="*/ 6604 h 964683"/>
              <a:gd name="connsiteX278" fmla="*/ 533533 w 961132"/>
              <a:gd name="connsiteY278" fmla="*/ 6053 h 964683"/>
              <a:gd name="connsiteX279" fmla="*/ 535461 w 961132"/>
              <a:gd name="connsiteY279" fmla="*/ 5527 h 964683"/>
              <a:gd name="connsiteX280" fmla="*/ 537389 w 961132"/>
              <a:gd name="connsiteY280" fmla="*/ 5023 h 964683"/>
              <a:gd name="connsiteX281" fmla="*/ 539317 w 961132"/>
              <a:gd name="connsiteY281" fmla="*/ 4544 h 964683"/>
              <a:gd name="connsiteX282" fmla="*/ 541245 w 961132"/>
              <a:gd name="connsiteY282" fmla="*/ 4089 h 964683"/>
              <a:gd name="connsiteX283" fmla="*/ 543163 w 961132"/>
              <a:gd name="connsiteY283" fmla="*/ 3656 h 964683"/>
              <a:gd name="connsiteX284" fmla="*/ 545092 w 961132"/>
              <a:gd name="connsiteY284" fmla="*/ 3249 h 964683"/>
              <a:gd name="connsiteX285" fmla="*/ 547020 w 961132"/>
              <a:gd name="connsiteY285" fmla="*/ 2865 h 964683"/>
              <a:gd name="connsiteX286" fmla="*/ 548948 w 961132"/>
              <a:gd name="connsiteY286" fmla="*/ 2505 h 964683"/>
              <a:gd name="connsiteX287" fmla="*/ 550876 w 961132"/>
              <a:gd name="connsiteY287" fmla="*/ 2170 h 964683"/>
              <a:gd name="connsiteX288" fmla="*/ 552794 w 961132"/>
              <a:gd name="connsiteY288" fmla="*/ 1858 h 964683"/>
              <a:gd name="connsiteX289" fmla="*/ 554722 w 961132"/>
              <a:gd name="connsiteY289" fmla="*/ 1570 h 964683"/>
              <a:gd name="connsiteX290" fmla="*/ 556650 w 961132"/>
              <a:gd name="connsiteY290" fmla="*/ 1307 h 964683"/>
              <a:gd name="connsiteX291" fmla="*/ 558578 w 961132"/>
              <a:gd name="connsiteY291" fmla="*/ 1067 h 964683"/>
              <a:gd name="connsiteX292" fmla="*/ 560506 w 961132"/>
              <a:gd name="connsiteY292" fmla="*/ 852 h 964683"/>
              <a:gd name="connsiteX293" fmla="*/ 562424 w 961132"/>
              <a:gd name="connsiteY293" fmla="*/ 661 h 964683"/>
              <a:gd name="connsiteX294" fmla="*/ 564352 w 961132"/>
              <a:gd name="connsiteY294" fmla="*/ 494 h 964683"/>
              <a:gd name="connsiteX295" fmla="*/ 566280 w 961132"/>
              <a:gd name="connsiteY295" fmla="*/ 351 h 964683"/>
              <a:gd name="connsiteX296" fmla="*/ 568208 w 961132"/>
              <a:gd name="connsiteY296" fmla="*/ 233 h 964683"/>
              <a:gd name="connsiteX297" fmla="*/ 570136 w 961132"/>
              <a:gd name="connsiteY297" fmla="*/ 138 h 964683"/>
              <a:gd name="connsiteX298" fmla="*/ 572054 w 961132"/>
              <a:gd name="connsiteY298" fmla="*/ 68 h 964683"/>
              <a:gd name="connsiteX299" fmla="*/ 573982 w 961132"/>
              <a:gd name="connsiteY299" fmla="*/ 22 h 964683"/>
              <a:gd name="connsiteX300" fmla="*/ 575910 w 961132"/>
              <a:gd name="connsiteY300" fmla="*/ 0 h 964683"/>
              <a:gd name="connsiteX301" fmla="*/ 577839 w 961132"/>
              <a:gd name="connsiteY301" fmla="*/ 2 h 964683"/>
              <a:gd name="connsiteX302" fmla="*/ 579767 w 961132"/>
              <a:gd name="connsiteY302" fmla="*/ 29 h 964683"/>
              <a:gd name="connsiteX303" fmla="*/ 581685 w 961132"/>
              <a:gd name="connsiteY303" fmla="*/ 80 h 964683"/>
              <a:gd name="connsiteX304" fmla="*/ 583613 w 961132"/>
              <a:gd name="connsiteY304" fmla="*/ 155 h 964683"/>
              <a:gd name="connsiteX305" fmla="*/ 585541 w 961132"/>
              <a:gd name="connsiteY305" fmla="*/ 254 h 964683"/>
              <a:gd name="connsiteX306" fmla="*/ 587469 w 961132"/>
              <a:gd name="connsiteY306" fmla="*/ 378 h 964683"/>
              <a:gd name="connsiteX307" fmla="*/ 589397 w 961132"/>
              <a:gd name="connsiteY307" fmla="*/ 525 h 964683"/>
              <a:gd name="connsiteX308" fmla="*/ 591315 w 961132"/>
              <a:gd name="connsiteY308" fmla="*/ 697 h 964683"/>
              <a:gd name="connsiteX309" fmla="*/ 593243 w 961132"/>
              <a:gd name="connsiteY309" fmla="*/ 892 h 964683"/>
              <a:gd name="connsiteX310" fmla="*/ 595171 w 961132"/>
              <a:gd name="connsiteY310" fmla="*/ 1113 h 964683"/>
              <a:gd name="connsiteX311" fmla="*/ 597099 w 961132"/>
              <a:gd name="connsiteY311" fmla="*/ 1358 h 964683"/>
              <a:gd name="connsiteX312" fmla="*/ 599027 w 961132"/>
              <a:gd name="connsiteY312" fmla="*/ 1626 h 964683"/>
              <a:gd name="connsiteX313" fmla="*/ 600955 w 961132"/>
              <a:gd name="connsiteY313" fmla="*/ 1918 h 964683"/>
              <a:gd name="connsiteX314" fmla="*/ 602873 w 961132"/>
              <a:gd name="connsiteY314" fmla="*/ 2234 h 964683"/>
              <a:gd name="connsiteX315" fmla="*/ 604801 w 961132"/>
              <a:gd name="connsiteY315" fmla="*/ 2575 h 964683"/>
              <a:gd name="connsiteX316" fmla="*/ 606729 w 961132"/>
              <a:gd name="connsiteY316" fmla="*/ 2940 h 964683"/>
              <a:gd name="connsiteX317" fmla="*/ 608657 w 961132"/>
              <a:gd name="connsiteY317" fmla="*/ 3328 h 964683"/>
              <a:gd name="connsiteX318" fmla="*/ 610585 w 961132"/>
              <a:gd name="connsiteY318" fmla="*/ 3741 h 964683"/>
              <a:gd name="connsiteX319" fmla="*/ 612504 w 961132"/>
              <a:gd name="connsiteY319" fmla="*/ 4177 h 964683"/>
              <a:gd name="connsiteX320" fmla="*/ 614432 w 961132"/>
              <a:gd name="connsiteY320" fmla="*/ 4638 h 964683"/>
              <a:gd name="connsiteX321" fmla="*/ 616360 w 961132"/>
              <a:gd name="connsiteY321" fmla="*/ 5122 h 964683"/>
              <a:gd name="connsiteX322" fmla="*/ 618288 w 961132"/>
              <a:gd name="connsiteY322" fmla="*/ 5630 h 964683"/>
              <a:gd name="connsiteX323" fmla="*/ 620216 w 961132"/>
              <a:gd name="connsiteY323" fmla="*/ 6162 h 964683"/>
              <a:gd name="connsiteX324" fmla="*/ 622134 w 961132"/>
              <a:gd name="connsiteY324" fmla="*/ 6717 h 964683"/>
              <a:gd name="connsiteX325" fmla="*/ 624062 w 961132"/>
              <a:gd name="connsiteY325" fmla="*/ 7297 h 964683"/>
              <a:gd name="connsiteX326" fmla="*/ 625990 w 961132"/>
              <a:gd name="connsiteY326" fmla="*/ 7900 h 964683"/>
              <a:gd name="connsiteX327" fmla="*/ 627918 w 961132"/>
              <a:gd name="connsiteY327" fmla="*/ 8526 h 964683"/>
              <a:gd name="connsiteX328" fmla="*/ 629846 w 961132"/>
              <a:gd name="connsiteY328" fmla="*/ 9176 h 964683"/>
              <a:gd name="connsiteX329" fmla="*/ 631764 w 961132"/>
              <a:gd name="connsiteY329" fmla="*/ 9850 h 964683"/>
              <a:gd name="connsiteX330" fmla="*/ 633692 w 961132"/>
              <a:gd name="connsiteY330" fmla="*/ 10548 h 964683"/>
              <a:gd name="connsiteX331" fmla="*/ 635620 w 961132"/>
              <a:gd name="connsiteY331" fmla="*/ 11268 h 964683"/>
              <a:gd name="connsiteX332" fmla="*/ 637548 w 961132"/>
              <a:gd name="connsiteY332" fmla="*/ 12013 h 964683"/>
              <a:gd name="connsiteX333" fmla="*/ 639476 w 961132"/>
              <a:gd name="connsiteY333" fmla="*/ 12780 h 964683"/>
              <a:gd name="connsiteX334" fmla="*/ 641394 w 961132"/>
              <a:gd name="connsiteY334" fmla="*/ 13570 h 964683"/>
              <a:gd name="connsiteX335" fmla="*/ 643323 w 961132"/>
              <a:gd name="connsiteY335" fmla="*/ 14384 h 964683"/>
              <a:gd name="connsiteX336" fmla="*/ 645251 w 961132"/>
              <a:gd name="connsiteY336" fmla="*/ 15221 h 964683"/>
              <a:gd name="connsiteX337" fmla="*/ 647179 w 961132"/>
              <a:gd name="connsiteY337" fmla="*/ 16080 h 964683"/>
              <a:gd name="connsiteX338" fmla="*/ 649107 w 961132"/>
              <a:gd name="connsiteY338" fmla="*/ 16964 h 964683"/>
              <a:gd name="connsiteX339" fmla="*/ 651025 w 961132"/>
              <a:gd name="connsiteY339" fmla="*/ 17869 h 964683"/>
              <a:gd name="connsiteX340" fmla="*/ 652953 w 961132"/>
              <a:gd name="connsiteY340" fmla="*/ 18798 h 964683"/>
              <a:gd name="connsiteX341" fmla="*/ 654881 w 961132"/>
              <a:gd name="connsiteY341" fmla="*/ 19750 h 964683"/>
              <a:gd name="connsiteX342" fmla="*/ 656809 w 961132"/>
              <a:gd name="connsiteY342" fmla="*/ 20724 h 964683"/>
              <a:gd name="connsiteX343" fmla="*/ 658737 w 961132"/>
              <a:gd name="connsiteY343" fmla="*/ 21721 h 964683"/>
              <a:gd name="connsiteX344" fmla="*/ 660665 w 961132"/>
              <a:gd name="connsiteY344" fmla="*/ 22740 h 964683"/>
              <a:gd name="connsiteX345" fmla="*/ 662583 w 961132"/>
              <a:gd name="connsiteY345" fmla="*/ 23783 h 964683"/>
              <a:gd name="connsiteX346" fmla="*/ 664511 w 961132"/>
              <a:gd name="connsiteY346" fmla="*/ 24847 h 964683"/>
              <a:gd name="connsiteX347" fmla="*/ 666439 w 961132"/>
              <a:gd name="connsiteY347" fmla="*/ 25934 h 964683"/>
              <a:gd name="connsiteX348" fmla="*/ 668367 w 961132"/>
              <a:gd name="connsiteY348" fmla="*/ 27043 h 964683"/>
              <a:gd name="connsiteX349" fmla="*/ 670295 w 961132"/>
              <a:gd name="connsiteY349" fmla="*/ 28174 h 964683"/>
              <a:gd name="connsiteX350" fmla="*/ 672213 w 961132"/>
              <a:gd name="connsiteY350" fmla="*/ 29328 h 964683"/>
              <a:gd name="connsiteX351" fmla="*/ 674141 w 961132"/>
              <a:gd name="connsiteY351" fmla="*/ 30504 h 964683"/>
              <a:gd name="connsiteX352" fmla="*/ 676069 w 961132"/>
              <a:gd name="connsiteY352" fmla="*/ 31700 h 964683"/>
              <a:gd name="connsiteX353" fmla="*/ 677998 w 961132"/>
              <a:gd name="connsiteY353" fmla="*/ 32920 h 964683"/>
              <a:gd name="connsiteX354" fmla="*/ 679926 w 961132"/>
              <a:gd name="connsiteY354" fmla="*/ 34161 h 964683"/>
              <a:gd name="connsiteX355" fmla="*/ 681844 w 961132"/>
              <a:gd name="connsiteY355" fmla="*/ 35424 h 964683"/>
              <a:gd name="connsiteX356" fmla="*/ 683772 w 961132"/>
              <a:gd name="connsiteY356" fmla="*/ 36708 h 964683"/>
              <a:gd name="connsiteX357" fmla="*/ 685700 w 961132"/>
              <a:gd name="connsiteY357" fmla="*/ 38014 h 964683"/>
              <a:gd name="connsiteX358" fmla="*/ 687628 w 961132"/>
              <a:gd name="connsiteY358" fmla="*/ 39341 h 964683"/>
              <a:gd name="connsiteX359" fmla="*/ 689556 w 961132"/>
              <a:gd name="connsiteY359" fmla="*/ 40690 h 964683"/>
              <a:gd name="connsiteX360" fmla="*/ 691474 w 961132"/>
              <a:gd name="connsiteY360" fmla="*/ 42059 h 964683"/>
              <a:gd name="connsiteX361" fmla="*/ 693402 w 961132"/>
              <a:gd name="connsiteY361" fmla="*/ 43451 h 964683"/>
              <a:gd name="connsiteX362" fmla="*/ 695330 w 961132"/>
              <a:gd name="connsiteY362" fmla="*/ 44862 h 964683"/>
              <a:gd name="connsiteX363" fmla="*/ 697258 w 961132"/>
              <a:gd name="connsiteY363" fmla="*/ 46295 h 964683"/>
              <a:gd name="connsiteX364" fmla="*/ 699186 w 961132"/>
              <a:gd name="connsiteY364" fmla="*/ 47748 h 964683"/>
              <a:gd name="connsiteX365" fmla="*/ 701104 w 961132"/>
              <a:gd name="connsiteY365" fmla="*/ 49222 h 964683"/>
              <a:gd name="connsiteX366" fmla="*/ 703032 w 961132"/>
              <a:gd name="connsiteY366" fmla="*/ 50717 h 964683"/>
              <a:gd name="connsiteX367" fmla="*/ 704960 w 961132"/>
              <a:gd name="connsiteY367" fmla="*/ 52232 h 964683"/>
              <a:gd name="connsiteX368" fmla="*/ 706888 w 961132"/>
              <a:gd name="connsiteY368" fmla="*/ 53768 h 964683"/>
              <a:gd name="connsiteX369" fmla="*/ 708817 w 961132"/>
              <a:gd name="connsiteY369" fmla="*/ 55323 h 964683"/>
              <a:gd name="connsiteX370" fmla="*/ 710735 w 961132"/>
              <a:gd name="connsiteY370" fmla="*/ 56899 h 964683"/>
              <a:gd name="connsiteX371" fmla="*/ 712663 w 961132"/>
              <a:gd name="connsiteY371" fmla="*/ 58495 h 964683"/>
              <a:gd name="connsiteX372" fmla="*/ 714591 w 961132"/>
              <a:gd name="connsiteY372" fmla="*/ 60110 h 964683"/>
              <a:gd name="connsiteX373" fmla="*/ 716519 w 961132"/>
              <a:gd name="connsiteY373" fmla="*/ 61746 h 964683"/>
              <a:gd name="connsiteX374" fmla="*/ 718447 w 961132"/>
              <a:gd name="connsiteY374" fmla="*/ 63401 h 964683"/>
              <a:gd name="connsiteX375" fmla="*/ 720375 w 961132"/>
              <a:gd name="connsiteY375" fmla="*/ 65077 h 964683"/>
              <a:gd name="connsiteX376" fmla="*/ 722293 w 961132"/>
              <a:gd name="connsiteY376" fmla="*/ 66770 h 964683"/>
              <a:gd name="connsiteX377" fmla="*/ 724221 w 961132"/>
              <a:gd name="connsiteY377" fmla="*/ 68483 h 964683"/>
              <a:gd name="connsiteX378" fmla="*/ 726149 w 961132"/>
              <a:gd name="connsiteY378" fmla="*/ 70217 h 964683"/>
              <a:gd name="connsiteX379" fmla="*/ 728077 w 961132"/>
              <a:gd name="connsiteY379" fmla="*/ 71969 h 964683"/>
              <a:gd name="connsiteX380" fmla="*/ 730005 w 961132"/>
              <a:gd name="connsiteY380" fmla="*/ 73739 h 964683"/>
              <a:gd name="connsiteX381" fmla="*/ 731923 w 961132"/>
              <a:gd name="connsiteY381" fmla="*/ 75529 h 964683"/>
              <a:gd name="connsiteX382" fmla="*/ 733851 w 961132"/>
              <a:gd name="connsiteY382" fmla="*/ 77337 h 964683"/>
              <a:gd name="connsiteX383" fmla="*/ 735779 w 961132"/>
              <a:gd name="connsiteY383" fmla="*/ 79163 h 964683"/>
              <a:gd name="connsiteX384" fmla="*/ 737707 w 961132"/>
              <a:gd name="connsiteY384" fmla="*/ 81009 h 964683"/>
              <a:gd name="connsiteX385" fmla="*/ 739635 w 961132"/>
              <a:gd name="connsiteY385" fmla="*/ 82872 h 964683"/>
              <a:gd name="connsiteX386" fmla="*/ 741553 w 961132"/>
              <a:gd name="connsiteY386" fmla="*/ 84754 h 964683"/>
              <a:gd name="connsiteX387" fmla="*/ 743482 w 961132"/>
              <a:gd name="connsiteY387" fmla="*/ 86653 h 964683"/>
              <a:gd name="connsiteX388" fmla="*/ 745410 w 961132"/>
              <a:gd name="connsiteY388" fmla="*/ 88571 h 964683"/>
              <a:gd name="connsiteX389" fmla="*/ 747338 w 961132"/>
              <a:gd name="connsiteY389" fmla="*/ 90506 h 964683"/>
              <a:gd name="connsiteX390" fmla="*/ 749266 w 961132"/>
              <a:gd name="connsiteY390" fmla="*/ 92459 h 964683"/>
              <a:gd name="connsiteX391" fmla="*/ 751184 w 961132"/>
              <a:gd name="connsiteY391" fmla="*/ 94429 h 964683"/>
              <a:gd name="connsiteX392" fmla="*/ 753112 w 961132"/>
              <a:gd name="connsiteY392" fmla="*/ 96417 h 964683"/>
              <a:gd name="connsiteX393" fmla="*/ 755040 w 961132"/>
              <a:gd name="connsiteY393" fmla="*/ 98422 h 964683"/>
              <a:gd name="connsiteX394" fmla="*/ 756968 w 961132"/>
              <a:gd name="connsiteY394" fmla="*/ 100443 h 964683"/>
              <a:gd name="connsiteX395" fmla="*/ 758896 w 961132"/>
              <a:gd name="connsiteY395" fmla="*/ 102483 h 964683"/>
              <a:gd name="connsiteX396" fmla="*/ 760814 w 961132"/>
              <a:gd name="connsiteY396" fmla="*/ 104538 h 964683"/>
              <a:gd name="connsiteX397" fmla="*/ 762742 w 961132"/>
              <a:gd name="connsiteY397" fmla="*/ 106610 h 964683"/>
              <a:gd name="connsiteX398" fmla="*/ 764670 w 961132"/>
              <a:gd name="connsiteY398" fmla="*/ 108699 h 964683"/>
              <a:gd name="connsiteX399" fmla="*/ 766598 w 961132"/>
              <a:gd name="connsiteY399" fmla="*/ 110804 h 964683"/>
              <a:gd name="connsiteX400" fmla="*/ 768526 w 961132"/>
              <a:gd name="connsiteY400" fmla="*/ 112926 h 964683"/>
              <a:gd name="connsiteX401" fmla="*/ 770444 w 961132"/>
              <a:gd name="connsiteY401" fmla="*/ 115063 h 964683"/>
              <a:gd name="connsiteX402" fmla="*/ 772372 w 961132"/>
              <a:gd name="connsiteY402" fmla="*/ 117216 h 964683"/>
              <a:gd name="connsiteX403" fmla="*/ 774300 w 961132"/>
              <a:gd name="connsiteY403" fmla="*/ 119386 h 964683"/>
              <a:gd name="connsiteX404" fmla="*/ 776229 w 961132"/>
              <a:gd name="connsiteY404" fmla="*/ 121570 h 964683"/>
              <a:gd name="connsiteX405" fmla="*/ 778157 w 961132"/>
              <a:gd name="connsiteY405" fmla="*/ 123771 h 964683"/>
              <a:gd name="connsiteX406" fmla="*/ 780085 w 961132"/>
              <a:gd name="connsiteY406" fmla="*/ 125986 h 964683"/>
              <a:gd name="connsiteX407" fmla="*/ 782003 w 961132"/>
              <a:gd name="connsiteY407" fmla="*/ 128216 h 964683"/>
              <a:gd name="connsiteX408" fmla="*/ 783931 w 961132"/>
              <a:gd name="connsiteY408" fmla="*/ 130462 h 964683"/>
              <a:gd name="connsiteX409" fmla="*/ 785859 w 961132"/>
              <a:gd name="connsiteY409" fmla="*/ 132722 h 964683"/>
              <a:gd name="connsiteX410" fmla="*/ 787787 w 961132"/>
              <a:gd name="connsiteY410" fmla="*/ 134998 h 964683"/>
              <a:gd name="connsiteX411" fmla="*/ 789715 w 961132"/>
              <a:gd name="connsiteY411" fmla="*/ 137287 h 964683"/>
              <a:gd name="connsiteX412" fmla="*/ 791633 w 961132"/>
              <a:gd name="connsiteY412" fmla="*/ 139592 h 964683"/>
              <a:gd name="connsiteX413" fmla="*/ 793561 w 961132"/>
              <a:gd name="connsiteY413" fmla="*/ 141910 h 964683"/>
              <a:gd name="connsiteX414" fmla="*/ 795489 w 961132"/>
              <a:gd name="connsiteY414" fmla="*/ 144242 h 964683"/>
              <a:gd name="connsiteX415" fmla="*/ 797417 w 961132"/>
              <a:gd name="connsiteY415" fmla="*/ 146588 h 964683"/>
              <a:gd name="connsiteX416" fmla="*/ 799345 w 961132"/>
              <a:gd name="connsiteY416" fmla="*/ 148949 h 964683"/>
              <a:gd name="connsiteX417" fmla="*/ 801263 w 961132"/>
              <a:gd name="connsiteY417" fmla="*/ 151323 h 964683"/>
              <a:gd name="connsiteX418" fmla="*/ 803191 w 961132"/>
              <a:gd name="connsiteY418" fmla="*/ 153710 h 964683"/>
              <a:gd name="connsiteX419" fmla="*/ 805119 w 961132"/>
              <a:gd name="connsiteY419" fmla="*/ 156110 h 964683"/>
              <a:gd name="connsiteX420" fmla="*/ 807047 w 961132"/>
              <a:gd name="connsiteY420" fmla="*/ 158523 h 964683"/>
              <a:gd name="connsiteX421" fmla="*/ 808975 w 961132"/>
              <a:gd name="connsiteY421" fmla="*/ 160950 h 964683"/>
              <a:gd name="connsiteX422" fmla="*/ 810894 w 961132"/>
              <a:gd name="connsiteY422" fmla="*/ 163390 h 964683"/>
              <a:gd name="connsiteX423" fmla="*/ 812822 w 961132"/>
              <a:gd name="connsiteY423" fmla="*/ 165842 h 964683"/>
              <a:gd name="connsiteX424" fmla="*/ 814750 w 961132"/>
              <a:gd name="connsiteY424" fmla="*/ 168307 h 964683"/>
              <a:gd name="connsiteX425" fmla="*/ 816678 w 961132"/>
              <a:gd name="connsiteY425" fmla="*/ 170783 h 964683"/>
              <a:gd name="connsiteX426" fmla="*/ 818606 w 961132"/>
              <a:gd name="connsiteY426" fmla="*/ 173272 h 964683"/>
              <a:gd name="connsiteX427" fmla="*/ 820524 w 961132"/>
              <a:gd name="connsiteY427" fmla="*/ 175773 h 964683"/>
              <a:gd name="connsiteX428" fmla="*/ 822452 w 961132"/>
              <a:gd name="connsiteY428" fmla="*/ 178286 h 964683"/>
              <a:gd name="connsiteX429" fmla="*/ 824380 w 961132"/>
              <a:gd name="connsiteY429" fmla="*/ 180810 h 964683"/>
              <a:gd name="connsiteX430" fmla="*/ 826308 w 961132"/>
              <a:gd name="connsiteY430" fmla="*/ 183346 h 964683"/>
              <a:gd name="connsiteX431" fmla="*/ 828236 w 961132"/>
              <a:gd name="connsiteY431" fmla="*/ 185893 h 964683"/>
              <a:gd name="connsiteX432" fmla="*/ 830154 w 961132"/>
              <a:gd name="connsiteY432" fmla="*/ 188452 h 964683"/>
              <a:gd name="connsiteX433" fmla="*/ 832082 w 961132"/>
              <a:gd name="connsiteY433" fmla="*/ 191022 h 964683"/>
              <a:gd name="connsiteX434" fmla="*/ 834010 w 961132"/>
              <a:gd name="connsiteY434" fmla="*/ 193602 h 964683"/>
              <a:gd name="connsiteX435" fmla="*/ 835938 w 961132"/>
              <a:gd name="connsiteY435" fmla="*/ 196193 h 964683"/>
              <a:gd name="connsiteX436" fmla="*/ 837866 w 961132"/>
              <a:gd name="connsiteY436" fmla="*/ 198794 h 964683"/>
              <a:gd name="connsiteX437" fmla="*/ 839794 w 961132"/>
              <a:gd name="connsiteY437" fmla="*/ 201406 h 964683"/>
              <a:gd name="connsiteX438" fmla="*/ 841713 w 961132"/>
              <a:gd name="connsiteY438" fmla="*/ 204029 h 964683"/>
              <a:gd name="connsiteX439" fmla="*/ 843641 w 961132"/>
              <a:gd name="connsiteY439" fmla="*/ 206661 h 964683"/>
              <a:gd name="connsiteX440" fmla="*/ 845569 w 961132"/>
              <a:gd name="connsiteY440" fmla="*/ 209302 h 964683"/>
              <a:gd name="connsiteX441" fmla="*/ 847497 w 961132"/>
              <a:gd name="connsiteY441" fmla="*/ 211955 h 964683"/>
              <a:gd name="connsiteX442" fmla="*/ 849425 w 961132"/>
              <a:gd name="connsiteY442" fmla="*/ 214615 h 964683"/>
              <a:gd name="connsiteX443" fmla="*/ 851343 w 961132"/>
              <a:gd name="connsiteY443" fmla="*/ 217286 h 964683"/>
              <a:gd name="connsiteX444" fmla="*/ 853271 w 961132"/>
              <a:gd name="connsiteY444" fmla="*/ 219966 h 964683"/>
              <a:gd name="connsiteX445" fmla="*/ 855199 w 961132"/>
              <a:gd name="connsiteY445" fmla="*/ 222655 h 964683"/>
              <a:gd name="connsiteX446" fmla="*/ 857127 w 961132"/>
              <a:gd name="connsiteY446" fmla="*/ 225353 h 964683"/>
              <a:gd name="connsiteX447" fmla="*/ 859055 w 961132"/>
              <a:gd name="connsiteY447" fmla="*/ 228059 h 964683"/>
              <a:gd name="connsiteX448" fmla="*/ 860973 w 961132"/>
              <a:gd name="connsiteY448" fmla="*/ 230773 h 964683"/>
              <a:gd name="connsiteX449" fmla="*/ 862901 w 961132"/>
              <a:gd name="connsiteY449" fmla="*/ 233496 h 964683"/>
              <a:gd name="connsiteX450" fmla="*/ 864829 w 961132"/>
              <a:gd name="connsiteY450" fmla="*/ 236228 h 964683"/>
              <a:gd name="connsiteX451" fmla="*/ 866757 w 961132"/>
              <a:gd name="connsiteY451" fmla="*/ 238967 h 964683"/>
              <a:gd name="connsiteX452" fmla="*/ 868685 w 961132"/>
              <a:gd name="connsiteY452" fmla="*/ 241714 h 964683"/>
              <a:gd name="connsiteX453" fmla="*/ 870603 w 961132"/>
              <a:gd name="connsiteY453" fmla="*/ 244469 h 964683"/>
              <a:gd name="connsiteX454" fmla="*/ 872531 w 961132"/>
              <a:gd name="connsiteY454" fmla="*/ 247232 h 964683"/>
              <a:gd name="connsiteX455" fmla="*/ 874459 w 961132"/>
              <a:gd name="connsiteY455" fmla="*/ 250001 h 964683"/>
              <a:gd name="connsiteX456" fmla="*/ 876388 w 961132"/>
              <a:gd name="connsiteY456" fmla="*/ 252779 h 964683"/>
              <a:gd name="connsiteX457" fmla="*/ 878316 w 961132"/>
              <a:gd name="connsiteY457" fmla="*/ 255563 h 964683"/>
              <a:gd name="connsiteX458" fmla="*/ 880234 w 961132"/>
              <a:gd name="connsiteY458" fmla="*/ 258353 h 964683"/>
              <a:gd name="connsiteX459" fmla="*/ 882162 w 961132"/>
              <a:gd name="connsiteY459" fmla="*/ 261151 h 964683"/>
              <a:gd name="connsiteX460" fmla="*/ 884090 w 961132"/>
              <a:gd name="connsiteY460" fmla="*/ 263955 h 964683"/>
              <a:gd name="connsiteX461" fmla="*/ 886018 w 961132"/>
              <a:gd name="connsiteY461" fmla="*/ 266765 h 964683"/>
              <a:gd name="connsiteX462" fmla="*/ 887946 w 961132"/>
              <a:gd name="connsiteY462" fmla="*/ 269582 h 964683"/>
              <a:gd name="connsiteX463" fmla="*/ 889864 w 961132"/>
              <a:gd name="connsiteY463" fmla="*/ 272404 h 964683"/>
              <a:gd name="connsiteX464" fmla="*/ 891792 w 961132"/>
              <a:gd name="connsiteY464" fmla="*/ 275232 h 964683"/>
              <a:gd name="connsiteX465" fmla="*/ 893720 w 961132"/>
              <a:gd name="connsiteY465" fmla="*/ 278066 h 964683"/>
              <a:gd name="connsiteX466" fmla="*/ 895648 w 961132"/>
              <a:gd name="connsiteY466" fmla="*/ 280905 h 964683"/>
              <a:gd name="connsiteX467" fmla="*/ 897576 w 961132"/>
              <a:gd name="connsiteY467" fmla="*/ 283751 h 964683"/>
              <a:gd name="connsiteX468" fmla="*/ 899504 w 961132"/>
              <a:gd name="connsiteY468" fmla="*/ 286600 h 964683"/>
              <a:gd name="connsiteX469" fmla="*/ 901422 w 961132"/>
              <a:gd name="connsiteY469" fmla="*/ 289455 h 964683"/>
              <a:gd name="connsiteX470" fmla="*/ 903350 w 961132"/>
              <a:gd name="connsiteY470" fmla="*/ 292316 h 964683"/>
              <a:gd name="connsiteX471" fmla="*/ 905278 w 961132"/>
              <a:gd name="connsiteY471" fmla="*/ 295180 h 964683"/>
              <a:gd name="connsiteX472" fmla="*/ 907207 w 961132"/>
              <a:gd name="connsiteY472" fmla="*/ 298049 h 964683"/>
              <a:gd name="connsiteX473" fmla="*/ 909135 w 961132"/>
              <a:gd name="connsiteY473" fmla="*/ 300922 h 964683"/>
              <a:gd name="connsiteX474" fmla="*/ 911053 w 961132"/>
              <a:gd name="connsiteY474" fmla="*/ 303800 h 964683"/>
              <a:gd name="connsiteX475" fmla="*/ 912981 w 961132"/>
              <a:gd name="connsiteY475" fmla="*/ 306682 h 964683"/>
              <a:gd name="connsiteX476" fmla="*/ 914909 w 961132"/>
              <a:gd name="connsiteY476" fmla="*/ 309568 h 964683"/>
              <a:gd name="connsiteX477" fmla="*/ 916837 w 961132"/>
              <a:gd name="connsiteY477" fmla="*/ 312457 h 964683"/>
              <a:gd name="connsiteX478" fmla="*/ 918765 w 961132"/>
              <a:gd name="connsiteY478" fmla="*/ 315350 h 964683"/>
              <a:gd name="connsiteX479" fmla="*/ 920683 w 961132"/>
              <a:gd name="connsiteY479" fmla="*/ 318246 h 964683"/>
              <a:gd name="connsiteX480" fmla="*/ 922611 w 961132"/>
              <a:gd name="connsiteY480" fmla="*/ 321146 h 964683"/>
              <a:gd name="connsiteX481" fmla="*/ 924539 w 961132"/>
              <a:gd name="connsiteY481" fmla="*/ 324048 h 964683"/>
              <a:gd name="connsiteX482" fmla="*/ 926467 w 961132"/>
              <a:gd name="connsiteY482" fmla="*/ 326954 h 964683"/>
              <a:gd name="connsiteX483" fmla="*/ 928395 w 961132"/>
              <a:gd name="connsiteY483" fmla="*/ 329862 h 964683"/>
              <a:gd name="connsiteX484" fmla="*/ 930313 w 961132"/>
              <a:gd name="connsiteY484" fmla="*/ 332773 h 964683"/>
              <a:gd name="connsiteX485" fmla="*/ 932241 w 961132"/>
              <a:gd name="connsiteY485" fmla="*/ 335687 h 964683"/>
              <a:gd name="connsiteX486" fmla="*/ 934169 w 961132"/>
              <a:gd name="connsiteY486" fmla="*/ 338602 h 964683"/>
              <a:gd name="connsiteX487" fmla="*/ 936097 w 961132"/>
              <a:gd name="connsiteY487" fmla="*/ 341520 h 964683"/>
              <a:gd name="connsiteX488" fmla="*/ 938025 w 961132"/>
              <a:gd name="connsiteY488" fmla="*/ 344439 h 964683"/>
              <a:gd name="connsiteX489" fmla="*/ 939944 w 961132"/>
              <a:gd name="connsiteY489" fmla="*/ 347361 h 964683"/>
              <a:gd name="connsiteX490" fmla="*/ 941872 w 961132"/>
              <a:gd name="connsiteY490" fmla="*/ 350284 h 964683"/>
              <a:gd name="connsiteX491" fmla="*/ 943800 w 961132"/>
              <a:gd name="connsiteY491" fmla="*/ 353209 h 964683"/>
              <a:gd name="connsiteX492" fmla="*/ 945728 w 961132"/>
              <a:gd name="connsiteY492" fmla="*/ 356135 h 964683"/>
              <a:gd name="connsiteX493" fmla="*/ 947656 w 961132"/>
              <a:gd name="connsiteY493" fmla="*/ 359062 h 964683"/>
              <a:gd name="connsiteX494" fmla="*/ 949574 w 961132"/>
              <a:gd name="connsiteY494" fmla="*/ 361991 h 964683"/>
              <a:gd name="connsiteX495" fmla="*/ 951502 w 961132"/>
              <a:gd name="connsiteY495" fmla="*/ 364920 h 964683"/>
              <a:gd name="connsiteX496" fmla="*/ 953430 w 961132"/>
              <a:gd name="connsiteY496" fmla="*/ 367849 h 964683"/>
              <a:gd name="connsiteX497" fmla="*/ 955358 w 961132"/>
              <a:gd name="connsiteY497" fmla="*/ 370780 h 964683"/>
              <a:gd name="connsiteX498" fmla="*/ 957286 w 961132"/>
              <a:gd name="connsiteY498" fmla="*/ 373711 h 964683"/>
              <a:gd name="connsiteX499" fmla="*/ 959214 w 961132"/>
              <a:gd name="connsiteY499" fmla="*/ 376642 h 964683"/>
              <a:gd name="connsiteX500" fmla="*/ 961132 w 961132"/>
              <a:gd name="connsiteY500" fmla="*/ 379574 h 964683"/>
              <a:gd name="connsiteX501" fmla="*/ 961132 w 961132"/>
              <a:gd name="connsiteY501" fmla="*/ 964684 h 964683"/>
              <a:gd name="connsiteX502" fmla="*/ 959214 w 961132"/>
              <a:gd name="connsiteY502" fmla="*/ 964684 h 964683"/>
              <a:gd name="connsiteX503" fmla="*/ 957286 w 961132"/>
              <a:gd name="connsiteY503" fmla="*/ 964684 h 964683"/>
              <a:gd name="connsiteX504" fmla="*/ 955358 w 961132"/>
              <a:gd name="connsiteY504" fmla="*/ 964684 h 964683"/>
              <a:gd name="connsiteX505" fmla="*/ 953430 w 961132"/>
              <a:gd name="connsiteY505" fmla="*/ 964684 h 964683"/>
              <a:gd name="connsiteX506" fmla="*/ 951502 w 961132"/>
              <a:gd name="connsiteY506" fmla="*/ 964684 h 964683"/>
              <a:gd name="connsiteX507" fmla="*/ 949574 w 961132"/>
              <a:gd name="connsiteY507" fmla="*/ 964684 h 964683"/>
              <a:gd name="connsiteX508" fmla="*/ 947656 w 961132"/>
              <a:gd name="connsiteY508" fmla="*/ 964684 h 964683"/>
              <a:gd name="connsiteX509" fmla="*/ 945728 w 961132"/>
              <a:gd name="connsiteY509" fmla="*/ 964684 h 964683"/>
              <a:gd name="connsiteX510" fmla="*/ 943800 w 961132"/>
              <a:gd name="connsiteY510" fmla="*/ 964684 h 964683"/>
              <a:gd name="connsiteX511" fmla="*/ 941872 w 961132"/>
              <a:gd name="connsiteY511" fmla="*/ 964684 h 964683"/>
              <a:gd name="connsiteX512" fmla="*/ 939944 w 961132"/>
              <a:gd name="connsiteY512" fmla="*/ 964684 h 964683"/>
              <a:gd name="connsiteX513" fmla="*/ 938025 w 961132"/>
              <a:gd name="connsiteY513" fmla="*/ 964684 h 964683"/>
              <a:gd name="connsiteX514" fmla="*/ 936097 w 961132"/>
              <a:gd name="connsiteY514" fmla="*/ 964684 h 964683"/>
              <a:gd name="connsiteX515" fmla="*/ 934169 w 961132"/>
              <a:gd name="connsiteY515" fmla="*/ 964684 h 964683"/>
              <a:gd name="connsiteX516" fmla="*/ 932241 w 961132"/>
              <a:gd name="connsiteY516" fmla="*/ 964684 h 964683"/>
              <a:gd name="connsiteX517" fmla="*/ 930313 w 961132"/>
              <a:gd name="connsiteY517" fmla="*/ 964684 h 964683"/>
              <a:gd name="connsiteX518" fmla="*/ 928395 w 961132"/>
              <a:gd name="connsiteY518" fmla="*/ 964684 h 964683"/>
              <a:gd name="connsiteX519" fmla="*/ 926467 w 961132"/>
              <a:gd name="connsiteY519" fmla="*/ 964684 h 964683"/>
              <a:gd name="connsiteX520" fmla="*/ 924539 w 961132"/>
              <a:gd name="connsiteY520" fmla="*/ 964684 h 964683"/>
              <a:gd name="connsiteX521" fmla="*/ 922611 w 961132"/>
              <a:gd name="connsiteY521" fmla="*/ 964684 h 964683"/>
              <a:gd name="connsiteX522" fmla="*/ 920683 w 961132"/>
              <a:gd name="connsiteY522" fmla="*/ 964684 h 964683"/>
              <a:gd name="connsiteX523" fmla="*/ 918765 w 961132"/>
              <a:gd name="connsiteY523" fmla="*/ 964684 h 964683"/>
              <a:gd name="connsiteX524" fmla="*/ 916837 w 961132"/>
              <a:gd name="connsiteY524" fmla="*/ 964684 h 964683"/>
              <a:gd name="connsiteX525" fmla="*/ 914909 w 961132"/>
              <a:gd name="connsiteY525" fmla="*/ 964684 h 964683"/>
              <a:gd name="connsiteX526" fmla="*/ 912981 w 961132"/>
              <a:gd name="connsiteY526" fmla="*/ 964684 h 964683"/>
              <a:gd name="connsiteX527" fmla="*/ 911053 w 961132"/>
              <a:gd name="connsiteY527" fmla="*/ 964684 h 964683"/>
              <a:gd name="connsiteX528" fmla="*/ 909135 w 961132"/>
              <a:gd name="connsiteY528" fmla="*/ 964684 h 964683"/>
              <a:gd name="connsiteX529" fmla="*/ 907207 w 961132"/>
              <a:gd name="connsiteY529" fmla="*/ 964684 h 964683"/>
              <a:gd name="connsiteX530" fmla="*/ 905278 w 961132"/>
              <a:gd name="connsiteY530" fmla="*/ 964684 h 964683"/>
              <a:gd name="connsiteX531" fmla="*/ 903350 w 961132"/>
              <a:gd name="connsiteY531" fmla="*/ 964684 h 964683"/>
              <a:gd name="connsiteX532" fmla="*/ 901422 w 961132"/>
              <a:gd name="connsiteY532" fmla="*/ 964684 h 964683"/>
              <a:gd name="connsiteX533" fmla="*/ 899504 w 961132"/>
              <a:gd name="connsiteY533" fmla="*/ 964684 h 964683"/>
              <a:gd name="connsiteX534" fmla="*/ 897576 w 961132"/>
              <a:gd name="connsiteY534" fmla="*/ 964684 h 964683"/>
              <a:gd name="connsiteX535" fmla="*/ 895648 w 961132"/>
              <a:gd name="connsiteY535" fmla="*/ 964684 h 964683"/>
              <a:gd name="connsiteX536" fmla="*/ 893720 w 961132"/>
              <a:gd name="connsiteY536" fmla="*/ 964684 h 964683"/>
              <a:gd name="connsiteX537" fmla="*/ 891792 w 961132"/>
              <a:gd name="connsiteY537" fmla="*/ 964684 h 964683"/>
              <a:gd name="connsiteX538" fmla="*/ 889864 w 961132"/>
              <a:gd name="connsiteY538" fmla="*/ 964684 h 964683"/>
              <a:gd name="connsiteX539" fmla="*/ 887946 w 961132"/>
              <a:gd name="connsiteY539" fmla="*/ 964684 h 964683"/>
              <a:gd name="connsiteX540" fmla="*/ 886018 w 961132"/>
              <a:gd name="connsiteY540" fmla="*/ 964684 h 964683"/>
              <a:gd name="connsiteX541" fmla="*/ 884090 w 961132"/>
              <a:gd name="connsiteY541" fmla="*/ 964684 h 964683"/>
              <a:gd name="connsiteX542" fmla="*/ 882162 w 961132"/>
              <a:gd name="connsiteY542" fmla="*/ 964684 h 964683"/>
              <a:gd name="connsiteX543" fmla="*/ 880234 w 961132"/>
              <a:gd name="connsiteY543" fmla="*/ 964684 h 964683"/>
              <a:gd name="connsiteX544" fmla="*/ 878316 w 961132"/>
              <a:gd name="connsiteY544" fmla="*/ 964684 h 964683"/>
              <a:gd name="connsiteX545" fmla="*/ 876388 w 961132"/>
              <a:gd name="connsiteY545" fmla="*/ 964684 h 964683"/>
              <a:gd name="connsiteX546" fmla="*/ 874459 w 961132"/>
              <a:gd name="connsiteY546" fmla="*/ 964684 h 964683"/>
              <a:gd name="connsiteX547" fmla="*/ 872531 w 961132"/>
              <a:gd name="connsiteY547" fmla="*/ 964684 h 964683"/>
              <a:gd name="connsiteX548" fmla="*/ 870603 w 961132"/>
              <a:gd name="connsiteY548" fmla="*/ 964684 h 964683"/>
              <a:gd name="connsiteX549" fmla="*/ 868685 w 961132"/>
              <a:gd name="connsiteY549" fmla="*/ 964684 h 964683"/>
              <a:gd name="connsiteX550" fmla="*/ 866757 w 961132"/>
              <a:gd name="connsiteY550" fmla="*/ 964684 h 964683"/>
              <a:gd name="connsiteX551" fmla="*/ 864829 w 961132"/>
              <a:gd name="connsiteY551" fmla="*/ 964684 h 964683"/>
              <a:gd name="connsiteX552" fmla="*/ 862901 w 961132"/>
              <a:gd name="connsiteY552" fmla="*/ 964684 h 964683"/>
              <a:gd name="connsiteX553" fmla="*/ 860973 w 961132"/>
              <a:gd name="connsiteY553" fmla="*/ 964684 h 964683"/>
              <a:gd name="connsiteX554" fmla="*/ 859055 w 961132"/>
              <a:gd name="connsiteY554" fmla="*/ 964684 h 964683"/>
              <a:gd name="connsiteX555" fmla="*/ 857127 w 961132"/>
              <a:gd name="connsiteY555" fmla="*/ 964684 h 964683"/>
              <a:gd name="connsiteX556" fmla="*/ 855199 w 961132"/>
              <a:gd name="connsiteY556" fmla="*/ 964684 h 964683"/>
              <a:gd name="connsiteX557" fmla="*/ 853271 w 961132"/>
              <a:gd name="connsiteY557" fmla="*/ 964684 h 964683"/>
              <a:gd name="connsiteX558" fmla="*/ 851343 w 961132"/>
              <a:gd name="connsiteY558" fmla="*/ 964684 h 964683"/>
              <a:gd name="connsiteX559" fmla="*/ 849425 w 961132"/>
              <a:gd name="connsiteY559" fmla="*/ 964684 h 964683"/>
              <a:gd name="connsiteX560" fmla="*/ 847497 w 961132"/>
              <a:gd name="connsiteY560" fmla="*/ 964684 h 964683"/>
              <a:gd name="connsiteX561" fmla="*/ 845569 w 961132"/>
              <a:gd name="connsiteY561" fmla="*/ 964684 h 964683"/>
              <a:gd name="connsiteX562" fmla="*/ 843641 w 961132"/>
              <a:gd name="connsiteY562" fmla="*/ 964684 h 964683"/>
              <a:gd name="connsiteX563" fmla="*/ 841713 w 961132"/>
              <a:gd name="connsiteY563" fmla="*/ 964684 h 964683"/>
              <a:gd name="connsiteX564" fmla="*/ 839794 w 961132"/>
              <a:gd name="connsiteY564" fmla="*/ 964684 h 964683"/>
              <a:gd name="connsiteX565" fmla="*/ 837866 w 961132"/>
              <a:gd name="connsiteY565" fmla="*/ 964684 h 964683"/>
              <a:gd name="connsiteX566" fmla="*/ 835938 w 961132"/>
              <a:gd name="connsiteY566" fmla="*/ 964684 h 964683"/>
              <a:gd name="connsiteX567" fmla="*/ 834010 w 961132"/>
              <a:gd name="connsiteY567" fmla="*/ 964684 h 964683"/>
              <a:gd name="connsiteX568" fmla="*/ 832082 w 961132"/>
              <a:gd name="connsiteY568" fmla="*/ 964684 h 964683"/>
              <a:gd name="connsiteX569" fmla="*/ 830154 w 961132"/>
              <a:gd name="connsiteY569" fmla="*/ 964684 h 964683"/>
              <a:gd name="connsiteX570" fmla="*/ 828236 w 961132"/>
              <a:gd name="connsiteY570" fmla="*/ 964684 h 964683"/>
              <a:gd name="connsiteX571" fmla="*/ 826308 w 961132"/>
              <a:gd name="connsiteY571" fmla="*/ 964684 h 964683"/>
              <a:gd name="connsiteX572" fmla="*/ 824380 w 961132"/>
              <a:gd name="connsiteY572" fmla="*/ 964684 h 964683"/>
              <a:gd name="connsiteX573" fmla="*/ 822452 w 961132"/>
              <a:gd name="connsiteY573" fmla="*/ 964684 h 964683"/>
              <a:gd name="connsiteX574" fmla="*/ 820524 w 961132"/>
              <a:gd name="connsiteY574" fmla="*/ 964684 h 964683"/>
              <a:gd name="connsiteX575" fmla="*/ 818606 w 961132"/>
              <a:gd name="connsiteY575" fmla="*/ 964684 h 964683"/>
              <a:gd name="connsiteX576" fmla="*/ 816678 w 961132"/>
              <a:gd name="connsiteY576" fmla="*/ 964684 h 964683"/>
              <a:gd name="connsiteX577" fmla="*/ 814750 w 961132"/>
              <a:gd name="connsiteY577" fmla="*/ 964684 h 964683"/>
              <a:gd name="connsiteX578" fmla="*/ 812822 w 961132"/>
              <a:gd name="connsiteY578" fmla="*/ 964684 h 964683"/>
              <a:gd name="connsiteX579" fmla="*/ 810894 w 961132"/>
              <a:gd name="connsiteY579" fmla="*/ 964684 h 964683"/>
              <a:gd name="connsiteX580" fmla="*/ 808975 w 961132"/>
              <a:gd name="connsiteY580" fmla="*/ 964684 h 964683"/>
              <a:gd name="connsiteX581" fmla="*/ 807047 w 961132"/>
              <a:gd name="connsiteY581" fmla="*/ 964684 h 964683"/>
              <a:gd name="connsiteX582" fmla="*/ 805119 w 961132"/>
              <a:gd name="connsiteY582" fmla="*/ 964684 h 964683"/>
              <a:gd name="connsiteX583" fmla="*/ 803191 w 961132"/>
              <a:gd name="connsiteY583" fmla="*/ 964684 h 964683"/>
              <a:gd name="connsiteX584" fmla="*/ 801263 w 961132"/>
              <a:gd name="connsiteY584" fmla="*/ 964684 h 964683"/>
              <a:gd name="connsiteX585" fmla="*/ 799345 w 961132"/>
              <a:gd name="connsiteY585" fmla="*/ 964684 h 964683"/>
              <a:gd name="connsiteX586" fmla="*/ 797417 w 961132"/>
              <a:gd name="connsiteY586" fmla="*/ 964684 h 964683"/>
              <a:gd name="connsiteX587" fmla="*/ 795489 w 961132"/>
              <a:gd name="connsiteY587" fmla="*/ 964684 h 964683"/>
              <a:gd name="connsiteX588" fmla="*/ 793561 w 961132"/>
              <a:gd name="connsiteY588" fmla="*/ 964684 h 964683"/>
              <a:gd name="connsiteX589" fmla="*/ 791633 w 961132"/>
              <a:gd name="connsiteY589" fmla="*/ 964684 h 964683"/>
              <a:gd name="connsiteX590" fmla="*/ 789715 w 961132"/>
              <a:gd name="connsiteY590" fmla="*/ 964684 h 964683"/>
              <a:gd name="connsiteX591" fmla="*/ 787787 w 961132"/>
              <a:gd name="connsiteY591" fmla="*/ 964684 h 964683"/>
              <a:gd name="connsiteX592" fmla="*/ 785859 w 961132"/>
              <a:gd name="connsiteY592" fmla="*/ 964684 h 964683"/>
              <a:gd name="connsiteX593" fmla="*/ 783931 w 961132"/>
              <a:gd name="connsiteY593" fmla="*/ 964684 h 964683"/>
              <a:gd name="connsiteX594" fmla="*/ 782003 w 961132"/>
              <a:gd name="connsiteY594" fmla="*/ 964684 h 964683"/>
              <a:gd name="connsiteX595" fmla="*/ 780085 w 961132"/>
              <a:gd name="connsiteY595" fmla="*/ 964684 h 964683"/>
              <a:gd name="connsiteX596" fmla="*/ 778157 w 961132"/>
              <a:gd name="connsiteY596" fmla="*/ 964684 h 964683"/>
              <a:gd name="connsiteX597" fmla="*/ 776229 w 961132"/>
              <a:gd name="connsiteY597" fmla="*/ 964684 h 964683"/>
              <a:gd name="connsiteX598" fmla="*/ 774300 w 961132"/>
              <a:gd name="connsiteY598" fmla="*/ 964684 h 964683"/>
              <a:gd name="connsiteX599" fmla="*/ 772372 w 961132"/>
              <a:gd name="connsiteY599" fmla="*/ 964684 h 964683"/>
              <a:gd name="connsiteX600" fmla="*/ 770444 w 961132"/>
              <a:gd name="connsiteY600" fmla="*/ 964684 h 964683"/>
              <a:gd name="connsiteX601" fmla="*/ 768526 w 961132"/>
              <a:gd name="connsiteY601" fmla="*/ 964684 h 964683"/>
              <a:gd name="connsiteX602" fmla="*/ 766598 w 961132"/>
              <a:gd name="connsiteY602" fmla="*/ 964684 h 964683"/>
              <a:gd name="connsiteX603" fmla="*/ 764670 w 961132"/>
              <a:gd name="connsiteY603" fmla="*/ 964684 h 964683"/>
              <a:gd name="connsiteX604" fmla="*/ 762742 w 961132"/>
              <a:gd name="connsiteY604" fmla="*/ 964684 h 964683"/>
              <a:gd name="connsiteX605" fmla="*/ 760814 w 961132"/>
              <a:gd name="connsiteY605" fmla="*/ 964684 h 964683"/>
              <a:gd name="connsiteX606" fmla="*/ 758896 w 961132"/>
              <a:gd name="connsiteY606" fmla="*/ 964684 h 964683"/>
              <a:gd name="connsiteX607" fmla="*/ 756968 w 961132"/>
              <a:gd name="connsiteY607" fmla="*/ 964684 h 964683"/>
              <a:gd name="connsiteX608" fmla="*/ 755040 w 961132"/>
              <a:gd name="connsiteY608" fmla="*/ 964684 h 964683"/>
              <a:gd name="connsiteX609" fmla="*/ 753112 w 961132"/>
              <a:gd name="connsiteY609" fmla="*/ 964684 h 964683"/>
              <a:gd name="connsiteX610" fmla="*/ 751184 w 961132"/>
              <a:gd name="connsiteY610" fmla="*/ 964684 h 964683"/>
              <a:gd name="connsiteX611" fmla="*/ 749266 w 961132"/>
              <a:gd name="connsiteY611" fmla="*/ 964684 h 964683"/>
              <a:gd name="connsiteX612" fmla="*/ 747338 w 961132"/>
              <a:gd name="connsiteY612" fmla="*/ 964684 h 964683"/>
              <a:gd name="connsiteX613" fmla="*/ 745410 w 961132"/>
              <a:gd name="connsiteY613" fmla="*/ 964684 h 964683"/>
              <a:gd name="connsiteX614" fmla="*/ 743482 w 961132"/>
              <a:gd name="connsiteY614" fmla="*/ 964684 h 964683"/>
              <a:gd name="connsiteX615" fmla="*/ 741553 w 961132"/>
              <a:gd name="connsiteY615" fmla="*/ 964684 h 964683"/>
              <a:gd name="connsiteX616" fmla="*/ 739635 w 961132"/>
              <a:gd name="connsiteY616" fmla="*/ 964684 h 964683"/>
              <a:gd name="connsiteX617" fmla="*/ 737707 w 961132"/>
              <a:gd name="connsiteY617" fmla="*/ 964684 h 964683"/>
              <a:gd name="connsiteX618" fmla="*/ 735779 w 961132"/>
              <a:gd name="connsiteY618" fmla="*/ 964684 h 964683"/>
              <a:gd name="connsiteX619" fmla="*/ 733851 w 961132"/>
              <a:gd name="connsiteY619" fmla="*/ 964684 h 964683"/>
              <a:gd name="connsiteX620" fmla="*/ 731923 w 961132"/>
              <a:gd name="connsiteY620" fmla="*/ 964684 h 964683"/>
              <a:gd name="connsiteX621" fmla="*/ 730005 w 961132"/>
              <a:gd name="connsiteY621" fmla="*/ 964684 h 964683"/>
              <a:gd name="connsiteX622" fmla="*/ 728077 w 961132"/>
              <a:gd name="connsiteY622" fmla="*/ 964684 h 964683"/>
              <a:gd name="connsiteX623" fmla="*/ 726149 w 961132"/>
              <a:gd name="connsiteY623" fmla="*/ 964684 h 964683"/>
              <a:gd name="connsiteX624" fmla="*/ 724221 w 961132"/>
              <a:gd name="connsiteY624" fmla="*/ 964684 h 964683"/>
              <a:gd name="connsiteX625" fmla="*/ 722293 w 961132"/>
              <a:gd name="connsiteY625" fmla="*/ 964684 h 964683"/>
              <a:gd name="connsiteX626" fmla="*/ 720375 w 961132"/>
              <a:gd name="connsiteY626" fmla="*/ 964684 h 964683"/>
              <a:gd name="connsiteX627" fmla="*/ 718447 w 961132"/>
              <a:gd name="connsiteY627" fmla="*/ 964684 h 964683"/>
              <a:gd name="connsiteX628" fmla="*/ 716519 w 961132"/>
              <a:gd name="connsiteY628" fmla="*/ 964684 h 964683"/>
              <a:gd name="connsiteX629" fmla="*/ 714591 w 961132"/>
              <a:gd name="connsiteY629" fmla="*/ 964684 h 964683"/>
              <a:gd name="connsiteX630" fmla="*/ 712663 w 961132"/>
              <a:gd name="connsiteY630" fmla="*/ 964684 h 964683"/>
              <a:gd name="connsiteX631" fmla="*/ 710735 w 961132"/>
              <a:gd name="connsiteY631" fmla="*/ 964684 h 964683"/>
              <a:gd name="connsiteX632" fmla="*/ 708817 w 961132"/>
              <a:gd name="connsiteY632" fmla="*/ 964684 h 964683"/>
              <a:gd name="connsiteX633" fmla="*/ 706888 w 961132"/>
              <a:gd name="connsiteY633" fmla="*/ 964684 h 964683"/>
              <a:gd name="connsiteX634" fmla="*/ 704960 w 961132"/>
              <a:gd name="connsiteY634" fmla="*/ 964684 h 964683"/>
              <a:gd name="connsiteX635" fmla="*/ 703032 w 961132"/>
              <a:gd name="connsiteY635" fmla="*/ 964684 h 964683"/>
              <a:gd name="connsiteX636" fmla="*/ 701104 w 961132"/>
              <a:gd name="connsiteY636" fmla="*/ 964684 h 964683"/>
              <a:gd name="connsiteX637" fmla="*/ 699186 w 961132"/>
              <a:gd name="connsiteY637" fmla="*/ 964684 h 964683"/>
              <a:gd name="connsiteX638" fmla="*/ 697258 w 961132"/>
              <a:gd name="connsiteY638" fmla="*/ 964684 h 964683"/>
              <a:gd name="connsiteX639" fmla="*/ 695330 w 961132"/>
              <a:gd name="connsiteY639" fmla="*/ 964684 h 964683"/>
              <a:gd name="connsiteX640" fmla="*/ 693402 w 961132"/>
              <a:gd name="connsiteY640" fmla="*/ 964684 h 964683"/>
              <a:gd name="connsiteX641" fmla="*/ 691474 w 961132"/>
              <a:gd name="connsiteY641" fmla="*/ 964684 h 964683"/>
              <a:gd name="connsiteX642" fmla="*/ 689556 w 961132"/>
              <a:gd name="connsiteY642" fmla="*/ 964684 h 964683"/>
              <a:gd name="connsiteX643" fmla="*/ 687628 w 961132"/>
              <a:gd name="connsiteY643" fmla="*/ 964684 h 964683"/>
              <a:gd name="connsiteX644" fmla="*/ 685700 w 961132"/>
              <a:gd name="connsiteY644" fmla="*/ 964684 h 964683"/>
              <a:gd name="connsiteX645" fmla="*/ 683772 w 961132"/>
              <a:gd name="connsiteY645" fmla="*/ 964684 h 964683"/>
              <a:gd name="connsiteX646" fmla="*/ 681844 w 961132"/>
              <a:gd name="connsiteY646" fmla="*/ 964684 h 964683"/>
              <a:gd name="connsiteX647" fmla="*/ 679926 w 961132"/>
              <a:gd name="connsiteY647" fmla="*/ 964684 h 964683"/>
              <a:gd name="connsiteX648" fmla="*/ 677998 w 961132"/>
              <a:gd name="connsiteY648" fmla="*/ 964684 h 964683"/>
              <a:gd name="connsiteX649" fmla="*/ 676069 w 961132"/>
              <a:gd name="connsiteY649" fmla="*/ 964684 h 964683"/>
              <a:gd name="connsiteX650" fmla="*/ 674141 w 961132"/>
              <a:gd name="connsiteY650" fmla="*/ 964684 h 964683"/>
              <a:gd name="connsiteX651" fmla="*/ 672213 w 961132"/>
              <a:gd name="connsiteY651" fmla="*/ 964684 h 964683"/>
              <a:gd name="connsiteX652" fmla="*/ 670295 w 961132"/>
              <a:gd name="connsiteY652" fmla="*/ 964684 h 964683"/>
              <a:gd name="connsiteX653" fmla="*/ 668367 w 961132"/>
              <a:gd name="connsiteY653" fmla="*/ 964684 h 964683"/>
              <a:gd name="connsiteX654" fmla="*/ 666439 w 961132"/>
              <a:gd name="connsiteY654" fmla="*/ 964684 h 964683"/>
              <a:gd name="connsiteX655" fmla="*/ 664511 w 961132"/>
              <a:gd name="connsiteY655" fmla="*/ 964684 h 964683"/>
              <a:gd name="connsiteX656" fmla="*/ 662583 w 961132"/>
              <a:gd name="connsiteY656" fmla="*/ 964684 h 964683"/>
              <a:gd name="connsiteX657" fmla="*/ 660665 w 961132"/>
              <a:gd name="connsiteY657" fmla="*/ 964684 h 964683"/>
              <a:gd name="connsiteX658" fmla="*/ 658737 w 961132"/>
              <a:gd name="connsiteY658" fmla="*/ 964684 h 964683"/>
              <a:gd name="connsiteX659" fmla="*/ 656809 w 961132"/>
              <a:gd name="connsiteY659" fmla="*/ 964684 h 964683"/>
              <a:gd name="connsiteX660" fmla="*/ 654881 w 961132"/>
              <a:gd name="connsiteY660" fmla="*/ 964684 h 964683"/>
              <a:gd name="connsiteX661" fmla="*/ 652953 w 961132"/>
              <a:gd name="connsiteY661" fmla="*/ 964684 h 964683"/>
              <a:gd name="connsiteX662" fmla="*/ 651025 w 961132"/>
              <a:gd name="connsiteY662" fmla="*/ 964684 h 964683"/>
              <a:gd name="connsiteX663" fmla="*/ 649107 w 961132"/>
              <a:gd name="connsiteY663" fmla="*/ 964684 h 964683"/>
              <a:gd name="connsiteX664" fmla="*/ 647179 w 961132"/>
              <a:gd name="connsiteY664" fmla="*/ 964684 h 964683"/>
              <a:gd name="connsiteX665" fmla="*/ 645251 w 961132"/>
              <a:gd name="connsiteY665" fmla="*/ 964684 h 964683"/>
              <a:gd name="connsiteX666" fmla="*/ 643323 w 961132"/>
              <a:gd name="connsiteY666" fmla="*/ 964684 h 964683"/>
              <a:gd name="connsiteX667" fmla="*/ 641394 w 961132"/>
              <a:gd name="connsiteY667" fmla="*/ 964684 h 964683"/>
              <a:gd name="connsiteX668" fmla="*/ 639476 w 961132"/>
              <a:gd name="connsiteY668" fmla="*/ 964684 h 964683"/>
              <a:gd name="connsiteX669" fmla="*/ 637548 w 961132"/>
              <a:gd name="connsiteY669" fmla="*/ 964684 h 964683"/>
              <a:gd name="connsiteX670" fmla="*/ 635620 w 961132"/>
              <a:gd name="connsiteY670" fmla="*/ 964684 h 964683"/>
              <a:gd name="connsiteX671" fmla="*/ 633692 w 961132"/>
              <a:gd name="connsiteY671" fmla="*/ 964684 h 964683"/>
              <a:gd name="connsiteX672" fmla="*/ 631764 w 961132"/>
              <a:gd name="connsiteY672" fmla="*/ 964684 h 964683"/>
              <a:gd name="connsiteX673" fmla="*/ 629846 w 961132"/>
              <a:gd name="connsiteY673" fmla="*/ 964684 h 964683"/>
              <a:gd name="connsiteX674" fmla="*/ 627918 w 961132"/>
              <a:gd name="connsiteY674" fmla="*/ 964684 h 964683"/>
              <a:gd name="connsiteX675" fmla="*/ 625990 w 961132"/>
              <a:gd name="connsiteY675" fmla="*/ 964684 h 964683"/>
              <a:gd name="connsiteX676" fmla="*/ 624062 w 961132"/>
              <a:gd name="connsiteY676" fmla="*/ 964684 h 964683"/>
              <a:gd name="connsiteX677" fmla="*/ 622134 w 961132"/>
              <a:gd name="connsiteY677" fmla="*/ 964684 h 964683"/>
              <a:gd name="connsiteX678" fmla="*/ 620216 w 961132"/>
              <a:gd name="connsiteY678" fmla="*/ 964684 h 964683"/>
              <a:gd name="connsiteX679" fmla="*/ 618288 w 961132"/>
              <a:gd name="connsiteY679" fmla="*/ 964684 h 964683"/>
              <a:gd name="connsiteX680" fmla="*/ 616360 w 961132"/>
              <a:gd name="connsiteY680" fmla="*/ 964684 h 964683"/>
              <a:gd name="connsiteX681" fmla="*/ 614432 w 961132"/>
              <a:gd name="connsiteY681" fmla="*/ 964684 h 964683"/>
              <a:gd name="connsiteX682" fmla="*/ 612504 w 961132"/>
              <a:gd name="connsiteY682" fmla="*/ 964684 h 964683"/>
              <a:gd name="connsiteX683" fmla="*/ 610585 w 961132"/>
              <a:gd name="connsiteY683" fmla="*/ 964684 h 964683"/>
              <a:gd name="connsiteX684" fmla="*/ 608657 w 961132"/>
              <a:gd name="connsiteY684" fmla="*/ 964684 h 964683"/>
              <a:gd name="connsiteX685" fmla="*/ 606729 w 961132"/>
              <a:gd name="connsiteY685" fmla="*/ 964684 h 964683"/>
              <a:gd name="connsiteX686" fmla="*/ 604801 w 961132"/>
              <a:gd name="connsiteY686" fmla="*/ 964684 h 964683"/>
              <a:gd name="connsiteX687" fmla="*/ 602873 w 961132"/>
              <a:gd name="connsiteY687" fmla="*/ 964684 h 964683"/>
              <a:gd name="connsiteX688" fmla="*/ 600955 w 961132"/>
              <a:gd name="connsiteY688" fmla="*/ 964684 h 964683"/>
              <a:gd name="connsiteX689" fmla="*/ 599027 w 961132"/>
              <a:gd name="connsiteY689" fmla="*/ 964684 h 964683"/>
              <a:gd name="connsiteX690" fmla="*/ 597099 w 961132"/>
              <a:gd name="connsiteY690" fmla="*/ 964684 h 964683"/>
              <a:gd name="connsiteX691" fmla="*/ 595171 w 961132"/>
              <a:gd name="connsiteY691" fmla="*/ 964684 h 964683"/>
              <a:gd name="connsiteX692" fmla="*/ 593243 w 961132"/>
              <a:gd name="connsiteY692" fmla="*/ 964684 h 964683"/>
              <a:gd name="connsiteX693" fmla="*/ 591315 w 961132"/>
              <a:gd name="connsiteY693" fmla="*/ 964684 h 964683"/>
              <a:gd name="connsiteX694" fmla="*/ 589397 w 961132"/>
              <a:gd name="connsiteY694" fmla="*/ 964684 h 964683"/>
              <a:gd name="connsiteX695" fmla="*/ 587469 w 961132"/>
              <a:gd name="connsiteY695" fmla="*/ 964684 h 964683"/>
              <a:gd name="connsiteX696" fmla="*/ 585541 w 961132"/>
              <a:gd name="connsiteY696" fmla="*/ 964684 h 964683"/>
              <a:gd name="connsiteX697" fmla="*/ 583613 w 961132"/>
              <a:gd name="connsiteY697" fmla="*/ 964684 h 964683"/>
              <a:gd name="connsiteX698" fmla="*/ 581685 w 961132"/>
              <a:gd name="connsiteY698" fmla="*/ 964684 h 964683"/>
              <a:gd name="connsiteX699" fmla="*/ 579767 w 961132"/>
              <a:gd name="connsiteY699" fmla="*/ 964684 h 964683"/>
              <a:gd name="connsiteX700" fmla="*/ 577839 w 961132"/>
              <a:gd name="connsiteY700" fmla="*/ 964684 h 964683"/>
              <a:gd name="connsiteX701" fmla="*/ 575910 w 961132"/>
              <a:gd name="connsiteY701" fmla="*/ 964684 h 964683"/>
              <a:gd name="connsiteX702" fmla="*/ 573982 w 961132"/>
              <a:gd name="connsiteY702" fmla="*/ 964684 h 964683"/>
              <a:gd name="connsiteX703" fmla="*/ 572054 w 961132"/>
              <a:gd name="connsiteY703" fmla="*/ 964684 h 964683"/>
              <a:gd name="connsiteX704" fmla="*/ 570136 w 961132"/>
              <a:gd name="connsiteY704" fmla="*/ 964684 h 964683"/>
              <a:gd name="connsiteX705" fmla="*/ 568208 w 961132"/>
              <a:gd name="connsiteY705" fmla="*/ 964684 h 964683"/>
              <a:gd name="connsiteX706" fmla="*/ 566280 w 961132"/>
              <a:gd name="connsiteY706" fmla="*/ 964684 h 964683"/>
              <a:gd name="connsiteX707" fmla="*/ 564352 w 961132"/>
              <a:gd name="connsiteY707" fmla="*/ 964684 h 964683"/>
              <a:gd name="connsiteX708" fmla="*/ 562424 w 961132"/>
              <a:gd name="connsiteY708" fmla="*/ 964684 h 964683"/>
              <a:gd name="connsiteX709" fmla="*/ 560506 w 961132"/>
              <a:gd name="connsiteY709" fmla="*/ 964684 h 964683"/>
              <a:gd name="connsiteX710" fmla="*/ 558578 w 961132"/>
              <a:gd name="connsiteY710" fmla="*/ 964684 h 964683"/>
              <a:gd name="connsiteX711" fmla="*/ 556650 w 961132"/>
              <a:gd name="connsiteY711" fmla="*/ 964684 h 964683"/>
              <a:gd name="connsiteX712" fmla="*/ 554722 w 961132"/>
              <a:gd name="connsiteY712" fmla="*/ 964684 h 964683"/>
              <a:gd name="connsiteX713" fmla="*/ 552794 w 961132"/>
              <a:gd name="connsiteY713" fmla="*/ 964684 h 964683"/>
              <a:gd name="connsiteX714" fmla="*/ 550876 w 961132"/>
              <a:gd name="connsiteY714" fmla="*/ 964684 h 964683"/>
              <a:gd name="connsiteX715" fmla="*/ 548948 w 961132"/>
              <a:gd name="connsiteY715" fmla="*/ 964684 h 964683"/>
              <a:gd name="connsiteX716" fmla="*/ 547020 w 961132"/>
              <a:gd name="connsiteY716" fmla="*/ 964684 h 964683"/>
              <a:gd name="connsiteX717" fmla="*/ 545092 w 961132"/>
              <a:gd name="connsiteY717" fmla="*/ 964684 h 964683"/>
              <a:gd name="connsiteX718" fmla="*/ 543163 w 961132"/>
              <a:gd name="connsiteY718" fmla="*/ 964684 h 964683"/>
              <a:gd name="connsiteX719" fmla="*/ 541245 w 961132"/>
              <a:gd name="connsiteY719" fmla="*/ 964684 h 964683"/>
              <a:gd name="connsiteX720" fmla="*/ 539317 w 961132"/>
              <a:gd name="connsiteY720" fmla="*/ 964684 h 964683"/>
              <a:gd name="connsiteX721" fmla="*/ 537389 w 961132"/>
              <a:gd name="connsiteY721" fmla="*/ 964684 h 964683"/>
              <a:gd name="connsiteX722" fmla="*/ 535461 w 961132"/>
              <a:gd name="connsiteY722" fmla="*/ 964684 h 964683"/>
              <a:gd name="connsiteX723" fmla="*/ 533533 w 961132"/>
              <a:gd name="connsiteY723" fmla="*/ 964684 h 964683"/>
              <a:gd name="connsiteX724" fmla="*/ 531605 w 961132"/>
              <a:gd name="connsiteY724" fmla="*/ 964684 h 964683"/>
              <a:gd name="connsiteX725" fmla="*/ 529687 w 961132"/>
              <a:gd name="connsiteY725" fmla="*/ 964684 h 964683"/>
              <a:gd name="connsiteX726" fmla="*/ 527759 w 961132"/>
              <a:gd name="connsiteY726" fmla="*/ 964684 h 964683"/>
              <a:gd name="connsiteX727" fmla="*/ 525831 w 961132"/>
              <a:gd name="connsiteY727" fmla="*/ 964684 h 964683"/>
              <a:gd name="connsiteX728" fmla="*/ 523903 w 961132"/>
              <a:gd name="connsiteY728" fmla="*/ 964684 h 964683"/>
              <a:gd name="connsiteX729" fmla="*/ 521975 w 961132"/>
              <a:gd name="connsiteY729" fmla="*/ 964684 h 964683"/>
              <a:gd name="connsiteX730" fmla="*/ 520057 w 961132"/>
              <a:gd name="connsiteY730" fmla="*/ 964684 h 964683"/>
              <a:gd name="connsiteX731" fmla="*/ 518129 w 961132"/>
              <a:gd name="connsiteY731" fmla="*/ 964684 h 964683"/>
              <a:gd name="connsiteX732" fmla="*/ 516201 w 961132"/>
              <a:gd name="connsiteY732" fmla="*/ 964684 h 964683"/>
              <a:gd name="connsiteX733" fmla="*/ 514273 w 961132"/>
              <a:gd name="connsiteY733" fmla="*/ 964684 h 964683"/>
              <a:gd name="connsiteX734" fmla="*/ 512345 w 961132"/>
              <a:gd name="connsiteY734" fmla="*/ 964684 h 964683"/>
              <a:gd name="connsiteX735" fmla="*/ 510427 w 961132"/>
              <a:gd name="connsiteY735" fmla="*/ 964684 h 964683"/>
              <a:gd name="connsiteX736" fmla="*/ 508498 w 961132"/>
              <a:gd name="connsiteY736" fmla="*/ 964684 h 964683"/>
              <a:gd name="connsiteX737" fmla="*/ 506570 w 961132"/>
              <a:gd name="connsiteY737" fmla="*/ 964684 h 964683"/>
              <a:gd name="connsiteX738" fmla="*/ 504642 w 961132"/>
              <a:gd name="connsiteY738" fmla="*/ 964684 h 964683"/>
              <a:gd name="connsiteX739" fmla="*/ 502714 w 961132"/>
              <a:gd name="connsiteY739" fmla="*/ 964684 h 964683"/>
              <a:gd name="connsiteX740" fmla="*/ 500796 w 961132"/>
              <a:gd name="connsiteY740" fmla="*/ 964684 h 964683"/>
              <a:gd name="connsiteX741" fmla="*/ 498868 w 961132"/>
              <a:gd name="connsiteY741" fmla="*/ 964684 h 964683"/>
              <a:gd name="connsiteX742" fmla="*/ 496940 w 961132"/>
              <a:gd name="connsiteY742" fmla="*/ 964684 h 964683"/>
              <a:gd name="connsiteX743" fmla="*/ 495012 w 961132"/>
              <a:gd name="connsiteY743" fmla="*/ 964684 h 964683"/>
              <a:gd name="connsiteX744" fmla="*/ 493084 w 961132"/>
              <a:gd name="connsiteY744" fmla="*/ 964684 h 964683"/>
              <a:gd name="connsiteX745" fmla="*/ 491166 w 961132"/>
              <a:gd name="connsiteY745" fmla="*/ 964684 h 964683"/>
              <a:gd name="connsiteX746" fmla="*/ 489238 w 961132"/>
              <a:gd name="connsiteY746" fmla="*/ 964684 h 964683"/>
              <a:gd name="connsiteX747" fmla="*/ 487310 w 961132"/>
              <a:gd name="connsiteY747" fmla="*/ 964684 h 964683"/>
              <a:gd name="connsiteX748" fmla="*/ 485382 w 961132"/>
              <a:gd name="connsiteY748" fmla="*/ 964684 h 964683"/>
              <a:gd name="connsiteX749" fmla="*/ 483454 w 961132"/>
              <a:gd name="connsiteY749" fmla="*/ 964684 h 964683"/>
              <a:gd name="connsiteX750" fmla="*/ 481536 w 961132"/>
              <a:gd name="connsiteY750" fmla="*/ 964684 h 964683"/>
              <a:gd name="connsiteX751" fmla="*/ 479608 w 961132"/>
              <a:gd name="connsiteY751" fmla="*/ 964684 h 964683"/>
              <a:gd name="connsiteX752" fmla="*/ 477679 w 961132"/>
              <a:gd name="connsiteY752" fmla="*/ 964684 h 964683"/>
              <a:gd name="connsiteX753" fmla="*/ 475751 w 961132"/>
              <a:gd name="connsiteY753" fmla="*/ 964684 h 964683"/>
              <a:gd name="connsiteX754" fmla="*/ 473823 w 961132"/>
              <a:gd name="connsiteY754" fmla="*/ 964684 h 964683"/>
              <a:gd name="connsiteX755" fmla="*/ 471895 w 961132"/>
              <a:gd name="connsiteY755" fmla="*/ 964684 h 964683"/>
              <a:gd name="connsiteX756" fmla="*/ 469977 w 961132"/>
              <a:gd name="connsiteY756" fmla="*/ 964684 h 964683"/>
              <a:gd name="connsiteX757" fmla="*/ 468049 w 961132"/>
              <a:gd name="connsiteY757" fmla="*/ 964684 h 964683"/>
              <a:gd name="connsiteX758" fmla="*/ 466121 w 961132"/>
              <a:gd name="connsiteY758" fmla="*/ 964684 h 964683"/>
              <a:gd name="connsiteX759" fmla="*/ 464193 w 961132"/>
              <a:gd name="connsiteY759" fmla="*/ 964684 h 964683"/>
              <a:gd name="connsiteX760" fmla="*/ 462265 w 961132"/>
              <a:gd name="connsiteY760" fmla="*/ 964684 h 964683"/>
              <a:gd name="connsiteX761" fmla="*/ 460347 w 961132"/>
              <a:gd name="connsiteY761" fmla="*/ 964684 h 964683"/>
              <a:gd name="connsiteX762" fmla="*/ 458419 w 961132"/>
              <a:gd name="connsiteY762" fmla="*/ 964684 h 964683"/>
              <a:gd name="connsiteX763" fmla="*/ 456491 w 961132"/>
              <a:gd name="connsiteY763" fmla="*/ 964684 h 964683"/>
              <a:gd name="connsiteX764" fmla="*/ 454563 w 961132"/>
              <a:gd name="connsiteY764" fmla="*/ 964684 h 964683"/>
              <a:gd name="connsiteX765" fmla="*/ 452635 w 961132"/>
              <a:gd name="connsiteY765" fmla="*/ 964684 h 964683"/>
              <a:gd name="connsiteX766" fmla="*/ 450717 w 961132"/>
              <a:gd name="connsiteY766" fmla="*/ 964684 h 964683"/>
              <a:gd name="connsiteX767" fmla="*/ 448789 w 961132"/>
              <a:gd name="connsiteY767" fmla="*/ 964684 h 964683"/>
              <a:gd name="connsiteX768" fmla="*/ 446861 w 961132"/>
              <a:gd name="connsiteY768" fmla="*/ 964684 h 964683"/>
              <a:gd name="connsiteX769" fmla="*/ 444933 w 961132"/>
              <a:gd name="connsiteY769" fmla="*/ 964684 h 964683"/>
              <a:gd name="connsiteX770" fmla="*/ 443004 w 961132"/>
              <a:gd name="connsiteY770" fmla="*/ 964684 h 964683"/>
              <a:gd name="connsiteX771" fmla="*/ 441086 w 961132"/>
              <a:gd name="connsiteY771" fmla="*/ 964684 h 964683"/>
              <a:gd name="connsiteX772" fmla="*/ 439158 w 961132"/>
              <a:gd name="connsiteY772" fmla="*/ 964684 h 964683"/>
              <a:gd name="connsiteX773" fmla="*/ 437230 w 961132"/>
              <a:gd name="connsiteY773" fmla="*/ 964684 h 964683"/>
              <a:gd name="connsiteX774" fmla="*/ 435302 w 961132"/>
              <a:gd name="connsiteY774" fmla="*/ 964684 h 964683"/>
              <a:gd name="connsiteX775" fmla="*/ 433374 w 961132"/>
              <a:gd name="connsiteY775" fmla="*/ 964684 h 964683"/>
              <a:gd name="connsiteX776" fmla="*/ 431456 w 961132"/>
              <a:gd name="connsiteY776" fmla="*/ 964684 h 964683"/>
              <a:gd name="connsiteX777" fmla="*/ 429528 w 961132"/>
              <a:gd name="connsiteY777" fmla="*/ 964684 h 964683"/>
              <a:gd name="connsiteX778" fmla="*/ 427600 w 961132"/>
              <a:gd name="connsiteY778" fmla="*/ 964684 h 964683"/>
              <a:gd name="connsiteX779" fmla="*/ 425672 w 961132"/>
              <a:gd name="connsiteY779" fmla="*/ 964684 h 964683"/>
              <a:gd name="connsiteX780" fmla="*/ 423744 w 961132"/>
              <a:gd name="connsiteY780" fmla="*/ 964684 h 964683"/>
              <a:gd name="connsiteX781" fmla="*/ 421826 w 961132"/>
              <a:gd name="connsiteY781" fmla="*/ 964684 h 964683"/>
              <a:gd name="connsiteX782" fmla="*/ 419898 w 961132"/>
              <a:gd name="connsiteY782" fmla="*/ 964684 h 964683"/>
              <a:gd name="connsiteX783" fmla="*/ 417970 w 961132"/>
              <a:gd name="connsiteY783" fmla="*/ 964684 h 964683"/>
              <a:gd name="connsiteX784" fmla="*/ 416042 w 961132"/>
              <a:gd name="connsiteY784" fmla="*/ 964684 h 964683"/>
              <a:gd name="connsiteX785" fmla="*/ 414114 w 961132"/>
              <a:gd name="connsiteY785" fmla="*/ 964684 h 964683"/>
              <a:gd name="connsiteX786" fmla="*/ 412185 w 961132"/>
              <a:gd name="connsiteY786" fmla="*/ 964684 h 964683"/>
              <a:gd name="connsiteX787" fmla="*/ 410267 w 961132"/>
              <a:gd name="connsiteY787" fmla="*/ 964684 h 964683"/>
              <a:gd name="connsiteX788" fmla="*/ 408339 w 961132"/>
              <a:gd name="connsiteY788" fmla="*/ 964684 h 964683"/>
              <a:gd name="connsiteX789" fmla="*/ 406411 w 961132"/>
              <a:gd name="connsiteY789" fmla="*/ 964684 h 964683"/>
              <a:gd name="connsiteX790" fmla="*/ 404483 w 961132"/>
              <a:gd name="connsiteY790" fmla="*/ 964684 h 964683"/>
              <a:gd name="connsiteX791" fmla="*/ 402555 w 961132"/>
              <a:gd name="connsiteY791" fmla="*/ 964684 h 964683"/>
              <a:gd name="connsiteX792" fmla="*/ 400637 w 961132"/>
              <a:gd name="connsiteY792" fmla="*/ 964684 h 964683"/>
              <a:gd name="connsiteX793" fmla="*/ 398709 w 961132"/>
              <a:gd name="connsiteY793" fmla="*/ 964684 h 964683"/>
              <a:gd name="connsiteX794" fmla="*/ 396781 w 961132"/>
              <a:gd name="connsiteY794" fmla="*/ 964684 h 964683"/>
              <a:gd name="connsiteX795" fmla="*/ 394853 w 961132"/>
              <a:gd name="connsiteY795" fmla="*/ 964684 h 964683"/>
              <a:gd name="connsiteX796" fmla="*/ 392925 w 961132"/>
              <a:gd name="connsiteY796" fmla="*/ 964684 h 964683"/>
              <a:gd name="connsiteX797" fmla="*/ 391007 w 961132"/>
              <a:gd name="connsiteY797" fmla="*/ 964684 h 964683"/>
              <a:gd name="connsiteX798" fmla="*/ 389079 w 961132"/>
              <a:gd name="connsiteY798" fmla="*/ 964684 h 964683"/>
              <a:gd name="connsiteX799" fmla="*/ 387151 w 961132"/>
              <a:gd name="connsiteY799" fmla="*/ 964684 h 964683"/>
              <a:gd name="connsiteX800" fmla="*/ 385223 w 961132"/>
              <a:gd name="connsiteY800" fmla="*/ 964684 h 964683"/>
              <a:gd name="connsiteX801" fmla="*/ 383295 w 961132"/>
              <a:gd name="connsiteY801" fmla="*/ 964684 h 964683"/>
              <a:gd name="connsiteX802" fmla="*/ 381376 w 961132"/>
              <a:gd name="connsiteY802" fmla="*/ 964684 h 964683"/>
              <a:gd name="connsiteX803" fmla="*/ 379449 w 961132"/>
              <a:gd name="connsiteY803" fmla="*/ 964684 h 964683"/>
              <a:gd name="connsiteX804" fmla="*/ 377520 w 961132"/>
              <a:gd name="connsiteY804" fmla="*/ 964684 h 964683"/>
              <a:gd name="connsiteX805" fmla="*/ 375592 w 961132"/>
              <a:gd name="connsiteY805" fmla="*/ 964684 h 964683"/>
              <a:gd name="connsiteX806" fmla="*/ 373664 w 961132"/>
              <a:gd name="connsiteY806" fmla="*/ 964684 h 964683"/>
              <a:gd name="connsiteX807" fmla="*/ 371746 w 961132"/>
              <a:gd name="connsiteY807" fmla="*/ 964684 h 964683"/>
              <a:gd name="connsiteX808" fmla="*/ 369818 w 961132"/>
              <a:gd name="connsiteY808" fmla="*/ 964684 h 964683"/>
              <a:gd name="connsiteX809" fmla="*/ 367890 w 961132"/>
              <a:gd name="connsiteY809" fmla="*/ 964684 h 964683"/>
              <a:gd name="connsiteX810" fmla="*/ 365962 w 961132"/>
              <a:gd name="connsiteY810" fmla="*/ 964684 h 964683"/>
              <a:gd name="connsiteX811" fmla="*/ 364034 w 961132"/>
              <a:gd name="connsiteY811" fmla="*/ 964684 h 964683"/>
              <a:gd name="connsiteX812" fmla="*/ 362116 w 961132"/>
              <a:gd name="connsiteY812" fmla="*/ 964684 h 964683"/>
              <a:gd name="connsiteX813" fmla="*/ 360188 w 961132"/>
              <a:gd name="connsiteY813" fmla="*/ 964684 h 964683"/>
              <a:gd name="connsiteX814" fmla="*/ 358260 w 961132"/>
              <a:gd name="connsiteY814" fmla="*/ 964684 h 964683"/>
              <a:gd name="connsiteX815" fmla="*/ 356332 w 961132"/>
              <a:gd name="connsiteY815" fmla="*/ 964684 h 964683"/>
              <a:gd name="connsiteX816" fmla="*/ 354404 w 961132"/>
              <a:gd name="connsiteY816" fmla="*/ 964684 h 964683"/>
              <a:gd name="connsiteX817" fmla="*/ 352476 w 961132"/>
              <a:gd name="connsiteY817" fmla="*/ 964684 h 964683"/>
              <a:gd name="connsiteX818" fmla="*/ 350558 w 961132"/>
              <a:gd name="connsiteY818" fmla="*/ 964684 h 964683"/>
              <a:gd name="connsiteX819" fmla="*/ 348630 w 961132"/>
              <a:gd name="connsiteY819" fmla="*/ 964684 h 964683"/>
              <a:gd name="connsiteX820" fmla="*/ 346701 w 961132"/>
              <a:gd name="connsiteY820" fmla="*/ 964684 h 964683"/>
              <a:gd name="connsiteX821" fmla="*/ 344773 w 961132"/>
              <a:gd name="connsiteY821" fmla="*/ 964684 h 964683"/>
              <a:gd name="connsiteX822" fmla="*/ 342845 w 961132"/>
              <a:gd name="connsiteY822" fmla="*/ 964684 h 964683"/>
              <a:gd name="connsiteX823" fmla="*/ 340927 w 961132"/>
              <a:gd name="connsiteY823" fmla="*/ 964684 h 964683"/>
              <a:gd name="connsiteX824" fmla="*/ 338999 w 961132"/>
              <a:gd name="connsiteY824" fmla="*/ 964684 h 964683"/>
              <a:gd name="connsiteX825" fmla="*/ 337071 w 961132"/>
              <a:gd name="connsiteY825" fmla="*/ 964684 h 964683"/>
              <a:gd name="connsiteX826" fmla="*/ 335143 w 961132"/>
              <a:gd name="connsiteY826" fmla="*/ 964684 h 964683"/>
              <a:gd name="connsiteX827" fmla="*/ 333215 w 961132"/>
              <a:gd name="connsiteY827" fmla="*/ 964684 h 964683"/>
              <a:gd name="connsiteX828" fmla="*/ 331297 w 961132"/>
              <a:gd name="connsiteY828" fmla="*/ 964684 h 964683"/>
              <a:gd name="connsiteX829" fmla="*/ 329369 w 961132"/>
              <a:gd name="connsiteY829" fmla="*/ 964684 h 964683"/>
              <a:gd name="connsiteX830" fmla="*/ 327441 w 961132"/>
              <a:gd name="connsiteY830" fmla="*/ 964684 h 964683"/>
              <a:gd name="connsiteX831" fmla="*/ 325513 w 961132"/>
              <a:gd name="connsiteY831" fmla="*/ 964684 h 964683"/>
              <a:gd name="connsiteX832" fmla="*/ 323585 w 961132"/>
              <a:gd name="connsiteY832" fmla="*/ 964684 h 964683"/>
              <a:gd name="connsiteX833" fmla="*/ 321667 w 961132"/>
              <a:gd name="connsiteY833" fmla="*/ 964684 h 964683"/>
              <a:gd name="connsiteX834" fmla="*/ 319739 w 961132"/>
              <a:gd name="connsiteY834" fmla="*/ 964684 h 964683"/>
              <a:gd name="connsiteX835" fmla="*/ 317811 w 961132"/>
              <a:gd name="connsiteY835" fmla="*/ 964684 h 964683"/>
              <a:gd name="connsiteX836" fmla="*/ 315883 w 961132"/>
              <a:gd name="connsiteY836" fmla="*/ 964684 h 964683"/>
              <a:gd name="connsiteX837" fmla="*/ 313955 w 961132"/>
              <a:gd name="connsiteY837" fmla="*/ 964684 h 964683"/>
              <a:gd name="connsiteX838" fmla="*/ 312036 w 961132"/>
              <a:gd name="connsiteY838" fmla="*/ 964684 h 964683"/>
              <a:gd name="connsiteX839" fmla="*/ 310108 w 961132"/>
              <a:gd name="connsiteY839" fmla="*/ 964684 h 964683"/>
              <a:gd name="connsiteX840" fmla="*/ 308180 w 961132"/>
              <a:gd name="connsiteY840" fmla="*/ 964684 h 964683"/>
              <a:gd name="connsiteX841" fmla="*/ 306252 w 961132"/>
              <a:gd name="connsiteY841" fmla="*/ 964684 h 964683"/>
              <a:gd name="connsiteX842" fmla="*/ 304324 w 961132"/>
              <a:gd name="connsiteY842" fmla="*/ 964684 h 964683"/>
              <a:gd name="connsiteX843" fmla="*/ 302406 w 961132"/>
              <a:gd name="connsiteY843" fmla="*/ 964684 h 964683"/>
              <a:gd name="connsiteX844" fmla="*/ 300478 w 961132"/>
              <a:gd name="connsiteY844" fmla="*/ 964684 h 964683"/>
              <a:gd name="connsiteX845" fmla="*/ 298550 w 961132"/>
              <a:gd name="connsiteY845" fmla="*/ 964684 h 964683"/>
              <a:gd name="connsiteX846" fmla="*/ 296622 w 961132"/>
              <a:gd name="connsiteY846" fmla="*/ 964684 h 964683"/>
              <a:gd name="connsiteX847" fmla="*/ 294694 w 961132"/>
              <a:gd name="connsiteY847" fmla="*/ 964684 h 964683"/>
              <a:gd name="connsiteX848" fmla="*/ 292766 w 961132"/>
              <a:gd name="connsiteY848" fmla="*/ 964684 h 964683"/>
              <a:gd name="connsiteX849" fmla="*/ 290848 w 961132"/>
              <a:gd name="connsiteY849" fmla="*/ 964684 h 964683"/>
              <a:gd name="connsiteX850" fmla="*/ 288920 w 961132"/>
              <a:gd name="connsiteY850" fmla="*/ 964684 h 964683"/>
              <a:gd name="connsiteX851" fmla="*/ 286992 w 961132"/>
              <a:gd name="connsiteY851" fmla="*/ 964684 h 964683"/>
              <a:gd name="connsiteX852" fmla="*/ 285064 w 961132"/>
              <a:gd name="connsiteY852" fmla="*/ 964684 h 964683"/>
              <a:gd name="connsiteX853" fmla="*/ 283136 w 961132"/>
              <a:gd name="connsiteY853" fmla="*/ 964684 h 964683"/>
              <a:gd name="connsiteX854" fmla="*/ 281218 w 961132"/>
              <a:gd name="connsiteY854" fmla="*/ 964684 h 964683"/>
              <a:gd name="connsiteX855" fmla="*/ 279289 w 961132"/>
              <a:gd name="connsiteY855" fmla="*/ 964684 h 964683"/>
              <a:gd name="connsiteX856" fmla="*/ 277361 w 961132"/>
              <a:gd name="connsiteY856" fmla="*/ 964684 h 964683"/>
              <a:gd name="connsiteX857" fmla="*/ 275433 w 961132"/>
              <a:gd name="connsiteY857" fmla="*/ 964684 h 964683"/>
              <a:gd name="connsiteX858" fmla="*/ 273505 w 961132"/>
              <a:gd name="connsiteY858" fmla="*/ 964684 h 964683"/>
              <a:gd name="connsiteX859" fmla="*/ 271587 w 961132"/>
              <a:gd name="connsiteY859" fmla="*/ 964684 h 964683"/>
              <a:gd name="connsiteX860" fmla="*/ 269659 w 961132"/>
              <a:gd name="connsiteY860" fmla="*/ 964684 h 964683"/>
              <a:gd name="connsiteX861" fmla="*/ 267731 w 961132"/>
              <a:gd name="connsiteY861" fmla="*/ 964684 h 964683"/>
              <a:gd name="connsiteX862" fmla="*/ 265803 w 961132"/>
              <a:gd name="connsiteY862" fmla="*/ 964684 h 964683"/>
              <a:gd name="connsiteX863" fmla="*/ 263875 w 961132"/>
              <a:gd name="connsiteY863" fmla="*/ 964684 h 964683"/>
              <a:gd name="connsiteX864" fmla="*/ 261957 w 961132"/>
              <a:gd name="connsiteY864" fmla="*/ 964684 h 964683"/>
              <a:gd name="connsiteX865" fmla="*/ 260029 w 961132"/>
              <a:gd name="connsiteY865" fmla="*/ 964684 h 964683"/>
              <a:gd name="connsiteX866" fmla="*/ 258101 w 961132"/>
              <a:gd name="connsiteY866" fmla="*/ 964684 h 964683"/>
              <a:gd name="connsiteX867" fmla="*/ 256173 w 961132"/>
              <a:gd name="connsiteY867" fmla="*/ 964684 h 964683"/>
              <a:gd name="connsiteX868" fmla="*/ 254245 w 961132"/>
              <a:gd name="connsiteY868" fmla="*/ 964684 h 964683"/>
              <a:gd name="connsiteX869" fmla="*/ 252327 w 961132"/>
              <a:gd name="connsiteY869" fmla="*/ 964684 h 964683"/>
              <a:gd name="connsiteX870" fmla="*/ 250399 w 961132"/>
              <a:gd name="connsiteY870" fmla="*/ 964684 h 964683"/>
              <a:gd name="connsiteX871" fmla="*/ 248471 w 961132"/>
              <a:gd name="connsiteY871" fmla="*/ 964684 h 964683"/>
              <a:gd name="connsiteX872" fmla="*/ 246543 w 961132"/>
              <a:gd name="connsiteY872" fmla="*/ 964684 h 964683"/>
              <a:gd name="connsiteX873" fmla="*/ 244614 w 961132"/>
              <a:gd name="connsiteY873" fmla="*/ 964684 h 964683"/>
              <a:gd name="connsiteX874" fmla="*/ 242696 w 961132"/>
              <a:gd name="connsiteY874" fmla="*/ 964684 h 964683"/>
              <a:gd name="connsiteX875" fmla="*/ 240768 w 961132"/>
              <a:gd name="connsiteY875" fmla="*/ 964684 h 964683"/>
              <a:gd name="connsiteX876" fmla="*/ 238840 w 961132"/>
              <a:gd name="connsiteY876" fmla="*/ 964684 h 964683"/>
              <a:gd name="connsiteX877" fmla="*/ 236912 w 961132"/>
              <a:gd name="connsiteY877" fmla="*/ 964684 h 964683"/>
              <a:gd name="connsiteX878" fmla="*/ 234984 w 961132"/>
              <a:gd name="connsiteY878" fmla="*/ 964684 h 964683"/>
              <a:gd name="connsiteX879" fmla="*/ 233056 w 961132"/>
              <a:gd name="connsiteY879" fmla="*/ 964684 h 964683"/>
              <a:gd name="connsiteX880" fmla="*/ 231138 w 961132"/>
              <a:gd name="connsiteY880" fmla="*/ 964684 h 964683"/>
              <a:gd name="connsiteX881" fmla="*/ 229210 w 961132"/>
              <a:gd name="connsiteY881" fmla="*/ 964684 h 964683"/>
              <a:gd name="connsiteX882" fmla="*/ 227282 w 961132"/>
              <a:gd name="connsiteY882" fmla="*/ 964684 h 964683"/>
              <a:gd name="connsiteX883" fmla="*/ 225354 w 961132"/>
              <a:gd name="connsiteY883" fmla="*/ 964684 h 964683"/>
              <a:gd name="connsiteX884" fmla="*/ 223426 w 961132"/>
              <a:gd name="connsiteY884" fmla="*/ 964684 h 964683"/>
              <a:gd name="connsiteX885" fmla="*/ 221508 w 961132"/>
              <a:gd name="connsiteY885" fmla="*/ 964684 h 964683"/>
              <a:gd name="connsiteX886" fmla="*/ 219580 w 961132"/>
              <a:gd name="connsiteY886" fmla="*/ 964684 h 964683"/>
              <a:gd name="connsiteX887" fmla="*/ 217652 w 961132"/>
              <a:gd name="connsiteY887" fmla="*/ 964684 h 964683"/>
              <a:gd name="connsiteX888" fmla="*/ 215724 w 961132"/>
              <a:gd name="connsiteY888" fmla="*/ 964684 h 964683"/>
              <a:gd name="connsiteX889" fmla="*/ 213795 w 961132"/>
              <a:gd name="connsiteY889" fmla="*/ 964684 h 964683"/>
              <a:gd name="connsiteX890" fmla="*/ 211877 w 961132"/>
              <a:gd name="connsiteY890" fmla="*/ 964684 h 964683"/>
              <a:gd name="connsiteX891" fmla="*/ 209949 w 961132"/>
              <a:gd name="connsiteY891" fmla="*/ 964684 h 964683"/>
              <a:gd name="connsiteX892" fmla="*/ 208021 w 961132"/>
              <a:gd name="connsiteY892" fmla="*/ 964684 h 964683"/>
              <a:gd name="connsiteX893" fmla="*/ 206093 w 961132"/>
              <a:gd name="connsiteY893" fmla="*/ 964684 h 964683"/>
              <a:gd name="connsiteX894" fmla="*/ 204165 w 961132"/>
              <a:gd name="connsiteY894" fmla="*/ 964684 h 964683"/>
              <a:gd name="connsiteX895" fmla="*/ 202247 w 961132"/>
              <a:gd name="connsiteY895" fmla="*/ 964684 h 964683"/>
              <a:gd name="connsiteX896" fmla="*/ 200319 w 961132"/>
              <a:gd name="connsiteY896" fmla="*/ 964684 h 964683"/>
              <a:gd name="connsiteX897" fmla="*/ 198391 w 961132"/>
              <a:gd name="connsiteY897" fmla="*/ 964684 h 964683"/>
              <a:gd name="connsiteX898" fmla="*/ 196463 w 961132"/>
              <a:gd name="connsiteY898" fmla="*/ 964684 h 964683"/>
              <a:gd name="connsiteX899" fmla="*/ 194535 w 961132"/>
              <a:gd name="connsiteY899" fmla="*/ 964684 h 964683"/>
              <a:gd name="connsiteX900" fmla="*/ 192617 w 961132"/>
              <a:gd name="connsiteY900" fmla="*/ 964684 h 964683"/>
              <a:gd name="connsiteX901" fmla="*/ 190689 w 961132"/>
              <a:gd name="connsiteY901" fmla="*/ 964684 h 964683"/>
              <a:gd name="connsiteX902" fmla="*/ 188761 w 961132"/>
              <a:gd name="connsiteY902" fmla="*/ 964684 h 964683"/>
              <a:gd name="connsiteX903" fmla="*/ 186833 w 961132"/>
              <a:gd name="connsiteY903" fmla="*/ 964684 h 964683"/>
              <a:gd name="connsiteX904" fmla="*/ 184905 w 961132"/>
              <a:gd name="connsiteY904" fmla="*/ 964684 h 964683"/>
              <a:gd name="connsiteX905" fmla="*/ 182986 w 961132"/>
              <a:gd name="connsiteY905" fmla="*/ 964684 h 964683"/>
              <a:gd name="connsiteX906" fmla="*/ 181058 w 961132"/>
              <a:gd name="connsiteY906" fmla="*/ 964684 h 964683"/>
              <a:gd name="connsiteX907" fmla="*/ 179130 w 961132"/>
              <a:gd name="connsiteY907" fmla="*/ 964684 h 964683"/>
              <a:gd name="connsiteX908" fmla="*/ 177202 w 961132"/>
              <a:gd name="connsiteY908" fmla="*/ 964684 h 964683"/>
              <a:gd name="connsiteX909" fmla="*/ 175274 w 961132"/>
              <a:gd name="connsiteY909" fmla="*/ 964684 h 964683"/>
              <a:gd name="connsiteX910" fmla="*/ 173346 w 961132"/>
              <a:gd name="connsiteY910" fmla="*/ 964684 h 964683"/>
              <a:gd name="connsiteX911" fmla="*/ 171428 w 961132"/>
              <a:gd name="connsiteY911" fmla="*/ 964684 h 964683"/>
              <a:gd name="connsiteX912" fmla="*/ 169500 w 961132"/>
              <a:gd name="connsiteY912" fmla="*/ 964684 h 964683"/>
              <a:gd name="connsiteX913" fmla="*/ 167572 w 961132"/>
              <a:gd name="connsiteY913" fmla="*/ 964684 h 964683"/>
              <a:gd name="connsiteX914" fmla="*/ 165644 w 961132"/>
              <a:gd name="connsiteY914" fmla="*/ 964684 h 964683"/>
              <a:gd name="connsiteX915" fmla="*/ 163716 w 961132"/>
              <a:gd name="connsiteY915" fmla="*/ 964684 h 964683"/>
              <a:gd name="connsiteX916" fmla="*/ 161798 w 961132"/>
              <a:gd name="connsiteY916" fmla="*/ 964684 h 964683"/>
              <a:gd name="connsiteX917" fmla="*/ 159870 w 961132"/>
              <a:gd name="connsiteY917" fmla="*/ 964684 h 964683"/>
              <a:gd name="connsiteX918" fmla="*/ 157942 w 961132"/>
              <a:gd name="connsiteY918" fmla="*/ 964684 h 964683"/>
              <a:gd name="connsiteX919" fmla="*/ 156014 w 961132"/>
              <a:gd name="connsiteY919" fmla="*/ 964684 h 964683"/>
              <a:gd name="connsiteX920" fmla="*/ 154090 w 961132"/>
              <a:gd name="connsiteY920" fmla="*/ 964684 h 964683"/>
              <a:gd name="connsiteX921" fmla="*/ 152164 w 961132"/>
              <a:gd name="connsiteY921" fmla="*/ 964684 h 964683"/>
              <a:gd name="connsiteX922" fmla="*/ 150238 w 961132"/>
              <a:gd name="connsiteY922" fmla="*/ 964684 h 964683"/>
              <a:gd name="connsiteX923" fmla="*/ 148312 w 961132"/>
              <a:gd name="connsiteY923" fmla="*/ 964684 h 964683"/>
              <a:gd name="connsiteX924" fmla="*/ 146385 w 961132"/>
              <a:gd name="connsiteY924" fmla="*/ 964684 h 964683"/>
              <a:gd name="connsiteX925" fmla="*/ 144459 w 961132"/>
              <a:gd name="connsiteY925" fmla="*/ 964684 h 964683"/>
              <a:gd name="connsiteX926" fmla="*/ 142533 w 961132"/>
              <a:gd name="connsiteY926" fmla="*/ 964684 h 964683"/>
              <a:gd name="connsiteX927" fmla="*/ 140607 w 961132"/>
              <a:gd name="connsiteY927" fmla="*/ 964684 h 964683"/>
              <a:gd name="connsiteX928" fmla="*/ 138681 w 961132"/>
              <a:gd name="connsiteY928" fmla="*/ 964684 h 964683"/>
              <a:gd name="connsiteX929" fmla="*/ 136755 w 961132"/>
              <a:gd name="connsiteY929" fmla="*/ 964684 h 964683"/>
              <a:gd name="connsiteX930" fmla="*/ 134829 w 961132"/>
              <a:gd name="connsiteY930" fmla="*/ 964684 h 964683"/>
              <a:gd name="connsiteX931" fmla="*/ 132902 w 961132"/>
              <a:gd name="connsiteY931" fmla="*/ 964684 h 964683"/>
              <a:gd name="connsiteX932" fmla="*/ 130976 w 961132"/>
              <a:gd name="connsiteY932" fmla="*/ 964684 h 964683"/>
              <a:gd name="connsiteX933" fmla="*/ 129050 w 961132"/>
              <a:gd name="connsiteY933" fmla="*/ 964684 h 964683"/>
              <a:gd name="connsiteX934" fmla="*/ 127124 w 961132"/>
              <a:gd name="connsiteY934" fmla="*/ 964684 h 964683"/>
              <a:gd name="connsiteX935" fmla="*/ 125198 w 961132"/>
              <a:gd name="connsiteY935" fmla="*/ 964684 h 964683"/>
              <a:gd name="connsiteX936" fmla="*/ 123272 w 961132"/>
              <a:gd name="connsiteY936" fmla="*/ 964684 h 964683"/>
              <a:gd name="connsiteX937" fmla="*/ 121346 w 961132"/>
              <a:gd name="connsiteY937" fmla="*/ 964684 h 964683"/>
              <a:gd name="connsiteX938" fmla="*/ 119420 w 961132"/>
              <a:gd name="connsiteY938" fmla="*/ 964684 h 964683"/>
              <a:gd name="connsiteX939" fmla="*/ 117494 w 961132"/>
              <a:gd name="connsiteY939" fmla="*/ 964684 h 964683"/>
              <a:gd name="connsiteX940" fmla="*/ 115567 w 961132"/>
              <a:gd name="connsiteY940" fmla="*/ 964684 h 964683"/>
              <a:gd name="connsiteX941" fmla="*/ 113641 w 961132"/>
              <a:gd name="connsiteY941" fmla="*/ 964684 h 964683"/>
              <a:gd name="connsiteX942" fmla="*/ 111715 w 961132"/>
              <a:gd name="connsiteY942" fmla="*/ 964684 h 964683"/>
              <a:gd name="connsiteX943" fmla="*/ 109789 w 961132"/>
              <a:gd name="connsiteY943" fmla="*/ 964684 h 964683"/>
              <a:gd name="connsiteX944" fmla="*/ 107863 w 961132"/>
              <a:gd name="connsiteY944" fmla="*/ 964684 h 964683"/>
              <a:gd name="connsiteX945" fmla="*/ 105937 w 961132"/>
              <a:gd name="connsiteY945" fmla="*/ 964684 h 964683"/>
              <a:gd name="connsiteX946" fmla="*/ 104010 w 961132"/>
              <a:gd name="connsiteY946" fmla="*/ 964684 h 964683"/>
              <a:gd name="connsiteX947" fmla="*/ 102084 w 961132"/>
              <a:gd name="connsiteY947" fmla="*/ 964684 h 964683"/>
              <a:gd name="connsiteX948" fmla="*/ 100158 w 961132"/>
              <a:gd name="connsiteY948" fmla="*/ 964684 h 964683"/>
              <a:gd name="connsiteX949" fmla="*/ 98232 w 961132"/>
              <a:gd name="connsiteY949" fmla="*/ 964684 h 964683"/>
              <a:gd name="connsiteX950" fmla="*/ 96306 w 961132"/>
              <a:gd name="connsiteY950" fmla="*/ 964684 h 964683"/>
              <a:gd name="connsiteX951" fmla="*/ 94380 w 961132"/>
              <a:gd name="connsiteY951" fmla="*/ 964684 h 964683"/>
              <a:gd name="connsiteX952" fmla="*/ 92454 w 961132"/>
              <a:gd name="connsiteY952" fmla="*/ 964684 h 964683"/>
              <a:gd name="connsiteX953" fmla="*/ 90528 w 961132"/>
              <a:gd name="connsiteY953" fmla="*/ 964684 h 964683"/>
              <a:gd name="connsiteX954" fmla="*/ 88602 w 961132"/>
              <a:gd name="connsiteY954" fmla="*/ 964684 h 964683"/>
              <a:gd name="connsiteX955" fmla="*/ 86676 w 961132"/>
              <a:gd name="connsiteY955" fmla="*/ 964684 h 964683"/>
              <a:gd name="connsiteX956" fmla="*/ 84750 w 961132"/>
              <a:gd name="connsiteY956" fmla="*/ 964684 h 964683"/>
              <a:gd name="connsiteX957" fmla="*/ 82824 w 961132"/>
              <a:gd name="connsiteY957" fmla="*/ 964684 h 964683"/>
              <a:gd name="connsiteX958" fmla="*/ 80897 w 961132"/>
              <a:gd name="connsiteY958" fmla="*/ 964684 h 964683"/>
              <a:gd name="connsiteX959" fmla="*/ 78971 w 961132"/>
              <a:gd name="connsiteY959" fmla="*/ 964684 h 964683"/>
              <a:gd name="connsiteX960" fmla="*/ 77045 w 961132"/>
              <a:gd name="connsiteY960" fmla="*/ 964684 h 964683"/>
              <a:gd name="connsiteX961" fmla="*/ 75119 w 961132"/>
              <a:gd name="connsiteY961" fmla="*/ 964684 h 964683"/>
              <a:gd name="connsiteX962" fmla="*/ 73192 w 961132"/>
              <a:gd name="connsiteY962" fmla="*/ 964684 h 964683"/>
              <a:gd name="connsiteX963" fmla="*/ 71266 w 961132"/>
              <a:gd name="connsiteY963" fmla="*/ 964684 h 964683"/>
              <a:gd name="connsiteX964" fmla="*/ 69340 w 961132"/>
              <a:gd name="connsiteY964" fmla="*/ 964684 h 964683"/>
              <a:gd name="connsiteX965" fmla="*/ 67414 w 961132"/>
              <a:gd name="connsiteY965" fmla="*/ 964684 h 964683"/>
              <a:gd name="connsiteX966" fmla="*/ 65488 w 961132"/>
              <a:gd name="connsiteY966" fmla="*/ 964684 h 964683"/>
              <a:gd name="connsiteX967" fmla="*/ 63562 w 961132"/>
              <a:gd name="connsiteY967" fmla="*/ 964684 h 964683"/>
              <a:gd name="connsiteX968" fmla="*/ 61636 w 961132"/>
              <a:gd name="connsiteY968" fmla="*/ 964684 h 964683"/>
              <a:gd name="connsiteX969" fmla="*/ 59710 w 961132"/>
              <a:gd name="connsiteY969" fmla="*/ 964684 h 964683"/>
              <a:gd name="connsiteX970" fmla="*/ 57784 w 961132"/>
              <a:gd name="connsiteY970" fmla="*/ 964684 h 964683"/>
              <a:gd name="connsiteX971" fmla="*/ 55858 w 961132"/>
              <a:gd name="connsiteY971" fmla="*/ 964684 h 964683"/>
              <a:gd name="connsiteX972" fmla="*/ 53932 w 961132"/>
              <a:gd name="connsiteY972" fmla="*/ 964684 h 964683"/>
              <a:gd name="connsiteX973" fmla="*/ 52006 w 961132"/>
              <a:gd name="connsiteY973" fmla="*/ 964684 h 964683"/>
              <a:gd name="connsiteX974" fmla="*/ 50080 w 961132"/>
              <a:gd name="connsiteY974" fmla="*/ 964684 h 964683"/>
              <a:gd name="connsiteX975" fmla="*/ 48153 w 961132"/>
              <a:gd name="connsiteY975" fmla="*/ 964684 h 964683"/>
              <a:gd name="connsiteX976" fmla="*/ 46227 w 961132"/>
              <a:gd name="connsiteY976" fmla="*/ 964684 h 964683"/>
              <a:gd name="connsiteX977" fmla="*/ 44300 w 961132"/>
              <a:gd name="connsiteY977" fmla="*/ 964684 h 964683"/>
              <a:gd name="connsiteX978" fmla="*/ 42374 w 961132"/>
              <a:gd name="connsiteY978" fmla="*/ 964684 h 964683"/>
              <a:gd name="connsiteX979" fmla="*/ 40448 w 961132"/>
              <a:gd name="connsiteY979" fmla="*/ 964684 h 964683"/>
              <a:gd name="connsiteX980" fmla="*/ 38522 w 961132"/>
              <a:gd name="connsiteY980" fmla="*/ 964684 h 964683"/>
              <a:gd name="connsiteX981" fmla="*/ 36596 w 961132"/>
              <a:gd name="connsiteY981" fmla="*/ 964684 h 964683"/>
              <a:gd name="connsiteX982" fmla="*/ 34670 w 961132"/>
              <a:gd name="connsiteY982" fmla="*/ 964684 h 964683"/>
              <a:gd name="connsiteX983" fmla="*/ 32744 w 961132"/>
              <a:gd name="connsiteY983" fmla="*/ 964684 h 964683"/>
              <a:gd name="connsiteX984" fmla="*/ 30818 w 961132"/>
              <a:gd name="connsiteY984" fmla="*/ 964684 h 964683"/>
              <a:gd name="connsiteX985" fmla="*/ 28892 w 961132"/>
              <a:gd name="connsiteY985" fmla="*/ 964684 h 964683"/>
              <a:gd name="connsiteX986" fmla="*/ 26966 w 961132"/>
              <a:gd name="connsiteY986" fmla="*/ 964684 h 964683"/>
              <a:gd name="connsiteX987" fmla="*/ 25040 w 961132"/>
              <a:gd name="connsiteY987" fmla="*/ 964684 h 964683"/>
              <a:gd name="connsiteX988" fmla="*/ 23114 w 961132"/>
              <a:gd name="connsiteY988" fmla="*/ 964684 h 964683"/>
              <a:gd name="connsiteX989" fmla="*/ 21188 w 961132"/>
              <a:gd name="connsiteY989" fmla="*/ 964684 h 964683"/>
              <a:gd name="connsiteX990" fmla="*/ 19262 w 961132"/>
              <a:gd name="connsiteY990" fmla="*/ 964684 h 964683"/>
              <a:gd name="connsiteX991" fmla="*/ 17336 w 961132"/>
              <a:gd name="connsiteY991" fmla="*/ 964684 h 964683"/>
              <a:gd name="connsiteX992" fmla="*/ 15409 w 961132"/>
              <a:gd name="connsiteY992" fmla="*/ 964684 h 964683"/>
              <a:gd name="connsiteX993" fmla="*/ 13482 w 961132"/>
              <a:gd name="connsiteY993" fmla="*/ 964684 h 964683"/>
              <a:gd name="connsiteX994" fmla="*/ 11556 w 961132"/>
              <a:gd name="connsiteY994" fmla="*/ 964684 h 964683"/>
              <a:gd name="connsiteX995" fmla="*/ 9630 w 961132"/>
              <a:gd name="connsiteY995" fmla="*/ 964684 h 964683"/>
              <a:gd name="connsiteX996" fmla="*/ 7704 w 961132"/>
              <a:gd name="connsiteY996" fmla="*/ 964684 h 964683"/>
              <a:gd name="connsiteX997" fmla="*/ 5778 w 961132"/>
              <a:gd name="connsiteY997" fmla="*/ 964684 h 964683"/>
              <a:gd name="connsiteX998" fmla="*/ 3852 w 961132"/>
              <a:gd name="connsiteY998" fmla="*/ 964684 h 964683"/>
              <a:gd name="connsiteX999" fmla="*/ 1926 w 961132"/>
              <a:gd name="connsiteY999" fmla="*/ 964684 h 964683"/>
              <a:gd name="connsiteX1000" fmla="*/ 0 w 961132"/>
              <a:gd name="connsiteY1000" fmla="*/ 964684 h 964683"/>
              <a:gd name="connsiteX1001" fmla="*/ 576686 w 961132"/>
              <a:gd name="connsiteY1001" fmla="*/ 964684 h 964683"/>
              <a:gd name="connsiteX1002" fmla="*/ 0 w 961132"/>
              <a:gd name="connsiteY1002" fmla="*/ 964684 h 96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</a:cxnLst>
            <a:rect l="l" t="t" r="r" b="b"/>
            <a:pathLst>
              <a:path w="961132" h="964683">
                <a:moveTo>
                  <a:pt x="0" y="964684"/>
                </a:moveTo>
                <a:lnTo>
                  <a:pt x="0" y="651496"/>
                </a:lnTo>
                <a:lnTo>
                  <a:pt x="1926" y="649140"/>
                </a:lnTo>
                <a:lnTo>
                  <a:pt x="3852" y="646775"/>
                </a:lnTo>
                <a:lnTo>
                  <a:pt x="5778" y="644390"/>
                </a:lnTo>
                <a:lnTo>
                  <a:pt x="7704" y="642005"/>
                </a:lnTo>
                <a:lnTo>
                  <a:pt x="9630" y="639609"/>
                </a:lnTo>
                <a:lnTo>
                  <a:pt x="11556" y="637204"/>
                </a:lnTo>
                <a:lnTo>
                  <a:pt x="13482" y="634789"/>
                </a:lnTo>
                <a:lnTo>
                  <a:pt x="15409" y="632354"/>
                </a:lnTo>
                <a:lnTo>
                  <a:pt x="17336" y="629919"/>
                </a:lnTo>
                <a:lnTo>
                  <a:pt x="19262" y="627479"/>
                </a:lnTo>
                <a:lnTo>
                  <a:pt x="21188" y="625025"/>
                </a:lnTo>
                <a:lnTo>
                  <a:pt x="23114" y="622561"/>
                </a:lnTo>
                <a:lnTo>
                  <a:pt x="25040" y="620088"/>
                </a:lnTo>
                <a:lnTo>
                  <a:pt x="26966" y="617607"/>
                </a:lnTo>
                <a:lnTo>
                  <a:pt x="28892" y="615115"/>
                </a:lnTo>
                <a:lnTo>
                  <a:pt x="30818" y="612616"/>
                </a:lnTo>
                <a:lnTo>
                  <a:pt x="32744" y="610107"/>
                </a:lnTo>
                <a:lnTo>
                  <a:pt x="34670" y="607589"/>
                </a:lnTo>
                <a:lnTo>
                  <a:pt x="36596" y="605063"/>
                </a:lnTo>
                <a:lnTo>
                  <a:pt x="38522" y="602527"/>
                </a:lnTo>
                <a:lnTo>
                  <a:pt x="40448" y="599983"/>
                </a:lnTo>
                <a:lnTo>
                  <a:pt x="42374" y="597430"/>
                </a:lnTo>
                <a:lnTo>
                  <a:pt x="44300" y="594869"/>
                </a:lnTo>
                <a:lnTo>
                  <a:pt x="46227" y="592299"/>
                </a:lnTo>
                <a:lnTo>
                  <a:pt x="48153" y="589720"/>
                </a:lnTo>
                <a:lnTo>
                  <a:pt x="50080" y="587134"/>
                </a:lnTo>
                <a:lnTo>
                  <a:pt x="52006" y="584538"/>
                </a:lnTo>
                <a:lnTo>
                  <a:pt x="53932" y="581935"/>
                </a:lnTo>
                <a:lnTo>
                  <a:pt x="55858" y="579323"/>
                </a:lnTo>
                <a:lnTo>
                  <a:pt x="57784" y="576704"/>
                </a:lnTo>
                <a:lnTo>
                  <a:pt x="59710" y="574077"/>
                </a:lnTo>
                <a:lnTo>
                  <a:pt x="61636" y="571441"/>
                </a:lnTo>
                <a:lnTo>
                  <a:pt x="63562" y="568797"/>
                </a:lnTo>
                <a:lnTo>
                  <a:pt x="65488" y="566147"/>
                </a:lnTo>
                <a:lnTo>
                  <a:pt x="67414" y="563488"/>
                </a:lnTo>
                <a:lnTo>
                  <a:pt x="69340" y="560822"/>
                </a:lnTo>
                <a:lnTo>
                  <a:pt x="71266" y="558147"/>
                </a:lnTo>
                <a:lnTo>
                  <a:pt x="73192" y="555466"/>
                </a:lnTo>
                <a:lnTo>
                  <a:pt x="75119" y="552778"/>
                </a:lnTo>
                <a:lnTo>
                  <a:pt x="77045" y="550082"/>
                </a:lnTo>
                <a:lnTo>
                  <a:pt x="78971" y="547379"/>
                </a:lnTo>
                <a:lnTo>
                  <a:pt x="80897" y="544669"/>
                </a:lnTo>
                <a:lnTo>
                  <a:pt x="82824" y="541952"/>
                </a:lnTo>
                <a:lnTo>
                  <a:pt x="84750" y="539228"/>
                </a:lnTo>
                <a:lnTo>
                  <a:pt x="86676" y="536497"/>
                </a:lnTo>
                <a:lnTo>
                  <a:pt x="88602" y="533759"/>
                </a:lnTo>
                <a:lnTo>
                  <a:pt x="90528" y="531015"/>
                </a:lnTo>
                <a:lnTo>
                  <a:pt x="92454" y="528264"/>
                </a:lnTo>
                <a:lnTo>
                  <a:pt x="94380" y="525507"/>
                </a:lnTo>
                <a:lnTo>
                  <a:pt x="96306" y="522744"/>
                </a:lnTo>
                <a:lnTo>
                  <a:pt x="98232" y="519974"/>
                </a:lnTo>
                <a:lnTo>
                  <a:pt x="100158" y="517198"/>
                </a:lnTo>
                <a:lnTo>
                  <a:pt x="102084" y="514417"/>
                </a:lnTo>
                <a:lnTo>
                  <a:pt x="104010" y="511629"/>
                </a:lnTo>
                <a:lnTo>
                  <a:pt x="105937" y="508835"/>
                </a:lnTo>
                <a:lnTo>
                  <a:pt x="107863" y="506036"/>
                </a:lnTo>
                <a:lnTo>
                  <a:pt x="109789" y="503231"/>
                </a:lnTo>
                <a:lnTo>
                  <a:pt x="111715" y="500420"/>
                </a:lnTo>
                <a:lnTo>
                  <a:pt x="113641" y="497605"/>
                </a:lnTo>
                <a:lnTo>
                  <a:pt x="115567" y="494783"/>
                </a:lnTo>
                <a:lnTo>
                  <a:pt x="117494" y="491958"/>
                </a:lnTo>
                <a:lnTo>
                  <a:pt x="119420" y="489126"/>
                </a:lnTo>
                <a:lnTo>
                  <a:pt x="121346" y="486290"/>
                </a:lnTo>
                <a:lnTo>
                  <a:pt x="123272" y="483449"/>
                </a:lnTo>
                <a:lnTo>
                  <a:pt x="125198" y="480603"/>
                </a:lnTo>
                <a:lnTo>
                  <a:pt x="127124" y="477753"/>
                </a:lnTo>
                <a:lnTo>
                  <a:pt x="129050" y="474898"/>
                </a:lnTo>
                <a:lnTo>
                  <a:pt x="130976" y="472038"/>
                </a:lnTo>
                <a:lnTo>
                  <a:pt x="132902" y="469175"/>
                </a:lnTo>
                <a:lnTo>
                  <a:pt x="134829" y="466307"/>
                </a:lnTo>
                <a:lnTo>
                  <a:pt x="136755" y="463436"/>
                </a:lnTo>
                <a:lnTo>
                  <a:pt x="138681" y="460560"/>
                </a:lnTo>
                <a:lnTo>
                  <a:pt x="140607" y="457680"/>
                </a:lnTo>
                <a:lnTo>
                  <a:pt x="142533" y="454798"/>
                </a:lnTo>
                <a:lnTo>
                  <a:pt x="144459" y="451911"/>
                </a:lnTo>
                <a:lnTo>
                  <a:pt x="146385" y="449021"/>
                </a:lnTo>
                <a:lnTo>
                  <a:pt x="148312" y="446128"/>
                </a:lnTo>
                <a:lnTo>
                  <a:pt x="150238" y="443232"/>
                </a:lnTo>
                <a:lnTo>
                  <a:pt x="152164" y="440333"/>
                </a:lnTo>
                <a:lnTo>
                  <a:pt x="154090" y="437431"/>
                </a:lnTo>
                <a:lnTo>
                  <a:pt x="156014" y="434526"/>
                </a:lnTo>
                <a:lnTo>
                  <a:pt x="157942" y="431618"/>
                </a:lnTo>
                <a:lnTo>
                  <a:pt x="159870" y="428708"/>
                </a:lnTo>
                <a:lnTo>
                  <a:pt x="161798" y="425795"/>
                </a:lnTo>
                <a:lnTo>
                  <a:pt x="163716" y="422881"/>
                </a:lnTo>
                <a:lnTo>
                  <a:pt x="165644" y="419964"/>
                </a:lnTo>
                <a:lnTo>
                  <a:pt x="167572" y="417045"/>
                </a:lnTo>
                <a:lnTo>
                  <a:pt x="169500" y="414124"/>
                </a:lnTo>
                <a:lnTo>
                  <a:pt x="171428" y="411203"/>
                </a:lnTo>
                <a:lnTo>
                  <a:pt x="173346" y="408279"/>
                </a:lnTo>
                <a:lnTo>
                  <a:pt x="175274" y="405354"/>
                </a:lnTo>
                <a:lnTo>
                  <a:pt x="177202" y="402427"/>
                </a:lnTo>
                <a:lnTo>
                  <a:pt x="179130" y="399500"/>
                </a:lnTo>
                <a:lnTo>
                  <a:pt x="181058" y="396571"/>
                </a:lnTo>
                <a:lnTo>
                  <a:pt x="182986" y="393641"/>
                </a:lnTo>
                <a:lnTo>
                  <a:pt x="184905" y="390712"/>
                </a:lnTo>
                <a:lnTo>
                  <a:pt x="186833" y="387781"/>
                </a:lnTo>
                <a:lnTo>
                  <a:pt x="188761" y="384850"/>
                </a:lnTo>
                <a:lnTo>
                  <a:pt x="190689" y="381919"/>
                </a:lnTo>
                <a:lnTo>
                  <a:pt x="192617" y="378987"/>
                </a:lnTo>
                <a:lnTo>
                  <a:pt x="194535" y="376055"/>
                </a:lnTo>
                <a:lnTo>
                  <a:pt x="196463" y="373125"/>
                </a:lnTo>
                <a:lnTo>
                  <a:pt x="198391" y="370194"/>
                </a:lnTo>
                <a:lnTo>
                  <a:pt x="200319" y="367263"/>
                </a:lnTo>
                <a:lnTo>
                  <a:pt x="202247" y="364333"/>
                </a:lnTo>
                <a:lnTo>
                  <a:pt x="204165" y="361404"/>
                </a:lnTo>
                <a:lnTo>
                  <a:pt x="206093" y="358476"/>
                </a:lnTo>
                <a:lnTo>
                  <a:pt x="208021" y="355550"/>
                </a:lnTo>
                <a:lnTo>
                  <a:pt x="209949" y="352624"/>
                </a:lnTo>
                <a:lnTo>
                  <a:pt x="211877" y="349699"/>
                </a:lnTo>
                <a:lnTo>
                  <a:pt x="213795" y="346776"/>
                </a:lnTo>
                <a:lnTo>
                  <a:pt x="215724" y="343855"/>
                </a:lnTo>
                <a:lnTo>
                  <a:pt x="217652" y="340936"/>
                </a:lnTo>
                <a:lnTo>
                  <a:pt x="219580" y="338018"/>
                </a:lnTo>
                <a:lnTo>
                  <a:pt x="221508" y="335103"/>
                </a:lnTo>
                <a:lnTo>
                  <a:pt x="223426" y="332190"/>
                </a:lnTo>
                <a:lnTo>
                  <a:pt x="225354" y="329280"/>
                </a:lnTo>
                <a:lnTo>
                  <a:pt x="227282" y="326373"/>
                </a:lnTo>
                <a:lnTo>
                  <a:pt x="229210" y="323467"/>
                </a:lnTo>
                <a:lnTo>
                  <a:pt x="231138" y="320565"/>
                </a:lnTo>
                <a:lnTo>
                  <a:pt x="233056" y="317666"/>
                </a:lnTo>
                <a:lnTo>
                  <a:pt x="234984" y="314771"/>
                </a:lnTo>
                <a:lnTo>
                  <a:pt x="236912" y="311879"/>
                </a:lnTo>
                <a:lnTo>
                  <a:pt x="238840" y="308990"/>
                </a:lnTo>
                <a:lnTo>
                  <a:pt x="240768" y="306105"/>
                </a:lnTo>
                <a:lnTo>
                  <a:pt x="242696" y="303224"/>
                </a:lnTo>
                <a:lnTo>
                  <a:pt x="244614" y="300348"/>
                </a:lnTo>
                <a:lnTo>
                  <a:pt x="246543" y="297475"/>
                </a:lnTo>
                <a:lnTo>
                  <a:pt x="248471" y="294606"/>
                </a:lnTo>
                <a:lnTo>
                  <a:pt x="250399" y="291743"/>
                </a:lnTo>
                <a:lnTo>
                  <a:pt x="252327" y="288884"/>
                </a:lnTo>
                <a:lnTo>
                  <a:pt x="254245" y="286030"/>
                </a:lnTo>
                <a:lnTo>
                  <a:pt x="256173" y="283181"/>
                </a:lnTo>
                <a:lnTo>
                  <a:pt x="258101" y="280337"/>
                </a:lnTo>
                <a:lnTo>
                  <a:pt x="260029" y="277499"/>
                </a:lnTo>
                <a:lnTo>
                  <a:pt x="261957" y="274666"/>
                </a:lnTo>
                <a:lnTo>
                  <a:pt x="263875" y="271839"/>
                </a:lnTo>
                <a:lnTo>
                  <a:pt x="265803" y="269017"/>
                </a:lnTo>
                <a:lnTo>
                  <a:pt x="267731" y="266203"/>
                </a:lnTo>
                <a:lnTo>
                  <a:pt x="269659" y="263393"/>
                </a:lnTo>
                <a:lnTo>
                  <a:pt x="271587" y="260590"/>
                </a:lnTo>
                <a:lnTo>
                  <a:pt x="273505" y="257795"/>
                </a:lnTo>
                <a:lnTo>
                  <a:pt x="275433" y="255005"/>
                </a:lnTo>
                <a:lnTo>
                  <a:pt x="277361" y="252222"/>
                </a:lnTo>
                <a:lnTo>
                  <a:pt x="279289" y="249446"/>
                </a:lnTo>
                <a:lnTo>
                  <a:pt x="281218" y="246679"/>
                </a:lnTo>
                <a:lnTo>
                  <a:pt x="283136" y="243918"/>
                </a:lnTo>
                <a:lnTo>
                  <a:pt x="285064" y="241165"/>
                </a:lnTo>
                <a:lnTo>
                  <a:pt x="286992" y="238419"/>
                </a:lnTo>
                <a:lnTo>
                  <a:pt x="288920" y="235681"/>
                </a:lnTo>
                <a:lnTo>
                  <a:pt x="290848" y="232952"/>
                </a:lnTo>
                <a:lnTo>
                  <a:pt x="292766" y="230230"/>
                </a:lnTo>
                <a:lnTo>
                  <a:pt x="294694" y="227516"/>
                </a:lnTo>
                <a:lnTo>
                  <a:pt x="296622" y="224812"/>
                </a:lnTo>
                <a:lnTo>
                  <a:pt x="298550" y="222116"/>
                </a:lnTo>
                <a:lnTo>
                  <a:pt x="300478" y="219430"/>
                </a:lnTo>
                <a:lnTo>
                  <a:pt x="302406" y="216751"/>
                </a:lnTo>
                <a:lnTo>
                  <a:pt x="304324" y="214083"/>
                </a:lnTo>
                <a:lnTo>
                  <a:pt x="306252" y="211423"/>
                </a:lnTo>
                <a:lnTo>
                  <a:pt x="308180" y="208774"/>
                </a:lnTo>
                <a:lnTo>
                  <a:pt x="310108" y="206134"/>
                </a:lnTo>
                <a:lnTo>
                  <a:pt x="312036" y="203503"/>
                </a:lnTo>
                <a:lnTo>
                  <a:pt x="313955" y="200884"/>
                </a:lnTo>
                <a:lnTo>
                  <a:pt x="315883" y="198274"/>
                </a:lnTo>
                <a:lnTo>
                  <a:pt x="317811" y="195674"/>
                </a:lnTo>
                <a:lnTo>
                  <a:pt x="319739" y="193085"/>
                </a:lnTo>
                <a:lnTo>
                  <a:pt x="321667" y="190507"/>
                </a:lnTo>
                <a:lnTo>
                  <a:pt x="323585" y="187940"/>
                </a:lnTo>
                <a:lnTo>
                  <a:pt x="325513" y="185383"/>
                </a:lnTo>
                <a:lnTo>
                  <a:pt x="327441" y="182838"/>
                </a:lnTo>
                <a:lnTo>
                  <a:pt x="329369" y="180304"/>
                </a:lnTo>
                <a:lnTo>
                  <a:pt x="331297" y="177782"/>
                </a:lnTo>
                <a:lnTo>
                  <a:pt x="333215" y="175271"/>
                </a:lnTo>
                <a:lnTo>
                  <a:pt x="335143" y="172773"/>
                </a:lnTo>
                <a:lnTo>
                  <a:pt x="337071" y="170286"/>
                </a:lnTo>
                <a:lnTo>
                  <a:pt x="338999" y="167813"/>
                </a:lnTo>
                <a:lnTo>
                  <a:pt x="340927" y="165350"/>
                </a:lnTo>
                <a:lnTo>
                  <a:pt x="342845" y="162901"/>
                </a:lnTo>
                <a:lnTo>
                  <a:pt x="344773" y="160464"/>
                </a:lnTo>
                <a:lnTo>
                  <a:pt x="346701" y="158040"/>
                </a:lnTo>
                <a:lnTo>
                  <a:pt x="348630" y="155629"/>
                </a:lnTo>
                <a:lnTo>
                  <a:pt x="350558" y="153231"/>
                </a:lnTo>
                <a:lnTo>
                  <a:pt x="352476" y="150847"/>
                </a:lnTo>
                <a:lnTo>
                  <a:pt x="354404" y="148475"/>
                </a:lnTo>
                <a:lnTo>
                  <a:pt x="356332" y="146118"/>
                </a:lnTo>
                <a:lnTo>
                  <a:pt x="358260" y="143775"/>
                </a:lnTo>
                <a:lnTo>
                  <a:pt x="360188" y="141445"/>
                </a:lnTo>
                <a:lnTo>
                  <a:pt x="362116" y="139129"/>
                </a:lnTo>
                <a:lnTo>
                  <a:pt x="364034" y="136829"/>
                </a:lnTo>
                <a:lnTo>
                  <a:pt x="365962" y="134542"/>
                </a:lnTo>
                <a:lnTo>
                  <a:pt x="367890" y="132269"/>
                </a:lnTo>
                <a:lnTo>
                  <a:pt x="369818" y="130012"/>
                </a:lnTo>
                <a:lnTo>
                  <a:pt x="371746" y="127769"/>
                </a:lnTo>
                <a:lnTo>
                  <a:pt x="373664" y="125542"/>
                </a:lnTo>
                <a:lnTo>
                  <a:pt x="375592" y="123329"/>
                </a:lnTo>
                <a:lnTo>
                  <a:pt x="377520" y="121132"/>
                </a:lnTo>
                <a:lnTo>
                  <a:pt x="379449" y="118951"/>
                </a:lnTo>
                <a:lnTo>
                  <a:pt x="381376" y="116785"/>
                </a:lnTo>
                <a:lnTo>
                  <a:pt x="383295" y="114634"/>
                </a:lnTo>
                <a:lnTo>
                  <a:pt x="385223" y="112500"/>
                </a:lnTo>
                <a:lnTo>
                  <a:pt x="387151" y="110382"/>
                </a:lnTo>
                <a:lnTo>
                  <a:pt x="389079" y="108280"/>
                </a:lnTo>
                <a:lnTo>
                  <a:pt x="391007" y="106195"/>
                </a:lnTo>
                <a:lnTo>
                  <a:pt x="392925" y="104125"/>
                </a:lnTo>
                <a:lnTo>
                  <a:pt x="394853" y="102073"/>
                </a:lnTo>
                <a:lnTo>
                  <a:pt x="396781" y="100038"/>
                </a:lnTo>
                <a:lnTo>
                  <a:pt x="398709" y="98019"/>
                </a:lnTo>
                <a:lnTo>
                  <a:pt x="400637" y="96018"/>
                </a:lnTo>
                <a:lnTo>
                  <a:pt x="402555" y="94034"/>
                </a:lnTo>
                <a:lnTo>
                  <a:pt x="404483" y="92067"/>
                </a:lnTo>
                <a:lnTo>
                  <a:pt x="406411" y="90117"/>
                </a:lnTo>
                <a:lnTo>
                  <a:pt x="408339" y="88185"/>
                </a:lnTo>
                <a:lnTo>
                  <a:pt x="410267" y="86272"/>
                </a:lnTo>
                <a:lnTo>
                  <a:pt x="412185" y="84376"/>
                </a:lnTo>
                <a:lnTo>
                  <a:pt x="414114" y="82498"/>
                </a:lnTo>
                <a:lnTo>
                  <a:pt x="416042" y="80638"/>
                </a:lnTo>
                <a:lnTo>
                  <a:pt x="417970" y="78796"/>
                </a:lnTo>
                <a:lnTo>
                  <a:pt x="419898" y="76974"/>
                </a:lnTo>
                <a:lnTo>
                  <a:pt x="421826" y="75169"/>
                </a:lnTo>
                <a:lnTo>
                  <a:pt x="423744" y="73383"/>
                </a:lnTo>
                <a:lnTo>
                  <a:pt x="425672" y="71616"/>
                </a:lnTo>
                <a:lnTo>
                  <a:pt x="427600" y="69869"/>
                </a:lnTo>
                <a:lnTo>
                  <a:pt x="429528" y="68140"/>
                </a:lnTo>
                <a:lnTo>
                  <a:pt x="431456" y="66430"/>
                </a:lnTo>
                <a:lnTo>
                  <a:pt x="433374" y="64740"/>
                </a:lnTo>
                <a:lnTo>
                  <a:pt x="435302" y="63069"/>
                </a:lnTo>
                <a:lnTo>
                  <a:pt x="437230" y="61417"/>
                </a:lnTo>
                <a:lnTo>
                  <a:pt x="439158" y="59786"/>
                </a:lnTo>
                <a:lnTo>
                  <a:pt x="441086" y="58174"/>
                </a:lnTo>
                <a:lnTo>
                  <a:pt x="443004" y="56582"/>
                </a:lnTo>
                <a:lnTo>
                  <a:pt x="444933" y="55010"/>
                </a:lnTo>
                <a:lnTo>
                  <a:pt x="446861" y="53459"/>
                </a:lnTo>
                <a:lnTo>
                  <a:pt x="448789" y="51927"/>
                </a:lnTo>
                <a:lnTo>
                  <a:pt x="450717" y="50416"/>
                </a:lnTo>
                <a:lnTo>
                  <a:pt x="452635" y="48926"/>
                </a:lnTo>
                <a:lnTo>
                  <a:pt x="454563" y="47456"/>
                </a:lnTo>
                <a:lnTo>
                  <a:pt x="456491" y="46007"/>
                </a:lnTo>
                <a:lnTo>
                  <a:pt x="458419" y="44578"/>
                </a:lnTo>
                <a:lnTo>
                  <a:pt x="460347" y="43170"/>
                </a:lnTo>
                <a:lnTo>
                  <a:pt x="462265" y="41784"/>
                </a:lnTo>
                <a:lnTo>
                  <a:pt x="464193" y="40418"/>
                </a:lnTo>
                <a:lnTo>
                  <a:pt x="466121" y="39074"/>
                </a:lnTo>
                <a:lnTo>
                  <a:pt x="468049" y="37751"/>
                </a:lnTo>
                <a:lnTo>
                  <a:pt x="469977" y="36450"/>
                </a:lnTo>
                <a:lnTo>
                  <a:pt x="471895" y="35170"/>
                </a:lnTo>
                <a:lnTo>
                  <a:pt x="473823" y="33912"/>
                </a:lnTo>
                <a:lnTo>
                  <a:pt x="475751" y="32674"/>
                </a:lnTo>
                <a:lnTo>
                  <a:pt x="477679" y="31460"/>
                </a:lnTo>
                <a:lnTo>
                  <a:pt x="479608" y="30266"/>
                </a:lnTo>
                <a:lnTo>
                  <a:pt x="481536" y="29096"/>
                </a:lnTo>
                <a:lnTo>
                  <a:pt x="483454" y="27947"/>
                </a:lnTo>
                <a:lnTo>
                  <a:pt x="485382" y="26820"/>
                </a:lnTo>
                <a:lnTo>
                  <a:pt x="487310" y="25715"/>
                </a:lnTo>
                <a:lnTo>
                  <a:pt x="489238" y="24632"/>
                </a:lnTo>
                <a:lnTo>
                  <a:pt x="491166" y="23572"/>
                </a:lnTo>
                <a:lnTo>
                  <a:pt x="493084" y="22534"/>
                </a:lnTo>
                <a:lnTo>
                  <a:pt x="495012" y="21520"/>
                </a:lnTo>
                <a:lnTo>
                  <a:pt x="496940" y="20528"/>
                </a:lnTo>
                <a:lnTo>
                  <a:pt x="498868" y="19558"/>
                </a:lnTo>
                <a:lnTo>
                  <a:pt x="500796" y="18611"/>
                </a:lnTo>
                <a:lnTo>
                  <a:pt x="502714" y="17686"/>
                </a:lnTo>
                <a:lnTo>
                  <a:pt x="504642" y="16785"/>
                </a:lnTo>
                <a:lnTo>
                  <a:pt x="506570" y="15906"/>
                </a:lnTo>
                <a:lnTo>
                  <a:pt x="508498" y="15052"/>
                </a:lnTo>
                <a:lnTo>
                  <a:pt x="510427" y="14219"/>
                </a:lnTo>
                <a:lnTo>
                  <a:pt x="512345" y="13410"/>
                </a:lnTo>
                <a:lnTo>
                  <a:pt x="514273" y="12624"/>
                </a:lnTo>
                <a:lnTo>
                  <a:pt x="516201" y="11861"/>
                </a:lnTo>
                <a:lnTo>
                  <a:pt x="518129" y="11122"/>
                </a:lnTo>
                <a:lnTo>
                  <a:pt x="520057" y="10406"/>
                </a:lnTo>
                <a:lnTo>
                  <a:pt x="521975" y="9714"/>
                </a:lnTo>
                <a:lnTo>
                  <a:pt x="523903" y="9045"/>
                </a:lnTo>
                <a:lnTo>
                  <a:pt x="525831" y="8399"/>
                </a:lnTo>
                <a:lnTo>
                  <a:pt x="527759" y="7778"/>
                </a:lnTo>
                <a:lnTo>
                  <a:pt x="529687" y="7179"/>
                </a:lnTo>
                <a:lnTo>
                  <a:pt x="531605" y="6604"/>
                </a:lnTo>
                <a:lnTo>
                  <a:pt x="533533" y="6053"/>
                </a:lnTo>
                <a:lnTo>
                  <a:pt x="535461" y="5527"/>
                </a:lnTo>
                <a:lnTo>
                  <a:pt x="537389" y="5023"/>
                </a:lnTo>
                <a:lnTo>
                  <a:pt x="539317" y="4544"/>
                </a:lnTo>
                <a:lnTo>
                  <a:pt x="541245" y="4089"/>
                </a:lnTo>
                <a:lnTo>
                  <a:pt x="543163" y="3656"/>
                </a:lnTo>
                <a:lnTo>
                  <a:pt x="545092" y="3249"/>
                </a:lnTo>
                <a:lnTo>
                  <a:pt x="547020" y="2865"/>
                </a:lnTo>
                <a:lnTo>
                  <a:pt x="548948" y="2505"/>
                </a:lnTo>
                <a:lnTo>
                  <a:pt x="550876" y="2170"/>
                </a:lnTo>
                <a:lnTo>
                  <a:pt x="552794" y="1858"/>
                </a:lnTo>
                <a:lnTo>
                  <a:pt x="554722" y="1570"/>
                </a:lnTo>
                <a:lnTo>
                  <a:pt x="556650" y="1307"/>
                </a:lnTo>
                <a:lnTo>
                  <a:pt x="558578" y="1067"/>
                </a:lnTo>
                <a:lnTo>
                  <a:pt x="560506" y="852"/>
                </a:lnTo>
                <a:lnTo>
                  <a:pt x="562424" y="661"/>
                </a:lnTo>
                <a:lnTo>
                  <a:pt x="564352" y="494"/>
                </a:lnTo>
                <a:lnTo>
                  <a:pt x="566280" y="351"/>
                </a:lnTo>
                <a:lnTo>
                  <a:pt x="568208" y="233"/>
                </a:lnTo>
                <a:lnTo>
                  <a:pt x="570136" y="138"/>
                </a:lnTo>
                <a:lnTo>
                  <a:pt x="572054" y="68"/>
                </a:lnTo>
                <a:lnTo>
                  <a:pt x="573982" y="22"/>
                </a:lnTo>
                <a:lnTo>
                  <a:pt x="575910" y="0"/>
                </a:lnTo>
                <a:lnTo>
                  <a:pt x="577839" y="2"/>
                </a:lnTo>
                <a:lnTo>
                  <a:pt x="579767" y="29"/>
                </a:lnTo>
                <a:lnTo>
                  <a:pt x="581685" y="80"/>
                </a:lnTo>
                <a:lnTo>
                  <a:pt x="583613" y="155"/>
                </a:lnTo>
                <a:lnTo>
                  <a:pt x="585541" y="254"/>
                </a:lnTo>
                <a:lnTo>
                  <a:pt x="587469" y="378"/>
                </a:lnTo>
                <a:lnTo>
                  <a:pt x="589397" y="525"/>
                </a:lnTo>
                <a:lnTo>
                  <a:pt x="591315" y="697"/>
                </a:lnTo>
                <a:lnTo>
                  <a:pt x="593243" y="892"/>
                </a:lnTo>
                <a:lnTo>
                  <a:pt x="595171" y="1113"/>
                </a:lnTo>
                <a:lnTo>
                  <a:pt x="597099" y="1358"/>
                </a:lnTo>
                <a:lnTo>
                  <a:pt x="599027" y="1626"/>
                </a:lnTo>
                <a:lnTo>
                  <a:pt x="600955" y="1918"/>
                </a:lnTo>
                <a:lnTo>
                  <a:pt x="602873" y="2234"/>
                </a:lnTo>
                <a:lnTo>
                  <a:pt x="604801" y="2575"/>
                </a:lnTo>
                <a:lnTo>
                  <a:pt x="606729" y="2940"/>
                </a:lnTo>
                <a:lnTo>
                  <a:pt x="608657" y="3328"/>
                </a:lnTo>
                <a:lnTo>
                  <a:pt x="610585" y="3741"/>
                </a:lnTo>
                <a:lnTo>
                  <a:pt x="612504" y="4177"/>
                </a:lnTo>
                <a:lnTo>
                  <a:pt x="614432" y="4638"/>
                </a:lnTo>
                <a:lnTo>
                  <a:pt x="616360" y="5122"/>
                </a:lnTo>
                <a:lnTo>
                  <a:pt x="618288" y="5630"/>
                </a:lnTo>
                <a:lnTo>
                  <a:pt x="620216" y="6162"/>
                </a:lnTo>
                <a:lnTo>
                  <a:pt x="622134" y="6717"/>
                </a:lnTo>
                <a:lnTo>
                  <a:pt x="624062" y="7297"/>
                </a:lnTo>
                <a:lnTo>
                  <a:pt x="625990" y="7900"/>
                </a:lnTo>
                <a:lnTo>
                  <a:pt x="627918" y="8526"/>
                </a:lnTo>
                <a:lnTo>
                  <a:pt x="629846" y="9176"/>
                </a:lnTo>
                <a:lnTo>
                  <a:pt x="631764" y="9850"/>
                </a:lnTo>
                <a:lnTo>
                  <a:pt x="633692" y="10548"/>
                </a:lnTo>
                <a:lnTo>
                  <a:pt x="635620" y="11268"/>
                </a:lnTo>
                <a:lnTo>
                  <a:pt x="637548" y="12013"/>
                </a:lnTo>
                <a:lnTo>
                  <a:pt x="639476" y="12780"/>
                </a:lnTo>
                <a:lnTo>
                  <a:pt x="641394" y="13570"/>
                </a:lnTo>
                <a:lnTo>
                  <a:pt x="643323" y="14384"/>
                </a:lnTo>
                <a:lnTo>
                  <a:pt x="645251" y="15221"/>
                </a:lnTo>
                <a:lnTo>
                  <a:pt x="647179" y="16080"/>
                </a:lnTo>
                <a:lnTo>
                  <a:pt x="649107" y="16964"/>
                </a:lnTo>
                <a:lnTo>
                  <a:pt x="651025" y="17869"/>
                </a:lnTo>
                <a:lnTo>
                  <a:pt x="652953" y="18798"/>
                </a:lnTo>
                <a:lnTo>
                  <a:pt x="654881" y="19750"/>
                </a:lnTo>
                <a:lnTo>
                  <a:pt x="656809" y="20724"/>
                </a:lnTo>
                <a:lnTo>
                  <a:pt x="658737" y="21721"/>
                </a:lnTo>
                <a:lnTo>
                  <a:pt x="660665" y="22740"/>
                </a:lnTo>
                <a:lnTo>
                  <a:pt x="662583" y="23783"/>
                </a:lnTo>
                <a:lnTo>
                  <a:pt x="664511" y="24847"/>
                </a:lnTo>
                <a:lnTo>
                  <a:pt x="666439" y="25934"/>
                </a:lnTo>
                <a:lnTo>
                  <a:pt x="668367" y="27043"/>
                </a:lnTo>
                <a:lnTo>
                  <a:pt x="670295" y="28174"/>
                </a:lnTo>
                <a:lnTo>
                  <a:pt x="672213" y="29328"/>
                </a:lnTo>
                <a:lnTo>
                  <a:pt x="674141" y="30504"/>
                </a:lnTo>
                <a:lnTo>
                  <a:pt x="676069" y="31700"/>
                </a:lnTo>
                <a:lnTo>
                  <a:pt x="677998" y="32920"/>
                </a:lnTo>
                <a:lnTo>
                  <a:pt x="679926" y="34161"/>
                </a:lnTo>
                <a:lnTo>
                  <a:pt x="681844" y="35424"/>
                </a:lnTo>
                <a:lnTo>
                  <a:pt x="683772" y="36708"/>
                </a:lnTo>
                <a:lnTo>
                  <a:pt x="685700" y="38014"/>
                </a:lnTo>
                <a:lnTo>
                  <a:pt x="687628" y="39341"/>
                </a:lnTo>
                <a:lnTo>
                  <a:pt x="689556" y="40690"/>
                </a:lnTo>
                <a:lnTo>
                  <a:pt x="691474" y="42059"/>
                </a:lnTo>
                <a:lnTo>
                  <a:pt x="693402" y="43451"/>
                </a:lnTo>
                <a:lnTo>
                  <a:pt x="695330" y="44862"/>
                </a:lnTo>
                <a:lnTo>
                  <a:pt x="697258" y="46295"/>
                </a:lnTo>
                <a:lnTo>
                  <a:pt x="699186" y="47748"/>
                </a:lnTo>
                <a:lnTo>
                  <a:pt x="701104" y="49222"/>
                </a:lnTo>
                <a:lnTo>
                  <a:pt x="703032" y="50717"/>
                </a:lnTo>
                <a:lnTo>
                  <a:pt x="704960" y="52232"/>
                </a:lnTo>
                <a:lnTo>
                  <a:pt x="706888" y="53768"/>
                </a:lnTo>
                <a:lnTo>
                  <a:pt x="708817" y="55323"/>
                </a:lnTo>
                <a:lnTo>
                  <a:pt x="710735" y="56899"/>
                </a:lnTo>
                <a:lnTo>
                  <a:pt x="712663" y="58495"/>
                </a:lnTo>
                <a:lnTo>
                  <a:pt x="714591" y="60110"/>
                </a:lnTo>
                <a:lnTo>
                  <a:pt x="716519" y="61746"/>
                </a:lnTo>
                <a:lnTo>
                  <a:pt x="718447" y="63401"/>
                </a:lnTo>
                <a:lnTo>
                  <a:pt x="720375" y="65077"/>
                </a:lnTo>
                <a:lnTo>
                  <a:pt x="722293" y="66770"/>
                </a:lnTo>
                <a:lnTo>
                  <a:pt x="724221" y="68483"/>
                </a:lnTo>
                <a:lnTo>
                  <a:pt x="726149" y="70217"/>
                </a:lnTo>
                <a:lnTo>
                  <a:pt x="728077" y="71969"/>
                </a:lnTo>
                <a:lnTo>
                  <a:pt x="730005" y="73739"/>
                </a:lnTo>
                <a:lnTo>
                  <a:pt x="731923" y="75529"/>
                </a:lnTo>
                <a:lnTo>
                  <a:pt x="733851" y="77337"/>
                </a:lnTo>
                <a:lnTo>
                  <a:pt x="735779" y="79163"/>
                </a:lnTo>
                <a:lnTo>
                  <a:pt x="737707" y="81009"/>
                </a:lnTo>
                <a:lnTo>
                  <a:pt x="739635" y="82872"/>
                </a:lnTo>
                <a:lnTo>
                  <a:pt x="741553" y="84754"/>
                </a:lnTo>
                <a:lnTo>
                  <a:pt x="743482" y="86653"/>
                </a:lnTo>
                <a:lnTo>
                  <a:pt x="745410" y="88571"/>
                </a:lnTo>
                <a:lnTo>
                  <a:pt x="747338" y="90506"/>
                </a:lnTo>
                <a:lnTo>
                  <a:pt x="749266" y="92459"/>
                </a:lnTo>
                <a:lnTo>
                  <a:pt x="751184" y="94429"/>
                </a:lnTo>
                <a:lnTo>
                  <a:pt x="753112" y="96417"/>
                </a:lnTo>
                <a:lnTo>
                  <a:pt x="755040" y="98422"/>
                </a:lnTo>
                <a:lnTo>
                  <a:pt x="756968" y="100443"/>
                </a:lnTo>
                <a:lnTo>
                  <a:pt x="758896" y="102483"/>
                </a:lnTo>
                <a:lnTo>
                  <a:pt x="760814" y="104538"/>
                </a:lnTo>
                <a:lnTo>
                  <a:pt x="762742" y="106610"/>
                </a:lnTo>
                <a:lnTo>
                  <a:pt x="764670" y="108699"/>
                </a:lnTo>
                <a:lnTo>
                  <a:pt x="766598" y="110804"/>
                </a:lnTo>
                <a:lnTo>
                  <a:pt x="768526" y="112926"/>
                </a:lnTo>
                <a:lnTo>
                  <a:pt x="770444" y="115063"/>
                </a:lnTo>
                <a:lnTo>
                  <a:pt x="772372" y="117216"/>
                </a:lnTo>
                <a:lnTo>
                  <a:pt x="774300" y="119386"/>
                </a:lnTo>
                <a:lnTo>
                  <a:pt x="776229" y="121570"/>
                </a:lnTo>
                <a:lnTo>
                  <a:pt x="778157" y="123771"/>
                </a:lnTo>
                <a:lnTo>
                  <a:pt x="780085" y="125986"/>
                </a:lnTo>
                <a:lnTo>
                  <a:pt x="782003" y="128216"/>
                </a:lnTo>
                <a:lnTo>
                  <a:pt x="783931" y="130462"/>
                </a:lnTo>
                <a:lnTo>
                  <a:pt x="785859" y="132722"/>
                </a:lnTo>
                <a:lnTo>
                  <a:pt x="787787" y="134998"/>
                </a:lnTo>
                <a:lnTo>
                  <a:pt x="789715" y="137287"/>
                </a:lnTo>
                <a:lnTo>
                  <a:pt x="791633" y="139592"/>
                </a:lnTo>
                <a:lnTo>
                  <a:pt x="793561" y="141910"/>
                </a:lnTo>
                <a:lnTo>
                  <a:pt x="795489" y="144242"/>
                </a:lnTo>
                <a:lnTo>
                  <a:pt x="797417" y="146588"/>
                </a:lnTo>
                <a:lnTo>
                  <a:pt x="799345" y="148949"/>
                </a:lnTo>
                <a:lnTo>
                  <a:pt x="801263" y="151323"/>
                </a:lnTo>
                <a:lnTo>
                  <a:pt x="803191" y="153710"/>
                </a:lnTo>
                <a:lnTo>
                  <a:pt x="805119" y="156110"/>
                </a:lnTo>
                <a:lnTo>
                  <a:pt x="807047" y="158523"/>
                </a:lnTo>
                <a:lnTo>
                  <a:pt x="808975" y="160950"/>
                </a:lnTo>
                <a:lnTo>
                  <a:pt x="810894" y="163390"/>
                </a:lnTo>
                <a:lnTo>
                  <a:pt x="812822" y="165842"/>
                </a:lnTo>
                <a:lnTo>
                  <a:pt x="814750" y="168307"/>
                </a:lnTo>
                <a:lnTo>
                  <a:pt x="816678" y="170783"/>
                </a:lnTo>
                <a:lnTo>
                  <a:pt x="818606" y="173272"/>
                </a:lnTo>
                <a:lnTo>
                  <a:pt x="820524" y="175773"/>
                </a:lnTo>
                <a:lnTo>
                  <a:pt x="822452" y="178286"/>
                </a:lnTo>
                <a:lnTo>
                  <a:pt x="824380" y="180810"/>
                </a:lnTo>
                <a:lnTo>
                  <a:pt x="826308" y="183346"/>
                </a:lnTo>
                <a:lnTo>
                  <a:pt x="828236" y="185893"/>
                </a:lnTo>
                <a:lnTo>
                  <a:pt x="830154" y="188452"/>
                </a:lnTo>
                <a:lnTo>
                  <a:pt x="832082" y="191022"/>
                </a:lnTo>
                <a:lnTo>
                  <a:pt x="834010" y="193602"/>
                </a:lnTo>
                <a:lnTo>
                  <a:pt x="835938" y="196193"/>
                </a:lnTo>
                <a:lnTo>
                  <a:pt x="837866" y="198794"/>
                </a:lnTo>
                <a:lnTo>
                  <a:pt x="839794" y="201406"/>
                </a:lnTo>
                <a:lnTo>
                  <a:pt x="841713" y="204029"/>
                </a:lnTo>
                <a:lnTo>
                  <a:pt x="843641" y="206661"/>
                </a:lnTo>
                <a:lnTo>
                  <a:pt x="845569" y="209302"/>
                </a:lnTo>
                <a:lnTo>
                  <a:pt x="847497" y="211955"/>
                </a:lnTo>
                <a:lnTo>
                  <a:pt x="849425" y="214615"/>
                </a:lnTo>
                <a:lnTo>
                  <a:pt x="851343" y="217286"/>
                </a:lnTo>
                <a:lnTo>
                  <a:pt x="853271" y="219966"/>
                </a:lnTo>
                <a:lnTo>
                  <a:pt x="855199" y="222655"/>
                </a:lnTo>
                <a:lnTo>
                  <a:pt x="857127" y="225353"/>
                </a:lnTo>
                <a:lnTo>
                  <a:pt x="859055" y="228059"/>
                </a:lnTo>
                <a:lnTo>
                  <a:pt x="860973" y="230773"/>
                </a:lnTo>
                <a:lnTo>
                  <a:pt x="862901" y="233496"/>
                </a:lnTo>
                <a:lnTo>
                  <a:pt x="864829" y="236228"/>
                </a:lnTo>
                <a:lnTo>
                  <a:pt x="866757" y="238967"/>
                </a:lnTo>
                <a:lnTo>
                  <a:pt x="868685" y="241714"/>
                </a:lnTo>
                <a:lnTo>
                  <a:pt x="870603" y="244469"/>
                </a:lnTo>
                <a:lnTo>
                  <a:pt x="872531" y="247232"/>
                </a:lnTo>
                <a:lnTo>
                  <a:pt x="874459" y="250001"/>
                </a:lnTo>
                <a:lnTo>
                  <a:pt x="876388" y="252779"/>
                </a:lnTo>
                <a:lnTo>
                  <a:pt x="878316" y="255563"/>
                </a:lnTo>
                <a:lnTo>
                  <a:pt x="880234" y="258353"/>
                </a:lnTo>
                <a:lnTo>
                  <a:pt x="882162" y="261151"/>
                </a:lnTo>
                <a:lnTo>
                  <a:pt x="884090" y="263955"/>
                </a:lnTo>
                <a:lnTo>
                  <a:pt x="886018" y="266765"/>
                </a:lnTo>
                <a:lnTo>
                  <a:pt x="887946" y="269582"/>
                </a:lnTo>
                <a:lnTo>
                  <a:pt x="889864" y="272404"/>
                </a:lnTo>
                <a:lnTo>
                  <a:pt x="891792" y="275232"/>
                </a:lnTo>
                <a:lnTo>
                  <a:pt x="893720" y="278066"/>
                </a:lnTo>
                <a:lnTo>
                  <a:pt x="895648" y="280905"/>
                </a:lnTo>
                <a:lnTo>
                  <a:pt x="897576" y="283751"/>
                </a:lnTo>
                <a:lnTo>
                  <a:pt x="899504" y="286600"/>
                </a:lnTo>
                <a:lnTo>
                  <a:pt x="901422" y="289455"/>
                </a:lnTo>
                <a:lnTo>
                  <a:pt x="903350" y="292316"/>
                </a:lnTo>
                <a:lnTo>
                  <a:pt x="905278" y="295180"/>
                </a:lnTo>
                <a:lnTo>
                  <a:pt x="907207" y="298049"/>
                </a:lnTo>
                <a:lnTo>
                  <a:pt x="909135" y="300922"/>
                </a:lnTo>
                <a:lnTo>
                  <a:pt x="911053" y="303800"/>
                </a:lnTo>
                <a:lnTo>
                  <a:pt x="912981" y="306682"/>
                </a:lnTo>
                <a:lnTo>
                  <a:pt x="914909" y="309568"/>
                </a:lnTo>
                <a:lnTo>
                  <a:pt x="916837" y="312457"/>
                </a:lnTo>
                <a:lnTo>
                  <a:pt x="918765" y="315350"/>
                </a:lnTo>
                <a:lnTo>
                  <a:pt x="920683" y="318246"/>
                </a:lnTo>
                <a:lnTo>
                  <a:pt x="922611" y="321146"/>
                </a:lnTo>
                <a:lnTo>
                  <a:pt x="924539" y="324048"/>
                </a:lnTo>
                <a:lnTo>
                  <a:pt x="926467" y="326954"/>
                </a:lnTo>
                <a:lnTo>
                  <a:pt x="928395" y="329862"/>
                </a:lnTo>
                <a:lnTo>
                  <a:pt x="930313" y="332773"/>
                </a:lnTo>
                <a:lnTo>
                  <a:pt x="932241" y="335687"/>
                </a:lnTo>
                <a:lnTo>
                  <a:pt x="934169" y="338602"/>
                </a:lnTo>
                <a:lnTo>
                  <a:pt x="936097" y="341520"/>
                </a:lnTo>
                <a:lnTo>
                  <a:pt x="938025" y="344439"/>
                </a:lnTo>
                <a:lnTo>
                  <a:pt x="939944" y="347361"/>
                </a:lnTo>
                <a:lnTo>
                  <a:pt x="941872" y="350284"/>
                </a:lnTo>
                <a:lnTo>
                  <a:pt x="943800" y="353209"/>
                </a:lnTo>
                <a:lnTo>
                  <a:pt x="945728" y="356135"/>
                </a:lnTo>
                <a:lnTo>
                  <a:pt x="947656" y="359062"/>
                </a:lnTo>
                <a:lnTo>
                  <a:pt x="949574" y="361991"/>
                </a:lnTo>
                <a:lnTo>
                  <a:pt x="951502" y="364920"/>
                </a:lnTo>
                <a:lnTo>
                  <a:pt x="953430" y="367849"/>
                </a:lnTo>
                <a:lnTo>
                  <a:pt x="955358" y="370780"/>
                </a:lnTo>
                <a:lnTo>
                  <a:pt x="957286" y="373711"/>
                </a:lnTo>
                <a:lnTo>
                  <a:pt x="959214" y="376642"/>
                </a:lnTo>
                <a:lnTo>
                  <a:pt x="961132" y="379574"/>
                </a:lnTo>
                <a:lnTo>
                  <a:pt x="961132" y="964684"/>
                </a:lnTo>
                <a:lnTo>
                  <a:pt x="959214" y="964684"/>
                </a:lnTo>
                <a:lnTo>
                  <a:pt x="957286" y="964684"/>
                </a:lnTo>
                <a:lnTo>
                  <a:pt x="955358" y="964684"/>
                </a:lnTo>
                <a:lnTo>
                  <a:pt x="953430" y="964684"/>
                </a:lnTo>
                <a:lnTo>
                  <a:pt x="951502" y="964684"/>
                </a:lnTo>
                <a:lnTo>
                  <a:pt x="949574" y="964684"/>
                </a:lnTo>
                <a:lnTo>
                  <a:pt x="947656" y="964684"/>
                </a:lnTo>
                <a:lnTo>
                  <a:pt x="945728" y="964684"/>
                </a:lnTo>
                <a:lnTo>
                  <a:pt x="943800" y="964684"/>
                </a:lnTo>
                <a:lnTo>
                  <a:pt x="941872" y="964684"/>
                </a:lnTo>
                <a:lnTo>
                  <a:pt x="939944" y="964684"/>
                </a:lnTo>
                <a:lnTo>
                  <a:pt x="938025" y="964684"/>
                </a:lnTo>
                <a:lnTo>
                  <a:pt x="936097" y="964684"/>
                </a:lnTo>
                <a:lnTo>
                  <a:pt x="934169" y="964684"/>
                </a:lnTo>
                <a:lnTo>
                  <a:pt x="932241" y="964684"/>
                </a:lnTo>
                <a:lnTo>
                  <a:pt x="930313" y="964684"/>
                </a:lnTo>
                <a:lnTo>
                  <a:pt x="928395" y="964684"/>
                </a:lnTo>
                <a:lnTo>
                  <a:pt x="926467" y="964684"/>
                </a:lnTo>
                <a:lnTo>
                  <a:pt x="924539" y="964684"/>
                </a:lnTo>
                <a:lnTo>
                  <a:pt x="922611" y="964684"/>
                </a:lnTo>
                <a:lnTo>
                  <a:pt x="920683" y="964684"/>
                </a:lnTo>
                <a:lnTo>
                  <a:pt x="918765" y="964684"/>
                </a:lnTo>
                <a:lnTo>
                  <a:pt x="916837" y="964684"/>
                </a:lnTo>
                <a:lnTo>
                  <a:pt x="914909" y="964684"/>
                </a:lnTo>
                <a:lnTo>
                  <a:pt x="912981" y="964684"/>
                </a:lnTo>
                <a:lnTo>
                  <a:pt x="911053" y="964684"/>
                </a:lnTo>
                <a:lnTo>
                  <a:pt x="909135" y="964684"/>
                </a:lnTo>
                <a:lnTo>
                  <a:pt x="907207" y="964684"/>
                </a:lnTo>
                <a:lnTo>
                  <a:pt x="905278" y="964684"/>
                </a:lnTo>
                <a:lnTo>
                  <a:pt x="903350" y="964684"/>
                </a:lnTo>
                <a:lnTo>
                  <a:pt x="901422" y="964684"/>
                </a:lnTo>
                <a:lnTo>
                  <a:pt x="899504" y="964684"/>
                </a:lnTo>
                <a:lnTo>
                  <a:pt x="897576" y="964684"/>
                </a:lnTo>
                <a:lnTo>
                  <a:pt x="895648" y="964684"/>
                </a:lnTo>
                <a:lnTo>
                  <a:pt x="893720" y="964684"/>
                </a:lnTo>
                <a:lnTo>
                  <a:pt x="891792" y="964684"/>
                </a:lnTo>
                <a:lnTo>
                  <a:pt x="889864" y="964684"/>
                </a:lnTo>
                <a:lnTo>
                  <a:pt x="887946" y="964684"/>
                </a:lnTo>
                <a:lnTo>
                  <a:pt x="886018" y="964684"/>
                </a:lnTo>
                <a:lnTo>
                  <a:pt x="884090" y="964684"/>
                </a:lnTo>
                <a:lnTo>
                  <a:pt x="882162" y="964684"/>
                </a:lnTo>
                <a:lnTo>
                  <a:pt x="880234" y="964684"/>
                </a:lnTo>
                <a:lnTo>
                  <a:pt x="878316" y="964684"/>
                </a:lnTo>
                <a:lnTo>
                  <a:pt x="876388" y="964684"/>
                </a:lnTo>
                <a:lnTo>
                  <a:pt x="874459" y="964684"/>
                </a:lnTo>
                <a:lnTo>
                  <a:pt x="872531" y="964684"/>
                </a:lnTo>
                <a:lnTo>
                  <a:pt x="870603" y="964684"/>
                </a:lnTo>
                <a:lnTo>
                  <a:pt x="868685" y="964684"/>
                </a:lnTo>
                <a:lnTo>
                  <a:pt x="866757" y="964684"/>
                </a:lnTo>
                <a:lnTo>
                  <a:pt x="864829" y="964684"/>
                </a:lnTo>
                <a:lnTo>
                  <a:pt x="862901" y="964684"/>
                </a:lnTo>
                <a:lnTo>
                  <a:pt x="860973" y="964684"/>
                </a:lnTo>
                <a:lnTo>
                  <a:pt x="859055" y="964684"/>
                </a:lnTo>
                <a:lnTo>
                  <a:pt x="857127" y="964684"/>
                </a:lnTo>
                <a:lnTo>
                  <a:pt x="855199" y="964684"/>
                </a:lnTo>
                <a:lnTo>
                  <a:pt x="853271" y="964684"/>
                </a:lnTo>
                <a:lnTo>
                  <a:pt x="851343" y="964684"/>
                </a:lnTo>
                <a:lnTo>
                  <a:pt x="849425" y="964684"/>
                </a:lnTo>
                <a:lnTo>
                  <a:pt x="847497" y="964684"/>
                </a:lnTo>
                <a:lnTo>
                  <a:pt x="845569" y="964684"/>
                </a:lnTo>
                <a:lnTo>
                  <a:pt x="843641" y="964684"/>
                </a:lnTo>
                <a:lnTo>
                  <a:pt x="841713" y="964684"/>
                </a:lnTo>
                <a:lnTo>
                  <a:pt x="839794" y="964684"/>
                </a:lnTo>
                <a:lnTo>
                  <a:pt x="837866" y="964684"/>
                </a:lnTo>
                <a:lnTo>
                  <a:pt x="835938" y="964684"/>
                </a:lnTo>
                <a:lnTo>
                  <a:pt x="834010" y="964684"/>
                </a:lnTo>
                <a:lnTo>
                  <a:pt x="832082" y="964684"/>
                </a:lnTo>
                <a:lnTo>
                  <a:pt x="830154" y="964684"/>
                </a:lnTo>
                <a:lnTo>
                  <a:pt x="828236" y="964684"/>
                </a:lnTo>
                <a:lnTo>
                  <a:pt x="826308" y="964684"/>
                </a:lnTo>
                <a:lnTo>
                  <a:pt x="824380" y="964684"/>
                </a:lnTo>
                <a:lnTo>
                  <a:pt x="822452" y="964684"/>
                </a:lnTo>
                <a:lnTo>
                  <a:pt x="820524" y="964684"/>
                </a:lnTo>
                <a:lnTo>
                  <a:pt x="818606" y="964684"/>
                </a:lnTo>
                <a:lnTo>
                  <a:pt x="816678" y="964684"/>
                </a:lnTo>
                <a:lnTo>
                  <a:pt x="814750" y="964684"/>
                </a:lnTo>
                <a:lnTo>
                  <a:pt x="812822" y="964684"/>
                </a:lnTo>
                <a:lnTo>
                  <a:pt x="810894" y="964684"/>
                </a:lnTo>
                <a:lnTo>
                  <a:pt x="808975" y="964684"/>
                </a:lnTo>
                <a:lnTo>
                  <a:pt x="807047" y="964684"/>
                </a:lnTo>
                <a:lnTo>
                  <a:pt x="805119" y="964684"/>
                </a:lnTo>
                <a:lnTo>
                  <a:pt x="803191" y="964684"/>
                </a:lnTo>
                <a:lnTo>
                  <a:pt x="801263" y="964684"/>
                </a:lnTo>
                <a:lnTo>
                  <a:pt x="799345" y="964684"/>
                </a:lnTo>
                <a:lnTo>
                  <a:pt x="797417" y="964684"/>
                </a:lnTo>
                <a:lnTo>
                  <a:pt x="795489" y="964684"/>
                </a:lnTo>
                <a:lnTo>
                  <a:pt x="793561" y="964684"/>
                </a:lnTo>
                <a:lnTo>
                  <a:pt x="791633" y="964684"/>
                </a:lnTo>
                <a:lnTo>
                  <a:pt x="789715" y="964684"/>
                </a:lnTo>
                <a:lnTo>
                  <a:pt x="787787" y="964684"/>
                </a:lnTo>
                <a:lnTo>
                  <a:pt x="785859" y="964684"/>
                </a:lnTo>
                <a:lnTo>
                  <a:pt x="783931" y="964684"/>
                </a:lnTo>
                <a:lnTo>
                  <a:pt x="782003" y="964684"/>
                </a:lnTo>
                <a:lnTo>
                  <a:pt x="780085" y="964684"/>
                </a:lnTo>
                <a:lnTo>
                  <a:pt x="778157" y="964684"/>
                </a:lnTo>
                <a:lnTo>
                  <a:pt x="776229" y="964684"/>
                </a:lnTo>
                <a:lnTo>
                  <a:pt x="774300" y="964684"/>
                </a:lnTo>
                <a:lnTo>
                  <a:pt x="772372" y="964684"/>
                </a:lnTo>
                <a:lnTo>
                  <a:pt x="770444" y="964684"/>
                </a:lnTo>
                <a:lnTo>
                  <a:pt x="768526" y="964684"/>
                </a:lnTo>
                <a:lnTo>
                  <a:pt x="766598" y="964684"/>
                </a:lnTo>
                <a:lnTo>
                  <a:pt x="764670" y="964684"/>
                </a:lnTo>
                <a:lnTo>
                  <a:pt x="762742" y="964684"/>
                </a:lnTo>
                <a:lnTo>
                  <a:pt x="760814" y="964684"/>
                </a:lnTo>
                <a:lnTo>
                  <a:pt x="758896" y="964684"/>
                </a:lnTo>
                <a:lnTo>
                  <a:pt x="756968" y="964684"/>
                </a:lnTo>
                <a:lnTo>
                  <a:pt x="755040" y="964684"/>
                </a:lnTo>
                <a:lnTo>
                  <a:pt x="753112" y="964684"/>
                </a:lnTo>
                <a:lnTo>
                  <a:pt x="751184" y="964684"/>
                </a:lnTo>
                <a:lnTo>
                  <a:pt x="749266" y="964684"/>
                </a:lnTo>
                <a:lnTo>
                  <a:pt x="747338" y="964684"/>
                </a:lnTo>
                <a:lnTo>
                  <a:pt x="745410" y="964684"/>
                </a:lnTo>
                <a:lnTo>
                  <a:pt x="743482" y="964684"/>
                </a:lnTo>
                <a:lnTo>
                  <a:pt x="741553" y="964684"/>
                </a:lnTo>
                <a:lnTo>
                  <a:pt x="739635" y="964684"/>
                </a:lnTo>
                <a:lnTo>
                  <a:pt x="737707" y="964684"/>
                </a:lnTo>
                <a:lnTo>
                  <a:pt x="735779" y="964684"/>
                </a:lnTo>
                <a:lnTo>
                  <a:pt x="733851" y="964684"/>
                </a:lnTo>
                <a:lnTo>
                  <a:pt x="731923" y="964684"/>
                </a:lnTo>
                <a:lnTo>
                  <a:pt x="730005" y="964684"/>
                </a:lnTo>
                <a:lnTo>
                  <a:pt x="728077" y="964684"/>
                </a:lnTo>
                <a:lnTo>
                  <a:pt x="726149" y="964684"/>
                </a:lnTo>
                <a:lnTo>
                  <a:pt x="724221" y="964684"/>
                </a:lnTo>
                <a:lnTo>
                  <a:pt x="722293" y="964684"/>
                </a:lnTo>
                <a:lnTo>
                  <a:pt x="720375" y="964684"/>
                </a:lnTo>
                <a:lnTo>
                  <a:pt x="718447" y="964684"/>
                </a:lnTo>
                <a:lnTo>
                  <a:pt x="716519" y="964684"/>
                </a:lnTo>
                <a:lnTo>
                  <a:pt x="714591" y="964684"/>
                </a:lnTo>
                <a:lnTo>
                  <a:pt x="712663" y="964684"/>
                </a:lnTo>
                <a:lnTo>
                  <a:pt x="710735" y="964684"/>
                </a:lnTo>
                <a:lnTo>
                  <a:pt x="708817" y="964684"/>
                </a:lnTo>
                <a:lnTo>
                  <a:pt x="706888" y="964684"/>
                </a:lnTo>
                <a:lnTo>
                  <a:pt x="704960" y="964684"/>
                </a:lnTo>
                <a:lnTo>
                  <a:pt x="703032" y="964684"/>
                </a:lnTo>
                <a:lnTo>
                  <a:pt x="701104" y="964684"/>
                </a:lnTo>
                <a:lnTo>
                  <a:pt x="699186" y="964684"/>
                </a:lnTo>
                <a:lnTo>
                  <a:pt x="697258" y="964684"/>
                </a:lnTo>
                <a:lnTo>
                  <a:pt x="695330" y="964684"/>
                </a:lnTo>
                <a:lnTo>
                  <a:pt x="693402" y="964684"/>
                </a:lnTo>
                <a:lnTo>
                  <a:pt x="691474" y="964684"/>
                </a:lnTo>
                <a:lnTo>
                  <a:pt x="689556" y="964684"/>
                </a:lnTo>
                <a:lnTo>
                  <a:pt x="687628" y="964684"/>
                </a:lnTo>
                <a:lnTo>
                  <a:pt x="685700" y="964684"/>
                </a:lnTo>
                <a:lnTo>
                  <a:pt x="683772" y="964684"/>
                </a:lnTo>
                <a:lnTo>
                  <a:pt x="681844" y="964684"/>
                </a:lnTo>
                <a:lnTo>
                  <a:pt x="679926" y="964684"/>
                </a:lnTo>
                <a:lnTo>
                  <a:pt x="677998" y="964684"/>
                </a:lnTo>
                <a:lnTo>
                  <a:pt x="676069" y="964684"/>
                </a:lnTo>
                <a:lnTo>
                  <a:pt x="674141" y="964684"/>
                </a:lnTo>
                <a:lnTo>
                  <a:pt x="672213" y="964684"/>
                </a:lnTo>
                <a:lnTo>
                  <a:pt x="670295" y="964684"/>
                </a:lnTo>
                <a:lnTo>
                  <a:pt x="668367" y="964684"/>
                </a:lnTo>
                <a:lnTo>
                  <a:pt x="666439" y="964684"/>
                </a:lnTo>
                <a:lnTo>
                  <a:pt x="664511" y="964684"/>
                </a:lnTo>
                <a:lnTo>
                  <a:pt x="662583" y="964684"/>
                </a:lnTo>
                <a:lnTo>
                  <a:pt x="660665" y="964684"/>
                </a:lnTo>
                <a:lnTo>
                  <a:pt x="658737" y="964684"/>
                </a:lnTo>
                <a:lnTo>
                  <a:pt x="656809" y="964684"/>
                </a:lnTo>
                <a:lnTo>
                  <a:pt x="654881" y="964684"/>
                </a:lnTo>
                <a:lnTo>
                  <a:pt x="652953" y="964684"/>
                </a:lnTo>
                <a:lnTo>
                  <a:pt x="651025" y="964684"/>
                </a:lnTo>
                <a:lnTo>
                  <a:pt x="649107" y="964684"/>
                </a:lnTo>
                <a:lnTo>
                  <a:pt x="647179" y="964684"/>
                </a:lnTo>
                <a:lnTo>
                  <a:pt x="645251" y="964684"/>
                </a:lnTo>
                <a:lnTo>
                  <a:pt x="643323" y="964684"/>
                </a:lnTo>
                <a:lnTo>
                  <a:pt x="641394" y="964684"/>
                </a:lnTo>
                <a:lnTo>
                  <a:pt x="639476" y="964684"/>
                </a:lnTo>
                <a:lnTo>
                  <a:pt x="637548" y="964684"/>
                </a:lnTo>
                <a:lnTo>
                  <a:pt x="635620" y="964684"/>
                </a:lnTo>
                <a:lnTo>
                  <a:pt x="633692" y="964684"/>
                </a:lnTo>
                <a:lnTo>
                  <a:pt x="631764" y="964684"/>
                </a:lnTo>
                <a:lnTo>
                  <a:pt x="629846" y="964684"/>
                </a:lnTo>
                <a:lnTo>
                  <a:pt x="627918" y="964684"/>
                </a:lnTo>
                <a:lnTo>
                  <a:pt x="625990" y="964684"/>
                </a:lnTo>
                <a:lnTo>
                  <a:pt x="624062" y="964684"/>
                </a:lnTo>
                <a:lnTo>
                  <a:pt x="622134" y="964684"/>
                </a:lnTo>
                <a:lnTo>
                  <a:pt x="620216" y="964684"/>
                </a:lnTo>
                <a:lnTo>
                  <a:pt x="618288" y="964684"/>
                </a:lnTo>
                <a:lnTo>
                  <a:pt x="616360" y="964684"/>
                </a:lnTo>
                <a:lnTo>
                  <a:pt x="614432" y="964684"/>
                </a:lnTo>
                <a:lnTo>
                  <a:pt x="612504" y="964684"/>
                </a:lnTo>
                <a:lnTo>
                  <a:pt x="610585" y="964684"/>
                </a:lnTo>
                <a:lnTo>
                  <a:pt x="608657" y="964684"/>
                </a:lnTo>
                <a:lnTo>
                  <a:pt x="606729" y="964684"/>
                </a:lnTo>
                <a:lnTo>
                  <a:pt x="604801" y="964684"/>
                </a:lnTo>
                <a:lnTo>
                  <a:pt x="602873" y="964684"/>
                </a:lnTo>
                <a:lnTo>
                  <a:pt x="600955" y="964684"/>
                </a:lnTo>
                <a:lnTo>
                  <a:pt x="599027" y="964684"/>
                </a:lnTo>
                <a:lnTo>
                  <a:pt x="597099" y="964684"/>
                </a:lnTo>
                <a:lnTo>
                  <a:pt x="595171" y="964684"/>
                </a:lnTo>
                <a:lnTo>
                  <a:pt x="593243" y="964684"/>
                </a:lnTo>
                <a:lnTo>
                  <a:pt x="591315" y="964684"/>
                </a:lnTo>
                <a:lnTo>
                  <a:pt x="589397" y="964684"/>
                </a:lnTo>
                <a:lnTo>
                  <a:pt x="587469" y="964684"/>
                </a:lnTo>
                <a:lnTo>
                  <a:pt x="585541" y="964684"/>
                </a:lnTo>
                <a:lnTo>
                  <a:pt x="583613" y="964684"/>
                </a:lnTo>
                <a:lnTo>
                  <a:pt x="581685" y="964684"/>
                </a:lnTo>
                <a:lnTo>
                  <a:pt x="579767" y="964684"/>
                </a:lnTo>
                <a:lnTo>
                  <a:pt x="577839" y="964684"/>
                </a:lnTo>
                <a:lnTo>
                  <a:pt x="575910" y="964684"/>
                </a:lnTo>
                <a:lnTo>
                  <a:pt x="573982" y="964684"/>
                </a:lnTo>
                <a:lnTo>
                  <a:pt x="572054" y="964684"/>
                </a:lnTo>
                <a:lnTo>
                  <a:pt x="570136" y="964684"/>
                </a:lnTo>
                <a:lnTo>
                  <a:pt x="568208" y="964684"/>
                </a:lnTo>
                <a:lnTo>
                  <a:pt x="566280" y="964684"/>
                </a:lnTo>
                <a:lnTo>
                  <a:pt x="564352" y="964684"/>
                </a:lnTo>
                <a:lnTo>
                  <a:pt x="562424" y="964684"/>
                </a:lnTo>
                <a:lnTo>
                  <a:pt x="560506" y="964684"/>
                </a:lnTo>
                <a:lnTo>
                  <a:pt x="558578" y="964684"/>
                </a:lnTo>
                <a:lnTo>
                  <a:pt x="556650" y="964684"/>
                </a:lnTo>
                <a:lnTo>
                  <a:pt x="554722" y="964684"/>
                </a:lnTo>
                <a:lnTo>
                  <a:pt x="552794" y="964684"/>
                </a:lnTo>
                <a:lnTo>
                  <a:pt x="550876" y="964684"/>
                </a:lnTo>
                <a:lnTo>
                  <a:pt x="548948" y="964684"/>
                </a:lnTo>
                <a:lnTo>
                  <a:pt x="547020" y="964684"/>
                </a:lnTo>
                <a:lnTo>
                  <a:pt x="545092" y="964684"/>
                </a:lnTo>
                <a:lnTo>
                  <a:pt x="543163" y="964684"/>
                </a:lnTo>
                <a:lnTo>
                  <a:pt x="541245" y="964684"/>
                </a:lnTo>
                <a:lnTo>
                  <a:pt x="539317" y="964684"/>
                </a:lnTo>
                <a:lnTo>
                  <a:pt x="537389" y="964684"/>
                </a:lnTo>
                <a:lnTo>
                  <a:pt x="535461" y="964684"/>
                </a:lnTo>
                <a:lnTo>
                  <a:pt x="533533" y="964684"/>
                </a:lnTo>
                <a:lnTo>
                  <a:pt x="531605" y="964684"/>
                </a:lnTo>
                <a:lnTo>
                  <a:pt x="529687" y="964684"/>
                </a:lnTo>
                <a:lnTo>
                  <a:pt x="527759" y="964684"/>
                </a:lnTo>
                <a:lnTo>
                  <a:pt x="525831" y="964684"/>
                </a:lnTo>
                <a:lnTo>
                  <a:pt x="523903" y="964684"/>
                </a:lnTo>
                <a:lnTo>
                  <a:pt x="521975" y="964684"/>
                </a:lnTo>
                <a:lnTo>
                  <a:pt x="520057" y="964684"/>
                </a:lnTo>
                <a:lnTo>
                  <a:pt x="518129" y="964684"/>
                </a:lnTo>
                <a:lnTo>
                  <a:pt x="516201" y="964684"/>
                </a:lnTo>
                <a:lnTo>
                  <a:pt x="514273" y="964684"/>
                </a:lnTo>
                <a:lnTo>
                  <a:pt x="512345" y="964684"/>
                </a:lnTo>
                <a:lnTo>
                  <a:pt x="510427" y="964684"/>
                </a:lnTo>
                <a:lnTo>
                  <a:pt x="508498" y="964684"/>
                </a:lnTo>
                <a:lnTo>
                  <a:pt x="506570" y="964684"/>
                </a:lnTo>
                <a:lnTo>
                  <a:pt x="504642" y="964684"/>
                </a:lnTo>
                <a:lnTo>
                  <a:pt x="502714" y="964684"/>
                </a:lnTo>
                <a:lnTo>
                  <a:pt x="500796" y="964684"/>
                </a:lnTo>
                <a:lnTo>
                  <a:pt x="498868" y="964684"/>
                </a:lnTo>
                <a:lnTo>
                  <a:pt x="496940" y="964684"/>
                </a:lnTo>
                <a:lnTo>
                  <a:pt x="495012" y="964684"/>
                </a:lnTo>
                <a:lnTo>
                  <a:pt x="493084" y="964684"/>
                </a:lnTo>
                <a:lnTo>
                  <a:pt x="491166" y="964684"/>
                </a:lnTo>
                <a:lnTo>
                  <a:pt x="489238" y="964684"/>
                </a:lnTo>
                <a:lnTo>
                  <a:pt x="487310" y="964684"/>
                </a:lnTo>
                <a:lnTo>
                  <a:pt x="485382" y="964684"/>
                </a:lnTo>
                <a:lnTo>
                  <a:pt x="483454" y="964684"/>
                </a:lnTo>
                <a:lnTo>
                  <a:pt x="481536" y="964684"/>
                </a:lnTo>
                <a:lnTo>
                  <a:pt x="479608" y="964684"/>
                </a:lnTo>
                <a:lnTo>
                  <a:pt x="477679" y="964684"/>
                </a:lnTo>
                <a:lnTo>
                  <a:pt x="475751" y="964684"/>
                </a:lnTo>
                <a:lnTo>
                  <a:pt x="473823" y="964684"/>
                </a:lnTo>
                <a:lnTo>
                  <a:pt x="471895" y="964684"/>
                </a:lnTo>
                <a:lnTo>
                  <a:pt x="469977" y="964684"/>
                </a:lnTo>
                <a:lnTo>
                  <a:pt x="468049" y="964684"/>
                </a:lnTo>
                <a:lnTo>
                  <a:pt x="466121" y="964684"/>
                </a:lnTo>
                <a:lnTo>
                  <a:pt x="464193" y="964684"/>
                </a:lnTo>
                <a:lnTo>
                  <a:pt x="462265" y="964684"/>
                </a:lnTo>
                <a:lnTo>
                  <a:pt x="460347" y="964684"/>
                </a:lnTo>
                <a:lnTo>
                  <a:pt x="458419" y="964684"/>
                </a:lnTo>
                <a:lnTo>
                  <a:pt x="456491" y="964684"/>
                </a:lnTo>
                <a:lnTo>
                  <a:pt x="454563" y="964684"/>
                </a:lnTo>
                <a:lnTo>
                  <a:pt x="452635" y="964684"/>
                </a:lnTo>
                <a:lnTo>
                  <a:pt x="450717" y="964684"/>
                </a:lnTo>
                <a:lnTo>
                  <a:pt x="448789" y="964684"/>
                </a:lnTo>
                <a:lnTo>
                  <a:pt x="446861" y="964684"/>
                </a:lnTo>
                <a:lnTo>
                  <a:pt x="444933" y="964684"/>
                </a:lnTo>
                <a:lnTo>
                  <a:pt x="443004" y="964684"/>
                </a:lnTo>
                <a:lnTo>
                  <a:pt x="441086" y="964684"/>
                </a:lnTo>
                <a:lnTo>
                  <a:pt x="439158" y="964684"/>
                </a:lnTo>
                <a:lnTo>
                  <a:pt x="437230" y="964684"/>
                </a:lnTo>
                <a:lnTo>
                  <a:pt x="435302" y="964684"/>
                </a:lnTo>
                <a:lnTo>
                  <a:pt x="433374" y="964684"/>
                </a:lnTo>
                <a:lnTo>
                  <a:pt x="431456" y="964684"/>
                </a:lnTo>
                <a:lnTo>
                  <a:pt x="429528" y="964684"/>
                </a:lnTo>
                <a:lnTo>
                  <a:pt x="427600" y="964684"/>
                </a:lnTo>
                <a:lnTo>
                  <a:pt x="425672" y="964684"/>
                </a:lnTo>
                <a:lnTo>
                  <a:pt x="423744" y="964684"/>
                </a:lnTo>
                <a:lnTo>
                  <a:pt x="421826" y="964684"/>
                </a:lnTo>
                <a:lnTo>
                  <a:pt x="419898" y="964684"/>
                </a:lnTo>
                <a:lnTo>
                  <a:pt x="417970" y="964684"/>
                </a:lnTo>
                <a:lnTo>
                  <a:pt x="416042" y="964684"/>
                </a:lnTo>
                <a:lnTo>
                  <a:pt x="414114" y="964684"/>
                </a:lnTo>
                <a:lnTo>
                  <a:pt x="412185" y="964684"/>
                </a:lnTo>
                <a:lnTo>
                  <a:pt x="410267" y="964684"/>
                </a:lnTo>
                <a:lnTo>
                  <a:pt x="408339" y="964684"/>
                </a:lnTo>
                <a:lnTo>
                  <a:pt x="406411" y="964684"/>
                </a:lnTo>
                <a:lnTo>
                  <a:pt x="404483" y="964684"/>
                </a:lnTo>
                <a:lnTo>
                  <a:pt x="402555" y="964684"/>
                </a:lnTo>
                <a:lnTo>
                  <a:pt x="400637" y="964684"/>
                </a:lnTo>
                <a:lnTo>
                  <a:pt x="398709" y="964684"/>
                </a:lnTo>
                <a:lnTo>
                  <a:pt x="396781" y="964684"/>
                </a:lnTo>
                <a:lnTo>
                  <a:pt x="394853" y="964684"/>
                </a:lnTo>
                <a:lnTo>
                  <a:pt x="392925" y="964684"/>
                </a:lnTo>
                <a:lnTo>
                  <a:pt x="391007" y="964684"/>
                </a:lnTo>
                <a:lnTo>
                  <a:pt x="389079" y="964684"/>
                </a:lnTo>
                <a:lnTo>
                  <a:pt x="387151" y="964684"/>
                </a:lnTo>
                <a:lnTo>
                  <a:pt x="385223" y="964684"/>
                </a:lnTo>
                <a:lnTo>
                  <a:pt x="383295" y="964684"/>
                </a:lnTo>
                <a:lnTo>
                  <a:pt x="381376" y="964684"/>
                </a:lnTo>
                <a:lnTo>
                  <a:pt x="379449" y="964684"/>
                </a:lnTo>
                <a:lnTo>
                  <a:pt x="377520" y="964684"/>
                </a:lnTo>
                <a:lnTo>
                  <a:pt x="375592" y="964684"/>
                </a:lnTo>
                <a:lnTo>
                  <a:pt x="373664" y="964684"/>
                </a:lnTo>
                <a:lnTo>
                  <a:pt x="371746" y="964684"/>
                </a:lnTo>
                <a:lnTo>
                  <a:pt x="369818" y="964684"/>
                </a:lnTo>
                <a:lnTo>
                  <a:pt x="367890" y="964684"/>
                </a:lnTo>
                <a:lnTo>
                  <a:pt x="365962" y="964684"/>
                </a:lnTo>
                <a:lnTo>
                  <a:pt x="364034" y="964684"/>
                </a:lnTo>
                <a:lnTo>
                  <a:pt x="362116" y="964684"/>
                </a:lnTo>
                <a:lnTo>
                  <a:pt x="360188" y="964684"/>
                </a:lnTo>
                <a:lnTo>
                  <a:pt x="358260" y="964684"/>
                </a:lnTo>
                <a:lnTo>
                  <a:pt x="356332" y="964684"/>
                </a:lnTo>
                <a:lnTo>
                  <a:pt x="354404" y="964684"/>
                </a:lnTo>
                <a:lnTo>
                  <a:pt x="352476" y="964684"/>
                </a:lnTo>
                <a:lnTo>
                  <a:pt x="350558" y="964684"/>
                </a:lnTo>
                <a:lnTo>
                  <a:pt x="348630" y="964684"/>
                </a:lnTo>
                <a:lnTo>
                  <a:pt x="346701" y="964684"/>
                </a:lnTo>
                <a:lnTo>
                  <a:pt x="344773" y="964684"/>
                </a:lnTo>
                <a:lnTo>
                  <a:pt x="342845" y="964684"/>
                </a:lnTo>
                <a:lnTo>
                  <a:pt x="340927" y="964684"/>
                </a:lnTo>
                <a:lnTo>
                  <a:pt x="338999" y="964684"/>
                </a:lnTo>
                <a:lnTo>
                  <a:pt x="337071" y="964684"/>
                </a:lnTo>
                <a:lnTo>
                  <a:pt x="335143" y="964684"/>
                </a:lnTo>
                <a:lnTo>
                  <a:pt x="333215" y="964684"/>
                </a:lnTo>
                <a:lnTo>
                  <a:pt x="331297" y="964684"/>
                </a:lnTo>
                <a:lnTo>
                  <a:pt x="329369" y="964684"/>
                </a:lnTo>
                <a:lnTo>
                  <a:pt x="327441" y="964684"/>
                </a:lnTo>
                <a:lnTo>
                  <a:pt x="325513" y="964684"/>
                </a:lnTo>
                <a:lnTo>
                  <a:pt x="323585" y="964684"/>
                </a:lnTo>
                <a:lnTo>
                  <a:pt x="321667" y="964684"/>
                </a:lnTo>
                <a:lnTo>
                  <a:pt x="319739" y="964684"/>
                </a:lnTo>
                <a:lnTo>
                  <a:pt x="317811" y="964684"/>
                </a:lnTo>
                <a:lnTo>
                  <a:pt x="315883" y="964684"/>
                </a:lnTo>
                <a:lnTo>
                  <a:pt x="313955" y="964684"/>
                </a:lnTo>
                <a:lnTo>
                  <a:pt x="312036" y="964684"/>
                </a:lnTo>
                <a:lnTo>
                  <a:pt x="310108" y="964684"/>
                </a:lnTo>
                <a:lnTo>
                  <a:pt x="308180" y="964684"/>
                </a:lnTo>
                <a:lnTo>
                  <a:pt x="306252" y="964684"/>
                </a:lnTo>
                <a:lnTo>
                  <a:pt x="304324" y="964684"/>
                </a:lnTo>
                <a:lnTo>
                  <a:pt x="302406" y="964684"/>
                </a:lnTo>
                <a:lnTo>
                  <a:pt x="300478" y="964684"/>
                </a:lnTo>
                <a:lnTo>
                  <a:pt x="298550" y="964684"/>
                </a:lnTo>
                <a:lnTo>
                  <a:pt x="296622" y="964684"/>
                </a:lnTo>
                <a:lnTo>
                  <a:pt x="294694" y="964684"/>
                </a:lnTo>
                <a:lnTo>
                  <a:pt x="292766" y="964684"/>
                </a:lnTo>
                <a:lnTo>
                  <a:pt x="290848" y="964684"/>
                </a:lnTo>
                <a:lnTo>
                  <a:pt x="288920" y="964684"/>
                </a:lnTo>
                <a:lnTo>
                  <a:pt x="286992" y="964684"/>
                </a:lnTo>
                <a:lnTo>
                  <a:pt x="285064" y="964684"/>
                </a:lnTo>
                <a:lnTo>
                  <a:pt x="283136" y="964684"/>
                </a:lnTo>
                <a:lnTo>
                  <a:pt x="281218" y="964684"/>
                </a:lnTo>
                <a:lnTo>
                  <a:pt x="279289" y="964684"/>
                </a:lnTo>
                <a:lnTo>
                  <a:pt x="277361" y="964684"/>
                </a:lnTo>
                <a:lnTo>
                  <a:pt x="275433" y="964684"/>
                </a:lnTo>
                <a:lnTo>
                  <a:pt x="273505" y="964684"/>
                </a:lnTo>
                <a:lnTo>
                  <a:pt x="271587" y="964684"/>
                </a:lnTo>
                <a:lnTo>
                  <a:pt x="269659" y="964684"/>
                </a:lnTo>
                <a:lnTo>
                  <a:pt x="267731" y="964684"/>
                </a:lnTo>
                <a:lnTo>
                  <a:pt x="265803" y="964684"/>
                </a:lnTo>
                <a:lnTo>
                  <a:pt x="263875" y="964684"/>
                </a:lnTo>
                <a:lnTo>
                  <a:pt x="261957" y="964684"/>
                </a:lnTo>
                <a:lnTo>
                  <a:pt x="260029" y="964684"/>
                </a:lnTo>
                <a:lnTo>
                  <a:pt x="258101" y="964684"/>
                </a:lnTo>
                <a:lnTo>
                  <a:pt x="256173" y="964684"/>
                </a:lnTo>
                <a:lnTo>
                  <a:pt x="254245" y="964684"/>
                </a:lnTo>
                <a:lnTo>
                  <a:pt x="252327" y="964684"/>
                </a:lnTo>
                <a:lnTo>
                  <a:pt x="250399" y="964684"/>
                </a:lnTo>
                <a:lnTo>
                  <a:pt x="248471" y="964684"/>
                </a:lnTo>
                <a:lnTo>
                  <a:pt x="246543" y="964684"/>
                </a:lnTo>
                <a:lnTo>
                  <a:pt x="244614" y="964684"/>
                </a:lnTo>
                <a:lnTo>
                  <a:pt x="242696" y="964684"/>
                </a:lnTo>
                <a:lnTo>
                  <a:pt x="240768" y="964684"/>
                </a:lnTo>
                <a:lnTo>
                  <a:pt x="238840" y="964684"/>
                </a:lnTo>
                <a:lnTo>
                  <a:pt x="236912" y="964684"/>
                </a:lnTo>
                <a:lnTo>
                  <a:pt x="234984" y="964684"/>
                </a:lnTo>
                <a:lnTo>
                  <a:pt x="233056" y="964684"/>
                </a:lnTo>
                <a:lnTo>
                  <a:pt x="231138" y="964684"/>
                </a:lnTo>
                <a:lnTo>
                  <a:pt x="229210" y="964684"/>
                </a:lnTo>
                <a:lnTo>
                  <a:pt x="227282" y="964684"/>
                </a:lnTo>
                <a:lnTo>
                  <a:pt x="225354" y="964684"/>
                </a:lnTo>
                <a:lnTo>
                  <a:pt x="223426" y="964684"/>
                </a:lnTo>
                <a:lnTo>
                  <a:pt x="221508" y="964684"/>
                </a:lnTo>
                <a:lnTo>
                  <a:pt x="219580" y="964684"/>
                </a:lnTo>
                <a:lnTo>
                  <a:pt x="217652" y="964684"/>
                </a:lnTo>
                <a:lnTo>
                  <a:pt x="215724" y="964684"/>
                </a:lnTo>
                <a:lnTo>
                  <a:pt x="213795" y="964684"/>
                </a:lnTo>
                <a:lnTo>
                  <a:pt x="211877" y="964684"/>
                </a:lnTo>
                <a:lnTo>
                  <a:pt x="209949" y="964684"/>
                </a:lnTo>
                <a:lnTo>
                  <a:pt x="208021" y="964684"/>
                </a:lnTo>
                <a:lnTo>
                  <a:pt x="206093" y="964684"/>
                </a:lnTo>
                <a:lnTo>
                  <a:pt x="204165" y="964684"/>
                </a:lnTo>
                <a:lnTo>
                  <a:pt x="202247" y="964684"/>
                </a:lnTo>
                <a:lnTo>
                  <a:pt x="200319" y="964684"/>
                </a:lnTo>
                <a:lnTo>
                  <a:pt x="198391" y="964684"/>
                </a:lnTo>
                <a:lnTo>
                  <a:pt x="196463" y="964684"/>
                </a:lnTo>
                <a:lnTo>
                  <a:pt x="194535" y="964684"/>
                </a:lnTo>
                <a:lnTo>
                  <a:pt x="192617" y="964684"/>
                </a:lnTo>
                <a:lnTo>
                  <a:pt x="190689" y="964684"/>
                </a:lnTo>
                <a:lnTo>
                  <a:pt x="188761" y="964684"/>
                </a:lnTo>
                <a:lnTo>
                  <a:pt x="186833" y="964684"/>
                </a:lnTo>
                <a:lnTo>
                  <a:pt x="184905" y="964684"/>
                </a:lnTo>
                <a:lnTo>
                  <a:pt x="182986" y="964684"/>
                </a:lnTo>
                <a:lnTo>
                  <a:pt x="181058" y="964684"/>
                </a:lnTo>
                <a:lnTo>
                  <a:pt x="179130" y="964684"/>
                </a:lnTo>
                <a:lnTo>
                  <a:pt x="177202" y="964684"/>
                </a:lnTo>
                <a:lnTo>
                  <a:pt x="175274" y="964684"/>
                </a:lnTo>
                <a:lnTo>
                  <a:pt x="173346" y="964684"/>
                </a:lnTo>
                <a:lnTo>
                  <a:pt x="171428" y="964684"/>
                </a:lnTo>
                <a:lnTo>
                  <a:pt x="169500" y="964684"/>
                </a:lnTo>
                <a:lnTo>
                  <a:pt x="167572" y="964684"/>
                </a:lnTo>
                <a:lnTo>
                  <a:pt x="165644" y="964684"/>
                </a:lnTo>
                <a:lnTo>
                  <a:pt x="163716" y="964684"/>
                </a:lnTo>
                <a:lnTo>
                  <a:pt x="161798" y="964684"/>
                </a:lnTo>
                <a:lnTo>
                  <a:pt x="159870" y="964684"/>
                </a:lnTo>
                <a:lnTo>
                  <a:pt x="157942" y="964684"/>
                </a:lnTo>
                <a:lnTo>
                  <a:pt x="156014" y="964684"/>
                </a:lnTo>
                <a:lnTo>
                  <a:pt x="154090" y="964684"/>
                </a:lnTo>
                <a:lnTo>
                  <a:pt x="152164" y="964684"/>
                </a:lnTo>
                <a:lnTo>
                  <a:pt x="150238" y="964684"/>
                </a:lnTo>
                <a:lnTo>
                  <a:pt x="148312" y="964684"/>
                </a:lnTo>
                <a:lnTo>
                  <a:pt x="146385" y="964684"/>
                </a:lnTo>
                <a:lnTo>
                  <a:pt x="144459" y="964684"/>
                </a:lnTo>
                <a:lnTo>
                  <a:pt x="142533" y="964684"/>
                </a:lnTo>
                <a:lnTo>
                  <a:pt x="140607" y="964684"/>
                </a:lnTo>
                <a:lnTo>
                  <a:pt x="138681" y="964684"/>
                </a:lnTo>
                <a:lnTo>
                  <a:pt x="136755" y="964684"/>
                </a:lnTo>
                <a:lnTo>
                  <a:pt x="134829" y="964684"/>
                </a:lnTo>
                <a:lnTo>
                  <a:pt x="132902" y="964684"/>
                </a:lnTo>
                <a:lnTo>
                  <a:pt x="130976" y="964684"/>
                </a:lnTo>
                <a:lnTo>
                  <a:pt x="129050" y="964684"/>
                </a:lnTo>
                <a:lnTo>
                  <a:pt x="127124" y="964684"/>
                </a:lnTo>
                <a:lnTo>
                  <a:pt x="125198" y="964684"/>
                </a:lnTo>
                <a:lnTo>
                  <a:pt x="123272" y="964684"/>
                </a:lnTo>
                <a:lnTo>
                  <a:pt x="121346" y="964684"/>
                </a:lnTo>
                <a:lnTo>
                  <a:pt x="119420" y="964684"/>
                </a:lnTo>
                <a:lnTo>
                  <a:pt x="117494" y="964684"/>
                </a:lnTo>
                <a:lnTo>
                  <a:pt x="115567" y="964684"/>
                </a:lnTo>
                <a:lnTo>
                  <a:pt x="113641" y="964684"/>
                </a:lnTo>
                <a:lnTo>
                  <a:pt x="111715" y="964684"/>
                </a:lnTo>
                <a:lnTo>
                  <a:pt x="109789" y="964684"/>
                </a:lnTo>
                <a:lnTo>
                  <a:pt x="107863" y="964684"/>
                </a:lnTo>
                <a:lnTo>
                  <a:pt x="105937" y="964684"/>
                </a:lnTo>
                <a:lnTo>
                  <a:pt x="104010" y="964684"/>
                </a:lnTo>
                <a:lnTo>
                  <a:pt x="102084" y="964684"/>
                </a:lnTo>
                <a:lnTo>
                  <a:pt x="100158" y="964684"/>
                </a:lnTo>
                <a:lnTo>
                  <a:pt x="98232" y="964684"/>
                </a:lnTo>
                <a:lnTo>
                  <a:pt x="96306" y="964684"/>
                </a:lnTo>
                <a:lnTo>
                  <a:pt x="94380" y="964684"/>
                </a:lnTo>
                <a:lnTo>
                  <a:pt x="92454" y="964684"/>
                </a:lnTo>
                <a:lnTo>
                  <a:pt x="90528" y="964684"/>
                </a:lnTo>
                <a:lnTo>
                  <a:pt x="88602" y="964684"/>
                </a:lnTo>
                <a:lnTo>
                  <a:pt x="86676" y="964684"/>
                </a:lnTo>
                <a:lnTo>
                  <a:pt x="84750" y="964684"/>
                </a:lnTo>
                <a:lnTo>
                  <a:pt x="82824" y="964684"/>
                </a:lnTo>
                <a:lnTo>
                  <a:pt x="80897" y="964684"/>
                </a:lnTo>
                <a:lnTo>
                  <a:pt x="78971" y="964684"/>
                </a:lnTo>
                <a:lnTo>
                  <a:pt x="77045" y="964684"/>
                </a:lnTo>
                <a:lnTo>
                  <a:pt x="75119" y="964684"/>
                </a:lnTo>
                <a:lnTo>
                  <a:pt x="73192" y="964684"/>
                </a:lnTo>
                <a:lnTo>
                  <a:pt x="71266" y="964684"/>
                </a:lnTo>
                <a:lnTo>
                  <a:pt x="69340" y="964684"/>
                </a:lnTo>
                <a:lnTo>
                  <a:pt x="67414" y="964684"/>
                </a:lnTo>
                <a:lnTo>
                  <a:pt x="65488" y="964684"/>
                </a:lnTo>
                <a:lnTo>
                  <a:pt x="63562" y="964684"/>
                </a:lnTo>
                <a:lnTo>
                  <a:pt x="61636" y="964684"/>
                </a:lnTo>
                <a:lnTo>
                  <a:pt x="59710" y="964684"/>
                </a:lnTo>
                <a:lnTo>
                  <a:pt x="57784" y="964684"/>
                </a:lnTo>
                <a:lnTo>
                  <a:pt x="55858" y="964684"/>
                </a:lnTo>
                <a:lnTo>
                  <a:pt x="53932" y="964684"/>
                </a:lnTo>
                <a:lnTo>
                  <a:pt x="52006" y="964684"/>
                </a:lnTo>
                <a:lnTo>
                  <a:pt x="50080" y="964684"/>
                </a:lnTo>
                <a:lnTo>
                  <a:pt x="48153" y="964684"/>
                </a:lnTo>
                <a:lnTo>
                  <a:pt x="46227" y="964684"/>
                </a:lnTo>
                <a:lnTo>
                  <a:pt x="44300" y="964684"/>
                </a:lnTo>
                <a:lnTo>
                  <a:pt x="42374" y="964684"/>
                </a:lnTo>
                <a:lnTo>
                  <a:pt x="40448" y="964684"/>
                </a:lnTo>
                <a:lnTo>
                  <a:pt x="38522" y="964684"/>
                </a:lnTo>
                <a:lnTo>
                  <a:pt x="36596" y="964684"/>
                </a:lnTo>
                <a:lnTo>
                  <a:pt x="34670" y="964684"/>
                </a:lnTo>
                <a:lnTo>
                  <a:pt x="32744" y="964684"/>
                </a:lnTo>
                <a:lnTo>
                  <a:pt x="30818" y="964684"/>
                </a:lnTo>
                <a:lnTo>
                  <a:pt x="28892" y="964684"/>
                </a:lnTo>
                <a:lnTo>
                  <a:pt x="26966" y="964684"/>
                </a:lnTo>
                <a:lnTo>
                  <a:pt x="25040" y="964684"/>
                </a:lnTo>
                <a:lnTo>
                  <a:pt x="23114" y="964684"/>
                </a:lnTo>
                <a:lnTo>
                  <a:pt x="21188" y="964684"/>
                </a:lnTo>
                <a:lnTo>
                  <a:pt x="19262" y="964684"/>
                </a:lnTo>
                <a:lnTo>
                  <a:pt x="17336" y="964684"/>
                </a:lnTo>
                <a:lnTo>
                  <a:pt x="15409" y="964684"/>
                </a:lnTo>
                <a:lnTo>
                  <a:pt x="13482" y="964684"/>
                </a:lnTo>
                <a:lnTo>
                  <a:pt x="11556" y="964684"/>
                </a:lnTo>
                <a:lnTo>
                  <a:pt x="9630" y="964684"/>
                </a:lnTo>
                <a:lnTo>
                  <a:pt x="7704" y="964684"/>
                </a:lnTo>
                <a:lnTo>
                  <a:pt x="5778" y="964684"/>
                </a:lnTo>
                <a:lnTo>
                  <a:pt x="3852" y="964684"/>
                </a:lnTo>
                <a:lnTo>
                  <a:pt x="1926" y="964684"/>
                </a:lnTo>
                <a:lnTo>
                  <a:pt x="0" y="964684"/>
                </a:lnTo>
                <a:lnTo>
                  <a:pt x="576686" y="964684"/>
                </a:lnTo>
                <a:lnTo>
                  <a:pt x="0" y="964684"/>
                </a:lnTo>
              </a:path>
            </a:pathLst>
          </a:custGeom>
          <a:noFill/>
          <a:ln w="1984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511BCF5E-F76B-B08B-B4F2-DAA1DFA0485C}"/>
              </a:ext>
            </a:extLst>
          </p:cNvPr>
          <p:cNvSpPr/>
          <p:nvPr/>
        </p:nvSpPr>
        <p:spPr>
          <a:xfrm>
            <a:off x="7083186" y="1610726"/>
            <a:ext cx="1922270" cy="942700"/>
          </a:xfrm>
          <a:custGeom>
            <a:avLst/>
            <a:gdLst>
              <a:gd name="connsiteX0" fmla="*/ 0 w 1922270"/>
              <a:gd name="connsiteY0" fmla="*/ 942700 h 942700"/>
              <a:gd name="connsiteX1" fmla="*/ 1924 w 1922270"/>
              <a:gd name="connsiteY1" fmla="*/ 942392 h 942700"/>
              <a:gd name="connsiteX2" fmla="*/ 3848 w 1922270"/>
              <a:gd name="connsiteY2" fmla="*/ 942084 h 942700"/>
              <a:gd name="connsiteX3" fmla="*/ 5772 w 1922270"/>
              <a:gd name="connsiteY3" fmla="*/ 941776 h 942700"/>
              <a:gd name="connsiteX4" fmla="*/ 7696 w 1922270"/>
              <a:gd name="connsiteY4" fmla="*/ 941458 h 942700"/>
              <a:gd name="connsiteX5" fmla="*/ 9621 w 1922270"/>
              <a:gd name="connsiteY5" fmla="*/ 941140 h 942700"/>
              <a:gd name="connsiteX6" fmla="*/ 11545 w 1922270"/>
              <a:gd name="connsiteY6" fmla="*/ 940812 h 942700"/>
              <a:gd name="connsiteX7" fmla="*/ 13470 w 1922270"/>
              <a:gd name="connsiteY7" fmla="*/ 940484 h 942700"/>
              <a:gd name="connsiteX8" fmla="*/ 15394 w 1922270"/>
              <a:gd name="connsiteY8" fmla="*/ 940156 h 942700"/>
              <a:gd name="connsiteX9" fmla="*/ 17318 w 1922270"/>
              <a:gd name="connsiteY9" fmla="*/ 939828 h 942700"/>
              <a:gd name="connsiteX10" fmla="*/ 19242 w 1922270"/>
              <a:gd name="connsiteY10" fmla="*/ 939480 h 942700"/>
              <a:gd name="connsiteX11" fmla="*/ 21166 w 1922270"/>
              <a:gd name="connsiteY11" fmla="*/ 939142 h 942700"/>
              <a:gd name="connsiteX12" fmla="*/ 23090 w 1922270"/>
              <a:gd name="connsiteY12" fmla="*/ 938794 h 942700"/>
              <a:gd name="connsiteX13" fmla="*/ 25015 w 1922270"/>
              <a:gd name="connsiteY13" fmla="*/ 938447 h 942700"/>
              <a:gd name="connsiteX14" fmla="*/ 26939 w 1922270"/>
              <a:gd name="connsiteY14" fmla="*/ 938089 h 942700"/>
              <a:gd name="connsiteX15" fmla="*/ 28863 w 1922270"/>
              <a:gd name="connsiteY15" fmla="*/ 937731 h 942700"/>
              <a:gd name="connsiteX16" fmla="*/ 30787 w 1922270"/>
              <a:gd name="connsiteY16" fmla="*/ 937373 h 942700"/>
              <a:gd name="connsiteX17" fmla="*/ 32711 w 1922270"/>
              <a:gd name="connsiteY17" fmla="*/ 937005 h 942700"/>
              <a:gd name="connsiteX18" fmla="*/ 34635 w 1922270"/>
              <a:gd name="connsiteY18" fmla="*/ 936628 h 942700"/>
              <a:gd name="connsiteX19" fmla="*/ 36559 w 1922270"/>
              <a:gd name="connsiteY19" fmla="*/ 936250 h 942700"/>
              <a:gd name="connsiteX20" fmla="*/ 38483 w 1922270"/>
              <a:gd name="connsiteY20" fmla="*/ 935873 h 942700"/>
              <a:gd name="connsiteX21" fmla="*/ 40408 w 1922270"/>
              <a:gd name="connsiteY21" fmla="*/ 935485 h 942700"/>
              <a:gd name="connsiteX22" fmla="*/ 42333 w 1922270"/>
              <a:gd name="connsiteY22" fmla="*/ 935097 h 942700"/>
              <a:gd name="connsiteX23" fmla="*/ 44257 w 1922270"/>
              <a:gd name="connsiteY23" fmla="*/ 934710 h 942700"/>
              <a:gd name="connsiteX24" fmla="*/ 46181 w 1922270"/>
              <a:gd name="connsiteY24" fmla="*/ 934312 h 942700"/>
              <a:gd name="connsiteX25" fmla="*/ 48105 w 1922270"/>
              <a:gd name="connsiteY25" fmla="*/ 933905 h 942700"/>
              <a:gd name="connsiteX26" fmla="*/ 50029 w 1922270"/>
              <a:gd name="connsiteY26" fmla="*/ 933497 h 942700"/>
              <a:gd name="connsiteX27" fmla="*/ 51953 w 1922270"/>
              <a:gd name="connsiteY27" fmla="*/ 933090 h 942700"/>
              <a:gd name="connsiteX28" fmla="*/ 53877 w 1922270"/>
              <a:gd name="connsiteY28" fmla="*/ 932672 h 942700"/>
              <a:gd name="connsiteX29" fmla="*/ 55802 w 1922270"/>
              <a:gd name="connsiteY29" fmla="*/ 932255 h 942700"/>
              <a:gd name="connsiteX30" fmla="*/ 57726 w 1922270"/>
              <a:gd name="connsiteY30" fmla="*/ 931828 h 942700"/>
              <a:gd name="connsiteX31" fmla="*/ 59650 w 1922270"/>
              <a:gd name="connsiteY31" fmla="*/ 931400 h 942700"/>
              <a:gd name="connsiteX32" fmla="*/ 61574 w 1922270"/>
              <a:gd name="connsiteY32" fmla="*/ 930963 h 942700"/>
              <a:gd name="connsiteX33" fmla="*/ 63498 w 1922270"/>
              <a:gd name="connsiteY33" fmla="*/ 930526 h 942700"/>
              <a:gd name="connsiteX34" fmla="*/ 65422 w 1922270"/>
              <a:gd name="connsiteY34" fmla="*/ 930078 h 942700"/>
              <a:gd name="connsiteX35" fmla="*/ 67346 w 1922270"/>
              <a:gd name="connsiteY35" fmla="*/ 929631 h 942700"/>
              <a:gd name="connsiteX36" fmla="*/ 69271 w 1922270"/>
              <a:gd name="connsiteY36" fmla="*/ 929174 h 942700"/>
              <a:gd name="connsiteX37" fmla="*/ 71196 w 1922270"/>
              <a:gd name="connsiteY37" fmla="*/ 928717 h 942700"/>
              <a:gd name="connsiteX38" fmla="*/ 73120 w 1922270"/>
              <a:gd name="connsiteY38" fmla="*/ 928250 h 942700"/>
              <a:gd name="connsiteX39" fmla="*/ 75044 w 1922270"/>
              <a:gd name="connsiteY39" fmla="*/ 927783 h 942700"/>
              <a:gd name="connsiteX40" fmla="*/ 76968 w 1922270"/>
              <a:gd name="connsiteY40" fmla="*/ 927306 h 942700"/>
              <a:gd name="connsiteX41" fmla="*/ 78892 w 1922270"/>
              <a:gd name="connsiteY41" fmla="*/ 926829 h 942700"/>
              <a:gd name="connsiteX42" fmla="*/ 80816 w 1922270"/>
              <a:gd name="connsiteY42" fmla="*/ 926342 h 942700"/>
              <a:gd name="connsiteX43" fmla="*/ 82740 w 1922270"/>
              <a:gd name="connsiteY43" fmla="*/ 925855 h 942700"/>
              <a:gd name="connsiteX44" fmla="*/ 84664 w 1922270"/>
              <a:gd name="connsiteY44" fmla="*/ 925358 h 942700"/>
              <a:gd name="connsiteX45" fmla="*/ 86589 w 1922270"/>
              <a:gd name="connsiteY45" fmla="*/ 924861 h 942700"/>
              <a:gd name="connsiteX46" fmla="*/ 88513 w 1922270"/>
              <a:gd name="connsiteY46" fmla="*/ 924354 h 942700"/>
              <a:gd name="connsiteX47" fmla="*/ 90437 w 1922270"/>
              <a:gd name="connsiteY47" fmla="*/ 923837 h 942700"/>
              <a:gd name="connsiteX48" fmla="*/ 92361 w 1922270"/>
              <a:gd name="connsiteY48" fmla="*/ 923320 h 942700"/>
              <a:gd name="connsiteX49" fmla="*/ 94285 w 1922270"/>
              <a:gd name="connsiteY49" fmla="*/ 922804 h 942700"/>
              <a:gd name="connsiteX50" fmla="*/ 96210 w 1922270"/>
              <a:gd name="connsiteY50" fmla="*/ 922277 h 942700"/>
              <a:gd name="connsiteX51" fmla="*/ 98134 w 1922270"/>
              <a:gd name="connsiteY51" fmla="*/ 921740 h 942700"/>
              <a:gd name="connsiteX52" fmla="*/ 100058 w 1922270"/>
              <a:gd name="connsiteY52" fmla="*/ 921204 h 942700"/>
              <a:gd name="connsiteX53" fmla="*/ 101983 w 1922270"/>
              <a:gd name="connsiteY53" fmla="*/ 920657 h 942700"/>
              <a:gd name="connsiteX54" fmla="*/ 103907 w 1922270"/>
              <a:gd name="connsiteY54" fmla="*/ 920110 h 942700"/>
              <a:gd name="connsiteX55" fmla="*/ 105831 w 1922270"/>
              <a:gd name="connsiteY55" fmla="*/ 919554 h 942700"/>
              <a:gd name="connsiteX56" fmla="*/ 107755 w 1922270"/>
              <a:gd name="connsiteY56" fmla="*/ 918987 h 942700"/>
              <a:gd name="connsiteX57" fmla="*/ 109679 w 1922270"/>
              <a:gd name="connsiteY57" fmla="*/ 918421 h 942700"/>
              <a:gd name="connsiteX58" fmla="*/ 111603 w 1922270"/>
              <a:gd name="connsiteY58" fmla="*/ 917844 h 942700"/>
              <a:gd name="connsiteX59" fmla="*/ 113527 w 1922270"/>
              <a:gd name="connsiteY59" fmla="*/ 917268 h 942700"/>
              <a:gd name="connsiteX60" fmla="*/ 115451 w 1922270"/>
              <a:gd name="connsiteY60" fmla="*/ 916682 h 942700"/>
              <a:gd name="connsiteX61" fmla="*/ 117376 w 1922270"/>
              <a:gd name="connsiteY61" fmla="*/ 916095 h 942700"/>
              <a:gd name="connsiteX62" fmla="*/ 119300 w 1922270"/>
              <a:gd name="connsiteY62" fmla="*/ 915489 h 942700"/>
              <a:gd name="connsiteX63" fmla="*/ 121224 w 1922270"/>
              <a:gd name="connsiteY63" fmla="*/ 914893 h 942700"/>
              <a:gd name="connsiteX64" fmla="*/ 123149 w 1922270"/>
              <a:gd name="connsiteY64" fmla="*/ 914276 h 942700"/>
              <a:gd name="connsiteX65" fmla="*/ 125073 w 1922270"/>
              <a:gd name="connsiteY65" fmla="*/ 913660 h 942700"/>
              <a:gd name="connsiteX66" fmla="*/ 126997 w 1922270"/>
              <a:gd name="connsiteY66" fmla="*/ 913044 h 942700"/>
              <a:gd name="connsiteX67" fmla="*/ 128921 w 1922270"/>
              <a:gd name="connsiteY67" fmla="*/ 912408 h 942700"/>
              <a:gd name="connsiteX68" fmla="*/ 130845 w 1922270"/>
              <a:gd name="connsiteY68" fmla="*/ 911782 h 942700"/>
              <a:gd name="connsiteX69" fmla="*/ 132770 w 1922270"/>
              <a:gd name="connsiteY69" fmla="*/ 911136 h 942700"/>
              <a:gd name="connsiteX70" fmla="*/ 134694 w 1922270"/>
              <a:gd name="connsiteY70" fmla="*/ 910490 h 942700"/>
              <a:gd name="connsiteX71" fmla="*/ 136618 w 1922270"/>
              <a:gd name="connsiteY71" fmla="*/ 909834 h 942700"/>
              <a:gd name="connsiteX72" fmla="*/ 138542 w 1922270"/>
              <a:gd name="connsiteY72" fmla="*/ 909178 h 942700"/>
              <a:gd name="connsiteX73" fmla="*/ 140466 w 1922270"/>
              <a:gd name="connsiteY73" fmla="*/ 908502 h 942700"/>
              <a:gd name="connsiteX74" fmla="*/ 142390 w 1922270"/>
              <a:gd name="connsiteY74" fmla="*/ 907836 h 942700"/>
              <a:gd name="connsiteX75" fmla="*/ 144314 w 1922270"/>
              <a:gd name="connsiteY75" fmla="*/ 907151 h 942700"/>
              <a:gd name="connsiteX76" fmla="*/ 146238 w 1922270"/>
              <a:gd name="connsiteY76" fmla="*/ 906465 h 942700"/>
              <a:gd name="connsiteX77" fmla="*/ 148162 w 1922270"/>
              <a:gd name="connsiteY77" fmla="*/ 905769 h 942700"/>
              <a:gd name="connsiteX78" fmla="*/ 150087 w 1922270"/>
              <a:gd name="connsiteY78" fmla="*/ 905073 h 942700"/>
              <a:gd name="connsiteX79" fmla="*/ 152012 w 1922270"/>
              <a:gd name="connsiteY79" fmla="*/ 904368 h 942700"/>
              <a:gd name="connsiteX80" fmla="*/ 153936 w 1922270"/>
              <a:gd name="connsiteY80" fmla="*/ 903652 h 942700"/>
              <a:gd name="connsiteX81" fmla="*/ 155860 w 1922270"/>
              <a:gd name="connsiteY81" fmla="*/ 902927 h 942700"/>
              <a:gd name="connsiteX82" fmla="*/ 157784 w 1922270"/>
              <a:gd name="connsiteY82" fmla="*/ 902201 h 942700"/>
              <a:gd name="connsiteX83" fmla="*/ 159708 w 1922270"/>
              <a:gd name="connsiteY83" fmla="*/ 901466 h 942700"/>
              <a:gd name="connsiteX84" fmla="*/ 161632 w 1922270"/>
              <a:gd name="connsiteY84" fmla="*/ 900720 h 942700"/>
              <a:gd name="connsiteX85" fmla="*/ 163556 w 1922270"/>
              <a:gd name="connsiteY85" fmla="*/ 899975 h 942700"/>
              <a:gd name="connsiteX86" fmla="*/ 165481 w 1922270"/>
              <a:gd name="connsiteY86" fmla="*/ 899220 h 942700"/>
              <a:gd name="connsiteX87" fmla="*/ 167405 w 1922270"/>
              <a:gd name="connsiteY87" fmla="*/ 898455 h 942700"/>
              <a:gd name="connsiteX88" fmla="*/ 169329 w 1922270"/>
              <a:gd name="connsiteY88" fmla="*/ 897679 h 942700"/>
              <a:gd name="connsiteX89" fmla="*/ 171253 w 1922270"/>
              <a:gd name="connsiteY89" fmla="*/ 896904 h 942700"/>
              <a:gd name="connsiteX90" fmla="*/ 173177 w 1922270"/>
              <a:gd name="connsiteY90" fmla="*/ 896119 h 942700"/>
              <a:gd name="connsiteX91" fmla="*/ 175101 w 1922270"/>
              <a:gd name="connsiteY91" fmla="*/ 895324 h 942700"/>
              <a:gd name="connsiteX92" fmla="*/ 177025 w 1922270"/>
              <a:gd name="connsiteY92" fmla="*/ 894529 h 942700"/>
              <a:gd name="connsiteX93" fmla="*/ 178950 w 1922270"/>
              <a:gd name="connsiteY93" fmla="*/ 893714 h 942700"/>
              <a:gd name="connsiteX94" fmla="*/ 180875 w 1922270"/>
              <a:gd name="connsiteY94" fmla="*/ 892899 h 942700"/>
              <a:gd name="connsiteX95" fmla="*/ 182799 w 1922270"/>
              <a:gd name="connsiteY95" fmla="*/ 892084 h 942700"/>
              <a:gd name="connsiteX96" fmla="*/ 184723 w 1922270"/>
              <a:gd name="connsiteY96" fmla="*/ 891249 h 942700"/>
              <a:gd name="connsiteX97" fmla="*/ 186647 w 1922270"/>
              <a:gd name="connsiteY97" fmla="*/ 890414 h 942700"/>
              <a:gd name="connsiteX98" fmla="*/ 188571 w 1922270"/>
              <a:gd name="connsiteY98" fmla="*/ 889570 h 942700"/>
              <a:gd name="connsiteX99" fmla="*/ 190495 w 1922270"/>
              <a:gd name="connsiteY99" fmla="*/ 888715 h 942700"/>
              <a:gd name="connsiteX100" fmla="*/ 192419 w 1922270"/>
              <a:gd name="connsiteY100" fmla="*/ 887850 h 942700"/>
              <a:gd name="connsiteX101" fmla="*/ 194343 w 1922270"/>
              <a:gd name="connsiteY101" fmla="*/ 886986 h 942700"/>
              <a:gd name="connsiteX102" fmla="*/ 196268 w 1922270"/>
              <a:gd name="connsiteY102" fmla="*/ 886101 h 942700"/>
              <a:gd name="connsiteX103" fmla="*/ 198192 w 1922270"/>
              <a:gd name="connsiteY103" fmla="*/ 885217 h 942700"/>
              <a:gd name="connsiteX104" fmla="*/ 200116 w 1922270"/>
              <a:gd name="connsiteY104" fmla="*/ 884322 h 942700"/>
              <a:gd name="connsiteX105" fmla="*/ 202040 w 1922270"/>
              <a:gd name="connsiteY105" fmla="*/ 883428 h 942700"/>
              <a:gd name="connsiteX106" fmla="*/ 203964 w 1922270"/>
              <a:gd name="connsiteY106" fmla="*/ 882513 h 942700"/>
              <a:gd name="connsiteX107" fmla="*/ 205889 w 1922270"/>
              <a:gd name="connsiteY107" fmla="*/ 881599 h 942700"/>
              <a:gd name="connsiteX108" fmla="*/ 207813 w 1922270"/>
              <a:gd name="connsiteY108" fmla="*/ 880675 h 942700"/>
              <a:gd name="connsiteX109" fmla="*/ 209737 w 1922270"/>
              <a:gd name="connsiteY109" fmla="*/ 879741 h 942700"/>
              <a:gd name="connsiteX110" fmla="*/ 211662 w 1922270"/>
              <a:gd name="connsiteY110" fmla="*/ 878806 h 942700"/>
              <a:gd name="connsiteX111" fmla="*/ 213586 w 1922270"/>
              <a:gd name="connsiteY111" fmla="*/ 877852 h 942700"/>
              <a:gd name="connsiteX112" fmla="*/ 215510 w 1922270"/>
              <a:gd name="connsiteY112" fmla="*/ 876898 h 942700"/>
              <a:gd name="connsiteX113" fmla="*/ 217434 w 1922270"/>
              <a:gd name="connsiteY113" fmla="*/ 875924 h 942700"/>
              <a:gd name="connsiteX114" fmla="*/ 219358 w 1922270"/>
              <a:gd name="connsiteY114" fmla="*/ 874950 h 942700"/>
              <a:gd name="connsiteX115" fmla="*/ 221282 w 1922270"/>
              <a:gd name="connsiteY115" fmla="*/ 873966 h 942700"/>
              <a:gd name="connsiteX116" fmla="*/ 223206 w 1922270"/>
              <a:gd name="connsiteY116" fmla="*/ 872983 h 942700"/>
              <a:gd name="connsiteX117" fmla="*/ 225130 w 1922270"/>
              <a:gd name="connsiteY117" fmla="*/ 871979 h 942700"/>
              <a:gd name="connsiteX118" fmla="*/ 227055 w 1922270"/>
              <a:gd name="connsiteY118" fmla="*/ 870965 h 942700"/>
              <a:gd name="connsiteX119" fmla="*/ 228979 w 1922270"/>
              <a:gd name="connsiteY119" fmla="*/ 869951 h 942700"/>
              <a:gd name="connsiteX120" fmla="*/ 230903 w 1922270"/>
              <a:gd name="connsiteY120" fmla="*/ 868928 h 942700"/>
              <a:gd name="connsiteX121" fmla="*/ 232828 w 1922270"/>
              <a:gd name="connsiteY121" fmla="*/ 867894 h 942700"/>
              <a:gd name="connsiteX122" fmla="*/ 234752 w 1922270"/>
              <a:gd name="connsiteY122" fmla="*/ 866850 h 942700"/>
              <a:gd name="connsiteX123" fmla="*/ 236676 w 1922270"/>
              <a:gd name="connsiteY123" fmla="*/ 865797 h 942700"/>
              <a:gd name="connsiteX124" fmla="*/ 238600 w 1922270"/>
              <a:gd name="connsiteY124" fmla="*/ 864734 h 942700"/>
              <a:gd name="connsiteX125" fmla="*/ 240524 w 1922270"/>
              <a:gd name="connsiteY125" fmla="*/ 863670 h 942700"/>
              <a:gd name="connsiteX126" fmla="*/ 242449 w 1922270"/>
              <a:gd name="connsiteY126" fmla="*/ 862587 h 942700"/>
              <a:gd name="connsiteX127" fmla="*/ 244373 w 1922270"/>
              <a:gd name="connsiteY127" fmla="*/ 861504 h 942700"/>
              <a:gd name="connsiteX128" fmla="*/ 246297 w 1922270"/>
              <a:gd name="connsiteY128" fmla="*/ 860400 h 942700"/>
              <a:gd name="connsiteX129" fmla="*/ 248221 w 1922270"/>
              <a:gd name="connsiteY129" fmla="*/ 859297 h 942700"/>
              <a:gd name="connsiteX130" fmla="*/ 250145 w 1922270"/>
              <a:gd name="connsiteY130" fmla="*/ 858184 h 942700"/>
              <a:gd name="connsiteX131" fmla="*/ 252069 w 1922270"/>
              <a:gd name="connsiteY131" fmla="*/ 857061 h 942700"/>
              <a:gd name="connsiteX132" fmla="*/ 253993 w 1922270"/>
              <a:gd name="connsiteY132" fmla="*/ 855928 h 942700"/>
              <a:gd name="connsiteX133" fmla="*/ 255917 w 1922270"/>
              <a:gd name="connsiteY133" fmla="*/ 854785 h 942700"/>
              <a:gd name="connsiteX134" fmla="*/ 257842 w 1922270"/>
              <a:gd name="connsiteY134" fmla="*/ 853632 h 942700"/>
              <a:gd name="connsiteX135" fmla="*/ 259767 w 1922270"/>
              <a:gd name="connsiteY135" fmla="*/ 852470 h 942700"/>
              <a:gd name="connsiteX136" fmla="*/ 261691 w 1922270"/>
              <a:gd name="connsiteY136" fmla="*/ 851307 h 942700"/>
              <a:gd name="connsiteX137" fmla="*/ 263615 w 1922270"/>
              <a:gd name="connsiteY137" fmla="*/ 850124 h 942700"/>
              <a:gd name="connsiteX138" fmla="*/ 265539 w 1922270"/>
              <a:gd name="connsiteY138" fmla="*/ 848942 h 942700"/>
              <a:gd name="connsiteX139" fmla="*/ 267463 w 1922270"/>
              <a:gd name="connsiteY139" fmla="*/ 847739 h 942700"/>
              <a:gd name="connsiteX140" fmla="*/ 269387 w 1922270"/>
              <a:gd name="connsiteY140" fmla="*/ 846537 h 942700"/>
              <a:gd name="connsiteX141" fmla="*/ 271311 w 1922270"/>
              <a:gd name="connsiteY141" fmla="*/ 845314 h 942700"/>
              <a:gd name="connsiteX142" fmla="*/ 273236 w 1922270"/>
              <a:gd name="connsiteY142" fmla="*/ 844092 h 942700"/>
              <a:gd name="connsiteX143" fmla="*/ 275160 w 1922270"/>
              <a:gd name="connsiteY143" fmla="*/ 842849 h 942700"/>
              <a:gd name="connsiteX144" fmla="*/ 277084 w 1922270"/>
              <a:gd name="connsiteY144" fmla="*/ 841607 h 942700"/>
              <a:gd name="connsiteX145" fmla="*/ 279008 w 1922270"/>
              <a:gd name="connsiteY145" fmla="*/ 840355 h 942700"/>
              <a:gd name="connsiteX146" fmla="*/ 280932 w 1922270"/>
              <a:gd name="connsiteY146" fmla="*/ 839093 h 942700"/>
              <a:gd name="connsiteX147" fmla="*/ 282856 w 1922270"/>
              <a:gd name="connsiteY147" fmla="*/ 837811 h 942700"/>
              <a:gd name="connsiteX148" fmla="*/ 284780 w 1922270"/>
              <a:gd name="connsiteY148" fmla="*/ 836528 h 942700"/>
              <a:gd name="connsiteX149" fmla="*/ 286704 w 1922270"/>
              <a:gd name="connsiteY149" fmla="*/ 835237 h 942700"/>
              <a:gd name="connsiteX150" fmla="*/ 288630 w 1922270"/>
              <a:gd name="connsiteY150" fmla="*/ 833935 h 942700"/>
              <a:gd name="connsiteX151" fmla="*/ 290554 w 1922270"/>
              <a:gd name="connsiteY151" fmla="*/ 832623 h 942700"/>
              <a:gd name="connsiteX152" fmla="*/ 292478 w 1922270"/>
              <a:gd name="connsiteY152" fmla="*/ 831301 h 942700"/>
              <a:gd name="connsiteX153" fmla="*/ 294402 w 1922270"/>
              <a:gd name="connsiteY153" fmla="*/ 829969 h 942700"/>
              <a:gd name="connsiteX154" fmla="*/ 296326 w 1922270"/>
              <a:gd name="connsiteY154" fmla="*/ 828618 h 942700"/>
              <a:gd name="connsiteX155" fmla="*/ 298250 w 1922270"/>
              <a:gd name="connsiteY155" fmla="*/ 827266 h 942700"/>
              <a:gd name="connsiteX156" fmla="*/ 300174 w 1922270"/>
              <a:gd name="connsiteY156" fmla="*/ 825904 h 942700"/>
              <a:gd name="connsiteX157" fmla="*/ 302098 w 1922270"/>
              <a:gd name="connsiteY157" fmla="*/ 824533 h 942700"/>
              <a:gd name="connsiteX158" fmla="*/ 304023 w 1922270"/>
              <a:gd name="connsiteY158" fmla="*/ 823151 h 942700"/>
              <a:gd name="connsiteX159" fmla="*/ 305947 w 1922270"/>
              <a:gd name="connsiteY159" fmla="*/ 821760 h 942700"/>
              <a:gd name="connsiteX160" fmla="*/ 307871 w 1922270"/>
              <a:gd name="connsiteY160" fmla="*/ 820359 h 942700"/>
              <a:gd name="connsiteX161" fmla="*/ 309795 w 1922270"/>
              <a:gd name="connsiteY161" fmla="*/ 818938 h 942700"/>
              <a:gd name="connsiteX162" fmla="*/ 311719 w 1922270"/>
              <a:gd name="connsiteY162" fmla="*/ 817516 h 942700"/>
              <a:gd name="connsiteX163" fmla="*/ 313643 w 1922270"/>
              <a:gd name="connsiteY163" fmla="*/ 816085 h 942700"/>
              <a:gd name="connsiteX164" fmla="*/ 315568 w 1922270"/>
              <a:gd name="connsiteY164" fmla="*/ 814644 h 942700"/>
              <a:gd name="connsiteX165" fmla="*/ 317492 w 1922270"/>
              <a:gd name="connsiteY165" fmla="*/ 813183 h 942700"/>
              <a:gd name="connsiteX166" fmla="*/ 319417 w 1922270"/>
              <a:gd name="connsiteY166" fmla="*/ 811722 h 942700"/>
              <a:gd name="connsiteX167" fmla="*/ 321341 w 1922270"/>
              <a:gd name="connsiteY167" fmla="*/ 810251 h 942700"/>
              <a:gd name="connsiteX168" fmla="*/ 323265 w 1922270"/>
              <a:gd name="connsiteY168" fmla="*/ 808761 h 942700"/>
              <a:gd name="connsiteX169" fmla="*/ 325189 w 1922270"/>
              <a:gd name="connsiteY169" fmla="*/ 807270 h 942700"/>
              <a:gd name="connsiteX170" fmla="*/ 327113 w 1922270"/>
              <a:gd name="connsiteY170" fmla="*/ 805759 h 942700"/>
              <a:gd name="connsiteX171" fmla="*/ 329037 w 1922270"/>
              <a:gd name="connsiteY171" fmla="*/ 804249 h 942700"/>
              <a:gd name="connsiteX172" fmla="*/ 330961 w 1922270"/>
              <a:gd name="connsiteY172" fmla="*/ 802718 h 942700"/>
              <a:gd name="connsiteX173" fmla="*/ 332885 w 1922270"/>
              <a:gd name="connsiteY173" fmla="*/ 801188 h 942700"/>
              <a:gd name="connsiteX174" fmla="*/ 334810 w 1922270"/>
              <a:gd name="connsiteY174" fmla="*/ 799637 h 942700"/>
              <a:gd name="connsiteX175" fmla="*/ 336734 w 1922270"/>
              <a:gd name="connsiteY175" fmla="*/ 798077 h 942700"/>
              <a:gd name="connsiteX176" fmla="*/ 338658 w 1922270"/>
              <a:gd name="connsiteY176" fmla="*/ 796517 h 942700"/>
              <a:gd name="connsiteX177" fmla="*/ 340582 w 1922270"/>
              <a:gd name="connsiteY177" fmla="*/ 794936 h 942700"/>
              <a:gd name="connsiteX178" fmla="*/ 342507 w 1922270"/>
              <a:gd name="connsiteY178" fmla="*/ 793346 h 942700"/>
              <a:gd name="connsiteX179" fmla="*/ 344431 w 1922270"/>
              <a:gd name="connsiteY179" fmla="*/ 791746 h 942700"/>
              <a:gd name="connsiteX180" fmla="*/ 346355 w 1922270"/>
              <a:gd name="connsiteY180" fmla="*/ 790136 h 942700"/>
              <a:gd name="connsiteX181" fmla="*/ 348279 w 1922270"/>
              <a:gd name="connsiteY181" fmla="*/ 788516 h 942700"/>
              <a:gd name="connsiteX182" fmla="*/ 350204 w 1922270"/>
              <a:gd name="connsiteY182" fmla="*/ 786886 h 942700"/>
              <a:gd name="connsiteX183" fmla="*/ 352128 w 1922270"/>
              <a:gd name="connsiteY183" fmla="*/ 785237 h 942700"/>
              <a:gd name="connsiteX184" fmla="*/ 354052 w 1922270"/>
              <a:gd name="connsiteY184" fmla="*/ 783587 h 942700"/>
              <a:gd name="connsiteX185" fmla="*/ 355976 w 1922270"/>
              <a:gd name="connsiteY185" fmla="*/ 781927 h 942700"/>
              <a:gd name="connsiteX186" fmla="*/ 357900 w 1922270"/>
              <a:gd name="connsiteY186" fmla="*/ 780247 h 942700"/>
              <a:gd name="connsiteX187" fmla="*/ 359824 w 1922270"/>
              <a:gd name="connsiteY187" fmla="*/ 778568 h 942700"/>
              <a:gd name="connsiteX188" fmla="*/ 361748 w 1922270"/>
              <a:gd name="connsiteY188" fmla="*/ 776868 h 942700"/>
              <a:gd name="connsiteX189" fmla="*/ 363672 w 1922270"/>
              <a:gd name="connsiteY189" fmla="*/ 775169 h 942700"/>
              <a:gd name="connsiteX190" fmla="*/ 365597 w 1922270"/>
              <a:gd name="connsiteY190" fmla="*/ 773450 h 942700"/>
              <a:gd name="connsiteX191" fmla="*/ 367521 w 1922270"/>
              <a:gd name="connsiteY191" fmla="*/ 771720 h 942700"/>
              <a:gd name="connsiteX192" fmla="*/ 369446 w 1922270"/>
              <a:gd name="connsiteY192" fmla="*/ 769981 h 942700"/>
              <a:gd name="connsiteX193" fmla="*/ 371370 w 1922270"/>
              <a:gd name="connsiteY193" fmla="*/ 768232 h 942700"/>
              <a:gd name="connsiteX194" fmla="*/ 373294 w 1922270"/>
              <a:gd name="connsiteY194" fmla="*/ 766473 h 942700"/>
              <a:gd name="connsiteX195" fmla="*/ 375218 w 1922270"/>
              <a:gd name="connsiteY195" fmla="*/ 764704 h 942700"/>
              <a:gd name="connsiteX196" fmla="*/ 377142 w 1922270"/>
              <a:gd name="connsiteY196" fmla="*/ 762925 h 942700"/>
              <a:gd name="connsiteX197" fmla="*/ 379066 w 1922270"/>
              <a:gd name="connsiteY197" fmla="*/ 761136 h 942700"/>
              <a:gd name="connsiteX198" fmla="*/ 380991 w 1922270"/>
              <a:gd name="connsiteY198" fmla="*/ 759327 h 942700"/>
              <a:gd name="connsiteX199" fmla="*/ 382915 w 1922270"/>
              <a:gd name="connsiteY199" fmla="*/ 757518 h 942700"/>
              <a:gd name="connsiteX200" fmla="*/ 384839 w 1922270"/>
              <a:gd name="connsiteY200" fmla="*/ 755690 h 942700"/>
              <a:gd name="connsiteX201" fmla="*/ 386763 w 1922270"/>
              <a:gd name="connsiteY201" fmla="*/ 753861 h 942700"/>
              <a:gd name="connsiteX202" fmla="*/ 388687 w 1922270"/>
              <a:gd name="connsiteY202" fmla="*/ 752012 h 942700"/>
              <a:gd name="connsiteX203" fmla="*/ 390611 w 1922270"/>
              <a:gd name="connsiteY203" fmla="*/ 750154 h 942700"/>
              <a:gd name="connsiteX204" fmla="*/ 392535 w 1922270"/>
              <a:gd name="connsiteY204" fmla="*/ 748286 h 942700"/>
              <a:gd name="connsiteX205" fmla="*/ 394459 w 1922270"/>
              <a:gd name="connsiteY205" fmla="*/ 746407 h 942700"/>
              <a:gd name="connsiteX206" fmla="*/ 396384 w 1922270"/>
              <a:gd name="connsiteY206" fmla="*/ 744519 h 942700"/>
              <a:gd name="connsiteX207" fmla="*/ 398309 w 1922270"/>
              <a:gd name="connsiteY207" fmla="*/ 742621 h 942700"/>
              <a:gd name="connsiteX208" fmla="*/ 400233 w 1922270"/>
              <a:gd name="connsiteY208" fmla="*/ 740713 h 942700"/>
              <a:gd name="connsiteX209" fmla="*/ 402157 w 1922270"/>
              <a:gd name="connsiteY209" fmla="*/ 738794 h 942700"/>
              <a:gd name="connsiteX210" fmla="*/ 404081 w 1922270"/>
              <a:gd name="connsiteY210" fmla="*/ 736856 h 942700"/>
              <a:gd name="connsiteX211" fmla="*/ 406005 w 1922270"/>
              <a:gd name="connsiteY211" fmla="*/ 734918 h 942700"/>
              <a:gd name="connsiteX212" fmla="*/ 407929 w 1922270"/>
              <a:gd name="connsiteY212" fmla="*/ 732961 h 942700"/>
              <a:gd name="connsiteX213" fmla="*/ 409853 w 1922270"/>
              <a:gd name="connsiteY213" fmla="*/ 731003 h 942700"/>
              <a:gd name="connsiteX214" fmla="*/ 411778 w 1922270"/>
              <a:gd name="connsiteY214" fmla="*/ 729025 h 942700"/>
              <a:gd name="connsiteX215" fmla="*/ 413702 w 1922270"/>
              <a:gd name="connsiteY215" fmla="*/ 727037 h 942700"/>
              <a:gd name="connsiteX216" fmla="*/ 415626 w 1922270"/>
              <a:gd name="connsiteY216" fmla="*/ 725040 h 942700"/>
              <a:gd name="connsiteX217" fmla="*/ 417550 w 1922270"/>
              <a:gd name="connsiteY217" fmla="*/ 723032 h 942700"/>
              <a:gd name="connsiteX218" fmla="*/ 419474 w 1922270"/>
              <a:gd name="connsiteY218" fmla="*/ 721015 h 942700"/>
              <a:gd name="connsiteX219" fmla="*/ 421398 w 1922270"/>
              <a:gd name="connsiteY219" fmla="*/ 718987 h 942700"/>
              <a:gd name="connsiteX220" fmla="*/ 423322 w 1922270"/>
              <a:gd name="connsiteY220" fmla="*/ 716950 h 942700"/>
              <a:gd name="connsiteX221" fmla="*/ 425247 w 1922270"/>
              <a:gd name="connsiteY221" fmla="*/ 714903 h 942700"/>
              <a:gd name="connsiteX222" fmla="*/ 427172 w 1922270"/>
              <a:gd name="connsiteY222" fmla="*/ 712835 h 942700"/>
              <a:gd name="connsiteX223" fmla="*/ 429096 w 1922270"/>
              <a:gd name="connsiteY223" fmla="*/ 710768 h 942700"/>
              <a:gd name="connsiteX224" fmla="*/ 431020 w 1922270"/>
              <a:gd name="connsiteY224" fmla="*/ 708681 h 942700"/>
              <a:gd name="connsiteX225" fmla="*/ 432944 w 1922270"/>
              <a:gd name="connsiteY225" fmla="*/ 706594 h 942700"/>
              <a:gd name="connsiteX226" fmla="*/ 434868 w 1922270"/>
              <a:gd name="connsiteY226" fmla="*/ 704487 h 942700"/>
              <a:gd name="connsiteX227" fmla="*/ 436792 w 1922270"/>
              <a:gd name="connsiteY227" fmla="*/ 702380 h 942700"/>
              <a:gd name="connsiteX228" fmla="*/ 438716 w 1922270"/>
              <a:gd name="connsiteY228" fmla="*/ 700253 h 942700"/>
              <a:gd name="connsiteX229" fmla="*/ 440640 w 1922270"/>
              <a:gd name="connsiteY229" fmla="*/ 698117 h 942700"/>
              <a:gd name="connsiteX230" fmla="*/ 442565 w 1922270"/>
              <a:gd name="connsiteY230" fmla="*/ 695970 h 942700"/>
              <a:gd name="connsiteX231" fmla="*/ 444489 w 1922270"/>
              <a:gd name="connsiteY231" fmla="*/ 693813 h 942700"/>
              <a:gd name="connsiteX232" fmla="*/ 446413 w 1922270"/>
              <a:gd name="connsiteY232" fmla="*/ 691647 h 942700"/>
              <a:gd name="connsiteX233" fmla="*/ 448337 w 1922270"/>
              <a:gd name="connsiteY233" fmla="*/ 689480 h 942700"/>
              <a:gd name="connsiteX234" fmla="*/ 450261 w 1922270"/>
              <a:gd name="connsiteY234" fmla="*/ 687284 h 942700"/>
              <a:gd name="connsiteX235" fmla="*/ 452186 w 1922270"/>
              <a:gd name="connsiteY235" fmla="*/ 685087 h 942700"/>
              <a:gd name="connsiteX236" fmla="*/ 454110 w 1922270"/>
              <a:gd name="connsiteY236" fmla="*/ 682881 h 942700"/>
              <a:gd name="connsiteX237" fmla="*/ 456034 w 1922270"/>
              <a:gd name="connsiteY237" fmla="*/ 680665 h 942700"/>
              <a:gd name="connsiteX238" fmla="*/ 457959 w 1922270"/>
              <a:gd name="connsiteY238" fmla="*/ 678439 h 942700"/>
              <a:gd name="connsiteX239" fmla="*/ 459883 w 1922270"/>
              <a:gd name="connsiteY239" fmla="*/ 676203 h 942700"/>
              <a:gd name="connsiteX240" fmla="*/ 461807 w 1922270"/>
              <a:gd name="connsiteY240" fmla="*/ 673947 h 942700"/>
              <a:gd name="connsiteX241" fmla="*/ 463731 w 1922270"/>
              <a:gd name="connsiteY241" fmla="*/ 671691 h 942700"/>
              <a:gd name="connsiteX242" fmla="*/ 465655 w 1922270"/>
              <a:gd name="connsiteY242" fmla="*/ 669425 h 942700"/>
              <a:gd name="connsiteX243" fmla="*/ 467579 w 1922270"/>
              <a:gd name="connsiteY243" fmla="*/ 667149 h 942700"/>
              <a:gd name="connsiteX244" fmla="*/ 469503 w 1922270"/>
              <a:gd name="connsiteY244" fmla="*/ 664853 h 942700"/>
              <a:gd name="connsiteX245" fmla="*/ 471427 w 1922270"/>
              <a:gd name="connsiteY245" fmla="*/ 662557 h 942700"/>
              <a:gd name="connsiteX246" fmla="*/ 473352 w 1922270"/>
              <a:gd name="connsiteY246" fmla="*/ 660241 h 942700"/>
              <a:gd name="connsiteX247" fmla="*/ 475276 w 1922270"/>
              <a:gd name="connsiteY247" fmla="*/ 657926 h 942700"/>
              <a:gd name="connsiteX248" fmla="*/ 477200 w 1922270"/>
              <a:gd name="connsiteY248" fmla="*/ 655600 h 942700"/>
              <a:gd name="connsiteX249" fmla="*/ 479125 w 1922270"/>
              <a:gd name="connsiteY249" fmla="*/ 653255 h 942700"/>
              <a:gd name="connsiteX250" fmla="*/ 481049 w 1922270"/>
              <a:gd name="connsiteY250" fmla="*/ 650909 h 942700"/>
              <a:gd name="connsiteX251" fmla="*/ 482973 w 1922270"/>
              <a:gd name="connsiteY251" fmla="*/ 648554 h 942700"/>
              <a:gd name="connsiteX252" fmla="*/ 484897 w 1922270"/>
              <a:gd name="connsiteY252" fmla="*/ 646179 h 942700"/>
              <a:gd name="connsiteX253" fmla="*/ 486821 w 1922270"/>
              <a:gd name="connsiteY253" fmla="*/ 643803 h 942700"/>
              <a:gd name="connsiteX254" fmla="*/ 488746 w 1922270"/>
              <a:gd name="connsiteY254" fmla="*/ 641418 h 942700"/>
              <a:gd name="connsiteX255" fmla="*/ 490670 w 1922270"/>
              <a:gd name="connsiteY255" fmla="*/ 639023 h 942700"/>
              <a:gd name="connsiteX256" fmla="*/ 492594 w 1922270"/>
              <a:gd name="connsiteY256" fmla="*/ 636618 h 942700"/>
              <a:gd name="connsiteX257" fmla="*/ 494518 w 1922270"/>
              <a:gd name="connsiteY257" fmla="*/ 634193 h 942700"/>
              <a:gd name="connsiteX258" fmla="*/ 496442 w 1922270"/>
              <a:gd name="connsiteY258" fmla="*/ 631768 h 942700"/>
              <a:gd name="connsiteX259" fmla="*/ 498366 w 1922270"/>
              <a:gd name="connsiteY259" fmla="*/ 629333 h 942700"/>
              <a:gd name="connsiteX260" fmla="*/ 500290 w 1922270"/>
              <a:gd name="connsiteY260" fmla="*/ 626891 h 942700"/>
              <a:gd name="connsiteX261" fmla="*/ 502214 w 1922270"/>
              <a:gd name="connsiteY261" fmla="*/ 624437 h 942700"/>
              <a:gd name="connsiteX262" fmla="*/ 504139 w 1922270"/>
              <a:gd name="connsiteY262" fmla="*/ 621974 h 942700"/>
              <a:gd name="connsiteX263" fmla="*/ 506063 w 1922270"/>
              <a:gd name="connsiteY263" fmla="*/ 619502 h 942700"/>
              <a:gd name="connsiteX264" fmla="*/ 507988 w 1922270"/>
              <a:gd name="connsiteY264" fmla="*/ 617020 h 942700"/>
              <a:gd name="connsiteX265" fmla="*/ 509912 w 1922270"/>
              <a:gd name="connsiteY265" fmla="*/ 614530 h 942700"/>
              <a:gd name="connsiteX266" fmla="*/ 511836 w 1922270"/>
              <a:gd name="connsiteY266" fmla="*/ 612030 h 942700"/>
              <a:gd name="connsiteX267" fmla="*/ 513760 w 1922270"/>
              <a:gd name="connsiteY267" fmla="*/ 609522 h 942700"/>
              <a:gd name="connsiteX268" fmla="*/ 515684 w 1922270"/>
              <a:gd name="connsiteY268" fmla="*/ 607005 h 942700"/>
              <a:gd name="connsiteX269" fmla="*/ 517608 w 1922270"/>
              <a:gd name="connsiteY269" fmla="*/ 604478 h 942700"/>
              <a:gd name="connsiteX270" fmla="*/ 519533 w 1922270"/>
              <a:gd name="connsiteY270" fmla="*/ 601943 h 942700"/>
              <a:gd name="connsiteX271" fmla="*/ 521457 w 1922270"/>
              <a:gd name="connsiteY271" fmla="*/ 599400 h 942700"/>
              <a:gd name="connsiteX272" fmla="*/ 523381 w 1922270"/>
              <a:gd name="connsiteY272" fmla="*/ 596848 h 942700"/>
              <a:gd name="connsiteX273" fmla="*/ 525305 w 1922270"/>
              <a:gd name="connsiteY273" fmla="*/ 594286 h 942700"/>
              <a:gd name="connsiteX274" fmla="*/ 527229 w 1922270"/>
              <a:gd name="connsiteY274" fmla="*/ 591717 h 942700"/>
              <a:gd name="connsiteX275" fmla="*/ 529153 w 1922270"/>
              <a:gd name="connsiteY275" fmla="*/ 589139 h 942700"/>
              <a:gd name="connsiteX276" fmla="*/ 531077 w 1922270"/>
              <a:gd name="connsiteY276" fmla="*/ 586553 h 942700"/>
              <a:gd name="connsiteX277" fmla="*/ 533002 w 1922270"/>
              <a:gd name="connsiteY277" fmla="*/ 583959 h 942700"/>
              <a:gd name="connsiteX278" fmla="*/ 534927 w 1922270"/>
              <a:gd name="connsiteY278" fmla="*/ 581357 h 942700"/>
              <a:gd name="connsiteX279" fmla="*/ 536851 w 1922270"/>
              <a:gd name="connsiteY279" fmla="*/ 578746 h 942700"/>
              <a:gd name="connsiteX280" fmla="*/ 538775 w 1922270"/>
              <a:gd name="connsiteY280" fmla="*/ 576127 h 942700"/>
              <a:gd name="connsiteX281" fmla="*/ 540699 w 1922270"/>
              <a:gd name="connsiteY281" fmla="*/ 573500 h 942700"/>
              <a:gd name="connsiteX282" fmla="*/ 542623 w 1922270"/>
              <a:gd name="connsiteY282" fmla="*/ 570867 h 942700"/>
              <a:gd name="connsiteX283" fmla="*/ 544547 w 1922270"/>
              <a:gd name="connsiteY283" fmla="*/ 568224 h 942700"/>
              <a:gd name="connsiteX284" fmla="*/ 546471 w 1922270"/>
              <a:gd name="connsiteY284" fmla="*/ 565573 h 942700"/>
              <a:gd name="connsiteX285" fmla="*/ 548395 w 1922270"/>
              <a:gd name="connsiteY285" fmla="*/ 562916 h 942700"/>
              <a:gd name="connsiteX286" fmla="*/ 550320 w 1922270"/>
              <a:gd name="connsiteY286" fmla="*/ 560250 h 942700"/>
              <a:gd name="connsiteX287" fmla="*/ 552244 w 1922270"/>
              <a:gd name="connsiteY287" fmla="*/ 557578 h 942700"/>
              <a:gd name="connsiteX288" fmla="*/ 554168 w 1922270"/>
              <a:gd name="connsiteY288" fmla="*/ 554898 h 942700"/>
              <a:gd name="connsiteX289" fmla="*/ 556092 w 1922270"/>
              <a:gd name="connsiteY289" fmla="*/ 552210 h 942700"/>
              <a:gd name="connsiteX290" fmla="*/ 558016 w 1922270"/>
              <a:gd name="connsiteY290" fmla="*/ 549516 h 942700"/>
              <a:gd name="connsiteX291" fmla="*/ 559940 w 1922270"/>
              <a:gd name="connsiteY291" fmla="*/ 546814 h 942700"/>
              <a:gd name="connsiteX292" fmla="*/ 561865 w 1922270"/>
              <a:gd name="connsiteY292" fmla="*/ 544105 h 942700"/>
              <a:gd name="connsiteX293" fmla="*/ 563789 w 1922270"/>
              <a:gd name="connsiteY293" fmla="*/ 541389 h 942700"/>
              <a:gd name="connsiteX294" fmla="*/ 565714 w 1922270"/>
              <a:gd name="connsiteY294" fmla="*/ 538666 h 942700"/>
              <a:gd name="connsiteX295" fmla="*/ 567638 w 1922270"/>
              <a:gd name="connsiteY295" fmla="*/ 535937 h 942700"/>
              <a:gd name="connsiteX296" fmla="*/ 569562 w 1922270"/>
              <a:gd name="connsiteY296" fmla="*/ 533200 h 942700"/>
              <a:gd name="connsiteX297" fmla="*/ 571486 w 1922270"/>
              <a:gd name="connsiteY297" fmla="*/ 530458 h 942700"/>
              <a:gd name="connsiteX298" fmla="*/ 573410 w 1922270"/>
              <a:gd name="connsiteY298" fmla="*/ 527708 h 942700"/>
              <a:gd name="connsiteX299" fmla="*/ 575334 w 1922270"/>
              <a:gd name="connsiteY299" fmla="*/ 524953 h 942700"/>
              <a:gd name="connsiteX300" fmla="*/ 577258 w 1922270"/>
              <a:gd name="connsiteY300" fmla="*/ 522191 h 942700"/>
              <a:gd name="connsiteX301" fmla="*/ 579182 w 1922270"/>
              <a:gd name="connsiteY301" fmla="*/ 519423 h 942700"/>
              <a:gd name="connsiteX302" fmla="*/ 581107 w 1922270"/>
              <a:gd name="connsiteY302" fmla="*/ 516649 h 942700"/>
              <a:gd name="connsiteX303" fmla="*/ 583031 w 1922270"/>
              <a:gd name="connsiteY303" fmla="*/ 513868 h 942700"/>
              <a:gd name="connsiteX304" fmla="*/ 584955 w 1922270"/>
              <a:gd name="connsiteY304" fmla="*/ 511082 h 942700"/>
              <a:gd name="connsiteX305" fmla="*/ 586879 w 1922270"/>
              <a:gd name="connsiteY305" fmla="*/ 508291 h 942700"/>
              <a:gd name="connsiteX306" fmla="*/ 588804 w 1922270"/>
              <a:gd name="connsiteY306" fmla="*/ 505493 h 942700"/>
              <a:gd name="connsiteX307" fmla="*/ 590728 w 1922270"/>
              <a:gd name="connsiteY307" fmla="*/ 502689 h 942700"/>
              <a:gd name="connsiteX308" fmla="*/ 592652 w 1922270"/>
              <a:gd name="connsiteY308" fmla="*/ 499881 h 942700"/>
              <a:gd name="connsiteX309" fmla="*/ 594576 w 1922270"/>
              <a:gd name="connsiteY309" fmla="*/ 497067 h 942700"/>
              <a:gd name="connsiteX310" fmla="*/ 596500 w 1922270"/>
              <a:gd name="connsiteY310" fmla="*/ 494248 h 942700"/>
              <a:gd name="connsiteX311" fmla="*/ 598425 w 1922270"/>
              <a:gd name="connsiteY311" fmla="*/ 491423 h 942700"/>
              <a:gd name="connsiteX312" fmla="*/ 600349 w 1922270"/>
              <a:gd name="connsiteY312" fmla="*/ 488594 h 942700"/>
              <a:gd name="connsiteX313" fmla="*/ 602273 w 1922270"/>
              <a:gd name="connsiteY313" fmla="*/ 485760 h 942700"/>
              <a:gd name="connsiteX314" fmla="*/ 604197 w 1922270"/>
              <a:gd name="connsiteY314" fmla="*/ 482921 h 942700"/>
              <a:gd name="connsiteX315" fmla="*/ 606121 w 1922270"/>
              <a:gd name="connsiteY315" fmla="*/ 480077 h 942700"/>
              <a:gd name="connsiteX316" fmla="*/ 608045 w 1922270"/>
              <a:gd name="connsiteY316" fmla="*/ 477228 h 942700"/>
              <a:gd name="connsiteX317" fmla="*/ 609969 w 1922270"/>
              <a:gd name="connsiteY317" fmla="*/ 474376 h 942700"/>
              <a:gd name="connsiteX318" fmla="*/ 611893 w 1922270"/>
              <a:gd name="connsiteY318" fmla="*/ 471519 h 942700"/>
              <a:gd name="connsiteX319" fmla="*/ 613818 w 1922270"/>
              <a:gd name="connsiteY319" fmla="*/ 468657 h 942700"/>
              <a:gd name="connsiteX320" fmla="*/ 615743 w 1922270"/>
              <a:gd name="connsiteY320" fmla="*/ 465792 h 942700"/>
              <a:gd name="connsiteX321" fmla="*/ 617667 w 1922270"/>
              <a:gd name="connsiteY321" fmla="*/ 462922 h 942700"/>
              <a:gd name="connsiteX322" fmla="*/ 619591 w 1922270"/>
              <a:gd name="connsiteY322" fmla="*/ 460049 h 942700"/>
              <a:gd name="connsiteX323" fmla="*/ 621515 w 1922270"/>
              <a:gd name="connsiteY323" fmla="*/ 457172 h 942700"/>
              <a:gd name="connsiteX324" fmla="*/ 623439 w 1922270"/>
              <a:gd name="connsiteY324" fmla="*/ 454291 h 942700"/>
              <a:gd name="connsiteX325" fmla="*/ 625363 w 1922270"/>
              <a:gd name="connsiteY325" fmla="*/ 451407 h 942700"/>
              <a:gd name="connsiteX326" fmla="*/ 627287 w 1922270"/>
              <a:gd name="connsiteY326" fmla="*/ 448519 h 942700"/>
              <a:gd name="connsiteX327" fmla="*/ 629212 w 1922270"/>
              <a:gd name="connsiteY327" fmla="*/ 445628 h 942700"/>
              <a:gd name="connsiteX328" fmla="*/ 631136 w 1922270"/>
              <a:gd name="connsiteY328" fmla="*/ 442734 h 942700"/>
              <a:gd name="connsiteX329" fmla="*/ 633060 w 1922270"/>
              <a:gd name="connsiteY329" fmla="*/ 439838 h 942700"/>
              <a:gd name="connsiteX330" fmla="*/ 634984 w 1922270"/>
              <a:gd name="connsiteY330" fmla="*/ 436938 h 942700"/>
              <a:gd name="connsiteX331" fmla="*/ 636909 w 1922270"/>
              <a:gd name="connsiteY331" fmla="*/ 434035 h 942700"/>
              <a:gd name="connsiteX332" fmla="*/ 638837 w 1922270"/>
              <a:gd name="connsiteY332" fmla="*/ 431130 h 942700"/>
              <a:gd name="connsiteX333" fmla="*/ 640755 w 1922270"/>
              <a:gd name="connsiteY333" fmla="*/ 428223 h 942700"/>
              <a:gd name="connsiteX334" fmla="*/ 642684 w 1922270"/>
              <a:gd name="connsiteY334" fmla="*/ 425313 h 942700"/>
              <a:gd name="connsiteX335" fmla="*/ 644602 w 1922270"/>
              <a:gd name="connsiteY335" fmla="*/ 422400 h 942700"/>
              <a:gd name="connsiteX336" fmla="*/ 646530 w 1922270"/>
              <a:gd name="connsiteY336" fmla="*/ 419486 h 942700"/>
              <a:gd name="connsiteX337" fmla="*/ 648458 w 1922270"/>
              <a:gd name="connsiteY337" fmla="*/ 416570 h 942700"/>
              <a:gd name="connsiteX338" fmla="*/ 650376 w 1922270"/>
              <a:gd name="connsiteY338" fmla="*/ 413652 h 942700"/>
              <a:gd name="connsiteX339" fmla="*/ 652304 w 1922270"/>
              <a:gd name="connsiteY339" fmla="*/ 410732 h 942700"/>
              <a:gd name="connsiteX340" fmla="*/ 654222 w 1922270"/>
              <a:gd name="connsiteY340" fmla="*/ 407812 h 942700"/>
              <a:gd name="connsiteX341" fmla="*/ 656150 w 1922270"/>
              <a:gd name="connsiteY341" fmla="*/ 404890 h 942700"/>
              <a:gd name="connsiteX342" fmla="*/ 658078 w 1922270"/>
              <a:gd name="connsiteY342" fmla="*/ 401966 h 942700"/>
              <a:gd name="connsiteX343" fmla="*/ 659996 w 1922270"/>
              <a:gd name="connsiteY343" fmla="*/ 399041 h 942700"/>
              <a:gd name="connsiteX344" fmla="*/ 661924 w 1922270"/>
              <a:gd name="connsiteY344" fmla="*/ 396115 h 942700"/>
              <a:gd name="connsiteX345" fmla="*/ 663842 w 1922270"/>
              <a:gd name="connsiteY345" fmla="*/ 393188 h 942700"/>
              <a:gd name="connsiteX346" fmla="*/ 665770 w 1922270"/>
              <a:gd name="connsiteY346" fmla="*/ 390261 h 942700"/>
              <a:gd name="connsiteX347" fmla="*/ 667698 w 1922270"/>
              <a:gd name="connsiteY347" fmla="*/ 387334 h 942700"/>
              <a:gd name="connsiteX348" fmla="*/ 669617 w 1922270"/>
              <a:gd name="connsiteY348" fmla="*/ 384406 h 942700"/>
              <a:gd name="connsiteX349" fmla="*/ 671545 w 1922270"/>
              <a:gd name="connsiteY349" fmla="*/ 381477 h 942700"/>
              <a:gd name="connsiteX350" fmla="*/ 673473 w 1922270"/>
              <a:gd name="connsiteY350" fmla="*/ 378549 h 942700"/>
              <a:gd name="connsiteX351" fmla="*/ 675391 w 1922270"/>
              <a:gd name="connsiteY351" fmla="*/ 375620 h 942700"/>
              <a:gd name="connsiteX352" fmla="*/ 677319 w 1922270"/>
              <a:gd name="connsiteY352" fmla="*/ 372692 h 942700"/>
              <a:gd name="connsiteX353" fmla="*/ 679237 w 1922270"/>
              <a:gd name="connsiteY353" fmla="*/ 369764 h 942700"/>
              <a:gd name="connsiteX354" fmla="*/ 681165 w 1922270"/>
              <a:gd name="connsiteY354" fmla="*/ 366837 h 942700"/>
              <a:gd name="connsiteX355" fmla="*/ 683093 w 1922270"/>
              <a:gd name="connsiteY355" fmla="*/ 363910 h 942700"/>
              <a:gd name="connsiteX356" fmla="*/ 685011 w 1922270"/>
              <a:gd name="connsiteY356" fmla="*/ 360984 h 942700"/>
              <a:gd name="connsiteX357" fmla="*/ 686939 w 1922270"/>
              <a:gd name="connsiteY357" fmla="*/ 358059 h 942700"/>
              <a:gd name="connsiteX358" fmla="*/ 688857 w 1922270"/>
              <a:gd name="connsiteY358" fmla="*/ 355135 h 942700"/>
              <a:gd name="connsiteX359" fmla="*/ 690785 w 1922270"/>
              <a:gd name="connsiteY359" fmla="*/ 352212 h 942700"/>
              <a:gd name="connsiteX360" fmla="*/ 692713 w 1922270"/>
              <a:gd name="connsiteY360" fmla="*/ 349291 h 942700"/>
              <a:gd name="connsiteX361" fmla="*/ 694631 w 1922270"/>
              <a:gd name="connsiteY361" fmla="*/ 346371 h 942700"/>
              <a:gd name="connsiteX362" fmla="*/ 696560 w 1922270"/>
              <a:gd name="connsiteY362" fmla="*/ 343454 h 942700"/>
              <a:gd name="connsiteX363" fmla="*/ 698487 w 1922270"/>
              <a:gd name="connsiteY363" fmla="*/ 340538 h 942700"/>
              <a:gd name="connsiteX364" fmla="*/ 700406 w 1922270"/>
              <a:gd name="connsiteY364" fmla="*/ 337623 h 942700"/>
              <a:gd name="connsiteX365" fmla="*/ 702334 w 1922270"/>
              <a:gd name="connsiteY365" fmla="*/ 334711 h 942700"/>
              <a:gd name="connsiteX366" fmla="*/ 704252 w 1922270"/>
              <a:gd name="connsiteY366" fmla="*/ 331802 h 942700"/>
              <a:gd name="connsiteX367" fmla="*/ 706180 w 1922270"/>
              <a:gd name="connsiteY367" fmla="*/ 328895 h 942700"/>
              <a:gd name="connsiteX368" fmla="*/ 708108 w 1922270"/>
              <a:gd name="connsiteY368" fmla="*/ 325990 h 942700"/>
              <a:gd name="connsiteX369" fmla="*/ 710026 w 1922270"/>
              <a:gd name="connsiteY369" fmla="*/ 323088 h 942700"/>
              <a:gd name="connsiteX370" fmla="*/ 711954 w 1922270"/>
              <a:gd name="connsiteY370" fmla="*/ 320190 h 942700"/>
              <a:gd name="connsiteX371" fmla="*/ 713872 w 1922270"/>
              <a:gd name="connsiteY371" fmla="*/ 317294 h 942700"/>
              <a:gd name="connsiteX372" fmla="*/ 715800 w 1922270"/>
              <a:gd name="connsiteY372" fmla="*/ 314402 h 942700"/>
              <a:gd name="connsiteX373" fmla="*/ 717728 w 1922270"/>
              <a:gd name="connsiteY373" fmla="*/ 311513 h 942700"/>
              <a:gd name="connsiteX374" fmla="*/ 719646 w 1922270"/>
              <a:gd name="connsiteY374" fmla="*/ 308627 h 942700"/>
              <a:gd name="connsiteX375" fmla="*/ 721574 w 1922270"/>
              <a:gd name="connsiteY375" fmla="*/ 305746 h 942700"/>
              <a:gd name="connsiteX376" fmla="*/ 723493 w 1922270"/>
              <a:gd name="connsiteY376" fmla="*/ 302868 h 942700"/>
              <a:gd name="connsiteX377" fmla="*/ 725420 w 1922270"/>
              <a:gd name="connsiteY377" fmla="*/ 299995 h 942700"/>
              <a:gd name="connsiteX378" fmla="*/ 727349 w 1922270"/>
              <a:gd name="connsiteY378" fmla="*/ 297126 h 942700"/>
              <a:gd name="connsiteX379" fmla="*/ 729267 w 1922270"/>
              <a:gd name="connsiteY379" fmla="*/ 294261 h 942700"/>
              <a:gd name="connsiteX380" fmla="*/ 731195 w 1922270"/>
              <a:gd name="connsiteY380" fmla="*/ 291400 h 942700"/>
              <a:gd name="connsiteX381" fmla="*/ 733123 w 1922270"/>
              <a:gd name="connsiteY381" fmla="*/ 288545 h 942700"/>
              <a:gd name="connsiteX382" fmla="*/ 735041 w 1922270"/>
              <a:gd name="connsiteY382" fmla="*/ 285695 h 942700"/>
              <a:gd name="connsiteX383" fmla="*/ 736969 w 1922270"/>
              <a:gd name="connsiteY383" fmla="*/ 282849 h 942700"/>
              <a:gd name="connsiteX384" fmla="*/ 738887 w 1922270"/>
              <a:gd name="connsiteY384" fmla="*/ 280009 h 942700"/>
              <a:gd name="connsiteX385" fmla="*/ 740815 w 1922270"/>
              <a:gd name="connsiteY385" fmla="*/ 277174 h 942700"/>
              <a:gd name="connsiteX386" fmla="*/ 742743 w 1922270"/>
              <a:gd name="connsiteY386" fmla="*/ 274344 h 942700"/>
              <a:gd name="connsiteX387" fmla="*/ 744661 w 1922270"/>
              <a:gd name="connsiteY387" fmla="*/ 271521 h 942700"/>
              <a:gd name="connsiteX388" fmla="*/ 746589 w 1922270"/>
              <a:gd name="connsiteY388" fmla="*/ 268703 h 942700"/>
              <a:gd name="connsiteX389" fmla="*/ 748507 w 1922270"/>
              <a:gd name="connsiteY389" fmla="*/ 265891 h 942700"/>
              <a:gd name="connsiteX390" fmla="*/ 750435 w 1922270"/>
              <a:gd name="connsiteY390" fmla="*/ 263086 h 942700"/>
              <a:gd name="connsiteX391" fmla="*/ 752363 w 1922270"/>
              <a:gd name="connsiteY391" fmla="*/ 260286 h 942700"/>
              <a:gd name="connsiteX392" fmla="*/ 754282 w 1922270"/>
              <a:gd name="connsiteY392" fmla="*/ 257494 h 942700"/>
              <a:gd name="connsiteX393" fmla="*/ 756210 w 1922270"/>
              <a:gd name="connsiteY393" fmla="*/ 254708 h 942700"/>
              <a:gd name="connsiteX394" fmla="*/ 758128 w 1922270"/>
              <a:gd name="connsiteY394" fmla="*/ 251929 h 942700"/>
              <a:gd name="connsiteX395" fmla="*/ 760056 w 1922270"/>
              <a:gd name="connsiteY395" fmla="*/ 249157 h 942700"/>
              <a:gd name="connsiteX396" fmla="*/ 761984 w 1922270"/>
              <a:gd name="connsiteY396" fmla="*/ 246392 h 942700"/>
              <a:gd name="connsiteX397" fmla="*/ 763902 w 1922270"/>
              <a:gd name="connsiteY397" fmla="*/ 243634 h 942700"/>
              <a:gd name="connsiteX398" fmla="*/ 765830 w 1922270"/>
              <a:gd name="connsiteY398" fmla="*/ 240885 h 942700"/>
              <a:gd name="connsiteX399" fmla="*/ 767758 w 1922270"/>
              <a:gd name="connsiteY399" fmla="*/ 238142 h 942700"/>
              <a:gd name="connsiteX400" fmla="*/ 769676 w 1922270"/>
              <a:gd name="connsiteY400" fmla="*/ 235408 h 942700"/>
              <a:gd name="connsiteX401" fmla="*/ 771604 w 1922270"/>
              <a:gd name="connsiteY401" fmla="*/ 232682 h 942700"/>
              <a:gd name="connsiteX402" fmla="*/ 773522 w 1922270"/>
              <a:gd name="connsiteY402" fmla="*/ 229964 h 942700"/>
              <a:gd name="connsiteX403" fmla="*/ 775450 w 1922270"/>
              <a:gd name="connsiteY403" fmla="*/ 227255 h 942700"/>
              <a:gd name="connsiteX404" fmla="*/ 777378 w 1922270"/>
              <a:gd name="connsiteY404" fmla="*/ 224554 h 942700"/>
              <a:gd name="connsiteX405" fmla="*/ 779297 w 1922270"/>
              <a:gd name="connsiteY405" fmla="*/ 221861 h 942700"/>
              <a:gd name="connsiteX406" fmla="*/ 781225 w 1922270"/>
              <a:gd name="connsiteY406" fmla="*/ 219178 h 942700"/>
              <a:gd name="connsiteX407" fmla="*/ 783143 w 1922270"/>
              <a:gd name="connsiteY407" fmla="*/ 216504 h 942700"/>
              <a:gd name="connsiteX408" fmla="*/ 785071 w 1922270"/>
              <a:gd name="connsiteY408" fmla="*/ 213839 h 942700"/>
              <a:gd name="connsiteX409" fmla="*/ 786999 w 1922270"/>
              <a:gd name="connsiteY409" fmla="*/ 211183 h 942700"/>
              <a:gd name="connsiteX410" fmla="*/ 788917 w 1922270"/>
              <a:gd name="connsiteY410" fmla="*/ 208537 h 942700"/>
              <a:gd name="connsiteX411" fmla="*/ 790845 w 1922270"/>
              <a:gd name="connsiteY411" fmla="*/ 205900 h 942700"/>
              <a:gd name="connsiteX412" fmla="*/ 792773 w 1922270"/>
              <a:gd name="connsiteY412" fmla="*/ 203274 h 942700"/>
              <a:gd name="connsiteX413" fmla="*/ 794691 w 1922270"/>
              <a:gd name="connsiteY413" fmla="*/ 200657 h 942700"/>
              <a:gd name="connsiteX414" fmla="*/ 796619 w 1922270"/>
              <a:gd name="connsiteY414" fmla="*/ 198050 h 942700"/>
              <a:gd name="connsiteX415" fmla="*/ 798537 w 1922270"/>
              <a:gd name="connsiteY415" fmla="*/ 195454 h 942700"/>
              <a:gd name="connsiteX416" fmla="*/ 800465 w 1922270"/>
              <a:gd name="connsiteY416" fmla="*/ 192869 h 942700"/>
              <a:gd name="connsiteX417" fmla="*/ 802393 w 1922270"/>
              <a:gd name="connsiteY417" fmla="*/ 190294 h 942700"/>
              <a:gd name="connsiteX418" fmla="*/ 804311 w 1922270"/>
              <a:gd name="connsiteY418" fmla="*/ 187730 h 942700"/>
              <a:gd name="connsiteX419" fmla="*/ 806239 w 1922270"/>
              <a:gd name="connsiteY419" fmla="*/ 185178 h 942700"/>
              <a:gd name="connsiteX420" fmla="*/ 808158 w 1922270"/>
              <a:gd name="connsiteY420" fmla="*/ 182636 h 942700"/>
              <a:gd name="connsiteX421" fmla="*/ 810086 w 1922270"/>
              <a:gd name="connsiteY421" fmla="*/ 180105 h 942700"/>
              <a:gd name="connsiteX422" fmla="*/ 812014 w 1922270"/>
              <a:gd name="connsiteY422" fmla="*/ 177587 h 942700"/>
              <a:gd name="connsiteX423" fmla="*/ 813932 w 1922270"/>
              <a:gd name="connsiteY423" fmla="*/ 175080 h 942700"/>
              <a:gd name="connsiteX424" fmla="*/ 815860 w 1922270"/>
              <a:gd name="connsiteY424" fmla="*/ 172585 h 942700"/>
              <a:gd name="connsiteX425" fmla="*/ 817778 w 1922270"/>
              <a:gd name="connsiteY425" fmla="*/ 170101 h 942700"/>
              <a:gd name="connsiteX426" fmla="*/ 819706 w 1922270"/>
              <a:gd name="connsiteY426" fmla="*/ 167631 h 942700"/>
              <a:gd name="connsiteX427" fmla="*/ 821634 w 1922270"/>
              <a:gd name="connsiteY427" fmla="*/ 165172 h 942700"/>
              <a:gd name="connsiteX428" fmla="*/ 823552 w 1922270"/>
              <a:gd name="connsiteY428" fmla="*/ 162726 h 942700"/>
              <a:gd name="connsiteX429" fmla="*/ 825480 w 1922270"/>
              <a:gd name="connsiteY429" fmla="*/ 160292 h 942700"/>
              <a:gd name="connsiteX430" fmla="*/ 827408 w 1922270"/>
              <a:gd name="connsiteY430" fmla="*/ 157871 h 942700"/>
              <a:gd name="connsiteX431" fmla="*/ 829326 w 1922270"/>
              <a:gd name="connsiteY431" fmla="*/ 155464 h 942700"/>
              <a:gd name="connsiteX432" fmla="*/ 831254 w 1922270"/>
              <a:gd name="connsiteY432" fmla="*/ 153070 h 942700"/>
              <a:gd name="connsiteX433" fmla="*/ 833172 w 1922270"/>
              <a:gd name="connsiteY433" fmla="*/ 150689 h 942700"/>
              <a:gd name="connsiteX434" fmla="*/ 835100 w 1922270"/>
              <a:gd name="connsiteY434" fmla="*/ 148320 h 942700"/>
              <a:gd name="connsiteX435" fmla="*/ 837029 w 1922270"/>
              <a:gd name="connsiteY435" fmla="*/ 145966 h 942700"/>
              <a:gd name="connsiteX436" fmla="*/ 838947 w 1922270"/>
              <a:gd name="connsiteY436" fmla="*/ 143627 h 942700"/>
              <a:gd name="connsiteX437" fmla="*/ 840875 w 1922270"/>
              <a:gd name="connsiteY437" fmla="*/ 141300 h 942700"/>
              <a:gd name="connsiteX438" fmla="*/ 842793 w 1922270"/>
              <a:gd name="connsiteY438" fmla="*/ 138987 h 942700"/>
              <a:gd name="connsiteX439" fmla="*/ 844721 w 1922270"/>
              <a:gd name="connsiteY439" fmla="*/ 136690 h 942700"/>
              <a:gd name="connsiteX440" fmla="*/ 846649 w 1922270"/>
              <a:gd name="connsiteY440" fmla="*/ 134406 h 942700"/>
              <a:gd name="connsiteX441" fmla="*/ 848567 w 1922270"/>
              <a:gd name="connsiteY441" fmla="*/ 132137 h 942700"/>
              <a:gd name="connsiteX442" fmla="*/ 850495 w 1922270"/>
              <a:gd name="connsiteY442" fmla="*/ 129882 h 942700"/>
              <a:gd name="connsiteX443" fmla="*/ 852423 w 1922270"/>
              <a:gd name="connsiteY443" fmla="*/ 127643 h 942700"/>
              <a:gd name="connsiteX444" fmla="*/ 854341 w 1922270"/>
              <a:gd name="connsiteY444" fmla="*/ 125418 h 942700"/>
              <a:gd name="connsiteX445" fmla="*/ 856269 w 1922270"/>
              <a:gd name="connsiteY445" fmla="*/ 123209 h 942700"/>
              <a:gd name="connsiteX446" fmla="*/ 858187 w 1922270"/>
              <a:gd name="connsiteY446" fmla="*/ 121015 h 942700"/>
              <a:gd name="connsiteX447" fmla="*/ 860115 w 1922270"/>
              <a:gd name="connsiteY447" fmla="*/ 118836 h 942700"/>
              <a:gd name="connsiteX448" fmla="*/ 862044 w 1922270"/>
              <a:gd name="connsiteY448" fmla="*/ 116674 h 942700"/>
              <a:gd name="connsiteX449" fmla="*/ 863962 w 1922270"/>
              <a:gd name="connsiteY449" fmla="*/ 114526 h 942700"/>
              <a:gd name="connsiteX450" fmla="*/ 865890 w 1922270"/>
              <a:gd name="connsiteY450" fmla="*/ 112395 h 942700"/>
              <a:gd name="connsiteX451" fmla="*/ 867808 w 1922270"/>
              <a:gd name="connsiteY451" fmla="*/ 110279 h 942700"/>
              <a:gd name="connsiteX452" fmla="*/ 869736 w 1922270"/>
              <a:gd name="connsiteY452" fmla="*/ 108180 h 942700"/>
              <a:gd name="connsiteX453" fmla="*/ 871664 w 1922270"/>
              <a:gd name="connsiteY453" fmla="*/ 106098 h 942700"/>
              <a:gd name="connsiteX454" fmla="*/ 873582 w 1922270"/>
              <a:gd name="connsiteY454" fmla="*/ 104032 h 942700"/>
              <a:gd name="connsiteX455" fmla="*/ 875510 w 1922270"/>
              <a:gd name="connsiteY455" fmla="*/ 101983 h 942700"/>
              <a:gd name="connsiteX456" fmla="*/ 877428 w 1922270"/>
              <a:gd name="connsiteY456" fmla="*/ 99949 h 942700"/>
              <a:gd name="connsiteX457" fmla="*/ 879356 w 1922270"/>
              <a:gd name="connsiteY457" fmla="*/ 97934 h 942700"/>
              <a:gd name="connsiteX458" fmla="*/ 881284 w 1922270"/>
              <a:gd name="connsiteY458" fmla="*/ 95935 h 942700"/>
              <a:gd name="connsiteX459" fmla="*/ 883202 w 1922270"/>
              <a:gd name="connsiteY459" fmla="*/ 93953 h 942700"/>
              <a:gd name="connsiteX460" fmla="*/ 885130 w 1922270"/>
              <a:gd name="connsiteY460" fmla="*/ 91990 h 942700"/>
              <a:gd name="connsiteX461" fmla="*/ 887058 w 1922270"/>
              <a:gd name="connsiteY461" fmla="*/ 90043 h 942700"/>
              <a:gd name="connsiteX462" fmla="*/ 888977 w 1922270"/>
              <a:gd name="connsiteY462" fmla="*/ 88114 h 942700"/>
              <a:gd name="connsiteX463" fmla="*/ 890905 w 1922270"/>
              <a:gd name="connsiteY463" fmla="*/ 86203 h 942700"/>
              <a:gd name="connsiteX464" fmla="*/ 892823 w 1922270"/>
              <a:gd name="connsiteY464" fmla="*/ 84308 h 942700"/>
              <a:gd name="connsiteX465" fmla="*/ 894751 w 1922270"/>
              <a:gd name="connsiteY465" fmla="*/ 82433 h 942700"/>
              <a:gd name="connsiteX466" fmla="*/ 896679 w 1922270"/>
              <a:gd name="connsiteY466" fmla="*/ 80575 h 942700"/>
              <a:gd name="connsiteX467" fmla="*/ 898597 w 1922270"/>
              <a:gd name="connsiteY467" fmla="*/ 78737 h 942700"/>
              <a:gd name="connsiteX468" fmla="*/ 900525 w 1922270"/>
              <a:gd name="connsiteY468" fmla="*/ 76916 h 942700"/>
              <a:gd name="connsiteX469" fmla="*/ 902443 w 1922270"/>
              <a:gd name="connsiteY469" fmla="*/ 75114 h 942700"/>
              <a:gd name="connsiteX470" fmla="*/ 904371 w 1922270"/>
              <a:gd name="connsiteY470" fmla="*/ 73331 h 942700"/>
              <a:gd name="connsiteX471" fmla="*/ 906299 w 1922270"/>
              <a:gd name="connsiteY471" fmla="*/ 71566 h 942700"/>
              <a:gd name="connsiteX472" fmla="*/ 908217 w 1922270"/>
              <a:gd name="connsiteY472" fmla="*/ 69821 h 942700"/>
              <a:gd name="connsiteX473" fmla="*/ 910145 w 1922270"/>
              <a:gd name="connsiteY473" fmla="*/ 68094 h 942700"/>
              <a:gd name="connsiteX474" fmla="*/ 912063 w 1922270"/>
              <a:gd name="connsiteY474" fmla="*/ 66386 h 942700"/>
              <a:gd name="connsiteX475" fmla="*/ 913991 w 1922270"/>
              <a:gd name="connsiteY475" fmla="*/ 64699 h 942700"/>
              <a:gd name="connsiteX476" fmla="*/ 915919 w 1922270"/>
              <a:gd name="connsiteY476" fmla="*/ 63030 h 942700"/>
              <a:gd name="connsiteX477" fmla="*/ 917838 w 1922270"/>
              <a:gd name="connsiteY477" fmla="*/ 61380 h 942700"/>
              <a:gd name="connsiteX478" fmla="*/ 919766 w 1922270"/>
              <a:gd name="connsiteY478" fmla="*/ 59751 h 942700"/>
              <a:gd name="connsiteX479" fmla="*/ 921694 w 1922270"/>
              <a:gd name="connsiteY479" fmla="*/ 58142 h 942700"/>
              <a:gd name="connsiteX480" fmla="*/ 923612 w 1922270"/>
              <a:gd name="connsiteY480" fmla="*/ 56551 h 942700"/>
              <a:gd name="connsiteX481" fmla="*/ 925540 w 1922270"/>
              <a:gd name="connsiteY481" fmla="*/ 54981 h 942700"/>
              <a:gd name="connsiteX482" fmla="*/ 927458 w 1922270"/>
              <a:gd name="connsiteY482" fmla="*/ 53432 h 942700"/>
              <a:gd name="connsiteX483" fmla="*/ 929386 w 1922270"/>
              <a:gd name="connsiteY483" fmla="*/ 51902 h 942700"/>
              <a:gd name="connsiteX484" fmla="*/ 931314 w 1922270"/>
              <a:gd name="connsiteY484" fmla="*/ 50393 h 942700"/>
              <a:gd name="connsiteX485" fmla="*/ 933232 w 1922270"/>
              <a:gd name="connsiteY485" fmla="*/ 48904 h 942700"/>
              <a:gd name="connsiteX486" fmla="*/ 935160 w 1922270"/>
              <a:gd name="connsiteY486" fmla="*/ 47436 h 942700"/>
              <a:gd name="connsiteX487" fmla="*/ 937078 w 1922270"/>
              <a:gd name="connsiteY487" fmla="*/ 45988 h 942700"/>
              <a:gd name="connsiteX488" fmla="*/ 939006 w 1922270"/>
              <a:gd name="connsiteY488" fmla="*/ 44562 h 942700"/>
              <a:gd name="connsiteX489" fmla="*/ 940934 w 1922270"/>
              <a:gd name="connsiteY489" fmla="*/ 43155 h 942700"/>
              <a:gd name="connsiteX490" fmla="*/ 942852 w 1922270"/>
              <a:gd name="connsiteY490" fmla="*/ 41771 h 942700"/>
              <a:gd name="connsiteX491" fmla="*/ 944781 w 1922270"/>
              <a:gd name="connsiteY491" fmla="*/ 40406 h 942700"/>
              <a:gd name="connsiteX492" fmla="*/ 946709 w 1922270"/>
              <a:gd name="connsiteY492" fmla="*/ 39064 h 942700"/>
              <a:gd name="connsiteX493" fmla="*/ 948627 w 1922270"/>
              <a:gd name="connsiteY493" fmla="*/ 37743 h 942700"/>
              <a:gd name="connsiteX494" fmla="*/ 950555 w 1922270"/>
              <a:gd name="connsiteY494" fmla="*/ 36443 h 942700"/>
              <a:gd name="connsiteX495" fmla="*/ 952473 w 1922270"/>
              <a:gd name="connsiteY495" fmla="*/ 35164 h 942700"/>
              <a:gd name="connsiteX496" fmla="*/ 954401 w 1922270"/>
              <a:gd name="connsiteY496" fmla="*/ 33907 h 942700"/>
              <a:gd name="connsiteX497" fmla="*/ 956329 w 1922270"/>
              <a:gd name="connsiteY497" fmla="*/ 32671 h 942700"/>
              <a:gd name="connsiteX498" fmla="*/ 958247 w 1922270"/>
              <a:gd name="connsiteY498" fmla="*/ 31458 h 942700"/>
              <a:gd name="connsiteX499" fmla="*/ 960175 w 1922270"/>
              <a:gd name="connsiteY499" fmla="*/ 30266 h 942700"/>
              <a:gd name="connsiteX500" fmla="*/ 962093 w 1922270"/>
              <a:gd name="connsiteY500" fmla="*/ 29096 h 942700"/>
              <a:gd name="connsiteX501" fmla="*/ 964021 w 1922270"/>
              <a:gd name="connsiteY501" fmla="*/ 27948 h 942700"/>
              <a:gd name="connsiteX502" fmla="*/ 965949 w 1922270"/>
              <a:gd name="connsiteY502" fmla="*/ 26823 h 942700"/>
              <a:gd name="connsiteX503" fmla="*/ 967867 w 1922270"/>
              <a:gd name="connsiteY503" fmla="*/ 25719 h 942700"/>
              <a:gd name="connsiteX504" fmla="*/ 969795 w 1922270"/>
              <a:gd name="connsiteY504" fmla="*/ 24637 h 942700"/>
              <a:gd name="connsiteX505" fmla="*/ 971714 w 1922270"/>
              <a:gd name="connsiteY505" fmla="*/ 23578 h 942700"/>
              <a:gd name="connsiteX506" fmla="*/ 973642 w 1922270"/>
              <a:gd name="connsiteY506" fmla="*/ 22541 h 942700"/>
              <a:gd name="connsiteX507" fmla="*/ 975570 w 1922270"/>
              <a:gd name="connsiteY507" fmla="*/ 21528 h 942700"/>
              <a:gd name="connsiteX508" fmla="*/ 977488 w 1922270"/>
              <a:gd name="connsiteY508" fmla="*/ 20536 h 942700"/>
              <a:gd name="connsiteX509" fmla="*/ 979416 w 1922270"/>
              <a:gd name="connsiteY509" fmla="*/ 19567 h 942700"/>
              <a:gd name="connsiteX510" fmla="*/ 981344 w 1922270"/>
              <a:gd name="connsiteY510" fmla="*/ 18621 h 942700"/>
              <a:gd name="connsiteX511" fmla="*/ 983262 w 1922270"/>
              <a:gd name="connsiteY511" fmla="*/ 17696 h 942700"/>
              <a:gd name="connsiteX512" fmla="*/ 985190 w 1922270"/>
              <a:gd name="connsiteY512" fmla="*/ 16796 h 942700"/>
              <a:gd name="connsiteX513" fmla="*/ 987108 w 1922270"/>
              <a:gd name="connsiteY513" fmla="*/ 15918 h 942700"/>
              <a:gd name="connsiteX514" fmla="*/ 989036 w 1922270"/>
              <a:gd name="connsiteY514" fmla="*/ 15064 h 942700"/>
              <a:gd name="connsiteX515" fmla="*/ 990964 w 1922270"/>
              <a:gd name="connsiteY515" fmla="*/ 14232 h 942700"/>
              <a:gd name="connsiteX516" fmla="*/ 992882 w 1922270"/>
              <a:gd name="connsiteY516" fmla="*/ 13423 h 942700"/>
              <a:gd name="connsiteX517" fmla="*/ 994810 w 1922270"/>
              <a:gd name="connsiteY517" fmla="*/ 12638 h 942700"/>
              <a:gd name="connsiteX518" fmla="*/ 996728 w 1922270"/>
              <a:gd name="connsiteY518" fmla="*/ 11875 h 942700"/>
              <a:gd name="connsiteX519" fmla="*/ 998657 w 1922270"/>
              <a:gd name="connsiteY519" fmla="*/ 11136 h 942700"/>
              <a:gd name="connsiteX520" fmla="*/ 1000585 w 1922270"/>
              <a:gd name="connsiteY520" fmla="*/ 10420 h 942700"/>
              <a:gd name="connsiteX521" fmla="*/ 1002503 w 1922270"/>
              <a:gd name="connsiteY521" fmla="*/ 9729 h 942700"/>
              <a:gd name="connsiteX522" fmla="*/ 1004431 w 1922270"/>
              <a:gd name="connsiteY522" fmla="*/ 9060 h 942700"/>
              <a:gd name="connsiteX523" fmla="*/ 1006359 w 1922270"/>
              <a:gd name="connsiteY523" fmla="*/ 8414 h 942700"/>
              <a:gd name="connsiteX524" fmla="*/ 1008277 w 1922270"/>
              <a:gd name="connsiteY524" fmla="*/ 7793 h 942700"/>
              <a:gd name="connsiteX525" fmla="*/ 1010205 w 1922270"/>
              <a:gd name="connsiteY525" fmla="*/ 7194 h 942700"/>
              <a:gd name="connsiteX526" fmla="*/ 1012123 w 1922270"/>
              <a:gd name="connsiteY526" fmla="*/ 6619 h 942700"/>
              <a:gd name="connsiteX527" fmla="*/ 1014051 w 1922270"/>
              <a:gd name="connsiteY527" fmla="*/ 6068 h 942700"/>
              <a:gd name="connsiteX528" fmla="*/ 1015979 w 1922270"/>
              <a:gd name="connsiteY528" fmla="*/ 5542 h 942700"/>
              <a:gd name="connsiteX529" fmla="*/ 1017897 w 1922270"/>
              <a:gd name="connsiteY529" fmla="*/ 5038 h 942700"/>
              <a:gd name="connsiteX530" fmla="*/ 1019825 w 1922270"/>
              <a:gd name="connsiteY530" fmla="*/ 4558 h 942700"/>
              <a:gd name="connsiteX531" fmla="*/ 1021743 w 1922270"/>
              <a:gd name="connsiteY531" fmla="*/ 4103 h 942700"/>
              <a:gd name="connsiteX532" fmla="*/ 1023671 w 1922270"/>
              <a:gd name="connsiteY532" fmla="*/ 3670 h 942700"/>
              <a:gd name="connsiteX533" fmla="*/ 1025599 w 1922270"/>
              <a:gd name="connsiteY533" fmla="*/ 3262 h 942700"/>
              <a:gd name="connsiteX534" fmla="*/ 1027518 w 1922270"/>
              <a:gd name="connsiteY534" fmla="*/ 2878 h 942700"/>
              <a:gd name="connsiteX535" fmla="*/ 1029446 w 1922270"/>
              <a:gd name="connsiteY535" fmla="*/ 2517 h 942700"/>
              <a:gd name="connsiteX536" fmla="*/ 1031364 w 1922270"/>
              <a:gd name="connsiteY536" fmla="*/ 2181 h 942700"/>
              <a:gd name="connsiteX537" fmla="*/ 1033292 w 1922270"/>
              <a:gd name="connsiteY537" fmla="*/ 1869 h 942700"/>
              <a:gd name="connsiteX538" fmla="*/ 1035220 w 1922270"/>
              <a:gd name="connsiteY538" fmla="*/ 1580 h 942700"/>
              <a:gd name="connsiteX539" fmla="*/ 1037138 w 1922270"/>
              <a:gd name="connsiteY539" fmla="*/ 1317 h 942700"/>
              <a:gd name="connsiteX540" fmla="*/ 1039066 w 1922270"/>
              <a:gd name="connsiteY540" fmla="*/ 1076 h 942700"/>
              <a:gd name="connsiteX541" fmla="*/ 1040994 w 1922270"/>
              <a:gd name="connsiteY541" fmla="*/ 861 h 942700"/>
              <a:gd name="connsiteX542" fmla="*/ 1042912 w 1922270"/>
              <a:gd name="connsiteY542" fmla="*/ 668 h 942700"/>
              <a:gd name="connsiteX543" fmla="*/ 1044840 w 1922270"/>
              <a:gd name="connsiteY543" fmla="*/ 501 h 942700"/>
              <a:gd name="connsiteX544" fmla="*/ 1046758 w 1922270"/>
              <a:gd name="connsiteY544" fmla="*/ 357 h 942700"/>
              <a:gd name="connsiteX545" fmla="*/ 1048686 w 1922270"/>
              <a:gd name="connsiteY545" fmla="*/ 238 h 942700"/>
              <a:gd name="connsiteX546" fmla="*/ 1050614 w 1922270"/>
              <a:gd name="connsiteY546" fmla="*/ 142 h 942700"/>
              <a:gd name="connsiteX547" fmla="*/ 1052532 w 1922270"/>
              <a:gd name="connsiteY547" fmla="*/ 71 h 942700"/>
              <a:gd name="connsiteX548" fmla="*/ 1054461 w 1922270"/>
              <a:gd name="connsiteY548" fmla="*/ 23 h 942700"/>
              <a:gd name="connsiteX549" fmla="*/ 1056379 w 1922270"/>
              <a:gd name="connsiteY549" fmla="*/ 0 h 942700"/>
              <a:gd name="connsiteX550" fmla="*/ 1058307 w 1922270"/>
              <a:gd name="connsiteY550" fmla="*/ 2 h 942700"/>
              <a:gd name="connsiteX551" fmla="*/ 1060235 w 1922270"/>
              <a:gd name="connsiteY551" fmla="*/ 27 h 942700"/>
              <a:gd name="connsiteX552" fmla="*/ 1062153 w 1922270"/>
              <a:gd name="connsiteY552" fmla="*/ 77 h 942700"/>
              <a:gd name="connsiteX553" fmla="*/ 1064081 w 1922270"/>
              <a:gd name="connsiteY553" fmla="*/ 150 h 942700"/>
              <a:gd name="connsiteX554" fmla="*/ 1065999 w 1922270"/>
              <a:gd name="connsiteY554" fmla="*/ 248 h 942700"/>
              <a:gd name="connsiteX555" fmla="*/ 1067927 w 1922270"/>
              <a:gd name="connsiteY555" fmla="*/ 370 h 942700"/>
              <a:gd name="connsiteX556" fmla="*/ 1069855 w 1922270"/>
              <a:gd name="connsiteY556" fmla="*/ 516 h 942700"/>
              <a:gd name="connsiteX557" fmla="*/ 1071773 w 1922270"/>
              <a:gd name="connsiteY557" fmla="*/ 687 h 942700"/>
              <a:gd name="connsiteX558" fmla="*/ 1073701 w 1922270"/>
              <a:gd name="connsiteY558" fmla="*/ 881 h 942700"/>
              <a:gd name="connsiteX559" fmla="*/ 1075629 w 1922270"/>
              <a:gd name="connsiteY559" fmla="*/ 1099 h 942700"/>
              <a:gd name="connsiteX560" fmla="*/ 1077547 w 1922270"/>
              <a:gd name="connsiteY560" fmla="*/ 1342 h 942700"/>
              <a:gd name="connsiteX561" fmla="*/ 1079475 w 1922270"/>
              <a:gd name="connsiteY561" fmla="*/ 1608 h 942700"/>
              <a:gd name="connsiteX562" fmla="*/ 1081394 w 1922270"/>
              <a:gd name="connsiteY562" fmla="*/ 1899 h 942700"/>
              <a:gd name="connsiteX563" fmla="*/ 1083322 w 1922270"/>
              <a:gd name="connsiteY563" fmla="*/ 2214 h 942700"/>
              <a:gd name="connsiteX564" fmla="*/ 1085250 w 1922270"/>
              <a:gd name="connsiteY564" fmla="*/ 2552 h 942700"/>
              <a:gd name="connsiteX565" fmla="*/ 1087168 w 1922270"/>
              <a:gd name="connsiteY565" fmla="*/ 2915 h 942700"/>
              <a:gd name="connsiteX566" fmla="*/ 1089096 w 1922270"/>
              <a:gd name="connsiteY566" fmla="*/ 3302 h 942700"/>
              <a:gd name="connsiteX567" fmla="*/ 1091014 w 1922270"/>
              <a:gd name="connsiteY567" fmla="*/ 3712 h 942700"/>
              <a:gd name="connsiteX568" fmla="*/ 1092942 w 1922270"/>
              <a:gd name="connsiteY568" fmla="*/ 4146 h 942700"/>
              <a:gd name="connsiteX569" fmla="*/ 1094870 w 1922270"/>
              <a:gd name="connsiteY569" fmla="*/ 4604 h 942700"/>
              <a:gd name="connsiteX570" fmla="*/ 1096788 w 1922270"/>
              <a:gd name="connsiteY570" fmla="*/ 5087 h 942700"/>
              <a:gd name="connsiteX571" fmla="*/ 1098716 w 1922270"/>
              <a:gd name="connsiteY571" fmla="*/ 5593 h 942700"/>
              <a:gd name="connsiteX572" fmla="*/ 1100644 w 1922270"/>
              <a:gd name="connsiteY572" fmla="*/ 6122 h 942700"/>
              <a:gd name="connsiteX573" fmla="*/ 1102562 w 1922270"/>
              <a:gd name="connsiteY573" fmla="*/ 6676 h 942700"/>
              <a:gd name="connsiteX574" fmla="*/ 1104490 w 1922270"/>
              <a:gd name="connsiteY574" fmla="*/ 7253 h 942700"/>
              <a:gd name="connsiteX575" fmla="*/ 1106409 w 1922270"/>
              <a:gd name="connsiteY575" fmla="*/ 7853 h 942700"/>
              <a:gd name="connsiteX576" fmla="*/ 1108337 w 1922270"/>
              <a:gd name="connsiteY576" fmla="*/ 8477 h 942700"/>
              <a:gd name="connsiteX577" fmla="*/ 1110265 w 1922270"/>
              <a:gd name="connsiteY577" fmla="*/ 9125 h 942700"/>
              <a:gd name="connsiteX578" fmla="*/ 1112183 w 1922270"/>
              <a:gd name="connsiteY578" fmla="*/ 9796 h 942700"/>
              <a:gd name="connsiteX579" fmla="*/ 1114111 w 1922270"/>
              <a:gd name="connsiteY579" fmla="*/ 10491 h 942700"/>
              <a:gd name="connsiteX580" fmla="*/ 1116029 w 1922270"/>
              <a:gd name="connsiteY580" fmla="*/ 11210 h 942700"/>
              <a:gd name="connsiteX581" fmla="*/ 1117957 w 1922270"/>
              <a:gd name="connsiteY581" fmla="*/ 11951 h 942700"/>
              <a:gd name="connsiteX582" fmla="*/ 1119885 w 1922270"/>
              <a:gd name="connsiteY582" fmla="*/ 12715 h 942700"/>
              <a:gd name="connsiteX583" fmla="*/ 1121803 w 1922270"/>
              <a:gd name="connsiteY583" fmla="*/ 13503 h 942700"/>
              <a:gd name="connsiteX584" fmla="*/ 1123731 w 1922270"/>
              <a:gd name="connsiteY584" fmla="*/ 14314 h 942700"/>
              <a:gd name="connsiteX585" fmla="*/ 1125649 w 1922270"/>
              <a:gd name="connsiteY585" fmla="*/ 15148 h 942700"/>
              <a:gd name="connsiteX586" fmla="*/ 1127577 w 1922270"/>
              <a:gd name="connsiteY586" fmla="*/ 16005 h 942700"/>
              <a:gd name="connsiteX587" fmla="*/ 1129505 w 1922270"/>
              <a:gd name="connsiteY587" fmla="*/ 16885 h 942700"/>
              <a:gd name="connsiteX588" fmla="*/ 1131423 w 1922270"/>
              <a:gd name="connsiteY588" fmla="*/ 17788 h 942700"/>
              <a:gd name="connsiteX589" fmla="*/ 1133351 w 1922270"/>
              <a:gd name="connsiteY589" fmla="*/ 18714 h 942700"/>
              <a:gd name="connsiteX590" fmla="*/ 1135279 w 1922270"/>
              <a:gd name="connsiteY590" fmla="*/ 19662 h 942700"/>
              <a:gd name="connsiteX591" fmla="*/ 1137198 w 1922270"/>
              <a:gd name="connsiteY591" fmla="*/ 20634 h 942700"/>
              <a:gd name="connsiteX592" fmla="*/ 1139126 w 1922270"/>
              <a:gd name="connsiteY592" fmla="*/ 21628 h 942700"/>
              <a:gd name="connsiteX593" fmla="*/ 1141044 w 1922270"/>
              <a:gd name="connsiteY593" fmla="*/ 22644 h 942700"/>
              <a:gd name="connsiteX594" fmla="*/ 1142972 w 1922270"/>
              <a:gd name="connsiteY594" fmla="*/ 23683 h 942700"/>
              <a:gd name="connsiteX595" fmla="*/ 1144900 w 1922270"/>
              <a:gd name="connsiteY595" fmla="*/ 24745 h 942700"/>
              <a:gd name="connsiteX596" fmla="*/ 1146818 w 1922270"/>
              <a:gd name="connsiteY596" fmla="*/ 25828 h 942700"/>
              <a:gd name="connsiteX597" fmla="*/ 1148746 w 1922270"/>
              <a:gd name="connsiteY597" fmla="*/ 26934 h 942700"/>
              <a:gd name="connsiteX598" fmla="*/ 1150664 w 1922270"/>
              <a:gd name="connsiteY598" fmla="*/ 28062 h 942700"/>
              <a:gd name="connsiteX599" fmla="*/ 1152592 w 1922270"/>
              <a:gd name="connsiteY599" fmla="*/ 29212 h 942700"/>
              <a:gd name="connsiteX600" fmla="*/ 1154520 w 1922270"/>
              <a:gd name="connsiteY600" fmla="*/ 30385 h 942700"/>
              <a:gd name="connsiteX601" fmla="*/ 1156438 w 1922270"/>
              <a:gd name="connsiteY601" fmla="*/ 31578 h 942700"/>
              <a:gd name="connsiteX602" fmla="*/ 1158366 w 1922270"/>
              <a:gd name="connsiteY602" fmla="*/ 32794 h 942700"/>
              <a:gd name="connsiteX603" fmla="*/ 1160284 w 1922270"/>
              <a:gd name="connsiteY603" fmla="*/ 34032 h 942700"/>
              <a:gd name="connsiteX604" fmla="*/ 1162212 w 1922270"/>
              <a:gd name="connsiteY604" fmla="*/ 35291 h 942700"/>
              <a:gd name="connsiteX605" fmla="*/ 1164141 w 1922270"/>
              <a:gd name="connsiteY605" fmla="*/ 36571 h 942700"/>
              <a:gd name="connsiteX606" fmla="*/ 1166059 w 1922270"/>
              <a:gd name="connsiteY606" fmla="*/ 37874 h 942700"/>
              <a:gd name="connsiteX607" fmla="*/ 1167987 w 1922270"/>
              <a:gd name="connsiteY607" fmla="*/ 39197 h 942700"/>
              <a:gd name="connsiteX608" fmla="*/ 1169915 w 1922270"/>
              <a:gd name="connsiteY608" fmla="*/ 40543 h 942700"/>
              <a:gd name="connsiteX609" fmla="*/ 1171833 w 1922270"/>
              <a:gd name="connsiteY609" fmla="*/ 41908 h 942700"/>
              <a:gd name="connsiteX610" fmla="*/ 1173761 w 1922270"/>
              <a:gd name="connsiteY610" fmla="*/ 43296 h 942700"/>
              <a:gd name="connsiteX611" fmla="*/ 1175679 w 1922270"/>
              <a:gd name="connsiteY611" fmla="*/ 44703 h 942700"/>
              <a:gd name="connsiteX612" fmla="*/ 1177607 w 1922270"/>
              <a:gd name="connsiteY612" fmla="*/ 46132 h 942700"/>
              <a:gd name="connsiteX613" fmla="*/ 1179535 w 1922270"/>
              <a:gd name="connsiteY613" fmla="*/ 47582 h 942700"/>
              <a:gd name="connsiteX614" fmla="*/ 1181453 w 1922270"/>
              <a:gd name="connsiteY614" fmla="*/ 49052 h 942700"/>
              <a:gd name="connsiteX615" fmla="*/ 1183381 w 1922270"/>
              <a:gd name="connsiteY615" fmla="*/ 50543 h 942700"/>
              <a:gd name="connsiteX616" fmla="*/ 1185299 w 1922270"/>
              <a:gd name="connsiteY616" fmla="*/ 52054 h 942700"/>
              <a:gd name="connsiteX617" fmla="*/ 1187227 w 1922270"/>
              <a:gd name="connsiteY617" fmla="*/ 53586 h 942700"/>
              <a:gd name="connsiteX618" fmla="*/ 1189155 w 1922270"/>
              <a:gd name="connsiteY618" fmla="*/ 55137 h 942700"/>
              <a:gd name="connsiteX619" fmla="*/ 1191074 w 1922270"/>
              <a:gd name="connsiteY619" fmla="*/ 56709 h 942700"/>
              <a:gd name="connsiteX620" fmla="*/ 1193002 w 1922270"/>
              <a:gd name="connsiteY620" fmla="*/ 58302 h 942700"/>
              <a:gd name="connsiteX621" fmla="*/ 1194930 w 1922270"/>
              <a:gd name="connsiteY621" fmla="*/ 59914 h 942700"/>
              <a:gd name="connsiteX622" fmla="*/ 1196848 w 1922270"/>
              <a:gd name="connsiteY622" fmla="*/ 61544 h 942700"/>
              <a:gd name="connsiteX623" fmla="*/ 1198776 w 1922270"/>
              <a:gd name="connsiteY623" fmla="*/ 63196 h 942700"/>
              <a:gd name="connsiteX624" fmla="*/ 1200694 w 1922270"/>
              <a:gd name="connsiteY624" fmla="*/ 64867 h 942700"/>
              <a:gd name="connsiteX625" fmla="*/ 1202622 w 1922270"/>
              <a:gd name="connsiteY625" fmla="*/ 66556 h 942700"/>
              <a:gd name="connsiteX626" fmla="*/ 1204550 w 1922270"/>
              <a:gd name="connsiteY626" fmla="*/ 68266 h 942700"/>
              <a:gd name="connsiteX627" fmla="*/ 1206468 w 1922270"/>
              <a:gd name="connsiteY627" fmla="*/ 69994 h 942700"/>
              <a:gd name="connsiteX628" fmla="*/ 1208396 w 1922270"/>
              <a:gd name="connsiteY628" fmla="*/ 71742 h 942700"/>
              <a:gd name="connsiteX629" fmla="*/ 1210314 w 1922270"/>
              <a:gd name="connsiteY629" fmla="*/ 73508 h 942700"/>
              <a:gd name="connsiteX630" fmla="*/ 1212242 w 1922270"/>
              <a:gd name="connsiteY630" fmla="*/ 75293 h 942700"/>
              <a:gd name="connsiteX631" fmla="*/ 1214170 w 1922270"/>
              <a:gd name="connsiteY631" fmla="*/ 77098 h 942700"/>
              <a:gd name="connsiteX632" fmla="*/ 1216089 w 1922270"/>
              <a:gd name="connsiteY632" fmla="*/ 78920 h 942700"/>
              <a:gd name="connsiteX633" fmla="*/ 1218017 w 1922270"/>
              <a:gd name="connsiteY633" fmla="*/ 80761 h 942700"/>
              <a:gd name="connsiteX634" fmla="*/ 1219935 w 1922270"/>
              <a:gd name="connsiteY634" fmla="*/ 82620 h 942700"/>
              <a:gd name="connsiteX635" fmla="*/ 1221863 w 1922270"/>
              <a:gd name="connsiteY635" fmla="*/ 84497 h 942700"/>
              <a:gd name="connsiteX636" fmla="*/ 1223791 w 1922270"/>
              <a:gd name="connsiteY636" fmla="*/ 86392 h 942700"/>
              <a:gd name="connsiteX637" fmla="*/ 1225709 w 1922270"/>
              <a:gd name="connsiteY637" fmla="*/ 88305 h 942700"/>
              <a:gd name="connsiteX638" fmla="*/ 1227637 w 1922270"/>
              <a:gd name="connsiteY638" fmla="*/ 90237 h 942700"/>
              <a:gd name="connsiteX639" fmla="*/ 1229565 w 1922270"/>
              <a:gd name="connsiteY639" fmla="*/ 92184 h 942700"/>
              <a:gd name="connsiteX640" fmla="*/ 1231483 w 1922270"/>
              <a:gd name="connsiteY640" fmla="*/ 94151 h 942700"/>
              <a:gd name="connsiteX641" fmla="*/ 1233411 w 1922270"/>
              <a:gd name="connsiteY641" fmla="*/ 96134 h 942700"/>
              <a:gd name="connsiteX642" fmla="*/ 1235329 w 1922270"/>
              <a:gd name="connsiteY642" fmla="*/ 98135 h 942700"/>
              <a:gd name="connsiteX643" fmla="*/ 1237257 w 1922270"/>
              <a:gd name="connsiteY643" fmla="*/ 100152 h 942700"/>
              <a:gd name="connsiteX644" fmla="*/ 1239185 w 1922270"/>
              <a:gd name="connsiteY644" fmla="*/ 102186 h 942700"/>
              <a:gd name="connsiteX645" fmla="*/ 1241103 w 1922270"/>
              <a:gd name="connsiteY645" fmla="*/ 104238 h 942700"/>
              <a:gd name="connsiteX646" fmla="*/ 1243031 w 1922270"/>
              <a:gd name="connsiteY646" fmla="*/ 106306 h 942700"/>
              <a:gd name="connsiteX647" fmla="*/ 1244950 w 1922270"/>
              <a:gd name="connsiteY647" fmla="*/ 108390 h 942700"/>
              <a:gd name="connsiteX648" fmla="*/ 1246878 w 1922270"/>
              <a:gd name="connsiteY648" fmla="*/ 110490 h 942700"/>
              <a:gd name="connsiteX649" fmla="*/ 1248806 w 1922270"/>
              <a:gd name="connsiteY649" fmla="*/ 112607 h 942700"/>
              <a:gd name="connsiteX650" fmla="*/ 1250724 w 1922270"/>
              <a:gd name="connsiteY650" fmla="*/ 114740 h 942700"/>
              <a:gd name="connsiteX651" fmla="*/ 1252652 w 1922270"/>
              <a:gd name="connsiteY651" fmla="*/ 116889 h 942700"/>
              <a:gd name="connsiteX652" fmla="*/ 1254580 w 1922270"/>
              <a:gd name="connsiteY652" fmla="*/ 119053 h 942700"/>
              <a:gd name="connsiteX653" fmla="*/ 1256498 w 1922270"/>
              <a:gd name="connsiteY653" fmla="*/ 121233 h 942700"/>
              <a:gd name="connsiteX654" fmla="*/ 1258426 w 1922270"/>
              <a:gd name="connsiteY654" fmla="*/ 123429 h 942700"/>
              <a:gd name="connsiteX655" fmla="*/ 1260344 w 1922270"/>
              <a:gd name="connsiteY655" fmla="*/ 125640 h 942700"/>
              <a:gd name="connsiteX656" fmla="*/ 1262272 w 1922270"/>
              <a:gd name="connsiteY656" fmla="*/ 127866 h 942700"/>
              <a:gd name="connsiteX657" fmla="*/ 1264200 w 1922270"/>
              <a:gd name="connsiteY657" fmla="*/ 130107 h 942700"/>
              <a:gd name="connsiteX658" fmla="*/ 1266118 w 1922270"/>
              <a:gd name="connsiteY658" fmla="*/ 132362 h 942700"/>
              <a:gd name="connsiteX659" fmla="*/ 1268046 w 1922270"/>
              <a:gd name="connsiteY659" fmla="*/ 134633 h 942700"/>
              <a:gd name="connsiteX660" fmla="*/ 1269964 w 1922270"/>
              <a:gd name="connsiteY660" fmla="*/ 136918 h 942700"/>
              <a:gd name="connsiteX661" fmla="*/ 1271892 w 1922270"/>
              <a:gd name="connsiteY661" fmla="*/ 139218 h 942700"/>
              <a:gd name="connsiteX662" fmla="*/ 1273821 w 1922270"/>
              <a:gd name="connsiteY662" fmla="*/ 141531 h 942700"/>
              <a:gd name="connsiteX663" fmla="*/ 1275739 w 1922270"/>
              <a:gd name="connsiteY663" fmla="*/ 143859 h 942700"/>
              <a:gd name="connsiteX664" fmla="*/ 1277667 w 1922270"/>
              <a:gd name="connsiteY664" fmla="*/ 146202 h 942700"/>
              <a:gd name="connsiteX665" fmla="*/ 1279585 w 1922270"/>
              <a:gd name="connsiteY665" fmla="*/ 148557 h 942700"/>
              <a:gd name="connsiteX666" fmla="*/ 1281513 w 1922270"/>
              <a:gd name="connsiteY666" fmla="*/ 150926 h 942700"/>
              <a:gd name="connsiteX667" fmla="*/ 1283441 w 1922270"/>
              <a:gd name="connsiteY667" fmla="*/ 153308 h 942700"/>
              <a:gd name="connsiteX668" fmla="*/ 1285359 w 1922270"/>
              <a:gd name="connsiteY668" fmla="*/ 155705 h 942700"/>
              <a:gd name="connsiteX669" fmla="*/ 1287287 w 1922270"/>
              <a:gd name="connsiteY669" fmla="*/ 158113 h 942700"/>
              <a:gd name="connsiteX670" fmla="*/ 1289215 w 1922270"/>
              <a:gd name="connsiteY670" fmla="*/ 160535 h 942700"/>
              <a:gd name="connsiteX671" fmla="*/ 1291133 w 1922270"/>
              <a:gd name="connsiteY671" fmla="*/ 162970 h 942700"/>
              <a:gd name="connsiteX672" fmla="*/ 1293061 w 1922270"/>
              <a:gd name="connsiteY672" fmla="*/ 165417 h 942700"/>
              <a:gd name="connsiteX673" fmla="*/ 1294979 w 1922270"/>
              <a:gd name="connsiteY673" fmla="*/ 167877 h 942700"/>
              <a:gd name="connsiteX674" fmla="*/ 1296907 w 1922270"/>
              <a:gd name="connsiteY674" fmla="*/ 170349 h 942700"/>
              <a:gd name="connsiteX675" fmla="*/ 1298836 w 1922270"/>
              <a:gd name="connsiteY675" fmla="*/ 172833 h 942700"/>
              <a:gd name="connsiteX676" fmla="*/ 1300754 w 1922270"/>
              <a:gd name="connsiteY676" fmla="*/ 175330 h 942700"/>
              <a:gd name="connsiteX677" fmla="*/ 1302682 w 1922270"/>
              <a:gd name="connsiteY677" fmla="*/ 177838 h 942700"/>
              <a:gd name="connsiteX678" fmla="*/ 1304600 w 1922270"/>
              <a:gd name="connsiteY678" fmla="*/ 180358 h 942700"/>
              <a:gd name="connsiteX679" fmla="*/ 1306528 w 1922270"/>
              <a:gd name="connsiteY679" fmla="*/ 182890 h 942700"/>
              <a:gd name="connsiteX680" fmla="*/ 1308456 w 1922270"/>
              <a:gd name="connsiteY680" fmla="*/ 185432 h 942700"/>
              <a:gd name="connsiteX681" fmla="*/ 1310374 w 1922270"/>
              <a:gd name="connsiteY681" fmla="*/ 187986 h 942700"/>
              <a:gd name="connsiteX682" fmla="*/ 1312302 w 1922270"/>
              <a:gd name="connsiteY682" fmla="*/ 190552 h 942700"/>
              <a:gd name="connsiteX683" fmla="*/ 1314220 w 1922270"/>
              <a:gd name="connsiteY683" fmla="*/ 193128 h 942700"/>
              <a:gd name="connsiteX684" fmla="*/ 1316148 w 1922270"/>
              <a:gd name="connsiteY684" fmla="*/ 195714 h 942700"/>
              <a:gd name="connsiteX685" fmla="*/ 1318076 w 1922270"/>
              <a:gd name="connsiteY685" fmla="*/ 198310 h 942700"/>
              <a:gd name="connsiteX686" fmla="*/ 1319994 w 1922270"/>
              <a:gd name="connsiteY686" fmla="*/ 200918 h 942700"/>
              <a:gd name="connsiteX687" fmla="*/ 1321922 w 1922270"/>
              <a:gd name="connsiteY687" fmla="*/ 203536 h 942700"/>
              <a:gd name="connsiteX688" fmla="*/ 1323850 w 1922270"/>
              <a:gd name="connsiteY688" fmla="*/ 206164 h 942700"/>
              <a:gd name="connsiteX689" fmla="*/ 1325769 w 1922270"/>
              <a:gd name="connsiteY689" fmla="*/ 208800 h 942700"/>
              <a:gd name="connsiteX690" fmla="*/ 1327696 w 1922270"/>
              <a:gd name="connsiteY690" fmla="*/ 211448 h 942700"/>
              <a:gd name="connsiteX691" fmla="*/ 1329615 w 1922270"/>
              <a:gd name="connsiteY691" fmla="*/ 214105 h 942700"/>
              <a:gd name="connsiteX692" fmla="*/ 1331543 w 1922270"/>
              <a:gd name="connsiteY692" fmla="*/ 216771 h 942700"/>
              <a:gd name="connsiteX693" fmla="*/ 1333471 w 1922270"/>
              <a:gd name="connsiteY693" fmla="*/ 219446 h 942700"/>
              <a:gd name="connsiteX694" fmla="*/ 1335389 w 1922270"/>
              <a:gd name="connsiteY694" fmla="*/ 222131 h 942700"/>
              <a:gd name="connsiteX695" fmla="*/ 1337317 w 1922270"/>
              <a:gd name="connsiteY695" fmla="*/ 224824 h 942700"/>
              <a:gd name="connsiteX696" fmla="*/ 1339235 w 1922270"/>
              <a:gd name="connsiteY696" fmla="*/ 227525 h 942700"/>
              <a:gd name="connsiteX697" fmla="*/ 1341163 w 1922270"/>
              <a:gd name="connsiteY697" fmla="*/ 230237 h 942700"/>
              <a:gd name="connsiteX698" fmla="*/ 1343091 w 1922270"/>
              <a:gd name="connsiteY698" fmla="*/ 232955 h 942700"/>
              <a:gd name="connsiteX699" fmla="*/ 1345009 w 1922270"/>
              <a:gd name="connsiteY699" fmla="*/ 235682 h 942700"/>
              <a:gd name="connsiteX700" fmla="*/ 1346937 w 1922270"/>
              <a:gd name="connsiteY700" fmla="*/ 238417 h 942700"/>
              <a:gd name="connsiteX701" fmla="*/ 1348865 w 1922270"/>
              <a:gd name="connsiteY701" fmla="*/ 241160 h 942700"/>
              <a:gd name="connsiteX702" fmla="*/ 1350783 w 1922270"/>
              <a:gd name="connsiteY702" fmla="*/ 243911 h 942700"/>
              <a:gd name="connsiteX703" fmla="*/ 1352711 w 1922270"/>
              <a:gd name="connsiteY703" fmla="*/ 246669 h 942700"/>
              <a:gd name="connsiteX704" fmla="*/ 1354629 w 1922270"/>
              <a:gd name="connsiteY704" fmla="*/ 249434 h 942700"/>
              <a:gd name="connsiteX705" fmla="*/ 1356558 w 1922270"/>
              <a:gd name="connsiteY705" fmla="*/ 252206 h 942700"/>
              <a:gd name="connsiteX706" fmla="*/ 1358486 w 1922270"/>
              <a:gd name="connsiteY706" fmla="*/ 254986 h 942700"/>
              <a:gd name="connsiteX707" fmla="*/ 1360404 w 1922270"/>
              <a:gd name="connsiteY707" fmla="*/ 257773 h 942700"/>
              <a:gd name="connsiteX708" fmla="*/ 1362332 w 1922270"/>
              <a:gd name="connsiteY708" fmla="*/ 260567 h 942700"/>
              <a:gd name="connsiteX709" fmla="*/ 1364250 w 1922270"/>
              <a:gd name="connsiteY709" fmla="*/ 263366 h 942700"/>
              <a:gd name="connsiteX710" fmla="*/ 1366178 w 1922270"/>
              <a:gd name="connsiteY710" fmla="*/ 266172 h 942700"/>
              <a:gd name="connsiteX711" fmla="*/ 1368106 w 1922270"/>
              <a:gd name="connsiteY711" fmla="*/ 268984 h 942700"/>
              <a:gd name="connsiteX712" fmla="*/ 1370024 w 1922270"/>
              <a:gd name="connsiteY712" fmla="*/ 271803 h 942700"/>
              <a:gd name="connsiteX713" fmla="*/ 1371952 w 1922270"/>
              <a:gd name="connsiteY713" fmla="*/ 274627 h 942700"/>
              <a:gd name="connsiteX714" fmla="*/ 1373870 w 1922270"/>
              <a:gd name="connsiteY714" fmla="*/ 277457 h 942700"/>
              <a:gd name="connsiteX715" fmla="*/ 1375798 w 1922270"/>
              <a:gd name="connsiteY715" fmla="*/ 280292 h 942700"/>
              <a:gd name="connsiteX716" fmla="*/ 1377726 w 1922270"/>
              <a:gd name="connsiteY716" fmla="*/ 283134 h 942700"/>
              <a:gd name="connsiteX717" fmla="*/ 1379644 w 1922270"/>
              <a:gd name="connsiteY717" fmla="*/ 285979 h 942700"/>
              <a:gd name="connsiteX718" fmla="*/ 1381573 w 1922270"/>
              <a:gd name="connsiteY718" fmla="*/ 288830 h 942700"/>
              <a:gd name="connsiteX719" fmla="*/ 1383501 w 1922270"/>
              <a:gd name="connsiteY719" fmla="*/ 291687 h 942700"/>
              <a:gd name="connsiteX720" fmla="*/ 1385419 w 1922270"/>
              <a:gd name="connsiteY720" fmla="*/ 294547 h 942700"/>
              <a:gd name="connsiteX721" fmla="*/ 1387347 w 1922270"/>
              <a:gd name="connsiteY721" fmla="*/ 297413 h 942700"/>
              <a:gd name="connsiteX722" fmla="*/ 1389265 w 1922270"/>
              <a:gd name="connsiteY722" fmla="*/ 300282 h 942700"/>
              <a:gd name="connsiteX723" fmla="*/ 1391193 w 1922270"/>
              <a:gd name="connsiteY723" fmla="*/ 303156 h 942700"/>
              <a:gd name="connsiteX724" fmla="*/ 1393121 w 1922270"/>
              <a:gd name="connsiteY724" fmla="*/ 306035 h 942700"/>
              <a:gd name="connsiteX725" fmla="*/ 1395039 w 1922270"/>
              <a:gd name="connsiteY725" fmla="*/ 308916 h 942700"/>
              <a:gd name="connsiteX726" fmla="*/ 1396967 w 1922270"/>
              <a:gd name="connsiteY726" fmla="*/ 311802 h 942700"/>
              <a:gd name="connsiteX727" fmla="*/ 1398885 w 1922270"/>
              <a:gd name="connsiteY727" fmla="*/ 314691 h 942700"/>
              <a:gd name="connsiteX728" fmla="*/ 1400813 w 1922270"/>
              <a:gd name="connsiteY728" fmla="*/ 317583 h 942700"/>
              <a:gd name="connsiteX729" fmla="*/ 1402741 w 1922270"/>
              <a:gd name="connsiteY729" fmla="*/ 320479 h 942700"/>
              <a:gd name="connsiteX730" fmla="*/ 1404659 w 1922270"/>
              <a:gd name="connsiteY730" fmla="*/ 323378 h 942700"/>
              <a:gd name="connsiteX731" fmla="*/ 1406587 w 1922270"/>
              <a:gd name="connsiteY731" fmla="*/ 326280 h 942700"/>
              <a:gd name="connsiteX732" fmla="*/ 1408515 w 1922270"/>
              <a:gd name="connsiteY732" fmla="*/ 329185 h 942700"/>
              <a:gd name="connsiteX733" fmla="*/ 1410434 w 1922270"/>
              <a:gd name="connsiteY733" fmla="*/ 332092 h 942700"/>
              <a:gd name="connsiteX734" fmla="*/ 1412362 w 1922270"/>
              <a:gd name="connsiteY734" fmla="*/ 335002 h 942700"/>
              <a:gd name="connsiteX735" fmla="*/ 1414280 w 1922270"/>
              <a:gd name="connsiteY735" fmla="*/ 337914 h 942700"/>
              <a:gd name="connsiteX736" fmla="*/ 1416208 w 1922270"/>
              <a:gd name="connsiteY736" fmla="*/ 340829 h 942700"/>
              <a:gd name="connsiteX737" fmla="*/ 1418136 w 1922270"/>
              <a:gd name="connsiteY737" fmla="*/ 343745 h 942700"/>
              <a:gd name="connsiteX738" fmla="*/ 1420054 w 1922270"/>
              <a:gd name="connsiteY738" fmla="*/ 346664 h 942700"/>
              <a:gd name="connsiteX739" fmla="*/ 1421982 w 1922270"/>
              <a:gd name="connsiteY739" fmla="*/ 349584 h 942700"/>
              <a:gd name="connsiteX740" fmla="*/ 1423900 w 1922270"/>
              <a:gd name="connsiteY740" fmla="*/ 352504 h 942700"/>
              <a:gd name="connsiteX741" fmla="*/ 1425828 w 1922270"/>
              <a:gd name="connsiteY741" fmla="*/ 355427 h 942700"/>
              <a:gd name="connsiteX742" fmla="*/ 1427756 w 1922270"/>
              <a:gd name="connsiteY742" fmla="*/ 358351 h 942700"/>
              <a:gd name="connsiteX743" fmla="*/ 1429674 w 1922270"/>
              <a:gd name="connsiteY743" fmla="*/ 361276 h 942700"/>
              <a:gd name="connsiteX744" fmla="*/ 1431602 w 1922270"/>
              <a:gd name="connsiteY744" fmla="*/ 364203 h 942700"/>
              <a:gd name="connsiteX745" fmla="*/ 1433520 w 1922270"/>
              <a:gd name="connsiteY745" fmla="*/ 367130 h 942700"/>
              <a:gd name="connsiteX746" fmla="*/ 1435448 w 1922270"/>
              <a:gd name="connsiteY746" fmla="*/ 370057 h 942700"/>
              <a:gd name="connsiteX747" fmla="*/ 1437376 w 1922270"/>
              <a:gd name="connsiteY747" fmla="*/ 372985 h 942700"/>
              <a:gd name="connsiteX748" fmla="*/ 1439295 w 1922270"/>
              <a:gd name="connsiteY748" fmla="*/ 375913 h 942700"/>
              <a:gd name="connsiteX749" fmla="*/ 1441223 w 1922270"/>
              <a:gd name="connsiteY749" fmla="*/ 378841 h 942700"/>
              <a:gd name="connsiteX750" fmla="*/ 1443151 w 1922270"/>
              <a:gd name="connsiteY750" fmla="*/ 381770 h 942700"/>
              <a:gd name="connsiteX751" fmla="*/ 1445069 w 1922270"/>
              <a:gd name="connsiteY751" fmla="*/ 384698 h 942700"/>
              <a:gd name="connsiteX752" fmla="*/ 1446997 w 1922270"/>
              <a:gd name="connsiteY752" fmla="*/ 387627 h 942700"/>
              <a:gd name="connsiteX753" fmla="*/ 1448915 w 1922270"/>
              <a:gd name="connsiteY753" fmla="*/ 390555 h 942700"/>
              <a:gd name="connsiteX754" fmla="*/ 1450843 w 1922270"/>
              <a:gd name="connsiteY754" fmla="*/ 393481 h 942700"/>
              <a:gd name="connsiteX755" fmla="*/ 1452771 w 1922270"/>
              <a:gd name="connsiteY755" fmla="*/ 396408 h 942700"/>
              <a:gd name="connsiteX756" fmla="*/ 1454689 w 1922270"/>
              <a:gd name="connsiteY756" fmla="*/ 399333 h 942700"/>
              <a:gd name="connsiteX757" fmla="*/ 1456617 w 1922270"/>
              <a:gd name="connsiteY757" fmla="*/ 402258 h 942700"/>
              <a:gd name="connsiteX758" fmla="*/ 1458535 w 1922270"/>
              <a:gd name="connsiteY758" fmla="*/ 405182 h 942700"/>
              <a:gd name="connsiteX759" fmla="*/ 1460463 w 1922270"/>
              <a:gd name="connsiteY759" fmla="*/ 408104 h 942700"/>
              <a:gd name="connsiteX760" fmla="*/ 1462391 w 1922270"/>
              <a:gd name="connsiteY760" fmla="*/ 411025 h 942700"/>
              <a:gd name="connsiteX761" fmla="*/ 1464310 w 1922270"/>
              <a:gd name="connsiteY761" fmla="*/ 413945 h 942700"/>
              <a:gd name="connsiteX762" fmla="*/ 1466238 w 1922270"/>
              <a:gd name="connsiteY762" fmla="*/ 416862 h 942700"/>
              <a:gd name="connsiteX763" fmla="*/ 1468156 w 1922270"/>
              <a:gd name="connsiteY763" fmla="*/ 419778 h 942700"/>
              <a:gd name="connsiteX764" fmla="*/ 1470084 w 1922270"/>
              <a:gd name="connsiteY764" fmla="*/ 422692 h 942700"/>
              <a:gd name="connsiteX765" fmla="*/ 1472012 w 1922270"/>
              <a:gd name="connsiteY765" fmla="*/ 425604 h 942700"/>
              <a:gd name="connsiteX766" fmla="*/ 1473930 w 1922270"/>
              <a:gd name="connsiteY766" fmla="*/ 428513 h 942700"/>
              <a:gd name="connsiteX767" fmla="*/ 1475858 w 1922270"/>
              <a:gd name="connsiteY767" fmla="*/ 431421 h 942700"/>
              <a:gd name="connsiteX768" fmla="*/ 1477786 w 1922270"/>
              <a:gd name="connsiteY768" fmla="*/ 434325 h 942700"/>
              <a:gd name="connsiteX769" fmla="*/ 1479704 w 1922270"/>
              <a:gd name="connsiteY769" fmla="*/ 437228 h 942700"/>
              <a:gd name="connsiteX770" fmla="*/ 1481632 w 1922270"/>
              <a:gd name="connsiteY770" fmla="*/ 440127 h 942700"/>
              <a:gd name="connsiteX771" fmla="*/ 1483550 w 1922270"/>
              <a:gd name="connsiteY771" fmla="*/ 443024 h 942700"/>
              <a:gd name="connsiteX772" fmla="*/ 1485478 w 1922270"/>
              <a:gd name="connsiteY772" fmla="*/ 445917 h 942700"/>
              <a:gd name="connsiteX773" fmla="*/ 1487406 w 1922270"/>
              <a:gd name="connsiteY773" fmla="*/ 448808 h 942700"/>
              <a:gd name="connsiteX774" fmla="*/ 1489324 w 1922270"/>
              <a:gd name="connsiteY774" fmla="*/ 451695 h 942700"/>
              <a:gd name="connsiteX775" fmla="*/ 1491253 w 1922270"/>
              <a:gd name="connsiteY775" fmla="*/ 454580 h 942700"/>
              <a:gd name="connsiteX776" fmla="*/ 1493171 w 1922270"/>
              <a:gd name="connsiteY776" fmla="*/ 457460 h 942700"/>
              <a:gd name="connsiteX777" fmla="*/ 1495099 w 1922270"/>
              <a:gd name="connsiteY777" fmla="*/ 460336 h 942700"/>
              <a:gd name="connsiteX778" fmla="*/ 1497027 w 1922270"/>
              <a:gd name="connsiteY778" fmla="*/ 463209 h 942700"/>
              <a:gd name="connsiteX779" fmla="*/ 1498945 w 1922270"/>
              <a:gd name="connsiteY779" fmla="*/ 466078 h 942700"/>
              <a:gd name="connsiteX780" fmla="*/ 1500873 w 1922270"/>
              <a:gd name="connsiteY780" fmla="*/ 468944 h 942700"/>
              <a:gd name="connsiteX781" fmla="*/ 1502801 w 1922270"/>
              <a:gd name="connsiteY781" fmla="*/ 471805 h 942700"/>
              <a:gd name="connsiteX782" fmla="*/ 1504719 w 1922270"/>
              <a:gd name="connsiteY782" fmla="*/ 474661 h 942700"/>
              <a:gd name="connsiteX783" fmla="*/ 1506647 w 1922270"/>
              <a:gd name="connsiteY783" fmla="*/ 477513 h 942700"/>
              <a:gd name="connsiteX784" fmla="*/ 1508565 w 1922270"/>
              <a:gd name="connsiteY784" fmla="*/ 480362 h 942700"/>
              <a:gd name="connsiteX785" fmla="*/ 1510493 w 1922270"/>
              <a:gd name="connsiteY785" fmla="*/ 483205 h 942700"/>
              <a:gd name="connsiteX786" fmla="*/ 1512421 w 1922270"/>
              <a:gd name="connsiteY786" fmla="*/ 486044 h 942700"/>
              <a:gd name="connsiteX787" fmla="*/ 1514339 w 1922270"/>
              <a:gd name="connsiteY787" fmla="*/ 488877 h 942700"/>
              <a:gd name="connsiteX788" fmla="*/ 1516267 w 1922270"/>
              <a:gd name="connsiteY788" fmla="*/ 491706 h 942700"/>
              <a:gd name="connsiteX789" fmla="*/ 1518186 w 1922270"/>
              <a:gd name="connsiteY789" fmla="*/ 494530 h 942700"/>
              <a:gd name="connsiteX790" fmla="*/ 1520114 w 1922270"/>
              <a:gd name="connsiteY790" fmla="*/ 497348 h 942700"/>
              <a:gd name="connsiteX791" fmla="*/ 1522042 w 1922270"/>
              <a:gd name="connsiteY791" fmla="*/ 500162 h 942700"/>
              <a:gd name="connsiteX792" fmla="*/ 1523960 w 1922270"/>
              <a:gd name="connsiteY792" fmla="*/ 502971 h 942700"/>
              <a:gd name="connsiteX793" fmla="*/ 1525888 w 1922270"/>
              <a:gd name="connsiteY793" fmla="*/ 505773 h 942700"/>
              <a:gd name="connsiteX794" fmla="*/ 1527806 w 1922270"/>
              <a:gd name="connsiteY794" fmla="*/ 508570 h 942700"/>
              <a:gd name="connsiteX795" fmla="*/ 1529734 w 1922270"/>
              <a:gd name="connsiteY795" fmla="*/ 511362 h 942700"/>
              <a:gd name="connsiteX796" fmla="*/ 1531662 w 1922270"/>
              <a:gd name="connsiteY796" fmla="*/ 514146 h 942700"/>
              <a:gd name="connsiteX797" fmla="*/ 1533580 w 1922270"/>
              <a:gd name="connsiteY797" fmla="*/ 516926 h 942700"/>
              <a:gd name="connsiteX798" fmla="*/ 1535508 w 1922270"/>
              <a:gd name="connsiteY798" fmla="*/ 519700 h 942700"/>
              <a:gd name="connsiteX799" fmla="*/ 1537436 w 1922270"/>
              <a:gd name="connsiteY799" fmla="*/ 522468 h 942700"/>
              <a:gd name="connsiteX800" fmla="*/ 1539354 w 1922270"/>
              <a:gd name="connsiteY800" fmla="*/ 525229 h 942700"/>
              <a:gd name="connsiteX801" fmla="*/ 1541282 w 1922270"/>
              <a:gd name="connsiteY801" fmla="*/ 527983 h 942700"/>
              <a:gd name="connsiteX802" fmla="*/ 1543200 w 1922270"/>
              <a:gd name="connsiteY802" fmla="*/ 530732 h 942700"/>
              <a:gd name="connsiteX803" fmla="*/ 1545128 w 1922270"/>
              <a:gd name="connsiteY803" fmla="*/ 533474 h 942700"/>
              <a:gd name="connsiteX804" fmla="*/ 1547056 w 1922270"/>
              <a:gd name="connsiteY804" fmla="*/ 536210 h 942700"/>
              <a:gd name="connsiteX805" fmla="*/ 1548975 w 1922270"/>
              <a:gd name="connsiteY805" fmla="*/ 538939 h 942700"/>
              <a:gd name="connsiteX806" fmla="*/ 1550903 w 1922270"/>
              <a:gd name="connsiteY806" fmla="*/ 541661 h 942700"/>
              <a:gd name="connsiteX807" fmla="*/ 1552821 w 1922270"/>
              <a:gd name="connsiteY807" fmla="*/ 544376 h 942700"/>
              <a:gd name="connsiteX808" fmla="*/ 1554749 w 1922270"/>
              <a:gd name="connsiteY808" fmla="*/ 547084 h 942700"/>
              <a:gd name="connsiteX809" fmla="*/ 1556677 w 1922270"/>
              <a:gd name="connsiteY809" fmla="*/ 549785 h 942700"/>
              <a:gd name="connsiteX810" fmla="*/ 1558595 w 1922270"/>
              <a:gd name="connsiteY810" fmla="*/ 552480 h 942700"/>
              <a:gd name="connsiteX811" fmla="*/ 1560523 w 1922270"/>
              <a:gd name="connsiteY811" fmla="*/ 555166 h 942700"/>
              <a:gd name="connsiteX812" fmla="*/ 1562441 w 1922270"/>
              <a:gd name="connsiteY812" fmla="*/ 557845 h 942700"/>
              <a:gd name="connsiteX813" fmla="*/ 1564369 w 1922270"/>
              <a:gd name="connsiteY813" fmla="*/ 560518 h 942700"/>
              <a:gd name="connsiteX814" fmla="*/ 1566297 w 1922270"/>
              <a:gd name="connsiteY814" fmla="*/ 563182 h 942700"/>
              <a:gd name="connsiteX815" fmla="*/ 1568215 w 1922270"/>
              <a:gd name="connsiteY815" fmla="*/ 565839 h 942700"/>
              <a:gd name="connsiteX816" fmla="*/ 1570143 w 1922270"/>
              <a:gd name="connsiteY816" fmla="*/ 568488 h 942700"/>
              <a:gd name="connsiteX817" fmla="*/ 1572071 w 1922270"/>
              <a:gd name="connsiteY817" fmla="*/ 571130 h 942700"/>
              <a:gd name="connsiteX818" fmla="*/ 1573990 w 1922270"/>
              <a:gd name="connsiteY818" fmla="*/ 573764 h 942700"/>
              <a:gd name="connsiteX819" fmla="*/ 1575918 w 1922270"/>
              <a:gd name="connsiteY819" fmla="*/ 576389 h 942700"/>
              <a:gd name="connsiteX820" fmla="*/ 1577836 w 1922270"/>
              <a:gd name="connsiteY820" fmla="*/ 579007 h 942700"/>
              <a:gd name="connsiteX821" fmla="*/ 1579764 w 1922270"/>
              <a:gd name="connsiteY821" fmla="*/ 581617 h 942700"/>
              <a:gd name="connsiteX822" fmla="*/ 1581692 w 1922270"/>
              <a:gd name="connsiteY822" fmla="*/ 584219 h 942700"/>
              <a:gd name="connsiteX823" fmla="*/ 1583610 w 1922270"/>
              <a:gd name="connsiteY823" fmla="*/ 586813 h 942700"/>
              <a:gd name="connsiteX824" fmla="*/ 1585538 w 1922270"/>
              <a:gd name="connsiteY824" fmla="*/ 589398 h 942700"/>
              <a:gd name="connsiteX825" fmla="*/ 1587456 w 1922270"/>
              <a:gd name="connsiteY825" fmla="*/ 591975 h 942700"/>
              <a:gd name="connsiteX826" fmla="*/ 1589384 w 1922270"/>
              <a:gd name="connsiteY826" fmla="*/ 594543 h 942700"/>
              <a:gd name="connsiteX827" fmla="*/ 1591312 w 1922270"/>
              <a:gd name="connsiteY827" fmla="*/ 597103 h 942700"/>
              <a:gd name="connsiteX828" fmla="*/ 1593230 w 1922270"/>
              <a:gd name="connsiteY828" fmla="*/ 599654 h 942700"/>
              <a:gd name="connsiteX829" fmla="*/ 1595158 w 1922270"/>
              <a:gd name="connsiteY829" fmla="*/ 602197 h 942700"/>
              <a:gd name="connsiteX830" fmla="*/ 1597086 w 1922270"/>
              <a:gd name="connsiteY830" fmla="*/ 604732 h 942700"/>
              <a:gd name="connsiteX831" fmla="*/ 1599004 w 1922270"/>
              <a:gd name="connsiteY831" fmla="*/ 607257 h 942700"/>
              <a:gd name="connsiteX832" fmla="*/ 1600933 w 1922270"/>
              <a:gd name="connsiteY832" fmla="*/ 609773 h 942700"/>
              <a:gd name="connsiteX833" fmla="*/ 1602851 w 1922270"/>
              <a:gd name="connsiteY833" fmla="*/ 612281 h 942700"/>
              <a:gd name="connsiteX834" fmla="*/ 1604779 w 1922270"/>
              <a:gd name="connsiteY834" fmla="*/ 614779 h 942700"/>
              <a:gd name="connsiteX835" fmla="*/ 1606707 w 1922270"/>
              <a:gd name="connsiteY835" fmla="*/ 617269 h 942700"/>
              <a:gd name="connsiteX836" fmla="*/ 1608625 w 1922270"/>
              <a:gd name="connsiteY836" fmla="*/ 619750 h 942700"/>
              <a:gd name="connsiteX837" fmla="*/ 1610553 w 1922270"/>
              <a:gd name="connsiteY837" fmla="*/ 622221 h 942700"/>
              <a:gd name="connsiteX838" fmla="*/ 1612471 w 1922270"/>
              <a:gd name="connsiteY838" fmla="*/ 624683 h 942700"/>
              <a:gd name="connsiteX839" fmla="*/ 1614399 w 1922270"/>
              <a:gd name="connsiteY839" fmla="*/ 627136 h 942700"/>
              <a:gd name="connsiteX840" fmla="*/ 1616327 w 1922270"/>
              <a:gd name="connsiteY840" fmla="*/ 629582 h 942700"/>
              <a:gd name="connsiteX841" fmla="*/ 1618245 w 1922270"/>
              <a:gd name="connsiteY841" fmla="*/ 632017 h 942700"/>
              <a:gd name="connsiteX842" fmla="*/ 1620173 w 1922270"/>
              <a:gd name="connsiteY842" fmla="*/ 634441 h 942700"/>
              <a:gd name="connsiteX843" fmla="*/ 1622091 w 1922270"/>
              <a:gd name="connsiteY843" fmla="*/ 636856 h 942700"/>
              <a:gd name="connsiteX844" fmla="*/ 1624019 w 1922270"/>
              <a:gd name="connsiteY844" fmla="*/ 639262 h 942700"/>
              <a:gd name="connsiteX845" fmla="*/ 1625947 w 1922270"/>
              <a:gd name="connsiteY845" fmla="*/ 641657 h 942700"/>
              <a:gd name="connsiteX846" fmla="*/ 1627866 w 1922270"/>
              <a:gd name="connsiteY846" fmla="*/ 644042 h 942700"/>
              <a:gd name="connsiteX847" fmla="*/ 1629794 w 1922270"/>
              <a:gd name="connsiteY847" fmla="*/ 646417 h 942700"/>
              <a:gd name="connsiteX848" fmla="*/ 1631722 w 1922270"/>
              <a:gd name="connsiteY848" fmla="*/ 648792 h 942700"/>
              <a:gd name="connsiteX849" fmla="*/ 1633640 w 1922270"/>
              <a:gd name="connsiteY849" fmla="*/ 651148 h 942700"/>
              <a:gd name="connsiteX850" fmla="*/ 1635568 w 1922270"/>
              <a:gd name="connsiteY850" fmla="*/ 653493 h 942700"/>
              <a:gd name="connsiteX851" fmla="*/ 1637486 w 1922270"/>
              <a:gd name="connsiteY851" fmla="*/ 655829 h 942700"/>
              <a:gd name="connsiteX852" fmla="*/ 1639414 w 1922270"/>
              <a:gd name="connsiteY852" fmla="*/ 658164 h 942700"/>
              <a:gd name="connsiteX853" fmla="*/ 1641342 w 1922270"/>
              <a:gd name="connsiteY853" fmla="*/ 660480 h 942700"/>
              <a:gd name="connsiteX854" fmla="*/ 1643260 w 1922270"/>
              <a:gd name="connsiteY854" fmla="*/ 662786 h 942700"/>
              <a:gd name="connsiteX855" fmla="*/ 1645188 w 1922270"/>
              <a:gd name="connsiteY855" fmla="*/ 665081 h 942700"/>
              <a:gd name="connsiteX856" fmla="*/ 1647106 w 1922270"/>
              <a:gd name="connsiteY856" fmla="*/ 667367 h 942700"/>
              <a:gd name="connsiteX857" fmla="*/ 1649034 w 1922270"/>
              <a:gd name="connsiteY857" fmla="*/ 669653 h 942700"/>
              <a:gd name="connsiteX858" fmla="*/ 1650962 w 1922270"/>
              <a:gd name="connsiteY858" fmla="*/ 671919 h 942700"/>
              <a:gd name="connsiteX859" fmla="*/ 1652880 w 1922270"/>
              <a:gd name="connsiteY859" fmla="*/ 674175 h 942700"/>
              <a:gd name="connsiteX860" fmla="*/ 1654808 w 1922270"/>
              <a:gd name="connsiteY860" fmla="*/ 676421 h 942700"/>
              <a:gd name="connsiteX861" fmla="*/ 1656737 w 1922270"/>
              <a:gd name="connsiteY861" fmla="*/ 678657 h 942700"/>
              <a:gd name="connsiteX862" fmla="*/ 1658655 w 1922270"/>
              <a:gd name="connsiteY862" fmla="*/ 680884 h 942700"/>
              <a:gd name="connsiteX863" fmla="*/ 1660583 w 1922270"/>
              <a:gd name="connsiteY863" fmla="*/ 683110 h 942700"/>
              <a:gd name="connsiteX864" fmla="*/ 1662501 w 1922270"/>
              <a:gd name="connsiteY864" fmla="*/ 685316 h 942700"/>
              <a:gd name="connsiteX865" fmla="*/ 1664429 w 1922270"/>
              <a:gd name="connsiteY865" fmla="*/ 687512 h 942700"/>
              <a:gd name="connsiteX866" fmla="*/ 1666357 w 1922270"/>
              <a:gd name="connsiteY866" fmla="*/ 689689 h 942700"/>
              <a:gd name="connsiteX867" fmla="*/ 1668275 w 1922270"/>
              <a:gd name="connsiteY867" fmla="*/ 691865 h 942700"/>
              <a:gd name="connsiteX868" fmla="*/ 1670203 w 1922270"/>
              <a:gd name="connsiteY868" fmla="*/ 694032 h 942700"/>
              <a:gd name="connsiteX869" fmla="*/ 1672121 w 1922270"/>
              <a:gd name="connsiteY869" fmla="*/ 696189 h 942700"/>
              <a:gd name="connsiteX870" fmla="*/ 1674049 w 1922270"/>
              <a:gd name="connsiteY870" fmla="*/ 698335 h 942700"/>
              <a:gd name="connsiteX871" fmla="*/ 1675977 w 1922270"/>
              <a:gd name="connsiteY871" fmla="*/ 700462 h 942700"/>
              <a:gd name="connsiteX872" fmla="*/ 1677895 w 1922270"/>
              <a:gd name="connsiteY872" fmla="*/ 702589 h 942700"/>
              <a:gd name="connsiteX873" fmla="*/ 1679823 w 1922270"/>
              <a:gd name="connsiteY873" fmla="*/ 704706 h 942700"/>
              <a:gd name="connsiteX874" fmla="*/ 1681741 w 1922270"/>
              <a:gd name="connsiteY874" fmla="*/ 706803 h 942700"/>
              <a:gd name="connsiteX875" fmla="*/ 1683669 w 1922270"/>
              <a:gd name="connsiteY875" fmla="*/ 708890 h 942700"/>
              <a:gd name="connsiteX876" fmla="*/ 1685598 w 1922270"/>
              <a:gd name="connsiteY876" fmla="*/ 710977 h 942700"/>
              <a:gd name="connsiteX877" fmla="*/ 1687516 w 1922270"/>
              <a:gd name="connsiteY877" fmla="*/ 713044 h 942700"/>
              <a:gd name="connsiteX878" fmla="*/ 1689444 w 1922270"/>
              <a:gd name="connsiteY878" fmla="*/ 715101 h 942700"/>
              <a:gd name="connsiteX879" fmla="*/ 1691372 w 1922270"/>
              <a:gd name="connsiteY879" fmla="*/ 717149 h 942700"/>
              <a:gd name="connsiteX880" fmla="*/ 1693290 w 1922270"/>
              <a:gd name="connsiteY880" fmla="*/ 719196 h 942700"/>
              <a:gd name="connsiteX881" fmla="*/ 1695218 w 1922270"/>
              <a:gd name="connsiteY881" fmla="*/ 721223 h 942700"/>
              <a:gd name="connsiteX882" fmla="*/ 1697136 w 1922270"/>
              <a:gd name="connsiteY882" fmla="*/ 723231 h 942700"/>
              <a:gd name="connsiteX883" fmla="*/ 1699064 w 1922270"/>
              <a:gd name="connsiteY883" fmla="*/ 725239 h 942700"/>
              <a:gd name="connsiteX884" fmla="*/ 1700992 w 1922270"/>
              <a:gd name="connsiteY884" fmla="*/ 727236 h 942700"/>
              <a:gd name="connsiteX885" fmla="*/ 1702910 w 1922270"/>
              <a:gd name="connsiteY885" fmla="*/ 729224 h 942700"/>
              <a:gd name="connsiteX886" fmla="*/ 1704838 w 1922270"/>
              <a:gd name="connsiteY886" fmla="*/ 731192 h 942700"/>
              <a:gd name="connsiteX887" fmla="*/ 1706756 w 1922270"/>
              <a:gd name="connsiteY887" fmla="*/ 733159 h 942700"/>
              <a:gd name="connsiteX888" fmla="*/ 1708685 w 1922270"/>
              <a:gd name="connsiteY888" fmla="*/ 735107 h 942700"/>
              <a:gd name="connsiteX889" fmla="*/ 1710613 w 1922270"/>
              <a:gd name="connsiteY889" fmla="*/ 737055 h 942700"/>
              <a:gd name="connsiteX890" fmla="*/ 1712531 w 1922270"/>
              <a:gd name="connsiteY890" fmla="*/ 738983 h 942700"/>
              <a:gd name="connsiteX891" fmla="*/ 1714459 w 1922270"/>
              <a:gd name="connsiteY891" fmla="*/ 740901 h 942700"/>
              <a:gd name="connsiteX892" fmla="*/ 1716377 w 1922270"/>
              <a:gd name="connsiteY892" fmla="*/ 742810 h 942700"/>
              <a:gd name="connsiteX893" fmla="*/ 1718305 w 1922270"/>
              <a:gd name="connsiteY893" fmla="*/ 744708 h 942700"/>
              <a:gd name="connsiteX894" fmla="*/ 1720233 w 1922270"/>
              <a:gd name="connsiteY894" fmla="*/ 746596 h 942700"/>
              <a:gd name="connsiteX895" fmla="*/ 1722151 w 1922270"/>
              <a:gd name="connsiteY895" fmla="*/ 748474 h 942700"/>
              <a:gd name="connsiteX896" fmla="*/ 1724079 w 1922270"/>
              <a:gd name="connsiteY896" fmla="*/ 750343 h 942700"/>
              <a:gd name="connsiteX897" fmla="*/ 1726007 w 1922270"/>
              <a:gd name="connsiteY897" fmla="*/ 752201 h 942700"/>
              <a:gd name="connsiteX898" fmla="*/ 1727925 w 1922270"/>
              <a:gd name="connsiteY898" fmla="*/ 754040 h 942700"/>
              <a:gd name="connsiteX899" fmla="*/ 1729853 w 1922270"/>
              <a:gd name="connsiteY899" fmla="*/ 755878 h 942700"/>
              <a:gd name="connsiteX900" fmla="*/ 1731771 w 1922270"/>
              <a:gd name="connsiteY900" fmla="*/ 757697 h 942700"/>
              <a:gd name="connsiteX901" fmla="*/ 1733699 w 1922270"/>
              <a:gd name="connsiteY901" fmla="*/ 759506 h 942700"/>
              <a:gd name="connsiteX902" fmla="*/ 1735627 w 1922270"/>
              <a:gd name="connsiteY902" fmla="*/ 761315 h 942700"/>
              <a:gd name="connsiteX903" fmla="*/ 1737546 w 1922270"/>
              <a:gd name="connsiteY903" fmla="*/ 763104 h 942700"/>
              <a:gd name="connsiteX904" fmla="*/ 1739474 w 1922270"/>
              <a:gd name="connsiteY904" fmla="*/ 764883 h 942700"/>
              <a:gd name="connsiteX905" fmla="*/ 1741392 w 1922270"/>
              <a:gd name="connsiteY905" fmla="*/ 766652 h 942700"/>
              <a:gd name="connsiteX906" fmla="*/ 1743320 w 1922270"/>
              <a:gd name="connsiteY906" fmla="*/ 768411 h 942700"/>
              <a:gd name="connsiteX907" fmla="*/ 1745248 w 1922270"/>
              <a:gd name="connsiteY907" fmla="*/ 770160 h 942700"/>
              <a:gd name="connsiteX908" fmla="*/ 1747166 w 1922270"/>
              <a:gd name="connsiteY908" fmla="*/ 771899 h 942700"/>
              <a:gd name="connsiteX909" fmla="*/ 1749094 w 1922270"/>
              <a:gd name="connsiteY909" fmla="*/ 773619 h 942700"/>
              <a:gd name="connsiteX910" fmla="*/ 1751022 w 1922270"/>
              <a:gd name="connsiteY910" fmla="*/ 775338 h 942700"/>
              <a:gd name="connsiteX911" fmla="*/ 1752940 w 1922270"/>
              <a:gd name="connsiteY911" fmla="*/ 777037 h 942700"/>
              <a:gd name="connsiteX912" fmla="*/ 1754868 w 1922270"/>
              <a:gd name="connsiteY912" fmla="*/ 778737 h 942700"/>
              <a:gd name="connsiteX913" fmla="*/ 1756786 w 1922270"/>
              <a:gd name="connsiteY913" fmla="*/ 780416 h 942700"/>
              <a:gd name="connsiteX914" fmla="*/ 1758714 w 1922270"/>
              <a:gd name="connsiteY914" fmla="*/ 782096 h 942700"/>
              <a:gd name="connsiteX915" fmla="*/ 1760642 w 1922270"/>
              <a:gd name="connsiteY915" fmla="*/ 783756 h 942700"/>
              <a:gd name="connsiteX916" fmla="*/ 1762560 w 1922270"/>
              <a:gd name="connsiteY916" fmla="*/ 785406 h 942700"/>
              <a:gd name="connsiteX917" fmla="*/ 1764488 w 1922270"/>
              <a:gd name="connsiteY917" fmla="*/ 787045 h 942700"/>
              <a:gd name="connsiteX918" fmla="*/ 1766406 w 1922270"/>
              <a:gd name="connsiteY918" fmla="*/ 788675 h 942700"/>
              <a:gd name="connsiteX919" fmla="*/ 1768335 w 1922270"/>
              <a:gd name="connsiteY919" fmla="*/ 790295 h 942700"/>
              <a:gd name="connsiteX920" fmla="*/ 1770263 w 1922270"/>
              <a:gd name="connsiteY920" fmla="*/ 791905 h 942700"/>
              <a:gd name="connsiteX921" fmla="*/ 1772181 w 1922270"/>
              <a:gd name="connsiteY921" fmla="*/ 793505 h 942700"/>
              <a:gd name="connsiteX922" fmla="*/ 1774109 w 1922270"/>
              <a:gd name="connsiteY922" fmla="*/ 795095 h 942700"/>
              <a:gd name="connsiteX923" fmla="*/ 1776027 w 1922270"/>
              <a:gd name="connsiteY923" fmla="*/ 796666 h 942700"/>
              <a:gd name="connsiteX924" fmla="*/ 1777955 w 1922270"/>
              <a:gd name="connsiteY924" fmla="*/ 798236 h 942700"/>
              <a:gd name="connsiteX925" fmla="*/ 1779883 w 1922270"/>
              <a:gd name="connsiteY925" fmla="*/ 799796 h 942700"/>
              <a:gd name="connsiteX926" fmla="*/ 1781801 w 1922270"/>
              <a:gd name="connsiteY926" fmla="*/ 801337 h 942700"/>
              <a:gd name="connsiteX927" fmla="*/ 1783729 w 1922270"/>
              <a:gd name="connsiteY927" fmla="*/ 802877 h 942700"/>
              <a:gd name="connsiteX928" fmla="*/ 1785657 w 1922270"/>
              <a:gd name="connsiteY928" fmla="*/ 804398 h 942700"/>
              <a:gd name="connsiteX929" fmla="*/ 1787575 w 1922270"/>
              <a:gd name="connsiteY929" fmla="*/ 805918 h 942700"/>
              <a:gd name="connsiteX930" fmla="*/ 1789503 w 1922270"/>
              <a:gd name="connsiteY930" fmla="*/ 807419 h 942700"/>
              <a:gd name="connsiteX931" fmla="*/ 1791422 w 1922270"/>
              <a:gd name="connsiteY931" fmla="*/ 808910 h 942700"/>
              <a:gd name="connsiteX932" fmla="*/ 1793350 w 1922270"/>
              <a:gd name="connsiteY932" fmla="*/ 810400 h 942700"/>
              <a:gd name="connsiteX933" fmla="*/ 1795278 w 1922270"/>
              <a:gd name="connsiteY933" fmla="*/ 811871 h 942700"/>
              <a:gd name="connsiteX934" fmla="*/ 1797196 w 1922270"/>
              <a:gd name="connsiteY934" fmla="*/ 813332 h 942700"/>
              <a:gd name="connsiteX935" fmla="*/ 1799124 w 1922270"/>
              <a:gd name="connsiteY935" fmla="*/ 814783 h 942700"/>
              <a:gd name="connsiteX936" fmla="*/ 1801042 w 1922270"/>
              <a:gd name="connsiteY936" fmla="*/ 816224 h 942700"/>
              <a:gd name="connsiteX937" fmla="*/ 1802970 w 1922270"/>
              <a:gd name="connsiteY937" fmla="*/ 817665 h 942700"/>
              <a:gd name="connsiteX938" fmla="*/ 1804898 w 1922270"/>
              <a:gd name="connsiteY938" fmla="*/ 819087 h 942700"/>
              <a:gd name="connsiteX939" fmla="*/ 1806816 w 1922270"/>
              <a:gd name="connsiteY939" fmla="*/ 820498 h 942700"/>
              <a:gd name="connsiteX940" fmla="*/ 1808744 w 1922270"/>
              <a:gd name="connsiteY940" fmla="*/ 821899 h 942700"/>
              <a:gd name="connsiteX941" fmla="*/ 1810672 w 1922270"/>
              <a:gd name="connsiteY941" fmla="*/ 823291 h 942700"/>
              <a:gd name="connsiteX942" fmla="*/ 1812590 w 1922270"/>
              <a:gd name="connsiteY942" fmla="*/ 824672 h 942700"/>
              <a:gd name="connsiteX943" fmla="*/ 1814518 w 1922270"/>
              <a:gd name="connsiteY943" fmla="*/ 826044 h 942700"/>
              <a:gd name="connsiteX944" fmla="*/ 1816436 w 1922270"/>
              <a:gd name="connsiteY944" fmla="*/ 827405 h 942700"/>
              <a:gd name="connsiteX945" fmla="*/ 1818364 w 1922270"/>
              <a:gd name="connsiteY945" fmla="*/ 828757 h 942700"/>
              <a:gd name="connsiteX946" fmla="*/ 1820293 w 1922270"/>
              <a:gd name="connsiteY946" fmla="*/ 830098 h 942700"/>
              <a:gd name="connsiteX947" fmla="*/ 1822211 w 1922270"/>
              <a:gd name="connsiteY947" fmla="*/ 831430 h 942700"/>
              <a:gd name="connsiteX948" fmla="*/ 1824139 w 1922270"/>
              <a:gd name="connsiteY948" fmla="*/ 832752 h 942700"/>
              <a:gd name="connsiteX949" fmla="*/ 1826057 w 1922270"/>
              <a:gd name="connsiteY949" fmla="*/ 834064 h 942700"/>
              <a:gd name="connsiteX950" fmla="*/ 1827985 w 1922270"/>
              <a:gd name="connsiteY950" fmla="*/ 835366 h 942700"/>
              <a:gd name="connsiteX951" fmla="*/ 1829913 w 1922270"/>
              <a:gd name="connsiteY951" fmla="*/ 836658 h 942700"/>
              <a:gd name="connsiteX952" fmla="*/ 1831831 w 1922270"/>
              <a:gd name="connsiteY952" fmla="*/ 837940 h 942700"/>
              <a:gd name="connsiteX953" fmla="*/ 1833759 w 1922270"/>
              <a:gd name="connsiteY953" fmla="*/ 839212 h 942700"/>
              <a:gd name="connsiteX954" fmla="*/ 1835677 w 1922270"/>
              <a:gd name="connsiteY954" fmla="*/ 840484 h 942700"/>
              <a:gd name="connsiteX955" fmla="*/ 1837605 w 1922270"/>
              <a:gd name="connsiteY955" fmla="*/ 841736 h 942700"/>
              <a:gd name="connsiteX956" fmla="*/ 1839533 w 1922270"/>
              <a:gd name="connsiteY956" fmla="*/ 842978 h 942700"/>
              <a:gd name="connsiteX957" fmla="*/ 1841451 w 1922270"/>
              <a:gd name="connsiteY957" fmla="*/ 844211 h 942700"/>
              <a:gd name="connsiteX958" fmla="*/ 1843379 w 1922270"/>
              <a:gd name="connsiteY958" fmla="*/ 845433 h 942700"/>
              <a:gd name="connsiteX959" fmla="*/ 1845307 w 1922270"/>
              <a:gd name="connsiteY959" fmla="*/ 846656 h 942700"/>
              <a:gd name="connsiteX960" fmla="*/ 1847225 w 1922270"/>
              <a:gd name="connsiteY960" fmla="*/ 847858 h 942700"/>
              <a:gd name="connsiteX961" fmla="*/ 1849153 w 1922270"/>
              <a:gd name="connsiteY961" fmla="*/ 849061 h 942700"/>
              <a:gd name="connsiteX962" fmla="*/ 1851072 w 1922270"/>
              <a:gd name="connsiteY962" fmla="*/ 850243 h 942700"/>
              <a:gd name="connsiteX963" fmla="*/ 1853000 w 1922270"/>
              <a:gd name="connsiteY963" fmla="*/ 851426 h 942700"/>
              <a:gd name="connsiteX964" fmla="*/ 1854928 w 1922270"/>
              <a:gd name="connsiteY964" fmla="*/ 852589 h 942700"/>
              <a:gd name="connsiteX965" fmla="*/ 1856846 w 1922270"/>
              <a:gd name="connsiteY965" fmla="*/ 853752 h 942700"/>
              <a:gd name="connsiteX966" fmla="*/ 1858774 w 1922270"/>
              <a:gd name="connsiteY966" fmla="*/ 854905 h 942700"/>
              <a:gd name="connsiteX967" fmla="*/ 1860692 w 1922270"/>
              <a:gd name="connsiteY967" fmla="*/ 856038 h 942700"/>
              <a:gd name="connsiteX968" fmla="*/ 1862620 w 1922270"/>
              <a:gd name="connsiteY968" fmla="*/ 857171 h 942700"/>
              <a:gd name="connsiteX969" fmla="*/ 1864548 w 1922270"/>
              <a:gd name="connsiteY969" fmla="*/ 858294 h 942700"/>
              <a:gd name="connsiteX970" fmla="*/ 1866466 w 1922270"/>
              <a:gd name="connsiteY970" fmla="*/ 859407 h 942700"/>
              <a:gd name="connsiteX971" fmla="*/ 1868394 w 1922270"/>
              <a:gd name="connsiteY971" fmla="*/ 860510 h 942700"/>
              <a:gd name="connsiteX972" fmla="*/ 1870312 w 1922270"/>
              <a:gd name="connsiteY972" fmla="*/ 861613 h 942700"/>
              <a:gd name="connsiteX973" fmla="*/ 1872240 w 1922270"/>
              <a:gd name="connsiteY973" fmla="*/ 862696 h 942700"/>
              <a:gd name="connsiteX974" fmla="*/ 1874169 w 1922270"/>
              <a:gd name="connsiteY974" fmla="*/ 863770 h 942700"/>
              <a:gd name="connsiteX975" fmla="*/ 1876087 w 1922270"/>
              <a:gd name="connsiteY975" fmla="*/ 864843 h 942700"/>
              <a:gd name="connsiteX976" fmla="*/ 1878015 w 1922270"/>
              <a:gd name="connsiteY976" fmla="*/ 865906 h 942700"/>
              <a:gd name="connsiteX977" fmla="*/ 1879943 w 1922270"/>
              <a:gd name="connsiteY977" fmla="*/ 866950 h 942700"/>
              <a:gd name="connsiteX978" fmla="*/ 1881861 w 1922270"/>
              <a:gd name="connsiteY978" fmla="*/ 867993 h 942700"/>
              <a:gd name="connsiteX979" fmla="*/ 1883789 w 1922270"/>
              <a:gd name="connsiteY979" fmla="*/ 869027 h 942700"/>
              <a:gd name="connsiteX980" fmla="*/ 1885707 w 1922270"/>
              <a:gd name="connsiteY980" fmla="*/ 870051 h 942700"/>
              <a:gd name="connsiteX981" fmla="*/ 1887635 w 1922270"/>
              <a:gd name="connsiteY981" fmla="*/ 871074 h 942700"/>
              <a:gd name="connsiteX982" fmla="*/ 1889563 w 1922270"/>
              <a:gd name="connsiteY982" fmla="*/ 872078 h 942700"/>
              <a:gd name="connsiteX983" fmla="*/ 1891481 w 1922270"/>
              <a:gd name="connsiteY983" fmla="*/ 873082 h 942700"/>
              <a:gd name="connsiteX984" fmla="*/ 1893409 w 1922270"/>
              <a:gd name="connsiteY984" fmla="*/ 874066 h 942700"/>
              <a:gd name="connsiteX985" fmla="*/ 1895327 w 1922270"/>
              <a:gd name="connsiteY985" fmla="*/ 875050 h 942700"/>
              <a:gd name="connsiteX986" fmla="*/ 1897255 w 1922270"/>
              <a:gd name="connsiteY986" fmla="*/ 876024 h 942700"/>
              <a:gd name="connsiteX987" fmla="*/ 1899183 w 1922270"/>
              <a:gd name="connsiteY987" fmla="*/ 876988 h 942700"/>
              <a:gd name="connsiteX988" fmla="*/ 1901101 w 1922270"/>
              <a:gd name="connsiteY988" fmla="*/ 877952 h 942700"/>
              <a:gd name="connsiteX989" fmla="*/ 1903030 w 1922270"/>
              <a:gd name="connsiteY989" fmla="*/ 878896 h 942700"/>
              <a:gd name="connsiteX990" fmla="*/ 1904958 w 1922270"/>
              <a:gd name="connsiteY990" fmla="*/ 879840 h 942700"/>
              <a:gd name="connsiteX991" fmla="*/ 1906876 w 1922270"/>
              <a:gd name="connsiteY991" fmla="*/ 880764 h 942700"/>
              <a:gd name="connsiteX992" fmla="*/ 1908804 w 1922270"/>
              <a:gd name="connsiteY992" fmla="*/ 881689 h 942700"/>
              <a:gd name="connsiteX993" fmla="*/ 1910722 w 1922270"/>
              <a:gd name="connsiteY993" fmla="*/ 882613 h 942700"/>
              <a:gd name="connsiteX994" fmla="*/ 1912650 w 1922270"/>
              <a:gd name="connsiteY994" fmla="*/ 883517 h 942700"/>
              <a:gd name="connsiteX995" fmla="*/ 1914578 w 1922270"/>
              <a:gd name="connsiteY995" fmla="*/ 884422 h 942700"/>
              <a:gd name="connsiteX996" fmla="*/ 1916496 w 1922270"/>
              <a:gd name="connsiteY996" fmla="*/ 885306 h 942700"/>
              <a:gd name="connsiteX997" fmla="*/ 1918424 w 1922270"/>
              <a:gd name="connsiteY997" fmla="*/ 886191 h 942700"/>
              <a:gd name="connsiteX998" fmla="*/ 1920342 w 1922270"/>
              <a:gd name="connsiteY998" fmla="*/ 887065 h 942700"/>
              <a:gd name="connsiteX999" fmla="*/ 1922270 w 1922270"/>
              <a:gd name="connsiteY999" fmla="*/ 887940 h 9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922270" h="942700">
                <a:moveTo>
                  <a:pt x="0" y="942700"/>
                </a:moveTo>
                <a:lnTo>
                  <a:pt x="1924" y="942392"/>
                </a:lnTo>
                <a:lnTo>
                  <a:pt x="3848" y="942084"/>
                </a:lnTo>
                <a:lnTo>
                  <a:pt x="5772" y="941776"/>
                </a:lnTo>
                <a:lnTo>
                  <a:pt x="7696" y="941458"/>
                </a:lnTo>
                <a:lnTo>
                  <a:pt x="9621" y="941140"/>
                </a:lnTo>
                <a:lnTo>
                  <a:pt x="11545" y="940812"/>
                </a:lnTo>
                <a:lnTo>
                  <a:pt x="13470" y="940484"/>
                </a:lnTo>
                <a:lnTo>
                  <a:pt x="15394" y="940156"/>
                </a:lnTo>
                <a:lnTo>
                  <a:pt x="17318" y="939828"/>
                </a:lnTo>
                <a:lnTo>
                  <a:pt x="19242" y="939480"/>
                </a:lnTo>
                <a:lnTo>
                  <a:pt x="21166" y="939142"/>
                </a:lnTo>
                <a:lnTo>
                  <a:pt x="23090" y="938794"/>
                </a:lnTo>
                <a:lnTo>
                  <a:pt x="25015" y="938447"/>
                </a:lnTo>
                <a:lnTo>
                  <a:pt x="26939" y="938089"/>
                </a:lnTo>
                <a:lnTo>
                  <a:pt x="28863" y="937731"/>
                </a:lnTo>
                <a:lnTo>
                  <a:pt x="30787" y="937373"/>
                </a:lnTo>
                <a:lnTo>
                  <a:pt x="32711" y="937005"/>
                </a:lnTo>
                <a:lnTo>
                  <a:pt x="34635" y="936628"/>
                </a:lnTo>
                <a:lnTo>
                  <a:pt x="36559" y="936250"/>
                </a:lnTo>
                <a:lnTo>
                  <a:pt x="38483" y="935873"/>
                </a:lnTo>
                <a:lnTo>
                  <a:pt x="40408" y="935485"/>
                </a:lnTo>
                <a:lnTo>
                  <a:pt x="42333" y="935097"/>
                </a:lnTo>
                <a:lnTo>
                  <a:pt x="44257" y="934710"/>
                </a:lnTo>
                <a:lnTo>
                  <a:pt x="46181" y="934312"/>
                </a:lnTo>
                <a:lnTo>
                  <a:pt x="48105" y="933905"/>
                </a:lnTo>
                <a:lnTo>
                  <a:pt x="50029" y="933497"/>
                </a:lnTo>
                <a:lnTo>
                  <a:pt x="51953" y="933090"/>
                </a:lnTo>
                <a:lnTo>
                  <a:pt x="53877" y="932672"/>
                </a:lnTo>
                <a:lnTo>
                  <a:pt x="55802" y="932255"/>
                </a:lnTo>
                <a:lnTo>
                  <a:pt x="57726" y="931828"/>
                </a:lnTo>
                <a:lnTo>
                  <a:pt x="59650" y="931400"/>
                </a:lnTo>
                <a:lnTo>
                  <a:pt x="61574" y="930963"/>
                </a:lnTo>
                <a:lnTo>
                  <a:pt x="63498" y="930526"/>
                </a:lnTo>
                <a:lnTo>
                  <a:pt x="65422" y="930078"/>
                </a:lnTo>
                <a:lnTo>
                  <a:pt x="67346" y="929631"/>
                </a:lnTo>
                <a:lnTo>
                  <a:pt x="69271" y="929174"/>
                </a:lnTo>
                <a:lnTo>
                  <a:pt x="71196" y="928717"/>
                </a:lnTo>
                <a:lnTo>
                  <a:pt x="73120" y="928250"/>
                </a:lnTo>
                <a:lnTo>
                  <a:pt x="75044" y="927783"/>
                </a:lnTo>
                <a:lnTo>
                  <a:pt x="76968" y="927306"/>
                </a:lnTo>
                <a:lnTo>
                  <a:pt x="78892" y="926829"/>
                </a:lnTo>
                <a:lnTo>
                  <a:pt x="80816" y="926342"/>
                </a:lnTo>
                <a:lnTo>
                  <a:pt x="82740" y="925855"/>
                </a:lnTo>
                <a:lnTo>
                  <a:pt x="84664" y="925358"/>
                </a:lnTo>
                <a:lnTo>
                  <a:pt x="86589" y="924861"/>
                </a:lnTo>
                <a:lnTo>
                  <a:pt x="88513" y="924354"/>
                </a:lnTo>
                <a:lnTo>
                  <a:pt x="90437" y="923837"/>
                </a:lnTo>
                <a:lnTo>
                  <a:pt x="92361" y="923320"/>
                </a:lnTo>
                <a:lnTo>
                  <a:pt x="94285" y="922804"/>
                </a:lnTo>
                <a:lnTo>
                  <a:pt x="96210" y="922277"/>
                </a:lnTo>
                <a:lnTo>
                  <a:pt x="98134" y="921740"/>
                </a:lnTo>
                <a:lnTo>
                  <a:pt x="100058" y="921204"/>
                </a:lnTo>
                <a:lnTo>
                  <a:pt x="101983" y="920657"/>
                </a:lnTo>
                <a:lnTo>
                  <a:pt x="103907" y="920110"/>
                </a:lnTo>
                <a:lnTo>
                  <a:pt x="105831" y="919554"/>
                </a:lnTo>
                <a:lnTo>
                  <a:pt x="107755" y="918987"/>
                </a:lnTo>
                <a:lnTo>
                  <a:pt x="109679" y="918421"/>
                </a:lnTo>
                <a:lnTo>
                  <a:pt x="111603" y="917844"/>
                </a:lnTo>
                <a:lnTo>
                  <a:pt x="113527" y="917268"/>
                </a:lnTo>
                <a:lnTo>
                  <a:pt x="115451" y="916682"/>
                </a:lnTo>
                <a:lnTo>
                  <a:pt x="117376" y="916095"/>
                </a:lnTo>
                <a:lnTo>
                  <a:pt x="119300" y="915489"/>
                </a:lnTo>
                <a:lnTo>
                  <a:pt x="121224" y="914893"/>
                </a:lnTo>
                <a:lnTo>
                  <a:pt x="123149" y="914276"/>
                </a:lnTo>
                <a:lnTo>
                  <a:pt x="125073" y="913660"/>
                </a:lnTo>
                <a:lnTo>
                  <a:pt x="126997" y="913044"/>
                </a:lnTo>
                <a:lnTo>
                  <a:pt x="128921" y="912408"/>
                </a:lnTo>
                <a:lnTo>
                  <a:pt x="130845" y="911782"/>
                </a:lnTo>
                <a:lnTo>
                  <a:pt x="132770" y="911136"/>
                </a:lnTo>
                <a:lnTo>
                  <a:pt x="134694" y="910490"/>
                </a:lnTo>
                <a:lnTo>
                  <a:pt x="136618" y="909834"/>
                </a:lnTo>
                <a:lnTo>
                  <a:pt x="138542" y="909178"/>
                </a:lnTo>
                <a:lnTo>
                  <a:pt x="140466" y="908502"/>
                </a:lnTo>
                <a:lnTo>
                  <a:pt x="142390" y="907836"/>
                </a:lnTo>
                <a:lnTo>
                  <a:pt x="144314" y="907151"/>
                </a:lnTo>
                <a:lnTo>
                  <a:pt x="146238" y="906465"/>
                </a:lnTo>
                <a:lnTo>
                  <a:pt x="148162" y="905769"/>
                </a:lnTo>
                <a:lnTo>
                  <a:pt x="150087" y="905073"/>
                </a:lnTo>
                <a:lnTo>
                  <a:pt x="152012" y="904368"/>
                </a:lnTo>
                <a:lnTo>
                  <a:pt x="153936" y="903652"/>
                </a:lnTo>
                <a:lnTo>
                  <a:pt x="155860" y="902927"/>
                </a:lnTo>
                <a:lnTo>
                  <a:pt x="157784" y="902201"/>
                </a:lnTo>
                <a:lnTo>
                  <a:pt x="159708" y="901466"/>
                </a:lnTo>
                <a:lnTo>
                  <a:pt x="161632" y="900720"/>
                </a:lnTo>
                <a:lnTo>
                  <a:pt x="163556" y="899975"/>
                </a:lnTo>
                <a:lnTo>
                  <a:pt x="165481" y="899220"/>
                </a:lnTo>
                <a:lnTo>
                  <a:pt x="167405" y="898455"/>
                </a:lnTo>
                <a:lnTo>
                  <a:pt x="169329" y="897679"/>
                </a:lnTo>
                <a:lnTo>
                  <a:pt x="171253" y="896904"/>
                </a:lnTo>
                <a:lnTo>
                  <a:pt x="173177" y="896119"/>
                </a:lnTo>
                <a:lnTo>
                  <a:pt x="175101" y="895324"/>
                </a:lnTo>
                <a:lnTo>
                  <a:pt x="177025" y="894529"/>
                </a:lnTo>
                <a:lnTo>
                  <a:pt x="178950" y="893714"/>
                </a:lnTo>
                <a:lnTo>
                  <a:pt x="180875" y="892899"/>
                </a:lnTo>
                <a:lnTo>
                  <a:pt x="182799" y="892084"/>
                </a:lnTo>
                <a:lnTo>
                  <a:pt x="184723" y="891249"/>
                </a:lnTo>
                <a:lnTo>
                  <a:pt x="186647" y="890414"/>
                </a:lnTo>
                <a:lnTo>
                  <a:pt x="188571" y="889570"/>
                </a:lnTo>
                <a:lnTo>
                  <a:pt x="190495" y="888715"/>
                </a:lnTo>
                <a:lnTo>
                  <a:pt x="192419" y="887850"/>
                </a:lnTo>
                <a:lnTo>
                  <a:pt x="194343" y="886986"/>
                </a:lnTo>
                <a:lnTo>
                  <a:pt x="196268" y="886101"/>
                </a:lnTo>
                <a:lnTo>
                  <a:pt x="198192" y="885217"/>
                </a:lnTo>
                <a:lnTo>
                  <a:pt x="200116" y="884322"/>
                </a:lnTo>
                <a:lnTo>
                  <a:pt x="202040" y="883428"/>
                </a:lnTo>
                <a:lnTo>
                  <a:pt x="203964" y="882513"/>
                </a:lnTo>
                <a:lnTo>
                  <a:pt x="205889" y="881599"/>
                </a:lnTo>
                <a:lnTo>
                  <a:pt x="207813" y="880675"/>
                </a:lnTo>
                <a:lnTo>
                  <a:pt x="209737" y="879741"/>
                </a:lnTo>
                <a:lnTo>
                  <a:pt x="211662" y="878806"/>
                </a:lnTo>
                <a:lnTo>
                  <a:pt x="213586" y="877852"/>
                </a:lnTo>
                <a:lnTo>
                  <a:pt x="215510" y="876898"/>
                </a:lnTo>
                <a:lnTo>
                  <a:pt x="217434" y="875924"/>
                </a:lnTo>
                <a:lnTo>
                  <a:pt x="219358" y="874950"/>
                </a:lnTo>
                <a:lnTo>
                  <a:pt x="221282" y="873966"/>
                </a:lnTo>
                <a:lnTo>
                  <a:pt x="223206" y="872983"/>
                </a:lnTo>
                <a:lnTo>
                  <a:pt x="225130" y="871979"/>
                </a:lnTo>
                <a:lnTo>
                  <a:pt x="227055" y="870965"/>
                </a:lnTo>
                <a:lnTo>
                  <a:pt x="228979" y="869951"/>
                </a:lnTo>
                <a:lnTo>
                  <a:pt x="230903" y="868928"/>
                </a:lnTo>
                <a:lnTo>
                  <a:pt x="232828" y="867894"/>
                </a:lnTo>
                <a:lnTo>
                  <a:pt x="234752" y="866850"/>
                </a:lnTo>
                <a:lnTo>
                  <a:pt x="236676" y="865797"/>
                </a:lnTo>
                <a:lnTo>
                  <a:pt x="238600" y="864734"/>
                </a:lnTo>
                <a:lnTo>
                  <a:pt x="240524" y="863670"/>
                </a:lnTo>
                <a:lnTo>
                  <a:pt x="242449" y="862587"/>
                </a:lnTo>
                <a:lnTo>
                  <a:pt x="244373" y="861504"/>
                </a:lnTo>
                <a:lnTo>
                  <a:pt x="246297" y="860400"/>
                </a:lnTo>
                <a:lnTo>
                  <a:pt x="248221" y="859297"/>
                </a:lnTo>
                <a:lnTo>
                  <a:pt x="250145" y="858184"/>
                </a:lnTo>
                <a:lnTo>
                  <a:pt x="252069" y="857061"/>
                </a:lnTo>
                <a:lnTo>
                  <a:pt x="253993" y="855928"/>
                </a:lnTo>
                <a:lnTo>
                  <a:pt x="255917" y="854785"/>
                </a:lnTo>
                <a:lnTo>
                  <a:pt x="257842" y="853632"/>
                </a:lnTo>
                <a:lnTo>
                  <a:pt x="259767" y="852470"/>
                </a:lnTo>
                <a:lnTo>
                  <a:pt x="261691" y="851307"/>
                </a:lnTo>
                <a:lnTo>
                  <a:pt x="263615" y="850124"/>
                </a:lnTo>
                <a:lnTo>
                  <a:pt x="265539" y="848942"/>
                </a:lnTo>
                <a:lnTo>
                  <a:pt x="267463" y="847739"/>
                </a:lnTo>
                <a:lnTo>
                  <a:pt x="269387" y="846537"/>
                </a:lnTo>
                <a:lnTo>
                  <a:pt x="271311" y="845314"/>
                </a:lnTo>
                <a:lnTo>
                  <a:pt x="273236" y="844092"/>
                </a:lnTo>
                <a:lnTo>
                  <a:pt x="275160" y="842849"/>
                </a:lnTo>
                <a:lnTo>
                  <a:pt x="277084" y="841607"/>
                </a:lnTo>
                <a:lnTo>
                  <a:pt x="279008" y="840355"/>
                </a:lnTo>
                <a:lnTo>
                  <a:pt x="280932" y="839093"/>
                </a:lnTo>
                <a:lnTo>
                  <a:pt x="282856" y="837811"/>
                </a:lnTo>
                <a:lnTo>
                  <a:pt x="284780" y="836528"/>
                </a:lnTo>
                <a:lnTo>
                  <a:pt x="286704" y="835237"/>
                </a:lnTo>
                <a:lnTo>
                  <a:pt x="288630" y="833935"/>
                </a:lnTo>
                <a:lnTo>
                  <a:pt x="290554" y="832623"/>
                </a:lnTo>
                <a:lnTo>
                  <a:pt x="292478" y="831301"/>
                </a:lnTo>
                <a:lnTo>
                  <a:pt x="294402" y="829969"/>
                </a:lnTo>
                <a:lnTo>
                  <a:pt x="296326" y="828618"/>
                </a:lnTo>
                <a:lnTo>
                  <a:pt x="298250" y="827266"/>
                </a:lnTo>
                <a:lnTo>
                  <a:pt x="300174" y="825904"/>
                </a:lnTo>
                <a:lnTo>
                  <a:pt x="302098" y="824533"/>
                </a:lnTo>
                <a:lnTo>
                  <a:pt x="304023" y="823151"/>
                </a:lnTo>
                <a:lnTo>
                  <a:pt x="305947" y="821760"/>
                </a:lnTo>
                <a:lnTo>
                  <a:pt x="307871" y="820359"/>
                </a:lnTo>
                <a:lnTo>
                  <a:pt x="309795" y="818938"/>
                </a:lnTo>
                <a:lnTo>
                  <a:pt x="311719" y="817516"/>
                </a:lnTo>
                <a:lnTo>
                  <a:pt x="313643" y="816085"/>
                </a:lnTo>
                <a:lnTo>
                  <a:pt x="315568" y="814644"/>
                </a:lnTo>
                <a:lnTo>
                  <a:pt x="317492" y="813183"/>
                </a:lnTo>
                <a:lnTo>
                  <a:pt x="319417" y="811722"/>
                </a:lnTo>
                <a:lnTo>
                  <a:pt x="321341" y="810251"/>
                </a:lnTo>
                <a:lnTo>
                  <a:pt x="323265" y="808761"/>
                </a:lnTo>
                <a:lnTo>
                  <a:pt x="325189" y="807270"/>
                </a:lnTo>
                <a:lnTo>
                  <a:pt x="327113" y="805759"/>
                </a:lnTo>
                <a:lnTo>
                  <a:pt x="329037" y="804249"/>
                </a:lnTo>
                <a:lnTo>
                  <a:pt x="330961" y="802718"/>
                </a:lnTo>
                <a:lnTo>
                  <a:pt x="332885" y="801188"/>
                </a:lnTo>
                <a:lnTo>
                  <a:pt x="334810" y="799637"/>
                </a:lnTo>
                <a:lnTo>
                  <a:pt x="336734" y="798077"/>
                </a:lnTo>
                <a:lnTo>
                  <a:pt x="338658" y="796517"/>
                </a:lnTo>
                <a:lnTo>
                  <a:pt x="340582" y="794936"/>
                </a:lnTo>
                <a:lnTo>
                  <a:pt x="342507" y="793346"/>
                </a:lnTo>
                <a:lnTo>
                  <a:pt x="344431" y="791746"/>
                </a:lnTo>
                <a:lnTo>
                  <a:pt x="346355" y="790136"/>
                </a:lnTo>
                <a:lnTo>
                  <a:pt x="348279" y="788516"/>
                </a:lnTo>
                <a:lnTo>
                  <a:pt x="350204" y="786886"/>
                </a:lnTo>
                <a:lnTo>
                  <a:pt x="352128" y="785237"/>
                </a:lnTo>
                <a:lnTo>
                  <a:pt x="354052" y="783587"/>
                </a:lnTo>
                <a:lnTo>
                  <a:pt x="355976" y="781927"/>
                </a:lnTo>
                <a:lnTo>
                  <a:pt x="357900" y="780247"/>
                </a:lnTo>
                <a:lnTo>
                  <a:pt x="359824" y="778568"/>
                </a:lnTo>
                <a:lnTo>
                  <a:pt x="361748" y="776868"/>
                </a:lnTo>
                <a:lnTo>
                  <a:pt x="363672" y="775169"/>
                </a:lnTo>
                <a:lnTo>
                  <a:pt x="365597" y="773450"/>
                </a:lnTo>
                <a:lnTo>
                  <a:pt x="367521" y="771720"/>
                </a:lnTo>
                <a:lnTo>
                  <a:pt x="369446" y="769981"/>
                </a:lnTo>
                <a:lnTo>
                  <a:pt x="371370" y="768232"/>
                </a:lnTo>
                <a:lnTo>
                  <a:pt x="373294" y="766473"/>
                </a:lnTo>
                <a:lnTo>
                  <a:pt x="375218" y="764704"/>
                </a:lnTo>
                <a:lnTo>
                  <a:pt x="377142" y="762925"/>
                </a:lnTo>
                <a:lnTo>
                  <a:pt x="379066" y="761136"/>
                </a:lnTo>
                <a:lnTo>
                  <a:pt x="380991" y="759327"/>
                </a:lnTo>
                <a:lnTo>
                  <a:pt x="382915" y="757518"/>
                </a:lnTo>
                <a:lnTo>
                  <a:pt x="384839" y="755690"/>
                </a:lnTo>
                <a:lnTo>
                  <a:pt x="386763" y="753861"/>
                </a:lnTo>
                <a:lnTo>
                  <a:pt x="388687" y="752012"/>
                </a:lnTo>
                <a:lnTo>
                  <a:pt x="390611" y="750154"/>
                </a:lnTo>
                <a:lnTo>
                  <a:pt x="392535" y="748286"/>
                </a:lnTo>
                <a:lnTo>
                  <a:pt x="394459" y="746407"/>
                </a:lnTo>
                <a:lnTo>
                  <a:pt x="396384" y="744519"/>
                </a:lnTo>
                <a:lnTo>
                  <a:pt x="398309" y="742621"/>
                </a:lnTo>
                <a:lnTo>
                  <a:pt x="400233" y="740713"/>
                </a:lnTo>
                <a:lnTo>
                  <a:pt x="402157" y="738794"/>
                </a:lnTo>
                <a:lnTo>
                  <a:pt x="404081" y="736856"/>
                </a:lnTo>
                <a:lnTo>
                  <a:pt x="406005" y="734918"/>
                </a:lnTo>
                <a:lnTo>
                  <a:pt x="407929" y="732961"/>
                </a:lnTo>
                <a:lnTo>
                  <a:pt x="409853" y="731003"/>
                </a:lnTo>
                <a:lnTo>
                  <a:pt x="411778" y="729025"/>
                </a:lnTo>
                <a:lnTo>
                  <a:pt x="413702" y="727037"/>
                </a:lnTo>
                <a:lnTo>
                  <a:pt x="415626" y="725040"/>
                </a:lnTo>
                <a:lnTo>
                  <a:pt x="417550" y="723032"/>
                </a:lnTo>
                <a:lnTo>
                  <a:pt x="419474" y="721015"/>
                </a:lnTo>
                <a:lnTo>
                  <a:pt x="421398" y="718987"/>
                </a:lnTo>
                <a:lnTo>
                  <a:pt x="423322" y="716950"/>
                </a:lnTo>
                <a:lnTo>
                  <a:pt x="425247" y="714903"/>
                </a:lnTo>
                <a:lnTo>
                  <a:pt x="427172" y="712835"/>
                </a:lnTo>
                <a:lnTo>
                  <a:pt x="429096" y="710768"/>
                </a:lnTo>
                <a:lnTo>
                  <a:pt x="431020" y="708681"/>
                </a:lnTo>
                <a:lnTo>
                  <a:pt x="432944" y="706594"/>
                </a:lnTo>
                <a:lnTo>
                  <a:pt x="434868" y="704487"/>
                </a:lnTo>
                <a:lnTo>
                  <a:pt x="436792" y="702380"/>
                </a:lnTo>
                <a:lnTo>
                  <a:pt x="438716" y="700253"/>
                </a:lnTo>
                <a:lnTo>
                  <a:pt x="440640" y="698117"/>
                </a:lnTo>
                <a:lnTo>
                  <a:pt x="442565" y="695970"/>
                </a:lnTo>
                <a:lnTo>
                  <a:pt x="444489" y="693813"/>
                </a:lnTo>
                <a:lnTo>
                  <a:pt x="446413" y="691647"/>
                </a:lnTo>
                <a:lnTo>
                  <a:pt x="448337" y="689480"/>
                </a:lnTo>
                <a:lnTo>
                  <a:pt x="450261" y="687284"/>
                </a:lnTo>
                <a:lnTo>
                  <a:pt x="452186" y="685087"/>
                </a:lnTo>
                <a:lnTo>
                  <a:pt x="454110" y="682881"/>
                </a:lnTo>
                <a:lnTo>
                  <a:pt x="456034" y="680665"/>
                </a:lnTo>
                <a:lnTo>
                  <a:pt x="457959" y="678439"/>
                </a:lnTo>
                <a:lnTo>
                  <a:pt x="459883" y="676203"/>
                </a:lnTo>
                <a:lnTo>
                  <a:pt x="461807" y="673947"/>
                </a:lnTo>
                <a:lnTo>
                  <a:pt x="463731" y="671691"/>
                </a:lnTo>
                <a:lnTo>
                  <a:pt x="465655" y="669425"/>
                </a:lnTo>
                <a:lnTo>
                  <a:pt x="467579" y="667149"/>
                </a:lnTo>
                <a:lnTo>
                  <a:pt x="469503" y="664853"/>
                </a:lnTo>
                <a:lnTo>
                  <a:pt x="471427" y="662557"/>
                </a:lnTo>
                <a:lnTo>
                  <a:pt x="473352" y="660241"/>
                </a:lnTo>
                <a:lnTo>
                  <a:pt x="475276" y="657926"/>
                </a:lnTo>
                <a:lnTo>
                  <a:pt x="477200" y="655600"/>
                </a:lnTo>
                <a:lnTo>
                  <a:pt x="479125" y="653255"/>
                </a:lnTo>
                <a:lnTo>
                  <a:pt x="481049" y="650909"/>
                </a:lnTo>
                <a:lnTo>
                  <a:pt x="482973" y="648554"/>
                </a:lnTo>
                <a:lnTo>
                  <a:pt x="484897" y="646179"/>
                </a:lnTo>
                <a:lnTo>
                  <a:pt x="486821" y="643803"/>
                </a:lnTo>
                <a:lnTo>
                  <a:pt x="488746" y="641418"/>
                </a:lnTo>
                <a:lnTo>
                  <a:pt x="490670" y="639023"/>
                </a:lnTo>
                <a:lnTo>
                  <a:pt x="492594" y="636618"/>
                </a:lnTo>
                <a:lnTo>
                  <a:pt x="494518" y="634193"/>
                </a:lnTo>
                <a:lnTo>
                  <a:pt x="496442" y="631768"/>
                </a:lnTo>
                <a:lnTo>
                  <a:pt x="498366" y="629333"/>
                </a:lnTo>
                <a:lnTo>
                  <a:pt x="500290" y="626891"/>
                </a:lnTo>
                <a:lnTo>
                  <a:pt x="502214" y="624437"/>
                </a:lnTo>
                <a:lnTo>
                  <a:pt x="504139" y="621974"/>
                </a:lnTo>
                <a:lnTo>
                  <a:pt x="506063" y="619502"/>
                </a:lnTo>
                <a:lnTo>
                  <a:pt x="507988" y="617020"/>
                </a:lnTo>
                <a:lnTo>
                  <a:pt x="509912" y="614530"/>
                </a:lnTo>
                <a:lnTo>
                  <a:pt x="511836" y="612030"/>
                </a:lnTo>
                <a:lnTo>
                  <a:pt x="513760" y="609522"/>
                </a:lnTo>
                <a:lnTo>
                  <a:pt x="515684" y="607005"/>
                </a:lnTo>
                <a:lnTo>
                  <a:pt x="517608" y="604478"/>
                </a:lnTo>
                <a:lnTo>
                  <a:pt x="519533" y="601943"/>
                </a:lnTo>
                <a:lnTo>
                  <a:pt x="521457" y="599400"/>
                </a:lnTo>
                <a:lnTo>
                  <a:pt x="523381" y="596848"/>
                </a:lnTo>
                <a:lnTo>
                  <a:pt x="525305" y="594286"/>
                </a:lnTo>
                <a:lnTo>
                  <a:pt x="527229" y="591717"/>
                </a:lnTo>
                <a:lnTo>
                  <a:pt x="529153" y="589139"/>
                </a:lnTo>
                <a:lnTo>
                  <a:pt x="531077" y="586553"/>
                </a:lnTo>
                <a:lnTo>
                  <a:pt x="533002" y="583959"/>
                </a:lnTo>
                <a:lnTo>
                  <a:pt x="534927" y="581357"/>
                </a:lnTo>
                <a:lnTo>
                  <a:pt x="536851" y="578746"/>
                </a:lnTo>
                <a:lnTo>
                  <a:pt x="538775" y="576127"/>
                </a:lnTo>
                <a:lnTo>
                  <a:pt x="540699" y="573500"/>
                </a:lnTo>
                <a:lnTo>
                  <a:pt x="542623" y="570867"/>
                </a:lnTo>
                <a:lnTo>
                  <a:pt x="544547" y="568224"/>
                </a:lnTo>
                <a:lnTo>
                  <a:pt x="546471" y="565573"/>
                </a:lnTo>
                <a:lnTo>
                  <a:pt x="548395" y="562916"/>
                </a:lnTo>
                <a:lnTo>
                  <a:pt x="550320" y="560250"/>
                </a:lnTo>
                <a:lnTo>
                  <a:pt x="552244" y="557578"/>
                </a:lnTo>
                <a:lnTo>
                  <a:pt x="554168" y="554898"/>
                </a:lnTo>
                <a:lnTo>
                  <a:pt x="556092" y="552210"/>
                </a:lnTo>
                <a:lnTo>
                  <a:pt x="558016" y="549516"/>
                </a:lnTo>
                <a:lnTo>
                  <a:pt x="559940" y="546814"/>
                </a:lnTo>
                <a:lnTo>
                  <a:pt x="561865" y="544105"/>
                </a:lnTo>
                <a:lnTo>
                  <a:pt x="563789" y="541389"/>
                </a:lnTo>
                <a:lnTo>
                  <a:pt x="565714" y="538666"/>
                </a:lnTo>
                <a:lnTo>
                  <a:pt x="567638" y="535937"/>
                </a:lnTo>
                <a:lnTo>
                  <a:pt x="569562" y="533200"/>
                </a:lnTo>
                <a:lnTo>
                  <a:pt x="571486" y="530458"/>
                </a:lnTo>
                <a:lnTo>
                  <a:pt x="573410" y="527708"/>
                </a:lnTo>
                <a:lnTo>
                  <a:pt x="575334" y="524953"/>
                </a:lnTo>
                <a:lnTo>
                  <a:pt x="577258" y="522191"/>
                </a:lnTo>
                <a:lnTo>
                  <a:pt x="579182" y="519423"/>
                </a:lnTo>
                <a:lnTo>
                  <a:pt x="581107" y="516649"/>
                </a:lnTo>
                <a:lnTo>
                  <a:pt x="583031" y="513868"/>
                </a:lnTo>
                <a:lnTo>
                  <a:pt x="584955" y="511082"/>
                </a:lnTo>
                <a:lnTo>
                  <a:pt x="586879" y="508291"/>
                </a:lnTo>
                <a:lnTo>
                  <a:pt x="588804" y="505493"/>
                </a:lnTo>
                <a:lnTo>
                  <a:pt x="590728" y="502689"/>
                </a:lnTo>
                <a:lnTo>
                  <a:pt x="592652" y="499881"/>
                </a:lnTo>
                <a:lnTo>
                  <a:pt x="594576" y="497067"/>
                </a:lnTo>
                <a:lnTo>
                  <a:pt x="596500" y="494248"/>
                </a:lnTo>
                <a:lnTo>
                  <a:pt x="598425" y="491423"/>
                </a:lnTo>
                <a:lnTo>
                  <a:pt x="600349" y="488594"/>
                </a:lnTo>
                <a:lnTo>
                  <a:pt x="602273" y="485760"/>
                </a:lnTo>
                <a:lnTo>
                  <a:pt x="604197" y="482921"/>
                </a:lnTo>
                <a:lnTo>
                  <a:pt x="606121" y="480077"/>
                </a:lnTo>
                <a:lnTo>
                  <a:pt x="608045" y="477228"/>
                </a:lnTo>
                <a:lnTo>
                  <a:pt x="609969" y="474376"/>
                </a:lnTo>
                <a:lnTo>
                  <a:pt x="611893" y="471519"/>
                </a:lnTo>
                <a:lnTo>
                  <a:pt x="613818" y="468657"/>
                </a:lnTo>
                <a:lnTo>
                  <a:pt x="615743" y="465792"/>
                </a:lnTo>
                <a:lnTo>
                  <a:pt x="617667" y="462922"/>
                </a:lnTo>
                <a:lnTo>
                  <a:pt x="619591" y="460049"/>
                </a:lnTo>
                <a:lnTo>
                  <a:pt x="621515" y="457172"/>
                </a:lnTo>
                <a:lnTo>
                  <a:pt x="623439" y="454291"/>
                </a:lnTo>
                <a:lnTo>
                  <a:pt x="625363" y="451407"/>
                </a:lnTo>
                <a:lnTo>
                  <a:pt x="627287" y="448519"/>
                </a:lnTo>
                <a:lnTo>
                  <a:pt x="629212" y="445628"/>
                </a:lnTo>
                <a:lnTo>
                  <a:pt x="631136" y="442734"/>
                </a:lnTo>
                <a:lnTo>
                  <a:pt x="633060" y="439838"/>
                </a:lnTo>
                <a:lnTo>
                  <a:pt x="634984" y="436938"/>
                </a:lnTo>
                <a:lnTo>
                  <a:pt x="636909" y="434035"/>
                </a:lnTo>
                <a:lnTo>
                  <a:pt x="638837" y="431130"/>
                </a:lnTo>
                <a:lnTo>
                  <a:pt x="640755" y="428223"/>
                </a:lnTo>
                <a:lnTo>
                  <a:pt x="642684" y="425313"/>
                </a:lnTo>
                <a:lnTo>
                  <a:pt x="644602" y="422400"/>
                </a:lnTo>
                <a:lnTo>
                  <a:pt x="646530" y="419486"/>
                </a:lnTo>
                <a:lnTo>
                  <a:pt x="648458" y="416570"/>
                </a:lnTo>
                <a:lnTo>
                  <a:pt x="650376" y="413652"/>
                </a:lnTo>
                <a:lnTo>
                  <a:pt x="652304" y="410732"/>
                </a:lnTo>
                <a:lnTo>
                  <a:pt x="654222" y="407812"/>
                </a:lnTo>
                <a:lnTo>
                  <a:pt x="656150" y="404890"/>
                </a:lnTo>
                <a:lnTo>
                  <a:pt x="658078" y="401966"/>
                </a:lnTo>
                <a:lnTo>
                  <a:pt x="659996" y="399041"/>
                </a:lnTo>
                <a:lnTo>
                  <a:pt x="661924" y="396115"/>
                </a:lnTo>
                <a:lnTo>
                  <a:pt x="663842" y="393188"/>
                </a:lnTo>
                <a:lnTo>
                  <a:pt x="665770" y="390261"/>
                </a:lnTo>
                <a:lnTo>
                  <a:pt x="667698" y="387334"/>
                </a:lnTo>
                <a:lnTo>
                  <a:pt x="669617" y="384406"/>
                </a:lnTo>
                <a:lnTo>
                  <a:pt x="671545" y="381477"/>
                </a:lnTo>
                <a:lnTo>
                  <a:pt x="673473" y="378549"/>
                </a:lnTo>
                <a:lnTo>
                  <a:pt x="675391" y="375620"/>
                </a:lnTo>
                <a:lnTo>
                  <a:pt x="677319" y="372692"/>
                </a:lnTo>
                <a:lnTo>
                  <a:pt x="679237" y="369764"/>
                </a:lnTo>
                <a:lnTo>
                  <a:pt x="681165" y="366837"/>
                </a:lnTo>
                <a:lnTo>
                  <a:pt x="683093" y="363910"/>
                </a:lnTo>
                <a:lnTo>
                  <a:pt x="685011" y="360984"/>
                </a:lnTo>
                <a:lnTo>
                  <a:pt x="686939" y="358059"/>
                </a:lnTo>
                <a:lnTo>
                  <a:pt x="688857" y="355135"/>
                </a:lnTo>
                <a:lnTo>
                  <a:pt x="690785" y="352212"/>
                </a:lnTo>
                <a:lnTo>
                  <a:pt x="692713" y="349291"/>
                </a:lnTo>
                <a:lnTo>
                  <a:pt x="694631" y="346371"/>
                </a:lnTo>
                <a:lnTo>
                  <a:pt x="696560" y="343454"/>
                </a:lnTo>
                <a:lnTo>
                  <a:pt x="698487" y="340538"/>
                </a:lnTo>
                <a:lnTo>
                  <a:pt x="700406" y="337623"/>
                </a:lnTo>
                <a:lnTo>
                  <a:pt x="702334" y="334711"/>
                </a:lnTo>
                <a:lnTo>
                  <a:pt x="704252" y="331802"/>
                </a:lnTo>
                <a:lnTo>
                  <a:pt x="706180" y="328895"/>
                </a:lnTo>
                <a:lnTo>
                  <a:pt x="708108" y="325990"/>
                </a:lnTo>
                <a:lnTo>
                  <a:pt x="710026" y="323088"/>
                </a:lnTo>
                <a:lnTo>
                  <a:pt x="711954" y="320190"/>
                </a:lnTo>
                <a:lnTo>
                  <a:pt x="713872" y="317294"/>
                </a:lnTo>
                <a:lnTo>
                  <a:pt x="715800" y="314402"/>
                </a:lnTo>
                <a:lnTo>
                  <a:pt x="717728" y="311513"/>
                </a:lnTo>
                <a:lnTo>
                  <a:pt x="719646" y="308627"/>
                </a:lnTo>
                <a:lnTo>
                  <a:pt x="721574" y="305746"/>
                </a:lnTo>
                <a:lnTo>
                  <a:pt x="723493" y="302868"/>
                </a:lnTo>
                <a:lnTo>
                  <a:pt x="725420" y="299995"/>
                </a:lnTo>
                <a:lnTo>
                  <a:pt x="727349" y="297126"/>
                </a:lnTo>
                <a:lnTo>
                  <a:pt x="729267" y="294261"/>
                </a:lnTo>
                <a:lnTo>
                  <a:pt x="731195" y="291400"/>
                </a:lnTo>
                <a:lnTo>
                  <a:pt x="733123" y="288545"/>
                </a:lnTo>
                <a:lnTo>
                  <a:pt x="735041" y="285695"/>
                </a:lnTo>
                <a:lnTo>
                  <a:pt x="736969" y="282849"/>
                </a:lnTo>
                <a:lnTo>
                  <a:pt x="738887" y="280009"/>
                </a:lnTo>
                <a:lnTo>
                  <a:pt x="740815" y="277174"/>
                </a:lnTo>
                <a:lnTo>
                  <a:pt x="742743" y="274344"/>
                </a:lnTo>
                <a:lnTo>
                  <a:pt x="744661" y="271521"/>
                </a:lnTo>
                <a:lnTo>
                  <a:pt x="746589" y="268703"/>
                </a:lnTo>
                <a:lnTo>
                  <a:pt x="748507" y="265891"/>
                </a:lnTo>
                <a:lnTo>
                  <a:pt x="750435" y="263086"/>
                </a:lnTo>
                <a:lnTo>
                  <a:pt x="752363" y="260286"/>
                </a:lnTo>
                <a:lnTo>
                  <a:pt x="754282" y="257494"/>
                </a:lnTo>
                <a:lnTo>
                  <a:pt x="756210" y="254708"/>
                </a:lnTo>
                <a:lnTo>
                  <a:pt x="758128" y="251929"/>
                </a:lnTo>
                <a:lnTo>
                  <a:pt x="760056" y="249157"/>
                </a:lnTo>
                <a:lnTo>
                  <a:pt x="761984" y="246392"/>
                </a:lnTo>
                <a:lnTo>
                  <a:pt x="763902" y="243634"/>
                </a:lnTo>
                <a:lnTo>
                  <a:pt x="765830" y="240885"/>
                </a:lnTo>
                <a:lnTo>
                  <a:pt x="767758" y="238142"/>
                </a:lnTo>
                <a:lnTo>
                  <a:pt x="769676" y="235408"/>
                </a:lnTo>
                <a:lnTo>
                  <a:pt x="771604" y="232682"/>
                </a:lnTo>
                <a:lnTo>
                  <a:pt x="773522" y="229964"/>
                </a:lnTo>
                <a:lnTo>
                  <a:pt x="775450" y="227255"/>
                </a:lnTo>
                <a:lnTo>
                  <a:pt x="777378" y="224554"/>
                </a:lnTo>
                <a:lnTo>
                  <a:pt x="779297" y="221861"/>
                </a:lnTo>
                <a:lnTo>
                  <a:pt x="781225" y="219178"/>
                </a:lnTo>
                <a:lnTo>
                  <a:pt x="783143" y="216504"/>
                </a:lnTo>
                <a:lnTo>
                  <a:pt x="785071" y="213839"/>
                </a:lnTo>
                <a:lnTo>
                  <a:pt x="786999" y="211183"/>
                </a:lnTo>
                <a:lnTo>
                  <a:pt x="788917" y="208537"/>
                </a:lnTo>
                <a:lnTo>
                  <a:pt x="790845" y="205900"/>
                </a:lnTo>
                <a:lnTo>
                  <a:pt x="792773" y="203274"/>
                </a:lnTo>
                <a:lnTo>
                  <a:pt x="794691" y="200657"/>
                </a:lnTo>
                <a:lnTo>
                  <a:pt x="796619" y="198050"/>
                </a:lnTo>
                <a:lnTo>
                  <a:pt x="798537" y="195454"/>
                </a:lnTo>
                <a:lnTo>
                  <a:pt x="800465" y="192869"/>
                </a:lnTo>
                <a:lnTo>
                  <a:pt x="802393" y="190294"/>
                </a:lnTo>
                <a:lnTo>
                  <a:pt x="804311" y="187730"/>
                </a:lnTo>
                <a:lnTo>
                  <a:pt x="806239" y="185178"/>
                </a:lnTo>
                <a:lnTo>
                  <a:pt x="808158" y="182636"/>
                </a:lnTo>
                <a:lnTo>
                  <a:pt x="810086" y="180105"/>
                </a:lnTo>
                <a:lnTo>
                  <a:pt x="812014" y="177587"/>
                </a:lnTo>
                <a:lnTo>
                  <a:pt x="813932" y="175080"/>
                </a:lnTo>
                <a:lnTo>
                  <a:pt x="815860" y="172585"/>
                </a:lnTo>
                <a:lnTo>
                  <a:pt x="817778" y="170101"/>
                </a:lnTo>
                <a:lnTo>
                  <a:pt x="819706" y="167631"/>
                </a:lnTo>
                <a:lnTo>
                  <a:pt x="821634" y="165172"/>
                </a:lnTo>
                <a:lnTo>
                  <a:pt x="823552" y="162726"/>
                </a:lnTo>
                <a:lnTo>
                  <a:pt x="825480" y="160292"/>
                </a:lnTo>
                <a:lnTo>
                  <a:pt x="827408" y="157871"/>
                </a:lnTo>
                <a:lnTo>
                  <a:pt x="829326" y="155464"/>
                </a:lnTo>
                <a:lnTo>
                  <a:pt x="831254" y="153070"/>
                </a:lnTo>
                <a:lnTo>
                  <a:pt x="833172" y="150689"/>
                </a:lnTo>
                <a:lnTo>
                  <a:pt x="835100" y="148320"/>
                </a:lnTo>
                <a:lnTo>
                  <a:pt x="837029" y="145966"/>
                </a:lnTo>
                <a:lnTo>
                  <a:pt x="838947" y="143627"/>
                </a:lnTo>
                <a:lnTo>
                  <a:pt x="840875" y="141300"/>
                </a:lnTo>
                <a:lnTo>
                  <a:pt x="842793" y="138987"/>
                </a:lnTo>
                <a:lnTo>
                  <a:pt x="844721" y="136690"/>
                </a:lnTo>
                <a:lnTo>
                  <a:pt x="846649" y="134406"/>
                </a:lnTo>
                <a:lnTo>
                  <a:pt x="848567" y="132137"/>
                </a:lnTo>
                <a:lnTo>
                  <a:pt x="850495" y="129882"/>
                </a:lnTo>
                <a:lnTo>
                  <a:pt x="852423" y="127643"/>
                </a:lnTo>
                <a:lnTo>
                  <a:pt x="854341" y="125418"/>
                </a:lnTo>
                <a:lnTo>
                  <a:pt x="856269" y="123209"/>
                </a:lnTo>
                <a:lnTo>
                  <a:pt x="858187" y="121015"/>
                </a:lnTo>
                <a:lnTo>
                  <a:pt x="860115" y="118836"/>
                </a:lnTo>
                <a:lnTo>
                  <a:pt x="862044" y="116674"/>
                </a:lnTo>
                <a:lnTo>
                  <a:pt x="863962" y="114526"/>
                </a:lnTo>
                <a:lnTo>
                  <a:pt x="865890" y="112395"/>
                </a:lnTo>
                <a:lnTo>
                  <a:pt x="867808" y="110279"/>
                </a:lnTo>
                <a:lnTo>
                  <a:pt x="869736" y="108180"/>
                </a:lnTo>
                <a:lnTo>
                  <a:pt x="871664" y="106098"/>
                </a:lnTo>
                <a:lnTo>
                  <a:pt x="873582" y="104032"/>
                </a:lnTo>
                <a:lnTo>
                  <a:pt x="875510" y="101983"/>
                </a:lnTo>
                <a:lnTo>
                  <a:pt x="877428" y="99949"/>
                </a:lnTo>
                <a:lnTo>
                  <a:pt x="879356" y="97934"/>
                </a:lnTo>
                <a:lnTo>
                  <a:pt x="881284" y="95935"/>
                </a:lnTo>
                <a:lnTo>
                  <a:pt x="883202" y="93953"/>
                </a:lnTo>
                <a:lnTo>
                  <a:pt x="885130" y="91990"/>
                </a:lnTo>
                <a:lnTo>
                  <a:pt x="887058" y="90043"/>
                </a:lnTo>
                <a:lnTo>
                  <a:pt x="888977" y="88114"/>
                </a:lnTo>
                <a:lnTo>
                  <a:pt x="890905" y="86203"/>
                </a:lnTo>
                <a:lnTo>
                  <a:pt x="892823" y="84308"/>
                </a:lnTo>
                <a:lnTo>
                  <a:pt x="894751" y="82433"/>
                </a:lnTo>
                <a:lnTo>
                  <a:pt x="896679" y="80575"/>
                </a:lnTo>
                <a:lnTo>
                  <a:pt x="898597" y="78737"/>
                </a:lnTo>
                <a:lnTo>
                  <a:pt x="900525" y="76916"/>
                </a:lnTo>
                <a:lnTo>
                  <a:pt x="902443" y="75114"/>
                </a:lnTo>
                <a:lnTo>
                  <a:pt x="904371" y="73331"/>
                </a:lnTo>
                <a:lnTo>
                  <a:pt x="906299" y="71566"/>
                </a:lnTo>
                <a:lnTo>
                  <a:pt x="908217" y="69821"/>
                </a:lnTo>
                <a:lnTo>
                  <a:pt x="910145" y="68094"/>
                </a:lnTo>
                <a:lnTo>
                  <a:pt x="912063" y="66386"/>
                </a:lnTo>
                <a:lnTo>
                  <a:pt x="913991" y="64699"/>
                </a:lnTo>
                <a:lnTo>
                  <a:pt x="915919" y="63030"/>
                </a:lnTo>
                <a:lnTo>
                  <a:pt x="917838" y="61380"/>
                </a:lnTo>
                <a:lnTo>
                  <a:pt x="919766" y="59751"/>
                </a:lnTo>
                <a:lnTo>
                  <a:pt x="921694" y="58142"/>
                </a:lnTo>
                <a:lnTo>
                  <a:pt x="923612" y="56551"/>
                </a:lnTo>
                <a:lnTo>
                  <a:pt x="925540" y="54981"/>
                </a:lnTo>
                <a:lnTo>
                  <a:pt x="927458" y="53432"/>
                </a:lnTo>
                <a:lnTo>
                  <a:pt x="929386" y="51902"/>
                </a:lnTo>
                <a:lnTo>
                  <a:pt x="931314" y="50393"/>
                </a:lnTo>
                <a:lnTo>
                  <a:pt x="933232" y="48904"/>
                </a:lnTo>
                <a:lnTo>
                  <a:pt x="935160" y="47436"/>
                </a:lnTo>
                <a:lnTo>
                  <a:pt x="937078" y="45988"/>
                </a:lnTo>
                <a:lnTo>
                  <a:pt x="939006" y="44562"/>
                </a:lnTo>
                <a:lnTo>
                  <a:pt x="940934" y="43155"/>
                </a:lnTo>
                <a:lnTo>
                  <a:pt x="942852" y="41771"/>
                </a:lnTo>
                <a:lnTo>
                  <a:pt x="944781" y="40406"/>
                </a:lnTo>
                <a:lnTo>
                  <a:pt x="946709" y="39064"/>
                </a:lnTo>
                <a:lnTo>
                  <a:pt x="948627" y="37743"/>
                </a:lnTo>
                <a:lnTo>
                  <a:pt x="950555" y="36443"/>
                </a:lnTo>
                <a:lnTo>
                  <a:pt x="952473" y="35164"/>
                </a:lnTo>
                <a:lnTo>
                  <a:pt x="954401" y="33907"/>
                </a:lnTo>
                <a:lnTo>
                  <a:pt x="956329" y="32671"/>
                </a:lnTo>
                <a:lnTo>
                  <a:pt x="958247" y="31458"/>
                </a:lnTo>
                <a:lnTo>
                  <a:pt x="960175" y="30266"/>
                </a:lnTo>
                <a:lnTo>
                  <a:pt x="962093" y="29096"/>
                </a:lnTo>
                <a:lnTo>
                  <a:pt x="964021" y="27948"/>
                </a:lnTo>
                <a:lnTo>
                  <a:pt x="965949" y="26823"/>
                </a:lnTo>
                <a:lnTo>
                  <a:pt x="967867" y="25719"/>
                </a:lnTo>
                <a:lnTo>
                  <a:pt x="969795" y="24637"/>
                </a:lnTo>
                <a:lnTo>
                  <a:pt x="971714" y="23578"/>
                </a:lnTo>
                <a:lnTo>
                  <a:pt x="973642" y="22541"/>
                </a:lnTo>
                <a:lnTo>
                  <a:pt x="975570" y="21528"/>
                </a:lnTo>
                <a:lnTo>
                  <a:pt x="977488" y="20536"/>
                </a:lnTo>
                <a:lnTo>
                  <a:pt x="979416" y="19567"/>
                </a:lnTo>
                <a:lnTo>
                  <a:pt x="981344" y="18621"/>
                </a:lnTo>
                <a:lnTo>
                  <a:pt x="983262" y="17696"/>
                </a:lnTo>
                <a:lnTo>
                  <a:pt x="985190" y="16796"/>
                </a:lnTo>
                <a:lnTo>
                  <a:pt x="987108" y="15918"/>
                </a:lnTo>
                <a:lnTo>
                  <a:pt x="989036" y="15064"/>
                </a:lnTo>
                <a:lnTo>
                  <a:pt x="990964" y="14232"/>
                </a:lnTo>
                <a:lnTo>
                  <a:pt x="992882" y="13423"/>
                </a:lnTo>
                <a:lnTo>
                  <a:pt x="994810" y="12638"/>
                </a:lnTo>
                <a:lnTo>
                  <a:pt x="996728" y="11875"/>
                </a:lnTo>
                <a:lnTo>
                  <a:pt x="998657" y="11136"/>
                </a:lnTo>
                <a:lnTo>
                  <a:pt x="1000585" y="10420"/>
                </a:lnTo>
                <a:lnTo>
                  <a:pt x="1002503" y="9729"/>
                </a:lnTo>
                <a:lnTo>
                  <a:pt x="1004431" y="9060"/>
                </a:lnTo>
                <a:lnTo>
                  <a:pt x="1006359" y="8414"/>
                </a:lnTo>
                <a:lnTo>
                  <a:pt x="1008277" y="7793"/>
                </a:lnTo>
                <a:lnTo>
                  <a:pt x="1010205" y="7194"/>
                </a:lnTo>
                <a:lnTo>
                  <a:pt x="1012123" y="6619"/>
                </a:lnTo>
                <a:lnTo>
                  <a:pt x="1014051" y="6068"/>
                </a:lnTo>
                <a:lnTo>
                  <a:pt x="1015979" y="5542"/>
                </a:lnTo>
                <a:lnTo>
                  <a:pt x="1017897" y="5038"/>
                </a:lnTo>
                <a:lnTo>
                  <a:pt x="1019825" y="4558"/>
                </a:lnTo>
                <a:lnTo>
                  <a:pt x="1021743" y="4103"/>
                </a:lnTo>
                <a:lnTo>
                  <a:pt x="1023671" y="3670"/>
                </a:lnTo>
                <a:lnTo>
                  <a:pt x="1025599" y="3262"/>
                </a:lnTo>
                <a:lnTo>
                  <a:pt x="1027518" y="2878"/>
                </a:lnTo>
                <a:lnTo>
                  <a:pt x="1029446" y="2517"/>
                </a:lnTo>
                <a:lnTo>
                  <a:pt x="1031364" y="2181"/>
                </a:lnTo>
                <a:lnTo>
                  <a:pt x="1033292" y="1869"/>
                </a:lnTo>
                <a:lnTo>
                  <a:pt x="1035220" y="1580"/>
                </a:lnTo>
                <a:lnTo>
                  <a:pt x="1037138" y="1317"/>
                </a:lnTo>
                <a:lnTo>
                  <a:pt x="1039066" y="1076"/>
                </a:lnTo>
                <a:lnTo>
                  <a:pt x="1040994" y="861"/>
                </a:lnTo>
                <a:lnTo>
                  <a:pt x="1042912" y="668"/>
                </a:lnTo>
                <a:lnTo>
                  <a:pt x="1044840" y="501"/>
                </a:lnTo>
                <a:lnTo>
                  <a:pt x="1046758" y="357"/>
                </a:lnTo>
                <a:lnTo>
                  <a:pt x="1048686" y="238"/>
                </a:lnTo>
                <a:lnTo>
                  <a:pt x="1050614" y="142"/>
                </a:lnTo>
                <a:lnTo>
                  <a:pt x="1052532" y="71"/>
                </a:lnTo>
                <a:lnTo>
                  <a:pt x="1054461" y="23"/>
                </a:lnTo>
                <a:lnTo>
                  <a:pt x="1056379" y="0"/>
                </a:lnTo>
                <a:lnTo>
                  <a:pt x="1058307" y="2"/>
                </a:lnTo>
                <a:lnTo>
                  <a:pt x="1060235" y="27"/>
                </a:lnTo>
                <a:lnTo>
                  <a:pt x="1062153" y="77"/>
                </a:lnTo>
                <a:lnTo>
                  <a:pt x="1064081" y="150"/>
                </a:lnTo>
                <a:lnTo>
                  <a:pt x="1065999" y="248"/>
                </a:lnTo>
                <a:lnTo>
                  <a:pt x="1067927" y="370"/>
                </a:lnTo>
                <a:lnTo>
                  <a:pt x="1069855" y="516"/>
                </a:lnTo>
                <a:lnTo>
                  <a:pt x="1071773" y="687"/>
                </a:lnTo>
                <a:lnTo>
                  <a:pt x="1073701" y="881"/>
                </a:lnTo>
                <a:lnTo>
                  <a:pt x="1075629" y="1099"/>
                </a:lnTo>
                <a:lnTo>
                  <a:pt x="1077547" y="1342"/>
                </a:lnTo>
                <a:lnTo>
                  <a:pt x="1079475" y="1608"/>
                </a:lnTo>
                <a:lnTo>
                  <a:pt x="1081394" y="1899"/>
                </a:lnTo>
                <a:lnTo>
                  <a:pt x="1083322" y="2214"/>
                </a:lnTo>
                <a:lnTo>
                  <a:pt x="1085250" y="2552"/>
                </a:lnTo>
                <a:lnTo>
                  <a:pt x="1087168" y="2915"/>
                </a:lnTo>
                <a:lnTo>
                  <a:pt x="1089096" y="3302"/>
                </a:lnTo>
                <a:lnTo>
                  <a:pt x="1091014" y="3712"/>
                </a:lnTo>
                <a:lnTo>
                  <a:pt x="1092942" y="4146"/>
                </a:lnTo>
                <a:lnTo>
                  <a:pt x="1094870" y="4604"/>
                </a:lnTo>
                <a:lnTo>
                  <a:pt x="1096788" y="5087"/>
                </a:lnTo>
                <a:lnTo>
                  <a:pt x="1098716" y="5593"/>
                </a:lnTo>
                <a:lnTo>
                  <a:pt x="1100644" y="6122"/>
                </a:lnTo>
                <a:lnTo>
                  <a:pt x="1102562" y="6676"/>
                </a:lnTo>
                <a:lnTo>
                  <a:pt x="1104490" y="7253"/>
                </a:lnTo>
                <a:lnTo>
                  <a:pt x="1106409" y="7853"/>
                </a:lnTo>
                <a:lnTo>
                  <a:pt x="1108337" y="8477"/>
                </a:lnTo>
                <a:lnTo>
                  <a:pt x="1110265" y="9125"/>
                </a:lnTo>
                <a:lnTo>
                  <a:pt x="1112183" y="9796"/>
                </a:lnTo>
                <a:lnTo>
                  <a:pt x="1114111" y="10491"/>
                </a:lnTo>
                <a:lnTo>
                  <a:pt x="1116029" y="11210"/>
                </a:lnTo>
                <a:lnTo>
                  <a:pt x="1117957" y="11951"/>
                </a:lnTo>
                <a:lnTo>
                  <a:pt x="1119885" y="12715"/>
                </a:lnTo>
                <a:lnTo>
                  <a:pt x="1121803" y="13503"/>
                </a:lnTo>
                <a:lnTo>
                  <a:pt x="1123731" y="14314"/>
                </a:lnTo>
                <a:lnTo>
                  <a:pt x="1125649" y="15148"/>
                </a:lnTo>
                <a:lnTo>
                  <a:pt x="1127577" y="16005"/>
                </a:lnTo>
                <a:lnTo>
                  <a:pt x="1129505" y="16885"/>
                </a:lnTo>
                <a:lnTo>
                  <a:pt x="1131423" y="17788"/>
                </a:lnTo>
                <a:lnTo>
                  <a:pt x="1133351" y="18714"/>
                </a:lnTo>
                <a:lnTo>
                  <a:pt x="1135279" y="19662"/>
                </a:lnTo>
                <a:lnTo>
                  <a:pt x="1137198" y="20634"/>
                </a:lnTo>
                <a:lnTo>
                  <a:pt x="1139126" y="21628"/>
                </a:lnTo>
                <a:lnTo>
                  <a:pt x="1141044" y="22644"/>
                </a:lnTo>
                <a:lnTo>
                  <a:pt x="1142972" y="23683"/>
                </a:lnTo>
                <a:lnTo>
                  <a:pt x="1144900" y="24745"/>
                </a:lnTo>
                <a:lnTo>
                  <a:pt x="1146818" y="25828"/>
                </a:lnTo>
                <a:lnTo>
                  <a:pt x="1148746" y="26934"/>
                </a:lnTo>
                <a:lnTo>
                  <a:pt x="1150664" y="28062"/>
                </a:lnTo>
                <a:lnTo>
                  <a:pt x="1152592" y="29212"/>
                </a:lnTo>
                <a:lnTo>
                  <a:pt x="1154520" y="30385"/>
                </a:lnTo>
                <a:lnTo>
                  <a:pt x="1156438" y="31578"/>
                </a:lnTo>
                <a:lnTo>
                  <a:pt x="1158366" y="32794"/>
                </a:lnTo>
                <a:lnTo>
                  <a:pt x="1160284" y="34032"/>
                </a:lnTo>
                <a:lnTo>
                  <a:pt x="1162212" y="35291"/>
                </a:lnTo>
                <a:lnTo>
                  <a:pt x="1164141" y="36571"/>
                </a:lnTo>
                <a:lnTo>
                  <a:pt x="1166059" y="37874"/>
                </a:lnTo>
                <a:lnTo>
                  <a:pt x="1167987" y="39197"/>
                </a:lnTo>
                <a:lnTo>
                  <a:pt x="1169915" y="40543"/>
                </a:lnTo>
                <a:lnTo>
                  <a:pt x="1171833" y="41908"/>
                </a:lnTo>
                <a:lnTo>
                  <a:pt x="1173761" y="43296"/>
                </a:lnTo>
                <a:lnTo>
                  <a:pt x="1175679" y="44703"/>
                </a:lnTo>
                <a:lnTo>
                  <a:pt x="1177607" y="46132"/>
                </a:lnTo>
                <a:lnTo>
                  <a:pt x="1179535" y="47582"/>
                </a:lnTo>
                <a:lnTo>
                  <a:pt x="1181453" y="49052"/>
                </a:lnTo>
                <a:lnTo>
                  <a:pt x="1183381" y="50543"/>
                </a:lnTo>
                <a:lnTo>
                  <a:pt x="1185299" y="52054"/>
                </a:lnTo>
                <a:lnTo>
                  <a:pt x="1187227" y="53586"/>
                </a:lnTo>
                <a:lnTo>
                  <a:pt x="1189155" y="55137"/>
                </a:lnTo>
                <a:lnTo>
                  <a:pt x="1191074" y="56709"/>
                </a:lnTo>
                <a:lnTo>
                  <a:pt x="1193002" y="58302"/>
                </a:lnTo>
                <a:lnTo>
                  <a:pt x="1194930" y="59914"/>
                </a:lnTo>
                <a:lnTo>
                  <a:pt x="1196848" y="61544"/>
                </a:lnTo>
                <a:lnTo>
                  <a:pt x="1198776" y="63196"/>
                </a:lnTo>
                <a:lnTo>
                  <a:pt x="1200694" y="64867"/>
                </a:lnTo>
                <a:lnTo>
                  <a:pt x="1202622" y="66556"/>
                </a:lnTo>
                <a:lnTo>
                  <a:pt x="1204550" y="68266"/>
                </a:lnTo>
                <a:lnTo>
                  <a:pt x="1206468" y="69994"/>
                </a:lnTo>
                <a:lnTo>
                  <a:pt x="1208396" y="71742"/>
                </a:lnTo>
                <a:lnTo>
                  <a:pt x="1210314" y="73508"/>
                </a:lnTo>
                <a:lnTo>
                  <a:pt x="1212242" y="75293"/>
                </a:lnTo>
                <a:lnTo>
                  <a:pt x="1214170" y="77098"/>
                </a:lnTo>
                <a:lnTo>
                  <a:pt x="1216089" y="78920"/>
                </a:lnTo>
                <a:lnTo>
                  <a:pt x="1218017" y="80761"/>
                </a:lnTo>
                <a:lnTo>
                  <a:pt x="1219935" y="82620"/>
                </a:lnTo>
                <a:lnTo>
                  <a:pt x="1221863" y="84497"/>
                </a:lnTo>
                <a:lnTo>
                  <a:pt x="1223791" y="86392"/>
                </a:lnTo>
                <a:lnTo>
                  <a:pt x="1225709" y="88305"/>
                </a:lnTo>
                <a:lnTo>
                  <a:pt x="1227637" y="90237"/>
                </a:lnTo>
                <a:lnTo>
                  <a:pt x="1229565" y="92184"/>
                </a:lnTo>
                <a:lnTo>
                  <a:pt x="1231483" y="94151"/>
                </a:lnTo>
                <a:lnTo>
                  <a:pt x="1233411" y="96134"/>
                </a:lnTo>
                <a:lnTo>
                  <a:pt x="1235329" y="98135"/>
                </a:lnTo>
                <a:lnTo>
                  <a:pt x="1237257" y="100152"/>
                </a:lnTo>
                <a:lnTo>
                  <a:pt x="1239185" y="102186"/>
                </a:lnTo>
                <a:lnTo>
                  <a:pt x="1241103" y="104238"/>
                </a:lnTo>
                <a:lnTo>
                  <a:pt x="1243031" y="106306"/>
                </a:lnTo>
                <a:lnTo>
                  <a:pt x="1244950" y="108390"/>
                </a:lnTo>
                <a:lnTo>
                  <a:pt x="1246878" y="110490"/>
                </a:lnTo>
                <a:lnTo>
                  <a:pt x="1248806" y="112607"/>
                </a:lnTo>
                <a:lnTo>
                  <a:pt x="1250724" y="114740"/>
                </a:lnTo>
                <a:lnTo>
                  <a:pt x="1252652" y="116889"/>
                </a:lnTo>
                <a:lnTo>
                  <a:pt x="1254580" y="119053"/>
                </a:lnTo>
                <a:lnTo>
                  <a:pt x="1256498" y="121233"/>
                </a:lnTo>
                <a:lnTo>
                  <a:pt x="1258426" y="123429"/>
                </a:lnTo>
                <a:lnTo>
                  <a:pt x="1260344" y="125640"/>
                </a:lnTo>
                <a:lnTo>
                  <a:pt x="1262272" y="127866"/>
                </a:lnTo>
                <a:lnTo>
                  <a:pt x="1264200" y="130107"/>
                </a:lnTo>
                <a:lnTo>
                  <a:pt x="1266118" y="132362"/>
                </a:lnTo>
                <a:lnTo>
                  <a:pt x="1268046" y="134633"/>
                </a:lnTo>
                <a:lnTo>
                  <a:pt x="1269964" y="136918"/>
                </a:lnTo>
                <a:lnTo>
                  <a:pt x="1271892" y="139218"/>
                </a:lnTo>
                <a:lnTo>
                  <a:pt x="1273821" y="141531"/>
                </a:lnTo>
                <a:lnTo>
                  <a:pt x="1275739" y="143859"/>
                </a:lnTo>
                <a:lnTo>
                  <a:pt x="1277667" y="146202"/>
                </a:lnTo>
                <a:lnTo>
                  <a:pt x="1279585" y="148557"/>
                </a:lnTo>
                <a:lnTo>
                  <a:pt x="1281513" y="150926"/>
                </a:lnTo>
                <a:lnTo>
                  <a:pt x="1283441" y="153308"/>
                </a:lnTo>
                <a:lnTo>
                  <a:pt x="1285359" y="155705"/>
                </a:lnTo>
                <a:lnTo>
                  <a:pt x="1287287" y="158113"/>
                </a:lnTo>
                <a:lnTo>
                  <a:pt x="1289215" y="160535"/>
                </a:lnTo>
                <a:lnTo>
                  <a:pt x="1291133" y="162970"/>
                </a:lnTo>
                <a:lnTo>
                  <a:pt x="1293061" y="165417"/>
                </a:lnTo>
                <a:lnTo>
                  <a:pt x="1294979" y="167877"/>
                </a:lnTo>
                <a:lnTo>
                  <a:pt x="1296907" y="170349"/>
                </a:lnTo>
                <a:lnTo>
                  <a:pt x="1298836" y="172833"/>
                </a:lnTo>
                <a:lnTo>
                  <a:pt x="1300754" y="175330"/>
                </a:lnTo>
                <a:lnTo>
                  <a:pt x="1302682" y="177838"/>
                </a:lnTo>
                <a:lnTo>
                  <a:pt x="1304600" y="180358"/>
                </a:lnTo>
                <a:lnTo>
                  <a:pt x="1306528" y="182890"/>
                </a:lnTo>
                <a:lnTo>
                  <a:pt x="1308456" y="185432"/>
                </a:lnTo>
                <a:lnTo>
                  <a:pt x="1310374" y="187986"/>
                </a:lnTo>
                <a:lnTo>
                  <a:pt x="1312302" y="190552"/>
                </a:lnTo>
                <a:lnTo>
                  <a:pt x="1314220" y="193128"/>
                </a:lnTo>
                <a:lnTo>
                  <a:pt x="1316148" y="195714"/>
                </a:lnTo>
                <a:lnTo>
                  <a:pt x="1318076" y="198310"/>
                </a:lnTo>
                <a:lnTo>
                  <a:pt x="1319994" y="200918"/>
                </a:lnTo>
                <a:lnTo>
                  <a:pt x="1321922" y="203536"/>
                </a:lnTo>
                <a:lnTo>
                  <a:pt x="1323850" y="206164"/>
                </a:lnTo>
                <a:lnTo>
                  <a:pt x="1325769" y="208800"/>
                </a:lnTo>
                <a:lnTo>
                  <a:pt x="1327696" y="211448"/>
                </a:lnTo>
                <a:lnTo>
                  <a:pt x="1329615" y="214105"/>
                </a:lnTo>
                <a:lnTo>
                  <a:pt x="1331543" y="216771"/>
                </a:lnTo>
                <a:lnTo>
                  <a:pt x="1333471" y="219446"/>
                </a:lnTo>
                <a:lnTo>
                  <a:pt x="1335389" y="222131"/>
                </a:lnTo>
                <a:lnTo>
                  <a:pt x="1337317" y="224824"/>
                </a:lnTo>
                <a:lnTo>
                  <a:pt x="1339235" y="227525"/>
                </a:lnTo>
                <a:lnTo>
                  <a:pt x="1341163" y="230237"/>
                </a:lnTo>
                <a:lnTo>
                  <a:pt x="1343091" y="232955"/>
                </a:lnTo>
                <a:lnTo>
                  <a:pt x="1345009" y="235682"/>
                </a:lnTo>
                <a:lnTo>
                  <a:pt x="1346937" y="238417"/>
                </a:lnTo>
                <a:lnTo>
                  <a:pt x="1348865" y="241160"/>
                </a:lnTo>
                <a:lnTo>
                  <a:pt x="1350783" y="243911"/>
                </a:lnTo>
                <a:lnTo>
                  <a:pt x="1352711" y="246669"/>
                </a:lnTo>
                <a:lnTo>
                  <a:pt x="1354629" y="249434"/>
                </a:lnTo>
                <a:lnTo>
                  <a:pt x="1356558" y="252206"/>
                </a:lnTo>
                <a:lnTo>
                  <a:pt x="1358486" y="254986"/>
                </a:lnTo>
                <a:lnTo>
                  <a:pt x="1360404" y="257773"/>
                </a:lnTo>
                <a:lnTo>
                  <a:pt x="1362332" y="260567"/>
                </a:lnTo>
                <a:lnTo>
                  <a:pt x="1364250" y="263366"/>
                </a:lnTo>
                <a:lnTo>
                  <a:pt x="1366178" y="266172"/>
                </a:lnTo>
                <a:lnTo>
                  <a:pt x="1368106" y="268984"/>
                </a:lnTo>
                <a:lnTo>
                  <a:pt x="1370024" y="271803"/>
                </a:lnTo>
                <a:lnTo>
                  <a:pt x="1371952" y="274627"/>
                </a:lnTo>
                <a:lnTo>
                  <a:pt x="1373870" y="277457"/>
                </a:lnTo>
                <a:lnTo>
                  <a:pt x="1375798" y="280292"/>
                </a:lnTo>
                <a:lnTo>
                  <a:pt x="1377726" y="283134"/>
                </a:lnTo>
                <a:lnTo>
                  <a:pt x="1379644" y="285979"/>
                </a:lnTo>
                <a:lnTo>
                  <a:pt x="1381573" y="288830"/>
                </a:lnTo>
                <a:lnTo>
                  <a:pt x="1383501" y="291687"/>
                </a:lnTo>
                <a:lnTo>
                  <a:pt x="1385419" y="294547"/>
                </a:lnTo>
                <a:lnTo>
                  <a:pt x="1387347" y="297413"/>
                </a:lnTo>
                <a:lnTo>
                  <a:pt x="1389265" y="300282"/>
                </a:lnTo>
                <a:lnTo>
                  <a:pt x="1391193" y="303156"/>
                </a:lnTo>
                <a:lnTo>
                  <a:pt x="1393121" y="306035"/>
                </a:lnTo>
                <a:lnTo>
                  <a:pt x="1395039" y="308916"/>
                </a:lnTo>
                <a:lnTo>
                  <a:pt x="1396967" y="311802"/>
                </a:lnTo>
                <a:lnTo>
                  <a:pt x="1398885" y="314691"/>
                </a:lnTo>
                <a:lnTo>
                  <a:pt x="1400813" y="317583"/>
                </a:lnTo>
                <a:lnTo>
                  <a:pt x="1402741" y="320479"/>
                </a:lnTo>
                <a:lnTo>
                  <a:pt x="1404659" y="323378"/>
                </a:lnTo>
                <a:lnTo>
                  <a:pt x="1406587" y="326280"/>
                </a:lnTo>
                <a:lnTo>
                  <a:pt x="1408515" y="329185"/>
                </a:lnTo>
                <a:lnTo>
                  <a:pt x="1410434" y="332092"/>
                </a:lnTo>
                <a:lnTo>
                  <a:pt x="1412362" y="335002"/>
                </a:lnTo>
                <a:lnTo>
                  <a:pt x="1414280" y="337914"/>
                </a:lnTo>
                <a:lnTo>
                  <a:pt x="1416208" y="340829"/>
                </a:lnTo>
                <a:lnTo>
                  <a:pt x="1418136" y="343745"/>
                </a:lnTo>
                <a:lnTo>
                  <a:pt x="1420054" y="346664"/>
                </a:lnTo>
                <a:lnTo>
                  <a:pt x="1421982" y="349584"/>
                </a:lnTo>
                <a:lnTo>
                  <a:pt x="1423900" y="352504"/>
                </a:lnTo>
                <a:lnTo>
                  <a:pt x="1425828" y="355427"/>
                </a:lnTo>
                <a:lnTo>
                  <a:pt x="1427756" y="358351"/>
                </a:lnTo>
                <a:lnTo>
                  <a:pt x="1429674" y="361276"/>
                </a:lnTo>
                <a:lnTo>
                  <a:pt x="1431602" y="364203"/>
                </a:lnTo>
                <a:lnTo>
                  <a:pt x="1433520" y="367130"/>
                </a:lnTo>
                <a:lnTo>
                  <a:pt x="1435448" y="370057"/>
                </a:lnTo>
                <a:lnTo>
                  <a:pt x="1437376" y="372985"/>
                </a:lnTo>
                <a:lnTo>
                  <a:pt x="1439295" y="375913"/>
                </a:lnTo>
                <a:lnTo>
                  <a:pt x="1441223" y="378841"/>
                </a:lnTo>
                <a:lnTo>
                  <a:pt x="1443151" y="381770"/>
                </a:lnTo>
                <a:lnTo>
                  <a:pt x="1445069" y="384698"/>
                </a:lnTo>
                <a:lnTo>
                  <a:pt x="1446997" y="387627"/>
                </a:lnTo>
                <a:lnTo>
                  <a:pt x="1448915" y="390555"/>
                </a:lnTo>
                <a:lnTo>
                  <a:pt x="1450843" y="393481"/>
                </a:lnTo>
                <a:lnTo>
                  <a:pt x="1452771" y="396408"/>
                </a:lnTo>
                <a:lnTo>
                  <a:pt x="1454689" y="399333"/>
                </a:lnTo>
                <a:lnTo>
                  <a:pt x="1456617" y="402258"/>
                </a:lnTo>
                <a:lnTo>
                  <a:pt x="1458535" y="405182"/>
                </a:lnTo>
                <a:lnTo>
                  <a:pt x="1460463" y="408104"/>
                </a:lnTo>
                <a:lnTo>
                  <a:pt x="1462391" y="411025"/>
                </a:lnTo>
                <a:lnTo>
                  <a:pt x="1464310" y="413945"/>
                </a:lnTo>
                <a:lnTo>
                  <a:pt x="1466238" y="416862"/>
                </a:lnTo>
                <a:lnTo>
                  <a:pt x="1468156" y="419778"/>
                </a:lnTo>
                <a:lnTo>
                  <a:pt x="1470084" y="422692"/>
                </a:lnTo>
                <a:lnTo>
                  <a:pt x="1472012" y="425604"/>
                </a:lnTo>
                <a:lnTo>
                  <a:pt x="1473930" y="428513"/>
                </a:lnTo>
                <a:lnTo>
                  <a:pt x="1475858" y="431421"/>
                </a:lnTo>
                <a:lnTo>
                  <a:pt x="1477786" y="434325"/>
                </a:lnTo>
                <a:lnTo>
                  <a:pt x="1479704" y="437228"/>
                </a:lnTo>
                <a:lnTo>
                  <a:pt x="1481632" y="440127"/>
                </a:lnTo>
                <a:lnTo>
                  <a:pt x="1483550" y="443024"/>
                </a:lnTo>
                <a:lnTo>
                  <a:pt x="1485478" y="445917"/>
                </a:lnTo>
                <a:lnTo>
                  <a:pt x="1487406" y="448808"/>
                </a:lnTo>
                <a:lnTo>
                  <a:pt x="1489324" y="451695"/>
                </a:lnTo>
                <a:lnTo>
                  <a:pt x="1491253" y="454580"/>
                </a:lnTo>
                <a:lnTo>
                  <a:pt x="1493171" y="457460"/>
                </a:lnTo>
                <a:lnTo>
                  <a:pt x="1495099" y="460336"/>
                </a:lnTo>
                <a:lnTo>
                  <a:pt x="1497027" y="463209"/>
                </a:lnTo>
                <a:lnTo>
                  <a:pt x="1498945" y="466078"/>
                </a:lnTo>
                <a:lnTo>
                  <a:pt x="1500873" y="468944"/>
                </a:lnTo>
                <a:lnTo>
                  <a:pt x="1502801" y="471805"/>
                </a:lnTo>
                <a:lnTo>
                  <a:pt x="1504719" y="474661"/>
                </a:lnTo>
                <a:lnTo>
                  <a:pt x="1506647" y="477513"/>
                </a:lnTo>
                <a:lnTo>
                  <a:pt x="1508565" y="480362"/>
                </a:lnTo>
                <a:lnTo>
                  <a:pt x="1510493" y="483205"/>
                </a:lnTo>
                <a:lnTo>
                  <a:pt x="1512421" y="486044"/>
                </a:lnTo>
                <a:lnTo>
                  <a:pt x="1514339" y="488877"/>
                </a:lnTo>
                <a:lnTo>
                  <a:pt x="1516267" y="491706"/>
                </a:lnTo>
                <a:lnTo>
                  <a:pt x="1518186" y="494530"/>
                </a:lnTo>
                <a:lnTo>
                  <a:pt x="1520114" y="497348"/>
                </a:lnTo>
                <a:lnTo>
                  <a:pt x="1522042" y="500162"/>
                </a:lnTo>
                <a:lnTo>
                  <a:pt x="1523960" y="502971"/>
                </a:lnTo>
                <a:lnTo>
                  <a:pt x="1525888" y="505773"/>
                </a:lnTo>
                <a:lnTo>
                  <a:pt x="1527806" y="508570"/>
                </a:lnTo>
                <a:lnTo>
                  <a:pt x="1529734" y="511362"/>
                </a:lnTo>
                <a:lnTo>
                  <a:pt x="1531662" y="514146"/>
                </a:lnTo>
                <a:lnTo>
                  <a:pt x="1533580" y="516926"/>
                </a:lnTo>
                <a:lnTo>
                  <a:pt x="1535508" y="519700"/>
                </a:lnTo>
                <a:lnTo>
                  <a:pt x="1537436" y="522468"/>
                </a:lnTo>
                <a:lnTo>
                  <a:pt x="1539354" y="525229"/>
                </a:lnTo>
                <a:lnTo>
                  <a:pt x="1541282" y="527983"/>
                </a:lnTo>
                <a:lnTo>
                  <a:pt x="1543200" y="530732"/>
                </a:lnTo>
                <a:lnTo>
                  <a:pt x="1545128" y="533474"/>
                </a:lnTo>
                <a:lnTo>
                  <a:pt x="1547056" y="536210"/>
                </a:lnTo>
                <a:lnTo>
                  <a:pt x="1548975" y="538939"/>
                </a:lnTo>
                <a:lnTo>
                  <a:pt x="1550903" y="541661"/>
                </a:lnTo>
                <a:lnTo>
                  <a:pt x="1552821" y="544376"/>
                </a:lnTo>
                <a:lnTo>
                  <a:pt x="1554749" y="547084"/>
                </a:lnTo>
                <a:lnTo>
                  <a:pt x="1556677" y="549785"/>
                </a:lnTo>
                <a:lnTo>
                  <a:pt x="1558595" y="552480"/>
                </a:lnTo>
                <a:lnTo>
                  <a:pt x="1560523" y="555166"/>
                </a:lnTo>
                <a:lnTo>
                  <a:pt x="1562441" y="557845"/>
                </a:lnTo>
                <a:lnTo>
                  <a:pt x="1564369" y="560518"/>
                </a:lnTo>
                <a:lnTo>
                  <a:pt x="1566297" y="563182"/>
                </a:lnTo>
                <a:lnTo>
                  <a:pt x="1568215" y="565839"/>
                </a:lnTo>
                <a:lnTo>
                  <a:pt x="1570143" y="568488"/>
                </a:lnTo>
                <a:lnTo>
                  <a:pt x="1572071" y="571130"/>
                </a:lnTo>
                <a:lnTo>
                  <a:pt x="1573990" y="573764"/>
                </a:lnTo>
                <a:lnTo>
                  <a:pt x="1575918" y="576389"/>
                </a:lnTo>
                <a:lnTo>
                  <a:pt x="1577836" y="579007"/>
                </a:lnTo>
                <a:lnTo>
                  <a:pt x="1579764" y="581617"/>
                </a:lnTo>
                <a:lnTo>
                  <a:pt x="1581692" y="584219"/>
                </a:lnTo>
                <a:lnTo>
                  <a:pt x="1583610" y="586813"/>
                </a:lnTo>
                <a:lnTo>
                  <a:pt x="1585538" y="589398"/>
                </a:lnTo>
                <a:lnTo>
                  <a:pt x="1587456" y="591975"/>
                </a:lnTo>
                <a:lnTo>
                  <a:pt x="1589384" y="594543"/>
                </a:lnTo>
                <a:lnTo>
                  <a:pt x="1591312" y="597103"/>
                </a:lnTo>
                <a:lnTo>
                  <a:pt x="1593230" y="599654"/>
                </a:lnTo>
                <a:lnTo>
                  <a:pt x="1595158" y="602197"/>
                </a:lnTo>
                <a:lnTo>
                  <a:pt x="1597086" y="604732"/>
                </a:lnTo>
                <a:lnTo>
                  <a:pt x="1599004" y="607257"/>
                </a:lnTo>
                <a:lnTo>
                  <a:pt x="1600933" y="609773"/>
                </a:lnTo>
                <a:lnTo>
                  <a:pt x="1602851" y="612281"/>
                </a:lnTo>
                <a:lnTo>
                  <a:pt x="1604779" y="614779"/>
                </a:lnTo>
                <a:lnTo>
                  <a:pt x="1606707" y="617269"/>
                </a:lnTo>
                <a:lnTo>
                  <a:pt x="1608625" y="619750"/>
                </a:lnTo>
                <a:lnTo>
                  <a:pt x="1610553" y="622221"/>
                </a:lnTo>
                <a:lnTo>
                  <a:pt x="1612471" y="624683"/>
                </a:lnTo>
                <a:lnTo>
                  <a:pt x="1614399" y="627136"/>
                </a:lnTo>
                <a:lnTo>
                  <a:pt x="1616327" y="629582"/>
                </a:lnTo>
                <a:lnTo>
                  <a:pt x="1618245" y="632017"/>
                </a:lnTo>
                <a:lnTo>
                  <a:pt x="1620173" y="634441"/>
                </a:lnTo>
                <a:lnTo>
                  <a:pt x="1622091" y="636856"/>
                </a:lnTo>
                <a:lnTo>
                  <a:pt x="1624019" y="639262"/>
                </a:lnTo>
                <a:lnTo>
                  <a:pt x="1625947" y="641657"/>
                </a:lnTo>
                <a:lnTo>
                  <a:pt x="1627866" y="644042"/>
                </a:lnTo>
                <a:lnTo>
                  <a:pt x="1629794" y="646417"/>
                </a:lnTo>
                <a:lnTo>
                  <a:pt x="1631722" y="648792"/>
                </a:lnTo>
                <a:lnTo>
                  <a:pt x="1633640" y="651148"/>
                </a:lnTo>
                <a:lnTo>
                  <a:pt x="1635568" y="653493"/>
                </a:lnTo>
                <a:lnTo>
                  <a:pt x="1637486" y="655829"/>
                </a:lnTo>
                <a:lnTo>
                  <a:pt x="1639414" y="658164"/>
                </a:lnTo>
                <a:lnTo>
                  <a:pt x="1641342" y="660480"/>
                </a:lnTo>
                <a:lnTo>
                  <a:pt x="1643260" y="662786"/>
                </a:lnTo>
                <a:lnTo>
                  <a:pt x="1645188" y="665081"/>
                </a:lnTo>
                <a:lnTo>
                  <a:pt x="1647106" y="667367"/>
                </a:lnTo>
                <a:lnTo>
                  <a:pt x="1649034" y="669653"/>
                </a:lnTo>
                <a:lnTo>
                  <a:pt x="1650962" y="671919"/>
                </a:lnTo>
                <a:lnTo>
                  <a:pt x="1652880" y="674175"/>
                </a:lnTo>
                <a:lnTo>
                  <a:pt x="1654808" y="676421"/>
                </a:lnTo>
                <a:lnTo>
                  <a:pt x="1656737" y="678657"/>
                </a:lnTo>
                <a:lnTo>
                  <a:pt x="1658655" y="680884"/>
                </a:lnTo>
                <a:lnTo>
                  <a:pt x="1660583" y="683110"/>
                </a:lnTo>
                <a:lnTo>
                  <a:pt x="1662501" y="685316"/>
                </a:lnTo>
                <a:lnTo>
                  <a:pt x="1664429" y="687512"/>
                </a:lnTo>
                <a:lnTo>
                  <a:pt x="1666357" y="689689"/>
                </a:lnTo>
                <a:lnTo>
                  <a:pt x="1668275" y="691865"/>
                </a:lnTo>
                <a:lnTo>
                  <a:pt x="1670203" y="694032"/>
                </a:lnTo>
                <a:lnTo>
                  <a:pt x="1672121" y="696189"/>
                </a:lnTo>
                <a:lnTo>
                  <a:pt x="1674049" y="698335"/>
                </a:lnTo>
                <a:lnTo>
                  <a:pt x="1675977" y="700462"/>
                </a:lnTo>
                <a:lnTo>
                  <a:pt x="1677895" y="702589"/>
                </a:lnTo>
                <a:lnTo>
                  <a:pt x="1679823" y="704706"/>
                </a:lnTo>
                <a:lnTo>
                  <a:pt x="1681741" y="706803"/>
                </a:lnTo>
                <a:lnTo>
                  <a:pt x="1683669" y="708890"/>
                </a:lnTo>
                <a:lnTo>
                  <a:pt x="1685598" y="710977"/>
                </a:lnTo>
                <a:lnTo>
                  <a:pt x="1687516" y="713044"/>
                </a:lnTo>
                <a:lnTo>
                  <a:pt x="1689444" y="715101"/>
                </a:lnTo>
                <a:lnTo>
                  <a:pt x="1691372" y="717149"/>
                </a:lnTo>
                <a:lnTo>
                  <a:pt x="1693290" y="719196"/>
                </a:lnTo>
                <a:lnTo>
                  <a:pt x="1695218" y="721223"/>
                </a:lnTo>
                <a:lnTo>
                  <a:pt x="1697136" y="723231"/>
                </a:lnTo>
                <a:lnTo>
                  <a:pt x="1699064" y="725239"/>
                </a:lnTo>
                <a:lnTo>
                  <a:pt x="1700992" y="727236"/>
                </a:lnTo>
                <a:lnTo>
                  <a:pt x="1702910" y="729224"/>
                </a:lnTo>
                <a:lnTo>
                  <a:pt x="1704838" y="731192"/>
                </a:lnTo>
                <a:lnTo>
                  <a:pt x="1706756" y="733159"/>
                </a:lnTo>
                <a:lnTo>
                  <a:pt x="1708685" y="735107"/>
                </a:lnTo>
                <a:lnTo>
                  <a:pt x="1710613" y="737055"/>
                </a:lnTo>
                <a:lnTo>
                  <a:pt x="1712531" y="738983"/>
                </a:lnTo>
                <a:lnTo>
                  <a:pt x="1714459" y="740901"/>
                </a:lnTo>
                <a:lnTo>
                  <a:pt x="1716377" y="742810"/>
                </a:lnTo>
                <a:lnTo>
                  <a:pt x="1718305" y="744708"/>
                </a:lnTo>
                <a:lnTo>
                  <a:pt x="1720233" y="746596"/>
                </a:lnTo>
                <a:lnTo>
                  <a:pt x="1722151" y="748474"/>
                </a:lnTo>
                <a:lnTo>
                  <a:pt x="1724079" y="750343"/>
                </a:lnTo>
                <a:lnTo>
                  <a:pt x="1726007" y="752201"/>
                </a:lnTo>
                <a:lnTo>
                  <a:pt x="1727925" y="754040"/>
                </a:lnTo>
                <a:lnTo>
                  <a:pt x="1729853" y="755878"/>
                </a:lnTo>
                <a:lnTo>
                  <a:pt x="1731771" y="757697"/>
                </a:lnTo>
                <a:lnTo>
                  <a:pt x="1733699" y="759506"/>
                </a:lnTo>
                <a:lnTo>
                  <a:pt x="1735627" y="761315"/>
                </a:lnTo>
                <a:lnTo>
                  <a:pt x="1737546" y="763104"/>
                </a:lnTo>
                <a:lnTo>
                  <a:pt x="1739474" y="764883"/>
                </a:lnTo>
                <a:lnTo>
                  <a:pt x="1741392" y="766652"/>
                </a:lnTo>
                <a:lnTo>
                  <a:pt x="1743320" y="768411"/>
                </a:lnTo>
                <a:lnTo>
                  <a:pt x="1745248" y="770160"/>
                </a:lnTo>
                <a:lnTo>
                  <a:pt x="1747166" y="771899"/>
                </a:lnTo>
                <a:lnTo>
                  <a:pt x="1749094" y="773619"/>
                </a:lnTo>
                <a:lnTo>
                  <a:pt x="1751022" y="775338"/>
                </a:lnTo>
                <a:lnTo>
                  <a:pt x="1752940" y="777037"/>
                </a:lnTo>
                <a:lnTo>
                  <a:pt x="1754868" y="778737"/>
                </a:lnTo>
                <a:lnTo>
                  <a:pt x="1756786" y="780416"/>
                </a:lnTo>
                <a:lnTo>
                  <a:pt x="1758714" y="782096"/>
                </a:lnTo>
                <a:lnTo>
                  <a:pt x="1760642" y="783756"/>
                </a:lnTo>
                <a:lnTo>
                  <a:pt x="1762560" y="785406"/>
                </a:lnTo>
                <a:lnTo>
                  <a:pt x="1764488" y="787045"/>
                </a:lnTo>
                <a:lnTo>
                  <a:pt x="1766406" y="788675"/>
                </a:lnTo>
                <a:lnTo>
                  <a:pt x="1768335" y="790295"/>
                </a:lnTo>
                <a:lnTo>
                  <a:pt x="1770263" y="791905"/>
                </a:lnTo>
                <a:lnTo>
                  <a:pt x="1772181" y="793505"/>
                </a:lnTo>
                <a:lnTo>
                  <a:pt x="1774109" y="795095"/>
                </a:lnTo>
                <a:lnTo>
                  <a:pt x="1776027" y="796666"/>
                </a:lnTo>
                <a:lnTo>
                  <a:pt x="1777955" y="798236"/>
                </a:lnTo>
                <a:lnTo>
                  <a:pt x="1779883" y="799796"/>
                </a:lnTo>
                <a:lnTo>
                  <a:pt x="1781801" y="801337"/>
                </a:lnTo>
                <a:lnTo>
                  <a:pt x="1783729" y="802877"/>
                </a:lnTo>
                <a:lnTo>
                  <a:pt x="1785657" y="804398"/>
                </a:lnTo>
                <a:lnTo>
                  <a:pt x="1787575" y="805918"/>
                </a:lnTo>
                <a:lnTo>
                  <a:pt x="1789503" y="807419"/>
                </a:lnTo>
                <a:lnTo>
                  <a:pt x="1791422" y="808910"/>
                </a:lnTo>
                <a:lnTo>
                  <a:pt x="1793350" y="810400"/>
                </a:lnTo>
                <a:lnTo>
                  <a:pt x="1795278" y="811871"/>
                </a:lnTo>
                <a:lnTo>
                  <a:pt x="1797196" y="813332"/>
                </a:lnTo>
                <a:lnTo>
                  <a:pt x="1799124" y="814783"/>
                </a:lnTo>
                <a:lnTo>
                  <a:pt x="1801042" y="816224"/>
                </a:lnTo>
                <a:lnTo>
                  <a:pt x="1802970" y="817665"/>
                </a:lnTo>
                <a:lnTo>
                  <a:pt x="1804898" y="819087"/>
                </a:lnTo>
                <a:lnTo>
                  <a:pt x="1806816" y="820498"/>
                </a:lnTo>
                <a:lnTo>
                  <a:pt x="1808744" y="821899"/>
                </a:lnTo>
                <a:lnTo>
                  <a:pt x="1810672" y="823291"/>
                </a:lnTo>
                <a:lnTo>
                  <a:pt x="1812590" y="824672"/>
                </a:lnTo>
                <a:lnTo>
                  <a:pt x="1814518" y="826044"/>
                </a:lnTo>
                <a:lnTo>
                  <a:pt x="1816436" y="827405"/>
                </a:lnTo>
                <a:lnTo>
                  <a:pt x="1818364" y="828757"/>
                </a:lnTo>
                <a:lnTo>
                  <a:pt x="1820293" y="830098"/>
                </a:lnTo>
                <a:lnTo>
                  <a:pt x="1822211" y="831430"/>
                </a:lnTo>
                <a:lnTo>
                  <a:pt x="1824139" y="832752"/>
                </a:lnTo>
                <a:lnTo>
                  <a:pt x="1826057" y="834064"/>
                </a:lnTo>
                <a:lnTo>
                  <a:pt x="1827985" y="835366"/>
                </a:lnTo>
                <a:lnTo>
                  <a:pt x="1829913" y="836658"/>
                </a:lnTo>
                <a:lnTo>
                  <a:pt x="1831831" y="837940"/>
                </a:lnTo>
                <a:lnTo>
                  <a:pt x="1833759" y="839212"/>
                </a:lnTo>
                <a:lnTo>
                  <a:pt x="1835677" y="840484"/>
                </a:lnTo>
                <a:lnTo>
                  <a:pt x="1837605" y="841736"/>
                </a:lnTo>
                <a:lnTo>
                  <a:pt x="1839533" y="842978"/>
                </a:lnTo>
                <a:lnTo>
                  <a:pt x="1841451" y="844211"/>
                </a:lnTo>
                <a:lnTo>
                  <a:pt x="1843379" y="845433"/>
                </a:lnTo>
                <a:lnTo>
                  <a:pt x="1845307" y="846656"/>
                </a:lnTo>
                <a:lnTo>
                  <a:pt x="1847225" y="847858"/>
                </a:lnTo>
                <a:lnTo>
                  <a:pt x="1849153" y="849061"/>
                </a:lnTo>
                <a:lnTo>
                  <a:pt x="1851072" y="850243"/>
                </a:lnTo>
                <a:lnTo>
                  <a:pt x="1853000" y="851426"/>
                </a:lnTo>
                <a:lnTo>
                  <a:pt x="1854928" y="852589"/>
                </a:lnTo>
                <a:lnTo>
                  <a:pt x="1856846" y="853752"/>
                </a:lnTo>
                <a:lnTo>
                  <a:pt x="1858774" y="854905"/>
                </a:lnTo>
                <a:lnTo>
                  <a:pt x="1860692" y="856038"/>
                </a:lnTo>
                <a:lnTo>
                  <a:pt x="1862620" y="857171"/>
                </a:lnTo>
                <a:lnTo>
                  <a:pt x="1864548" y="858294"/>
                </a:lnTo>
                <a:lnTo>
                  <a:pt x="1866466" y="859407"/>
                </a:lnTo>
                <a:lnTo>
                  <a:pt x="1868394" y="860510"/>
                </a:lnTo>
                <a:lnTo>
                  <a:pt x="1870312" y="861613"/>
                </a:lnTo>
                <a:lnTo>
                  <a:pt x="1872240" y="862696"/>
                </a:lnTo>
                <a:lnTo>
                  <a:pt x="1874169" y="863770"/>
                </a:lnTo>
                <a:lnTo>
                  <a:pt x="1876087" y="864843"/>
                </a:lnTo>
                <a:lnTo>
                  <a:pt x="1878015" y="865906"/>
                </a:lnTo>
                <a:lnTo>
                  <a:pt x="1879943" y="866950"/>
                </a:lnTo>
                <a:lnTo>
                  <a:pt x="1881861" y="867993"/>
                </a:lnTo>
                <a:lnTo>
                  <a:pt x="1883789" y="869027"/>
                </a:lnTo>
                <a:lnTo>
                  <a:pt x="1885707" y="870051"/>
                </a:lnTo>
                <a:lnTo>
                  <a:pt x="1887635" y="871074"/>
                </a:lnTo>
                <a:lnTo>
                  <a:pt x="1889563" y="872078"/>
                </a:lnTo>
                <a:lnTo>
                  <a:pt x="1891481" y="873082"/>
                </a:lnTo>
                <a:lnTo>
                  <a:pt x="1893409" y="874066"/>
                </a:lnTo>
                <a:lnTo>
                  <a:pt x="1895327" y="875050"/>
                </a:lnTo>
                <a:lnTo>
                  <a:pt x="1897255" y="876024"/>
                </a:lnTo>
                <a:lnTo>
                  <a:pt x="1899183" y="876988"/>
                </a:lnTo>
                <a:lnTo>
                  <a:pt x="1901101" y="877952"/>
                </a:lnTo>
                <a:lnTo>
                  <a:pt x="1903030" y="878896"/>
                </a:lnTo>
                <a:lnTo>
                  <a:pt x="1904958" y="879840"/>
                </a:lnTo>
                <a:lnTo>
                  <a:pt x="1906876" y="880764"/>
                </a:lnTo>
                <a:lnTo>
                  <a:pt x="1908804" y="881689"/>
                </a:lnTo>
                <a:lnTo>
                  <a:pt x="1910722" y="882613"/>
                </a:lnTo>
                <a:lnTo>
                  <a:pt x="1912650" y="883517"/>
                </a:lnTo>
                <a:lnTo>
                  <a:pt x="1914578" y="884422"/>
                </a:lnTo>
                <a:lnTo>
                  <a:pt x="1916496" y="885306"/>
                </a:lnTo>
                <a:lnTo>
                  <a:pt x="1918424" y="886191"/>
                </a:lnTo>
                <a:lnTo>
                  <a:pt x="1920342" y="887065"/>
                </a:lnTo>
                <a:lnTo>
                  <a:pt x="1922270" y="887940"/>
                </a:lnTo>
              </a:path>
            </a:pathLst>
          </a:custGeom>
          <a:noFill/>
          <a:ln w="3969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2C63F730-3750-76AB-00B0-C7D7C58BE588}"/>
              </a:ext>
            </a:extLst>
          </p:cNvPr>
          <p:cNvSpPr/>
          <p:nvPr/>
        </p:nvSpPr>
        <p:spPr>
          <a:xfrm>
            <a:off x="7083186" y="1329913"/>
            <a:ext cx="1922270" cy="1245497"/>
          </a:xfrm>
          <a:custGeom>
            <a:avLst/>
            <a:gdLst>
              <a:gd name="connsiteX0" fmla="*/ 0 w 1922270"/>
              <a:gd name="connsiteY0" fmla="*/ 1245497 h 1245497"/>
              <a:gd name="connsiteX1" fmla="*/ 1924 w 1922270"/>
              <a:gd name="connsiteY1" fmla="*/ 1245497 h 1245497"/>
              <a:gd name="connsiteX2" fmla="*/ 3848 w 1922270"/>
              <a:gd name="connsiteY2" fmla="*/ 1245497 h 1245497"/>
              <a:gd name="connsiteX3" fmla="*/ 5772 w 1922270"/>
              <a:gd name="connsiteY3" fmla="*/ 1245497 h 1245497"/>
              <a:gd name="connsiteX4" fmla="*/ 7696 w 1922270"/>
              <a:gd name="connsiteY4" fmla="*/ 1245497 h 1245497"/>
              <a:gd name="connsiteX5" fmla="*/ 9621 w 1922270"/>
              <a:gd name="connsiteY5" fmla="*/ 1245497 h 1245497"/>
              <a:gd name="connsiteX6" fmla="*/ 11545 w 1922270"/>
              <a:gd name="connsiteY6" fmla="*/ 1245497 h 1245497"/>
              <a:gd name="connsiteX7" fmla="*/ 13470 w 1922270"/>
              <a:gd name="connsiteY7" fmla="*/ 1245497 h 1245497"/>
              <a:gd name="connsiteX8" fmla="*/ 15394 w 1922270"/>
              <a:gd name="connsiteY8" fmla="*/ 1245497 h 1245497"/>
              <a:gd name="connsiteX9" fmla="*/ 17318 w 1922270"/>
              <a:gd name="connsiteY9" fmla="*/ 1245497 h 1245497"/>
              <a:gd name="connsiteX10" fmla="*/ 19242 w 1922270"/>
              <a:gd name="connsiteY10" fmla="*/ 1245497 h 1245497"/>
              <a:gd name="connsiteX11" fmla="*/ 21166 w 1922270"/>
              <a:gd name="connsiteY11" fmla="*/ 1245497 h 1245497"/>
              <a:gd name="connsiteX12" fmla="*/ 23090 w 1922270"/>
              <a:gd name="connsiteY12" fmla="*/ 1245497 h 1245497"/>
              <a:gd name="connsiteX13" fmla="*/ 25015 w 1922270"/>
              <a:gd name="connsiteY13" fmla="*/ 1245497 h 1245497"/>
              <a:gd name="connsiteX14" fmla="*/ 26939 w 1922270"/>
              <a:gd name="connsiteY14" fmla="*/ 1245497 h 1245497"/>
              <a:gd name="connsiteX15" fmla="*/ 28863 w 1922270"/>
              <a:gd name="connsiteY15" fmla="*/ 1245497 h 1245497"/>
              <a:gd name="connsiteX16" fmla="*/ 30787 w 1922270"/>
              <a:gd name="connsiteY16" fmla="*/ 1245497 h 1245497"/>
              <a:gd name="connsiteX17" fmla="*/ 32711 w 1922270"/>
              <a:gd name="connsiteY17" fmla="*/ 1245497 h 1245497"/>
              <a:gd name="connsiteX18" fmla="*/ 34635 w 1922270"/>
              <a:gd name="connsiteY18" fmla="*/ 1245497 h 1245497"/>
              <a:gd name="connsiteX19" fmla="*/ 36559 w 1922270"/>
              <a:gd name="connsiteY19" fmla="*/ 1245497 h 1245497"/>
              <a:gd name="connsiteX20" fmla="*/ 38483 w 1922270"/>
              <a:gd name="connsiteY20" fmla="*/ 1245497 h 1245497"/>
              <a:gd name="connsiteX21" fmla="*/ 40408 w 1922270"/>
              <a:gd name="connsiteY21" fmla="*/ 1245497 h 1245497"/>
              <a:gd name="connsiteX22" fmla="*/ 42333 w 1922270"/>
              <a:gd name="connsiteY22" fmla="*/ 1245497 h 1245497"/>
              <a:gd name="connsiteX23" fmla="*/ 44257 w 1922270"/>
              <a:gd name="connsiteY23" fmla="*/ 1245497 h 1245497"/>
              <a:gd name="connsiteX24" fmla="*/ 46181 w 1922270"/>
              <a:gd name="connsiteY24" fmla="*/ 1245497 h 1245497"/>
              <a:gd name="connsiteX25" fmla="*/ 48105 w 1922270"/>
              <a:gd name="connsiteY25" fmla="*/ 1245497 h 1245497"/>
              <a:gd name="connsiteX26" fmla="*/ 50029 w 1922270"/>
              <a:gd name="connsiteY26" fmla="*/ 1245497 h 1245497"/>
              <a:gd name="connsiteX27" fmla="*/ 51953 w 1922270"/>
              <a:gd name="connsiteY27" fmla="*/ 1245497 h 1245497"/>
              <a:gd name="connsiteX28" fmla="*/ 53877 w 1922270"/>
              <a:gd name="connsiteY28" fmla="*/ 1245497 h 1245497"/>
              <a:gd name="connsiteX29" fmla="*/ 55802 w 1922270"/>
              <a:gd name="connsiteY29" fmla="*/ 1245497 h 1245497"/>
              <a:gd name="connsiteX30" fmla="*/ 57726 w 1922270"/>
              <a:gd name="connsiteY30" fmla="*/ 1245497 h 1245497"/>
              <a:gd name="connsiteX31" fmla="*/ 59650 w 1922270"/>
              <a:gd name="connsiteY31" fmla="*/ 1245497 h 1245497"/>
              <a:gd name="connsiteX32" fmla="*/ 61574 w 1922270"/>
              <a:gd name="connsiteY32" fmla="*/ 1245497 h 1245497"/>
              <a:gd name="connsiteX33" fmla="*/ 63498 w 1922270"/>
              <a:gd name="connsiteY33" fmla="*/ 1245497 h 1245497"/>
              <a:gd name="connsiteX34" fmla="*/ 65422 w 1922270"/>
              <a:gd name="connsiteY34" fmla="*/ 1245497 h 1245497"/>
              <a:gd name="connsiteX35" fmla="*/ 67346 w 1922270"/>
              <a:gd name="connsiteY35" fmla="*/ 1245497 h 1245497"/>
              <a:gd name="connsiteX36" fmla="*/ 69271 w 1922270"/>
              <a:gd name="connsiteY36" fmla="*/ 1245497 h 1245497"/>
              <a:gd name="connsiteX37" fmla="*/ 71196 w 1922270"/>
              <a:gd name="connsiteY37" fmla="*/ 1245497 h 1245497"/>
              <a:gd name="connsiteX38" fmla="*/ 73120 w 1922270"/>
              <a:gd name="connsiteY38" fmla="*/ 1245497 h 1245497"/>
              <a:gd name="connsiteX39" fmla="*/ 75044 w 1922270"/>
              <a:gd name="connsiteY39" fmla="*/ 1245497 h 1245497"/>
              <a:gd name="connsiteX40" fmla="*/ 76968 w 1922270"/>
              <a:gd name="connsiteY40" fmla="*/ 1245497 h 1245497"/>
              <a:gd name="connsiteX41" fmla="*/ 78892 w 1922270"/>
              <a:gd name="connsiteY41" fmla="*/ 1245497 h 1245497"/>
              <a:gd name="connsiteX42" fmla="*/ 80816 w 1922270"/>
              <a:gd name="connsiteY42" fmla="*/ 1245497 h 1245497"/>
              <a:gd name="connsiteX43" fmla="*/ 82740 w 1922270"/>
              <a:gd name="connsiteY43" fmla="*/ 1245497 h 1245497"/>
              <a:gd name="connsiteX44" fmla="*/ 84664 w 1922270"/>
              <a:gd name="connsiteY44" fmla="*/ 1245497 h 1245497"/>
              <a:gd name="connsiteX45" fmla="*/ 86589 w 1922270"/>
              <a:gd name="connsiteY45" fmla="*/ 1245497 h 1245497"/>
              <a:gd name="connsiteX46" fmla="*/ 88513 w 1922270"/>
              <a:gd name="connsiteY46" fmla="*/ 1245497 h 1245497"/>
              <a:gd name="connsiteX47" fmla="*/ 90437 w 1922270"/>
              <a:gd name="connsiteY47" fmla="*/ 1245497 h 1245497"/>
              <a:gd name="connsiteX48" fmla="*/ 92361 w 1922270"/>
              <a:gd name="connsiteY48" fmla="*/ 1245497 h 1245497"/>
              <a:gd name="connsiteX49" fmla="*/ 94285 w 1922270"/>
              <a:gd name="connsiteY49" fmla="*/ 1245497 h 1245497"/>
              <a:gd name="connsiteX50" fmla="*/ 96210 w 1922270"/>
              <a:gd name="connsiteY50" fmla="*/ 1245497 h 1245497"/>
              <a:gd name="connsiteX51" fmla="*/ 98134 w 1922270"/>
              <a:gd name="connsiteY51" fmla="*/ 1245497 h 1245497"/>
              <a:gd name="connsiteX52" fmla="*/ 100058 w 1922270"/>
              <a:gd name="connsiteY52" fmla="*/ 1245497 h 1245497"/>
              <a:gd name="connsiteX53" fmla="*/ 101983 w 1922270"/>
              <a:gd name="connsiteY53" fmla="*/ 1245497 h 1245497"/>
              <a:gd name="connsiteX54" fmla="*/ 103907 w 1922270"/>
              <a:gd name="connsiteY54" fmla="*/ 1245497 h 1245497"/>
              <a:gd name="connsiteX55" fmla="*/ 105831 w 1922270"/>
              <a:gd name="connsiteY55" fmla="*/ 1245497 h 1245497"/>
              <a:gd name="connsiteX56" fmla="*/ 107755 w 1922270"/>
              <a:gd name="connsiteY56" fmla="*/ 1245497 h 1245497"/>
              <a:gd name="connsiteX57" fmla="*/ 109679 w 1922270"/>
              <a:gd name="connsiteY57" fmla="*/ 1245497 h 1245497"/>
              <a:gd name="connsiteX58" fmla="*/ 111603 w 1922270"/>
              <a:gd name="connsiteY58" fmla="*/ 1245497 h 1245497"/>
              <a:gd name="connsiteX59" fmla="*/ 113527 w 1922270"/>
              <a:gd name="connsiteY59" fmla="*/ 1245497 h 1245497"/>
              <a:gd name="connsiteX60" fmla="*/ 115451 w 1922270"/>
              <a:gd name="connsiteY60" fmla="*/ 1245497 h 1245497"/>
              <a:gd name="connsiteX61" fmla="*/ 117376 w 1922270"/>
              <a:gd name="connsiteY61" fmla="*/ 1245497 h 1245497"/>
              <a:gd name="connsiteX62" fmla="*/ 119300 w 1922270"/>
              <a:gd name="connsiteY62" fmla="*/ 1245497 h 1245497"/>
              <a:gd name="connsiteX63" fmla="*/ 121224 w 1922270"/>
              <a:gd name="connsiteY63" fmla="*/ 1245497 h 1245497"/>
              <a:gd name="connsiteX64" fmla="*/ 123149 w 1922270"/>
              <a:gd name="connsiteY64" fmla="*/ 1245497 h 1245497"/>
              <a:gd name="connsiteX65" fmla="*/ 125073 w 1922270"/>
              <a:gd name="connsiteY65" fmla="*/ 1245497 h 1245497"/>
              <a:gd name="connsiteX66" fmla="*/ 126997 w 1922270"/>
              <a:gd name="connsiteY66" fmla="*/ 1245497 h 1245497"/>
              <a:gd name="connsiteX67" fmla="*/ 128921 w 1922270"/>
              <a:gd name="connsiteY67" fmla="*/ 1245497 h 1245497"/>
              <a:gd name="connsiteX68" fmla="*/ 130845 w 1922270"/>
              <a:gd name="connsiteY68" fmla="*/ 1245497 h 1245497"/>
              <a:gd name="connsiteX69" fmla="*/ 132770 w 1922270"/>
              <a:gd name="connsiteY69" fmla="*/ 1245497 h 1245497"/>
              <a:gd name="connsiteX70" fmla="*/ 134694 w 1922270"/>
              <a:gd name="connsiteY70" fmla="*/ 1245497 h 1245497"/>
              <a:gd name="connsiteX71" fmla="*/ 136618 w 1922270"/>
              <a:gd name="connsiteY71" fmla="*/ 1245497 h 1245497"/>
              <a:gd name="connsiteX72" fmla="*/ 138542 w 1922270"/>
              <a:gd name="connsiteY72" fmla="*/ 1245497 h 1245497"/>
              <a:gd name="connsiteX73" fmla="*/ 140466 w 1922270"/>
              <a:gd name="connsiteY73" fmla="*/ 1245497 h 1245497"/>
              <a:gd name="connsiteX74" fmla="*/ 142390 w 1922270"/>
              <a:gd name="connsiteY74" fmla="*/ 1245497 h 1245497"/>
              <a:gd name="connsiteX75" fmla="*/ 144314 w 1922270"/>
              <a:gd name="connsiteY75" fmla="*/ 1245497 h 1245497"/>
              <a:gd name="connsiteX76" fmla="*/ 146238 w 1922270"/>
              <a:gd name="connsiteY76" fmla="*/ 1245497 h 1245497"/>
              <a:gd name="connsiteX77" fmla="*/ 148162 w 1922270"/>
              <a:gd name="connsiteY77" fmla="*/ 1245497 h 1245497"/>
              <a:gd name="connsiteX78" fmla="*/ 150087 w 1922270"/>
              <a:gd name="connsiteY78" fmla="*/ 1245497 h 1245497"/>
              <a:gd name="connsiteX79" fmla="*/ 152012 w 1922270"/>
              <a:gd name="connsiteY79" fmla="*/ 1245497 h 1245497"/>
              <a:gd name="connsiteX80" fmla="*/ 153936 w 1922270"/>
              <a:gd name="connsiteY80" fmla="*/ 1245497 h 1245497"/>
              <a:gd name="connsiteX81" fmla="*/ 155860 w 1922270"/>
              <a:gd name="connsiteY81" fmla="*/ 1245497 h 1245497"/>
              <a:gd name="connsiteX82" fmla="*/ 157784 w 1922270"/>
              <a:gd name="connsiteY82" fmla="*/ 1245497 h 1245497"/>
              <a:gd name="connsiteX83" fmla="*/ 159708 w 1922270"/>
              <a:gd name="connsiteY83" fmla="*/ 1245497 h 1245497"/>
              <a:gd name="connsiteX84" fmla="*/ 161632 w 1922270"/>
              <a:gd name="connsiteY84" fmla="*/ 1245497 h 1245497"/>
              <a:gd name="connsiteX85" fmla="*/ 163556 w 1922270"/>
              <a:gd name="connsiteY85" fmla="*/ 1245497 h 1245497"/>
              <a:gd name="connsiteX86" fmla="*/ 165481 w 1922270"/>
              <a:gd name="connsiteY86" fmla="*/ 1245497 h 1245497"/>
              <a:gd name="connsiteX87" fmla="*/ 167405 w 1922270"/>
              <a:gd name="connsiteY87" fmla="*/ 1245497 h 1245497"/>
              <a:gd name="connsiteX88" fmla="*/ 169329 w 1922270"/>
              <a:gd name="connsiteY88" fmla="*/ 1245497 h 1245497"/>
              <a:gd name="connsiteX89" fmla="*/ 171253 w 1922270"/>
              <a:gd name="connsiteY89" fmla="*/ 1245497 h 1245497"/>
              <a:gd name="connsiteX90" fmla="*/ 173177 w 1922270"/>
              <a:gd name="connsiteY90" fmla="*/ 1245497 h 1245497"/>
              <a:gd name="connsiteX91" fmla="*/ 175101 w 1922270"/>
              <a:gd name="connsiteY91" fmla="*/ 1245497 h 1245497"/>
              <a:gd name="connsiteX92" fmla="*/ 177025 w 1922270"/>
              <a:gd name="connsiteY92" fmla="*/ 1245497 h 1245497"/>
              <a:gd name="connsiteX93" fmla="*/ 178950 w 1922270"/>
              <a:gd name="connsiteY93" fmla="*/ 1245497 h 1245497"/>
              <a:gd name="connsiteX94" fmla="*/ 180875 w 1922270"/>
              <a:gd name="connsiteY94" fmla="*/ 1245497 h 1245497"/>
              <a:gd name="connsiteX95" fmla="*/ 182799 w 1922270"/>
              <a:gd name="connsiteY95" fmla="*/ 1245497 h 1245497"/>
              <a:gd name="connsiteX96" fmla="*/ 184723 w 1922270"/>
              <a:gd name="connsiteY96" fmla="*/ 1245497 h 1245497"/>
              <a:gd name="connsiteX97" fmla="*/ 186647 w 1922270"/>
              <a:gd name="connsiteY97" fmla="*/ 1245497 h 1245497"/>
              <a:gd name="connsiteX98" fmla="*/ 188571 w 1922270"/>
              <a:gd name="connsiteY98" fmla="*/ 1245497 h 1245497"/>
              <a:gd name="connsiteX99" fmla="*/ 190495 w 1922270"/>
              <a:gd name="connsiteY99" fmla="*/ 1245497 h 1245497"/>
              <a:gd name="connsiteX100" fmla="*/ 192419 w 1922270"/>
              <a:gd name="connsiteY100" fmla="*/ 1245497 h 1245497"/>
              <a:gd name="connsiteX101" fmla="*/ 194343 w 1922270"/>
              <a:gd name="connsiteY101" fmla="*/ 1245497 h 1245497"/>
              <a:gd name="connsiteX102" fmla="*/ 196268 w 1922270"/>
              <a:gd name="connsiteY102" fmla="*/ 1245497 h 1245497"/>
              <a:gd name="connsiteX103" fmla="*/ 198192 w 1922270"/>
              <a:gd name="connsiteY103" fmla="*/ 1245497 h 1245497"/>
              <a:gd name="connsiteX104" fmla="*/ 200116 w 1922270"/>
              <a:gd name="connsiteY104" fmla="*/ 1245497 h 1245497"/>
              <a:gd name="connsiteX105" fmla="*/ 202040 w 1922270"/>
              <a:gd name="connsiteY105" fmla="*/ 1245497 h 1245497"/>
              <a:gd name="connsiteX106" fmla="*/ 203964 w 1922270"/>
              <a:gd name="connsiteY106" fmla="*/ 1245497 h 1245497"/>
              <a:gd name="connsiteX107" fmla="*/ 205889 w 1922270"/>
              <a:gd name="connsiteY107" fmla="*/ 1245497 h 1245497"/>
              <a:gd name="connsiteX108" fmla="*/ 207813 w 1922270"/>
              <a:gd name="connsiteY108" fmla="*/ 1245497 h 1245497"/>
              <a:gd name="connsiteX109" fmla="*/ 209737 w 1922270"/>
              <a:gd name="connsiteY109" fmla="*/ 1245497 h 1245497"/>
              <a:gd name="connsiteX110" fmla="*/ 211662 w 1922270"/>
              <a:gd name="connsiteY110" fmla="*/ 1245497 h 1245497"/>
              <a:gd name="connsiteX111" fmla="*/ 213586 w 1922270"/>
              <a:gd name="connsiteY111" fmla="*/ 1245497 h 1245497"/>
              <a:gd name="connsiteX112" fmla="*/ 215510 w 1922270"/>
              <a:gd name="connsiteY112" fmla="*/ 1245497 h 1245497"/>
              <a:gd name="connsiteX113" fmla="*/ 217434 w 1922270"/>
              <a:gd name="connsiteY113" fmla="*/ 1245497 h 1245497"/>
              <a:gd name="connsiteX114" fmla="*/ 219358 w 1922270"/>
              <a:gd name="connsiteY114" fmla="*/ 1245497 h 1245497"/>
              <a:gd name="connsiteX115" fmla="*/ 221282 w 1922270"/>
              <a:gd name="connsiteY115" fmla="*/ 1245497 h 1245497"/>
              <a:gd name="connsiteX116" fmla="*/ 223206 w 1922270"/>
              <a:gd name="connsiteY116" fmla="*/ 1245497 h 1245497"/>
              <a:gd name="connsiteX117" fmla="*/ 225130 w 1922270"/>
              <a:gd name="connsiteY117" fmla="*/ 1245497 h 1245497"/>
              <a:gd name="connsiteX118" fmla="*/ 227055 w 1922270"/>
              <a:gd name="connsiteY118" fmla="*/ 1245497 h 1245497"/>
              <a:gd name="connsiteX119" fmla="*/ 228979 w 1922270"/>
              <a:gd name="connsiteY119" fmla="*/ 1245497 h 1245497"/>
              <a:gd name="connsiteX120" fmla="*/ 230903 w 1922270"/>
              <a:gd name="connsiteY120" fmla="*/ 1245497 h 1245497"/>
              <a:gd name="connsiteX121" fmla="*/ 232828 w 1922270"/>
              <a:gd name="connsiteY121" fmla="*/ 1245497 h 1245497"/>
              <a:gd name="connsiteX122" fmla="*/ 234752 w 1922270"/>
              <a:gd name="connsiteY122" fmla="*/ 1245497 h 1245497"/>
              <a:gd name="connsiteX123" fmla="*/ 236676 w 1922270"/>
              <a:gd name="connsiteY123" fmla="*/ 1245497 h 1245497"/>
              <a:gd name="connsiteX124" fmla="*/ 238600 w 1922270"/>
              <a:gd name="connsiteY124" fmla="*/ 1245497 h 1245497"/>
              <a:gd name="connsiteX125" fmla="*/ 240524 w 1922270"/>
              <a:gd name="connsiteY125" fmla="*/ 1245497 h 1245497"/>
              <a:gd name="connsiteX126" fmla="*/ 242449 w 1922270"/>
              <a:gd name="connsiteY126" fmla="*/ 1245497 h 1245497"/>
              <a:gd name="connsiteX127" fmla="*/ 244373 w 1922270"/>
              <a:gd name="connsiteY127" fmla="*/ 1245497 h 1245497"/>
              <a:gd name="connsiteX128" fmla="*/ 246297 w 1922270"/>
              <a:gd name="connsiteY128" fmla="*/ 1245497 h 1245497"/>
              <a:gd name="connsiteX129" fmla="*/ 248221 w 1922270"/>
              <a:gd name="connsiteY129" fmla="*/ 1245497 h 1245497"/>
              <a:gd name="connsiteX130" fmla="*/ 250145 w 1922270"/>
              <a:gd name="connsiteY130" fmla="*/ 1245497 h 1245497"/>
              <a:gd name="connsiteX131" fmla="*/ 252069 w 1922270"/>
              <a:gd name="connsiteY131" fmla="*/ 1245497 h 1245497"/>
              <a:gd name="connsiteX132" fmla="*/ 253993 w 1922270"/>
              <a:gd name="connsiteY132" fmla="*/ 1245497 h 1245497"/>
              <a:gd name="connsiteX133" fmla="*/ 255917 w 1922270"/>
              <a:gd name="connsiteY133" fmla="*/ 1245497 h 1245497"/>
              <a:gd name="connsiteX134" fmla="*/ 257842 w 1922270"/>
              <a:gd name="connsiteY134" fmla="*/ 1245497 h 1245497"/>
              <a:gd name="connsiteX135" fmla="*/ 259767 w 1922270"/>
              <a:gd name="connsiteY135" fmla="*/ 1245497 h 1245497"/>
              <a:gd name="connsiteX136" fmla="*/ 261691 w 1922270"/>
              <a:gd name="connsiteY136" fmla="*/ 1245497 h 1245497"/>
              <a:gd name="connsiteX137" fmla="*/ 263615 w 1922270"/>
              <a:gd name="connsiteY137" fmla="*/ 1245497 h 1245497"/>
              <a:gd name="connsiteX138" fmla="*/ 265539 w 1922270"/>
              <a:gd name="connsiteY138" fmla="*/ 1245497 h 1245497"/>
              <a:gd name="connsiteX139" fmla="*/ 267463 w 1922270"/>
              <a:gd name="connsiteY139" fmla="*/ 1245497 h 1245497"/>
              <a:gd name="connsiteX140" fmla="*/ 269387 w 1922270"/>
              <a:gd name="connsiteY140" fmla="*/ 1245497 h 1245497"/>
              <a:gd name="connsiteX141" fmla="*/ 271311 w 1922270"/>
              <a:gd name="connsiteY141" fmla="*/ 1245497 h 1245497"/>
              <a:gd name="connsiteX142" fmla="*/ 273236 w 1922270"/>
              <a:gd name="connsiteY142" fmla="*/ 1245497 h 1245497"/>
              <a:gd name="connsiteX143" fmla="*/ 275160 w 1922270"/>
              <a:gd name="connsiteY143" fmla="*/ 1245497 h 1245497"/>
              <a:gd name="connsiteX144" fmla="*/ 277084 w 1922270"/>
              <a:gd name="connsiteY144" fmla="*/ 1245497 h 1245497"/>
              <a:gd name="connsiteX145" fmla="*/ 279008 w 1922270"/>
              <a:gd name="connsiteY145" fmla="*/ 1245497 h 1245497"/>
              <a:gd name="connsiteX146" fmla="*/ 280932 w 1922270"/>
              <a:gd name="connsiteY146" fmla="*/ 1245497 h 1245497"/>
              <a:gd name="connsiteX147" fmla="*/ 282856 w 1922270"/>
              <a:gd name="connsiteY147" fmla="*/ 1245497 h 1245497"/>
              <a:gd name="connsiteX148" fmla="*/ 284780 w 1922270"/>
              <a:gd name="connsiteY148" fmla="*/ 1245497 h 1245497"/>
              <a:gd name="connsiteX149" fmla="*/ 286704 w 1922270"/>
              <a:gd name="connsiteY149" fmla="*/ 1245497 h 1245497"/>
              <a:gd name="connsiteX150" fmla="*/ 288630 w 1922270"/>
              <a:gd name="connsiteY150" fmla="*/ 1245497 h 1245497"/>
              <a:gd name="connsiteX151" fmla="*/ 290554 w 1922270"/>
              <a:gd name="connsiteY151" fmla="*/ 1245497 h 1245497"/>
              <a:gd name="connsiteX152" fmla="*/ 292478 w 1922270"/>
              <a:gd name="connsiteY152" fmla="*/ 1245497 h 1245497"/>
              <a:gd name="connsiteX153" fmla="*/ 294402 w 1922270"/>
              <a:gd name="connsiteY153" fmla="*/ 1245497 h 1245497"/>
              <a:gd name="connsiteX154" fmla="*/ 296326 w 1922270"/>
              <a:gd name="connsiteY154" fmla="*/ 1245497 h 1245497"/>
              <a:gd name="connsiteX155" fmla="*/ 298250 w 1922270"/>
              <a:gd name="connsiteY155" fmla="*/ 1245497 h 1245497"/>
              <a:gd name="connsiteX156" fmla="*/ 300174 w 1922270"/>
              <a:gd name="connsiteY156" fmla="*/ 1245497 h 1245497"/>
              <a:gd name="connsiteX157" fmla="*/ 302098 w 1922270"/>
              <a:gd name="connsiteY157" fmla="*/ 1245497 h 1245497"/>
              <a:gd name="connsiteX158" fmla="*/ 304023 w 1922270"/>
              <a:gd name="connsiteY158" fmla="*/ 1245497 h 1245497"/>
              <a:gd name="connsiteX159" fmla="*/ 305947 w 1922270"/>
              <a:gd name="connsiteY159" fmla="*/ 1245497 h 1245497"/>
              <a:gd name="connsiteX160" fmla="*/ 307871 w 1922270"/>
              <a:gd name="connsiteY160" fmla="*/ 1245497 h 1245497"/>
              <a:gd name="connsiteX161" fmla="*/ 309795 w 1922270"/>
              <a:gd name="connsiteY161" fmla="*/ 1245497 h 1245497"/>
              <a:gd name="connsiteX162" fmla="*/ 311719 w 1922270"/>
              <a:gd name="connsiteY162" fmla="*/ 1245497 h 1245497"/>
              <a:gd name="connsiteX163" fmla="*/ 313643 w 1922270"/>
              <a:gd name="connsiteY163" fmla="*/ 1245497 h 1245497"/>
              <a:gd name="connsiteX164" fmla="*/ 315568 w 1922270"/>
              <a:gd name="connsiteY164" fmla="*/ 1245497 h 1245497"/>
              <a:gd name="connsiteX165" fmla="*/ 317492 w 1922270"/>
              <a:gd name="connsiteY165" fmla="*/ 1245497 h 1245497"/>
              <a:gd name="connsiteX166" fmla="*/ 319417 w 1922270"/>
              <a:gd name="connsiteY166" fmla="*/ 1245497 h 1245497"/>
              <a:gd name="connsiteX167" fmla="*/ 321341 w 1922270"/>
              <a:gd name="connsiteY167" fmla="*/ 1245497 h 1245497"/>
              <a:gd name="connsiteX168" fmla="*/ 323265 w 1922270"/>
              <a:gd name="connsiteY168" fmla="*/ 1245497 h 1245497"/>
              <a:gd name="connsiteX169" fmla="*/ 325189 w 1922270"/>
              <a:gd name="connsiteY169" fmla="*/ 1245497 h 1245497"/>
              <a:gd name="connsiteX170" fmla="*/ 327113 w 1922270"/>
              <a:gd name="connsiteY170" fmla="*/ 1245497 h 1245497"/>
              <a:gd name="connsiteX171" fmla="*/ 329037 w 1922270"/>
              <a:gd name="connsiteY171" fmla="*/ 1245497 h 1245497"/>
              <a:gd name="connsiteX172" fmla="*/ 330961 w 1922270"/>
              <a:gd name="connsiteY172" fmla="*/ 1245497 h 1245497"/>
              <a:gd name="connsiteX173" fmla="*/ 332885 w 1922270"/>
              <a:gd name="connsiteY173" fmla="*/ 1245497 h 1245497"/>
              <a:gd name="connsiteX174" fmla="*/ 334810 w 1922270"/>
              <a:gd name="connsiteY174" fmla="*/ 1245497 h 1245497"/>
              <a:gd name="connsiteX175" fmla="*/ 336734 w 1922270"/>
              <a:gd name="connsiteY175" fmla="*/ 1245497 h 1245497"/>
              <a:gd name="connsiteX176" fmla="*/ 338658 w 1922270"/>
              <a:gd name="connsiteY176" fmla="*/ 1245497 h 1245497"/>
              <a:gd name="connsiteX177" fmla="*/ 340582 w 1922270"/>
              <a:gd name="connsiteY177" fmla="*/ 1245497 h 1245497"/>
              <a:gd name="connsiteX178" fmla="*/ 342507 w 1922270"/>
              <a:gd name="connsiteY178" fmla="*/ 1245497 h 1245497"/>
              <a:gd name="connsiteX179" fmla="*/ 344431 w 1922270"/>
              <a:gd name="connsiteY179" fmla="*/ 1245497 h 1245497"/>
              <a:gd name="connsiteX180" fmla="*/ 346355 w 1922270"/>
              <a:gd name="connsiteY180" fmla="*/ 1245497 h 1245497"/>
              <a:gd name="connsiteX181" fmla="*/ 348279 w 1922270"/>
              <a:gd name="connsiteY181" fmla="*/ 1245497 h 1245497"/>
              <a:gd name="connsiteX182" fmla="*/ 350204 w 1922270"/>
              <a:gd name="connsiteY182" fmla="*/ 1245497 h 1245497"/>
              <a:gd name="connsiteX183" fmla="*/ 352128 w 1922270"/>
              <a:gd name="connsiteY183" fmla="*/ 1245497 h 1245497"/>
              <a:gd name="connsiteX184" fmla="*/ 354052 w 1922270"/>
              <a:gd name="connsiteY184" fmla="*/ 1245497 h 1245497"/>
              <a:gd name="connsiteX185" fmla="*/ 355976 w 1922270"/>
              <a:gd name="connsiteY185" fmla="*/ 1245497 h 1245497"/>
              <a:gd name="connsiteX186" fmla="*/ 357900 w 1922270"/>
              <a:gd name="connsiteY186" fmla="*/ 1245497 h 1245497"/>
              <a:gd name="connsiteX187" fmla="*/ 359824 w 1922270"/>
              <a:gd name="connsiteY187" fmla="*/ 1245497 h 1245497"/>
              <a:gd name="connsiteX188" fmla="*/ 361748 w 1922270"/>
              <a:gd name="connsiteY188" fmla="*/ 1245497 h 1245497"/>
              <a:gd name="connsiteX189" fmla="*/ 363672 w 1922270"/>
              <a:gd name="connsiteY189" fmla="*/ 1245497 h 1245497"/>
              <a:gd name="connsiteX190" fmla="*/ 365597 w 1922270"/>
              <a:gd name="connsiteY190" fmla="*/ 1245497 h 1245497"/>
              <a:gd name="connsiteX191" fmla="*/ 367521 w 1922270"/>
              <a:gd name="connsiteY191" fmla="*/ 1245497 h 1245497"/>
              <a:gd name="connsiteX192" fmla="*/ 369446 w 1922270"/>
              <a:gd name="connsiteY192" fmla="*/ 1245497 h 1245497"/>
              <a:gd name="connsiteX193" fmla="*/ 371370 w 1922270"/>
              <a:gd name="connsiteY193" fmla="*/ 1245497 h 1245497"/>
              <a:gd name="connsiteX194" fmla="*/ 373294 w 1922270"/>
              <a:gd name="connsiteY194" fmla="*/ 1245497 h 1245497"/>
              <a:gd name="connsiteX195" fmla="*/ 375218 w 1922270"/>
              <a:gd name="connsiteY195" fmla="*/ 1245497 h 1245497"/>
              <a:gd name="connsiteX196" fmla="*/ 377142 w 1922270"/>
              <a:gd name="connsiteY196" fmla="*/ 1245497 h 1245497"/>
              <a:gd name="connsiteX197" fmla="*/ 379066 w 1922270"/>
              <a:gd name="connsiteY197" fmla="*/ 1245497 h 1245497"/>
              <a:gd name="connsiteX198" fmla="*/ 380991 w 1922270"/>
              <a:gd name="connsiteY198" fmla="*/ 1245497 h 1245497"/>
              <a:gd name="connsiteX199" fmla="*/ 382915 w 1922270"/>
              <a:gd name="connsiteY199" fmla="*/ 1245497 h 1245497"/>
              <a:gd name="connsiteX200" fmla="*/ 384839 w 1922270"/>
              <a:gd name="connsiteY200" fmla="*/ 1245497 h 1245497"/>
              <a:gd name="connsiteX201" fmla="*/ 386763 w 1922270"/>
              <a:gd name="connsiteY201" fmla="*/ 1245497 h 1245497"/>
              <a:gd name="connsiteX202" fmla="*/ 388687 w 1922270"/>
              <a:gd name="connsiteY202" fmla="*/ 1245497 h 1245497"/>
              <a:gd name="connsiteX203" fmla="*/ 390611 w 1922270"/>
              <a:gd name="connsiteY203" fmla="*/ 1245497 h 1245497"/>
              <a:gd name="connsiteX204" fmla="*/ 392535 w 1922270"/>
              <a:gd name="connsiteY204" fmla="*/ 1245497 h 1245497"/>
              <a:gd name="connsiteX205" fmla="*/ 394459 w 1922270"/>
              <a:gd name="connsiteY205" fmla="*/ 1245497 h 1245497"/>
              <a:gd name="connsiteX206" fmla="*/ 396384 w 1922270"/>
              <a:gd name="connsiteY206" fmla="*/ 1245497 h 1245497"/>
              <a:gd name="connsiteX207" fmla="*/ 398309 w 1922270"/>
              <a:gd name="connsiteY207" fmla="*/ 1245497 h 1245497"/>
              <a:gd name="connsiteX208" fmla="*/ 400233 w 1922270"/>
              <a:gd name="connsiteY208" fmla="*/ 1245497 h 1245497"/>
              <a:gd name="connsiteX209" fmla="*/ 402157 w 1922270"/>
              <a:gd name="connsiteY209" fmla="*/ 1245497 h 1245497"/>
              <a:gd name="connsiteX210" fmla="*/ 404081 w 1922270"/>
              <a:gd name="connsiteY210" fmla="*/ 1245497 h 1245497"/>
              <a:gd name="connsiteX211" fmla="*/ 406005 w 1922270"/>
              <a:gd name="connsiteY211" fmla="*/ 1245497 h 1245497"/>
              <a:gd name="connsiteX212" fmla="*/ 407929 w 1922270"/>
              <a:gd name="connsiteY212" fmla="*/ 1245497 h 1245497"/>
              <a:gd name="connsiteX213" fmla="*/ 409853 w 1922270"/>
              <a:gd name="connsiteY213" fmla="*/ 1245497 h 1245497"/>
              <a:gd name="connsiteX214" fmla="*/ 411778 w 1922270"/>
              <a:gd name="connsiteY214" fmla="*/ 1245497 h 1245497"/>
              <a:gd name="connsiteX215" fmla="*/ 413702 w 1922270"/>
              <a:gd name="connsiteY215" fmla="*/ 1245497 h 1245497"/>
              <a:gd name="connsiteX216" fmla="*/ 415626 w 1922270"/>
              <a:gd name="connsiteY216" fmla="*/ 1245497 h 1245497"/>
              <a:gd name="connsiteX217" fmla="*/ 417550 w 1922270"/>
              <a:gd name="connsiteY217" fmla="*/ 1245497 h 1245497"/>
              <a:gd name="connsiteX218" fmla="*/ 419474 w 1922270"/>
              <a:gd name="connsiteY218" fmla="*/ 1245497 h 1245497"/>
              <a:gd name="connsiteX219" fmla="*/ 421398 w 1922270"/>
              <a:gd name="connsiteY219" fmla="*/ 1245497 h 1245497"/>
              <a:gd name="connsiteX220" fmla="*/ 423322 w 1922270"/>
              <a:gd name="connsiteY220" fmla="*/ 1245497 h 1245497"/>
              <a:gd name="connsiteX221" fmla="*/ 425247 w 1922270"/>
              <a:gd name="connsiteY221" fmla="*/ 1245497 h 1245497"/>
              <a:gd name="connsiteX222" fmla="*/ 427172 w 1922270"/>
              <a:gd name="connsiteY222" fmla="*/ 1245497 h 1245497"/>
              <a:gd name="connsiteX223" fmla="*/ 429096 w 1922270"/>
              <a:gd name="connsiteY223" fmla="*/ 1245497 h 1245497"/>
              <a:gd name="connsiteX224" fmla="*/ 431020 w 1922270"/>
              <a:gd name="connsiteY224" fmla="*/ 1245497 h 1245497"/>
              <a:gd name="connsiteX225" fmla="*/ 432944 w 1922270"/>
              <a:gd name="connsiteY225" fmla="*/ 1245497 h 1245497"/>
              <a:gd name="connsiteX226" fmla="*/ 434868 w 1922270"/>
              <a:gd name="connsiteY226" fmla="*/ 1245497 h 1245497"/>
              <a:gd name="connsiteX227" fmla="*/ 436792 w 1922270"/>
              <a:gd name="connsiteY227" fmla="*/ 1245497 h 1245497"/>
              <a:gd name="connsiteX228" fmla="*/ 438716 w 1922270"/>
              <a:gd name="connsiteY228" fmla="*/ 1245497 h 1245497"/>
              <a:gd name="connsiteX229" fmla="*/ 440640 w 1922270"/>
              <a:gd name="connsiteY229" fmla="*/ 1245497 h 1245497"/>
              <a:gd name="connsiteX230" fmla="*/ 442565 w 1922270"/>
              <a:gd name="connsiteY230" fmla="*/ 1245497 h 1245497"/>
              <a:gd name="connsiteX231" fmla="*/ 444489 w 1922270"/>
              <a:gd name="connsiteY231" fmla="*/ 1245497 h 1245497"/>
              <a:gd name="connsiteX232" fmla="*/ 446413 w 1922270"/>
              <a:gd name="connsiteY232" fmla="*/ 1245497 h 1245497"/>
              <a:gd name="connsiteX233" fmla="*/ 448337 w 1922270"/>
              <a:gd name="connsiteY233" fmla="*/ 1245497 h 1245497"/>
              <a:gd name="connsiteX234" fmla="*/ 450261 w 1922270"/>
              <a:gd name="connsiteY234" fmla="*/ 1245497 h 1245497"/>
              <a:gd name="connsiteX235" fmla="*/ 452186 w 1922270"/>
              <a:gd name="connsiteY235" fmla="*/ 1245497 h 1245497"/>
              <a:gd name="connsiteX236" fmla="*/ 454110 w 1922270"/>
              <a:gd name="connsiteY236" fmla="*/ 1245497 h 1245497"/>
              <a:gd name="connsiteX237" fmla="*/ 456034 w 1922270"/>
              <a:gd name="connsiteY237" fmla="*/ 1245497 h 1245497"/>
              <a:gd name="connsiteX238" fmla="*/ 457959 w 1922270"/>
              <a:gd name="connsiteY238" fmla="*/ 1245497 h 1245497"/>
              <a:gd name="connsiteX239" fmla="*/ 459883 w 1922270"/>
              <a:gd name="connsiteY239" fmla="*/ 1245497 h 1245497"/>
              <a:gd name="connsiteX240" fmla="*/ 461807 w 1922270"/>
              <a:gd name="connsiteY240" fmla="*/ 1245497 h 1245497"/>
              <a:gd name="connsiteX241" fmla="*/ 463731 w 1922270"/>
              <a:gd name="connsiteY241" fmla="*/ 1245497 h 1245497"/>
              <a:gd name="connsiteX242" fmla="*/ 465655 w 1922270"/>
              <a:gd name="connsiteY242" fmla="*/ 1245497 h 1245497"/>
              <a:gd name="connsiteX243" fmla="*/ 467579 w 1922270"/>
              <a:gd name="connsiteY243" fmla="*/ 1245497 h 1245497"/>
              <a:gd name="connsiteX244" fmla="*/ 469503 w 1922270"/>
              <a:gd name="connsiteY244" fmla="*/ 1245497 h 1245497"/>
              <a:gd name="connsiteX245" fmla="*/ 471427 w 1922270"/>
              <a:gd name="connsiteY245" fmla="*/ 1245497 h 1245497"/>
              <a:gd name="connsiteX246" fmla="*/ 473352 w 1922270"/>
              <a:gd name="connsiteY246" fmla="*/ 1245497 h 1245497"/>
              <a:gd name="connsiteX247" fmla="*/ 475276 w 1922270"/>
              <a:gd name="connsiteY247" fmla="*/ 1245497 h 1245497"/>
              <a:gd name="connsiteX248" fmla="*/ 477200 w 1922270"/>
              <a:gd name="connsiteY248" fmla="*/ 1245497 h 1245497"/>
              <a:gd name="connsiteX249" fmla="*/ 479125 w 1922270"/>
              <a:gd name="connsiteY249" fmla="*/ 1245497 h 1245497"/>
              <a:gd name="connsiteX250" fmla="*/ 481049 w 1922270"/>
              <a:gd name="connsiteY250" fmla="*/ 840385 h 1245497"/>
              <a:gd name="connsiteX251" fmla="*/ 482973 w 1922270"/>
              <a:gd name="connsiteY251" fmla="*/ 837340 h 1245497"/>
              <a:gd name="connsiteX252" fmla="*/ 484897 w 1922270"/>
              <a:gd name="connsiteY252" fmla="*/ 834283 h 1245497"/>
              <a:gd name="connsiteX253" fmla="*/ 486821 w 1922270"/>
              <a:gd name="connsiteY253" fmla="*/ 831212 h 1245497"/>
              <a:gd name="connsiteX254" fmla="*/ 488746 w 1922270"/>
              <a:gd name="connsiteY254" fmla="*/ 828129 h 1245497"/>
              <a:gd name="connsiteX255" fmla="*/ 490670 w 1922270"/>
              <a:gd name="connsiteY255" fmla="*/ 825034 h 1245497"/>
              <a:gd name="connsiteX256" fmla="*/ 492594 w 1922270"/>
              <a:gd name="connsiteY256" fmla="*/ 821926 h 1245497"/>
              <a:gd name="connsiteX257" fmla="*/ 494518 w 1922270"/>
              <a:gd name="connsiteY257" fmla="*/ 818807 h 1245497"/>
              <a:gd name="connsiteX258" fmla="*/ 496442 w 1922270"/>
              <a:gd name="connsiteY258" fmla="*/ 815675 h 1245497"/>
              <a:gd name="connsiteX259" fmla="*/ 498366 w 1922270"/>
              <a:gd name="connsiteY259" fmla="*/ 812530 h 1245497"/>
              <a:gd name="connsiteX260" fmla="*/ 500290 w 1922270"/>
              <a:gd name="connsiteY260" fmla="*/ 809374 h 1245497"/>
              <a:gd name="connsiteX261" fmla="*/ 502214 w 1922270"/>
              <a:gd name="connsiteY261" fmla="*/ 806206 h 1245497"/>
              <a:gd name="connsiteX262" fmla="*/ 504139 w 1922270"/>
              <a:gd name="connsiteY262" fmla="*/ 803025 h 1245497"/>
              <a:gd name="connsiteX263" fmla="*/ 506063 w 1922270"/>
              <a:gd name="connsiteY263" fmla="*/ 799834 h 1245497"/>
              <a:gd name="connsiteX264" fmla="*/ 507988 w 1922270"/>
              <a:gd name="connsiteY264" fmla="*/ 796630 h 1245497"/>
              <a:gd name="connsiteX265" fmla="*/ 509912 w 1922270"/>
              <a:gd name="connsiteY265" fmla="*/ 793415 h 1245497"/>
              <a:gd name="connsiteX266" fmla="*/ 511836 w 1922270"/>
              <a:gd name="connsiteY266" fmla="*/ 790187 h 1245497"/>
              <a:gd name="connsiteX267" fmla="*/ 513760 w 1922270"/>
              <a:gd name="connsiteY267" fmla="*/ 786949 h 1245497"/>
              <a:gd name="connsiteX268" fmla="*/ 515684 w 1922270"/>
              <a:gd name="connsiteY268" fmla="*/ 783698 h 1245497"/>
              <a:gd name="connsiteX269" fmla="*/ 517608 w 1922270"/>
              <a:gd name="connsiteY269" fmla="*/ 780437 h 1245497"/>
              <a:gd name="connsiteX270" fmla="*/ 519533 w 1922270"/>
              <a:gd name="connsiteY270" fmla="*/ 777164 h 1245497"/>
              <a:gd name="connsiteX271" fmla="*/ 521457 w 1922270"/>
              <a:gd name="connsiteY271" fmla="*/ 773880 h 1245497"/>
              <a:gd name="connsiteX272" fmla="*/ 523381 w 1922270"/>
              <a:gd name="connsiteY272" fmla="*/ 770585 h 1245497"/>
              <a:gd name="connsiteX273" fmla="*/ 525305 w 1922270"/>
              <a:gd name="connsiteY273" fmla="*/ 767279 h 1245497"/>
              <a:gd name="connsiteX274" fmla="*/ 527229 w 1922270"/>
              <a:gd name="connsiteY274" fmla="*/ 763962 h 1245497"/>
              <a:gd name="connsiteX275" fmla="*/ 529153 w 1922270"/>
              <a:gd name="connsiteY275" fmla="*/ 760633 h 1245497"/>
              <a:gd name="connsiteX276" fmla="*/ 531077 w 1922270"/>
              <a:gd name="connsiteY276" fmla="*/ 757295 h 1245497"/>
              <a:gd name="connsiteX277" fmla="*/ 533002 w 1922270"/>
              <a:gd name="connsiteY277" fmla="*/ 753945 h 1245497"/>
              <a:gd name="connsiteX278" fmla="*/ 534927 w 1922270"/>
              <a:gd name="connsiteY278" fmla="*/ 750585 h 1245497"/>
              <a:gd name="connsiteX279" fmla="*/ 536851 w 1922270"/>
              <a:gd name="connsiteY279" fmla="*/ 747214 h 1245497"/>
              <a:gd name="connsiteX280" fmla="*/ 538775 w 1922270"/>
              <a:gd name="connsiteY280" fmla="*/ 743833 h 1245497"/>
              <a:gd name="connsiteX281" fmla="*/ 540699 w 1922270"/>
              <a:gd name="connsiteY281" fmla="*/ 740442 h 1245497"/>
              <a:gd name="connsiteX282" fmla="*/ 542623 w 1922270"/>
              <a:gd name="connsiteY282" fmla="*/ 737041 h 1245497"/>
              <a:gd name="connsiteX283" fmla="*/ 544547 w 1922270"/>
              <a:gd name="connsiteY283" fmla="*/ 733630 h 1245497"/>
              <a:gd name="connsiteX284" fmla="*/ 546471 w 1922270"/>
              <a:gd name="connsiteY284" fmla="*/ 730208 h 1245497"/>
              <a:gd name="connsiteX285" fmla="*/ 548395 w 1922270"/>
              <a:gd name="connsiteY285" fmla="*/ 726776 h 1245497"/>
              <a:gd name="connsiteX286" fmla="*/ 550320 w 1922270"/>
              <a:gd name="connsiteY286" fmla="*/ 723336 h 1245497"/>
              <a:gd name="connsiteX287" fmla="*/ 552244 w 1922270"/>
              <a:gd name="connsiteY287" fmla="*/ 719885 h 1245497"/>
              <a:gd name="connsiteX288" fmla="*/ 554168 w 1922270"/>
              <a:gd name="connsiteY288" fmla="*/ 716424 h 1245497"/>
              <a:gd name="connsiteX289" fmla="*/ 556092 w 1922270"/>
              <a:gd name="connsiteY289" fmla="*/ 712954 h 1245497"/>
              <a:gd name="connsiteX290" fmla="*/ 558016 w 1922270"/>
              <a:gd name="connsiteY290" fmla="*/ 709475 h 1245497"/>
              <a:gd name="connsiteX291" fmla="*/ 559940 w 1922270"/>
              <a:gd name="connsiteY291" fmla="*/ 705987 h 1245497"/>
              <a:gd name="connsiteX292" fmla="*/ 561865 w 1922270"/>
              <a:gd name="connsiteY292" fmla="*/ 702490 h 1245497"/>
              <a:gd name="connsiteX293" fmla="*/ 563789 w 1922270"/>
              <a:gd name="connsiteY293" fmla="*/ 698982 h 1245497"/>
              <a:gd name="connsiteX294" fmla="*/ 565714 w 1922270"/>
              <a:gd name="connsiteY294" fmla="*/ 695467 h 1245497"/>
              <a:gd name="connsiteX295" fmla="*/ 567638 w 1922270"/>
              <a:gd name="connsiteY295" fmla="*/ 691944 h 1245497"/>
              <a:gd name="connsiteX296" fmla="*/ 569562 w 1922270"/>
              <a:gd name="connsiteY296" fmla="*/ 688411 h 1245497"/>
              <a:gd name="connsiteX297" fmla="*/ 571486 w 1922270"/>
              <a:gd name="connsiteY297" fmla="*/ 684870 h 1245497"/>
              <a:gd name="connsiteX298" fmla="*/ 573410 w 1922270"/>
              <a:gd name="connsiteY298" fmla="*/ 681320 h 1245497"/>
              <a:gd name="connsiteX299" fmla="*/ 575334 w 1922270"/>
              <a:gd name="connsiteY299" fmla="*/ 677762 h 1245497"/>
              <a:gd name="connsiteX300" fmla="*/ 577258 w 1922270"/>
              <a:gd name="connsiteY300" fmla="*/ 674196 h 1245497"/>
              <a:gd name="connsiteX301" fmla="*/ 579182 w 1922270"/>
              <a:gd name="connsiteY301" fmla="*/ 670622 h 1245497"/>
              <a:gd name="connsiteX302" fmla="*/ 581107 w 1922270"/>
              <a:gd name="connsiteY302" fmla="*/ 667041 h 1245497"/>
              <a:gd name="connsiteX303" fmla="*/ 583031 w 1922270"/>
              <a:gd name="connsiteY303" fmla="*/ 663452 h 1245497"/>
              <a:gd name="connsiteX304" fmla="*/ 584955 w 1922270"/>
              <a:gd name="connsiteY304" fmla="*/ 659854 h 1245497"/>
              <a:gd name="connsiteX305" fmla="*/ 586879 w 1922270"/>
              <a:gd name="connsiteY305" fmla="*/ 656249 h 1245497"/>
              <a:gd name="connsiteX306" fmla="*/ 588804 w 1922270"/>
              <a:gd name="connsiteY306" fmla="*/ 652638 h 1245497"/>
              <a:gd name="connsiteX307" fmla="*/ 590728 w 1922270"/>
              <a:gd name="connsiteY307" fmla="*/ 649018 h 1245497"/>
              <a:gd name="connsiteX308" fmla="*/ 592652 w 1922270"/>
              <a:gd name="connsiteY308" fmla="*/ 645393 h 1245497"/>
              <a:gd name="connsiteX309" fmla="*/ 594576 w 1922270"/>
              <a:gd name="connsiteY309" fmla="*/ 641759 h 1245497"/>
              <a:gd name="connsiteX310" fmla="*/ 596500 w 1922270"/>
              <a:gd name="connsiteY310" fmla="*/ 638120 h 1245497"/>
              <a:gd name="connsiteX311" fmla="*/ 598425 w 1922270"/>
              <a:gd name="connsiteY311" fmla="*/ 634473 h 1245497"/>
              <a:gd name="connsiteX312" fmla="*/ 600349 w 1922270"/>
              <a:gd name="connsiteY312" fmla="*/ 630820 h 1245497"/>
              <a:gd name="connsiteX313" fmla="*/ 602273 w 1922270"/>
              <a:gd name="connsiteY313" fmla="*/ 627161 h 1245497"/>
              <a:gd name="connsiteX314" fmla="*/ 604197 w 1922270"/>
              <a:gd name="connsiteY314" fmla="*/ 623496 h 1245497"/>
              <a:gd name="connsiteX315" fmla="*/ 606121 w 1922270"/>
              <a:gd name="connsiteY315" fmla="*/ 619823 h 1245497"/>
              <a:gd name="connsiteX316" fmla="*/ 608045 w 1922270"/>
              <a:gd name="connsiteY316" fmla="*/ 616146 h 1245497"/>
              <a:gd name="connsiteX317" fmla="*/ 609969 w 1922270"/>
              <a:gd name="connsiteY317" fmla="*/ 612463 h 1245497"/>
              <a:gd name="connsiteX318" fmla="*/ 611893 w 1922270"/>
              <a:gd name="connsiteY318" fmla="*/ 608774 h 1245497"/>
              <a:gd name="connsiteX319" fmla="*/ 613818 w 1922270"/>
              <a:gd name="connsiteY319" fmla="*/ 605080 h 1245497"/>
              <a:gd name="connsiteX320" fmla="*/ 615743 w 1922270"/>
              <a:gd name="connsiteY320" fmla="*/ 601380 h 1245497"/>
              <a:gd name="connsiteX321" fmla="*/ 617667 w 1922270"/>
              <a:gd name="connsiteY321" fmla="*/ 597675 h 1245497"/>
              <a:gd name="connsiteX322" fmla="*/ 619591 w 1922270"/>
              <a:gd name="connsiteY322" fmla="*/ 593966 h 1245497"/>
              <a:gd name="connsiteX323" fmla="*/ 621515 w 1922270"/>
              <a:gd name="connsiteY323" fmla="*/ 590251 h 1245497"/>
              <a:gd name="connsiteX324" fmla="*/ 623439 w 1922270"/>
              <a:gd name="connsiteY324" fmla="*/ 586532 h 1245497"/>
              <a:gd name="connsiteX325" fmla="*/ 625363 w 1922270"/>
              <a:gd name="connsiteY325" fmla="*/ 582808 h 1245497"/>
              <a:gd name="connsiteX326" fmla="*/ 627287 w 1922270"/>
              <a:gd name="connsiteY326" fmla="*/ 579080 h 1245497"/>
              <a:gd name="connsiteX327" fmla="*/ 629212 w 1922270"/>
              <a:gd name="connsiteY327" fmla="*/ 575347 h 1245497"/>
              <a:gd name="connsiteX328" fmla="*/ 631136 w 1922270"/>
              <a:gd name="connsiteY328" fmla="*/ 571611 h 1245497"/>
              <a:gd name="connsiteX329" fmla="*/ 633060 w 1922270"/>
              <a:gd name="connsiteY329" fmla="*/ 567870 h 1245497"/>
              <a:gd name="connsiteX330" fmla="*/ 634984 w 1922270"/>
              <a:gd name="connsiteY330" fmla="*/ 564127 h 1245497"/>
              <a:gd name="connsiteX331" fmla="*/ 636909 w 1922270"/>
              <a:gd name="connsiteY331" fmla="*/ 560380 h 1245497"/>
              <a:gd name="connsiteX332" fmla="*/ 638837 w 1922270"/>
              <a:gd name="connsiteY332" fmla="*/ 556629 h 1245497"/>
              <a:gd name="connsiteX333" fmla="*/ 640755 w 1922270"/>
              <a:gd name="connsiteY333" fmla="*/ 552874 h 1245497"/>
              <a:gd name="connsiteX334" fmla="*/ 642684 w 1922270"/>
              <a:gd name="connsiteY334" fmla="*/ 549118 h 1245497"/>
              <a:gd name="connsiteX335" fmla="*/ 644602 w 1922270"/>
              <a:gd name="connsiteY335" fmla="*/ 545358 h 1245497"/>
              <a:gd name="connsiteX336" fmla="*/ 646530 w 1922270"/>
              <a:gd name="connsiteY336" fmla="*/ 541595 h 1245497"/>
              <a:gd name="connsiteX337" fmla="*/ 648458 w 1922270"/>
              <a:gd name="connsiteY337" fmla="*/ 537831 h 1245497"/>
              <a:gd name="connsiteX338" fmla="*/ 650376 w 1922270"/>
              <a:gd name="connsiteY338" fmla="*/ 534063 h 1245497"/>
              <a:gd name="connsiteX339" fmla="*/ 652304 w 1922270"/>
              <a:gd name="connsiteY339" fmla="*/ 530293 h 1245497"/>
              <a:gd name="connsiteX340" fmla="*/ 654222 w 1922270"/>
              <a:gd name="connsiteY340" fmla="*/ 526523 h 1245497"/>
              <a:gd name="connsiteX341" fmla="*/ 656150 w 1922270"/>
              <a:gd name="connsiteY341" fmla="*/ 522749 h 1245497"/>
              <a:gd name="connsiteX342" fmla="*/ 658078 w 1922270"/>
              <a:gd name="connsiteY342" fmla="*/ 518975 h 1245497"/>
              <a:gd name="connsiteX343" fmla="*/ 659996 w 1922270"/>
              <a:gd name="connsiteY343" fmla="*/ 515198 h 1245497"/>
              <a:gd name="connsiteX344" fmla="*/ 661924 w 1922270"/>
              <a:gd name="connsiteY344" fmla="*/ 511421 h 1245497"/>
              <a:gd name="connsiteX345" fmla="*/ 663842 w 1922270"/>
              <a:gd name="connsiteY345" fmla="*/ 507643 h 1245497"/>
              <a:gd name="connsiteX346" fmla="*/ 665770 w 1922270"/>
              <a:gd name="connsiteY346" fmla="*/ 503863 h 1245497"/>
              <a:gd name="connsiteX347" fmla="*/ 667698 w 1922270"/>
              <a:gd name="connsiteY347" fmla="*/ 500084 h 1245497"/>
              <a:gd name="connsiteX348" fmla="*/ 669617 w 1922270"/>
              <a:gd name="connsiteY348" fmla="*/ 496303 h 1245497"/>
              <a:gd name="connsiteX349" fmla="*/ 671545 w 1922270"/>
              <a:gd name="connsiteY349" fmla="*/ 492522 h 1245497"/>
              <a:gd name="connsiteX350" fmla="*/ 673473 w 1922270"/>
              <a:gd name="connsiteY350" fmla="*/ 488741 h 1245497"/>
              <a:gd name="connsiteX351" fmla="*/ 675391 w 1922270"/>
              <a:gd name="connsiteY351" fmla="*/ 484960 h 1245497"/>
              <a:gd name="connsiteX352" fmla="*/ 677319 w 1922270"/>
              <a:gd name="connsiteY352" fmla="*/ 481179 h 1245497"/>
              <a:gd name="connsiteX353" fmla="*/ 679237 w 1922270"/>
              <a:gd name="connsiteY353" fmla="*/ 477399 h 1245497"/>
              <a:gd name="connsiteX354" fmla="*/ 681165 w 1922270"/>
              <a:gd name="connsiteY354" fmla="*/ 473620 h 1245497"/>
              <a:gd name="connsiteX355" fmla="*/ 683093 w 1922270"/>
              <a:gd name="connsiteY355" fmla="*/ 469841 h 1245497"/>
              <a:gd name="connsiteX356" fmla="*/ 685011 w 1922270"/>
              <a:gd name="connsiteY356" fmla="*/ 466064 h 1245497"/>
              <a:gd name="connsiteX357" fmla="*/ 686939 w 1922270"/>
              <a:gd name="connsiteY357" fmla="*/ 462287 h 1245497"/>
              <a:gd name="connsiteX358" fmla="*/ 688857 w 1922270"/>
              <a:gd name="connsiteY358" fmla="*/ 458511 h 1245497"/>
              <a:gd name="connsiteX359" fmla="*/ 690785 w 1922270"/>
              <a:gd name="connsiteY359" fmla="*/ 454739 h 1245497"/>
              <a:gd name="connsiteX360" fmla="*/ 692713 w 1922270"/>
              <a:gd name="connsiteY360" fmla="*/ 450967 h 1245497"/>
              <a:gd name="connsiteX361" fmla="*/ 694631 w 1922270"/>
              <a:gd name="connsiteY361" fmla="*/ 447198 h 1245497"/>
              <a:gd name="connsiteX362" fmla="*/ 696560 w 1922270"/>
              <a:gd name="connsiteY362" fmla="*/ 443430 h 1245497"/>
              <a:gd name="connsiteX363" fmla="*/ 698487 w 1922270"/>
              <a:gd name="connsiteY363" fmla="*/ 439664 h 1245497"/>
              <a:gd name="connsiteX364" fmla="*/ 700406 w 1922270"/>
              <a:gd name="connsiteY364" fmla="*/ 435903 h 1245497"/>
              <a:gd name="connsiteX365" fmla="*/ 702334 w 1922270"/>
              <a:gd name="connsiteY365" fmla="*/ 432143 h 1245497"/>
              <a:gd name="connsiteX366" fmla="*/ 704252 w 1922270"/>
              <a:gd name="connsiteY366" fmla="*/ 428386 h 1245497"/>
              <a:gd name="connsiteX367" fmla="*/ 706180 w 1922270"/>
              <a:gd name="connsiteY367" fmla="*/ 424632 h 1245497"/>
              <a:gd name="connsiteX368" fmla="*/ 708108 w 1922270"/>
              <a:gd name="connsiteY368" fmla="*/ 420883 h 1245497"/>
              <a:gd name="connsiteX369" fmla="*/ 710026 w 1922270"/>
              <a:gd name="connsiteY369" fmla="*/ 417137 h 1245497"/>
              <a:gd name="connsiteX370" fmla="*/ 711954 w 1922270"/>
              <a:gd name="connsiteY370" fmla="*/ 413394 h 1245497"/>
              <a:gd name="connsiteX371" fmla="*/ 713872 w 1922270"/>
              <a:gd name="connsiteY371" fmla="*/ 409655 h 1245497"/>
              <a:gd name="connsiteX372" fmla="*/ 715800 w 1922270"/>
              <a:gd name="connsiteY372" fmla="*/ 405921 h 1245497"/>
              <a:gd name="connsiteX373" fmla="*/ 717728 w 1922270"/>
              <a:gd name="connsiteY373" fmla="*/ 402192 h 1245497"/>
              <a:gd name="connsiteX374" fmla="*/ 719646 w 1922270"/>
              <a:gd name="connsiteY374" fmla="*/ 398467 h 1245497"/>
              <a:gd name="connsiteX375" fmla="*/ 721574 w 1922270"/>
              <a:gd name="connsiteY375" fmla="*/ 394746 h 1245497"/>
              <a:gd name="connsiteX376" fmla="*/ 723493 w 1922270"/>
              <a:gd name="connsiteY376" fmla="*/ 391031 h 1245497"/>
              <a:gd name="connsiteX377" fmla="*/ 725420 w 1922270"/>
              <a:gd name="connsiteY377" fmla="*/ 387321 h 1245497"/>
              <a:gd name="connsiteX378" fmla="*/ 727349 w 1922270"/>
              <a:gd name="connsiteY378" fmla="*/ 383617 h 1245497"/>
              <a:gd name="connsiteX379" fmla="*/ 729267 w 1922270"/>
              <a:gd name="connsiteY379" fmla="*/ 379918 h 1245497"/>
              <a:gd name="connsiteX380" fmla="*/ 731195 w 1922270"/>
              <a:gd name="connsiteY380" fmla="*/ 376225 h 1245497"/>
              <a:gd name="connsiteX381" fmla="*/ 733123 w 1922270"/>
              <a:gd name="connsiteY381" fmla="*/ 372538 h 1245497"/>
              <a:gd name="connsiteX382" fmla="*/ 735041 w 1922270"/>
              <a:gd name="connsiteY382" fmla="*/ 368857 h 1245497"/>
              <a:gd name="connsiteX383" fmla="*/ 736969 w 1922270"/>
              <a:gd name="connsiteY383" fmla="*/ 365184 h 1245497"/>
              <a:gd name="connsiteX384" fmla="*/ 738887 w 1922270"/>
              <a:gd name="connsiteY384" fmla="*/ 361517 h 1245497"/>
              <a:gd name="connsiteX385" fmla="*/ 740815 w 1922270"/>
              <a:gd name="connsiteY385" fmla="*/ 357856 h 1245497"/>
              <a:gd name="connsiteX386" fmla="*/ 742743 w 1922270"/>
              <a:gd name="connsiteY386" fmla="*/ 354203 h 1245497"/>
              <a:gd name="connsiteX387" fmla="*/ 744661 w 1922270"/>
              <a:gd name="connsiteY387" fmla="*/ 350558 h 1245497"/>
              <a:gd name="connsiteX388" fmla="*/ 746589 w 1922270"/>
              <a:gd name="connsiteY388" fmla="*/ 346920 h 1245497"/>
              <a:gd name="connsiteX389" fmla="*/ 748507 w 1922270"/>
              <a:gd name="connsiteY389" fmla="*/ 343290 h 1245497"/>
              <a:gd name="connsiteX390" fmla="*/ 750435 w 1922270"/>
              <a:gd name="connsiteY390" fmla="*/ 339667 h 1245497"/>
              <a:gd name="connsiteX391" fmla="*/ 752363 w 1922270"/>
              <a:gd name="connsiteY391" fmla="*/ 336054 h 1245497"/>
              <a:gd name="connsiteX392" fmla="*/ 754282 w 1922270"/>
              <a:gd name="connsiteY392" fmla="*/ 332448 h 1245497"/>
              <a:gd name="connsiteX393" fmla="*/ 756210 w 1922270"/>
              <a:gd name="connsiteY393" fmla="*/ 328851 h 1245497"/>
              <a:gd name="connsiteX394" fmla="*/ 758128 w 1922270"/>
              <a:gd name="connsiteY394" fmla="*/ 325264 h 1245497"/>
              <a:gd name="connsiteX395" fmla="*/ 760056 w 1922270"/>
              <a:gd name="connsiteY395" fmla="*/ 321685 h 1245497"/>
              <a:gd name="connsiteX396" fmla="*/ 761984 w 1922270"/>
              <a:gd name="connsiteY396" fmla="*/ 318115 h 1245497"/>
              <a:gd name="connsiteX397" fmla="*/ 763902 w 1922270"/>
              <a:gd name="connsiteY397" fmla="*/ 314555 h 1245497"/>
              <a:gd name="connsiteX398" fmla="*/ 765830 w 1922270"/>
              <a:gd name="connsiteY398" fmla="*/ 311005 h 1245497"/>
              <a:gd name="connsiteX399" fmla="*/ 767758 w 1922270"/>
              <a:gd name="connsiteY399" fmla="*/ 307464 h 1245497"/>
              <a:gd name="connsiteX400" fmla="*/ 769676 w 1922270"/>
              <a:gd name="connsiteY400" fmla="*/ 303934 h 1245497"/>
              <a:gd name="connsiteX401" fmla="*/ 771604 w 1922270"/>
              <a:gd name="connsiteY401" fmla="*/ 300415 h 1245497"/>
              <a:gd name="connsiteX402" fmla="*/ 773522 w 1922270"/>
              <a:gd name="connsiteY402" fmla="*/ 296905 h 1245497"/>
              <a:gd name="connsiteX403" fmla="*/ 775450 w 1922270"/>
              <a:gd name="connsiteY403" fmla="*/ 293407 h 1245497"/>
              <a:gd name="connsiteX404" fmla="*/ 777378 w 1922270"/>
              <a:gd name="connsiteY404" fmla="*/ 289920 h 1245497"/>
              <a:gd name="connsiteX405" fmla="*/ 779297 w 1922270"/>
              <a:gd name="connsiteY405" fmla="*/ 286443 h 1245497"/>
              <a:gd name="connsiteX406" fmla="*/ 781225 w 1922270"/>
              <a:gd name="connsiteY406" fmla="*/ 282979 h 1245497"/>
              <a:gd name="connsiteX407" fmla="*/ 783143 w 1922270"/>
              <a:gd name="connsiteY407" fmla="*/ 279526 h 1245497"/>
              <a:gd name="connsiteX408" fmla="*/ 785071 w 1922270"/>
              <a:gd name="connsiteY408" fmla="*/ 276085 h 1245497"/>
              <a:gd name="connsiteX409" fmla="*/ 786999 w 1922270"/>
              <a:gd name="connsiteY409" fmla="*/ 272657 h 1245497"/>
              <a:gd name="connsiteX410" fmla="*/ 788917 w 1922270"/>
              <a:gd name="connsiteY410" fmla="*/ 269240 h 1245497"/>
              <a:gd name="connsiteX411" fmla="*/ 790845 w 1922270"/>
              <a:gd name="connsiteY411" fmla="*/ 265836 h 1245497"/>
              <a:gd name="connsiteX412" fmla="*/ 792773 w 1922270"/>
              <a:gd name="connsiteY412" fmla="*/ 262444 h 1245497"/>
              <a:gd name="connsiteX413" fmla="*/ 794691 w 1922270"/>
              <a:gd name="connsiteY413" fmla="*/ 259066 h 1245497"/>
              <a:gd name="connsiteX414" fmla="*/ 796619 w 1922270"/>
              <a:gd name="connsiteY414" fmla="*/ 255701 h 1245497"/>
              <a:gd name="connsiteX415" fmla="*/ 798537 w 1922270"/>
              <a:gd name="connsiteY415" fmla="*/ 252350 h 1245497"/>
              <a:gd name="connsiteX416" fmla="*/ 800465 w 1922270"/>
              <a:gd name="connsiteY416" fmla="*/ 249011 h 1245497"/>
              <a:gd name="connsiteX417" fmla="*/ 802393 w 1922270"/>
              <a:gd name="connsiteY417" fmla="*/ 245687 h 1245497"/>
              <a:gd name="connsiteX418" fmla="*/ 804311 w 1922270"/>
              <a:gd name="connsiteY418" fmla="*/ 242377 h 1245497"/>
              <a:gd name="connsiteX419" fmla="*/ 806239 w 1922270"/>
              <a:gd name="connsiteY419" fmla="*/ 239081 h 1245497"/>
              <a:gd name="connsiteX420" fmla="*/ 808158 w 1922270"/>
              <a:gd name="connsiteY420" fmla="*/ 235799 h 1245497"/>
              <a:gd name="connsiteX421" fmla="*/ 810086 w 1922270"/>
              <a:gd name="connsiteY421" fmla="*/ 232532 h 1245497"/>
              <a:gd name="connsiteX422" fmla="*/ 812014 w 1922270"/>
              <a:gd name="connsiteY422" fmla="*/ 229281 h 1245497"/>
              <a:gd name="connsiteX423" fmla="*/ 813932 w 1922270"/>
              <a:gd name="connsiteY423" fmla="*/ 226044 h 1245497"/>
              <a:gd name="connsiteX424" fmla="*/ 815860 w 1922270"/>
              <a:gd name="connsiteY424" fmla="*/ 222823 h 1245497"/>
              <a:gd name="connsiteX425" fmla="*/ 817778 w 1922270"/>
              <a:gd name="connsiteY425" fmla="*/ 219617 h 1245497"/>
              <a:gd name="connsiteX426" fmla="*/ 819706 w 1922270"/>
              <a:gd name="connsiteY426" fmla="*/ 216426 h 1245497"/>
              <a:gd name="connsiteX427" fmla="*/ 821634 w 1922270"/>
              <a:gd name="connsiteY427" fmla="*/ 213252 h 1245497"/>
              <a:gd name="connsiteX428" fmla="*/ 823552 w 1922270"/>
              <a:gd name="connsiteY428" fmla="*/ 210094 h 1245497"/>
              <a:gd name="connsiteX429" fmla="*/ 825480 w 1922270"/>
              <a:gd name="connsiteY429" fmla="*/ 206952 h 1245497"/>
              <a:gd name="connsiteX430" fmla="*/ 827408 w 1922270"/>
              <a:gd name="connsiteY430" fmla="*/ 203826 h 1245497"/>
              <a:gd name="connsiteX431" fmla="*/ 829326 w 1922270"/>
              <a:gd name="connsiteY431" fmla="*/ 200718 h 1245497"/>
              <a:gd name="connsiteX432" fmla="*/ 831254 w 1922270"/>
              <a:gd name="connsiteY432" fmla="*/ 197627 h 1245497"/>
              <a:gd name="connsiteX433" fmla="*/ 833172 w 1922270"/>
              <a:gd name="connsiteY433" fmla="*/ 194552 h 1245497"/>
              <a:gd name="connsiteX434" fmla="*/ 835100 w 1922270"/>
              <a:gd name="connsiteY434" fmla="*/ 191495 h 1245497"/>
              <a:gd name="connsiteX435" fmla="*/ 837029 w 1922270"/>
              <a:gd name="connsiteY435" fmla="*/ 188456 h 1245497"/>
              <a:gd name="connsiteX436" fmla="*/ 838947 w 1922270"/>
              <a:gd name="connsiteY436" fmla="*/ 185434 h 1245497"/>
              <a:gd name="connsiteX437" fmla="*/ 840875 w 1922270"/>
              <a:gd name="connsiteY437" fmla="*/ 182430 h 1245497"/>
              <a:gd name="connsiteX438" fmla="*/ 842793 w 1922270"/>
              <a:gd name="connsiteY438" fmla="*/ 179445 h 1245497"/>
              <a:gd name="connsiteX439" fmla="*/ 844721 w 1922270"/>
              <a:gd name="connsiteY439" fmla="*/ 176478 h 1245497"/>
              <a:gd name="connsiteX440" fmla="*/ 846649 w 1922270"/>
              <a:gd name="connsiteY440" fmla="*/ 173529 h 1245497"/>
              <a:gd name="connsiteX441" fmla="*/ 848567 w 1922270"/>
              <a:gd name="connsiteY441" fmla="*/ 170600 h 1245497"/>
              <a:gd name="connsiteX442" fmla="*/ 850495 w 1922270"/>
              <a:gd name="connsiteY442" fmla="*/ 167690 h 1245497"/>
              <a:gd name="connsiteX443" fmla="*/ 852423 w 1922270"/>
              <a:gd name="connsiteY443" fmla="*/ 164798 h 1245497"/>
              <a:gd name="connsiteX444" fmla="*/ 854341 w 1922270"/>
              <a:gd name="connsiteY444" fmla="*/ 161926 h 1245497"/>
              <a:gd name="connsiteX445" fmla="*/ 856269 w 1922270"/>
              <a:gd name="connsiteY445" fmla="*/ 159074 h 1245497"/>
              <a:gd name="connsiteX446" fmla="*/ 858187 w 1922270"/>
              <a:gd name="connsiteY446" fmla="*/ 156241 h 1245497"/>
              <a:gd name="connsiteX447" fmla="*/ 860115 w 1922270"/>
              <a:gd name="connsiteY447" fmla="*/ 153428 h 1245497"/>
              <a:gd name="connsiteX448" fmla="*/ 862044 w 1922270"/>
              <a:gd name="connsiteY448" fmla="*/ 150635 h 1245497"/>
              <a:gd name="connsiteX449" fmla="*/ 863962 w 1922270"/>
              <a:gd name="connsiteY449" fmla="*/ 147863 h 1245497"/>
              <a:gd name="connsiteX450" fmla="*/ 865890 w 1922270"/>
              <a:gd name="connsiteY450" fmla="*/ 145112 h 1245497"/>
              <a:gd name="connsiteX451" fmla="*/ 867808 w 1922270"/>
              <a:gd name="connsiteY451" fmla="*/ 142380 h 1245497"/>
              <a:gd name="connsiteX452" fmla="*/ 869736 w 1922270"/>
              <a:gd name="connsiteY452" fmla="*/ 139670 h 1245497"/>
              <a:gd name="connsiteX453" fmla="*/ 871664 w 1922270"/>
              <a:gd name="connsiteY453" fmla="*/ 136982 h 1245497"/>
              <a:gd name="connsiteX454" fmla="*/ 873582 w 1922270"/>
              <a:gd name="connsiteY454" fmla="*/ 134314 h 1245497"/>
              <a:gd name="connsiteX455" fmla="*/ 875510 w 1922270"/>
              <a:gd name="connsiteY455" fmla="*/ 131668 h 1245497"/>
              <a:gd name="connsiteX456" fmla="*/ 877428 w 1922270"/>
              <a:gd name="connsiteY456" fmla="*/ 129044 h 1245497"/>
              <a:gd name="connsiteX457" fmla="*/ 879356 w 1922270"/>
              <a:gd name="connsiteY457" fmla="*/ 126441 h 1245497"/>
              <a:gd name="connsiteX458" fmla="*/ 881284 w 1922270"/>
              <a:gd name="connsiteY458" fmla="*/ 123860 h 1245497"/>
              <a:gd name="connsiteX459" fmla="*/ 883202 w 1922270"/>
              <a:gd name="connsiteY459" fmla="*/ 121302 h 1245497"/>
              <a:gd name="connsiteX460" fmla="*/ 885130 w 1922270"/>
              <a:gd name="connsiteY460" fmla="*/ 118766 h 1245497"/>
              <a:gd name="connsiteX461" fmla="*/ 887058 w 1922270"/>
              <a:gd name="connsiteY461" fmla="*/ 116252 h 1245497"/>
              <a:gd name="connsiteX462" fmla="*/ 888977 w 1922270"/>
              <a:gd name="connsiteY462" fmla="*/ 113762 h 1245497"/>
              <a:gd name="connsiteX463" fmla="*/ 890905 w 1922270"/>
              <a:gd name="connsiteY463" fmla="*/ 111294 h 1245497"/>
              <a:gd name="connsiteX464" fmla="*/ 892823 w 1922270"/>
              <a:gd name="connsiteY464" fmla="*/ 108849 h 1245497"/>
              <a:gd name="connsiteX465" fmla="*/ 894751 w 1922270"/>
              <a:gd name="connsiteY465" fmla="*/ 106428 h 1245497"/>
              <a:gd name="connsiteX466" fmla="*/ 896679 w 1922270"/>
              <a:gd name="connsiteY466" fmla="*/ 104030 h 1245497"/>
              <a:gd name="connsiteX467" fmla="*/ 898597 w 1922270"/>
              <a:gd name="connsiteY467" fmla="*/ 101656 h 1245497"/>
              <a:gd name="connsiteX468" fmla="*/ 900525 w 1922270"/>
              <a:gd name="connsiteY468" fmla="*/ 99305 h 1245497"/>
              <a:gd name="connsiteX469" fmla="*/ 902443 w 1922270"/>
              <a:gd name="connsiteY469" fmla="*/ 96979 h 1245497"/>
              <a:gd name="connsiteX470" fmla="*/ 904371 w 1922270"/>
              <a:gd name="connsiteY470" fmla="*/ 94676 h 1245497"/>
              <a:gd name="connsiteX471" fmla="*/ 906299 w 1922270"/>
              <a:gd name="connsiteY471" fmla="*/ 92398 h 1245497"/>
              <a:gd name="connsiteX472" fmla="*/ 908217 w 1922270"/>
              <a:gd name="connsiteY472" fmla="*/ 90144 h 1245497"/>
              <a:gd name="connsiteX473" fmla="*/ 910145 w 1922270"/>
              <a:gd name="connsiteY473" fmla="*/ 87915 h 1245497"/>
              <a:gd name="connsiteX474" fmla="*/ 912063 w 1922270"/>
              <a:gd name="connsiteY474" fmla="*/ 85711 h 1245497"/>
              <a:gd name="connsiteX475" fmla="*/ 913991 w 1922270"/>
              <a:gd name="connsiteY475" fmla="*/ 83531 h 1245497"/>
              <a:gd name="connsiteX476" fmla="*/ 915919 w 1922270"/>
              <a:gd name="connsiteY476" fmla="*/ 81377 h 1245497"/>
              <a:gd name="connsiteX477" fmla="*/ 917838 w 1922270"/>
              <a:gd name="connsiteY477" fmla="*/ 79248 h 1245497"/>
              <a:gd name="connsiteX478" fmla="*/ 919766 w 1922270"/>
              <a:gd name="connsiteY478" fmla="*/ 77144 h 1245497"/>
              <a:gd name="connsiteX479" fmla="*/ 921694 w 1922270"/>
              <a:gd name="connsiteY479" fmla="*/ 75065 h 1245497"/>
              <a:gd name="connsiteX480" fmla="*/ 923612 w 1922270"/>
              <a:gd name="connsiteY480" fmla="*/ 73013 h 1245497"/>
              <a:gd name="connsiteX481" fmla="*/ 925540 w 1922270"/>
              <a:gd name="connsiteY481" fmla="*/ 70986 h 1245497"/>
              <a:gd name="connsiteX482" fmla="*/ 927458 w 1922270"/>
              <a:gd name="connsiteY482" fmla="*/ 68985 h 1245497"/>
              <a:gd name="connsiteX483" fmla="*/ 929386 w 1922270"/>
              <a:gd name="connsiteY483" fmla="*/ 67010 h 1245497"/>
              <a:gd name="connsiteX484" fmla="*/ 931314 w 1922270"/>
              <a:gd name="connsiteY484" fmla="*/ 65062 h 1245497"/>
              <a:gd name="connsiteX485" fmla="*/ 933232 w 1922270"/>
              <a:gd name="connsiteY485" fmla="*/ 63140 h 1245497"/>
              <a:gd name="connsiteX486" fmla="*/ 935160 w 1922270"/>
              <a:gd name="connsiteY486" fmla="*/ 61243 h 1245497"/>
              <a:gd name="connsiteX487" fmla="*/ 937078 w 1922270"/>
              <a:gd name="connsiteY487" fmla="*/ 59375 h 1245497"/>
              <a:gd name="connsiteX488" fmla="*/ 939006 w 1922270"/>
              <a:gd name="connsiteY488" fmla="*/ 57532 h 1245497"/>
              <a:gd name="connsiteX489" fmla="*/ 940934 w 1922270"/>
              <a:gd name="connsiteY489" fmla="*/ 55718 h 1245497"/>
              <a:gd name="connsiteX490" fmla="*/ 942852 w 1922270"/>
              <a:gd name="connsiteY490" fmla="*/ 53929 h 1245497"/>
              <a:gd name="connsiteX491" fmla="*/ 944781 w 1922270"/>
              <a:gd name="connsiteY491" fmla="*/ 52169 h 1245497"/>
              <a:gd name="connsiteX492" fmla="*/ 946709 w 1922270"/>
              <a:gd name="connsiteY492" fmla="*/ 50435 h 1245497"/>
              <a:gd name="connsiteX493" fmla="*/ 948627 w 1922270"/>
              <a:gd name="connsiteY493" fmla="*/ 48729 h 1245497"/>
              <a:gd name="connsiteX494" fmla="*/ 950555 w 1922270"/>
              <a:gd name="connsiteY494" fmla="*/ 47050 h 1245497"/>
              <a:gd name="connsiteX495" fmla="*/ 952473 w 1922270"/>
              <a:gd name="connsiteY495" fmla="*/ 45400 h 1245497"/>
              <a:gd name="connsiteX496" fmla="*/ 954401 w 1922270"/>
              <a:gd name="connsiteY496" fmla="*/ 43777 h 1245497"/>
              <a:gd name="connsiteX497" fmla="*/ 956329 w 1922270"/>
              <a:gd name="connsiteY497" fmla="*/ 42182 h 1245497"/>
              <a:gd name="connsiteX498" fmla="*/ 958247 w 1922270"/>
              <a:gd name="connsiteY498" fmla="*/ 40614 h 1245497"/>
              <a:gd name="connsiteX499" fmla="*/ 960175 w 1922270"/>
              <a:gd name="connsiteY499" fmla="*/ 39076 h 1245497"/>
              <a:gd name="connsiteX500" fmla="*/ 962093 w 1922270"/>
              <a:gd name="connsiteY500" fmla="*/ 37565 h 1245497"/>
              <a:gd name="connsiteX501" fmla="*/ 964021 w 1922270"/>
              <a:gd name="connsiteY501" fmla="*/ 36083 h 1245497"/>
              <a:gd name="connsiteX502" fmla="*/ 965949 w 1922270"/>
              <a:gd name="connsiteY502" fmla="*/ 34629 h 1245497"/>
              <a:gd name="connsiteX503" fmla="*/ 967867 w 1922270"/>
              <a:gd name="connsiteY503" fmla="*/ 33204 h 1245497"/>
              <a:gd name="connsiteX504" fmla="*/ 969795 w 1922270"/>
              <a:gd name="connsiteY504" fmla="*/ 31808 h 1245497"/>
              <a:gd name="connsiteX505" fmla="*/ 971714 w 1922270"/>
              <a:gd name="connsiteY505" fmla="*/ 30441 h 1245497"/>
              <a:gd name="connsiteX506" fmla="*/ 973642 w 1922270"/>
              <a:gd name="connsiteY506" fmla="*/ 29103 h 1245497"/>
              <a:gd name="connsiteX507" fmla="*/ 975570 w 1922270"/>
              <a:gd name="connsiteY507" fmla="*/ 27793 h 1245497"/>
              <a:gd name="connsiteX508" fmla="*/ 977488 w 1922270"/>
              <a:gd name="connsiteY508" fmla="*/ 26513 h 1245497"/>
              <a:gd name="connsiteX509" fmla="*/ 979416 w 1922270"/>
              <a:gd name="connsiteY509" fmla="*/ 25262 h 1245497"/>
              <a:gd name="connsiteX510" fmla="*/ 981344 w 1922270"/>
              <a:gd name="connsiteY510" fmla="*/ 24040 h 1245497"/>
              <a:gd name="connsiteX511" fmla="*/ 983262 w 1922270"/>
              <a:gd name="connsiteY511" fmla="*/ 22848 h 1245497"/>
              <a:gd name="connsiteX512" fmla="*/ 985190 w 1922270"/>
              <a:gd name="connsiteY512" fmla="*/ 21685 h 1245497"/>
              <a:gd name="connsiteX513" fmla="*/ 987108 w 1922270"/>
              <a:gd name="connsiteY513" fmla="*/ 20552 h 1245497"/>
              <a:gd name="connsiteX514" fmla="*/ 989036 w 1922270"/>
              <a:gd name="connsiteY514" fmla="*/ 19448 h 1245497"/>
              <a:gd name="connsiteX515" fmla="*/ 990964 w 1922270"/>
              <a:gd name="connsiteY515" fmla="*/ 18374 h 1245497"/>
              <a:gd name="connsiteX516" fmla="*/ 992882 w 1922270"/>
              <a:gd name="connsiteY516" fmla="*/ 17330 h 1245497"/>
              <a:gd name="connsiteX517" fmla="*/ 994810 w 1922270"/>
              <a:gd name="connsiteY517" fmla="*/ 16316 h 1245497"/>
              <a:gd name="connsiteX518" fmla="*/ 996728 w 1922270"/>
              <a:gd name="connsiteY518" fmla="*/ 15331 h 1245497"/>
              <a:gd name="connsiteX519" fmla="*/ 998657 w 1922270"/>
              <a:gd name="connsiteY519" fmla="*/ 14377 h 1245497"/>
              <a:gd name="connsiteX520" fmla="*/ 1000585 w 1922270"/>
              <a:gd name="connsiteY520" fmla="*/ 13453 h 1245497"/>
              <a:gd name="connsiteX521" fmla="*/ 1002503 w 1922270"/>
              <a:gd name="connsiteY521" fmla="*/ 12560 h 1245497"/>
              <a:gd name="connsiteX522" fmla="*/ 1004431 w 1922270"/>
              <a:gd name="connsiteY522" fmla="*/ 11696 h 1245497"/>
              <a:gd name="connsiteX523" fmla="*/ 1006359 w 1922270"/>
              <a:gd name="connsiteY523" fmla="*/ 10863 h 1245497"/>
              <a:gd name="connsiteX524" fmla="*/ 1008277 w 1922270"/>
              <a:gd name="connsiteY524" fmla="*/ 10060 h 1245497"/>
              <a:gd name="connsiteX525" fmla="*/ 1010205 w 1922270"/>
              <a:gd name="connsiteY525" fmla="*/ 9288 h 1245497"/>
              <a:gd name="connsiteX526" fmla="*/ 1012123 w 1922270"/>
              <a:gd name="connsiteY526" fmla="*/ 8546 h 1245497"/>
              <a:gd name="connsiteX527" fmla="*/ 1014051 w 1922270"/>
              <a:gd name="connsiteY527" fmla="*/ 7834 h 1245497"/>
              <a:gd name="connsiteX528" fmla="*/ 1015979 w 1922270"/>
              <a:gd name="connsiteY528" fmla="*/ 7154 h 1245497"/>
              <a:gd name="connsiteX529" fmla="*/ 1017897 w 1922270"/>
              <a:gd name="connsiteY529" fmla="*/ 6504 h 1245497"/>
              <a:gd name="connsiteX530" fmla="*/ 1019825 w 1922270"/>
              <a:gd name="connsiteY530" fmla="*/ 5884 h 1245497"/>
              <a:gd name="connsiteX531" fmla="*/ 1021743 w 1922270"/>
              <a:gd name="connsiteY531" fmla="*/ 5296 h 1245497"/>
              <a:gd name="connsiteX532" fmla="*/ 1023671 w 1922270"/>
              <a:gd name="connsiteY532" fmla="*/ 4738 h 1245497"/>
              <a:gd name="connsiteX533" fmla="*/ 1025599 w 1922270"/>
              <a:gd name="connsiteY533" fmla="*/ 4211 h 1245497"/>
              <a:gd name="connsiteX534" fmla="*/ 1027518 w 1922270"/>
              <a:gd name="connsiteY534" fmla="*/ 3715 h 1245497"/>
              <a:gd name="connsiteX535" fmla="*/ 1029446 w 1922270"/>
              <a:gd name="connsiteY535" fmla="*/ 3250 h 1245497"/>
              <a:gd name="connsiteX536" fmla="*/ 1031364 w 1922270"/>
              <a:gd name="connsiteY536" fmla="*/ 2816 h 1245497"/>
              <a:gd name="connsiteX537" fmla="*/ 1033292 w 1922270"/>
              <a:gd name="connsiteY537" fmla="*/ 2413 h 1245497"/>
              <a:gd name="connsiteX538" fmla="*/ 1035220 w 1922270"/>
              <a:gd name="connsiteY538" fmla="*/ 2040 h 1245497"/>
              <a:gd name="connsiteX539" fmla="*/ 1037138 w 1922270"/>
              <a:gd name="connsiteY539" fmla="*/ 1699 h 1245497"/>
              <a:gd name="connsiteX540" fmla="*/ 1039066 w 1922270"/>
              <a:gd name="connsiteY540" fmla="*/ 1389 h 1245497"/>
              <a:gd name="connsiteX541" fmla="*/ 1040994 w 1922270"/>
              <a:gd name="connsiteY541" fmla="*/ 1110 h 1245497"/>
              <a:gd name="connsiteX542" fmla="*/ 1042912 w 1922270"/>
              <a:gd name="connsiteY542" fmla="*/ 862 h 1245497"/>
              <a:gd name="connsiteX543" fmla="*/ 1044840 w 1922270"/>
              <a:gd name="connsiteY543" fmla="*/ 646 h 1245497"/>
              <a:gd name="connsiteX544" fmla="*/ 1046758 w 1922270"/>
              <a:gd name="connsiteY544" fmla="*/ 460 h 1245497"/>
              <a:gd name="connsiteX545" fmla="*/ 1048686 w 1922270"/>
              <a:gd name="connsiteY545" fmla="*/ 306 h 1245497"/>
              <a:gd name="connsiteX546" fmla="*/ 1050614 w 1922270"/>
              <a:gd name="connsiteY546" fmla="*/ 182 h 1245497"/>
              <a:gd name="connsiteX547" fmla="*/ 1052532 w 1922270"/>
              <a:gd name="connsiteY547" fmla="*/ 90 h 1245497"/>
              <a:gd name="connsiteX548" fmla="*/ 1054461 w 1922270"/>
              <a:gd name="connsiteY548" fmla="*/ 30 h 1245497"/>
              <a:gd name="connsiteX549" fmla="*/ 1056379 w 1922270"/>
              <a:gd name="connsiteY549" fmla="*/ 0 h 1245497"/>
              <a:gd name="connsiteX550" fmla="*/ 1058307 w 1922270"/>
              <a:gd name="connsiteY550" fmla="*/ 1 h 1245497"/>
              <a:gd name="connsiteX551" fmla="*/ 1060235 w 1922270"/>
              <a:gd name="connsiteY551" fmla="*/ 34 h 1245497"/>
              <a:gd name="connsiteX552" fmla="*/ 1062153 w 1922270"/>
              <a:gd name="connsiteY552" fmla="*/ 98 h 1245497"/>
              <a:gd name="connsiteX553" fmla="*/ 1064081 w 1922270"/>
              <a:gd name="connsiteY553" fmla="*/ 193 h 1245497"/>
              <a:gd name="connsiteX554" fmla="*/ 1065999 w 1922270"/>
              <a:gd name="connsiteY554" fmla="*/ 320 h 1245497"/>
              <a:gd name="connsiteX555" fmla="*/ 1067927 w 1922270"/>
              <a:gd name="connsiteY555" fmla="*/ 477 h 1245497"/>
              <a:gd name="connsiteX556" fmla="*/ 1069855 w 1922270"/>
              <a:gd name="connsiteY556" fmla="*/ 666 h 1245497"/>
              <a:gd name="connsiteX557" fmla="*/ 1071773 w 1922270"/>
              <a:gd name="connsiteY557" fmla="*/ 886 h 1245497"/>
              <a:gd name="connsiteX558" fmla="*/ 1073701 w 1922270"/>
              <a:gd name="connsiteY558" fmla="*/ 1137 h 1245497"/>
              <a:gd name="connsiteX559" fmla="*/ 1075629 w 1922270"/>
              <a:gd name="connsiteY559" fmla="*/ 1419 h 1245497"/>
              <a:gd name="connsiteX560" fmla="*/ 1077547 w 1922270"/>
              <a:gd name="connsiteY560" fmla="*/ 1732 h 1245497"/>
              <a:gd name="connsiteX561" fmla="*/ 1079475 w 1922270"/>
              <a:gd name="connsiteY561" fmla="*/ 2076 h 1245497"/>
              <a:gd name="connsiteX562" fmla="*/ 1081394 w 1922270"/>
              <a:gd name="connsiteY562" fmla="*/ 2451 h 1245497"/>
              <a:gd name="connsiteX563" fmla="*/ 1083322 w 1922270"/>
              <a:gd name="connsiteY563" fmla="*/ 2858 h 1245497"/>
              <a:gd name="connsiteX564" fmla="*/ 1085250 w 1922270"/>
              <a:gd name="connsiteY564" fmla="*/ 3295 h 1245497"/>
              <a:gd name="connsiteX565" fmla="*/ 1087168 w 1922270"/>
              <a:gd name="connsiteY565" fmla="*/ 3763 h 1245497"/>
              <a:gd name="connsiteX566" fmla="*/ 1089096 w 1922270"/>
              <a:gd name="connsiteY566" fmla="*/ 4262 h 1245497"/>
              <a:gd name="connsiteX567" fmla="*/ 1091014 w 1922270"/>
              <a:gd name="connsiteY567" fmla="*/ 4792 h 1245497"/>
              <a:gd name="connsiteX568" fmla="*/ 1092942 w 1922270"/>
              <a:gd name="connsiteY568" fmla="*/ 5353 h 1245497"/>
              <a:gd name="connsiteX569" fmla="*/ 1094870 w 1922270"/>
              <a:gd name="connsiteY569" fmla="*/ 5945 h 1245497"/>
              <a:gd name="connsiteX570" fmla="*/ 1096788 w 1922270"/>
              <a:gd name="connsiteY570" fmla="*/ 6567 h 1245497"/>
              <a:gd name="connsiteX571" fmla="*/ 1098716 w 1922270"/>
              <a:gd name="connsiteY571" fmla="*/ 7220 h 1245497"/>
              <a:gd name="connsiteX572" fmla="*/ 1100644 w 1922270"/>
              <a:gd name="connsiteY572" fmla="*/ 7904 h 1245497"/>
              <a:gd name="connsiteX573" fmla="*/ 1102562 w 1922270"/>
              <a:gd name="connsiteY573" fmla="*/ 8619 h 1245497"/>
              <a:gd name="connsiteX574" fmla="*/ 1104490 w 1922270"/>
              <a:gd name="connsiteY574" fmla="*/ 9364 h 1245497"/>
              <a:gd name="connsiteX575" fmla="*/ 1106409 w 1922270"/>
              <a:gd name="connsiteY575" fmla="*/ 10139 h 1245497"/>
              <a:gd name="connsiteX576" fmla="*/ 1108337 w 1922270"/>
              <a:gd name="connsiteY576" fmla="*/ 10945 h 1245497"/>
              <a:gd name="connsiteX577" fmla="*/ 1110265 w 1922270"/>
              <a:gd name="connsiteY577" fmla="*/ 11781 h 1245497"/>
              <a:gd name="connsiteX578" fmla="*/ 1112183 w 1922270"/>
              <a:gd name="connsiteY578" fmla="*/ 12648 h 1245497"/>
              <a:gd name="connsiteX579" fmla="*/ 1114111 w 1922270"/>
              <a:gd name="connsiteY579" fmla="*/ 13545 h 1245497"/>
              <a:gd name="connsiteX580" fmla="*/ 1116029 w 1922270"/>
              <a:gd name="connsiteY580" fmla="*/ 14472 h 1245497"/>
              <a:gd name="connsiteX581" fmla="*/ 1117957 w 1922270"/>
              <a:gd name="connsiteY581" fmla="*/ 15429 h 1245497"/>
              <a:gd name="connsiteX582" fmla="*/ 1119885 w 1922270"/>
              <a:gd name="connsiteY582" fmla="*/ 16415 h 1245497"/>
              <a:gd name="connsiteX583" fmla="*/ 1121803 w 1922270"/>
              <a:gd name="connsiteY583" fmla="*/ 17433 h 1245497"/>
              <a:gd name="connsiteX584" fmla="*/ 1123731 w 1922270"/>
              <a:gd name="connsiteY584" fmla="*/ 18480 h 1245497"/>
              <a:gd name="connsiteX585" fmla="*/ 1125649 w 1922270"/>
              <a:gd name="connsiteY585" fmla="*/ 19557 h 1245497"/>
              <a:gd name="connsiteX586" fmla="*/ 1127577 w 1922270"/>
              <a:gd name="connsiteY586" fmla="*/ 20663 h 1245497"/>
              <a:gd name="connsiteX587" fmla="*/ 1129505 w 1922270"/>
              <a:gd name="connsiteY587" fmla="*/ 21800 h 1245497"/>
              <a:gd name="connsiteX588" fmla="*/ 1131423 w 1922270"/>
              <a:gd name="connsiteY588" fmla="*/ 22966 h 1245497"/>
              <a:gd name="connsiteX589" fmla="*/ 1133351 w 1922270"/>
              <a:gd name="connsiteY589" fmla="*/ 24160 h 1245497"/>
              <a:gd name="connsiteX590" fmla="*/ 1135279 w 1922270"/>
              <a:gd name="connsiteY590" fmla="*/ 25386 h 1245497"/>
              <a:gd name="connsiteX591" fmla="*/ 1137198 w 1922270"/>
              <a:gd name="connsiteY591" fmla="*/ 26640 h 1245497"/>
              <a:gd name="connsiteX592" fmla="*/ 1139126 w 1922270"/>
              <a:gd name="connsiteY592" fmla="*/ 27923 h 1245497"/>
              <a:gd name="connsiteX593" fmla="*/ 1141044 w 1922270"/>
              <a:gd name="connsiteY593" fmla="*/ 29235 h 1245497"/>
              <a:gd name="connsiteX594" fmla="*/ 1142972 w 1922270"/>
              <a:gd name="connsiteY594" fmla="*/ 30577 h 1245497"/>
              <a:gd name="connsiteX595" fmla="*/ 1144900 w 1922270"/>
              <a:gd name="connsiteY595" fmla="*/ 31947 h 1245497"/>
              <a:gd name="connsiteX596" fmla="*/ 1146818 w 1922270"/>
              <a:gd name="connsiteY596" fmla="*/ 33345 h 1245497"/>
              <a:gd name="connsiteX597" fmla="*/ 1148746 w 1922270"/>
              <a:gd name="connsiteY597" fmla="*/ 34774 h 1245497"/>
              <a:gd name="connsiteX598" fmla="*/ 1150664 w 1922270"/>
              <a:gd name="connsiteY598" fmla="*/ 36230 h 1245497"/>
              <a:gd name="connsiteX599" fmla="*/ 1152592 w 1922270"/>
              <a:gd name="connsiteY599" fmla="*/ 37715 h 1245497"/>
              <a:gd name="connsiteX600" fmla="*/ 1154520 w 1922270"/>
              <a:gd name="connsiteY600" fmla="*/ 39228 h 1245497"/>
              <a:gd name="connsiteX601" fmla="*/ 1156438 w 1922270"/>
              <a:gd name="connsiteY601" fmla="*/ 40769 h 1245497"/>
              <a:gd name="connsiteX602" fmla="*/ 1158366 w 1922270"/>
              <a:gd name="connsiteY602" fmla="*/ 42340 h 1245497"/>
              <a:gd name="connsiteX603" fmla="*/ 1160284 w 1922270"/>
              <a:gd name="connsiteY603" fmla="*/ 43938 h 1245497"/>
              <a:gd name="connsiteX604" fmla="*/ 1162212 w 1922270"/>
              <a:gd name="connsiteY604" fmla="*/ 45564 h 1245497"/>
              <a:gd name="connsiteX605" fmla="*/ 1164141 w 1922270"/>
              <a:gd name="connsiteY605" fmla="*/ 47216 h 1245497"/>
              <a:gd name="connsiteX606" fmla="*/ 1166059 w 1922270"/>
              <a:gd name="connsiteY606" fmla="*/ 48898 h 1245497"/>
              <a:gd name="connsiteX607" fmla="*/ 1167987 w 1922270"/>
              <a:gd name="connsiteY607" fmla="*/ 50607 h 1245497"/>
              <a:gd name="connsiteX608" fmla="*/ 1169915 w 1922270"/>
              <a:gd name="connsiteY608" fmla="*/ 52344 h 1245497"/>
              <a:gd name="connsiteX609" fmla="*/ 1171833 w 1922270"/>
              <a:gd name="connsiteY609" fmla="*/ 54107 h 1245497"/>
              <a:gd name="connsiteX610" fmla="*/ 1173761 w 1922270"/>
              <a:gd name="connsiteY610" fmla="*/ 55898 h 1245497"/>
              <a:gd name="connsiteX611" fmla="*/ 1175679 w 1922270"/>
              <a:gd name="connsiteY611" fmla="*/ 57715 h 1245497"/>
              <a:gd name="connsiteX612" fmla="*/ 1177607 w 1922270"/>
              <a:gd name="connsiteY612" fmla="*/ 59560 h 1245497"/>
              <a:gd name="connsiteX613" fmla="*/ 1179535 w 1922270"/>
              <a:gd name="connsiteY613" fmla="*/ 61432 h 1245497"/>
              <a:gd name="connsiteX614" fmla="*/ 1181453 w 1922270"/>
              <a:gd name="connsiteY614" fmla="*/ 63331 h 1245497"/>
              <a:gd name="connsiteX615" fmla="*/ 1183381 w 1922270"/>
              <a:gd name="connsiteY615" fmla="*/ 65255 h 1245497"/>
              <a:gd name="connsiteX616" fmla="*/ 1185299 w 1922270"/>
              <a:gd name="connsiteY616" fmla="*/ 67207 h 1245497"/>
              <a:gd name="connsiteX617" fmla="*/ 1187227 w 1922270"/>
              <a:gd name="connsiteY617" fmla="*/ 69183 h 1245497"/>
              <a:gd name="connsiteX618" fmla="*/ 1189155 w 1922270"/>
              <a:gd name="connsiteY618" fmla="*/ 71187 h 1245497"/>
              <a:gd name="connsiteX619" fmla="*/ 1191074 w 1922270"/>
              <a:gd name="connsiteY619" fmla="*/ 73216 h 1245497"/>
              <a:gd name="connsiteX620" fmla="*/ 1193002 w 1922270"/>
              <a:gd name="connsiteY620" fmla="*/ 75272 h 1245497"/>
              <a:gd name="connsiteX621" fmla="*/ 1194930 w 1922270"/>
              <a:gd name="connsiteY621" fmla="*/ 77353 h 1245497"/>
              <a:gd name="connsiteX622" fmla="*/ 1196848 w 1922270"/>
              <a:gd name="connsiteY622" fmla="*/ 79460 h 1245497"/>
              <a:gd name="connsiteX623" fmla="*/ 1198776 w 1922270"/>
              <a:gd name="connsiteY623" fmla="*/ 81591 h 1245497"/>
              <a:gd name="connsiteX624" fmla="*/ 1200694 w 1922270"/>
              <a:gd name="connsiteY624" fmla="*/ 83748 h 1245497"/>
              <a:gd name="connsiteX625" fmla="*/ 1202622 w 1922270"/>
              <a:gd name="connsiteY625" fmla="*/ 85930 h 1245497"/>
              <a:gd name="connsiteX626" fmla="*/ 1204550 w 1922270"/>
              <a:gd name="connsiteY626" fmla="*/ 88137 h 1245497"/>
              <a:gd name="connsiteX627" fmla="*/ 1206468 w 1922270"/>
              <a:gd name="connsiteY627" fmla="*/ 90369 h 1245497"/>
              <a:gd name="connsiteX628" fmla="*/ 1208396 w 1922270"/>
              <a:gd name="connsiteY628" fmla="*/ 92625 h 1245497"/>
              <a:gd name="connsiteX629" fmla="*/ 1210314 w 1922270"/>
              <a:gd name="connsiteY629" fmla="*/ 94906 h 1245497"/>
              <a:gd name="connsiteX630" fmla="*/ 1212242 w 1922270"/>
              <a:gd name="connsiteY630" fmla="*/ 97211 h 1245497"/>
              <a:gd name="connsiteX631" fmla="*/ 1214170 w 1922270"/>
              <a:gd name="connsiteY631" fmla="*/ 99540 h 1245497"/>
              <a:gd name="connsiteX632" fmla="*/ 1216089 w 1922270"/>
              <a:gd name="connsiteY632" fmla="*/ 101892 h 1245497"/>
              <a:gd name="connsiteX633" fmla="*/ 1218017 w 1922270"/>
              <a:gd name="connsiteY633" fmla="*/ 104270 h 1245497"/>
              <a:gd name="connsiteX634" fmla="*/ 1219935 w 1922270"/>
              <a:gd name="connsiteY634" fmla="*/ 106670 h 1245497"/>
              <a:gd name="connsiteX635" fmla="*/ 1221863 w 1922270"/>
              <a:gd name="connsiteY635" fmla="*/ 109093 h 1245497"/>
              <a:gd name="connsiteX636" fmla="*/ 1223791 w 1922270"/>
              <a:gd name="connsiteY636" fmla="*/ 111541 h 1245497"/>
              <a:gd name="connsiteX637" fmla="*/ 1225709 w 1922270"/>
              <a:gd name="connsiteY637" fmla="*/ 114010 h 1245497"/>
              <a:gd name="connsiteX638" fmla="*/ 1227637 w 1922270"/>
              <a:gd name="connsiteY638" fmla="*/ 116503 h 1245497"/>
              <a:gd name="connsiteX639" fmla="*/ 1229565 w 1922270"/>
              <a:gd name="connsiteY639" fmla="*/ 119019 h 1245497"/>
              <a:gd name="connsiteX640" fmla="*/ 1231483 w 1922270"/>
              <a:gd name="connsiteY640" fmla="*/ 121557 h 1245497"/>
              <a:gd name="connsiteX641" fmla="*/ 1233411 w 1922270"/>
              <a:gd name="connsiteY641" fmla="*/ 124118 h 1245497"/>
              <a:gd name="connsiteX642" fmla="*/ 1235329 w 1922270"/>
              <a:gd name="connsiteY642" fmla="*/ 126701 h 1245497"/>
              <a:gd name="connsiteX643" fmla="*/ 1237257 w 1922270"/>
              <a:gd name="connsiteY643" fmla="*/ 129306 h 1245497"/>
              <a:gd name="connsiteX644" fmla="*/ 1239185 w 1922270"/>
              <a:gd name="connsiteY644" fmla="*/ 131932 h 1245497"/>
              <a:gd name="connsiteX645" fmla="*/ 1241103 w 1922270"/>
              <a:gd name="connsiteY645" fmla="*/ 134580 h 1245497"/>
              <a:gd name="connsiteX646" fmla="*/ 1243031 w 1922270"/>
              <a:gd name="connsiteY646" fmla="*/ 137250 h 1245497"/>
              <a:gd name="connsiteX647" fmla="*/ 1244950 w 1922270"/>
              <a:gd name="connsiteY647" fmla="*/ 139941 h 1245497"/>
              <a:gd name="connsiteX648" fmla="*/ 1246878 w 1922270"/>
              <a:gd name="connsiteY648" fmla="*/ 142653 h 1245497"/>
              <a:gd name="connsiteX649" fmla="*/ 1248806 w 1922270"/>
              <a:gd name="connsiteY649" fmla="*/ 145386 h 1245497"/>
              <a:gd name="connsiteX650" fmla="*/ 1250724 w 1922270"/>
              <a:gd name="connsiteY650" fmla="*/ 148140 h 1245497"/>
              <a:gd name="connsiteX651" fmla="*/ 1252652 w 1922270"/>
              <a:gd name="connsiteY651" fmla="*/ 150914 h 1245497"/>
              <a:gd name="connsiteX652" fmla="*/ 1254580 w 1922270"/>
              <a:gd name="connsiteY652" fmla="*/ 153708 h 1245497"/>
              <a:gd name="connsiteX653" fmla="*/ 1256498 w 1922270"/>
              <a:gd name="connsiteY653" fmla="*/ 156523 h 1245497"/>
              <a:gd name="connsiteX654" fmla="*/ 1258426 w 1922270"/>
              <a:gd name="connsiteY654" fmla="*/ 159358 h 1245497"/>
              <a:gd name="connsiteX655" fmla="*/ 1260344 w 1922270"/>
              <a:gd name="connsiteY655" fmla="*/ 162212 h 1245497"/>
              <a:gd name="connsiteX656" fmla="*/ 1262272 w 1922270"/>
              <a:gd name="connsiteY656" fmla="*/ 165087 h 1245497"/>
              <a:gd name="connsiteX657" fmla="*/ 1264200 w 1922270"/>
              <a:gd name="connsiteY657" fmla="*/ 167980 h 1245497"/>
              <a:gd name="connsiteX658" fmla="*/ 1266118 w 1922270"/>
              <a:gd name="connsiteY658" fmla="*/ 170893 h 1245497"/>
              <a:gd name="connsiteX659" fmla="*/ 1268046 w 1922270"/>
              <a:gd name="connsiteY659" fmla="*/ 173823 h 1245497"/>
              <a:gd name="connsiteX660" fmla="*/ 1269964 w 1922270"/>
              <a:gd name="connsiteY660" fmla="*/ 176774 h 1245497"/>
              <a:gd name="connsiteX661" fmla="*/ 1271892 w 1922270"/>
              <a:gd name="connsiteY661" fmla="*/ 179743 h 1245497"/>
              <a:gd name="connsiteX662" fmla="*/ 1273821 w 1922270"/>
              <a:gd name="connsiteY662" fmla="*/ 182730 h 1245497"/>
              <a:gd name="connsiteX663" fmla="*/ 1275739 w 1922270"/>
              <a:gd name="connsiteY663" fmla="*/ 185736 h 1245497"/>
              <a:gd name="connsiteX664" fmla="*/ 1277667 w 1922270"/>
              <a:gd name="connsiteY664" fmla="*/ 188759 h 1245497"/>
              <a:gd name="connsiteX665" fmla="*/ 1279585 w 1922270"/>
              <a:gd name="connsiteY665" fmla="*/ 191800 h 1245497"/>
              <a:gd name="connsiteX666" fmla="*/ 1281513 w 1922270"/>
              <a:gd name="connsiteY666" fmla="*/ 194859 h 1245497"/>
              <a:gd name="connsiteX667" fmla="*/ 1283441 w 1922270"/>
              <a:gd name="connsiteY667" fmla="*/ 197935 h 1245497"/>
              <a:gd name="connsiteX668" fmla="*/ 1285359 w 1922270"/>
              <a:gd name="connsiteY668" fmla="*/ 201028 h 1245497"/>
              <a:gd name="connsiteX669" fmla="*/ 1287287 w 1922270"/>
              <a:gd name="connsiteY669" fmla="*/ 204139 h 1245497"/>
              <a:gd name="connsiteX670" fmla="*/ 1289215 w 1922270"/>
              <a:gd name="connsiteY670" fmla="*/ 207265 h 1245497"/>
              <a:gd name="connsiteX671" fmla="*/ 1291133 w 1922270"/>
              <a:gd name="connsiteY671" fmla="*/ 210409 h 1245497"/>
              <a:gd name="connsiteX672" fmla="*/ 1293061 w 1922270"/>
              <a:gd name="connsiteY672" fmla="*/ 213568 h 1245497"/>
              <a:gd name="connsiteX673" fmla="*/ 1294979 w 1922270"/>
              <a:gd name="connsiteY673" fmla="*/ 216744 h 1245497"/>
              <a:gd name="connsiteX674" fmla="*/ 1296907 w 1922270"/>
              <a:gd name="connsiteY674" fmla="*/ 219937 h 1245497"/>
              <a:gd name="connsiteX675" fmla="*/ 1298836 w 1922270"/>
              <a:gd name="connsiteY675" fmla="*/ 223144 h 1245497"/>
              <a:gd name="connsiteX676" fmla="*/ 1300754 w 1922270"/>
              <a:gd name="connsiteY676" fmla="*/ 226367 h 1245497"/>
              <a:gd name="connsiteX677" fmla="*/ 1302682 w 1922270"/>
              <a:gd name="connsiteY677" fmla="*/ 229606 h 1245497"/>
              <a:gd name="connsiteX678" fmla="*/ 1304600 w 1922270"/>
              <a:gd name="connsiteY678" fmla="*/ 232858 h 1245497"/>
              <a:gd name="connsiteX679" fmla="*/ 1306528 w 1922270"/>
              <a:gd name="connsiteY679" fmla="*/ 236127 h 1245497"/>
              <a:gd name="connsiteX680" fmla="*/ 1308456 w 1922270"/>
              <a:gd name="connsiteY680" fmla="*/ 239410 h 1245497"/>
              <a:gd name="connsiteX681" fmla="*/ 1310374 w 1922270"/>
              <a:gd name="connsiteY681" fmla="*/ 242707 h 1245497"/>
              <a:gd name="connsiteX682" fmla="*/ 1312302 w 1922270"/>
              <a:gd name="connsiteY682" fmla="*/ 246019 h 1245497"/>
              <a:gd name="connsiteX683" fmla="*/ 1314220 w 1922270"/>
              <a:gd name="connsiteY683" fmla="*/ 249344 h 1245497"/>
              <a:gd name="connsiteX684" fmla="*/ 1316148 w 1922270"/>
              <a:gd name="connsiteY684" fmla="*/ 252685 h 1245497"/>
              <a:gd name="connsiteX685" fmla="*/ 1318076 w 1922270"/>
              <a:gd name="connsiteY685" fmla="*/ 256037 h 1245497"/>
              <a:gd name="connsiteX686" fmla="*/ 1319994 w 1922270"/>
              <a:gd name="connsiteY686" fmla="*/ 259404 h 1245497"/>
              <a:gd name="connsiteX687" fmla="*/ 1321922 w 1922270"/>
              <a:gd name="connsiteY687" fmla="*/ 262783 h 1245497"/>
              <a:gd name="connsiteX688" fmla="*/ 1323850 w 1922270"/>
              <a:gd name="connsiteY688" fmla="*/ 266176 h 1245497"/>
              <a:gd name="connsiteX689" fmla="*/ 1325769 w 1922270"/>
              <a:gd name="connsiteY689" fmla="*/ 269581 h 1245497"/>
              <a:gd name="connsiteX690" fmla="*/ 1327696 w 1922270"/>
              <a:gd name="connsiteY690" fmla="*/ 272999 h 1245497"/>
              <a:gd name="connsiteX691" fmla="*/ 1329615 w 1922270"/>
              <a:gd name="connsiteY691" fmla="*/ 276428 h 1245497"/>
              <a:gd name="connsiteX692" fmla="*/ 1331543 w 1922270"/>
              <a:gd name="connsiteY692" fmla="*/ 279871 h 1245497"/>
              <a:gd name="connsiteX693" fmla="*/ 1333471 w 1922270"/>
              <a:gd name="connsiteY693" fmla="*/ 283325 h 1245497"/>
              <a:gd name="connsiteX694" fmla="*/ 1335389 w 1922270"/>
              <a:gd name="connsiteY694" fmla="*/ 286791 h 1245497"/>
              <a:gd name="connsiteX695" fmla="*/ 1337317 w 1922270"/>
              <a:gd name="connsiteY695" fmla="*/ 290268 h 1245497"/>
              <a:gd name="connsiteX696" fmla="*/ 1339235 w 1922270"/>
              <a:gd name="connsiteY696" fmla="*/ 293756 h 1245497"/>
              <a:gd name="connsiteX697" fmla="*/ 1341163 w 1922270"/>
              <a:gd name="connsiteY697" fmla="*/ 297255 h 1245497"/>
              <a:gd name="connsiteX698" fmla="*/ 1343091 w 1922270"/>
              <a:gd name="connsiteY698" fmla="*/ 300765 h 1245497"/>
              <a:gd name="connsiteX699" fmla="*/ 1345009 w 1922270"/>
              <a:gd name="connsiteY699" fmla="*/ 304287 h 1245497"/>
              <a:gd name="connsiteX700" fmla="*/ 1346937 w 1922270"/>
              <a:gd name="connsiteY700" fmla="*/ 307818 h 1245497"/>
              <a:gd name="connsiteX701" fmla="*/ 1348865 w 1922270"/>
              <a:gd name="connsiteY701" fmla="*/ 311359 h 1245497"/>
              <a:gd name="connsiteX702" fmla="*/ 1350783 w 1922270"/>
              <a:gd name="connsiteY702" fmla="*/ 314911 h 1245497"/>
              <a:gd name="connsiteX703" fmla="*/ 1352711 w 1922270"/>
              <a:gd name="connsiteY703" fmla="*/ 318472 h 1245497"/>
              <a:gd name="connsiteX704" fmla="*/ 1354629 w 1922270"/>
              <a:gd name="connsiteY704" fmla="*/ 322042 h 1245497"/>
              <a:gd name="connsiteX705" fmla="*/ 1356558 w 1922270"/>
              <a:gd name="connsiteY705" fmla="*/ 325621 h 1245497"/>
              <a:gd name="connsiteX706" fmla="*/ 1358486 w 1922270"/>
              <a:gd name="connsiteY706" fmla="*/ 329210 h 1245497"/>
              <a:gd name="connsiteX707" fmla="*/ 1360404 w 1922270"/>
              <a:gd name="connsiteY707" fmla="*/ 332808 h 1245497"/>
              <a:gd name="connsiteX708" fmla="*/ 1362332 w 1922270"/>
              <a:gd name="connsiteY708" fmla="*/ 336414 h 1245497"/>
              <a:gd name="connsiteX709" fmla="*/ 1364250 w 1922270"/>
              <a:gd name="connsiteY709" fmla="*/ 340029 h 1245497"/>
              <a:gd name="connsiteX710" fmla="*/ 1366178 w 1922270"/>
              <a:gd name="connsiteY710" fmla="*/ 343653 h 1245497"/>
              <a:gd name="connsiteX711" fmla="*/ 1368106 w 1922270"/>
              <a:gd name="connsiteY711" fmla="*/ 347283 h 1245497"/>
              <a:gd name="connsiteX712" fmla="*/ 1370024 w 1922270"/>
              <a:gd name="connsiteY712" fmla="*/ 350922 h 1245497"/>
              <a:gd name="connsiteX713" fmla="*/ 1371952 w 1922270"/>
              <a:gd name="connsiteY713" fmla="*/ 354569 h 1245497"/>
              <a:gd name="connsiteX714" fmla="*/ 1373870 w 1922270"/>
              <a:gd name="connsiteY714" fmla="*/ 358222 h 1245497"/>
              <a:gd name="connsiteX715" fmla="*/ 1375798 w 1922270"/>
              <a:gd name="connsiteY715" fmla="*/ 361883 h 1245497"/>
              <a:gd name="connsiteX716" fmla="*/ 1377726 w 1922270"/>
              <a:gd name="connsiteY716" fmla="*/ 365551 h 1245497"/>
              <a:gd name="connsiteX717" fmla="*/ 1379644 w 1922270"/>
              <a:gd name="connsiteY717" fmla="*/ 369225 h 1245497"/>
              <a:gd name="connsiteX718" fmla="*/ 1381573 w 1922270"/>
              <a:gd name="connsiteY718" fmla="*/ 372906 h 1245497"/>
              <a:gd name="connsiteX719" fmla="*/ 1383501 w 1922270"/>
              <a:gd name="connsiteY719" fmla="*/ 376594 h 1245497"/>
              <a:gd name="connsiteX720" fmla="*/ 1385419 w 1922270"/>
              <a:gd name="connsiteY720" fmla="*/ 380287 h 1245497"/>
              <a:gd name="connsiteX721" fmla="*/ 1387347 w 1922270"/>
              <a:gd name="connsiteY721" fmla="*/ 383986 h 1245497"/>
              <a:gd name="connsiteX722" fmla="*/ 1389265 w 1922270"/>
              <a:gd name="connsiteY722" fmla="*/ 387692 h 1245497"/>
              <a:gd name="connsiteX723" fmla="*/ 1391193 w 1922270"/>
              <a:gd name="connsiteY723" fmla="*/ 391403 h 1245497"/>
              <a:gd name="connsiteX724" fmla="*/ 1393121 w 1922270"/>
              <a:gd name="connsiteY724" fmla="*/ 395118 h 1245497"/>
              <a:gd name="connsiteX725" fmla="*/ 1395039 w 1922270"/>
              <a:gd name="connsiteY725" fmla="*/ 398838 h 1245497"/>
              <a:gd name="connsiteX726" fmla="*/ 1396967 w 1922270"/>
              <a:gd name="connsiteY726" fmla="*/ 402564 h 1245497"/>
              <a:gd name="connsiteX727" fmla="*/ 1398885 w 1922270"/>
              <a:gd name="connsiteY727" fmla="*/ 406294 h 1245497"/>
              <a:gd name="connsiteX728" fmla="*/ 1400813 w 1922270"/>
              <a:gd name="connsiteY728" fmla="*/ 410029 h 1245497"/>
              <a:gd name="connsiteX729" fmla="*/ 1402741 w 1922270"/>
              <a:gd name="connsiteY729" fmla="*/ 413768 h 1245497"/>
              <a:gd name="connsiteX730" fmla="*/ 1404659 w 1922270"/>
              <a:gd name="connsiteY730" fmla="*/ 417511 h 1245497"/>
              <a:gd name="connsiteX731" fmla="*/ 1406587 w 1922270"/>
              <a:gd name="connsiteY731" fmla="*/ 421257 h 1245497"/>
              <a:gd name="connsiteX732" fmla="*/ 1408515 w 1922270"/>
              <a:gd name="connsiteY732" fmla="*/ 425008 h 1245497"/>
              <a:gd name="connsiteX733" fmla="*/ 1410434 w 1922270"/>
              <a:gd name="connsiteY733" fmla="*/ 428762 h 1245497"/>
              <a:gd name="connsiteX734" fmla="*/ 1412362 w 1922270"/>
              <a:gd name="connsiteY734" fmla="*/ 432519 h 1245497"/>
              <a:gd name="connsiteX735" fmla="*/ 1414280 w 1922270"/>
              <a:gd name="connsiteY735" fmla="*/ 436278 h 1245497"/>
              <a:gd name="connsiteX736" fmla="*/ 1416208 w 1922270"/>
              <a:gd name="connsiteY736" fmla="*/ 440041 h 1245497"/>
              <a:gd name="connsiteX737" fmla="*/ 1418136 w 1922270"/>
              <a:gd name="connsiteY737" fmla="*/ 443807 h 1245497"/>
              <a:gd name="connsiteX738" fmla="*/ 1420054 w 1922270"/>
              <a:gd name="connsiteY738" fmla="*/ 447574 h 1245497"/>
              <a:gd name="connsiteX739" fmla="*/ 1421982 w 1922270"/>
              <a:gd name="connsiteY739" fmla="*/ 451344 h 1245497"/>
              <a:gd name="connsiteX740" fmla="*/ 1423900 w 1922270"/>
              <a:gd name="connsiteY740" fmla="*/ 455115 h 1245497"/>
              <a:gd name="connsiteX741" fmla="*/ 1425828 w 1922270"/>
              <a:gd name="connsiteY741" fmla="*/ 458889 h 1245497"/>
              <a:gd name="connsiteX742" fmla="*/ 1427756 w 1922270"/>
              <a:gd name="connsiteY742" fmla="*/ 462665 h 1245497"/>
              <a:gd name="connsiteX743" fmla="*/ 1429674 w 1922270"/>
              <a:gd name="connsiteY743" fmla="*/ 466441 h 1245497"/>
              <a:gd name="connsiteX744" fmla="*/ 1431602 w 1922270"/>
              <a:gd name="connsiteY744" fmla="*/ 470219 h 1245497"/>
              <a:gd name="connsiteX745" fmla="*/ 1433520 w 1922270"/>
              <a:gd name="connsiteY745" fmla="*/ 473997 h 1245497"/>
              <a:gd name="connsiteX746" fmla="*/ 1435448 w 1922270"/>
              <a:gd name="connsiteY746" fmla="*/ 477777 h 1245497"/>
              <a:gd name="connsiteX747" fmla="*/ 1437376 w 1922270"/>
              <a:gd name="connsiteY747" fmla="*/ 481557 h 1245497"/>
              <a:gd name="connsiteX748" fmla="*/ 1439295 w 1922270"/>
              <a:gd name="connsiteY748" fmla="*/ 485338 h 1245497"/>
              <a:gd name="connsiteX749" fmla="*/ 1441223 w 1922270"/>
              <a:gd name="connsiteY749" fmla="*/ 489119 h 1245497"/>
              <a:gd name="connsiteX750" fmla="*/ 1443151 w 1922270"/>
              <a:gd name="connsiteY750" fmla="*/ 1245497 h 1245497"/>
              <a:gd name="connsiteX751" fmla="*/ 1445069 w 1922270"/>
              <a:gd name="connsiteY751" fmla="*/ 1245497 h 1245497"/>
              <a:gd name="connsiteX752" fmla="*/ 1446997 w 1922270"/>
              <a:gd name="connsiteY752" fmla="*/ 1245497 h 1245497"/>
              <a:gd name="connsiteX753" fmla="*/ 1448915 w 1922270"/>
              <a:gd name="connsiteY753" fmla="*/ 1245497 h 1245497"/>
              <a:gd name="connsiteX754" fmla="*/ 1450843 w 1922270"/>
              <a:gd name="connsiteY754" fmla="*/ 1245497 h 1245497"/>
              <a:gd name="connsiteX755" fmla="*/ 1452771 w 1922270"/>
              <a:gd name="connsiteY755" fmla="*/ 1245497 h 1245497"/>
              <a:gd name="connsiteX756" fmla="*/ 1454689 w 1922270"/>
              <a:gd name="connsiteY756" fmla="*/ 1245497 h 1245497"/>
              <a:gd name="connsiteX757" fmla="*/ 1456617 w 1922270"/>
              <a:gd name="connsiteY757" fmla="*/ 1245497 h 1245497"/>
              <a:gd name="connsiteX758" fmla="*/ 1458535 w 1922270"/>
              <a:gd name="connsiteY758" fmla="*/ 1245497 h 1245497"/>
              <a:gd name="connsiteX759" fmla="*/ 1460463 w 1922270"/>
              <a:gd name="connsiteY759" fmla="*/ 1245497 h 1245497"/>
              <a:gd name="connsiteX760" fmla="*/ 1462391 w 1922270"/>
              <a:gd name="connsiteY760" fmla="*/ 1245497 h 1245497"/>
              <a:gd name="connsiteX761" fmla="*/ 1464310 w 1922270"/>
              <a:gd name="connsiteY761" fmla="*/ 1245497 h 1245497"/>
              <a:gd name="connsiteX762" fmla="*/ 1466238 w 1922270"/>
              <a:gd name="connsiteY762" fmla="*/ 1245497 h 1245497"/>
              <a:gd name="connsiteX763" fmla="*/ 1468156 w 1922270"/>
              <a:gd name="connsiteY763" fmla="*/ 1245497 h 1245497"/>
              <a:gd name="connsiteX764" fmla="*/ 1470084 w 1922270"/>
              <a:gd name="connsiteY764" fmla="*/ 1245497 h 1245497"/>
              <a:gd name="connsiteX765" fmla="*/ 1472012 w 1922270"/>
              <a:gd name="connsiteY765" fmla="*/ 1245497 h 1245497"/>
              <a:gd name="connsiteX766" fmla="*/ 1473930 w 1922270"/>
              <a:gd name="connsiteY766" fmla="*/ 1245497 h 1245497"/>
              <a:gd name="connsiteX767" fmla="*/ 1475858 w 1922270"/>
              <a:gd name="connsiteY767" fmla="*/ 1245497 h 1245497"/>
              <a:gd name="connsiteX768" fmla="*/ 1477786 w 1922270"/>
              <a:gd name="connsiteY768" fmla="*/ 1245497 h 1245497"/>
              <a:gd name="connsiteX769" fmla="*/ 1479704 w 1922270"/>
              <a:gd name="connsiteY769" fmla="*/ 1245497 h 1245497"/>
              <a:gd name="connsiteX770" fmla="*/ 1481632 w 1922270"/>
              <a:gd name="connsiteY770" fmla="*/ 1245497 h 1245497"/>
              <a:gd name="connsiteX771" fmla="*/ 1483550 w 1922270"/>
              <a:gd name="connsiteY771" fmla="*/ 1245497 h 1245497"/>
              <a:gd name="connsiteX772" fmla="*/ 1485478 w 1922270"/>
              <a:gd name="connsiteY772" fmla="*/ 1245497 h 1245497"/>
              <a:gd name="connsiteX773" fmla="*/ 1487406 w 1922270"/>
              <a:gd name="connsiteY773" fmla="*/ 1245497 h 1245497"/>
              <a:gd name="connsiteX774" fmla="*/ 1489324 w 1922270"/>
              <a:gd name="connsiteY774" fmla="*/ 1245497 h 1245497"/>
              <a:gd name="connsiteX775" fmla="*/ 1491253 w 1922270"/>
              <a:gd name="connsiteY775" fmla="*/ 1245497 h 1245497"/>
              <a:gd name="connsiteX776" fmla="*/ 1493171 w 1922270"/>
              <a:gd name="connsiteY776" fmla="*/ 1245497 h 1245497"/>
              <a:gd name="connsiteX777" fmla="*/ 1495099 w 1922270"/>
              <a:gd name="connsiteY777" fmla="*/ 1245497 h 1245497"/>
              <a:gd name="connsiteX778" fmla="*/ 1497027 w 1922270"/>
              <a:gd name="connsiteY778" fmla="*/ 1245497 h 1245497"/>
              <a:gd name="connsiteX779" fmla="*/ 1498945 w 1922270"/>
              <a:gd name="connsiteY779" fmla="*/ 1245497 h 1245497"/>
              <a:gd name="connsiteX780" fmla="*/ 1500873 w 1922270"/>
              <a:gd name="connsiteY780" fmla="*/ 1245497 h 1245497"/>
              <a:gd name="connsiteX781" fmla="*/ 1502801 w 1922270"/>
              <a:gd name="connsiteY781" fmla="*/ 1245497 h 1245497"/>
              <a:gd name="connsiteX782" fmla="*/ 1504719 w 1922270"/>
              <a:gd name="connsiteY782" fmla="*/ 1245497 h 1245497"/>
              <a:gd name="connsiteX783" fmla="*/ 1506647 w 1922270"/>
              <a:gd name="connsiteY783" fmla="*/ 1245497 h 1245497"/>
              <a:gd name="connsiteX784" fmla="*/ 1508565 w 1922270"/>
              <a:gd name="connsiteY784" fmla="*/ 1245497 h 1245497"/>
              <a:gd name="connsiteX785" fmla="*/ 1510493 w 1922270"/>
              <a:gd name="connsiteY785" fmla="*/ 1245497 h 1245497"/>
              <a:gd name="connsiteX786" fmla="*/ 1512421 w 1922270"/>
              <a:gd name="connsiteY786" fmla="*/ 1245497 h 1245497"/>
              <a:gd name="connsiteX787" fmla="*/ 1514339 w 1922270"/>
              <a:gd name="connsiteY787" fmla="*/ 1245497 h 1245497"/>
              <a:gd name="connsiteX788" fmla="*/ 1516267 w 1922270"/>
              <a:gd name="connsiteY788" fmla="*/ 1245497 h 1245497"/>
              <a:gd name="connsiteX789" fmla="*/ 1518186 w 1922270"/>
              <a:gd name="connsiteY789" fmla="*/ 1245497 h 1245497"/>
              <a:gd name="connsiteX790" fmla="*/ 1520114 w 1922270"/>
              <a:gd name="connsiteY790" fmla="*/ 1245497 h 1245497"/>
              <a:gd name="connsiteX791" fmla="*/ 1522042 w 1922270"/>
              <a:gd name="connsiteY791" fmla="*/ 1245497 h 1245497"/>
              <a:gd name="connsiteX792" fmla="*/ 1523960 w 1922270"/>
              <a:gd name="connsiteY792" fmla="*/ 1245497 h 1245497"/>
              <a:gd name="connsiteX793" fmla="*/ 1525888 w 1922270"/>
              <a:gd name="connsiteY793" fmla="*/ 1245497 h 1245497"/>
              <a:gd name="connsiteX794" fmla="*/ 1527806 w 1922270"/>
              <a:gd name="connsiteY794" fmla="*/ 1245497 h 1245497"/>
              <a:gd name="connsiteX795" fmla="*/ 1529734 w 1922270"/>
              <a:gd name="connsiteY795" fmla="*/ 1245497 h 1245497"/>
              <a:gd name="connsiteX796" fmla="*/ 1531662 w 1922270"/>
              <a:gd name="connsiteY796" fmla="*/ 1245497 h 1245497"/>
              <a:gd name="connsiteX797" fmla="*/ 1533580 w 1922270"/>
              <a:gd name="connsiteY797" fmla="*/ 1245497 h 1245497"/>
              <a:gd name="connsiteX798" fmla="*/ 1535508 w 1922270"/>
              <a:gd name="connsiteY798" fmla="*/ 1245497 h 1245497"/>
              <a:gd name="connsiteX799" fmla="*/ 1537436 w 1922270"/>
              <a:gd name="connsiteY799" fmla="*/ 1245497 h 1245497"/>
              <a:gd name="connsiteX800" fmla="*/ 1539354 w 1922270"/>
              <a:gd name="connsiteY800" fmla="*/ 1245497 h 1245497"/>
              <a:gd name="connsiteX801" fmla="*/ 1541282 w 1922270"/>
              <a:gd name="connsiteY801" fmla="*/ 1245497 h 1245497"/>
              <a:gd name="connsiteX802" fmla="*/ 1543200 w 1922270"/>
              <a:gd name="connsiteY802" fmla="*/ 1245497 h 1245497"/>
              <a:gd name="connsiteX803" fmla="*/ 1545128 w 1922270"/>
              <a:gd name="connsiteY803" fmla="*/ 1245497 h 1245497"/>
              <a:gd name="connsiteX804" fmla="*/ 1547056 w 1922270"/>
              <a:gd name="connsiteY804" fmla="*/ 1245497 h 1245497"/>
              <a:gd name="connsiteX805" fmla="*/ 1548975 w 1922270"/>
              <a:gd name="connsiteY805" fmla="*/ 1245497 h 1245497"/>
              <a:gd name="connsiteX806" fmla="*/ 1550903 w 1922270"/>
              <a:gd name="connsiteY806" fmla="*/ 1245497 h 1245497"/>
              <a:gd name="connsiteX807" fmla="*/ 1552821 w 1922270"/>
              <a:gd name="connsiteY807" fmla="*/ 1245497 h 1245497"/>
              <a:gd name="connsiteX808" fmla="*/ 1554749 w 1922270"/>
              <a:gd name="connsiteY808" fmla="*/ 1245497 h 1245497"/>
              <a:gd name="connsiteX809" fmla="*/ 1556677 w 1922270"/>
              <a:gd name="connsiteY809" fmla="*/ 1245497 h 1245497"/>
              <a:gd name="connsiteX810" fmla="*/ 1558595 w 1922270"/>
              <a:gd name="connsiteY810" fmla="*/ 1245497 h 1245497"/>
              <a:gd name="connsiteX811" fmla="*/ 1560523 w 1922270"/>
              <a:gd name="connsiteY811" fmla="*/ 1245497 h 1245497"/>
              <a:gd name="connsiteX812" fmla="*/ 1562441 w 1922270"/>
              <a:gd name="connsiteY812" fmla="*/ 1245497 h 1245497"/>
              <a:gd name="connsiteX813" fmla="*/ 1564369 w 1922270"/>
              <a:gd name="connsiteY813" fmla="*/ 1245497 h 1245497"/>
              <a:gd name="connsiteX814" fmla="*/ 1566297 w 1922270"/>
              <a:gd name="connsiteY814" fmla="*/ 1245497 h 1245497"/>
              <a:gd name="connsiteX815" fmla="*/ 1568215 w 1922270"/>
              <a:gd name="connsiteY815" fmla="*/ 1245497 h 1245497"/>
              <a:gd name="connsiteX816" fmla="*/ 1570143 w 1922270"/>
              <a:gd name="connsiteY816" fmla="*/ 1245497 h 1245497"/>
              <a:gd name="connsiteX817" fmla="*/ 1572071 w 1922270"/>
              <a:gd name="connsiteY817" fmla="*/ 1245497 h 1245497"/>
              <a:gd name="connsiteX818" fmla="*/ 1573990 w 1922270"/>
              <a:gd name="connsiteY818" fmla="*/ 1245497 h 1245497"/>
              <a:gd name="connsiteX819" fmla="*/ 1575918 w 1922270"/>
              <a:gd name="connsiteY819" fmla="*/ 1245497 h 1245497"/>
              <a:gd name="connsiteX820" fmla="*/ 1577836 w 1922270"/>
              <a:gd name="connsiteY820" fmla="*/ 1245497 h 1245497"/>
              <a:gd name="connsiteX821" fmla="*/ 1579764 w 1922270"/>
              <a:gd name="connsiteY821" fmla="*/ 1245497 h 1245497"/>
              <a:gd name="connsiteX822" fmla="*/ 1581692 w 1922270"/>
              <a:gd name="connsiteY822" fmla="*/ 1245497 h 1245497"/>
              <a:gd name="connsiteX823" fmla="*/ 1583610 w 1922270"/>
              <a:gd name="connsiteY823" fmla="*/ 1245497 h 1245497"/>
              <a:gd name="connsiteX824" fmla="*/ 1585538 w 1922270"/>
              <a:gd name="connsiteY824" fmla="*/ 1245497 h 1245497"/>
              <a:gd name="connsiteX825" fmla="*/ 1587456 w 1922270"/>
              <a:gd name="connsiteY825" fmla="*/ 1245497 h 1245497"/>
              <a:gd name="connsiteX826" fmla="*/ 1589384 w 1922270"/>
              <a:gd name="connsiteY826" fmla="*/ 1245497 h 1245497"/>
              <a:gd name="connsiteX827" fmla="*/ 1591312 w 1922270"/>
              <a:gd name="connsiteY827" fmla="*/ 1245497 h 1245497"/>
              <a:gd name="connsiteX828" fmla="*/ 1593230 w 1922270"/>
              <a:gd name="connsiteY828" fmla="*/ 1245497 h 1245497"/>
              <a:gd name="connsiteX829" fmla="*/ 1595158 w 1922270"/>
              <a:gd name="connsiteY829" fmla="*/ 1245497 h 1245497"/>
              <a:gd name="connsiteX830" fmla="*/ 1597086 w 1922270"/>
              <a:gd name="connsiteY830" fmla="*/ 1245497 h 1245497"/>
              <a:gd name="connsiteX831" fmla="*/ 1599004 w 1922270"/>
              <a:gd name="connsiteY831" fmla="*/ 1245497 h 1245497"/>
              <a:gd name="connsiteX832" fmla="*/ 1600933 w 1922270"/>
              <a:gd name="connsiteY832" fmla="*/ 1245497 h 1245497"/>
              <a:gd name="connsiteX833" fmla="*/ 1602851 w 1922270"/>
              <a:gd name="connsiteY833" fmla="*/ 1245497 h 1245497"/>
              <a:gd name="connsiteX834" fmla="*/ 1604779 w 1922270"/>
              <a:gd name="connsiteY834" fmla="*/ 1245497 h 1245497"/>
              <a:gd name="connsiteX835" fmla="*/ 1606707 w 1922270"/>
              <a:gd name="connsiteY835" fmla="*/ 1245497 h 1245497"/>
              <a:gd name="connsiteX836" fmla="*/ 1608625 w 1922270"/>
              <a:gd name="connsiteY836" fmla="*/ 1245497 h 1245497"/>
              <a:gd name="connsiteX837" fmla="*/ 1610553 w 1922270"/>
              <a:gd name="connsiteY837" fmla="*/ 1245497 h 1245497"/>
              <a:gd name="connsiteX838" fmla="*/ 1612471 w 1922270"/>
              <a:gd name="connsiteY838" fmla="*/ 1245497 h 1245497"/>
              <a:gd name="connsiteX839" fmla="*/ 1614399 w 1922270"/>
              <a:gd name="connsiteY839" fmla="*/ 1245497 h 1245497"/>
              <a:gd name="connsiteX840" fmla="*/ 1616327 w 1922270"/>
              <a:gd name="connsiteY840" fmla="*/ 1245497 h 1245497"/>
              <a:gd name="connsiteX841" fmla="*/ 1618245 w 1922270"/>
              <a:gd name="connsiteY841" fmla="*/ 1245497 h 1245497"/>
              <a:gd name="connsiteX842" fmla="*/ 1620173 w 1922270"/>
              <a:gd name="connsiteY842" fmla="*/ 1245497 h 1245497"/>
              <a:gd name="connsiteX843" fmla="*/ 1622091 w 1922270"/>
              <a:gd name="connsiteY843" fmla="*/ 1245497 h 1245497"/>
              <a:gd name="connsiteX844" fmla="*/ 1624019 w 1922270"/>
              <a:gd name="connsiteY844" fmla="*/ 1245497 h 1245497"/>
              <a:gd name="connsiteX845" fmla="*/ 1625947 w 1922270"/>
              <a:gd name="connsiteY845" fmla="*/ 1245497 h 1245497"/>
              <a:gd name="connsiteX846" fmla="*/ 1627866 w 1922270"/>
              <a:gd name="connsiteY846" fmla="*/ 1245497 h 1245497"/>
              <a:gd name="connsiteX847" fmla="*/ 1629794 w 1922270"/>
              <a:gd name="connsiteY847" fmla="*/ 1245497 h 1245497"/>
              <a:gd name="connsiteX848" fmla="*/ 1631722 w 1922270"/>
              <a:gd name="connsiteY848" fmla="*/ 1245497 h 1245497"/>
              <a:gd name="connsiteX849" fmla="*/ 1633640 w 1922270"/>
              <a:gd name="connsiteY849" fmla="*/ 1245497 h 1245497"/>
              <a:gd name="connsiteX850" fmla="*/ 1635568 w 1922270"/>
              <a:gd name="connsiteY850" fmla="*/ 1245497 h 1245497"/>
              <a:gd name="connsiteX851" fmla="*/ 1637486 w 1922270"/>
              <a:gd name="connsiteY851" fmla="*/ 1245497 h 1245497"/>
              <a:gd name="connsiteX852" fmla="*/ 1639414 w 1922270"/>
              <a:gd name="connsiteY852" fmla="*/ 1245497 h 1245497"/>
              <a:gd name="connsiteX853" fmla="*/ 1641342 w 1922270"/>
              <a:gd name="connsiteY853" fmla="*/ 1245497 h 1245497"/>
              <a:gd name="connsiteX854" fmla="*/ 1643260 w 1922270"/>
              <a:gd name="connsiteY854" fmla="*/ 1245497 h 1245497"/>
              <a:gd name="connsiteX855" fmla="*/ 1645188 w 1922270"/>
              <a:gd name="connsiteY855" fmla="*/ 1245497 h 1245497"/>
              <a:gd name="connsiteX856" fmla="*/ 1647106 w 1922270"/>
              <a:gd name="connsiteY856" fmla="*/ 1245497 h 1245497"/>
              <a:gd name="connsiteX857" fmla="*/ 1649034 w 1922270"/>
              <a:gd name="connsiteY857" fmla="*/ 1245497 h 1245497"/>
              <a:gd name="connsiteX858" fmla="*/ 1650962 w 1922270"/>
              <a:gd name="connsiteY858" fmla="*/ 1245497 h 1245497"/>
              <a:gd name="connsiteX859" fmla="*/ 1652880 w 1922270"/>
              <a:gd name="connsiteY859" fmla="*/ 1245497 h 1245497"/>
              <a:gd name="connsiteX860" fmla="*/ 1654808 w 1922270"/>
              <a:gd name="connsiteY860" fmla="*/ 1245497 h 1245497"/>
              <a:gd name="connsiteX861" fmla="*/ 1656737 w 1922270"/>
              <a:gd name="connsiteY861" fmla="*/ 1245497 h 1245497"/>
              <a:gd name="connsiteX862" fmla="*/ 1658655 w 1922270"/>
              <a:gd name="connsiteY862" fmla="*/ 1245497 h 1245497"/>
              <a:gd name="connsiteX863" fmla="*/ 1660583 w 1922270"/>
              <a:gd name="connsiteY863" fmla="*/ 1245497 h 1245497"/>
              <a:gd name="connsiteX864" fmla="*/ 1662501 w 1922270"/>
              <a:gd name="connsiteY864" fmla="*/ 1245497 h 1245497"/>
              <a:gd name="connsiteX865" fmla="*/ 1664429 w 1922270"/>
              <a:gd name="connsiteY865" fmla="*/ 1245497 h 1245497"/>
              <a:gd name="connsiteX866" fmla="*/ 1666357 w 1922270"/>
              <a:gd name="connsiteY866" fmla="*/ 1245497 h 1245497"/>
              <a:gd name="connsiteX867" fmla="*/ 1668275 w 1922270"/>
              <a:gd name="connsiteY867" fmla="*/ 1245497 h 1245497"/>
              <a:gd name="connsiteX868" fmla="*/ 1670203 w 1922270"/>
              <a:gd name="connsiteY868" fmla="*/ 1245497 h 1245497"/>
              <a:gd name="connsiteX869" fmla="*/ 1672121 w 1922270"/>
              <a:gd name="connsiteY869" fmla="*/ 1245497 h 1245497"/>
              <a:gd name="connsiteX870" fmla="*/ 1674049 w 1922270"/>
              <a:gd name="connsiteY870" fmla="*/ 1245497 h 1245497"/>
              <a:gd name="connsiteX871" fmla="*/ 1675977 w 1922270"/>
              <a:gd name="connsiteY871" fmla="*/ 1245497 h 1245497"/>
              <a:gd name="connsiteX872" fmla="*/ 1677895 w 1922270"/>
              <a:gd name="connsiteY872" fmla="*/ 1245497 h 1245497"/>
              <a:gd name="connsiteX873" fmla="*/ 1679823 w 1922270"/>
              <a:gd name="connsiteY873" fmla="*/ 1245497 h 1245497"/>
              <a:gd name="connsiteX874" fmla="*/ 1681741 w 1922270"/>
              <a:gd name="connsiteY874" fmla="*/ 1245497 h 1245497"/>
              <a:gd name="connsiteX875" fmla="*/ 1683669 w 1922270"/>
              <a:gd name="connsiteY875" fmla="*/ 1245497 h 1245497"/>
              <a:gd name="connsiteX876" fmla="*/ 1685598 w 1922270"/>
              <a:gd name="connsiteY876" fmla="*/ 1245497 h 1245497"/>
              <a:gd name="connsiteX877" fmla="*/ 1687516 w 1922270"/>
              <a:gd name="connsiteY877" fmla="*/ 1245497 h 1245497"/>
              <a:gd name="connsiteX878" fmla="*/ 1689444 w 1922270"/>
              <a:gd name="connsiteY878" fmla="*/ 1245497 h 1245497"/>
              <a:gd name="connsiteX879" fmla="*/ 1691372 w 1922270"/>
              <a:gd name="connsiteY879" fmla="*/ 1245497 h 1245497"/>
              <a:gd name="connsiteX880" fmla="*/ 1693290 w 1922270"/>
              <a:gd name="connsiteY880" fmla="*/ 1245497 h 1245497"/>
              <a:gd name="connsiteX881" fmla="*/ 1695218 w 1922270"/>
              <a:gd name="connsiteY881" fmla="*/ 1245497 h 1245497"/>
              <a:gd name="connsiteX882" fmla="*/ 1697136 w 1922270"/>
              <a:gd name="connsiteY882" fmla="*/ 1245497 h 1245497"/>
              <a:gd name="connsiteX883" fmla="*/ 1699064 w 1922270"/>
              <a:gd name="connsiteY883" fmla="*/ 1245497 h 1245497"/>
              <a:gd name="connsiteX884" fmla="*/ 1700992 w 1922270"/>
              <a:gd name="connsiteY884" fmla="*/ 1245497 h 1245497"/>
              <a:gd name="connsiteX885" fmla="*/ 1702910 w 1922270"/>
              <a:gd name="connsiteY885" fmla="*/ 1245497 h 1245497"/>
              <a:gd name="connsiteX886" fmla="*/ 1704838 w 1922270"/>
              <a:gd name="connsiteY886" fmla="*/ 1245497 h 1245497"/>
              <a:gd name="connsiteX887" fmla="*/ 1706756 w 1922270"/>
              <a:gd name="connsiteY887" fmla="*/ 1245497 h 1245497"/>
              <a:gd name="connsiteX888" fmla="*/ 1708685 w 1922270"/>
              <a:gd name="connsiteY888" fmla="*/ 1245497 h 1245497"/>
              <a:gd name="connsiteX889" fmla="*/ 1710613 w 1922270"/>
              <a:gd name="connsiteY889" fmla="*/ 1245497 h 1245497"/>
              <a:gd name="connsiteX890" fmla="*/ 1712531 w 1922270"/>
              <a:gd name="connsiteY890" fmla="*/ 1245497 h 1245497"/>
              <a:gd name="connsiteX891" fmla="*/ 1714459 w 1922270"/>
              <a:gd name="connsiteY891" fmla="*/ 1245497 h 1245497"/>
              <a:gd name="connsiteX892" fmla="*/ 1716377 w 1922270"/>
              <a:gd name="connsiteY892" fmla="*/ 1245497 h 1245497"/>
              <a:gd name="connsiteX893" fmla="*/ 1718305 w 1922270"/>
              <a:gd name="connsiteY893" fmla="*/ 1245497 h 1245497"/>
              <a:gd name="connsiteX894" fmla="*/ 1720233 w 1922270"/>
              <a:gd name="connsiteY894" fmla="*/ 1245497 h 1245497"/>
              <a:gd name="connsiteX895" fmla="*/ 1722151 w 1922270"/>
              <a:gd name="connsiteY895" fmla="*/ 1245497 h 1245497"/>
              <a:gd name="connsiteX896" fmla="*/ 1724079 w 1922270"/>
              <a:gd name="connsiteY896" fmla="*/ 1245497 h 1245497"/>
              <a:gd name="connsiteX897" fmla="*/ 1726007 w 1922270"/>
              <a:gd name="connsiteY897" fmla="*/ 1245497 h 1245497"/>
              <a:gd name="connsiteX898" fmla="*/ 1727925 w 1922270"/>
              <a:gd name="connsiteY898" fmla="*/ 1245497 h 1245497"/>
              <a:gd name="connsiteX899" fmla="*/ 1729853 w 1922270"/>
              <a:gd name="connsiteY899" fmla="*/ 1245497 h 1245497"/>
              <a:gd name="connsiteX900" fmla="*/ 1731771 w 1922270"/>
              <a:gd name="connsiteY900" fmla="*/ 1245497 h 1245497"/>
              <a:gd name="connsiteX901" fmla="*/ 1733699 w 1922270"/>
              <a:gd name="connsiteY901" fmla="*/ 1245497 h 1245497"/>
              <a:gd name="connsiteX902" fmla="*/ 1735627 w 1922270"/>
              <a:gd name="connsiteY902" fmla="*/ 1245497 h 1245497"/>
              <a:gd name="connsiteX903" fmla="*/ 1737546 w 1922270"/>
              <a:gd name="connsiteY903" fmla="*/ 1245497 h 1245497"/>
              <a:gd name="connsiteX904" fmla="*/ 1739474 w 1922270"/>
              <a:gd name="connsiteY904" fmla="*/ 1245497 h 1245497"/>
              <a:gd name="connsiteX905" fmla="*/ 1741392 w 1922270"/>
              <a:gd name="connsiteY905" fmla="*/ 1245497 h 1245497"/>
              <a:gd name="connsiteX906" fmla="*/ 1743320 w 1922270"/>
              <a:gd name="connsiteY906" fmla="*/ 1245497 h 1245497"/>
              <a:gd name="connsiteX907" fmla="*/ 1745248 w 1922270"/>
              <a:gd name="connsiteY907" fmla="*/ 1245497 h 1245497"/>
              <a:gd name="connsiteX908" fmla="*/ 1747166 w 1922270"/>
              <a:gd name="connsiteY908" fmla="*/ 1245497 h 1245497"/>
              <a:gd name="connsiteX909" fmla="*/ 1749094 w 1922270"/>
              <a:gd name="connsiteY909" fmla="*/ 1245497 h 1245497"/>
              <a:gd name="connsiteX910" fmla="*/ 1751022 w 1922270"/>
              <a:gd name="connsiteY910" fmla="*/ 1245497 h 1245497"/>
              <a:gd name="connsiteX911" fmla="*/ 1752940 w 1922270"/>
              <a:gd name="connsiteY911" fmla="*/ 1245497 h 1245497"/>
              <a:gd name="connsiteX912" fmla="*/ 1754868 w 1922270"/>
              <a:gd name="connsiteY912" fmla="*/ 1245497 h 1245497"/>
              <a:gd name="connsiteX913" fmla="*/ 1756786 w 1922270"/>
              <a:gd name="connsiteY913" fmla="*/ 1245497 h 1245497"/>
              <a:gd name="connsiteX914" fmla="*/ 1758714 w 1922270"/>
              <a:gd name="connsiteY914" fmla="*/ 1245497 h 1245497"/>
              <a:gd name="connsiteX915" fmla="*/ 1760642 w 1922270"/>
              <a:gd name="connsiteY915" fmla="*/ 1245497 h 1245497"/>
              <a:gd name="connsiteX916" fmla="*/ 1762560 w 1922270"/>
              <a:gd name="connsiteY916" fmla="*/ 1245497 h 1245497"/>
              <a:gd name="connsiteX917" fmla="*/ 1764488 w 1922270"/>
              <a:gd name="connsiteY917" fmla="*/ 1245497 h 1245497"/>
              <a:gd name="connsiteX918" fmla="*/ 1766406 w 1922270"/>
              <a:gd name="connsiteY918" fmla="*/ 1245497 h 1245497"/>
              <a:gd name="connsiteX919" fmla="*/ 1768335 w 1922270"/>
              <a:gd name="connsiteY919" fmla="*/ 1245497 h 1245497"/>
              <a:gd name="connsiteX920" fmla="*/ 1770263 w 1922270"/>
              <a:gd name="connsiteY920" fmla="*/ 1245497 h 1245497"/>
              <a:gd name="connsiteX921" fmla="*/ 1772181 w 1922270"/>
              <a:gd name="connsiteY921" fmla="*/ 1245497 h 1245497"/>
              <a:gd name="connsiteX922" fmla="*/ 1774109 w 1922270"/>
              <a:gd name="connsiteY922" fmla="*/ 1245497 h 1245497"/>
              <a:gd name="connsiteX923" fmla="*/ 1776027 w 1922270"/>
              <a:gd name="connsiteY923" fmla="*/ 1245497 h 1245497"/>
              <a:gd name="connsiteX924" fmla="*/ 1777955 w 1922270"/>
              <a:gd name="connsiteY924" fmla="*/ 1245497 h 1245497"/>
              <a:gd name="connsiteX925" fmla="*/ 1779883 w 1922270"/>
              <a:gd name="connsiteY925" fmla="*/ 1245497 h 1245497"/>
              <a:gd name="connsiteX926" fmla="*/ 1781801 w 1922270"/>
              <a:gd name="connsiteY926" fmla="*/ 1245497 h 1245497"/>
              <a:gd name="connsiteX927" fmla="*/ 1783729 w 1922270"/>
              <a:gd name="connsiteY927" fmla="*/ 1245497 h 1245497"/>
              <a:gd name="connsiteX928" fmla="*/ 1785657 w 1922270"/>
              <a:gd name="connsiteY928" fmla="*/ 1245497 h 1245497"/>
              <a:gd name="connsiteX929" fmla="*/ 1787575 w 1922270"/>
              <a:gd name="connsiteY929" fmla="*/ 1245497 h 1245497"/>
              <a:gd name="connsiteX930" fmla="*/ 1789503 w 1922270"/>
              <a:gd name="connsiteY930" fmla="*/ 1245497 h 1245497"/>
              <a:gd name="connsiteX931" fmla="*/ 1791422 w 1922270"/>
              <a:gd name="connsiteY931" fmla="*/ 1245497 h 1245497"/>
              <a:gd name="connsiteX932" fmla="*/ 1793350 w 1922270"/>
              <a:gd name="connsiteY932" fmla="*/ 1245497 h 1245497"/>
              <a:gd name="connsiteX933" fmla="*/ 1795278 w 1922270"/>
              <a:gd name="connsiteY933" fmla="*/ 1245497 h 1245497"/>
              <a:gd name="connsiteX934" fmla="*/ 1797196 w 1922270"/>
              <a:gd name="connsiteY934" fmla="*/ 1245497 h 1245497"/>
              <a:gd name="connsiteX935" fmla="*/ 1799124 w 1922270"/>
              <a:gd name="connsiteY935" fmla="*/ 1245497 h 1245497"/>
              <a:gd name="connsiteX936" fmla="*/ 1801042 w 1922270"/>
              <a:gd name="connsiteY936" fmla="*/ 1245497 h 1245497"/>
              <a:gd name="connsiteX937" fmla="*/ 1802970 w 1922270"/>
              <a:gd name="connsiteY937" fmla="*/ 1245497 h 1245497"/>
              <a:gd name="connsiteX938" fmla="*/ 1804898 w 1922270"/>
              <a:gd name="connsiteY938" fmla="*/ 1245497 h 1245497"/>
              <a:gd name="connsiteX939" fmla="*/ 1806816 w 1922270"/>
              <a:gd name="connsiteY939" fmla="*/ 1245497 h 1245497"/>
              <a:gd name="connsiteX940" fmla="*/ 1808744 w 1922270"/>
              <a:gd name="connsiteY940" fmla="*/ 1245497 h 1245497"/>
              <a:gd name="connsiteX941" fmla="*/ 1810672 w 1922270"/>
              <a:gd name="connsiteY941" fmla="*/ 1245497 h 1245497"/>
              <a:gd name="connsiteX942" fmla="*/ 1812590 w 1922270"/>
              <a:gd name="connsiteY942" fmla="*/ 1245497 h 1245497"/>
              <a:gd name="connsiteX943" fmla="*/ 1814518 w 1922270"/>
              <a:gd name="connsiteY943" fmla="*/ 1245497 h 1245497"/>
              <a:gd name="connsiteX944" fmla="*/ 1816436 w 1922270"/>
              <a:gd name="connsiteY944" fmla="*/ 1245497 h 1245497"/>
              <a:gd name="connsiteX945" fmla="*/ 1818364 w 1922270"/>
              <a:gd name="connsiteY945" fmla="*/ 1245497 h 1245497"/>
              <a:gd name="connsiteX946" fmla="*/ 1820293 w 1922270"/>
              <a:gd name="connsiteY946" fmla="*/ 1245497 h 1245497"/>
              <a:gd name="connsiteX947" fmla="*/ 1822211 w 1922270"/>
              <a:gd name="connsiteY947" fmla="*/ 1245497 h 1245497"/>
              <a:gd name="connsiteX948" fmla="*/ 1824139 w 1922270"/>
              <a:gd name="connsiteY948" fmla="*/ 1245497 h 1245497"/>
              <a:gd name="connsiteX949" fmla="*/ 1826057 w 1922270"/>
              <a:gd name="connsiteY949" fmla="*/ 1245497 h 1245497"/>
              <a:gd name="connsiteX950" fmla="*/ 1827985 w 1922270"/>
              <a:gd name="connsiteY950" fmla="*/ 1245497 h 1245497"/>
              <a:gd name="connsiteX951" fmla="*/ 1829913 w 1922270"/>
              <a:gd name="connsiteY951" fmla="*/ 1245497 h 1245497"/>
              <a:gd name="connsiteX952" fmla="*/ 1831831 w 1922270"/>
              <a:gd name="connsiteY952" fmla="*/ 1245497 h 1245497"/>
              <a:gd name="connsiteX953" fmla="*/ 1833759 w 1922270"/>
              <a:gd name="connsiteY953" fmla="*/ 1245497 h 1245497"/>
              <a:gd name="connsiteX954" fmla="*/ 1835677 w 1922270"/>
              <a:gd name="connsiteY954" fmla="*/ 1245497 h 1245497"/>
              <a:gd name="connsiteX955" fmla="*/ 1837605 w 1922270"/>
              <a:gd name="connsiteY955" fmla="*/ 1245497 h 1245497"/>
              <a:gd name="connsiteX956" fmla="*/ 1839533 w 1922270"/>
              <a:gd name="connsiteY956" fmla="*/ 1245497 h 1245497"/>
              <a:gd name="connsiteX957" fmla="*/ 1841451 w 1922270"/>
              <a:gd name="connsiteY957" fmla="*/ 1245497 h 1245497"/>
              <a:gd name="connsiteX958" fmla="*/ 1843379 w 1922270"/>
              <a:gd name="connsiteY958" fmla="*/ 1245497 h 1245497"/>
              <a:gd name="connsiteX959" fmla="*/ 1845307 w 1922270"/>
              <a:gd name="connsiteY959" fmla="*/ 1245497 h 1245497"/>
              <a:gd name="connsiteX960" fmla="*/ 1847225 w 1922270"/>
              <a:gd name="connsiteY960" fmla="*/ 1245497 h 1245497"/>
              <a:gd name="connsiteX961" fmla="*/ 1849153 w 1922270"/>
              <a:gd name="connsiteY961" fmla="*/ 1245497 h 1245497"/>
              <a:gd name="connsiteX962" fmla="*/ 1851072 w 1922270"/>
              <a:gd name="connsiteY962" fmla="*/ 1245497 h 1245497"/>
              <a:gd name="connsiteX963" fmla="*/ 1853000 w 1922270"/>
              <a:gd name="connsiteY963" fmla="*/ 1245497 h 1245497"/>
              <a:gd name="connsiteX964" fmla="*/ 1854928 w 1922270"/>
              <a:gd name="connsiteY964" fmla="*/ 1245497 h 1245497"/>
              <a:gd name="connsiteX965" fmla="*/ 1856846 w 1922270"/>
              <a:gd name="connsiteY965" fmla="*/ 1245497 h 1245497"/>
              <a:gd name="connsiteX966" fmla="*/ 1858774 w 1922270"/>
              <a:gd name="connsiteY966" fmla="*/ 1245497 h 1245497"/>
              <a:gd name="connsiteX967" fmla="*/ 1860692 w 1922270"/>
              <a:gd name="connsiteY967" fmla="*/ 1245497 h 1245497"/>
              <a:gd name="connsiteX968" fmla="*/ 1862620 w 1922270"/>
              <a:gd name="connsiteY968" fmla="*/ 1245497 h 1245497"/>
              <a:gd name="connsiteX969" fmla="*/ 1864548 w 1922270"/>
              <a:gd name="connsiteY969" fmla="*/ 1245497 h 1245497"/>
              <a:gd name="connsiteX970" fmla="*/ 1866466 w 1922270"/>
              <a:gd name="connsiteY970" fmla="*/ 1245497 h 1245497"/>
              <a:gd name="connsiteX971" fmla="*/ 1868394 w 1922270"/>
              <a:gd name="connsiteY971" fmla="*/ 1245497 h 1245497"/>
              <a:gd name="connsiteX972" fmla="*/ 1870312 w 1922270"/>
              <a:gd name="connsiteY972" fmla="*/ 1245497 h 1245497"/>
              <a:gd name="connsiteX973" fmla="*/ 1872240 w 1922270"/>
              <a:gd name="connsiteY973" fmla="*/ 1245497 h 1245497"/>
              <a:gd name="connsiteX974" fmla="*/ 1874169 w 1922270"/>
              <a:gd name="connsiteY974" fmla="*/ 1245497 h 1245497"/>
              <a:gd name="connsiteX975" fmla="*/ 1876087 w 1922270"/>
              <a:gd name="connsiteY975" fmla="*/ 1245497 h 1245497"/>
              <a:gd name="connsiteX976" fmla="*/ 1878015 w 1922270"/>
              <a:gd name="connsiteY976" fmla="*/ 1245497 h 1245497"/>
              <a:gd name="connsiteX977" fmla="*/ 1879943 w 1922270"/>
              <a:gd name="connsiteY977" fmla="*/ 1245497 h 1245497"/>
              <a:gd name="connsiteX978" fmla="*/ 1881861 w 1922270"/>
              <a:gd name="connsiteY978" fmla="*/ 1245497 h 1245497"/>
              <a:gd name="connsiteX979" fmla="*/ 1883789 w 1922270"/>
              <a:gd name="connsiteY979" fmla="*/ 1245497 h 1245497"/>
              <a:gd name="connsiteX980" fmla="*/ 1885707 w 1922270"/>
              <a:gd name="connsiteY980" fmla="*/ 1245497 h 1245497"/>
              <a:gd name="connsiteX981" fmla="*/ 1887635 w 1922270"/>
              <a:gd name="connsiteY981" fmla="*/ 1245497 h 1245497"/>
              <a:gd name="connsiteX982" fmla="*/ 1889563 w 1922270"/>
              <a:gd name="connsiteY982" fmla="*/ 1245497 h 1245497"/>
              <a:gd name="connsiteX983" fmla="*/ 1891481 w 1922270"/>
              <a:gd name="connsiteY983" fmla="*/ 1245497 h 1245497"/>
              <a:gd name="connsiteX984" fmla="*/ 1893409 w 1922270"/>
              <a:gd name="connsiteY984" fmla="*/ 1245497 h 1245497"/>
              <a:gd name="connsiteX985" fmla="*/ 1895327 w 1922270"/>
              <a:gd name="connsiteY985" fmla="*/ 1245497 h 1245497"/>
              <a:gd name="connsiteX986" fmla="*/ 1897255 w 1922270"/>
              <a:gd name="connsiteY986" fmla="*/ 1245497 h 1245497"/>
              <a:gd name="connsiteX987" fmla="*/ 1899183 w 1922270"/>
              <a:gd name="connsiteY987" fmla="*/ 1245497 h 1245497"/>
              <a:gd name="connsiteX988" fmla="*/ 1901101 w 1922270"/>
              <a:gd name="connsiteY988" fmla="*/ 1245497 h 1245497"/>
              <a:gd name="connsiteX989" fmla="*/ 1903030 w 1922270"/>
              <a:gd name="connsiteY989" fmla="*/ 1245497 h 1245497"/>
              <a:gd name="connsiteX990" fmla="*/ 1904958 w 1922270"/>
              <a:gd name="connsiteY990" fmla="*/ 1245497 h 1245497"/>
              <a:gd name="connsiteX991" fmla="*/ 1906876 w 1922270"/>
              <a:gd name="connsiteY991" fmla="*/ 1245497 h 1245497"/>
              <a:gd name="connsiteX992" fmla="*/ 1908804 w 1922270"/>
              <a:gd name="connsiteY992" fmla="*/ 1245497 h 1245497"/>
              <a:gd name="connsiteX993" fmla="*/ 1910722 w 1922270"/>
              <a:gd name="connsiteY993" fmla="*/ 1245497 h 1245497"/>
              <a:gd name="connsiteX994" fmla="*/ 1912650 w 1922270"/>
              <a:gd name="connsiteY994" fmla="*/ 1245497 h 1245497"/>
              <a:gd name="connsiteX995" fmla="*/ 1914578 w 1922270"/>
              <a:gd name="connsiteY995" fmla="*/ 1245497 h 1245497"/>
              <a:gd name="connsiteX996" fmla="*/ 1916496 w 1922270"/>
              <a:gd name="connsiteY996" fmla="*/ 1245497 h 1245497"/>
              <a:gd name="connsiteX997" fmla="*/ 1918424 w 1922270"/>
              <a:gd name="connsiteY997" fmla="*/ 1245497 h 1245497"/>
              <a:gd name="connsiteX998" fmla="*/ 1920342 w 1922270"/>
              <a:gd name="connsiteY998" fmla="*/ 1245497 h 1245497"/>
              <a:gd name="connsiteX999" fmla="*/ 1922270 w 1922270"/>
              <a:gd name="connsiteY999" fmla="*/ 1245497 h 1245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922270" h="1245497">
                <a:moveTo>
                  <a:pt x="0" y="1245497"/>
                </a:moveTo>
                <a:lnTo>
                  <a:pt x="1924" y="1245497"/>
                </a:lnTo>
                <a:lnTo>
                  <a:pt x="3848" y="1245497"/>
                </a:lnTo>
                <a:lnTo>
                  <a:pt x="5772" y="1245497"/>
                </a:lnTo>
                <a:lnTo>
                  <a:pt x="7696" y="1245497"/>
                </a:lnTo>
                <a:lnTo>
                  <a:pt x="9621" y="1245497"/>
                </a:lnTo>
                <a:lnTo>
                  <a:pt x="11545" y="1245497"/>
                </a:lnTo>
                <a:lnTo>
                  <a:pt x="13470" y="1245497"/>
                </a:lnTo>
                <a:lnTo>
                  <a:pt x="15394" y="1245497"/>
                </a:lnTo>
                <a:lnTo>
                  <a:pt x="17318" y="1245497"/>
                </a:lnTo>
                <a:lnTo>
                  <a:pt x="19242" y="1245497"/>
                </a:lnTo>
                <a:lnTo>
                  <a:pt x="21166" y="1245497"/>
                </a:lnTo>
                <a:lnTo>
                  <a:pt x="23090" y="1245497"/>
                </a:lnTo>
                <a:lnTo>
                  <a:pt x="25015" y="1245497"/>
                </a:lnTo>
                <a:lnTo>
                  <a:pt x="26939" y="1245497"/>
                </a:lnTo>
                <a:lnTo>
                  <a:pt x="28863" y="1245497"/>
                </a:lnTo>
                <a:lnTo>
                  <a:pt x="30787" y="1245497"/>
                </a:lnTo>
                <a:lnTo>
                  <a:pt x="32711" y="1245497"/>
                </a:lnTo>
                <a:lnTo>
                  <a:pt x="34635" y="1245497"/>
                </a:lnTo>
                <a:lnTo>
                  <a:pt x="36559" y="1245497"/>
                </a:lnTo>
                <a:lnTo>
                  <a:pt x="38483" y="1245497"/>
                </a:lnTo>
                <a:lnTo>
                  <a:pt x="40408" y="1245497"/>
                </a:lnTo>
                <a:lnTo>
                  <a:pt x="42333" y="1245497"/>
                </a:lnTo>
                <a:lnTo>
                  <a:pt x="44257" y="1245497"/>
                </a:lnTo>
                <a:lnTo>
                  <a:pt x="46181" y="1245497"/>
                </a:lnTo>
                <a:lnTo>
                  <a:pt x="48105" y="1245497"/>
                </a:lnTo>
                <a:lnTo>
                  <a:pt x="50029" y="1245497"/>
                </a:lnTo>
                <a:lnTo>
                  <a:pt x="51953" y="1245497"/>
                </a:lnTo>
                <a:lnTo>
                  <a:pt x="53877" y="1245497"/>
                </a:lnTo>
                <a:lnTo>
                  <a:pt x="55802" y="1245497"/>
                </a:lnTo>
                <a:lnTo>
                  <a:pt x="57726" y="1245497"/>
                </a:lnTo>
                <a:lnTo>
                  <a:pt x="59650" y="1245497"/>
                </a:lnTo>
                <a:lnTo>
                  <a:pt x="61574" y="1245497"/>
                </a:lnTo>
                <a:lnTo>
                  <a:pt x="63498" y="1245497"/>
                </a:lnTo>
                <a:lnTo>
                  <a:pt x="65422" y="1245497"/>
                </a:lnTo>
                <a:lnTo>
                  <a:pt x="67346" y="1245497"/>
                </a:lnTo>
                <a:lnTo>
                  <a:pt x="69271" y="1245497"/>
                </a:lnTo>
                <a:lnTo>
                  <a:pt x="71196" y="1245497"/>
                </a:lnTo>
                <a:lnTo>
                  <a:pt x="73120" y="1245497"/>
                </a:lnTo>
                <a:lnTo>
                  <a:pt x="75044" y="1245497"/>
                </a:lnTo>
                <a:lnTo>
                  <a:pt x="76968" y="1245497"/>
                </a:lnTo>
                <a:lnTo>
                  <a:pt x="78892" y="1245497"/>
                </a:lnTo>
                <a:lnTo>
                  <a:pt x="80816" y="1245497"/>
                </a:lnTo>
                <a:lnTo>
                  <a:pt x="82740" y="1245497"/>
                </a:lnTo>
                <a:lnTo>
                  <a:pt x="84664" y="1245497"/>
                </a:lnTo>
                <a:lnTo>
                  <a:pt x="86589" y="1245497"/>
                </a:lnTo>
                <a:lnTo>
                  <a:pt x="88513" y="1245497"/>
                </a:lnTo>
                <a:lnTo>
                  <a:pt x="90437" y="1245497"/>
                </a:lnTo>
                <a:lnTo>
                  <a:pt x="92361" y="1245497"/>
                </a:lnTo>
                <a:lnTo>
                  <a:pt x="94285" y="1245497"/>
                </a:lnTo>
                <a:lnTo>
                  <a:pt x="96210" y="1245497"/>
                </a:lnTo>
                <a:lnTo>
                  <a:pt x="98134" y="1245497"/>
                </a:lnTo>
                <a:lnTo>
                  <a:pt x="100058" y="1245497"/>
                </a:lnTo>
                <a:lnTo>
                  <a:pt x="101983" y="1245497"/>
                </a:lnTo>
                <a:lnTo>
                  <a:pt x="103907" y="1245497"/>
                </a:lnTo>
                <a:lnTo>
                  <a:pt x="105831" y="1245497"/>
                </a:lnTo>
                <a:lnTo>
                  <a:pt x="107755" y="1245497"/>
                </a:lnTo>
                <a:lnTo>
                  <a:pt x="109679" y="1245497"/>
                </a:lnTo>
                <a:lnTo>
                  <a:pt x="111603" y="1245497"/>
                </a:lnTo>
                <a:lnTo>
                  <a:pt x="113527" y="1245497"/>
                </a:lnTo>
                <a:lnTo>
                  <a:pt x="115451" y="1245497"/>
                </a:lnTo>
                <a:lnTo>
                  <a:pt x="117376" y="1245497"/>
                </a:lnTo>
                <a:lnTo>
                  <a:pt x="119300" y="1245497"/>
                </a:lnTo>
                <a:lnTo>
                  <a:pt x="121224" y="1245497"/>
                </a:lnTo>
                <a:lnTo>
                  <a:pt x="123149" y="1245497"/>
                </a:lnTo>
                <a:lnTo>
                  <a:pt x="125073" y="1245497"/>
                </a:lnTo>
                <a:lnTo>
                  <a:pt x="126997" y="1245497"/>
                </a:lnTo>
                <a:lnTo>
                  <a:pt x="128921" y="1245497"/>
                </a:lnTo>
                <a:lnTo>
                  <a:pt x="130845" y="1245497"/>
                </a:lnTo>
                <a:lnTo>
                  <a:pt x="132770" y="1245497"/>
                </a:lnTo>
                <a:lnTo>
                  <a:pt x="134694" y="1245497"/>
                </a:lnTo>
                <a:lnTo>
                  <a:pt x="136618" y="1245497"/>
                </a:lnTo>
                <a:lnTo>
                  <a:pt x="138542" y="1245497"/>
                </a:lnTo>
                <a:lnTo>
                  <a:pt x="140466" y="1245497"/>
                </a:lnTo>
                <a:lnTo>
                  <a:pt x="142390" y="1245497"/>
                </a:lnTo>
                <a:lnTo>
                  <a:pt x="144314" y="1245497"/>
                </a:lnTo>
                <a:lnTo>
                  <a:pt x="146238" y="1245497"/>
                </a:lnTo>
                <a:lnTo>
                  <a:pt x="148162" y="1245497"/>
                </a:lnTo>
                <a:lnTo>
                  <a:pt x="150087" y="1245497"/>
                </a:lnTo>
                <a:lnTo>
                  <a:pt x="152012" y="1245497"/>
                </a:lnTo>
                <a:lnTo>
                  <a:pt x="153936" y="1245497"/>
                </a:lnTo>
                <a:lnTo>
                  <a:pt x="155860" y="1245497"/>
                </a:lnTo>
                <a:lnTo>
                  <a:pt x="157784" y="1245497"/>
                </a:lnTo>
                <a:lnTo>
                  <a:pt x="159708" y="1245497"/>
                </a:lnTo>
                <a:lnTo>
                  <a:pt x="161632" y="1245497"/>
                </a:lnTo>
                <a:lnTo>
                  <a:pt x="163556" y="1245497"/>
                </a:lnTo>
                <a:lnTo>
                  <a:pt x="165481" y="1245497"/>
                </a:lnTo>
                <a:lnTo>
                  <a:pt x="167405" y="1245497"/>
                </a:lnTo>
                <a:lnTo>
                  <a:pt x="169329" y="1245497"/>
                </a:lnTo>
                <a:lnTo>
                  <a:pt x="171253" y="1245497"/>
                </a:lnTo>
                <a:lnTo>
                  <a:pt x="173177" y="1245497"/>
                </a:lnTo>
                <a:lnTo>
                  <a:pt x="175101" y="1245497"/>
                </a:lnTo>
                <a:lnTo>
                  <a:pt x="177025" y="1245497"/>
                </a:lnTo>
                <a:lnTo>
                  <a:pt x="178950" y="1245497"/>
                </a:lnTo>
                <a:lnTo>
                  <a:pt x="180875" y="1245497"/>
                </a:lnTo>
                <a:lnTo>
                  <a:pt x="182799" y="1245497"/>
                </a:lnTo>
                <a:lnTo>
                  <a:pt x="184723" y="1245497"/>
                </a:lnTo>
                <a:lnTo>
                  <a:pt x="186647" y="1245497"/>
                </a:lnTo>
                <a:lnTo>
                  <a:pt x="188571" y="1245497"/>
                </a:lnTo>
                <a:lnTo>
                  <a:pt x="190495" y="1245497"/>
                </a:lnTo>
                <a:lnTo>
                  <a:pt x="192419" y="1245497"/>
                </a:lnTo>
                <a:lnTo>
                  <a:pt x="194343" y="1245497"/>
                </a:lnTo>
                <a:lnTo>
                  <a:pt x="196268" y="1245497"/>
                </a:lnTo>
                <a:lnTo>
                  <a:pt x="198192" y="1245497"/>
                </a:lnTo>
                <a:lnTo>
                  <a:pt x="200116" y="1245497"/>
                </a:lnTo>
                <a:lnTo>
                  <a:pt x="202040" y="1245497"/>
                </a:lnTo>
                <a:lnTo>
                  <a:pt x="203964" y="1245497"/>
                </a:lnTo>
                <a:lnTo>
                  <a:pt x="205889" y="1245497"/>
                </a:lnTo>
                <a:lnTo>
                  <a:pt x="207813" y="1245497"/>
                </a:lnTo>
                <a:lnTo>
                  <a:pt x="209737" y="1245497"/>
                </a:lnTo>
                <a:lnTo>
                  <a:pt x="211662" y="1245497"/>
                </a:lnTo>
                <a:lnTo>
                  <a:pt x="213586" y="1245497"/>
                </a:lnTo>
                <a:lnTo>
                  <a:pt x="215510" y="1245497"/>
                </a:lnTo>
                <a:lnTo>
                  <a:pt x="217434" y="1245497"/>
                </a:lnTo>
                <a:lnTo>
                  <a:pt x="219358" y="1245497"/>
                </a:lnTo>
                <a:lnTo>
                  <a:pt x="221282" y="1245497"/>
                </a:lnTo>
                <a:lnTo>
                  <a:pt x="223206" y="1245497"/>
                </a:lnTo>
                <a:lnTo>
                  <a:pt x="225130" y="1245497"/>
                </a:lnTo>
                <a:lnTo>
                  <a:pt x="227055" y="1245497"/>
                </a:lnTo>
                <a:lnTo>
                  <a:pt x="228979" y="1245497"/>
                </a:lnTo>
                <a:lnTo>
                  <a:pt x="230903" y="1245497"/>
                </a:lnTo>
                <a:lnTo>
                  <a:pt x="232828" y="1245497"/>
                </a:lnTo>
                <a:lnTo>
                  <a:pt x="234752" y="1245497"/>
                </a:lnTo>
                <a:lnTo>
                  <a:pt x="236676" y="1245497"/>
                </a:lnTo>
                <a:lnTo>
                  <a:pt x="238600" y="1245497"/>
                </a:lnTo>
                <a:lnTo>
                  <a:pt x="240524" y="1245497"/>
                </a:lnTo>
                <a:lnTo>
                  <a:pt x="242449" y="1245497"/>
                </a:lnTo>
                <a:lnTo>
                  <a:pt x="244373" y="1245497"/>
                </a:lnTo>
                <a:lnTo>
                  <a:pt x="246297" y="1245497"/>
                </a:lnTo>
                <a:lnTo>
                  <a:pt x="248221" y="1245497"/>
                </a:lnTo>
                <a:lnTo>
                  <a:pt x="250145" y="1245497"/>
                </a:lnTo>
                <a:lnTo>
                  <a:pt x="252069" y="1245497"/>
                </a:lnTo>
                <a:lnTo>
                  <a:pt x="253993" y="1245497"/>
                </a:lnTo>
                <a:lnTo>
                  <a:pt x="255917" y="1245497"/>
                </a:lnTo>
                <a:lnTo>
                  <a:pt x="257842" y="1245497"/>
                </a:lnTo>
                <a:lnTo>
                  <a:pt x="259767" y="1245497"/>
                </a:lnTo>
                <a:lnTo>
                  <a:pt x="261691" y="1245497"/>
                </a:lnTo>
                <a:lnTo>
                  <a:pt x="263615" y="1245497"/>
                </a:lnTo>
                <a:lnTo>
                  <a:pt x="265539" y="1245497"/>
                </a:lnTo>
                <a:lnTo>
                  <a:pt x="267463" y="1245497"/>
                </a:lnTo>
                <a:lnTo>
                  <a:pt x="269387" y="1245497"/>
                </a:lnTo>
                <a:lnTo>
                  <a:pt x="271311" y="1245497"/>
                </a:lnTo>
                <a:lnTo>
                  <a:pt x="273236" y="1245497"/>
                </a:lnTo>
                <a:lnTo>
                  <a:pt x="275160" y="1245497"/>
                </a:lnTo>
                <a:lnTo>
                  <a:pt x="277084" y="1245497"/>
                </a:lnTo>
                <a:lnTo>
                  <a:pt x="279008" y="1245497"/>
                </a:lnTo>
                <a:lnTo>
                  <a:pt x="280932" y="1245497"/>
                </a:lnTo>
                <a:lnTo>
                  <a:pt x="282856" y="1245497"/>
                </a:lnTo>
                <a:lnTo>
                  <a:pt x="284780" y="1245497"/>
                </a:lnTo>
                <a:lnTo>
                  <a:pt x="286704" y="1245497"/>
                </a:lnTo>
                <a:lnTo>
                  <a:pt x="288630" y="1245497"/>
                </a:lnTo>
                <a:lnTo>
                  <a:pt x="290554" y="1245497"/>
                </a:lnTo>
                <a:lnTo>
                  <a:pt x="292478" y="1245497"/>
                </a:lnTo>
                <a:lnTo>
                  <a:pt x="294402" y="1245497"/>
                </a:lnTo>
                <a:lnTo>
                  <a:pt x="296326" y="1245497"/>
                </a:lnTo>
                <a:lnTo>
                  <a:pt x="298250" y="1245497"/>
                </a:lnTo>
                <a:lnTo>
                  <a:pt x="300174" y="1245497"/>
                </a:lnTo>
                <a:lnTo>
                  <a:pt x="302098" y="1245497"/>
                </a:lnTo>
                <a:lnTo>
                  <a:pt x="304023" y="1245497"/>
                </a:lnTo>
                <a:lnTo>
                  <a:pt x="305947" y="1245497"/>
                </a:lnTo>
                <a:lnTo>
                  <a:pt x="307871" y="1245497"/>
                </a:lnTo>
                <a:lnTo>
                  <a:pt x="309795" y="1245497"/>
                </a:lnTo>
                <a:lnTo>
                  <a:pt x="311719" y="1245497"/>
                </a:lnTo>
                <a:lnTo>
                  <a:pt x="313643" y="1245497"/>
                </a:lnTo>
                <a:lnTo>
                  <a:pt x="315568" y="1245497"/>
                </a:lnTo>
                <a:lnTo>
                  <a:pt x="317492" y="1245497"/>
                </a:lnTo>
                <a:lnTo>
                  <a:pt x="319417" y="1245497"/>
                </a:lnTo>
                <a:lnTo>
                  <a:pt x="321341" y="1245497"/>
                </a:lnTo>
                <a:lnTo>
                  <a:pt x="323265" y="1245497"/>
                </a:lnTo>
                <a:lnTo>
                  <a:pt x="325189" y="1245497"/>
                </a:lnTo>
                <a:lnTo>
                  <a:pt x="327113" y="1245497"/>
                </a:lnTo>
                <a:lnTo>
                  <a:pt x="329037" y="1245497"/>
                </a:lnTo>
                <a:lnTo>
                  <a:pt x="330961" y="1245497"/>
                </a:lnTo>
                <a:lnTo>
                  <a:pt x="332885" y="1245497"/>
                </a:lnTo>
                <a:lnTo>
                  <a:pt x="334810" y="1245497"/>
                </a:lnTo>
                <a:lnTo>
                  <a:pt x="336734" y="1245497"/>
                </a:lnTo>
                <a:lnTo>
                  <a:pt x="338658" y="1245497"/>
                </a:lnTo>
                <a:lnTo>
                  <a:pt x="340582" y="1245497"/>
                </a:lnTo>
                <a:lnTo>
                  <a:pt x="342507" y="1245497"/>
                </a:lnTo>
                <a:lnTo>
                  <a:pt x="344431" y="1245497"/>
                </a:lnTo>
                <a:lnTo>
                  <a:pt x="346355" y="1245497"/>
                </a:lnTo>
                <a:lnTo>
                  <a:pt x="348279" y="1245497"/>
                </a:lnTo>
                <a:lnTo>
                  <a:pt x="350204" y="1245497"/>
                </a:lnTo>
                <a:lnTo>
                  <a:pt x="352128" y="1245497"/>
                </a:lnTo>
                <a:lnTo>
                  <a:pt x="354052" y="1245497"/>
                </a:lnTo>
                <a:lnTo>
                  <a:pt x="355976" y="1245497"/>
                </a:lnTo>
                <a:lnTo>
                  <a:pt x="357900" y="1245497"/>
                </a:lnTo>
                <a:lnTo>
                  <a:pt x="359824" y="1245497"/>
                </a:lnTo>
                <a:lnTo>
                  <a:pt x="361748" y="1245497"/>
                </a:lnTo>
                <a:lnTo>
                  <a:pt x="363672" y="1245497"/>
                </a:lnTo>
                <a:lnTo>
                  <a:pt x="365597" y="1245497"/>
                </a:lnTo>
                <a:lnTo>
                  <a:pt x="367521" y="1245497"/>
                </a:lnTo>
                <a:lnTo>
                  <a:pt x="369446" y="1245497"/>
                </a:lnTo>
                <a:lnTo>
                  <a:pt x="371370" y="1245497"/>
                </a:lnTo>
                <a:lnTo>
                  <a:pt x="373294" y="1245497"/>
                </a:lnTo>
                <a:lnTo>
                  <a:pt x="375218" y="1245497"/>
                </a:lnTo>
                <a:lnTo>
                  <a:pt x="377142" y="1245497"/>
                </a:lnTo>
                <a:lnTo>
                  <a:pt x="379066" y="1245497"/>
                </a:lnTo>
                <a:lnTo>
                  <a:pt x="380991" y="1245497"/>
                </a:lnTo>
                <a:lnTo>
                  <a:pt x="382915" y="1245497"/>
                </a:lnTo>
                <a:lnTo>
                  <a:pt x="384839" y="1245497"/>
                </a:lnTo>
                <a:lnTo>
                  <a:pt x="386763" y="1245497"/>
                </a:lnTo>
                <a:lnTo>
                  <a:pt x="388687" y="1245497"/>
                </a:lnTo>
                <a:lnTo>
                  <a:pt x="390611" y="1245497"/>
                </a:lnTo>
                <a:lnTo>
                  <a:pt x="392535" y="1245497"/>
                </a:lnTo>
                <a:lnTo>
                  <a:pt x="394459" y="1245497"/>
                </a:lnTo>
                <a:lnTo>
                  <a:pt x="396384" y="1245497"/>
                </a:lnTo>
                <a:lnTo>
                  <a:pt x="398309" y="1245497"/>
                </a:lnTo>
                <a:lnTo>
                  <a:pt x="400233" y="1245497"/>
                </a:lnTo>
                <a:lnTo>
                  <a:pt x="402157" y="1245497"/>
                </a:lnTo>
                <a:lnTo>
                  <a:pt x="404081" y="1245497"/>
                </a:lnTo>
                <a:lnTo>
                  <a:pt x="406005" y="1245497"/>
                </a:lnTo>
                <a:lnTo>
                  <a:pt x="407929" y="1245497"/>
                </a:lnTo>
                <a:lnTo>
                  <a:pt x="409853" y="1245497"/>
                </a:lnTo>
                <a:lnTo>
                  <a:pt x="411778" y="1245497"/>
                </a:lnTo>
                <a:lnTo>
                  <a:pt x="413702" y="1245497"/>
                </a:lnTo>
                <a:lnTo>
                  <a:pt x="415626" y="1245497"/>
                </a:lnTo>
                <a:lnTo>
                  <a:pt x="417550" y="1245497"/>
                </a:lnTo>
                <a:lnTo>
                  <a:pt x="419474" y="1245497"/>
                </a:lnTo>
                <a:lnTo>
                  <a:pt x="421398" y="1245497"/>
                </a:lnTo>
                <a:lnTo>
                  <a:pt x="423322" y="1245497"/>
                </a:lnTo>
                <a:lnTo>
                  <a:pt x="425247" y="1245497"/>
                </a:lnTo>
                <a:lnTo>
                  <a:pt x="427172" y="1245497"/>
                </a:lnTo>
                <a:lnTo>
                  <a:pt x="429096" y="1245497"/>
                </a:lnTo>
                <a:lnTo>
                  <a:pt x="431020" y="1245497"/>
                </a:lnTo>
                <a:lnTo>
                  <a:pt x="432944" y="1245497"/>
                </a:lnTo>
                <a:lnTo>
                  <a:pt x="434868" y="1245497"/>
                </a:lnTo>
                <a:lnTo>
                  <a:pt x="436792" y="1245497"/>
                </a:lnTo>
                <a:lnTo>
                  <a:pt x="438716" y="1245497"/>
                </a:lnTo>
                <a:lnTo>
                  <a:pt x="440640" y="1245497"/>
                </a:lnTo>
                <a:lnTo>
                  <a:pt x="442565" y="1245497"/>
                </a:lnTo>
                <a:lnTo>
                  <a:pt x="444489" y="1245497"/>
                </a:lnTo>
                <a:lnTo>
                  <a:pt x="446413" y="1245497"/>
                </a:lnTo>
                <a:lnTo>
                  <a:pt x="448337" y="1245497"/>
                </a:lnTo>
                <a:lnTo>
                  <a:pt x="450261" y="1245497"/>
                </a:lnTo>
                <a:lnTo>
                  <a:pt x="452186" y="1245497"/>
                </a:lnTo>
                <a:lnTo>
                  <a:pt x="454110" y="1245497"/>
                </a:lnTo>
                <a:lnTo>
                  <a:pt x="456034" y="1245497"/>
                </a:lnTo>
                <a:lnTo>
                  <a:pt x="457959" y="1245497"/>
                </a:lnTo>
                <a:lnTo>
                  <a:pt x="459883" y="1245497"/>
                </a:lnTo>
                <a:lnTo>
                  <a:pt x="461807" y="1245497"/>
                </a:lnTo>
                <a:lnTo>
                  <a:pt x="463731" y="1245497"/>
                </a:lnTo>
                <a:lnTo>
                  <a:pt x="465655" y="1245497"/>
                </a:lnTo>
                <a:lnTo>
                  <a:pt x="467579" y="1245497"/>
                </a:lnTo>
                <a:lnTo>
                  <a:pt x="469503" y="1245497"/>
                </a:lnTo>
                <a:lnTo>
                  <a:pt x="471427" y="1245497"/>
                </a:lnTo>
                <a:lnTo>
                  <a:pt x="473352" y="1245497"/>
                </a:lnTo>
                <a:lnTo>
                  <a:pt x="475276" y="1245497"/>
                </a:lnTo>
                <a:lnTo>
                  <a:pt x="477200" y="1245497"/>
                </a:lnTo>
                <a:lnTo>
                  <a:pt x="479125" y="1245497"/>
                </a:lnTo>
                <a:lnTo>
                  <a:pt x="481049" y="840385"/>
                </a:lnTo>
                <a:lnTo>
                  <a:pt x="482973" y="837340"/>
                </a:lnTo>
                <a:lnTo>
                  <a:pt x="484897" y="834283"/>
                </a:lnTo>
                <a:lnTo>
                  <a:pt x="486821" y="831212"/>
                </a:lnTo>
                <a:lnTo>
                  <a:pt x="488746" y="828129"/>
                </a:lnTo>
                <a:lnTo>
                  <a:pt x="490670" y="825034"/>
                </a:lnTo>
                <a:lnTo>
                  <a:pt x="492594" y="821926"/>
                </a:lnTo>
                <a:lnTo>
                  <a:pt x="494518" y="818807"/>
                </a:lnTo>
                <a:lnTo>
                  <a:pt x="496442" y="815675"/>
                </a:lnTo>
                <a:lnTo>
                  <a:pt x="498366" y="812530"/>
                </a:lnTo>
                <a:lnTo>
                  <a:pt x="500290" y="809374"/>
                </a:lnTo>
                <a:lnTo>
                  <a:pt x="502214" y="806206"/>
                </a:lnTo>
                <a:lnTo>
                  <a:pt x="504139" y="803025"/>
                </a:lnTo>
                <a:lnTo>
                  <a:pt x="506063" y="799834"/>
                </a:lnTo>
                <a:lnTo>
                  <a:pt x="507988" y="796630"/>
                </a:lnTo>
                <a:lnTo>
                  <a:pt x="509912" y="793415"/>
                </a:lnTo>
                <a:lnTo>
                  <a:pt x="511836" y="790187"/>
                </a:lnTo>
                <a:lnTo>
                  <a:pt x="513760" y="786949"/>
                </a:lnTo>
                <a:lnTo>
                  <a:pt x="515684" y="783698"/>
                </a:lnTo>
                <a:lnTo>
                  <a:pt x="517608" y="780437"/>
                </a:lnTo>
                <a:lnTo>
                  <a:pt x="519533" y="777164"/>
                </a:lnTo>
                <a:lnTo>
                  <a:pt x="521457" y="773880"/>
                </a:lnTo>
                <a:lnTo>
                  <a:pt x="523381" y="770585"/>
                </a:lnTo>
                <a:lnTo>
                  <a:pt x="525305" y="767279"/>
                </a:lnTo>
                <a:lnTo>
                  <a:pt x="527229" y="763962"/>
                </a:lnTo>
                <a:lnTo>
                  <a:pt x="529153" y="760633"/>
                </a:lnTo>
                <a:lnTo>
                  <a:pt x="531077" y="757295"/>
                </a:lnTo>
                <a:lnTo>
                  <a:pt x="533002" y="753945"/>
                </a:lnTo>
                <a:lnTo>
                  <a:pt x="534927" y="750585"/>
                </a:lnTo>
                <a:lnTo>
                  <a:pt x="536851" y="747214"/>
                </a:lnTo>
                <a:lnTo>
                  <a:pt x="538775" y="743833"/>
                </a:lnTo>
                <a:lnTo>
                  <a:pt x="540699" y="740442"/>
                </a:lnTo>
                <a:lnTo>
                  <a:pt x="542623" y="737041"/>
                </a:lnTo>
                <a:lnTo>
                  <a:pt x="544547" y="733630"/>
                </a:lnTo>
                <a:lnTo>
                  <a:pt x="546471" y="730208"/>
                </a:lnTo>
                <a:lnTo>
                  <a:pt x="548395" y="726776"/>
                </a:lnTo>
                <a:lnTo>
                  <a:pt x="550320" y="723336"/>
                </a:lnTo>
                <a:lnTo>
                  <a:pt x="552244" y="719885"/>
                </a:lnTo>
                <a:lnTo>
                  <a:pt x="554168" y="716424"/>
                </a:lnTo>
                <a:lnTo>
                  <a:pt x="556092" y="712954"/>
                </a:lnTo>
                <a:lnTo>
                  <a:pt x="558016" y="709475"/>
                </a:lnTo>
                <a:lnTo>
                  <a:pt x="559940" y="705987"/>
                </a:lnTo>
                <a:lnTo>
                  <a:pt x="561865" y="702490"/>
                </a:lnTo>
                <a:lnTo>
                  <a:pt x="563789" y="698982"/>
                </a:lnTo>
                <a:lnTo>
                  <a:pt x="565714" y="695467"/>
                </a:lnTo>
                <a:lnTo>
                  <a:pt x="567638" y="691944"/>
                </a:lnTo>
                <a:lnTo>
                  <a:pt x="569562" y="688411"/>
                </a:lnTo>
                <a:lnTo>
                  <a:pt x="571486" y="684870"/>
                </a:lnTo>
                <a:lnTo>
                  <a:pt x="573410" y="681320"/>
                </a:lnTo>
                <a:lnTo>
                  <a:pt x="575334" y="677762"/>
                </a:lnTo>
                <a:lnTo>
                  <a:pt x="577258" y="674196"/>
                </a:lnTo>
                <a:lnTo>
                  <a:pt x="579182" y="670622"/>
                </a:lnTo>
                <a:lnTo>
                  <a:pt x="581107" y="667041"/>
                </a:lnTo>
                <a:lnTo>
                  <a:pt x="583031" y="663452"/>
                </a:lnTo>
                <a:lnTo>
                  <a:pt x="584955" y="659854"/>
                </a:lnTo>
                <a:lnTo>
                  <a:pt x="586879" y="656249"/>
                </a:lnTo>
                <a:lnTo>
                  <a:pt x="588804" y="652638"/>
                </a:lnTo>
                <a:lnTo>
                  <a:pt x="590728" y="649018"/>
                </a:lnTo>
                <a:lnTo>
                  <a:pt x="592652" y="645393"/>
                </a:lnTo>
                <a:lnTo>
                  <a:pt x="594576" y="641759"/>
                </a:lnTo>
                <a:lnTo>
                  <a:pt x="596500" y="638120"/>
                </a:lnTo>
                <a:lnTo>
                  <a:pt x="598425" y="634473"/>
                </a:lnTo>
                <a:lnTo>
                  <a:pt x="600349" y="630820"/>
                </a:lnTo>
                <a:lnTo>
                  <a:pt x="602273" y="627161"/>
                </a:lnTo>
                <a:lnTo>
                  <a:pt x="604197" y="623496"/>
                </a:lnTo>
                <a:lnTo>
                  <a:pt x="606121" y="619823"/>
                </a:lnTo>
                <a:lnTo>
                  <a:pt x="608045" y="616146"/>
                </a:lnTo>
                <a:lnTo>
                  <a:pt x="609969" y="612463"/>
                </a:lnTo>
                <a:lnTo>
                  <a:pt x="611893" y="608774"/>
                </a:lnTo>
                <a:lnTo>
                  <a:pt x="613818" y="605080"/>
                </a:lnTo>
                <a:lnTo>
                  <a:pt x="615743" y="601380"/>
                </a:lnTo>
                <a:lnTo>
                  <a:pt x="617667" y="597675"/>
                </a:lnTo>
                <a:lnTo>
                  <a:pt x="619591" y="593966"/>
                </a:lnTo>
                <a:lnTo>
                  <a:pt x="621515" y="590251"/>
                </a:lnTo>
                <a:lnTo>
                  <a:pt x="623439" y="586532"/>
                </a:lnTo>
                <a:lnTo>
                  <a:pt x="625363" y="582808"/>
                </a:lnTo>
                <a:lnTo>
                  <a:pt x="627287" y="579080"/>
                </a:lnTo>
                <a:lnTo>
                  <a:pt x="629212" y="575347"/>
                </a:lnTo>
                <a:lnTo>
                  <a:pt x="631136" y="571611"/>
                </a:lnTo>
                <a:lnTo>
                  <a:pt x="633060" y="567870"/>
                </a:lnTo>
                <a:lnTo>
                  <a:pt x="634984" y="564127"/>
                </a:lnTo>
                <a:lnTo>
                  <a:pt x="636909" y="560380"/>
                </a:lnTo>
                <a:lnTo>
                  <a:pt x="638837" y="556629"/>
                </a:lnTo>
                <a:lnTo>
                  <a:pt x="640755" y="552874"/>
                </a:lnTo>
                <a:lnTo>
                  <a:pt x="642684" y="549118"/>
                </a:lnTo>
                <a:lnTo>
                  <a:pt x="644602" y="545358"/>
                </a:lnTo>
                <a:lnTo>
                  <a:pt x="646530" y="541595"/>
                </a:lnTo>
                <a:lnTo>
                  <a:pt x="648458" y="537831"/>
                </a:lnTo>
                <a:lnTo>
                  <a:pt x="650376" y="534063"/>
                </a:lnTo>
                <a:lnTo>
                  <a:pt x="652304" y="530293"/>
                </a:lnTo>
                <a:lnTo>
                  <a:pt x="654222" y="526523"/>
                </a:lnTo>
                <a:lnTo>
                  <a:pt x="656150" y="522749"/>
                </a:lnTo>
                <a:lnTo>
                  <a:pt x="658078" y="518975"/>
                </a:lnTo>
                <a:lnTo>
                  <a:pt x="659996" y="515198"/>
                </a:lnTo>
                <a:lnTo>
                  <a:pt x="661924" y="511421"/>
                </a:lnTo>
                <a:lnTo>
                  <a:pt x="663842" y="507643"/>
                </a:lnTo>
                <a:lnTo>
                  <a:pt x="665770" y="503863"/>
                </a:lnTo>
                <a:lnTo>
                  <a:pt x="667698" y="500084"/>
                </a:lnTo>
                <a:lnTo>
                  <a:pt x="669617" y="496303"/>
                </a:lnTo>
                <a:lnTo>
                  <a:pt x="671545" y="492522"/>
                </a:lnTo>
                <a:lnTo>
                  <a:pt x="673473" y="488741"/>
                </a:lnTo>
                <a:lnTo>
                  <a:pt x="675391" y="484960"/>
                </a:lnTo>
                <a:lnTo>
                  <a:pt x="677319" y="481179"/>
                </a:lnTo>
                <a:lnTo>
                  <a:pt x="679237" y="477399"/>
                </a:lnTo>
                <a:lnTo>
                  <a:pt x="681165" y="473620"/>
                </a:lnTo>
                <a:lnTo>
                  <a:pt x="683093" y="469841"/>
                </a:lnTo>
                <a:lnTo>
                  <a:pt x="685011" y="466064"/>
                </a:lnTo>
                <a:lnTo>
                  <a:pt x="686939" y="462287"/>
                </a:lnTo>
                <a:lnTo>
                  <a:pt x="688857" y="458511"/>
                </a:lnTo>
                <a:lnTo>
                  <a:pt x="690785" y="454739"/>
                </a:lnTo>
                <a:lnTo>
                  <a:pt x="692713" y="450967"/>
                </a:lnTo>
                <a:lnTo>
                  <a:pt x="694631" y="447198"/>
                </a:lnTo>
                <a:lnTo>
                  <a:pt x="696560" y="443430"/>
                </a:lnTo>
                <a:lnTo>
                  <a:pt x="698487" y="439664"/>
                </a:lnTo>
                <a:lnTo>
                  <a:pt x="700406" y="435903"/>
                </a:lnTo>
                <a:lnTo>
                  <a:pt x="702334" y="432143"/>
                </a:lnTo>
                <a:lnTo>
                  <a:pt x="704252" y="428386"/>
                </a:lnTo>
                <a:lnTo>
                  <a:pt x="706180" y="424632"/>
                </a:lnTo>
                <a:lnTo>
                  <a:pt x="708108" y="420883"/>
                </a:lnTo>
                <a:lnTo>
                  <a:pt x="710026" y="417137"/>
                </a:lnTo>
                <a:lnTo>
                  <a:pt x="711954" y="413394"/>
                </a:lnTo>
                <a:lnTo>
                  <a:pt x="713872" y="409655"/>
                </a:lnTo>
                <a:lnTo>
                  <a:pt x="715800" y="405921"/>
                </a:lnTo>
                <a:lnTo>
                  <a:pt x="717728" y="402192"/>
                </a:lnTo>
                <a:lnTo>
                  <a:pt x="719646" y="398467"/>
                </a:lnTo>
                <a:lnTo>
                  <a:pt x="721574" y="394746"/>
                </a:lnTo>
                <a:lnTo>
                  <a:pt x="723493" y="391031"/>
                </a:lnTo>
                <a:lnTo>
                  <a:pt x="725420" y="387321"/>
                </a:lnTo>
                <a:lnTo>
                  <a:pt x="727349" y="383617"/>
                </a:lnTo>
                <a:lnTo>
                  <a:pt x="729267" y="379918"/>
                </a:lnTo>
                <a:lnTo>
                  <a:pt x="731195" y="376225"/>
                </a:lnTo>
                <a:lnTo>
                  <a:pt x="733123" y="372538"/>
                </a:lnTo>
                <a:lnTo>
                  <a:pt x="735041" y="368857"/>
                </a:lnTo>
                <a:lnTo>
                  <a:pt x="736969" y="365184"/>
                </a:lnTo>
                <a:lnTo>
                  <a:pt x="738887" y="361517"/>
                </a:lnTo>
                <a:lnTo>
                  <a:pt x="740815" y="357856"/>
                </a:lnTo>
                <a:lnTo>
                  <a:pt x="742743" y="354203"/>
                </a:lnTo>
                <a:lnTo>
                  <a:pt x="744661" y="350558"/>
                </a:lnTo>
                <a:lnTo>
                  <a:pt x="746589" y="346920"/>
                </a:lnTo>
                <a:lnTo>
                  <a:pt x="748507" y="343290"/>
                </a:lnTo>
                <a:lnTo>
                  <a:pt x="750435" y="339667"/>
                </a:lnTo>
                <a:lnTo>
                  <a:pt x="752363" y="336054"/>
                </a:lnTo>
                <a:lnTo>
                  <a:pt x="754282" y="332448"/>
                </a:lnTo>
                <a:lnTo>
                  <a:pt x="756210" y="328851"/>
                </a:lnTo>
                <a:lnTo>
                  <a:pt x="758128" y="325264"/>
                </a:lnTo>
                <a:lnTo>
                  <a:pt x="760056" y="321685"/>
                </a:lnTo>
                <a:lnTo>
                  <a:pt x="761984" y="318115"/>
                </a:lnTo>
                <a:lnTo>
                  <a:pt x="763902" y="314555"/>
                </a:lnTo>
                <a:lnTo>
                  <a:pt x="765830" y="311005"/>
                </a:lnTo>
                <a:lnTo>
                  <a:pt x="767758" y="307464"/>
                </a:lnTo>
                <a:lnTo>
                  <a:pt x="769676" y="303934"/>
                </a:lnTo>
                <a:lnTo>
                  <a:pt x="771604" y="300415"/>
                </a:lnTo>
                <a:lnTo>
                  <a:pt x="773522" y="296905"/>
                </a:lnTo>
                <a:lnTo>
                  <a:pt x="775450" y="293407"/>
                </a:lnTo>
                <a:lnTo>
                  <a:pt x="777378" y="289920"/>
                </a:lnTo>
                <a:lnTo>
                  <a:pt x="779297" y="286443"/>
                </a:lnTo>
                <a:lnTo>
                  <a:pt x="781225" y="282979"/>
                </a:lnTo>
                <a:lnTo>
                  <a:pt x="783143" y="279526"/>
                </a:lnTo>
                <a:lnTo>
                  <a:pt x="785071" y="276085"/>
                </a:lnTo>
                <a:lnTo>
                  <a:pt x="786999" y="272657"/>
                </a:lnTo>
                <a:lnTo>
                  <a:pt x="788917" y="269240"/>
                </a:lnTo>
                <a:lnTo>
                  <a:pt x="790845" y="265836"/>
                </a:lnTo>
                <a:lnTo>
                  <a:pt x="792773" y="262444"/>
                </a:lnTo>
                <a:lnTo>
                  <a:pt x="794691" y="259066"/>
                </a:lnTo>
                <a:lnTo>
                  <a:pt x="796619" y="255701"/>
                </a:lnTo>
                <a:lnTo>
                  <a:pt x="798537" y="252350"/>
                </a:lnTo>
                <a:lnTo>
                  <a:pt x="800465" y="249011"/>
                </a:lnTo>
                <a:lnTo>
                  <a:pt x="802393" y="245687"/>
                </a:lnTo>
                <a:lnTo>
                  <a:pt x="804311" y="242377"/>
                </a:lnTo>
                <a:lnTo>
                  <a:pt x="806239" y="239081"/>
                </a:lnTo>
                <a:lnTo>
                  <a:pt x="808158" y="235799"/>
                </a:lnTo>
                <a:lnTo>
                  <a:pt x="810086" y="232532"/>
                </a:lnTo>
                <a:lnTo>
                  <a:pt x="812014" y="229281"/>
                </a:lnTo>
                <a:lnTo>
                  <a:pt x="813932" y="226044"/>
                </a:lnTo>
                <a:lnTo>
                  <a:pt x="815860" y="222823"/>
                </a:lnTo>
                <a:lnTo>
                  <a:pt x="817778" y="219617"/>
                </a:lnTo>
                <a:lnTo>
                  <a:pt x="819706" y="216426"/>
                </a:lnTo>
                <a:lnTo>
                  <a:pt x="821634" y="213252"/>
                </a:lnTo>
                <a:lnTo>
                  <a:pt x="823552" y="210094"/>
                </a:lnTo>
                <a:lnTo>
                  <a:pt x="825480" y="206952"/>
                </a:lnTo>
                <a:lnTo>
                  <a:pt x="827408" y="203826"/>
                </a:lnTo>
                <a:lnTo>
                  <a:pt x="829326" y="200718"/>
                </a:lnTo>
                <a:lnTo>
                  <a:pt x="831254" y="197627"/>
                </a:lnTo>
                <a:lnTo>
                  <a:pt x="833172" y="194552"/>
                </a:lnTo>
                <a:lnTo>
                  <a:pt x="835100" y="191495"/>
                </a:lnTo>
                <a:lnTo>
                  <a:pt x="837029" y="188456"/>
                </a:lnTo>
                <a:lnTo>
                  <a:pt x="838947" y="185434"/>
                </a:lnTo>
                <a:lnTo>
                  <a:pt x="840875" y="182430"/>
                </a:lnTo>
                <a:lnTo>
                  <a:pt x="842793" y="179445"/>
                </a:lnTo>
                <a:lnTo>
                  <a:pt x="844721" y="176478"/>
                </a:lnTo>
                <a:lnTo>
                  <a:pt x="846649" y="173529"/>
                </a:lnTo>
                <a:lnTo>
                  <a:pt x="848567" y="170600"/>
                </a:lnTo>
                <a:lnTo>
                  <a:pt x="850495" y="167690"/>
                </a:lnTo>
                <a:lnTo>
                  <a:pt x="852423" y="164798"/>
                </a:lnTo>
                <a:lnTo>
                  <a:pt x="854341" y="161926"/>
                </a:lnTo>
                <a:lnTo>
                  <a:pt x="856269" y="159074"/>
                </a:lnTo>
                <a:lnTo>
                  <a:pt x="858187" y="156241"/>
                </a:lnTo>
                <a:lnTo>
                  <a:pt x="860115" y="153428"/>
                </a:lnTo>
                <a:lnTo>
                  <a:pt x="862044" y="150635"/>
                </a:lnTo>
                <a:lnTo>
                  <a:pt x="863962" y="147863"/>
                </a:lnTo>
                <a:lnTo>
                  <a:pt x="865890" y="145112"/>
                </a:lnTo>
                <a:lnTo>
                  <a:pt x="867808" y="142380"/>
                </a:lnTo>
                <a:lnTo>
                  <a:pt x="869736" y="139670"/>
                </a:lnTo>
                <a:lnTo>
                  <a:pt x="871664" y="136982"/>
                </a:lnTo>
                <a:lnTo>
                  <a:pt x="873582" y="134314"/>
                </a:lnTo>
                <a:lnTo>
                  <a:pt x="875510" y="131668"/>
                </a:lnTo>
                <a:lnTo>
                  <a:pt x="877428" y="129044"/>
                </a:lnTo>
                <a:lnTo>
                  <a:pt x="879356" y="126441"/>
                </a:lnTo>
                <a:lnTo>
                  <a:pt x="881284" y="123860"/>
                </a:lnTo>
                <a:lnTo>
                  <a:pt x="883202" y="121302"/>
                </a:lnTo>
                <a:lnTo>
                  <a:pt x="885130" y="118766"/>
                </a:lnTo>
                <a:lnTo>
                  <a:pt x="887058" y="116252"/>
                </a:lnTo>
                <a:lnTo>
                  <a:pt x="888977" y="113762"/>
                </a:lnTo>
                <a:lnTo>
                  <a:pt x="890905" y="111294"/>
                </a:lnTo>
                <a:lnTo>
                  <a:pt x="892823" y="108849"/>
                </a:lnTo>
                <a:lnTo>
                  <a:pt x="894751" y="106428"/>
                </a:lnTo>
                <a:lnTo>
                  <a:pt x="896679" y="104030"/>
                </a:lnTo>
                <a:lnTo>
                  <a:pt x="898597" y="101656"/>
                </a:lnTo>
                <a:lnTo>
                  <a:pt x="900525" y="99305"/>
                </a:lnTo>
                <a:lnTo>
                  <a:pt x="902443" y="96979"/>
                </a:lnTo>
                <a:lnTo>
                  <a:pt x="904371" y="94676"/>
                </a:lnTo>
                <a:lnTo>
                  <a:pt x="906299" y="92398"/>
                </a:lnTo>
                <a:lnTo>
                  <a:pt x="908217" y="90144"/>
                </a:lnTo>
                <a:lnTo>
                  <a:pt x="910145" y="87915"/>
                </a:lnTo>
                <a:lnTo>
                  <a:pt x="912063" y="85711"/>
                </a:lnTo>
                <a:lnTo>
                  <a:pt x="913991" y="83531"/>
                </a:lnTo>
                <a:lnTo>
                  <a:pt x="915919" y="81377"/>
                </a:lnTo>
                <a:lnTo>
                  <a:pt x="917838" y="79248"/>
                </a:lnTo>
                <a:lnTo>
                  <a:pt x="919766" y="77144"/>
                </a:lnTo>
                <a:lnTo>
                  <a:pt x="921694" y="75065"/>
                </a:lnTo>
                <a:lnTo>
                  <a:pt x="923612" y="73013"/>
                </a:lnTo>
                <a:lnTo>
                  <a:pt x="925540" y="70986"/>
                </a:lnTo>
                <a:lnTo>
                  <a:pt x="927458" y="68985"/>
                </a:lnTo>
                <a:lnTo>
                  <a:pt x="929386" y="67010"/>
                </a:lnTo>
                <a:lnTo>
                  <a:pt x="931314" y="65062"/>
                </a:lnTo>
                <a:lnTo>
                  <a:pt x="933232" y="63140"/>
                </a:lnTo>
                <a:lnTo>
                  <a:pt x="935160" y="61243"/>
                </a:lnTo>
                <a:lnTo>
                  <a:pt x="937078" y="59375"/>
                </a:lnTo>
                <a:lnTo>
                  <a:pt x="939006" y="57532"/>
                </a:lnTo>
                <a:lnTo>
                  <a:pt x="940934" y="55718"/>
                </a:lnTo>
                <a:lnTo>
                  <a:pt x="942852" y="53929"/>
                </a:lnTo>
                <a:lnTo>
                  <a:pt x="944781" y="52169"/>
                </a:lnTo>
                <a:lnTo>
                  <a:pt x="946709" y="50435"/>
                </a:lnTo>
                <a:lnTo>
                  <a:pt x="948627" y="48729"/>
                </a:lnTo>
                <a:lnTo>
                  <a:pt x="950555" y="47050"/>
                </a:lnTo>
                <a:lnTo>
                  <a:pt x="952473" y="45400"/>
                </a:lnTo>
                <a:lnTo>
                  <a:pt x="954401" y="43777"/>
                </a:lnTo>
                <a:lnTo>
                  <a:pt x="956329" y="42182"/>
                </a:lnTo>
                <a:lnTo>
                  <a:pt x="958247" y="40614"/>
                </a:lnTo>
                <a:lnTo>
                  <a:pt x="960175" y="39076"/>
                </a:lnTo>
                <a:lnTo>
                  <a:pt x="962093" y="37565"/>
                </a:lnTo>
                <a:lnTo>
                  <a:pt x="964021" y="36083"/>
                </a:lnTo>
                <a:lnTo>
                  <a:pt x="965949" y="34629"/>
                </a:lnTo>
                <a:lnTo>
                  <a:pt x="967867" y="33204"/>
                </a:lnTo>
                <a:lnTo>
                  <a:pt x="969795" y="31808"/>
                </a:lnTo>
                <a:lnTo>
                  <a:pt x="971714" y="30441"/>
                </a:lnTo>
                <a:lnTo>
                  <a:pt x="973642" y="29103"/>
                </a:lnTo>
                <a:lnTo>
                  <a:pt x="975570" y="27793"/>
                </a:lnTo>
                <a:lnTo>
                  <a:pt x="977488" y="26513"/>
                </a:lnTo>
                <a:lnTo>
                  <a:pt x="979416" y="25262"/>
                </a:lnTo>
                <a:lnTo>
                  <a:pt x="981344" y="24040"/>
                </a:lnTo>
                <a:lnTo>
                  <a:pt x="983262" y="22848"/>
                </a:lnTo>
                <a:lnTo>
                  <a:pt x="985190" y="21685"/>
                </a:lnTo>
                <a:lnTo>
                  <a:pt x="987108" y="20552"/>
                </a:lnTo>
                <a:lnTo>
                  <a:pt x="989036" y="19448"/>
                </a:lnTo>
                <a:lnTo>
                  <a:pt x="990964" y="18374"/>
                </a:lnTo>
                <a:lnTo>
                  <a:pt x="992882" y="17330"/>
                </a:lnTo>
                <a:lnTo>
                  <a:pt x="994810" y="16316"/>
                </a:lnTo>
                <a:lnTo>
                  <a:pt x="996728" y="15331"/>
                </a:lnTo>
                <a:lnTo>
                  <a:pt x="998657" y="14377"/>
                </a:lnTo>
                <a:lnTo>
                  <a:pt x="1000585" y="13453"/>
                </a:lnTo>
                <a:lnTo>
                  <a:pt x="1002503" y="12560"/>
                </a:lnTo>
                <a:lnTo>
                  <a:pt x="1004431" y="11696"/>
                </a:lnTo>
                <a:lnTo>
                  <a:pt x="1006359" y="10863"/>
                </a:lnTo>
                <a:lnTo>
                  <a:pt x="1008277" y="10060"/>
                </a:lnTo>
                <a:lnTo>
                  <a:pt x="1010205" y="9288"/>
                </a:lnTo>
                <a:lnTo>
                  <a:pt x="1012123" y="8546"/>
                </a:lnTo>
                <a:lnTo>
                  <a:pt x="1014051" y="7834"/>
                </a:lnTo>
                <a:lnTo>
                  <a:pt x="1015979" y="7154"/>
                </a:lnTo>
                <a:lnTo>
                  <a:pt x="1017897" y="6504"/>
                </a:lnTo>
                <a:lnTo>
                  <a:pt x="1019825" y="5884"/>
                </a:lnTo>
                <a:lnTo>
                  <a:pt x="1021743" y="5296"/>
                </a:lnTo>
                <a:lnTo>
                  <a:pt x="1023671" y="4738"/>
                </a:lnTo>
                <a:lnTo>
                  <a:pt x="1025599" y="4211"/>
                </a:lnTo>
                <a:lnTo>
                  <a:pt x="1027518" y="3715"/>
                </a:lnTo>
                <a:lnTo>
                  <a:pt x="1029446" y="3250"/>
                </a:lnTo>
                <a:lnTo>
                  <a:pt x="1031364" y="2816"/>
                </a:lnTo>
                <a:lnTo>
                  <a:pt x="1033292" y="2413"/>
                </a:lnTo>
                <a:lnTo>
                  <a:pt x="1035220" y="2040"/>
                </a:lnTo>
                <a:lnTo>
                  <a:pt x="1037138" y="1699"/>
                </a:lnTo>
                <a:lnTo>
                  <a:pt x="1039066" y="1389"/>
                </a:lnTo>
                <a:lnTo>
                  <a:pt x="1040994" y="1110"/>
                </a:lnTo>
                <a:lnTo>
                  <a:pt x="1042912" y="862"/>
                </a:lnTo>
                <a:lnTo>
                  <a:pt x="1044840" y="646"/>
                </a:lnTo>
                <a:lnTo>
                  <a:pt x="1046758" y="460"/>
                </a:lnTo>
                <a:lnTo>
                  <a:pt x="1048686" y="306"/>
                </a:lnTo>
                <a:lnTo>
                  <a:pt x="1050614" y="182"/>
                </a:lnTo>
                <a:lnTo>
                  <a:pt x="1052532" y="90"/>
                </a:lnTo>
                <a:lnTo>
                  <a:pt x="1054461" y="30"/>
                </a:lnTo>
                <a:lnTo>
                  <a:pt x="1056379" y="0"/>
                </a:lnTo>
                <a:lnTo>
                  <a:pt x="1058307" y="1"/>
                </a:lnTo>
                <a:lnTo>
                  <a:pt x="1060235" y="34"/>
                </a:lnTo>
                <a:lnTo>
                  <a:pt x="1062153" y="98"/>
                </a:lnTo>
                <a:lnTo>
                  <a:pt x="1064081" y="193"/>
                </a:lnTo>
                <a:lnTo>
                  <a:pt x="1065999" y="320"/>
                </a:lnTo>
                <a:lnTo>
                  <a:pt x="1067927" y="477"/>
                </a:lnTo>
                <a:lnTo>
                  <a:pt x="1069855" y="666"/>
                </a:lnTo>
                <a:lnTo>
                  <a:pt x="1071773" y="886"/>
                </a:lnTo>
                <a:lnTo>
                  <a:pt x="1073701" y="1137"/>
                </a:lnTo>
                <a:lnTo>
                  <a:pt x="1075629" y="1419"/>
                </a:lnTo>
                <a:lnTo>
                  <a:pt x="1077547" y="1732"/>
                </a:lnTo>
                <a:lnTo>
                  <a:pt x="1079475" y="2076"/>
                </a:lnTo>
                <a:lnTo>
                  <a:pt x="1081394" y="2451"/>
                </a:lnTo>
                <a:lnTo>
                  <a:pt x="1083322" y="2858"/>
                </a:lnTo>
                <a:lnTo>
                  <a:pt x="1085250" y="3295"/>
                </a:lnTo>
                <a:lnTo>
                  <a:pt x="1087168" y="3763"/>
                </a:lnTo>
                <a:lnTo>
                  <a:pt x="1089096" y="4262"/>
                </a:lnTo>
                <a:lnTo>
                  <a:pt x="1091014" y="4792"/>
                </a:lnTo>
                <a:lnTo>
                  <a:pt x="1092942" y="5353"/>
                </a:lnTo>
                <a:lnTo>
                  <a:pt x="1094870" y="5945"/>
                </a:lnTo>
                <a:lnTo>
                  <a:pt x="1096788" y="6567"/>
                </a:lnTo>
                <a:lnTo>
                  <a:pt x="1098716" y="7220"/>
                </a:lnTo>
                <a:lnTo>
                  <a:pt x="1100644" y="7904"/>
                </a:lnTo>
                <a:lnTo>
                  <a:pt x="1102562" y="8619"/>
                </a:lnTo>
                <a:lnTo>
                  <a:pt x="1104490" y="9364"/>
                </a:lnTo>
                <a:lnTo>
                  <a:pt x="1106409" y="10139"/>
                </a:lnTo>
                <a:lnTo>
                  <a:pt x="1108337" y="10945"/>
                </a:lnTo>
                <a:lnTo>
                  <a:pt x="1110265" y="11781"/>
                </a:lnTo>
                <a:lnTo>
                  <a:pt x="1112183" y="12648"/>
                </a:lnTo>
                <a:lnTo>
                  <a:pt x="1114111" y="13545"/>
                </a:lnTo>
                <a:lnTo>
                  <a:pt x="1116029" y="14472"/>
                </a:lnTo>
                <a:lnTo>
                  <a:pt x="1117957" y="15429"/>
                </a:lnTo>
                <a:lnTo>
                  <a:pt x="1119885" y="16415"/>
                </a:lnTo>
                <a:lnTo>
                  <a:pt x="1121803" y="17433"/>
                </a:lnTo>
                <a:lnTo>
                  <a:pt x="1123731" y="18480"/>
                </a:lnTo>
                <a:lnTo>
                  <a:pt x="1125649" y="19557"/>
                </a:lnTo>
                <a:lnTo>
                  <a:pt x="1127577" y="20663"/>
                </a:lnTo>
                <a:lnTo>
                  <a:pt x="1129505" y="21800"/>
                </a:lnTo>
                <a:lnTo>
                  <a:pt x="1131423" y="22966"/>
                </a:lnTo>
                <a:lnTo>
                  <a:pt x="1133351" y="24160"/>
                </a:lnTo>
                <a:lnTo>
                  <a:pt x="1135279" y="25386"/>
                </a:lnTo>
                <a:lnTo>
                  <a:pt x="1137198" y="26640"/>
                </a:lnTo>
                <a:lnTo>
                  <a:pt x="1139126" y="27923"/>
                </a:lnTo>
                <a:lnTo>
                  <a:pt x="1141044" y="29235"/>
                </a:lnTo>
                <a:lnTo>
                  <a:pt x="1142972" y="30577"/>
                </a:lnTo>
                <a:lnTo>
                  <a:pt x="1144900" y="31947"/>
                </a:lnTo>
                <a:lnTo>
                  <a:pt x="1146818" y="33345"/>
                </a:lnTo>
                <a:lnTo>
                  <a:pt x="1148746" y="34774"/>
                </a:lnTo>
                <a:lnTo>
                  <a:pt x="1150664" y="36230"/>
                </a:lnTo>
                <a:lnTo>
                  <a:pt x="1152592" y="37715"/>
                </a:lnTo>
                <a:lnTo>
                  <a:pt x="1154520" y="39228"/>
                </a:lnTo>
                <a:lnTo>
                  <a:pt x="1156438" y="40769"/>
                </a:lnTo>
                <a:lnTo>
                  <a:pt x="1158366" y="42340"/>
                </a:lnTo>
                <a:lnTo>
                  <a:pt x="1160284" y="43938"/>
                </a:lnTo>
                <a:lnTo>
                  <a:pt x="1162212" y="45564"/>
                </a:lnTo>
                <a:lnTo>
                  <a:pt x="1164141" y="47216"/>
                </a:lnTo>
                <a:lnTo>
                  <a:pt x="1166059" y="48898"/>
                </a:lnTo>
                <a:lnTo>
                  <a:pt x="1167987" y="50607"/>
                </a:lnTo>
                <a:lnTo>
                  <a:pt x="1169915" y="52344"/>
                </a:lnTo>
                <a:lnTo>
                  <a:pt x="1171833" y="54107"/>
                </a:lnTo>
                <a:lnTo>
                  <a:pt x="1173761" y="55898"/>
                </a:lnTo>
                <a:lnTo>
                  <a:pt x="1175679" y="57715"/>
                </a:lnTo>
                <a:lnTo>
                  <a:pt x="1177607" y="59560"/>
                </a:lnTo>
                <a:lnTo>
                  <a:pt x="1179535" y="61432"/>
                </a:lnTo>
                <a:lnTo>
                  <a:pt x="1181453" y="63331"/>
                </a:lnTo>
                <a:lnTo>
                  <a:pt x="1183381" y="65255"/>
                </a:lnTo>
                <a:lnTo>
                  <a:pt x="1185299" y="67207"/>
                </a:lnTo>
                <a:lnTo>
                  <a:pt x="1187227" y="69183"/>
                </a:lnTo>
                <a:lnTo>
                  <a:pt x="1189155" y="71187"/>
                </a:lnTo>
                <a:lnTo>
                  <a:pt x="1191074" y="73216"/>
                </a:lnTo>
                <a:lnTo>
                  <a:pt x="1193002" y="75272"/>
                </a:lnTo>
                <a:lnTo>
                  <a:pt x="1194930" y="77353"/>
                </a:lnTo>
                <a:lnTo>
                  <a:pt x="1196848" y="79460"/>
                </a:lnTo>
                <a:lnTo>
                  <a:pt x="1198776" y="81591"/>
                </a:lnTo>
                <a:lnTo>
                  <a:pt x="1200694" y="83748"/>
                </a:lnTo>
                <a:lnTo>
                  <a:pt x="1202622" y="85930"/>
                </a:lnTo>
                <a:lnTo>
                  <a:pt x="1204550" y="88137"/>
                </a:lnTo>
                <a:lnTo>
                  <a:pt x="1206468" y="90369"/>
                </a:lnTo>
                <a:lnTo>
                  <a:pt x="1208396" y="92625"/>
                </a:lnTo>
                <a:lnTo>
                  <a:pt x="1210314" y="94906"/>
                </a:lnTo>
                <a:lnTo>
                  <a:pt x="1212242" y="97211"/>
                </a:lnTo>
                <a:lnTo>
                  <a:pt x="1214170" y="99540"/>
                </a:lnTo>
                <a:lnTo>
                  <a:pt x="1216089" y="101892"/>
                </a:lnTo>
                <a:lnTo>
                  <a:pt x="1218017" y="104270"/>
                </a:lnTo>
                <a:lnTo>
                  <a:pt x="1219935" y="106670"/>
                </a:lnTo>
                <a:lnTo>
                  <a:pt x="1221863" y="109093"/>
                </a:lnTo>
                <a:lnTo>
                  <a:pt x="1223791" y="111541"/>
                </a:lnTo>
                <a:lnTo>
                  <a:pt x="1225709" y="114010"/>
                </a:lnTo>
                <a:lnTo>
                  <a:pt x="1227637" y="116503"/>
                </a:lnTo>
                <a:lnTo>
                  <a:pt x="1229565" y="119019"/>
                </a:lnTo>
                <a:lnTo>
                  <a:pt x="1231483" y="121557"/>
                </a:lnTo>
                <a:lnTo>
                  <a:pt x="1233411" y="124118"/>
                </a:lnTo>
                <a:lnTo>
                  <a:pt x="1235329" y="126701"/>
                </a:lnTo>
                <a:lnTo>
                  <a:pt x="1237257" y="129306"/>
                </a:lnTo>
                <a:lnTo>
                  <a:pt x="1239185" y="131932"/>
                </a:lnTo>
                <a:lnTo>
                  <a:pt x="1241103" y="134580"/>
                </a:lnTo>
                <a:lnTo>
                  <a:pt x="1243031" y="137250"/>
                </a:lnTo>
                <a:lnTo>
                  <a:pt x="1244950" y="139941"/>
                </a:lnTo>
                <a:lnTo>
                  <a:pt x="1246878" y="142653"/>
                </a:lnTo>
                <a:lnTo>
                  <a:pt x="1248806" y="145386"/>
                </a:lnTo>
                <a:lnTo>
                  <a:pt x="1250724" y="148140"/>
                </a:lnTo>
                <a:lnTo>
                  <a:pt x="1252652" y="150914"/>
                </a:lnTo>
                <a:lnTo>
                  <a:pt x="1254580" y="153708"/>
                </a:lnTo>
                <a:lnTo>
                  <a:pt x="1256498" y="156523"/>
                </a:lnTo>
                <a:lnTo>
                  <a:pt x="1258426" y="159358"/>
                </a:lnTo>
                <a:lnTo>
                  <a:pt x="1260344" y="162212"/>
                </a:lnTo>
                <a:lnTo>
                  <a:pt x="1262272" y="165087"/>
                </a:lnTo>
                <a:lnTo>
                  <a:pt x="1264200" y="167980"/>
                </a:lnTo>
                <a:lnTo>
                  <a:pt x="1266118" y="170893"/>
                </a:lnTo>
                <a:lnTo>
                  <a:pt x="1268046" y="173823"/>
                </a:lnTo>
                <a:lnTo>
                  <a:pt x="1269964" y="176774"/>
                </a:lnTo>
                <a:lnTo>
                  <a:pt x="1271892" y="179743"/>
                </a:lnTo>
                <a:lnTo>
                  <a:pt x="1273821" y="182730"/>
                </a:lnTo>
                <a:lnTo>
                  <a:pt x="1275739" y="185736"/>
                </a:lnTo>
                <a:lnTo>
                  <a:pt x="1277667" y="188759"/>
                </a:lnTo>
                <a:lnTo>
                  <a:pt x="1279585" y="191800"/>
                </a:lnTo>
                <a:lnTo>
                  <a:pt x="1281513" y="194859"/>
                </a:lnTo>
                <a:lnTo>
                  <a:pt x="1283441" y="197935"/>
                </a:lnTo>
                <a:lnTo>
                  <a:pt x="1285359" y="201028"/>
                </a:lnTo>
                <a:lnTo>
                  <a:pt x="1287287" y="204139"/>
                </a:lnTo>
                <a:lnTo>
                  <a:pt x="1289215" y="207265"/>
                </a:lnTo>
                <a:lnTo>
                  <a:pt x="1291133" y="210409"/>
                </a:lnTo>
                <a:lnTo>
                  <a:pt x="1293061" y="213568"/>
                </a:lnTo>
                <a:lnTo>
                  <a:pt x="1294979" y="216744"/>
                </a:lnTo>
                <a:lnTo>
                  <a:pt x="1296907" y="219937"/>
                </a:lnTo>
                <a:lnTo>
                  <a:pt x="1298836" y="223144"/>
                </a:lnTo>
                <a:lnTo>
                  <a:pt x="1300754" y="226367"/>
                </a:lnTo>
                <a:lnTo>
                  <a:pt x="1302682" y="229606"/>
                </a:lnTo>
                <a:lnTo>
                  <a:pt x="1304600" y="232858"/>
                </a:lnTo>
                <a:lnTo>
                  <a:pt x="1306528" y="236127"/>
                </a:lnTo>
                <a:lnTo>
                  <a:pt x="1308456" y="239410"/>
                </a:lnTo>
                <a:lnTo>
                  <a:pt x="1310374" y="242707"/>
                </a:lnTo>
                <a:lnTo>
                  <a:pt x="1312302" y="246019"/>
                </a:lnTo>
                <a:lnTo>
                  <a:pt x="1314220" y="249344"/>
                </a:lnTo>
                <a:lnTo>
                  <a:pt x="1316148" y="252685"/>
                </a:lnTo>
                <a:lnTo>
                  <a:pt x="1318076" y="256037"/>
                </a:lnTo>
                <a:lnTo>
                  <a:pt x="1319994" y="259404"/>
                </a:lnTo>
                <a:lnTo>
                  <a:pt x="1321922" y="262783"/>
                </a:lnTo>
                <a:lnTo>
                  <a:pt x="1323850" y="266176"/>
                </a:lnTo>
                <a:lnTo>
                  <a:pt x="1325769" y="269581"/>
                </a:lnTo>
                <a:lnTo>
                  <a:pt x="1327696" y="272999"/>
                </a:lnTo>
                <a:lnTo>
                  <a:pt x="1329615" y="276428"/>
                </a:lnTo>
                <a:lnTo>
                  <a:pt x="1331543" y="279871"/>
                </a:lnTo>
                <a:lnTo>
                  <a:pt x="1333471" y="283325"/>
                </a:lnTo>
                <a:lnTo>
                  <a:pt x="1335389" y="286791"/>
                </a:lnTo>
                <a:lnTo>
                  <a:pt x="1337317" y="290268"/>
                </a:lnTo>
                <a:lnTo>
                  <a:pt x="1339235" y="293756"/>
                </a:lnTo>
                <a:lnTo>
                  <a:pt x="1341163" y="297255"/>
                </a:lnTo>
                <a:lnTo>
                  <a:pt x="1343091" y="300765"/>
                </a:lnTo>
                <a:lnTo>
                  <a:pt x="1345009" y="304287"/>
                </a:lnTo>
                <a:lnTo>
                  <a:pt x="1346937" y="307818"/>
                </a:lnTo>
                <a:lnTo>
                  <a:pt x="1348865" y="311359"/>
                </a:lnTo>
                <a:lnTo>
                  <a:pt x="1350783" y="314911"/>
                </a:lnTo>
                <a:lnTo>
                  <a:pt x="1352711" y="318472"/>
                </a:lnTo>
                <a:lnTo>
                  <a:pt x="1354629" y="322042"/>
                </a:lnTo>
                <a:lnTo>
                  <a:pt x="1356558" y="325621"/>
                </a:lnTo>
                <a:lnTo>
                  <a:pt x="1358486" y="329210"/>
                </a:lnTo>
                <a:lnTo>
                  <a:pt x="1360404" y="332808"/>
                </a:lnTo>
                <a:lnTo>
                  <a:pt x="1362332" y="336414"/>
                </a:lnTo>
                <a:lnTo>
                  <a:pt x="1364250" y="340029"/>
                </a:lnTo>
                <a:lnTo>
                  <a:pt x="1366178" y="343653"/>
                </a:lnTo>
                <a:lnTo>
                  <a:pt x="1368106" y="347283"/>
                </a:lnTo>
                <a:lnTo>
                  <a:pt x="1370024" y="350922"/>
                </a:lnTo>
                <a:lnTo>
                  <a:pt x="1371952" y="354569"/>
                </a:lnTo>
                <a:lnTo>
                  <a:pt x="1373870" y="358222"/>
                </a:lnTo>
                <a:lnTo>
                  <a:pt x="1375798" y="361883"/>
                </a:lnTo>
                <a:lnTo>
                  <a:pt x="1377726" y="365551"/>
                </a:lnTo>
                <a:lnTo>
                  <a:pt x="1379644" y="369225"/>
                </a:lnTo>
                <a:lnTo>
                  <a:pt x="1381573" y="372906"/>
                </a:lnTo>
                <a:lnTo>
                  <a:pt x="1383501" y="376594"/>
                </a:lnTo>
                <a:lnTo>
                  <a:pt x="1385419" y="380287"/>
                </a:lnTo>
                <a:lnTo>
                  <a:pt x="1387347" y="383986"/>
                </a:lnTo>
                <a:lnTo>
                  <a:pt x="1389265" y="387692"/>
                </a:lnTo>
                <a:lnTo>
                  <a:pt x="1391193" y="391403"/>
                </a:lnTo>
                <a:lnTo>
                  <a:pt x="1393121" y="395118"/>
                </a:lnTo>
                <a:lnTo>
                  <a:pt x="1395039" y="398838"/>
                </a:lnTo>
                <a:lnTo>
                  <a:pt x="1396967" y="402564"/>
                </a:lnTo>
                <a:lnTo>
                  <a:pt x="1398885" y="406294"/>
                </a:lnTo>
                <a:lnTo>
                  <a:pt x="1400813" y="410029"/>
                </a:lnTo>
                <a:lnTo>
                  <a:pt x="1402741" y="413768"/>
                </a:lnTo>
                <a:lnTo>
                  <a:pt x="1404659" y="417511"/>
                </a:lnTo>
                <a:lnTo>
                  <a:pt x="1406587" y="421257"/>
                </a:lnTo>
                <a:lnTo>
                  <a:pt x="1408515" y="425008"/>
                </a:lnTo>
                <a:lnTo>
                  <a:pt x="1410434" y="428762"/>
                </a:lnTo>
                <a:lnTo>
                  <a:pt x="1412362" y="432519"/>
                </a:lnTo>
                <a:lnTo>
                  <a:pt x="1414280" y="436278"/>
                </a:lnTo>
                <a:lnTo>
                  <a:pt x="1416208" y="440041"/>
                </a:lnTo>
                <a:lnTo>
                  <a:pt x="1418136" y="443807"/>
                </a:lnTo>
                <a:lnTo>
                  <a:pt x="1420054" y="447574"/>
                </a:lnTo>
                <a:lnTo>
                  <a:pt x="1421982" y="451344"/>
                </a:lnTo>
                <a:lnTo>
                  <a:pt x="1423900" y="455115"/>
                </a:lnTo>
                <a:lnTo>
                  <a:pt x="1425828" y="458889"/>
                </a:lnTo>
                <a:lnTo>
                  <a:pt x="1427756" y="462665"/>
                </a:lnTo>
                <a:lnTo>
                  <a:pt x="1429674" y="466441"/>
                </a:lnTo>
                <a:lnTo>
                  <a:pt x="1431602" y="470219"/>
                </a:lnTo>
                <a:lnTo>
                  <a:pt x="1433520" y="473997"/>
                </a:lnTo>
                <a:lnTo>
                  <a:pt x="1435448" y="477777"/>
                </a:lnTo>
                <a:lnTo>
                  <a:pt x="1437376" y="481557"/>
                </a:lnTo>
                <a:lnTo>
                  <a:pt x="1439295" y="485338"/>
                </a:lnTo>
                <a:lnTo>
                  <a:pt x="1441223" y="489119"/>
                </a:lnTo>
                <a:lnTo>
                  <a:pt x="1443151" y="1245497"/>
                </a:lnTo>
                <a:lnTo>
                  <a:pt x="1445069" y="1245497"/>
                </a:lnTo>
                <a:lnTo>
                  <a:pt x="1446997" y="1245497"/>
                </a:lnTo>
                <a:lnTo>
                  <a:pt x="1448915" y="1245497"/>
                </a:lnTo>
                <a:lnTo>
                  <a:pt x="1450843" y="1245497"/>
                </a:lnTo>
                <a:lnTo>
                  <a:pt x="1452771" y="1245497"/>
                </a:lnTo>
                <a:lnTo>
                  <a:pt x="1454689" y="1245497"/>
                </a:lnTo>
                <a:lnTo>
                  <a:pt x="1456617" y="1245497"/>
                </a:lnTo>
                <a:lnTo>
                  <a:pt x="1458535" y="1245497"/>
                </a:lnTo>
                <a:lnTo>
                  <a:pt x="1460463" y="1245497"/>
                </a:lnTo>
                <a:lnTo>
                  <a:pt x="1462391" y="1245497"/>
                </a:lnTo>
                <a:lnTo>
                  <a:pt x="1464310" y="1245497"/>
                </a:lnTo>
                <a:lnTo>
                  <a:pt x="1466238" y="1245497"/>
                </a:lnTo>
                <a:lnTo>
                  <a:pt x="1468156" y="1245497"/>
                </a:lnTo>
                <a:lnTo>
                  <a:pt x="1470084" y="1245497"/>
                </a:lnTo>
                <a:lnTo>
                  <a:pt x="1472012" y="1245497"/>
                </a:lnTo>
                <a:lnTo>
                  <a:pt x="1473930" y="1245497"/>
                </a:lnTo>
                <a:lnTo>
                  <a:pt x="1475858" y="1245497"/>
                </a:lnTo>
                <a:lnTo>
                  <a:pt x="1477786" y="1245497"/>
                </a:lnTo>
                <a:lnTo>
                  <a:pt x="1479704" y="1245497"/>
                </a:lnTo>
                <a:lnTo>
                  <a:pt x="1481632" y="1245497"/>
                </a:lnTo>
                <a:lnTo>
                  <a:pt x="1483550" y="1245497"/>
                </a:lnTo>
                <a:lnTo>
                  <a:pt x="1485478" y="1245497"/>
                </a:lnTo>
                <a:lnTo>
                  <a:pt x="1487406" y="1245497"/>
                </a:lnTo>
                <a:lnTo>
                  <a:pt x="1489324" y="1245497"/>
                </a:lnTo>
                <a:lnTo>
                  <a:pt x="1491253" y="1245497"/>
                </a:lnTo>
                <a:lnTo>
                  <a:pt x="1493171" y="1245497"/>
                </a:lnTo>
                <a:lnTo>
                  <a:pt x="1495099" y="1245497"/>
                </a:lnTo>
                <a:lnTo>
                  <a:pt x="1497027" y="1245497"/>
                </a:lnTo>
                <a:lnTo>
                  <a:pt x="1498945" y="1245497"/>
                </a:lnTo>
                <a:lnTo>
                  <a:pt x="1500873" y="1245497"/>
                </a:lnTo>
                <a:lnTo>
                  <a:pt x="1502801" y="1245497"/>
                </a:lnTo>
                <a:lnTo>
                  <a:pt x="1504719" y="1245497"/>
                </a:lnTo>
                <a:lnTo>
                  <a:pt x="1506647" y="1245497"/>
                </a:lnTo>
                <a:lnTo>
                  <a:pt x="1508565" y="1245497"/>
                </a:lnTo>
                <a:lnTo>
                  <a:pt x="1510493" y="1245497"/>
                </a:lnTo>
                <a:lnTo>
                  <a:pt x="1512421" y="1245497"/>
                </a:lnTo>
                <a:lnTo>
                  <a:pt x="1514339" y="1245497"/>
                </a:lnTo>
                <a:lnTo>
                  <a:pt x="1516267" y="1245497"/>
                </a:lnTo>
                <a:lnTo>
                  <a:pt x="1518186" y="1245497"/>
                </a:lnTo>
                <a:lnTo>
                  <a:pt x="1520114" y="1245497"/>
                </a:lnTo>
                <a:lnTo>
                  <a:pt x="1522042" y="1245497"/>
                </a:lnTo>
                <a:lnTo>
                  <a:pt x="1523960" y="1245497"/>
                </a:lnTo>
                <a:lnTo>
                  <a:pt x="1525888" y="1245497"/>
                </a:lnTo>
                <a:lnTo>
                  <a:pt x="1527806" y="1245497"/>
                </a:lnTo>
                <a:lnTo>
                  <a:pt x="1529734" y="1245497"/>
                </a:lnTo>
                <a:lnTo>
                  <a:pt x="1531662" y="1245497"/>
                </a:lnTo>
                <a:lnTo>
                  <a:pt x="1533580" y="1245497"/>
                </a:lnTo>
                <a:lnTo>
                  <a:pt x="1535508" y="1245497"/>
                </a:lnTo>
                <a:lnTo>
                  <a:pt x="1537436" y="1245497"/>
                </a:lnTo>
                <a:lnTo>
                  <a:pt x="1539354" y="1245497"/>
                </a:lnTo>
                <a:lnTo>
                  <a:pt x="1541282" y="1245497"/>
                </a:lnTo>
                <a:lnTo>
                  <a:pt x="1543200" y="1245497"/>
                </a:lnTo>
                <a:lnTo>
                  <a:pt x="1545128" y="1245497"/>
                </a:lnTo>
                <a:lnTo>
                  <a:pt x="1547056" y="1245497"/>
                </a:lnTo>
                <a:lnTo>
                  <a:pt x="1548975" y="1245497"/>
                </a:lnTo>
                <a:lnTo>
                  <a:pt x="1550903" y="1245497"/>
                </a:lnTo>
                <a:lnTo>
                  <a:pt x="1552821" y="1245497"/>
                </a:lnTo>
                <a:lnTo>
                  <a:pt x="1554749" y="1245497"/>
                </a:lnTo>
                <a:lnTo>
                  <a:pt x="1556677" y="1245497"/>
                </a:lnTo>
                <a:lnTo>
                  <a:pt x="1558595" y="1245497"/>
                </a:lnTo>
                <a:lnTo>
                  <a:pt x="1560523" y="1245497"/>
                </a:lnTo>
                <a:lnTo>
                  <a:pt x="1562441" y="1245497"/>
                </a:lnTo>
                <a:lnTo>
                  <a:pt x="1564369" y="1245497"/>
                </a:lnTo>
                <a:lnTo>
                  <a:pt x="1566297" y="1245497"/>
                </a:lnTo>
                <a:lnTo>
                  <a:pt x="1568215" y="1245497"/>
                </a:lnTo>
                <a:lnTo>
                  <a:pt x="1570143" y="1245497"/>
                </a:lnTo>
                <a:lnTo>
                  <a:pt x="1572071" y="1245497"/>
                </a:lnTo>
                <a:lnTo>
                  <a:pt x="1573990" y="1245497"/>
                </a:lnTo>
                <a:lnTo>
                  <a:pt x="1575918" y="1245497"/>
                </a:lnTo>
                <a:lnTo>
                  <a:pt x="1577836" y="1245497"/>
                </a:lnTo>
                <a:lnTo>
                  <a:pt x="1579764" y="1245497"/>
                </a:lnTo>
                <a:lnTo>
                  <a:pt x="1581692" y="1245497"/>
                </a:lnTo>
                <a:lnTo>
                  <a:pt x="1583610" y="1245497"/>
                </a:lnTo>
                <a:lnTo>
                  <a:pt x="1585538" y="1245497"/>
                </a:lnTo>
                <a:lnTo>
                  <a:pt x="1587456" y="1245497"/>
                </a:lnTo>
                <a:lnTo>
                  <a:pt x="1589384" y="1245497"/>
                </a:lnTo>
                <a:lnTo>
                  <a:pt x="1591312" y="1245497"/>
                </a:lnTo>
                <a:lnTo>
                  <a:pt x="1593230" y="1245497"/>
                </a:lnTo>
                <a:lnTo>
                  <a:pt x="1595158" y="1245497"/>
                </a:lnTo>
                <a:lnTo>
                  <a:pt x="1597086" y="1245497"/>
                </a:lnTo>
                <a:lnTo>
                  <a:pt x="1599004" y="1245497"/>
                </a:lnTo>
                <a:lnTo>
                  <a:pt x="1600933" y="1245497"/>
                </a:lnTo>
                <a:lnTo>
                  <a:pt x="1602851" y="1245497"/>
                </a:lnTo>
                <a:lnTo>
                  <a:pt x="1604779" y="1245497"/>
                </a:lnTo>
                <a:lnTo>
                  <a:pt x="1606707" y="1245497"/>
                </a:lnTo>
                <a:lnTo>
                  <a:pt x="1608625" y="1245497"/>
                </a:lnTo>
                <a:lnTo>
                  <a:pt x="1610553" y="1245497"/>
                </a:lnTo>
                <a:lnTo>
                  <a:pt x="1612471" y="1245497"/>
                </a:lnTo>
                <a:lnTo>
                  <a:pt x="1614399" y="1245497"/>
                </a:lnTo>
                <a:lnTo>
                  <a:pt x="1616327" y="1245497"/>
                </a:lnTo>
                <a:lnTo>
                  <a:pt x="1618245" y="1245497"/>
                </a:lnTo>
                <a:lnTo>
                  <a:pt x="1620173" y="1245497"/>
                </a:lnTo>
                <a:lnTo>
                  <a:pt x="1622091" y="1245497"/>
                </a:lnTo>
                <a:lnTo>
                  <a:pt x="1624019" y="1245497"/>
                </a:lnTo>
                <a:lnTo>
                  <a:pt x="1625947" y="1245497"/>
                </a:lnTo>
                <a:lnTo>
                  <a:pt x="1627866" y="1245497"/>
                </a:lnTo>
                <a:lnTo>
                  <a:pt x="1629794" y="1245497"/>
                </a:lnTo>
                <a:lnTo>
                  <a:pt x="1631722" y="1245497"/>
                </a:lnTo>
                <a:lnTo>
                  <a:pt x="1633640" y="1245497"/>
                </a:lnTo>
                <a:lnTo>
                  <a:pt x="1635568" y="1245497"/>
                </a:lnTo>
                <a:lnTo>
                  <a:pt x="1637486" y="1245497"/>
                </a:lnTo>
                <a:lnTo>
                  <a:pt x="1639414" y="1245497"/>
                </a:lnTo>
                <a:lnTo>
                  <a:pt x="1641342" y="1245497"/>
                </a:lnTo>
                <a:lnTo>
                  <a:pt x="1643260" y="1245497"/>
                </a:lnTo>
                <a:lnTo>
                  <a:pt x="1645188" y="1245497"/>
                </a:lnTo>
                <a:lnTo>
                  <a:pt x="1647106" y="1245497"/>
                </a:lnTo>
                <a:lnTo>
                  <a:pt x="1649034" y="1245497"/>
                </a:lnTo>
                <a:lnTo>
                  <a:pt x="1650962" y="1245497"/>
                </a:lnTo>
                <a:lnTo>
                  <a:pt x="1652880" y="1245497"/>
                </a:lnTo>
                <a:lnTo>
                  <a:pt x="1654808" y="1245497"/>
                </a:lnTo>
                <a:lnTo>
                  <a:pt x="1656737" y="1245497"/>
                </a:lnTo>
                <a:lnTo>
                  <a:pt x="1658655" y="1245497"/>
                </a:lnTo>
                <a:lnTo>
                  <a:pt x="1660583" y="1245497"/>
                </a:lnTo>
                <a:lnTo>
                  <a:pt x="1662501" y="1245497"/>
                </a:lnTo>
                <a:lnTo>
                  <a:pt x="1664429" y="1245497"/>
                </a:lnTo>
                <a:lnTo>
                  <a:pt x="1666357" y="1245497"/>
                </a:lnTo>
                <a:lnTo>
                  <a:pt x="1668275" y="1245497"/>
                </a:lnTo>
                <a:lnTo>
                  <a:pt x="1670203" y="1245497"/>
                </a:lnTo>
                <a:lnTo>
                  <a:pt x="1672121" y="1245497"/>
                </a:lnTo>
                <a:lnTo>
                  <a:pt x="1674049" y="1245497"/>
                </a:lnTo>
                <a:lnTo>
                  <a:pt x="1675977" y="1245497"/>
                </a:lnTo>
                <a:lnTo>
                  <a:pt x="1677895" y="1245497"/>
                </a:lnTo>
                <a:lnTo>
                  <a:pt x="1679823" y="1245497"/>
                </a:lnTo>
                <a:lnTo>
                  <a:pt x="1681741" y="1245497"/>
                </a:lnTo>
                <a:lnTo>
                  <a:pt x="1683669" y="1245497"/>
                </a:lnTo>
                <a:lnTo>
                  <a:pt x="1685598" y="1245497"/>
                </a:lnTo>
                <a:lnTo>
                  <a:pt x="1687516" y="1245497"/>
                </a:lnTo>
                <a:lnTo>
                  <a:pt x="1689444" y="1245497"/>
                </a:lnTo>
                <a:lnTo>
                  <a:pt x="1691372" y="1245497"/>
                </a:lnTo>
                <a:lnTo>
                  <a:pt x="1693290" y="1245497"/>
                </a:lnTo>
                <a:lnTo>
                  <a:pt x="1695218" y="1245497"/>
                </a:lnTo>
                <a:lnTo>
                  <a:pt x="1697136" y="1245497"/>
                </a:lnTo>
                <a:lnTo>
                  <a:pt x="1699064" y="1245497"/>
                </a:lnTo>
                <a:lnTo>
                  <a:pt x="1700992" y="1245497"/>
                </a:lnTo>
                <a:lnTo>
                  <a:pt x="1702910" y="1245497"/>
                </a:lnTo>
                <a:lnTo>
                  <a:pt x="1704838" y="1245497"/>
                </a:lnTo>
                <a:lnTo>
                  <a:pt x="1706756" y="1245497"/>
                </a:lnTo>
                <a:lnTo>
                  <a:pt x="1708685" y="1245497"/>
                </a:lnTo>
                <a:lnTo>
                  <a:pt x="1710613" y="1245497"/>
                </a:lnTo>
                <a:lnTo>
                  <a:pt x="1712531" y="1245497"/>
                </a:lnTo>
                <a:lnTo>
                  <a:pt x="1714459" y="1245497"/>
                </a:lnTo>
                <a:lnTo>
                  <a:pt x="1716377" y="1245497"/>
                </a:lnTo>
                <a:lnTo>
                  <a:pt x="1718305" y="1245497"/>
                </a:lnTo>
                <a:lnTo>
                  <a:pt x="1720233" y="1245497"/>
                </a:lnTo>
                <a:lnTo>
                  <a:pt x="1722151" y="1245497"/>
                </a:lnTo>
                <a:lnTo>
                  <a:pt x="1724079" y="1245497"/>
                </a:lnTo>
                <a:lnTo>
                  <a:pt x="1726007" y="1245497"/>
                </a:lnTo>
                <a:lnTo>
                  <a:pt x="1727925" y="1245497"/>
                </a:lnTo>
                <a:lnTo>
                  <a:pt x="1729853" y="1245497"/>
                </a:lnTo>
                <a:lnTo>
                  <a:pt x="1731771" y="1245497"/>
                </a:lnTo>
                <a:lnTo>
                  <a:pt x="1733699" y="1245497"/>
                </a:lnTo>
                <a:lnTo>
                  <a:pt x="1735627" y="1245497"/>
                </a:lnTo>
                <a:lnTo>
                  <a:pt x="1737546" y="1245497"/>
                </a:lnTo>
                <a:lnTo>
                  <a:pt x="1739474" y="1245497"/>
                </a:lnTo>
                <a:lnTo>
                  <a:pt x="1741392" y="1245497"/>
                </a:lnTo>
                <a:lnTo>
                  <a:pt x="1743320" y="1245497"/>
                </a:lnTo>
                <a:lnTo>
                  <a:pt x="1745248" y="1245497"/>
                </a:lnTo>
                <a:lnTo>
                  <a:pt x="1747166" y="1245497"/>
                </a:lnTo>
                <a:lnTo>
                  <a:pt x="1749094" y="1245497"/>
                </a:lnTo>
                <a:lnTo>
                  <a:pt x="1751022" y="1245497"/>
                </a:lnTo>
                <a:lnTo>
                  <a:pt x="1752940" y="1245497"/>
                </a:lnTo>
                <a:lnTo>
                  <a:pt x="1754868" y="1245497"/>
                </a:lnTo>
                <a:lnTo>
                  <a:pt x="1756786" y="1245497"/>
                </a:lnTo>
                <a:lnTo>
                  <a:pt x="1758714" y="1245497"/>
                </a:lnTo>
                <a:lnTo>
                  <a:pt x="1760642" y="1245497"/>
                </a:lnTo>
                <a:lnTo>
                  <a:pt x="1762560" y="1245497"/>
                </a:lnTo>
                <a:lnTo>
                  <a:pt x="1764488" y="1245497"/>
                </a:lnTo>
                <a:lnTo>
                  <a:pt x="1766406" y="1245497"/>
                </a:lnTo>
                <a:lnTo>
                  <a:pt x="1768335" y="1245497"/>
                </a:lnTo>
                <a:lnTo>
                  <a:pt x="1770263" y="1245497"/>
                </a:lnTo>
                <a:lnTo>
                  <a:pt x="1772181" y="1245497"/>
                </a:lnTo>
                <a:lnTo>
                  <a:pt x="1774109" y="1245497"/>
                </a:lnTo>
                <a:lnTo>
                  <a:pt x="1776027" y="1245497"/>
                </a:lnTo>
                <a:lnTo>
                  <a:pt x="1777955" y="1245497"/>
                </a:lnTo>
                <a:lnTo>
                  <a:pt x="1779883" y="1245497"/>
                </a:lnTo>
                <a:lnTo>
                  <a:pt x="1781801" y="1245497"/>
                </a:lnTo>
                <a:lnTo>
                  <a:pt x="1783729" y="1245497"/>
                </a:lnTo>
                <a:lnTo>
                  <a:pt x="1785657" y="1245497"/>
                </a:lnTo>
                <a:lnTo>
                  <a:pt x="1787575" y="1245497"/>
                </a:lnTo>
                <a:lnTo>
                  <a:pt x="1789503" y="1245497"/>
                </a:lnTo>
                <a:lnTo>
                  <a:pt x="1791422" y="1245497"/>
                </a:lnTo>
                <a:lnTo>
                  <a:pt x="1793350" y="1245497"/>
                </a:lnTo>
                <a:lnTo>
                  <a:pt x="1795278" y="1245497"/>
                </a:lnTo>
                <a:lnTo>
                  <a:pt x="1797196" y="1245497"/>
                </a:lnTo>
                <a:lnTo>
                  <a:pt x="1799124" y="1245497"/>
                </a:lnTo>
                <a:lnTo>
                  <a:pt x="1801042" y="1245497"/>
                </a:lnTo>
                <a:lnTo>
                  <a:pt x="1802970" y="1245497"/>
                </a:lnTo>
                <a:lnTo>
                  <a:pt x="1804898" y="1245497"/>
                </a:lnTo>
                <a:lnTo>
                  <a:pt x="1806816" y="1245497"/>
                </a:lnTo>
                <a:lnTo>
                  <a:pt x="1808744" y="1245497"/>
                </a:lnTo>
                <a:lnTo>
                  <a:pt x="1810672" y="1245497"/>
                </a:lnTo>
                <a:lnTo>
                  <a:pt x="1812590" y="1245497"/>
                </a:lnTo>
                <a:lnTo>
                  <a:pt x="1814518" y="1245497"/>
                </a:lnTo>
                <a:lnTo>
                  <a:pt x="1816436" y="1245497"/>
                </a:lnTo>
                <a:lnTo>
                  <a:pt x="1818364" y="1245497"/>
                </a:lnTo>
                <a:lnTo>
                  <a:pt x="1820293" y="1245497"/>
                </a:lnTo>
                <a:lnTo>
                  <a:pt x="1822211" y="1245497"/>
                </a:lnTo>
                <a:lnTo>
                  <a:pt x="1824139" y="1245497"/>
                </a:lnTo>
                <a:lnTo>
                  <a:pt x="1826057" y="1245497"/>
                </a:lnTo>
                <a:lnTo>
                  <a:pt x="1827985" y="1245497"/>
                </a:lnTo>
                <a:lnTo>
                  <a:pt x="1829913" y="1245497"/>
                </a:lnTo>
                <a:lnTo>
                  <a:pt x="1831831" y="1245497"/>
                </a:lnTo>
                <a:lnTo>
                  <a:pt x="1833759" y="1245497"/>
                </a:lnTo>
                <a:lnTo>
                  <a:pt x="1835677" y="1245497"/>
                </a:lnTo>
                <a:lnTo>
                  <a:pt x="1837605" y="1245497"/>
                </a:lnTo>
                <a:lnTo>
                  <a:pt x="1839533" y="1245497"/>
                </a:lnTo>
                <a:lnTo>
                  <a:pt x="1841451" y="1245497"/>
                </a:lnTo>
                <a:lnTo>
                  <a:pt x="1843379" y="1245497"/>
                </a:lnTo>
                <a:lnTo>
                  <a:pt x="1845307" y="1245497"/>
                </a:lnTo>
                <a:lnTo>
                  <a:pt x="1847225" y="1245497"/>
                </a:lnTo>
                <a:lnTo>
                  <a:pt x="1849153" y="1245497"/>
                </a:lnTo>
                <a:lnTo>
                  <a:pt x="1851072" y="1245497"/>
                </a:lnTo>
                <a:lnTo>
                  <a:pt x="1853000" y="1245497"/>
                </a:lnTo>
                <a:lnTo>
                  <a:pt x="1854928" y="1245497"/>
                </a:lnTo>
                <a:lnTo>
                  <a:pt x="1856846" y="1245497"/>
                </a:lnTo>
                <a:lnTo>
                  <a:pt x="1858774" y="1245497"/>
                </a:lnTo>
                <a:lnTo>
                  <a:pt x="1860692" y="1245497"/>
                </a:lnTo>
                <a:lnTo>
                  <a:pt x="1862620" y="1245497"/>
                </a:lnTo>
                <a:lnTo>
                  <a:pt x="1864548" y="1245497"/>
                </a:lnTo>
                <a:lnTo>
                  <a:pt x="1866466" y="1245497"/>
                </a:lnTo>
                <a:lnTo>
                  <a:pt x="1868394" y="1245497"/>
                </a:lnTo>
                <a:lnTo>
                  <a:pt x="1870312" y="1245497"/>
                </a:lnTo>
                <a:lnTo>
                  <a:pt x="1872240" y="1245497"/>
                </a:lnTo>
                <a:lnTo>
                  <a:pt x="1874169" y="1245497"/>
                </a:lnTo>
                <a:lnTo>
                  <a:pt x="1876087" y="1245497"/>
                </a:lnTo>
                <a:lnTo>
                  <a:pt x="1878015" y="1245497"/>
                </a:lnTo>
                <a:lnTo>
                  <a:pt x="1879943" y="1245497"/>
                </a:lnTo>
                <a:lnTo>
                  <a:pt x="1881861" y="1245497"/>
                </a:lnTo>
                <a:lnTo>
                  <a:pt x="1883789" y="1245497"/>
                </a:lnTo>
                <a:lnTo>
                  <a:pt x="1885707" y="1245497"/>
                </a:lnTo>
                <a:lnTo>
                  <a:pt x="1887635" y="1245497"/>
                </a:lnTo>
                <a:lnTo>
                  <a:pt x="1889563" y="1245497"/>
                </a:lnTo>
                <a:lnTo>
                  <a:pt x="1891481" y="1245497"/>
                </a:lnTo>
                <a:lnTo>
                  <a:pt x="1893409" y="1245497"/>
                </a:lnTo>
                <a:lnTo>
                  <a:pt x="1895327" y="1245497"/>
                </a:lnTo>
                <a:lnTo>
                  <a:pt x="1897255" y="1245497"/>
                </a:lnTo>
                <a:lnTo>
                  <a:pt x="1899183" y="1245497"/>
                </a:lnTo>
                <a:lnTo>
                  <a:pt x="1901101" y="1245497"/>
                </a:lnTo>
                <a:lnTo>
                  <a:pt x="1903030" y="1245497"/>
                </a:lnTo>
                <a:lnTo>
                  <a:pt x="1904958" y="1245497"/>
                </a:lnTo>
                <a:lnTo>
                  <a:pt x="1906876" y="1245497"/>
                </a:lnTo>
                <a:lnTo>
                  <a:pt x="1908804" y="1245497"/>
                </a:lnTo>
                <a:lnTo>
                  <a:pt x="1910722" y="1245497"/>
                </a:lnTo>
                <a:lnTo>
                  <a:pt x="1912650" y="1245497"/>
                </a:lnTo>
                <a:lnTo>
                  <a:pt x="1914578" y="1245497"/>
                </a:lnTo>
                <a:lnTo>
                  <a:pt x="1916496" y="1245497"/>
                </a:lnTo>
                <a:lnTo>
                  <a:pt x="1918424" y="1245497"/>
                </a:lnTo>
                <a:lnTo>
                  <a:pt x="1920342" y="1245497"/>
                </a:lnTo>
                <a:lnTo>
                  <a:pt x="1922270" y="1245497"/>
                </a:lnTo>
              </a:path>
            </a:pathLst>
          </a:custGeom>
          <a:noFill/>
          <a:ln w="11906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506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 animBg="1"/>
      <p:bldP spid="12" grpId="0"/>
      <p:bldP spid="18" grpId="0" animBg="1"/>
      <p:bldP spid="20" grpId="0"/>
      <p:bldP spid="28" grpId="0" animBg="1"/>
      <p:bldP spid="30" grpId="0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C6E951-328A-1219-D32C-31C78E9BD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dirty="0"/>
              <a:t>Using the variance decomposition theorem we see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CB0E64-348D-3523-47B1-1A54C3FF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Doubly-Truncated Gaussians (</a:t>
            </a:r>
            <a:r>
              <a:rPr lang="en-US" dirty="0" err="1"/>
              <a:t>ctd</a:t>
            </a:r>
            <a:r>
              <a:rPr lang="en-US" dirty="0"/>
              <a:t>)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1C063-C512-ACA6-472B-B829D00C8C56}"/>
                  </a:ext>
                </a:extLst>
              </p:cNvPr>
              <p:cNvSpPr txBox="1"/>
              <p:nvPr/>
            </p:nvSpPr>
            <p:spPr bwMode="gray">
              <a:xfrm>
                <a:off x="3707904" y="1552484"/>
                <a:ext cx="2450845" cy="512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1C063-C512-ACA6-472B-B829D00C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7904" y="1552484"/>
                <a:ext cx="2450845" cy="512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1A3D5-888E-0111-436E-2007F43874DE}"/>
                  </a:ext>
                </a:extLst>
              </p:cNvPr>
              <p:cNvSpPr txBox="1"/>
              <p:nvPr/>
            </p:nvSpPr>
            <p:spPr bwMode="gray">
              <a:xfrm>
                <a:off x="382484" y="2049093"/>
                <a:ext cx="2173292" cy="444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1A3D5-888E-0111-436E-2007F438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2484" y="2049093"/>
                <a:ext cx="2173292" cy="4448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098570-3DE8-5A1C-851D-8EC9E79B1F0E}"/>
                  </a:ext>
                </a:extLst>
              </p:cNvPr>
              <p:cNvSpPr txBox="1"/>
              <p:nvPr/>
            </p:nvSpPr>
            <p:spPr bwMode="gray">
              <a:xfrm>
                <a:off x="4283968" y="2155499"/>
                <a:ext cx="4824536" cy="444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098570-3DE8-5A1C-851D-8EC9E79B1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68" y="2155499"/>
                <a:ext cx="4824536" cy="4448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F59CBB-2461-5043-AFD7-ACD268785484}"/>
                  </a:ext>
                </a:extLst>
              </p:cNvPr>
              <p:cNvSpPr txBox="1"/>
              <p:nvPr/>
            </p:nvSpPr>
            <p:spPr bwMode="gray">
              <a:xfrm>
                <a:off x="1331640" y="1535880"/>
                <a:ext cx="252028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F59CBB-2461-5043-AFD7-ACD268785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31640" y="1535880"/>
                <a:ext cx="2520280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24CA77-19BE-55D8-7526-971A0CAB2159}"/>
              </a:ext>
            </a:extLst>
          </p:cNvPr>
          <p:cNvSpPr/>
          <p:nvPr/>
        </p:nvSpPr>
        <p:spPr bwMode="gray">
          <a:xfrm>
            <a:off x="2840874" y="1555492"/>
            <a:ext cx="648072" cy="47381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E50FDB-ED1D-3ACF-3086-DD9E544D2744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 bwMode="gray">
          <a:xfrm flipV="1">
            <a:off x="2555776" y="2029310"/>
            <a:ext cx="609134" cy="2421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5E2F9E-93DC-D313-7854-2D20955CD5AE}"/>
              </a:ext>
            </a:extLst>
          </p:cNvPr>
          <p:cNvSpPr/>
          <p:nvPr/>
        </p:nvSpPr>
        <p:spPr bwMode="gray">
          <a:xfrm>
            <a:off x="5292082" y="1552484"/>
            <a:ext cx="648072" cy="47381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CB2969-CA3F-1D58-6B9A-8B7EF1F4D0F0}"/>
              </a:ext>
            </a:extLst>
          </p:cNvPr>
          <p:cNvCxnSpPr>
            <a:cxnSpLocks/>
            <a:stCxn id="7" idx="0"/>
            <a:endCxn id="15" idx="3"/>
          </p:cNvCxnSpPr>
          <p:nvPr/>
        </p:nvCxnSpPr>
        <p:spPr bwMode="gray">
          <a:xfrm flipH="1" flipV="1">
            <a:off x="5940154" y="1789393"/>
            <a:ext cx="756082" cy="3661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694C15BC-4C81-3E01-6EAC-635A3C551C4E}"/>
              </a:ext>
            </a:extLst>
          </p:cNvPr>
          <p:cNvGrpSpPr/>
          <p:nvPr/>
        </p:nvGrpSpPr>
        <p:grpSpPr>
          <a:xfrm>
            <a:off x="5940652" y="2901589"/>
            <a:ext cx="1417339" cy="944893"/>
            <a:chOff x="5940652" y="2901589"/>
            <a:chExt cx="1417339" cy="944893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3996AA6F-A382-4966-9754-0398A5521BA9}"/>
                </a:ext>
              </a:extLst>
            </p:cNvPr>
            <p:cNvSpPr/>
            <p:nvPr/>
          </p:nvSpPr>
          <p:spPr>
            <a:xfrm>
              <a:off x="5940652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E9F585D9-92BB-0334-BD3C-53FAF1CDD351}"/>
                </a:ext>
              </a:extLst>
            </p:cNvPr>
            <p:cNvSpPr/>
            <p:nvPr/>
          </p:nvSpPr>
          <p:spPr>
            <a:xfrm>
              <a:off x="6068173" y="2929489"/>
              <a:ext cx="1261920" cy="784506"/>
            </a:xfrm>
            <a:custGeom>
              <a:avLst/>
              <a:gdLst>
                <a:gd name="connsiteX0" fmla="*/ 0 w 1261920"/>
                <a:gd name="connsiteY0" fmla="*/ 784507 h 784506"/>
                <a:gd name="connsiteX1" fmla="*/ 1261920 w 1261920"/>
                <a:gd name="connsiteY1" fmla="*/ 784507 h 784506"/>
                <a:gd name="connsiteX2" fmla="*/ 1261920 w 1261920"/>
                <a:gd name="connsiteY2" fmla="*/ 0 h 784506"/>
                <a:gd name="connsiteX3" fmla="*/ 0 w 1261920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920" h="784506">
                  <a:moveTo>
                    <a:pt x="0" y="784507"/>
                  </a:moveTo>
                  <a:lnTo>
                    <a:pt x="1261920" y="784507"/>
                  </a:lnTo>
                  <a:lnTo>
                    <a:pt x="1261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A027EA33-7EE2-7FA3-3A2F-3044AB8FB27A}"/>
                </a:ext>
              </a:extLst>
            </p:cNvPr>
            <p:cNvSpPr/>
            <p:nvPr/>
          </p:nvSpPr>
          <p:spPr>
            <a:xfrm>
              <a:off x="6203095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31E2467A-9573-7517-EFC9-967E9B2089EB}"/>
                </a:ext>
              </a:extLst>
            </p:cNvPr>
            <p:cNvSpPr/>
            <p:nvPr/>
          </p:nvSpPr>
          <p:spPr>
            <a:xfrm>
              <a:off x="6451114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2D573807-DA2E-2537-A1DA-D904A1322AA4}"/>
                </a:ext>
              </a:extLst>
            </p:cNvPr>
            <p:cNvSpPr/>
            <p:nvPr/>
          </p:nvSpPr>
          <p:spPr>
            <a:xfrm>
              <a:off x="669912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ED7AA63F-1F9D-F057-ECDD-8771A099344E}"/>
                </a:ext>
              </a:extLst>
            </p:cNvPr>
            <p:cNvSpPr/>
            <p:nvPr/>
          </p:nvSpPr>
          <p:spPr>
            <a:xfrm>
              <a:off x="694715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6BD1B51B-EA01-0E08-9C23-D7419ED43367}"/>
                </a:ext>
              </a:extLst>
            </p:cNvPr>
            <p:cNvSpPr/>
            <p:nvPr/>
          </p:nvSpPr>
          <p:spPr>
            <a:xfrm>
              <a:off x="719516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A6DBE381-E622-28D4-8271-62A7AB2EA34C}"/>
                </a:ext>
              </a:extLst>
            </p:cNvPr>
            <p:cNvSpPr/>
            <p:nvPr/>
          </p:nvSpPr>
          <p:spPr>
            <a:xfrm>
              <a:off x="6068173" y="3691791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DD4BE39-3C93-0208-91A2-38FBBBC2E7E5}"/>
                </a:ext>
              </a:extLst>
            </p:cNvPr>
            <p:cNvSpPr/>
            <p:nvPr/>
          </p:nvSpPr>
          <p:spPr>
            <a:xfrm>
              <a:off x="6068173" y="3571618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FE51B427-8247-950A-8C7B-AA961A4BE4BB}"/>
                </a:ext>
              </a:extLst>
            </p:cNvPr>
            <p:cNvSpPr/>
            <p:nvPr/>
          </p:nvSpPr>
          <p:spPr>
            <a:xfrm>
              <a:off x="6068173" y="3451441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C5D4DD4B-8853-33E3-068A-11D36B3B2FC4}"/>
                </a:ext>
              </a:extLst>
            </p:cNvPr>
            <p:cNvSpPr/>
            <p:nvPr/>
          </p:nvSpPr>
          <p:spPr>
            <a:xfrm>
              <a:off x="6068173" y="3331265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4764E17E-9FFC-9126-537C-85EFD6D2B467}"/>
                </a:ext>
              </a:extLst>
            </p:cNvPr>
            <p:cNvSpPr/>
            <p:nvPr/>
          </p:nvSpPr>
          <p:spPr>
            <a:xfrm>
              <a:off x="6068173" y="3211089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C8B60CD4-53A0-243F-5AA5-66BC3285540E}"/>
                </a:ext>
              </a:extLst>
            </p:cNvPr>
            <p:cNvSpPr/>
            <p:nvPr/>
          </p:nvSpPr>
          <p:spPr>
            <a:xfrm>
              <a:off x="6068173" y="3090914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4846141E-30A3-7488-C197-944375F477E4}"/>
                </a:ext>
              </a:extLst>
            </p:cNvPr>
            <p:cNvSpPr/>
            <p:nvPr/>
          </p:nvSpPr>
          <p:spPr>
            <a:xfrm>
              <a:off x="6068173" y="2970738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CD8303B7-952D-1313-EC2B-BA2910624045}"/>
                </a:ext>
              </a:extLst>
            </p:cNvPr>
            <p:cNvSpPr/>
            <p:nvPr/>
          </p:nvSpPr>
          <p:spPr>
            <a:xfrm>
              <a:off x="6068173" y="3713996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0F082C55-8A2B-53A5-5A69-F7A317D7C503}"/>
                </a:ext>
              </a:extLst>
            </p:cNvPr>
            <p:cNvSpPr/>
            <p:nvPr/>
          </p:nvSpPr>
          <p:spPr>
            <a:xfrm>
              <a:off x="6203095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09652990-3D1B-1729-F37F-40EEE9AC731A}"/>
                </a:ext>
              </a:extLst>
            </p:cNvPr>
            <p:cNvSpPr/>
            <p:nvPr/>
          </p:nvSpPr>
          <p:spPr>
            <a:xfrm>
              <a:off x="6451114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1C6C2ACB-2C49-7927-654E-4E9AE9E40FB2}"/>
                </a:ext>
              </a:extLst>
            </p:cNvPr>
            <p:cNvSpPr/>
            <p:nvPr/>
          </p:nvSpPr>
          <p:spPr>
            <a:xfrm>
              <a:off x="669912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B7FF54BE-EA75-BD63-3785-6EC31FB747C9}"/>
                </a:ext>
              </a:extLst>
            </p:cNvPr>
            <p:cNvSpPr/>
            <p:nvPr/>
          </p:nvSpPr>
          <p:spPr>
            <a:xfrm>
              <a:off x="6947152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1321B271-4A5C-7984-E59B-CE4360B1107E}"/>
                </a:ext>
              </a:extLst>
            </p:cNvPr>
            <p:cNvSpPr/>
            <p:nvPr/>
          </p:nvSpPr>
          <p:spPr>
            <a:xfrm>
              <a:off x="719516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66A64648-4263-EE6E-CD7E-BB4A493CF85F}"/>
                </a:ext>
              </a:extLst>
            </p:cNvPr>
            <p:cNvSpPr/>
            <p:nvPr/>
          </p:nvSpPr>
          <p:spPr>
            <a:xfrm>
              <a:off x="6147833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80C3FD88-916E-7C39-7764-653A8FF4A5A4}"/>
                </a:ext>
              </a:extLst>
            </p:cNvPr>
            <p:cNvSpPr/>
            <p:nvPr/>
          </p:nvSpPr>
          <p:spPr>
            <a:xfrm>
              <a:off x="6187474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8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0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4" y="12585"/>
                    <a:pt x="7336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5" y="17569"/>
                    <a:pt x="23110" y="20528"/>
                    <a:pt x="23110" y="24260"/>
                  </a:cubicBezTo>
                  <a:cubicBezTo>
                    <a:pt x="23110" y="28105"/>
                    <a:pt x="21913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599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0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8B3C6DAD-CFB6-AC94-58D5-19DBDA59F90F}"/>
                </a:ext>
              </a:extLst>
            </p:cNvPr>
            <p:cNvSpPr/>
            <p:nvPr/>
          </p:nvSpPr>
          <p:spPr>
            <a:xfrm>
              <a:off x="6220104" y="3763904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2589CD9A-FD9C-ADE3-8F4C-625BA7B0308F}"/>
                </a:ext>
              </a:extLst>
            </p:cNvPr>
            <p:cNvSpPr/>
            <p:nvPr/>
          </p:nvSpPr>
          <p:spPr>
            <a:xfrm>
              <a:off x="6233669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6 w 24688"/>
                <a:gd name="connsiteY10" fmla="*/ 4760 h 37051"/>
                <a:gd name="connsiteX11" fmla="*/ 24688 w 24688"/>
                <a:gd name="connsiteY11" fmla="*/ 18538 h 37051"/>
                <a:gd name="connsiteX12" fmla="*/ 21506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0F1240E1-FB22-FB9A-4777-AC04E42919F3}"/>
                </a:ext>
              </a:extLst>
            </p:cNvPr>
            <p:cNvSpPr/>
            <p:nvPr/>
          </p:nvSpPr>
          <p:spPr>
            <a:xfrm>
              <a:off x="6396366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07F1A2C4-8CA3-5007-B56C-8C74AB8345AF}"/>
                </a:ext>
              </a:extLst>
            </p:cNvPr>
            <p:cNvSpPr/>
            <p:nvPr/>
          </p:nvSpPr>
          <p:spPr>
            <a:xfrm>
              <a:off x="6435815" y="3733620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4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4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4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823C26EF-F372-EAF2-2D60-E67DBE02A126}"/>
                </a:ext>
              </a:extLst>
            </p:cNvPr>
            <p:cNvSpPr/>
            <p:nvPr/>
          </p:nvSpPr>
          <p:spPr>
            <a:xfrm>
              <a:off x="6468637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0E7A4C93-2C4C-5767-92D8-292235C63DA0}"/>
                </a:ext>
              </a:extLst>
            </p:cNvPr>
            <p:cNvSpPr/>
            <p:nvPr/>
          </p:nvSpPr>
          <p:spPr>
            <a:xfrm>
              <a:off x="6482752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3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BA750297-5E69-3601-7227-C529945D0B75}"/>
                </a:ext>
              </a:extLst>
            </p:cNvPr>
            <p:cNvSpPr/>
            <p:nvPr/>
          </p:nvSpPr>
          <p:spPr>
            <a:xfrm>
              <a:off x="6663412" y="3733620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53" y="0"/>
                    <a:pt x="19406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6" y="35475"/>
                    <a:pt x="16353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DA1D2010-08E5-2276-CE03-985946E02F70}"/>
                </a:ext>
              </a:extLst>
            </p:cNvPr>
            <p:cNvSpPr/>
            <p:nvPr/>
          </p:nvSpPr>
          <p:spPr>
            <a:xfrm>
              <a:off x="6696596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440046D1-9832-B50D-55E2-45B38A52BC83}"/>
                </a:ext>
              </a:extLst>
            </p:cNvPr>
            <p:cNvSpPr/>
            <p:nvPr/>
          </p:nvSpPr>
          <p:spPr>
            <a:xfrm>
              <a:off x="6710161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C897C9C7-0300-6973-CC7B-B53B6C2F0E24}"/>
                </a:ext>
              </a:extLst>
            </p:cNvPr>
            <p:cNvSpPr/>
            <p:nvPr/>
          </p:nvSpPr>
          <p:spPr>
            <a:xfrm>
              <a:off x="6912126" y="3733620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0 w 22683"/>
                <a:gd name="connsiteY9" fmla="*/ 5858 h 36360"/>
                <a:gd name="connsiteX10" fmla="*/ 10429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8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1FBDAD0D-35D2-9981-095B-A210FAFAD5BF}"/>
                </a:ext>
              </a:extLst>
            </p:cNvPr>
            <p:cNvSpPr/>
            <p:nvPr/>
          </p:nvSpPr>
          <p:spPr>
            <a:xfrm>
              <a:off x="6944949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0AB28B8-8497-919C-2D68-F3F6978E000F}"/>
                </a:ext>
              </a:extLst>
            </p:cNvPr>
            <p:cNvSpPr/>
            <p:nvPr/>
          </p:nvSpPr>
          <p:spPr>
            <a:xfrm>
              <a:off x="6959063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79638A6D-C12A-718F-0366-B394BBDD4925}"/>
                </a:ext>
              </a:extLst>
            </p:cNvPr>
            <p:cNvSpPr/>
            <p:nvPr/>
          </p:nvSpPr>
          <p:spPr>
            <a:xfrm>
              <a:off x="7159729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8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8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8" y="20528"/>
                    <a:pt x="23108" y="24260"/>
                  </a:cubicBezTo>
                  <a:cubicBezTo>
                    <a:pt x="23108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4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8" y="26746"/>
                    <a:pt x="18278" y="24260"/>
                  </a:cubicBezTo>
                  <a:cubicBezTo>
                    <a:pt x="18278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0" y="16311"/>
                    <a:pt x="5427" y="16601"/>
                  </a:cubicBezTo>
                  <a:cubicBezTo>
                    <a:pt x="4152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FC080221-7653-1CB3-0492-345E6225ACFF}"/>
                </a:ext>
              </a:extLst>
            </p:cNvPr>
            <p:cNvSpPr/>
            <p:nvPr/>
          </p:nvSpPr>
          <p:spPr>
            <a:xfrm>
              <a:off x="7192358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40AC3B10-BF98-3C5B-F116-A955EFD131D2}"/>
                </a:ext>
              </a:extLst>
            </p:cNvPr>
            <p:cNvSpPr/>
            <p:nvPr/>
          </p:nvSpPr>
          <p:spPr>
            <a:xfrm>
              <a:off x="7205923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0 w 24685"/>
                <a:gd name="connsiteY1" fmla="*/ 7512 h 37051"/>
                <a:gd name="connsiteX2" fmla="*/ 4854 w 24685"/>
                <a:gd name="connsiteY2" fmla="*/ 18538 h 37051"/>
                <a:gd name="connsiteX3" fmla="*/ 6720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60 w 24685"/>
                <a:gd name="connsiteY14" fmla="*/ 32315 h 37051"/>
                <a:gd name="connsiteX15" fmla="*/ 0 w 24685"/>
                <a:gd name="connsiteY15" fmla="*/ 18538 h 37051"/>
                <a:gd name="connsiteX16" fmla="*/ 3160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23D7D70B-7E8A-9BA0-6D1E-20CD1C560F27}"/>
                </a:ext>
              </a:extLst>
            </p:cNvPr>
            <p:cNvSpPr/>
            <p:nvPr/>
          </p:nvSpPr>
          <p:spPr>
            <a:xfrm>
              <a:off x="6686090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6 w 24012"/>
                <a:gd name="connsiteY1" fmla="*/ 1577 h 25671"/>
                <a:gd name="connsiteX2" fmla="*/ 21467 w 24012"/>
                <a:gd name="connsiteY2" fmla="*/ 4400 h 25671"/>
                <a:gd name="connsiteX3" fmla="*/ 17404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6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70 w 24012"/>
                <a:gd name="connsiteY13" fmla="*/ 21467 h 25671"/>
                <a:gd name="connsiteX14" fmla="*/ 18815 w 24012"/>
                <a:gd name="connsiteY14" fmla="*/ 19943 h 25671"/>
                <a:gd name="connsiteX15" fmla="*/ 20746 w 24012"/>
                <a:gd name="connsiteY15" fmla="*/ 17097 h 25671"/>
                <a:gd name="connsiteX16" fmla="*/ 20918 w 24012"/>
                <a:gd name="connsiteY16" fmla="*/ 16736 h 25671"/>
                <a:gd name="connsiteX17" fmla="*/ 21136 w 24012"/>
                <a:gd name="connsiteY17" fmla="*/ 16512 h 25671"/>
                <a:gd name="connsiteX18" fmla="*/ 21526 w 24012"/>
                <a:gd name="connsiteY18" fmla="*/ 16376 h 25671"/>
                <a:gd name="connsiteX19" fmla="*/ 22022 w 24012"/>
                <a:gd name="connsiteY19" fmla="*/ 16542 h 25671"/>
                <a:gd name="connsiteX20" fmla="*/ 22217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45 w 24012"/>
                <a:gd name="connsiteY26" fmla="*/ 25116 h 25671"/>
                <a:gd name="connsiteX27" fmla="*/ 9685 w 24012"/>
                <a:gd name="connsiteY27" fmla="*/ 23569 h 25671"/>
                <a:gd name="connsiteX28" fmla="*/ 7943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41 w 24012"/>
                <a:gd name="connsiteY36" fmla="*/ 17675 h 25671"/>
                <a:gd name="connsiteX37" fmla="*/ 10925 w 24012"/>
                <a:gd name="connsiteY37" fmla="*/ 12916 h 25671"/>
                <a:gd name="connsiteX38" fmla="*/ 18815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93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23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70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7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9" y="1022"/>
                    <a:pt x="23546" y="1577"/>
                  </a:cubicBezTo>
                  <a:cubicBezTo>
                    <a:pt x="23250" y="2114"/>
                    <a:pt x="22559" y="3053"/>
                    <a:pt x="21467" y="4400"/>
                  </a:cubicBezTo>
                  <a:cubicBezTo>
                    <a:pt x="20380" y="5746"/>
                    <a:pt x="19028" y="7205"/>
                    <a:pt x="17404" y="8770"/>
                  </a:cubicBezTo>
                  <a:cubicBezTo>
                    <a:pt x="16795" y="9378"/>
                    <a:pt x="16028" y="10104"/>
                    <a:pt x="15106" y="10955"/>
                  </a:cubicBezTo>
                  <a:cubicBezTo>
                    <a:pt x="14185" y="11799"/>
                    <a:pt x="13412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45" y="20238"/>
                    <a:pt x="5699" y="20221"/>
                  </a:cubicBezTo>
                  <a:cubicBezTo>
                    <a:pt x="5959" y="20185"/>
                    <a:pt x="6183" y="20168"/>
                    <a:pt x="6366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70" y="21467"/>
                  </a:cubicBezTo>
                  <a:cubicBezTo>
                    <a:pt x="17079" y="21207"/>
                    <a:pt x="17929" y="20699"/>
                    <a:pt x="18815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8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8" y="16376"/>
                    <a:pt x="21526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52" y="16654"/>
                    <a:pt x="22217" y="16784"/>
                    <a:pt x="22217" y="16931"/>
                  </a:cubicBezTo>
                  <a:cubicBezTo>
                    <a:pt x="22217" y="17262"/>
                    <a:pt x="22087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45" y="25116"/>
                  </a:cubicBezTo>
                  <a:cubicBezTo>
                    <a:pt x="10790" y="24768"/>
                    <a:pt x="10234" y="24248"/>
                    <a:pt x="9685" y="23569"/>
                  </a:cubicBezTo>
                  <a:cubicBezTo>
                    <a:pt x="8929" y="22701"/>
                    <a:pt x="8351" y="22134"/>
                    <a:pt x="7943" y="21857"/>
                  </a:cubicBezTo>
                  <a:cubicBezTo>
                    <a:pt x="7536" y="21561"/>
                    <a:pt x="7022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7" y="18839"/>
                    <a:pt x="5841" y="17675"/>
                  </a:cubicBezTo>
                  <a:lnTo>
                    <a:pt x="10925" y="12916"/>
                  </a:lnTo>
                  <a:cubicBezTo>
                    <a:pt x="14687" y="9744"/>
                    <a:pt x="17321" y="7264"/>
                    <a:pt x="18815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93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51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61" y="5551"/>
                    <a:pt x="6266" y="5965"/>
                    <a:pt x="6059" y="6443"/>
                  </a:cubicBezTo>
                  <a:cubicBezTo>
                    <a:pt x="6006" y="6591"/>
                    <a:pt x="5959" y="6703"/>
                    <a:pt x="5923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10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80" y="4240"/>
                    <a:pt x="5923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101" y="0"/>
                    <a:pt x="12644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7" y="2876"/>
                    <a:pt x="16087" y="3189"/>
                    <a:pt x="16270" y="3372"/>
                  </a:cubicBezTo>
                  <a:cubicBezTo>
                    <a:pt x="16453" y="3555"/>
                    <a:pt x="16725" y="3750"/>
                    <a:pt x="17097" y="3957"/>
                  </a:cubicBezTo>
                  <a:cubicBezTo>
                    <a:pt x="17486" y="4140"/>
                    <a:pt x="17894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7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27721CF0-3CCB-C124-3D6A-C00DD72BB146}"/>
                </a:ext>
              </a:extLst>
            </p:cNvPr>
            <p:cNvSpPr/>
            <p:nvPr/>
          </p:nvSpPr>
          <p:spPr>
            <a:xfrm>
              <a:off x="6068173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099E9610-CDCB-2C17-3708-D2F6A2E19A5B}"/>
                </a:ext>
              </a:extLst>
            </p:cNvPr>
            <p:cNvSpPr/>
            <p:nvPr/>
          </p:nvSpPr>
          <p:spPr>
            <a:xfrm>
              <a:off x="6068173" y="369179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BCB33A1B-F878-EAE9-810B-74AF35E44569}"/>
                </a:ext>
              </a:extLst>
            </p:cNvPr>
            <p:cNvSpPr/>
            <p:nvPr/>
          </p:nvSpPr>
          <p:spPr>
            <a:xfrm>
              <a:off x="6068173" y="357161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98E19218-3272-B777-F897-EBAD671B4A74}"/>
                </a:ext>
              </a:extLst>
            </p:cNvPr>
            <p:cNvSpPr/>
            <p:nvPr/>
          </p:nvSpPr>
          <p:spPr>
            <a:xfrm>
              <a:off x="6068173" y="345144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5924CDEE-835E-C563-D15C-816341D145E0}"/>
                </a:ext>
              </a:extLst>
            </p:cNvPr>
            <p:cNvSpPr/>
            <p:nvPr/>
          </p:nvSpPr>
          <p:spPr>
            <a:xfrm>
              <a:off x="6068173" y="333126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E4CAF0F-E58E-F77F-FA43-8E71C49A8110}"/>
                </a:ext>
              </a:extLst>
            </p:cNvPr>
            <p:cNvSpPr/>
            <p:nvPr/>
          </p:nvSpPr>
          <p:spPr>
            <a:xfrm>
              <a:off x="6068173" y="3211089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50AD91BA-1A1C-FB27-AF0D-C63A80BECB48}"/>
                </a:ext>
              </a:extLst>
            </p:cNvPr>
            <p:cNvSpPr/>
            <p:nvPr/>
          </p:nvSpPr>
          <p:spPr>
            <a:xfrm>
              <a:off x="6068173" y="3090914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667229EF-FC85-F54C-9885-853C167029B7}"/>
                </a:ext>
              </a:extLst>
            </p:cNvPr>
            <p:cNvSpPr/>
            <p:nvPr/>
          </p:nvSpPr>
          <p:spPr>
            <a:xfrm>
              <a:off x="6068173" y="297073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DBFEDE09-2797-9EF1-7A17-E200E672DE94}"/>
                </a:ext>
              </a:extLst>
            </p:cNvPr>
            <p:cNvSpPr/>
            <p:nvPr/>
          </p:nvSpPr>
          <p:spPr>
            <a:xfrm>
              <a:off x="6022225" y="3673289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0FA3A320-E85D-AD71-367B-C9A02B959DD1}"/>
                </a:ext>
              </a:extLst>
            </p:cNvPr>
            <p:cNvSpPr/>
            <p:nvPr/>
          </p:nvSpPr>
          <p:spPr>
            <a:xfrm>
              <a:off x="6025645" y="3553760"/>
              <a:ext cx="21267" cy="35717"/>
            </a:xfrm>
            <a:custGeom>
              <a:avLst/>
              <a:gdLst>
                <a:gd name="connsiteX0" fmla="*/ 694 w 21267"/>
                <a:gd name="connsiteY0" fmla="*/ 31648 h 35717"/>
                <a:gd name="connsiteX1" fmla="*/ 8588 w 21267"/>
                <a:gd name="connsiteY1" fmla="*/ 31648 h 35717"/>
                <a:gd name="connsiteX2" fmla="*/ 8588 w 21267"/>
                <a:gd name="connsiteY2" fmla="*/ 4400 h 35717"/>
                <a:gd name="connsiteX3" fmla="*/ 0 w 21267"/>
                <a:gd name="connsiteY3" fmla="*/ 6124 h 35717"/>
                <a:gd name="connsiteX4" fmla="*/ 0 w 21267"/>
                <a:gd name="connsiteY4" fmla="*/ 1719 h 35717"/>
                <a:gd name="connsiteX5" fmla="*/ 8541 w 21267"/>
                <a:gd name="connsiteY5" fmla="*/ 0 h 35717"/>
                <a:gd name="connsiteX6" fmla="*/ 13373 w 21267"/>
                <a:gd name="connsiteY6" fmla="*/ 0 h 35717"/>
                <a:gd name="connsiteX7" fmla="*/ 13373 w 21267"/>
                <a:gd name="connsiteY7" fmla="*/ 31648 h 35717"/>
                <a:gd name="connsiteX8" fmla="*/ 21268 w 21267"/>
                <a:gd name="connsiteY8" fmla="*/ 31648 h 35717"/>
                <a:gd name="connsiteX9" fmla="*/ 21268 w 21267"/>
                <a:gd name="connsiteY9" fmla="*/ 35717 h 35717"/>
                <a:gd name="connsiteX10" fmla="*/ 694 w 21267"/>
                <a:gd name="connsiteY10" fmla="*/ 35717 h 35717"/>
                <a:gd name="connsiteX11" fmla="*/ 694 w 21267"/>
                <a:gd name="connsiteY11" fmla="*/ 31648 h 3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7">
                  <a:moveTo>
                    <a:pt x="694" y="31648"/>
                  </a:moveTo>
                  <a:lnTo>
                    <a:pt x="8588" y="31648"/>
                  </a:lnTo>
                  <a:lnTo>
                    <a:pt x="8588" y="4400"/>
                  </a:lnTo>
                  <a:lnTo>
                    <a:pt x="0" y="6124"/>
                  </a:lnTo>
                  <a:lnTo>
                    <a:pt x="0" y="1719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48"/>
                  </a:lnTo>
                  <a:lnTo>
                    <a:pt x="21268" y="31648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679DB118-ED26-8649-84A3-2C6399EA8060}"/>
                </a:ext>
              </a:extLst>
            </p:cNvPr>
            <p:cNvSpPr/>
            <p:nvPr/>
          </p:nvSpPr>
          <p:spPr>
            <a:xfrm>
              <a:off x="6024234" y="3432937"/>
              <a:ext cx="22679" cy="36363"/>
            </a:xfrm>
            <a:custGeom>
              <a:avLst/>
              <a:gdLst>
                <a:gd name="connsiteX0" fmla="*/ 5813 w 22679"/>
                <a:gd name="connsiteY0" fmla="*/ 32296 h 36363"/>
                <a:gd name="connsiteX1" fmla="*/ 22679 w 22679"/>
                <a:gd name="connsiteY1" fmla="*/ 32296 h 36363"/>
                <a:gd name="connsiteX2" fmla="*/ 22679 w 22679"/>
                <a:gd name="connsiteY2" fmla="*/ 36363 h 36363"/>
                <a:gd name="connsiteX3" fmla="*/ 0 w 22679"/>
                <a:gd name="connsiteY3" fmla="*/ 36363 h 36363"/>
                <a:gd name="connsiteX4" fmla="*/ 0 w 22679"/>
                <a:gd name="connsiteY4" fmla="*/ 32296 h 36363"/>
                <a:gd name="connsiteX5" fmla="*/ 7488 w 22679"/>
                <a:gd name="connsiteY5" fmla="*/ 24665 h 36363"/>
                <a:gd name="connsiteX6" fmla="*/ 13469 w 22679"/>
                <a:gd name="connsiteY6" fmla="*/ 18469 h 36363"/>
                <a:gd name="connsiteX7" fmla="*/ 16699 w 22679"/>
                <a:gd name="connsiteY7" fmla="*/ 14066 h 36363"/>
                <a:gd name="connsiteX8" fmla="*/ 17632 w 22679"/>
                <a:gd name="connsiteY8" fmla="*/ 10502 h 36363"/>
                <a:gd name="connsiteX9" fmla="*/ 15622 w 22679"/>
                <a:gd name="connsiteY9" fmla="*/ 5861 h 36363"/>
                <a:gd name="connsiteX10" fmla="*/ 10430 w 22679"/>
                <a:gd name="connsiteY10" fmla="*/ 4067 h 36363"/>
                <a:gd name="connsiteX11" fmla="*/ 5622 w 22679"/>
                <a:gd name="connsiteY11" fmla="*/ 4856 h 36363"/>
                <a:gd name="connsiteX12" fmla="*/ 240 w 22679"/>
                <a:gd name="connsiteY12" fmla="*/ 7249 h 36363"/>
                <a:gd name="connsiteX13" fmla="*/ 240 w 22679"/>
                <a:gd name="connsiteY13" fmla="*/ 2368 h 36363"/>
                <a:gd name="connsiteX14" fmla="*/ 5694 w 22679"/>
                <a:gd name="connsiteY14" fmla="*/ 598 h 36363"/>
                <a:gd name="connsiteX15" fmla="*/ 10335 w 22679"/>
                <a:gd name="connsiteY15" fmla="*/ 0 h 36363"/>
                <a:gd name="connsiteX16" fmla="*/ 19187 w 22679"/>
                <a:gd name="connsiteY16" fmla="*/ 2775 h 36363"/>
                <a:gd name="connsiteX17" fmla="*/ 22488 w 22679"/>
                <a:gd name="connsiteY17" fmla="*/ 10191 h 36363"/>
                <a:gd name="connsiteX18" fmla="*/ 21650 w 22679"/>
                <a:gd name="connsiteY18" fmla="*/ 14378 h 36363"/>
                <a:gd name="connsiteX19" fmla="*/ 18660 w 22679"/>
                <a:gd name="connsiteY19" fmla="*/ 19018 h 36363"/>
                <a:gd name="connsiteX20" fmla="*/ 14857 w 22679"/>
                <a:gd name="connsiteY20" fmla="*/ 23038 h 36363"/>
                <a:gd name="connsiteX21" fmla="*/ 5813 w 22679"/>
                <a:gd name="connsiteY21" fmla="*/ 32296 h 36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3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3"/>
                  </a:lnTo>
                  <a:lnTo>
                    <a:pt x="0" y="36363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6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4" y="6180"/>
                    <a:pt x="240" y="7249"/>
                  </a:cubicBezTo>
                  <a:lnTo>
                    <a:pt x="240" y="2368"/>
                  </a:lnTo>
                  <a:cubicBezTo>
                    <a:pt x="2186" y="1587"/>
                    <a:pt x="4003" y="996"/>
                    <a:pt x="5694" y="598"/>
                  </a:cubicBezTo>
                  <a:cubicBezTo>
                    <a:pt x="7385" y="199"/>
                    <a:pt x="8932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8"/>
                    <a:pt x="22209" y="13054"/>
                    <a:pt x="21650" y="14378"/>
                  </a:cubicBezTo>
                  <a:cubicBezTo>
                    <a:pt x="21108" y="15685"/>
                    <a:pt x="20111" y="17232"/>
                    <a:pt x="18660" y="19018"/>
                  </a:cubicBezTo>
                  <a:cubicBezTo>
                    <a:pt x="18261" y="19481"/>
                    <a:pt x="16994" y="20821"/>
                    <a:pt x="14857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17352239-E7F8-A5F3-F4AA-F961D1AFDE76}"/>
                </a:ext>
              </a:extLst>
            </p:cNvPr>
            <p:cNvSpPr/>
            <p:nvPr/>
          </p:nvSpPr>
          <p:spPr>
            <a:xfrm>
              <a:off x="6023397" y="3312760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4 w 23516"/>
                <a:gd name="connsiteY1" fmla="*/ 20191 h 37056"/>
                <a:gd name="connsiteX2" fmla="*/ 23516 w 23516"/>
                <a:gd name="connsiteY2" fmla="*/ 25980 h 37056"/>
                <a:gd name="connsiteX3" fmla="*/ 19880 w 23516"/>
                <a:gd name="connsiteY3" fmla="*/ 34162 h 37056"/>
                <a:gd name="connsiteX4" fmla="*/ 9545 w 23516"/>
                <a:gd name="connsiteY4" fmla="*/ 37057 h 37056"/>
                <a:gd name="connsiteX5" fmla="*/ 4904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1 w 23516"/>
                <a:gd name="connsiteY8" fmla="*/ 32392 h 37056"/>
                <a:gd name="connsiteX9" fmla="*/ 9402 w 23516"/>
                <a:gd name="connsiteY9" fmla="*/ 32990 h 37056"/>
                <a:gd name="connsiteX10" fmla="*/ 16315 w 23516"/>
                <a:gd name="connsiteY10" fmla="*/ 31196 h 37056"/>
                <a:gd name="connsiteX11" fmla="*/ 18708 w 23516"/>
                <a:gd name="connsiteY11" fmla="*/ 25980 h 37056"/>
                <a:gd name="connsiteX12" fmla="*/ 16482 w 23516"/>
                <a:gd name="connsiteY12" fmla="*/ 21052 h 37056"/>
                <a:gd name="connsiteX13" fmla="*/ 10335 w 23516"/>
                <a:gd name="connsiteY13" fmla="*/ 19258 h 37056"/>
                <a:gd name="connsiteX14" fmla="*/ 6172 w 23516"/>
                <a:gd name="connsiteY14" fmla="*/ 19258 h 37056"/>
                <a:gd name="connsiteX15" fmla="*/ 6172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6 h 37056"/>
                <a:gd name="connsiteX18" fmla="*/ 17870 w 23516"/>
                <a:gd name="connsiteY18" fmla="*/ 9761 h 37056"/>
                <a:gd name="connsiteX19" fmla="*/ 15908 w 23516"/>
                <a:gd name="connsiteY19" fmla="*/ 5551 h 37056"/>
                <a:gd name="connsiteX20" fmla="*/ 10335 w 23516"/>
                <a:gd name="connsiteY20" fmla="*/ 4067 h 37056"/>
                <a:gd name="connsiteX21" fmla="*/ 6076 w 23516"/>
                <a:gd name="connsiteY21" fmla="*/ 4498 h 37056"/>
                <a:gd name="connsiteX22" fmla="*/ 1077 w 23516"/>
                <a:gd name="connsiteY22" fmla="*/ 5838 h 37056"/>
                <a:gd name="connsiteX23" fmla="*/ 1077 w 23516"/>
                <a:gd name="connsiteY23" fmla="*/ 1531 h 37056"/>
                <a:gd name="connsiteX24" fmla="*/ 6220 w 23516"/>
                <a:gd name="connsiteY24" fmla="*/ 383 h 37056"/>
                <a:gd name="connsiteX25" fmla="*/ 10765 w 23516"/>
                <a:gd name="connsiteY25" fmla="*/ 0 h 37056"/>
                <a:gd name="connsiteX26" fmla="*/ 19473 w 23516"/>
                <a:gd name="connsiteY26" fmla="*/ 2512 h 37056"/>
                <a:gd name="connsiteX27" fmla="*/ 22679 w 23516"/>
                <a:gd name="connsiteY27" fmla="*/ 9258 h 37056"/>
                <a:gd name="connsiteX28" fmla="*/ 20980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0" y="17599"/>
                    <a:pt x="20263" y="18628"/>
                    <a:pt x="21554" y="20191"/>
                  </a:cubicBezTo>
                  <a:cubicBezTo>
                    <a:pt x="22862" y="21754"/>
                    <a:pt x="23516" y="23684"/>
                    <a:pt x="23516" y="25980"/>
                  </a:cubicBezTo>
                  <a:cubicBezTo>
                    <a:pt x="23516" y="29505"/>
                    <a:pt x="22304" y="32233"/>
                    <a:pt x="19880" y="34162"/>
                  </a:cubicBezTo>
                  <a:cubicBezTo>
                    <a:pt x="17456" y="36092"/>
                    <a:pt x="14010" y="37057"/>
                    <a:pt x="9545" y="37057"/>
                  </a:cubicBezTo>
                  <a:cubicBezTo>
                    <a:pt x="8046" y="37057"/>
                    <a:pt x="6499" y="36905"/>
                    <a:pt x="4904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39" y="31403"/>
                    <a:pt x="2806" y="31994"/>
                    <a:pt x="4401" y="32392"/>
                  </a:cubicBezTo>
                  <a:cubicBezTo>
                    <a:pt x="5997" y="32791"/>
                    <a:pt x="7663" y="32990"/>
                    <a:pt x="9402" y="32990"/>
                  </a:cubicBezTo>
                  <a:cubicBezTo>
                    <a:pt x="12432" y="32990"/>
                    <a:pt x="14736" y="32392"/>
                    <a:pt x="16315" y="31196"/>
                  </a:cubicBezTo>
                  <a:cubicBezTo>
                    <a:pt x="17910" y="30000"/>
                    <a:pt x="18708" y="28261"/>
                    <a:pt x="18708" y="25980"/>
                  </a:cubicBezTo>
                  <a:cubicBezTo>
                    <a:pt x="18708" y="23875"/>
                    <a:pt x="17966" y="22233"/>
                    <a:pt x="16482" y="21052"/>
                  </a:cubicBezTo>
                  <a:cubicBezTo>
                    <a:pt x="15016" y="19856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7"/>
                  </a:lnTo>
                  <a:lnTo>
                    <a:pt x="10526" y="15287"/>
                  </a:lnTo>
                  <a:cubicBezTo>
                    <a:pt x="12902" y="15287"/>
                    <a:pt x="14720" y="14817"/>
                    <a:pt x="15981" y="13876"/>
                  </a:cubicBezTo>
                  <a:cubicBezTo>
                    <a:pt x="17240" y="12918"/>
                    <a:pt x="17870" y="11547"/>
                    <a:pt x="17870" y="9761"/>
                  </a:cubicBezTo>
                  <a:cubicBezTo>
                    <a:pt x="17870" y="7927"/>
                    <a:pt x="17217" y="6523"/>
                    <a:pt x="15908" y="5551"/>
                  </a:cubicBezTo>
                  <a:cubicBezTo>
                    <a:pt x="14617" y="4561"/>
                    <a:pt x="12759" y="4067"/>
                    <a:pt x="10335" y="4067"/>
                  </a:cubicBezTo>
                  <a:cubicBezTo>
                    <a:pt x="9011" y="4067"/>
                    <a:pt x="7591" y="4211"/>
                    <a:pt x="6076" y="4498"/>
                  </a:cubicBezTo>
                  <a:cubicBezTo>
                    <a:pt x="4561" y="4785"/>
                    <a:pt x="2895" y="5231"/>
                    <a:pt x="1077" y="5838"/>
                  </a:cubicBezTo>
                  <a:lnTo>
                    <a:pt x="1077" y="1531"/>
                  </a:lnTo>
                  <a:cubicBezTo>
                    <a:pt x="2910" y="1021"/>
                    <a:pt x="4625" y="638"/>
                    <a:pt x="6220" y="383"/>
                  </a:cubicBezTo>
                  <a:cubicBezTo>
                    <a:pt x="7830" y="128"/>
                    <a:pt x="9346" y="0"/>
                    <a:pt x="10765" y="0"/>
                  </a:cubicBezTo>
                  <a:cubicBezTo>
                    <a:pt x="14433" y="0"/>
                    <a:pt x="17336" y="837"/>
                    <a:pt x="19473" y="2512"/>
                  </a:cubicBezTo>
                  <a:cubicBezTo>
                    <a:pt x="21610" y="4171"/>
                    <a:pt x="22679" y="6419"/>
                    <a:pt x="22679" y="9258"/>
                  </a:cubicBezTo>
                  <a:cubicBezTo>
                    <a:pt x="22679" y="11236"/>
                    <a:pt x="22112" y="12911"/>
                    <a:pt x="20980" y="14282"/>
                  </a:cubicBezTo>
                  <a:cubicBezTo>
                    <a:pt x="19848" y="15638"/>
                    <a:pt x="18237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7D25ADE5-7C6C-6ED2-6919-B9AF656369BC}"/>
                </a:ext>
              </a:extLst>
            </p:cNvPr>
            <p:cNvSpPr/>
            <p:nvPr/>
          </p:nvSpPr>
          <p:spPr>
            <a:xfrm>
              <a:off x="6020885" y="3193231"/>
              <a:ext cx="26028" cy="35716"/>
            </a:xfrm>
            <a:custGeom>
              <a:avLst/>
              <a:gdLst>
                <a:gd name="connsiteX0" fmla="*/ 16124 w 26028"/>
                <a:gd name="connsiteY0" fmla="*/ 4210 h 35716"/>
                <a:gd name="connsiteX1" fmla="*/ 3924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0 h 35716"/>
                <a:gd name="connsiteX4" fmla="*/ 14856 w 26028"/>
                <a:gd name="connsiteY4" fmla="*/ 0 h 35716"/>
                <a:gd name="connsiteX5" fmla="*/ 20933 w 26028"/>
                <a:gd name="connsiteY5" fmla="*/ 0 h 35716"/>
                <a:gd name="connsiteX6" fmla="*/ 20933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3 w 26028"/>
                <a:gd name="connsiteY9" fmla="*/ 27296 h 35716"/>
                <a:gd name="connsiteX10" fmla="*/ 20933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0"/>
                  </a:moveTo>
                  <a:lnTo>
                    <a:pt x="3924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3" y="0"/>
                  </a:lnTo>
                  <a:lnTo>
                    <a:pt x="20933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3" y="27296"/>
                  </a:lnTo>
                  <a:lnTo>
                    <a:pt x="20933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4D717582-FC03-FD7D-F627-BB5E345241A6}"/>
                </a:ext>
              </a:extLst>
            </p:cNvPr>
            <p:cNvSpPr/>
            <p:nvPr/>
          </p:nvSpPr>
          <p:spPr>
            <a:xfrm>
              <a:off x="6023803" y="3073055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2 h 36410"/>
                <a:gd name="connsiteX5" fmla="*/ 8038 w 23109"/>
                <a:gd name="connsiteY5" fmla="*/ 12296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10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0 h 36410"/>
                <a:gd name="connsiteX11" fmla="*/ 4809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50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6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1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2"/>
                  </a:lnTo>
                  <a:cubicBezTo>
                    <a:pt x="6635" y="12583"/>
                    <a:pt x="7337" y="12408"/>
                    <a:pt x="8038" y="12296"/>
                  </a:cubicBezTo>
                  <a:cubicBezTo>
                    <a:pt x="8740" y="12168"/>
                    <a:pt x="9442" y="12105"/>
                    <a:pt x="10143" y="12105"/>
                  </a:cubicBezTo>
                  <a:cubicBezTo>
                    <a:pt x="14130" y="12105"/>
                    <a:pt x="17289" y="13197"/>
                    <a:pt x="19617" y="15382"/>
                  </a:cubicBezTo>
                  <a:cubicBezTo>
                    <a:pt x="21946" y="17567"/>
                    <a:pt x="23110" y="20526"/>
                    <a:pt x="23110" y="24258"/>
                  </a:cubicBezTo>
                  <a:cubicBezTo>
                    <a:pt x="23110" y="28101"/>
                    <a:pt x="21914" y="31092"/>
                    <a:pt x="19521" y="33229"/>
                  </a:cubicBezTo>
                  <a:cubicBezTo>
                    <a:pt x="17129" y="35350"/>
                    <a:pt x="13756" y="36410"/>
                    <a:pt x="9402" y="36410"/>
                  </a:cubicBezTo>
                  <a:cubicBezTo>
                    <a:pt x="7902" y="36410"/>
                    <a:pt x="6372" y="36283"/>
                    <a:pt x="4809" y="36028"/>
                  </a:cubicBezTo>
                  <a:cubicBezTo>
                    <a:pt x="3262" y="35772"/>
                    <a:pt x="1659" y="35390"/>
                    <a:pt x="0" y="34880"/>
                  </a:cubicBezTo>
                  <a:lnTo>
                    <a:pt x="0" y="30023"/>
                  </a:lnTo>
                  <a:cubicBezTo>
                    <a:pt x="1436" y="30804"/>
                    <a:pt x="2919" y="31386"/>
                    <a:pt x="4450" y="31770"/>
                  </a:cubicBezTo>
                  <a:cubicBezTo>
                    <a:pt x="5981" y="32152"/>
                    <a:pt x="7600" y="32344"/>
                    <a:pt x="9306" y="32344"/>
                  </a:cubicBezTo>
                  <a:cubicBezTo>
                    <a:pt x="12065" y="32344"/>
                    <a:pt x="14250" y="31618"/>
                    <a:pt x="15861" y="30166"/>
                  </a:cubicBezTo>
                  <a:cubicBezTo>
                    <a:pt x="17472" y="28715"/>
                    <a:pt x="18277" y="26746"/>
                    <a:pt x="18277" y="24258"/>
                  </a:cubicBezTo>
                  <a:cubicBezTo>
                    <a:pt x="18277" y="21770"/>
                    <a:pt x="17472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1" y="16602"/>
                  </a:cubicBezTo>
                  <a:cubicBezTo>
                    <a:pt x="4155" y="16889"/>
                    <a:pt x="2847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3FD059F1-AE5F-8FD1-99E2-0EDD148EF843}"/>
                </a:ext>
              </a:extLst>
            </p:cNvPr>
            <p:cNvSpPr/>
            <p:nvPr/>
          </p:nvSpPr>
          <p:spPr>
            <a:xfrm>
              <a:off x="6022248" y="2952233"/>
              <a:ext cx="24664" cy="37056"/>
            </a:xfrm>
            <a:custGeom>
              <a:avLst/>
              <a:gdLst>
                <a:gd name="connsiteX0" fmla="*/ 12751 w 24664"/>
                <a:gd name="connsiteY0" fmla="*/ 16579 h 37056"/>
                <a:gd name="connsiteX1" fmla="*/ 7584 w 24664"/>
                <a:gd name="connsiteY1" fmla="*/ 18804 h 37056"/>
                <a:gd name="connsiteX2" fmla="*/ 5694 w 24664"/>
                <a:gd name="connsiteY2" fmla="*/ 24904 h 37056"/>
                <a:gd name="connsiteX3" fmla="*/ 7584 w 24664"/>
                <a:gd name="connsiteY3" fmla="*/ 31004 h 37056"/>
                <a:gd name="connsiteX4" fmla="*/ 12751 w 24664"/>
                <a:gd name="connsiteY4" fmla="*/ 33229 h 37056"/>
                <a:gd name="connsiteX5" fmla="*/ 17895 w 24664"/>
                <a:gd name="connsiteY5" fmla="*/ 31004 h 37056"/>
                <a:gd name="connsiteX6" fmla="*/ 19809 w 24664"/>
                <a:gd name="connsiteY6" fmla="*/ 24904 h 37056"/>
                <a:gd name="connsiteX7" fmla="*/ 17895 w 24664"/>
                <a:gd name="connsiteY7" fmla="*/ 18804 h 37056"/>
                <a:gd name="connsiteX8" fmla="*/ 12751 w 24664"/>
                <a:gd name="connsiteY8" fmla="*/ 16579 h 37056"/>
                <a:gd name="connsiteX9" fmla="*/ 22344 w 24664"/>
                <a:gd name="connsiteY9" fmla="*/ 1435 h 37056"/>
                <a:gd name="connsiteX10" fmla="*/ 22344 w 24664"/>
                <a:gd name="connsiteY10" fmla="*/ 5837 h 37056"/>
                <a:gd name="connsiteX11" fmla="*/ 18660 w 24664"/>
                <a:gd name="connsiteY11" fmla="*/ 4521 h 37056"/>
                <a:gd name="connsiteX12" fmla="*/ 15000 w 24664"/>
                <a:gd name="connsiteY12" fmla="*/ 4067 h 37056"/>
                <a:gd name="connsiteX13" fmla="*/ 7680 w 24664"/>
                <a:gd name="connsiteY13" fmla="*/ 7297 h 37056"/>
                <a:gd name="connsiteX14" fmla="*/ 4808 w 24664"/>
                <a:gd name="connsiteY14" fmla="*/ 17057 h 37056"/>
                <a:gd name="connsiteX15" fmla="*/ 8349 w 24664"/>
                <a:gd name="connsiteY15" fmla="*/ 13876 h 37056"/>
                <a:gd name="connsiteX16" fmla="*/ 13038 w 24664"/>
                <a:gd name="connsiteY16" fmla="*/ 12751 h 37056"/>
                <a:gd name="connsiteX17" fmla="*/ 21531 w 24664"/>
                <a:gd name="connsiteY17" fmla="*/ 16028 h 37056"/>
                <a:gd name="connsiteX18" fmla="*/ 24665 w 24664"/>
                <a:gd name="connsiteY18" fmla="*/ 24904 h 37056"/>
                <a:gd name="connsiteX19" fmla="*/ 21411 w 24664"/>
                <a:gd name="connsiteY19" fmla="*/ 33731 h 37056"/>
                <a:gd name="connsiteX20" fmla="*/ 12751 w 24664"/>
                <a:gd name="connsiteY20" fmla="*/ 37057 h 37056"/>
                <a:gd name="connsiteX21" fmla="*/ 3278 w 24664"/>
                <a:gd name="connsiteY21" fmla="*/ 32320 h 37056"/>
                <a:gd name="connsiteX22" fmla="*/ 0 w 24664"/>
                <a:gd name="connsiteY22" fmla="*/ 18540 h 37056"/>
                <a:gd name="connsiteX23" fmla="*/ 4019 w 24664"/>
                <a:gd name="connsiteY23" fmla="*/ 5048 h 37056"/>
                <a:gd name="connsiteX24" fmla="*/ 14808 w 24664"/>
                <a:gd name="connsiteY24" fmla="*/ 0 h 37056"/>
                <a:gd name="connsiteX25" fmla="*/ 18469 w 24664"/>
                <a:gd name="connsiteY25" fmla="*/ 359 h 37056"/>
                <a:gd name="connsiteX26" fmla="*/ 22344 w 24664"/>
                <a:gd name="connsiteY26" fmla="*/ 143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6">
                  <a:moveTo>
                    <a:pt x="12751" y="16579"/>
                  </a:moveTo>
                  <a:cubicBezTo>
                    <a:pt x="10582" y="16579"/>
                    <a:pt x="8860" y="17320"/>
                    <a:pt x="7584" y="18804"/>
                  </a:cubicBezTo>
                  <a:cubicBezTo>
                    <a:pt x="6324" y="20287"/>
                    <a:pt x="5694" y="22320"/>
                    <a:pt x="5694" y="24904"/>
                  </a:cubicBezTo>
                  <a:cubicBezTo>
                    <a:pt x="5694" y="27471"/>
                    <a:pt x="6324" y="29505"/>
                    <a:pt x="7584" y="31004"/>
                  </a:cubicBezTo>
                  <a:cubicBezTo>
                    <a:pt x="8860" y="32487"/>
                    <a:pt x="10582" y="33229"/>
                    <a:pt x="12751" y="33229"/>
                  </a:cubicBezTo>
                  <a:cubicBezTo>
                    <a:pt x="14920" y="33229"/>
                    <a:pt x="16635" y="32487"/>
                    <a:pt x="17895" y="31004"/>
                  </a:cubicBezTo>
                  <a:cubicBezTo>
                    <a:pt x="19171" y="29505"/>
                    <a:pt x="19809" y="27471"/>
                    <a:pt x="19809" y="24904"/>
                  </a:cubicBezTo>
                  <a:cubicBezTo>
                    <a:pt x="19809" y="22320"/>
                    <a:pt x="19171" y="20287"/>
                    <a:pt x="17895" y="18804"/>
                  </a:cubicBezTo>
                  <a:cubicBezTo>
                    <a:pt x="16635" y="17320"/>
                    <a:pt x="14920" y="16579"/>
                    <a:pt x="12751" y="16579"/>
                  </a:cubicBezTo>
                  <a:moveTo>
                    <a:pt x="22344" y="1435"/>
                  </a:moveTo>
                  <a:lnTo>
                    <a:pt x="22344" y="5837"/>
                  </a:lnTo>
                  <a:cubicBezTo>
                    <a:pt x="21132" y="5263"/>
                    <a:pt x="19904" y="4824"/>
                    <a:pt x="18660" y="4521"/>
                  </a:cubicBezTo>
                  <a:cubicBezTo>
                    <a:pt x="17432" y="4218"/>
                    <a:pt x="16212" y="4067"/>
                    <a:pt x="15000" y="4067"/>
                  </a:cubicBezTo>
                  <a:cubicBezTo>
                    <a:pt x="11810" y="4067"/>
                    <a:pt x="9370" y="5143"/>
                    <a:pt x="7680" y="7297"/>
                  </a:cubicBezTo>
                  <a:cubicBezTo>
                    <a:pt x="6005" y="9449"/>
                    <a:pt x="5048" y="12703"/>
                    <a:pt x="4808" y="17057"/>
                  </a:cubicBezTo>
                  <a:cubicBezTo>
                    <a:pt x="5750" y="15670"/>
                    <a:pt x="6930" y="14609"/>
                    <a:pt x="8349" y="13876"/>
                  </a:cubicBezTo>
                  <a:cubicBezTo>
                    <a:pt x="9768" y="13126"/>
                    <a:pt x="11332" y="12751"/>
                    <a:pt x="13038" y="12751"/>
                  </a:cubicBezTo>
                  <a:cubicBezTo>
                    <a:pt x="16627" y="12751"/>
                    <a:pt x="19457" y="13844"/>
                    <a:pt x="21531" y="16028"/>
                  </a:cubicBezTo>
                  <a:cubicBezTo>
                    <a:pt x="23620" y="18197"/>
                    <a:pt x="24665" y="21156"/>
                    <a:pt x="24665" y="24904"/>
                  </a:cubicBezTo>
                  <a:cubicBezTo>
                    <a:pt x="24665" y="28572"/>
                    <a:pt x="23580" y="31514"/>
                    <a:pt x="21411" y="33731"/>
                  </a:cubicBezTo>
                  <a:cubicBezTo>
                    <a:pt x="19242" y="35948"/>
                    <a:pt x="16356" y="37057"/>
                    <a:pt x="12751" y="37057"/>
                  </a:cubicBezTo>
                  <a:cubicBezTo>
                    <a:pt x="8620" y="37057"/>
                    <a:pt x="5463" y="35478"/>
                    <a:pt x="3278" y="32320"/>
                  </a:cubicBezTo>
                  <a:cubicBezTo>
                    <a:pt x="1093" y="29146"/>
                    <a:pt x="0" y="24553"/>
                    <a:pt x="0" y="18540"/>
                  </a:cubicBezTo>
                  <a:cubicBezTo>
                    <a:pt x="0" y="12895"/>
                    <a:pt x="1340" y="8397"/>
                    <a:pt x="4019" y="5048"/>
                  </a:cubicBezTo>
                  <a:cubicBezTo>
                    <a:pt x="6699" y="1683"/>
                    <a:pt x="10295" y="0"/>
                    <a:pt x="14808" y="0"/>
                  </a:cubicBezTo>
                  <a:cubicBezTo>
                    <a:pt x="16021" y="0"/>
                    <a:pt x="17241" y="120"/>
                    <a:pt x="18469" y="359"/>
                  </a:cubicBezTo>
                  <a:cubicBezTo>
                    <a:pt x="19713" y="598"/>
                    <a:pt x="21004" y="957"/>
                    <a:pt x="22344" y="143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2F75D7A7-22DA-8682-9B9D-C9D10595A650}"/>
                </a:ext>
              </a:extLst>
            </p:cNvPr>
            <p:cNvSpPr/>
            <p:nvPr/>
          </p:nvSpPr>
          <p:spPr>
            <a:xfrm>
              <a:off x="5964127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EAD583D2-EBC0-75C3-33C7-B0BB0BD36CA7}"/>
                </a:ext>
              </a:extLst>
            </p:cNvPr>
            <p:cNvSpPr/>
            <p:nvPr/>
          </p:nvSpPr>
          <p:spPr>
            <a:xfrm>
              <a:off x="5946671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CED34BD0-5967-CBD1-975C-AAA29B1A038A}"/>
                </a:ext>
              </a:extLst>
            </p:cNvPr>
            <p:cNvSpPr/>
            <p:nvPr/>
          </p:nvSpPr>
          <p:spPr>
            <a:xfrm>
              <a:off x="5964127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DA814C69-5133-3581-C32B-B034980B2A43}"/>
                </a:ext>
              </a:extLst>
            </p:cNvPr>
            <p:cNvSpPr/>
            <p:nvPr/>
          </p:nvSpPr>
          <p:spPr>
            <a:xfrm>
              <a:off x="5946671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1150D2-737E-32E4-1DE2-D9702E4E2343}"/>
              </a:ext>
            </a:extLst>
          </p:cNvPr>
          <p:cNvGrpSpPr/>
          <p:nvPr/>
        </p:nvGrpSpPr>
        <p:grpSpPr>
          <a:xfrm>
            <a:off x="6699129" y="2951692"/>
            <a:ext cx="595838" cy="740098"/>
            <a:chOff x="6699129" y="2951692"/>
            <a:chExt cx="595838" cy="740098"/>
          </a:xfrm>
        </p:grpSpPr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9B97A6C3-876C-D378-26DD-D217E17E13A9}"/>
                </a:ext>
              </a:extLst>
            </p:cNvPr>
            <p:cNvSpPr/>
            <p:nvPr/>
          </p:nvSpPr>
          <p:spPr>
            <a:xfrm>
              <a:off x="6699129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6E04CE12-D55B-1D62-9D9F-9B669F453057}"/>
                </a:ext>
              </a:extLst>
            </p:cNvPr>
            <p:cNvSpPr/>
            <p:nvPr/>
          </p:nvSpPr>
          <p:spPr>
            <a:xfrm>
              <a:off x="7294377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DF63C75C-78F8-CBD4-B396-7056359DA5F3}"/>
                </a:ext>
              </a:extLst>
            </p:cNvPr>
            <p:cNvSpPr/>
            <p:nvPr/>
          </p:nvSpPr>
          <p:spPr>
            <a:xfrm>
              <a:off x="6699129" y="2951692"/>
              <a:ext cx="595247" cy="740098"/>
            </a:xfrm>
            <a:custGeom>
              <a:avLst/>
              <a:gdLst>
                <a:gd name="connsiteX0" fmla="*/ 0 w 595247"/>
                <a:gd name="connsiteY0" fmla="*/ 740099 h 740098"/>
                <a:gd name="connsiteX1" fmla="*/ 0 w 595247"/>
                <a:gd name="connsiteY1" fmla="*/ 0 h 740098"/>
                <a:gd name="connsiteX2" fmla="*/ 595247 w 595247"/>
                <a:gd name="connsiteY2" fmla="*/ 0 h 740098"/>
                <a:gd name="connsiteX3" fmla="*/ 595247 w 595247"/>
                <a:gd name="connsiteY3" fmla="*/ 740099 h 740098"/>
                <a:gd name="connsiteX4" fmla="*/ 0 w 595247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247" h="740098">
                  <a:moveTo>
                    <a:pt x="0" y="740099"/>
                  </a:moveTo>
                  <a:lnTo>
                    <a:pt x="0" y="0"/>
                  </a:lnTo>
                  <a:lnTo>
                    <a:pt x="595247" y="0"/>
                  </a:lnTo>
                  <a:lnTo>
                    <a:pt x="595247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09" name="Freeform 308">
            <a:extLst>
              <a:ext uri="{FF2B5EF4-FFF2-40B4-BE49-F238E27FC236}">
                <a16:creationId xmlns:a16="http://schemas.microsoft.com/office/drawing/2014/main" id="{E572FE16-CF03-2C55-74B4-71160EBABEB9}"/>
              </a:ext>
            </a:extLst>
          </p:cNvPr>
          <p:cNvSpPr/>
          <p:nvPr/>
        </p:nvSpPr>
        <p:spPr>
          <a:xfrm>
            <a:off x="6103888" y="2951692"/>
            <a:ext cx="1190488" cy="740098"/>
          </a:xfrm>
          <a:custGeom>
            <a:avLst/>
            <a:gdLst>
              <a:gd name="connsiteX0" fmla="*/ 0 w 1190488"/>
              <a:gd name="connsiteY0" fmla="*/ 0 h 740098"/>
              <a:gd name="connsiteX1" fmla="*/ 1192 w 1190488"/>
              <a:gd name="connsiteY1" fmla="*/ 1409 h 740098"/>
              <a:gd name="connsiteX2" fmla="*/ 2383 w 1190488"/>
              <a:gd name="connsiteY2" fmla="*/ 2818 h 740098"/>
              <a:gd name="connsiteX3" fmla="*/ 3575 w 1190488"/>
              <a:gd name="connsiteY3" fmla="*/ 4226 h 740098"/>
              <a:gd name="connsiteX4" fmla="*/ 4767 w 1190488"/>
              <a:gd name="connsiteY4" fmla="*/ 5635 h 740098"/>
              <a:gd name="connsiteX5" fmla="*/ 5959 w 1190488"/>
              <a:gd name="connsiteY5" fmla="*/ 7043 h 740098"/>
              <a:gd name="connsiteX6" fmla="*/ 7150 w 1190488"/>
              <a:gd name="connsiteY6" fmla="*/ 8451 h 740098"/>
              <a:gd name="connsiteX7" fmla="*/ 8342 w 1190488"/>
              <a:gd name="connsiteY7" fmla="*/ 9859 h 740098"/>
              <a:gd name="connsiteX8" fmla="*/ 9533 w 1190488"/>
              <a:gd name="connsiteY8" fmla="*/ 11267 h 740098"/>
              <a:gd name="connsiteX9" fmla="*/ 10725 w 1190488"/>
              <a:gd name="connsiteY9" fmla="*/ 12675 h 740098"/>
              <a:gd name="connsiteX10" fmla="*/ 11917 w 1190488"/>
              <a:gd name="connsiteY10" fmla="*/ 14083 h 740098"/>
              <a:gd name="connsiteX11" fmla="*/ 13109 w 1190488"/>
              <a:gd name="connsiteY11" fmla="*/ 15490 h 740098"/>
              <a:gd name="connsiteX12" fmla="*/ 14300 w 1190488"/>
              <a:gd name="connsiteY12" fmla="*/ 16898 h 740098"/>
              <a:gd name="connsiteX13" fmla="*/ 15492 w 1190488"/>
              <a:gd name="connsiteY13" fmla="*/ 18306 h 740098"/>
              <a:gd name="connsiteX14" fmla="*/ 16684 w 1190488"/>
              <a:gd name="connsiteY14" fmla="*/ 19713 h 740098"/>
              <a:gd name="connsiteX15" fmla="*/ 17875 w 1190488"/>
              <a:gd name="connsiteY15" fmla="*/ 21120 h 740098"/>
              <a:gd name="connsiteX16" fmla="*/ 19067 w 1190488"/>
              <a:gd name="connsiteY16" fmla="*/ 22527 h 740098"/>
              <a:gd name="connsiteX17" fmla="*/ 20259 w 1190488"/>
              <a:gd name="connsiteY17" fmla="*/ 23934 h 740098"/>
              <a:gd name="connsiteX18" fmla="*/ 21450 w 1190488"/>
              <a:gd name="connsiteY18" fmla="*/ 25340 h 740098"/>
              <a:gd name="connsiteX19" fmla="*/ 22642 w 1190488"/>
              <a:gd name="connsiteY19" fmla="*/ 26747 h 740098"/>
              <a:gd name="connsiteX20" fmla="*/ 23834 w 1190488"/>
              <a:gd name="connsiteY20" fmla="*/ 28154 h 740098"/>
              <a:gd name="connsiteX21" fmla="*/ 25026 w 1190488"/>
              <a:gd name="connsiteY21" fmla="*/ 29560 h 740098"/>
              <a:gd name="connsiteX22" fmla="*/ 26217 w 1190488"/>
              <a:gd name="connsiteY22" fmla="*/ 30966 h 740098"/>
              <a:gd name="connsiteX23" fmla="*/ 27409 w 1190488"/>
              <a:gd name="connsiteY23" fmla="*/ 32372 h 740098"/>
              <a:gd name="connsiteX24" fmla="*/ 28600 w 1190488"/>
              <a:gd name="connsiteY24" fmla="*/ 33778 h 740098"/>
              <a:gd name="connsiteX25" fmla="*/ 29792 w 1190488"/>
              <a:gd name="connsiteY25" fmla="*/ 35184 h 740098"/>
              <a:gd name="connsiteX26" fmla="*/ 30984 w 1190488"/>
              <a:gd name="connsiteY26" fmla="*/ 36589 h 740098"/>
              <a:gd name="connsiteX27" fmla="*/ 32175 w 1190488"/>
              <a:gd name="connsiteY27" fmla="*/ 37995 h 740098"/>
              <a:gd name="connsiteX28" fmla="*/ 33367 w 1190488"/>
              <a:gd name="connsiteY28" fmla="*/ 39400 h 740098"/>
              <a:gd name="connsiteX29" fmla="*/ 34559 w 1190488"/>
              <a:gd name="connsiteY29" fmla="*/ 40805 h 740098"/>
              <a:gd name="connsiteX30" fmla="*/ 35751 w 1190488"/>
              <a:gd name="connsiteY30" fmla="*/ 42211 h 740098"/>
              <a:gd name="connsiteX31" fmla="*/ 36942 w 1190488"/>
              <a:gd name="connsiteY31" fmla="*/ 43616 h 740098"/>
              <a:gd name="connsiteX32" fmla="*/ 38134 w 1190488"/>
              <a:gd name="connsiteY32" fmla="*/ 45020 h 740098"/>
              <a:gd name="connsiteX33" fmla="*/ 39325 w 1190488"/>
              <a:gd name="connsiteY33" fmla="*/ 46425 h 740098"/>
              <a:gd name="connsiteX34" fmla="*/ 40517 w 1190488"/>
              <a:gd name="connsiteY34" fmla="*/ 47829 h 740098"/>
              <a:gd name="connsiteX35" fmla="*/ 41709 w 1190488"/>
              <a:gd name="connsiteY35" fmla="*/ 49234 h 740098"/>
              <a:gd name="connsiteX36" fmla="*/ 42901 w 1190488"/>
              <a:gd name="connsiteY36" fmla="*/ 50638 h 740098"/>
              <a:gd name="connsiteX37" fmla="*/ 44092 w 1190488"/>
              <a:gd name="connsiteY37" fmla="*/ 52042 h 740098"/>
              <a:gd name="connsiteX38" fmla="*/ 45284 w 1190488"/>
              <a:gd name="connsiteY38" fmla="*/ 53446 h 740098"/>
              <a:gd name="connsiteX39" fmla="*/ 46476 w 1190488"/>
              <a:gd name="connsiteY39" fmla="*/ 54850 h 740098"/>
              <a:gd name="connsiteX40" fmla="*/ 47668 w 1190488"/>
              <a:gd name="connsiteY40" fmla="*/ 56254 h 740098"/>
              <a:gd name="connsiteX41" fmla="*/ 48859 w 1190488"/>
              <a:gd name="connsiteY41" fmla="*/ 57657 h 740098"/>
              <a:gd name="connsiteX42" fmla="*/ 50050 w 1190488"/>
              <a:gd name="connsiteY42" fmla="*/ 59061 h 740098"/>
              <a:gd name="connsiteX43" fmla="*/ 51242 w 1190488"/>
              <a:gd name="connsiteY43" fmla="*/ 60464 h 740098"/>
              <a:gd name="connsiteX44" fmla="*/ 52434 w 1190488"/>
              <a:gd name="connsiteY44" fmla="*/ 61867 h 740098"/>
              <a:gd name="connsiteX45" fmla="*/ 53626 w 1190488"/>
              <a:gd name="connsiteY45" fmla="*/ 63270 h 740098"/>
              <a:gd name="connsiteX46" fmla="*/ 54817 w 1190488"/>
              <a:gd name="connsiteY46" fmla="*/ 64672 h 740098"/>
              <a:gd name="connsiteX47" fmla="*/ 56009 w 1190488"/>
              <a:gd name="connsiteY47" fmla="*/ 66075 h 740098"/>
              <a:gd name="connsiteX48" fmla="*/ 57201 w 1190488"/>
              <a:gd name="connsiteY48" fmla="*/ 67477 h 740098"/>
              <a:gd name="connsiteX49" fmla="*/ 58393 w 1190488"/>
              <a:gd name="connsiteY49" fmla="*/ 68880 h 740098"/>
              <a:gd name="connsiteX50" fmla="*/ 59584 w 1190488"/>
              <a:gd name="connsiteY50" fmla="*/ 70282 h 740098"/>
              <a:gd name="connsiteX51" fmla="*/ 60776 w 1190488"/>
              <a:gd name="connsiteY51" fmla="*/ 71684 h 740098"/>
              <a:gd name="connsiteX52" fmla="*/ 61967 w 1190488"/>
              <a:gd name="connsiteY52" fmla="*/ 73086 h 740098"/>
              <a:gd name="connsiteX53" fmla="*/ 63159 w 1190488"/>
              <a:gd name="connsiteY53" fmla="*/ 74487 h 740098"/>
              <a:gd name="connsiteX54" fmla="*/ 64351 w 1190488"/>
              <a:gd name="connsiteY54" fmla="*/ 75889 h 740098"/>
              <a:gd name="connsiteX55" fmla="*/ 65543 w 1190488"/>
              <a:gd name="connsiteY55" fmla="*/ 77290 h 740098"/>
              <a:gd name="connsiteX56" fmla="*/ 66734 w 1190488"/>
              <a:gd name="connsiteY56" fmla="*/ 78691 h 740098"/>
              <a:gd name="connsiteX57" fmla="*/ 67926 w 1190488"/>
              <a:gd name="connsiteY57" fmla="*/ 80092 h 740098"/>
              <a:gd name="connsiteX58" fmla="*/ 69118 w 1190488"/>
              <a:gd name="connsiteY58" fmla="*/ 81493 h 740098"/>
              <a:gd name="connsiteX59" fmla="*/ 70309 w 1190488"/>
              <a:gd name="connsiteY59" fmla="*/ 82894 h 740098"/>
              <a:gd name="connsiteX60" fmla="*/ 71501 w 1190488"/>
              <a:gd name="connsiteY60" fmla="*/ 84295 h 740098"/>
              <a:gd name="connsiteX61" fmla="*/ 72692 w 1190488"/>
              <a:gd name="connsiteY61" fmla="*/ 85695 h 740098"/>
              <a:gd name="connsiteX62" fmla="*/ 73884 w 1190488"/>
              <a:gd name="connsiteY62" fmla="*/ 87095 h 740098"/>
              <a:gd name="connsiteX63" fmla="*/ 75076 w 1190488"/>
              <a:gd name="connsiteY63" fmla="*/ 88495 h 740098"/>
              <a:gd name="connsiteX64" fmla="*/ 76268 w 1190488"/>
              <a:gd name="connsiteY64" fmla="*/ 89895 h 740098"/>
              <a:gd name="connsiteX65" fmla="*/ 77459 w 1190488"/>
              <a:gd name="connsiteY65" fmla="*/ 91295 h 740098"/>
              <a:gd name="connsiteX66" fmla="*/ 78651 w 1190488"/>
              <a:gd name="connsiteY66" fmla="*/ 92694 h 740098"/>
              <a:gd name="connsiteX67" fmla="*/ 79843 w 1190488"/>
              <a:gd name="connsiteY67" fmla="*/ 94094 h 740098"/>
              <a:gd name="connsiteX68" fmla="*/ 81034 w 1190488"/>
              <a:gd name="connsiteY68" fmla="*/ 95493 h 740098"/>
              <a:gd name="connsiteX69" fmla="*/ 82226 w 1190488"/>
              <a:gd name="connsiteY69" fmla="*/ 96892 h 740098"/>
              <a:gd name="connsiteX70" fmla="*/ 83418 w 1190488"/>
              <a:gd name="connsiteY70" fmla="*/ 98290 h 740098"/>
              <a:gd name="connsiteX71" fmla="*/ 84609 w 1190488"/>
              <a:gd name="connsiteY71" fmla="*/ 99689 h 740098"/>
              <a:gd name="connsiteX72" fmla="*/ 85801 w 1190488"/>
              <a:gd name="connsiteY72" fmla="*/ 101088 h 740098"/>
              <a:gd name="connsiteX73" fmla="*/ 86993 w 1190488"/>
              <a:gd name="connsiteY73" fmla="*/ 102486 h 740098"/>
              <a:gd name="connsiteX74" fmla="*/ 88185 w 1190488"/>
              <a:gd name="connsiteY74" fmla="*/ 103884 h 740098"/>
              <a:gd name="connsiteX75" fmla="*/ 89376 w 1190488"/>
              <a:gd name="connsiteY75" fmla="*/ 105282 h 740098"/>
              <a:gd name="connsiteX76" fmla="*/ 90568 w 1190488"/>
              <a:gd name="connsiteY76" fmla="*/ 106680 h 740098"/>
              <a:gd name="connsiteX77" fmla="*/ 91759 w 1190488"/>
              <a:gd name="connsiteY77" fmla="*/ 108078 h 740098"/>
              <a:gd name="connsiteX78" fmla="*/ 92951 w 1190488"/>
              <a:gd name="connsiteY78" fmla="*/ 109475 h 740098"/>
              <a:gd name="connsiteX79" fmla="*/ 94143 w 1190488"/>
              <a:gd name="connsiteY79" fmla="*/ 110872 h 740098"/>
              <a:gd name="connsiteX80" fmla="*/ 95334 w 1190488"/>
              <a:gd name="connsiteY80" fmla="*/ 112269 h 740098"/>
              <a:gd name="connsiteX81" fmla="*/ 96526 w 1190488"/>
              <a:gd name="connsiteY81" fmla="*/ 113666 h 740098"/>
              <a:gd name="connsiteX82" fmla="*/ 97718 w 1190488"/>
              <a:gd name="connsiteY82" fmla="*/ 115063 h 740098"/>
              <a:gd name="connsiteX83" fmla="*/ 98910 w 1190488"/>
              <a:gd name="connsiteY83" fmla="*/ 116459 h 740098"/>
              <a:gd name="connsiteX84" fmla="*/ 100101 w 1190488"/>
              <a:gd name="connsiteY84" fmla="*/ 117855 h 740098"/>
              <a:gd name="connsiteX85" fmla="*/ 101293 w 1190488"/>
              <a:gd name="connsiteY85" fmla="*/ 119252 h 740098"/>
              <a:gd name="connsiteX86" fmla="*/ 102484 w 1190488"/>
              <a:gd name="connsiteY86" fmla="*/ 120648 h 740098"/>
              <a:gd name="connsiteX87" fmla="*/ 103676 w 1190488"/>
              <a:gd name="connsiteY87" fmla="*/ 122043 h 740098"/>
              <a:gd name="connsiteX88" fmla="*/ 104868 w 1190488"/>
              <a:gd name="connsiteY88" fmla="*/ 123439 h 740098"/>
              <a:gd name="connsiteX89" fmla="*/ 106060 w 1190488"/>
              <a:gd name="connsiteY89" fmla="*/ 124834 h 740098"/>
              <a:gd name="connsiteX90" fmla="*/ 107251 w 1190488"/>
              <a:gd name="connsiteY90" fmla="*/ 126230 h 740098"/>
              <a:gd name="connsiteX91" fmla="*/ 108443 w 1190488"/>
              <a:gd name="connsiteY91" fmla="*/ 127624 h 740098"/>
              <a:gd name="connsiteX92" fmla="*/ 109635 w 1190488"/>
              <a:gd name="connsiteY92" fmla="*/ 129019 h 740098"/>
              <a:gd name="connsiteX93" fmla="*/ 110827 w 1190488"/>
              <a:gd name="connsiteY93" fmla="*/ 130414 h 740098"/>
              <a:gd name="connsiteX94" fmla="*/ 112018 w 1190488"/>
              <a:gd name="connsiteY94" fmla="*/ 131808 h 740098"/>
              <a:gd name="connsiteX95" fmla="*/ 113209 w 1190488"/>
              <a:gd name="connsiteY95" fmla="*/ 133202 h 740098"/>
              <a:gd name="connsiteX96" fmla="*/ 114401 w 1190488"/>
              <a:gd name="connsiteY96" fmla="*/ 134596 h 740098"/>
              <a:gd name="connsiteX97" fmla="*/ 115593 w 1190488"/>
              <a:gd name="connsiteY97" fmla="*/ 135990 h 740098"/>
              <a:gd name="connsiteX98" fmla="*/ 116785 w 1190488"/>
              <a:gd name="connsiteY98" fmla="*/ 137383 h 740098"/>
              <a:gd name="connsiteX99" fmla="*/ 117976 w 1190488"/>
              <a:gd name="connsiteY99" fmla="*/ 138777 h 740098"/>
              <a:gd name="connsiteX100" fmla="*/ 119168 w 1190488"/>
              <a:gd name="connsiteY100" fmla="*/ 140170 h 740098"/>
              <a:gd name="connsiteX101" fmla="*/ 120360 w 1190488"/>
              <a:gd name="connsiteY101" fmla="*/ 141563 h 740098"/>
              <a:gd name="connsiteX102" fmla="*/ 121552 w 1190488"/>
              <a:gd name="connsiteY102" fmla="*/ 142956 h 740098"/>
              <a:gd name="connsiteX103" fmla="*/ 122743 w 1190488"/>
              <a:gd name="connsiteY103" fmla="*/ 144348 h 740098"/>
              <a:gd name="connsiteX104" fmla="*/ 123935 w 1190488"/>
              <a:gd name="connsiteY104" fmla="*/ 145740 h 740098"/>
              <a:gd name="connsiteX105" fmla="*/ 125126 w 1190488"/>
              <a:gd name="connsiteY105" fmla="*/ 147133 h 740098"/>
              <a:gd name="connsiteX106" fmla="*/ 126318 w 1190488"/>
              <a:gd name="connsiteY106" fmla="*/ 148524 h 740098"/>
              <a:gd name="connsiteX107" fmla="*/ 127510 w 1190488"/>
              <a:gd name="connsiteY107" fmla="*/ 149916 h 740098"/>
              <a:gd name="connsiteX108" fmla="*/ 128702 w 1190488"/>
              <a:gd name="connsiteY108" fmla="*/ 151308 h 740098"/>
              <a:gd name="connsiteX109" fmla="*/ 129893 w 1190488"/>
              <a:gd name="connsiteY109" fmla="*/ 152699 h 740098"/>
              <a:gd name="connsiteX110" fmla="*/ 131085 w 1190488"/>
              <a:gd name="connsiteY110" fmla="*/ 154090 h 740098"/>
              <a:gd name="connsiteX111" fmla="*/ 132277 w 1190488"/>
              <a:gd name="connsiteY111" fmla="*/ 155481 h 740098"/>
              <a:gd name="connsiteX112" fmla="*/ 133468 w 1190488"/>
              <a:gd name="connsiteY112" fmla="*/ 156871 h 740098"/>
              <a:gd name="connsiteX113" fmla="*/ 134660 w 1190488"/>
              <a:gd name="connsiteY113" fmla="*/ 158262 h 740098"/>
              <a:gd name="connsiteX114" fmla="*/ 135851 w 1190488"/>
              <a:gd name="connsiteY114" fmla="*/ 159652 h 740098"/>
              <a:gd name="connsiteX115" fmla="*/ 137043 w 1190488"/>
              <a:gd name="connsiteY115" fmla="*/ 161042 h 740098"/>
              <a:gd name="connsiteX116" fmla="*/ 138235 w 1190488"/>
              <a:gd name="connsiteY116" fmla="*/ 162431 h 740098"/>
              <a:gd name="connsiteX117" fmla="*/ 139427 w 1190488"/>
              <a:gd name="connsiteY117" fmla="*/ 163821 h 740098"/>
              <a:gd name="connsiteX118" fmla="*/ 140618 w 1190488"/>
              <a:gd name="connsiteY118" fmla="*/ 165211 h 740098"/>
              <a:gd name="connsiteX119" fmla="*/ 141810 w 1190488"/>
              <a:gd name="connsiteY119" fmla="*/ 166600 h 740098"/>
              <a:gd name="connsiteX120" fmla="*/ 143002 w 1190488"/>
              <a:gd name="connsiteY120" fmla="*/ 167988 h 740098"/>
              <a:gd name="connsiteX121" fmla="*/ 144193 w 1190488"/>
              <a:gd name="connsiteY121" fmla="*/ 169377 h 740098"/>
              <a:gd name="connsiteX122" fmla="*/ 145385 w 1190488"/>
              <a:gd name="connsiteY122" fmla="*/ 170765 h 740098"/>
              <a:gd name="connsiteX123" fmla="*/ 146577 w 1190488"/>
              <a:gd name="connsiteY123" fmla="*/ 172153 h 740098"/>
              <a:gd name="connsiteX124" fmla="*/ 147768 w 1190488"/>
              <a:gd name="connsiteY124" fmla="*/ 173541 h 740098"/>
              <a:gd name="connsiteX125" fmla="*/ 148960 w 1190488"/>
              <a:gd name="connsiteY125" fmla="*/ 174929 h 740098"/>
              <a:gd name="connsiteX126" fmla="*/ 150152 w 1190488"/>
              <a:gd name="connsiteY126" fmla="*/ 176316 h 740098"/>
              <a:gd name="connsiteX127" fmla="*/ 151344 w 1190488"/>
              <a:gd name="connsiteY127" fmla="*/ 177703 h 740098"/>
              <a:gd name="connsiteX128" fmla="*/ 152535 w 1190488"/>
              <a:gd name="connsiteY128" fmla="*/ 179090 h 740098"/>
              <a:gd name="connsiteX129" fmla="*/ 153727 w 1190488"/>
              <a:gd name="connsiteY129" fmla="*/ 180476 h 740098"/>
              <a:gd name="connsiteX130" fmla="*/ 154918 w 1190488"/>
              <a:gd name="connsiteY130" fmla="*/ 181863 h 740098"/>
              <a:gd name="connsiteX131" fmla="*/ 156110 w 1190488"/>
              <a:gd name="connsiteY131" fmla="*/ 183249 h 740098"/>
              <a:gd name="connsiteX132" fmla="*/ 157302 w 1190488"/>
              <a:gd name="connsiteY132" fmla="*/ 184635 h 740098"/>
              <a:gd name="connsiteX133" fmla="*/ 158493 w 1190488"/>
              <a:gd name="connsiteY133" fmla="*/ 186021 h 740098"/>
              <a:gd name="connsiteX134" fmla="*/ 159685 w 1190488"/>
              <a:gd name="connsiteY134" fmla="*/ 187406 h 740098"/>
              <a:gd name="connsiteX135" fmla="*/ 160877 w 1190488"/>
              <a:gd name="connsiteY135" fmla="*/ 188792 h 740098"/>
              <a:gd name="connsiteX136" fmla="*/ 162069 w 1190488"/>
              <a:gd name="connsiteY136" fmla="*/ 190176 h 740098"/>
              <a:gd name="connsiteX137" fmla="*/ 163260 w 1190488"/>
              <a:gd name="connsiteY137" fmla="*/ 191561 h 740098"/>
              <a:gd name="connsiteX138" fmla="*/ 164452 w 1190488"/>
              <a:gd name="connsiteY138" fmla="*/ 192946 h 740098"/>
              <a:gd name="connsiteX139" fmla="*/ 165643 w 1190488"/>
              <a:gd name="connsiteY139" fmla="*/ 194329 h 740098"/>
              <a:gd name="connsiteX140" fmla="*/ 166835 w 1190488"/>
              <a:gd name="connsiteY140" fmla="*/ 195713 h 740098"/>
              <a:gd name="connsiteX141" fmla="*/ 168027 w 1190488"/>
              <a:gd name="connsiteY141" fmla="*/ 197097 h 740098"/>
              <a:gd name="connsiteX142" fmla="*/ 169219 w 1190488"/>
              <a:gd name="connsiteY142" fmla="*/ 198480 h 740098"/>
              <a:gd name="connsiteX143" fmla="*/ 170410 w 1190488"/>
              <a:gd name="connsiteY143" fmla="*/ 199863 h 740098"/>
              <a:gd name="connsiteX144" fmla="*/ 171602 w 1190488"/>
              <a:gd name="connsiteY144" fmla="*/ 201246 h 740098"/>
              <a:gd name="connsiteX145" fmla="*/ 172794 w 1190488"/>
              <a:gd name="connsiteY145" fmla="*/ 202628 h 740098"/>
              <a:gd name="connsiteX146" fmla="*/ 173986 w 1190488"/>
              <a:gd name="connsiteY146" fmla="*/ 204011 h 740098"/>
              <a:gd name="connsiteX147" fmla="*/ 175177 w 1190488"/>
              <a:gd name="connsiteY147" fmla="*/ 205393 h 740098"/>
              <a:gd name="connsiteX148" fmla="*/ 176368 w 1190488"/>
              <a:gd name="connsiteY148" fmla="*/ 206775 h 740098"/>
              <a:gd name="connsiteX149" fmla="*/ 177560 w 1190488"/>
              <a:gd name="connsiteY149" fmla="*/ 208156 h 740098"/>
              <a:gd name="connsiteX150" fmla="*/ 178752 w 1190488"/>
              <a:gd name="connsiteY150" fmla="*/ 209537 h 740098"/>
              <a:gd name="connsiteX151" fmla="*/ 179944 w 1190488"/>
              <a:gd name="connsiteY151" fmla="*/ 210918 h 740098"/>
              <a:gd name="connsiteX152" fmla="*/ 181135 w 1190488"/>
              <a:gd name="connsiteY152" fmla="*/ 212299 h 740098"/>
              <a:gd name="connsiteX153" fmla="*/ 182327 w 1190488"/>
              <a:gd name="connsiteY153" fmla="*/ 213679 h 740098"/>
              <a:gd name="connsiteX154" fmla="*/ 183519 w 1190488"/>
              <a:gd name="connsiteY154" fmla="*/ 215059 h 740098"/>
              <a:gd name="connsiteX155" fmla="*/ 184711 w 1190488"/>
              <a:gd name="connsiteY155" fmla="*/ 216439 h 740098"/>
              <a:gd name="connsiteX156" fmla="*/ 185902 w 1190488"/>
              <a:gd name="connsiteY156" fmla="*/ 217818 h 740098"/>
              <a:gd name="connsiteX157" fmla="*/ 187094 w 1190488"/>
              <a:gd name="connsiteY157" fmla="*/ 219198 h 740098"/>
              <a:gd name="connsiteX158" fmla="*/ 188285 w 1190488"/>
              <a:gd name="connsiteY158" fmla="*/ 220577 h 740098"/>
              <a:gd name="connsiteX159" fmla="*/ 189477 w 1190488"/>
              <a:gd name="connsiteY159" fmla="*/ 221955 h 740098"/>
              <a:gd name="connsiteX160" fmla="*/ 190669 w 1190488"/>
              <a:gd name="connsiteY160" fmla="*/ 223333 h 740098"/>
              <a:gd name="connsiteX161" fmla="*/ 191861 w 1190488"/>
              <a:gd name="connsiteY161" fmla="*/ 224711 h 740098"/>
              <a:gd name="connsiteX162" fmla="*/ 193052 w 1190488"/>
              <a:gd name="connsiteY162" fmla="*/ 226089 h 740098"/>
              <a:gd name="connsiteX163" fmla="*/ 194244 w 1190488"/>
              <a:gd name="connsiteY163" fmla="*/ 227467 h 740098"/>
              <a:gd name="connsiteX164" fmla="*/ 195436 w 1190488"/>
              <a:gd name="connsiteY164" fmla="*/ 228843 h 740098"/>
              <a:gd name="connsiteX165" fmla="*/ 196628 w 1190488"/>
              <a:gd name="connsiteY165" fmla="*/ 230220 h 740098"/>
              <a:gd name="connsiteX166" fmla="*/ 197819 w 1190488"/>
              <a:gd name="connsiteY166" fmla="*/ 231597 h 740098"/>
              <a:gd name="connsiteX167" fmla="*/ 199010 w 1190488"/>
              <a:gd name="connsiteY167" fmla="*/ 232973 h 740098"/>
              <a:gd name="connsiteX168" fmla="*/ 200202 w 1190488"/>
              <a:gd name="connsiteY168" fmla="*/ 234349 h 740098"/>
              <a:gd name="connsiteX169" fmla="*/ 201394 w 1190488"/>
              <a:gd name="connsiteY169" fmla="*/ 235724 h 740098"/>
              <a:gd name="connsiteX170" fmla="*/ 202586 w 1190488"/>
              <a:gd name="connsiteY170" fmla="*/ 237100 h 740098"/>
              <a:gd name="connsiteX171" fmla="*/ 203777 w 1190488"/>
              <a:gd name="connsiteY171" fmla="*/ 238475 h 740098"/>
              <a:gd name="connsiteX172" fmla="*/ 204969 w 1190488"/>
              <a:gd name="connsiteY172" fmla="*/ 239849 h 740098"/>
              <a:gd name="connsiteX173" fmla="*/ 206161 w 1190488"/>
              <a:gd name="connsiteY173" fmla="*/ 241224 h 740098"/>
              <a:gd name="connsiteX174" fmla="*/ 207353 w 1190488"/>
              <a:gd name="connsiteY174" fmla="*/ 242597 h 740098"/>
              <a:gd name="connsiteX175" fmla="*/ 208544 w 1190488"/>
              <a:gd name="connsiteY175" fmla="*/ 243971 h 740098"/>
              <a:gd name="connsiteX176" fmla="*/ 209736 w 1190488"/>
              <a:gd name="connsiteY176" fmla="*/ 245345 h 740098"/>
              <a:gd name="connsiteX177" fmla="*/ 210927 w 1190488"/>
              <a:gd name="connsiteY177" fmla="*/ 246717 h 740098"/>
              <a:gd name="connsiteX178" fmla="*/ 212119 w 1190488"/>
              <a:gd name="connsiteY178" fmla="*/ 248090 h 740098"/>
              <a:gd name="connsiteX179" fmla="*/ 213311 w 1190488"/>
              <a:gd name="connsiteY179" fmla="*/ 249463 h 740098"/>
              <a:gd name="connsiteX180" fmla="*/ 214503 w 1190488"/>
              <a:gd name="connsiteY180" fmla="*/ 250834 h 740098"/>
              <a:gd name="connsiteX181" fmla="*/ 215694 w 1190488"/>
              <a:gd name="connsiteY181" fmla="*/ 252206 h 740098"/>
              <a:gd name="connsiteX182" fmla="*/ 216886 w 1190488"/>
              <a:gd name="connsiteY182" fmla="*/ 253577 h 740098"/>
              <a:gd name="connsiteX183" fmla="*/ 218078 w 1190488"/>
              <a:gd name="connsiteY183" fmla="*/ 254948 h 740098"/>
              <a:gd name="connsiteX184" fmla="*/ 219269 w 1190488"/>
              <a:gd name="connsiteY184" fmla="*/ 256319 h 740098"/>
              <a:gd name="connsiteX185" fmla="*/ 220461 w 1190488"/>
              <a:gd name="connsiteY185" fmla="*/ 257689 h 740098"/>
              <a:gd name="connsiteX186" fmla="*/ 221652 w 1190488"/>
              <a:gd name="connsiteY186" fmla="*/ 259059 h 740098"/>
              <a:gd name="connsiteX187" fmla="*/ 222844 w 1190488"/>
              <a:gd name="connsiteY187" fmla="*/ 260429 h 740098"/>
              <a:gd name="connsiteX188" fmla="*/ 224036 w 1190488"/>
              <a:gd name="connsiteY188" fmla="*/ 261797 h 740098"/>
              <a:gd name="connsiteX189" fmla="*/ 225228 w 1190488"/>
              <a:gd name="connsiteY189" fmla="*/ 263166 h 740098"/>
              <a:gd name="connsiteX190" fmla="*/ 226419 w 1190488"/>
              <a:gd name="connsiteY190" fmla="*/ 264535 h 740098"/>
              <a:gd name="connsiteX191" fmla="*/ 227611 w 1190488"/>
              <a:gd name="connsiteY191" fmla="*/ 265903 h 740098"/>
              <a:gd name="connsiteX192" fmla="*/ 228803 w 1190488"/>
              <a:gd name="connsiteY192" fmla="*/ 267271 h 740098"/>
              <a:gd name="connsiteX193" fmla="*/ 229994 w 1190488"/>
              <a:gd name="connsiteY193" fmla="*/ 268639 h 740098"/>
              <a:gd name="connsiteX194" fmla="*/ 231186 w 1190488"/>
              <a:gd name="connsiteY194" fmla="*/ 270006 h 740098"/>
              <a:gd name="connsiteX195" fmla="*/ 232378 w 1190488"/>
              <a:gd name="connsiteY195" fmla="*/ 271372 h 740098"/>
              <a:gd name="connsiteX196" fmla="*/ 233569 w 1190488"/>
              <a:gd name="connsiteY196" fmla="*/ 272738 h 740098"/>
              <a:gd name="connsiteX197" fmla="*/ 234761 w 1190488"/>
              <a:gd name="connsiteY197" fmla="*/ 274104 h 740098"/>
              <a:gd name="connsiteX198" fmla="*/ 235953 w 1190488"/>
              <a:gd name="connsiteY198" fmla="*/ 275470 h 740098"/>
              <a:gd name="connsiteX199" fmla="*/ 237145 w 1190488"/>
              <a:gd name="connsiteY199" fmla="*/ 276835 h 740098"/>
              <a:gd name="connsiteX200" fmla="*/ 238336 w 1190488"/>
              <a:gd name="connsiteY200" fmla="*/ 278200 h 740098"/>
              <a:gd name="connsiteX201" fmla="*/ 239528 w 1190488"/>
              <a:gd name="connsiteY201" fmla="*/ 279564 h 740098"/>
              <a:gd name="connsiteX202" fmla="*/ 240719 w 1190488"/>
              <a:gd name="connsiteY202" fmla="*/ 280928 h 740098"/>
              <a:gd name="connsiteX203" fmla="*/ 241911 w 1190488"/>
              <a:gd name="connsiteY203" fmla="*/ 282292 h 740098"/>
              <a:gd name="connsiteX204" fmla="*/ 243103 w 1190488"/>
              <a:gd name="connsiteY204" fmla="*/ 283655 h 740098"/>
              <a:gd name="connsiteX205" fmla="*/ 244295 w 1190488"/>
              <a:gd name="connsiteY205" fmla="*/ 285018 h 740098"/>
              <a:gd name="connsiteX206" fmla="*/ 245486 w 1190488"/>
              <a:gd name="connsiteY206" fmla="*/ 286380 h 740098"/>
              <a:gd name="connsiteX207" fmla="*/ 246678 w 1190488"/>
              <a:gd name="connsiteY207" fmla="*/ 287742 h 740098"/>
              <a:gd name="connsiteX208" fmla="*/ 247870 w 1190488"/>
              <a:gd name="connsiteY208" fmla="*/ 289104 h 740098"/>
              <a:gd name="connsiteX209" fmla="*/ 249061 w 1190488"/>
              <a:gd name="connsiteY209" fmla="*/ 290465 h 740098"/>
              <a:gd name="connsiteX210" fmla="*/ 250253 w 1190488"/>
              <a:gd name="connsiteY210" fmla="*/ 291826 h 740098"/>
              <a:gd name="connsiteX211" fmla="*/ 251444 w 1190488"/>
              <a:gd name="connsiteY211" fmla="*/ 293186 h 740098"/>
              <a:gd name="connsiteX212" fmla="*/ 252636 w 1190488"/>
              <a:gd name="connsiteY212" fmla="*/ 294546 h 740098"/>
              <a:gd name="connsiteX213" fmla="*/ 253828 w 1190488"/>
              <a:gd name="connsiteY213" fmla="*/ 295906 h 740098"/>
              <a:gd name="connsiteX214" fmla="*/ 255020 w 1190488"/>
              <a:gd name="connsiteY214" fmla="*/ 297265 h 740098"/>
              <a:gd name="connsiteX215" fmla="*/ 256211 w 1190488"/>
              <a:gd name="connsiteY215" fmla="*/ 298624 h 740098"/>
              <a:gd name="connsiteX216" fmla="*/ 257403 w 1190488"/>
              <a:gd name="connsiteY216" fmla="*/ 299982 h 740098"/>
              <a:gd name="connsiteX217" fmla="*/ 258595 w 1190488"/>
              <a:gd name="connsiteY217" fmla="*/ 301340 h 740098"/>
              <a:gd name="connsiteX218" fmla="*/ 259787 w 1190488"/>
              <a:gd name="connsiteY218" fmla="*/ 302697 h 740098"/>
              <a:gd name="connsiteX219" fmla="*/ 260978 w 1190488"/>
              <a:gd name="connsiteY219" fmla="*/ 304054 h 740098"/>
              <a:gd name="connsiteX220" fmla="*/ 262170 w 1190488"/>
              <a:gd name="connsiteY220" fmla="*/ 305411 h 740098"/>
              <a:gd name="connsiteX221" fmla="*/ 263361 w 1190488"/>
              <a:gd name="connsiteY221" fmla="*/ 306767 h 740098"/>
              <a:gd name="connsiteX222" fmla="*/ 264553 w 1190488"/>
              <a:gd name="connsiteY222" fmla="*/ 308123 h 740098"/>
              <a:gd name="connsiteX223" fmla="*/ 265745 w 1190488"/>
              <a:gd name="connsiteY223" fmla="*/ 309478 h 740098"/>
              <a:gd name="connsiteX224" fmla="*/ 266937 w 1190488"/>
              <a:gd name="connsiteY224" fmla="*/ 310833 h 740098"/>
              <a:gd name="connsiteX225" fmla="*/ 268128 w 1190488"/>
              <a:gd name="connsiteY225" fmla="*/ 312187 h 740098"/>
              <a:gd name="connsiteX226" fmla="*/ 269320 w 1190488"/>
              <a:gd name="connsiteY226" fmla="*/ 313541 h 740098"/>
              <a:gd name="connsiteX227" fmla="*/ 270512 w 1190488"/>
              <a:gd name="connsiteY227" fmla="*/ 314894 h 740098"/>
              <a:gd name="connsiteX228" fmla="*/ 271703 w 1190488"/>
              <a:gd name="connsiteY228" fmla="*/ 316247 h 740098"/>
              <a:gd name="connsiteX229" fmla="*/ 272895 w 1190488"/>
              <a:gd name="connsiteY229" fmla="*/ 317599 h 740098"/>
              <a:gd name="connsiteX230" fmla="*/ 274086 w 1190488"/>
              <a:gd name="connsiteY230" fmla="*/ 318952 h 740098"/>
              <a:gd name="connsiteX231" fmla="*/ 275278 w 1190488"/>
              <a:gd name="connsiteY231" fmla="*/ 320303 h 740098"/>
              <a:gd name="connsiteX232" fmla="*/ 276470 w 1190488"/>
              <a:gd name="connsiteY232" fmla="*/ 321654 h 740098"/>
              <a:gd name="connsiteX233" fmla="*/ 277662 w 1190488"/>
              <a:gd name="connsiteY233" fmla="*/ 323005 h 740098"/>
              <a:gd name="connsiteX234" fmla="*/ 278853 w 1190488"/>
              <a:gd name="connsiteY234" fmla="*/ 324355 h 740098"/>
              <a:gd name="connsiteX235" fmla="*/ 280045 w 1190488"/>
              <a:gd name="connsiteY235" fmla="*/ 325704 h 740098"/>
              <a:gd name="connsiteX236" fmla="*/ 281237 w 1190488"/>
              <a:gd name="connsiteY236" fmla="*/ 327054 h 740098"/>
              <a:gd name="connsiteX237" fmla="*/ 282428 w 1190488"/>
              <a:gd name="connsiteY237" fmla="*/ 328402 h 740098"/>
              <a:gd name="connsiteX238" fmla="*/ 283620 w 1190488"/>
              <a:gd name="connsiteY238" fmla="*/ 329750 h 740098"/>
              <a:gd name="connsiteX239" fmla="*/ 284812 w 1190488"/>
              <a:gd name="connsiteY239" fmla="*/ 331098 h 740098"/>
              <a:gd name="connsiteX240" fmla="*/ 286003 w 1190488"/>
              <a:gd name="connsiteY240" fmla="*/ 332445 h 740098"/>
              <a:gd name="connsiteX241" fmla="*/ 287195 w 1190488"/>
              <a:gd name="connsiteY241" fmla="*/ 333791 h 740098"/>
              <a:gd name="connsiteX242" fmla="*/ 288387 w 1190488"/>
              <a:gd name="connsiteY242" fmla="*/ 335137 h 740098"/>
              <a:gd name="connsiteX243" fmla="*/ 289579 w 1190488"/>
              <a:gd name="connsiteY243" fmla="*/ 336483 h 740098"/>
              <a:gd name="connsiteX244" fmla="*/ 290770 w 1190488"/>
              <a:gd name="connsiteY244" fmla="*/ 337828 h 740098"/>
              <a:gd name="connsiteX245" fmla="*/ 291962 w 1190488"/>
              <a:gd name="connsiteY245" fmla="*/ 339172 h 740098"/>
              <a:gd name="connsiteX246" fmla="*/ 293153 w 1190488"/>
              <a:gd name="connsiteY246" fmla="*/ 340517 h 740098"/>
              <a:gd name="connsiteX247" fmla="*/ 294345 w 1190488"/>
              <a:gd name="connsiteY247" fmla="*/ 341860 h 740098"/>
              <a:gd name="connsiteX248" fmla="*/ 295537 w 1190488"/>
              <a:gd name="connsiteY248" fmla="*/ 343203 h 740098"/>
              <a:gd name="connsiteX249" fmla="*/ 296728 w 1190488"/>
              <a:gd name="connsiteY249" fmla="*/ 344545 h 740098"/>
              <a:gd name="connsiteX250" fmla="*/ 297920 w 1190488"/>
              <a:gd name="connsiteY250" fmla="*/ 345887 h 740098"/>
              <a:gd name="connsiteX251" fmla="*/ 299112 w 1190488"/>
              <a:gd name="connsiteY251" fmla="*/ 347228 h 740098"/>
              <a:gd name="connsiteX252" fmla="*/ 300304 w 1190488"/>
              <a:gd name="connsiteY252" fmla="*/ 348569 h 740098"/>
              <a:gd name="connsiteX253" fmla="*/ 301495 w 1190488"/>
              <a:gd name="connsiteY253" fmla="*/ 349909 h 740098"/>
              <a:gd name="connsiteX254" fmla="*/ 302687 w 1190488"/>
              <a:gd name="connsiteY254" fmla="*/ 351249 h 740098"/>
              <a:gd name="connsiteX255" fmla="*/ 303878 w 1190488"/>
              <a:gd name="connsiteY255" fmla="*/ 352588 h 740098"/>
              <a:gd name="connsiteX256" fmla="*/ 305070 w 1190488"/>
              <a:gd name="connsiteY256" fmla="*/ 353926 h 740098"/>
              <a:gd name="connsiteX257" fmla="*/ 306262 w 1190488"/>
              <a:gd name="connsiteY257" fmla="*/ 355265 h 740098"/>
              <a:gd name="connsiteX258" fmla="*/ 307454 w 1190488"/>
              <a:gd name="connsiteY258" fmla="*/ 356602 h 740098"/>
              <a:gd name="connsiteX259" fmla="*/ 308645 w 1190488"/>
              <a:gd name="connsiteY259" fmla="*/ 357939 h 740098"/>
              <a:gd name="connsiteX260" fmla="*/ 309837 w 1190488"/>
              <a:gd name="connsiteY260" fmla="*/ 359274 h 740098"/>
              <a:gd name="connsiteX261" fmla="*/ 311029 w 1190488"/>
              <a:gd name="connsiteY261" fmla="*/ 360610 h 740098"/>
              <a:gd name="connsiteX262" fmla="*/ 312221 w 1190488"/>
              <a:gd name="connsiteY262" fmla="*/ 361945 h 740098"/>
              <a:gd name="connsiteX263" fmla="*/ 313412 w 1190488"/>
              <a:gd name="connsiteY263" fmla="*/ 363280 h 740098"/>
              <a:gd name="connsiteX264" fmla="*/ 314603 w 1190488"/>
              <a:gd name="connsiteY264" fmla="*/ 364614 h 740098"/>
              <a:gd name="connsiteX265" fmla="*/ 315795 w 1190488"/>
              <a:gd name="connsiteY265" fmla="*/ 365947 h 740098"/>
              <a:gd name="connsiteX266" fmla="*/ 316987 w 1190488"/>
              <a:gd name="connsiteY266" fmla="*/ 367279 h 740098"/>
              <a:gd name="connsiteX267" fmla="*/ 318179 w 1190488"/>
              <a:gd name="connsiteY267" fmla="*/ 368611 h 740098"/>
              <a:gd name="connsiteX268" fmla="*/ 319370 w 1190488"/>
              <a:gd name="connsiteY268" fmla="*/ 369942 h 740098"/>
              <a:gd name="connsiteX269" fmla="*/ 320562 w 1190488"/>
              <a:gd name="connsiteY269" fmla="*/ 371273 h 740098"/>
              <a:gd name="connsiteX270" fmla="*/ 321754 w 1190488"/>
              <a:gd name="connsiteY270" fmla="*/ 372603 h 740098"/>
              <a:gd name="connsiteX271" fmla="*/ 322946 w 1190488"/>
              <a:gd name="connsiteY271" fmla="*/ 373933 h 740098"/>
              <a:gd name="connsiteX272" fmla="*/ 324137 w 1190488"/>
              <a:gd name="connsiteY272" fmla="*/ 375261 h 740098"/>
              <a:gd name="connsiteX273" fmla="*/ 325329 w 1190488"/>
              <a:gd name="connsiteY273" fmla="*/ 376590 h 740098"/>
              <a:gd name="connsiteX274" fmla="*/ 326520 w 1190488"/>
              <a:gd name="connsiteY274" fmla="*/ 377917 h 740098"/>
              <a:gd name="connsiteX275" fmla="*/ 327712 w 1190488"/>
              <a:gd name="connsiteY275" fmla="*/ 379244 h 740098"/>
              <a:gd name="connsiteX276" fmla="*/ 328904 w 1190488"/>
              <a:gd name="connsiteY276" fmla="*/ 380571 h 740098"/>
              <a:gd name="connsiteX277" fmla="*/ 330096 w 1190488"/>
              <a:gd name="connsiteY277" fmla="*/ 381896 h 740098"/>
              <a:gd name="connsiteX278" fmla="*/ 331287 w 1190488"/>
              <a:gd name="connsiteY278" fmla="*/ 383221 h 740098"/>
              <a:gd name="connsiteX279" fmla="*/ 332479 w 1190488"/>
              <a:gd name="connsiteY279" fmla="*/ 384545 h 740098"/>
              <a:gd name="connsiteX280" fmla="*/ 333671 w 1190488"/>
              <a:gd name="connsiteY280" fmla="*/ 385869 h 740098"/>
              <a:gd name="connsiteX281" fmla="*/ 334863 w 1190488"/>
              <a:gd name="connsiteY281" fmla="*/ 387192 h 740098"/>
              <a:gd name="connsiteX282" fmla="*/ 336054 w 1190488"/>
              <a:gd name="connsiteY282" fmla="*/ 388514 h 740098"/>
              <a:gd name="connsiteX283" fmla="*/ 337245 w 1190488"/>
              <a:gd name="connsiteY283" fmla="*/ 389835 h 740098"/>
              <a:gd name="connsiteX284" fmla="*/ 338437 w 1190488"/>
              <a:gd name="connsiteY284" fmla="*/ 391156 h 740098"/>
              <a:gd name="connsiteX285" fmla="*/ 339629 w 1190488"/>
              <a:gd name="connsiteY285" fmla="*/ 392476 h 740098"/>
              <a:gd name="connsiteX286" fmla="*/ 340821 w 1190488"/>
              <a:gd name="connsiteY286" fmla="*/ 393795 h 740098"/>
              <a:gd name="connsiteX287" fmla="*/ 342012 w 1190488"/>
              <a:gd name="connsiteY287" fmla="*/ 395114 h 740098"/>
              <a:gd name="connsiteX288" fmla="*/ 343204 w 1190488"/>
              <a:gd name="connsiteY288" fmla="*/ 396432 h 740098"/>
              <a:gd name="connsiteX289" fmla="*/ 344396 w 1190488"/>
              <a:gd name="connsiteY289" fmla="*/ 397749 h 740098"/>
              <a:gd name="connsiteX290" fmla="*/ 345587 w 1190488"/>
              <a:gd name="connsiteY290" fmla="*/ 399066 h 740098"/>
              <a:gd name="connsiteX291" fmla="*/ 346779 w 1190488"/>
              <a:gd name="connsiteY291" fmla="*/ 400382 h 740098"/>
              <a:gd name="connsiteX292" fmla="*/ 347971 w 1190488"/>
              <a:gd name="connsiteY292" fmla="*/ 401697 h 740098"/>
              <a:gd name="connsiteX293" fmla="*/ 349162 w 1190488"/>
              <a:gd name="connsiteY293" fmla="*/ 403011 h 740098"/>
              <a:gd name="connsiteX294" fmla="*/ 350354 w 1190488"/>
              <a:gd name="connsiteY294" fmla="*/ 404325 h 740098"/>
              <a:gd name="connsiteX295" fmla="*/ 351546 w 1190488"/>
              <a:gd name="connsiteY295" fmla="*/ 405637 h 740098"/>
              <a:gd name="connsiteX296" fmla="*/ 352738 w 1190488"/>
              <a:gd name="connsiteY296" fmla="*/ 406950 h 740098"/>
              <a:gd name="connsiteX297" fmla="*/ 353929 w 1190488"/>
              <a:gd name="connsiteY297" fmla="*/ 408261 h 740098"/>
              <a:gd name="connsiteX298" fmla="*/ 355121 w 1190488"/>
              <a:gd name="connsiteY298" fmla="*/ 409571 h 740098"/>
              <a:gd name="connsiteX299" fmla="*/ 356312 w 1190488"/>
              <a:gd name="connsiteY299" fmla="*/ 410881 h 740098"/>
              <a:gd name="connsiteX300" fmla="*/ 357504 w 1190488"/>
              <a:gd name="connsiteY300" fmla="*/ 412190 h 740098"/>
              <a:gd name="connsiteX301" fmla="*/ 358696 w 1190488"/>
              <a:gd name="connsiteY301" fmla="*/ 413498 h 740098"/>
              <a:gd name="connsiteX302" fmla="*/ 359887 w 1190488"/>
              <a:gd name="connsiteY302" fmla="*/ 414805 h 740098"/>
              <a:gd name="connsiteX303" fmla="*/ 361079 w 1190488"/>
              <a:gd name="connsiteY303" fmla="*/ 416112 h 740098"/>
              <a:gd name="connsiteX304" fmla="*/ 362271 w 1190488"/>
              <a:gd name="connsiteY304" fmla="*/ 417417 h 740098"/>
              <a:gd name="connsiteX305" fmla="*/ 363463 w 1190488"/>
              <a:gd name="connsiteY305" fmla="*/ 418722 h 740098"/>
              <a:gd name="connsiteX306" fmla="*/ 364654 w 1190488"/>
              <a:gd name="connsiteY306" fmla="*/ 420026 h 740098"/>
              <a:gd name="connsiteX307" fmla="*/ 365846 w 1190488"/>
              <a:gd name="connsiteY307" fmla="*/ 421329 h 740098"/>
              <a:gd name="connsiteX308" fmla="*/ 367037 w 1190488"/>
              <a:gd name="connsiteY308" fmla="*/ 422631 h 740098"/>
              <a:gd name="connsiteX309" fmla="*/ 368229 w 1190488"/>
              <a:gd name="connsiteY309" fmla="*/ 423933 h 740098"/>
              <a:gd name="connsiteX310" fmla="*/ 369421 w 1190488"/>
              <a:gd name="connsiteY310" fmla="*/ 425234 h 740098"/>
              <a:gd name="connsiteX311" fmla="*/ 370613 w 1190488"/>
              <a:gd name="connsiteY311" fmla="*/ 426534 h 740098"/>
              <a:gd name="connsiteX312" fmla="*/ 371804 w 1190488"/>
              <a:gd name="connsiteY312" fmla="*/ 427832 h 740098"/>
              <a:gd name="connsiteX313" fmla="*/ 372996 w 1190488"/>
              <a:gd name="connsiteY313" fmla="*/ 429130 h 740098"/>
              <a:gd name="connsiteX314" fmla="*/ 374188 w 1190488"/>
              <a:gd name="connsiteY314" fmla="*/ 430428 h 740098"/>
              <a:gd name="connsiteX315" fmla="*/ 375380 w 1190488"/>
              <a:gd name="connsiteY315" fmla="*/ 431724 h 740098"/>
              <a:gd name="connsiteX316" fmla="*/ 376571 w 1190488"/>
              <a:gd name="connsiteY316" fmla="*/ 433019 h 740098"/>
              <a:gd name="connsiteX317" fmla="*/ 377762 w 1190488"/>
              <a:gd name="connsiteY317" fmla="*/ 434314 h 740098"/>
              <a:gd name="connsiteX318" fmla="*/ 378954 w 1190488"/>
              <a:gd name="connsiteY318" fmla="*/ 435608 h 740098"/>
              <a:gd name="connsiteX319" fmla="*/ 380146 w 1190488"/>
              <a:gd name="connsiteY319" fmla="*/ 436900 h 740098"/>
              <a:gd name="connsiteX320" fmla="*/ 381338 w 1190488"/>
              <a:gd name="connsiteY320" fmla="*/ 438192 h 740098"/>
              <a:gd name="connsiteX321" fmla="*/ 382529 w 1190488"/>
              <a:gd name="connsiteY321" fmla="*/ 439483 h 740098"/>
              <a:gd name="connsiteX322" fmla="*/ 383721 w 1190488"/>
              <a:gd name="connsiteY322" fmla="*/ 440773 h 740098"/>
              <a:gd name="connsiteX323" fmla="*/ 384913 w 1190488"/>
              <a:gd name="connsiteY323" fmla="*/ 442062 h 740098"/>
              <a:gd name="connsiteX324" fmla="*/ 386105 w 1190488"/>
              <a:gd name="connsiteY324" fmla="*/ 443350 h 740098"/>
              <a:gd name="connsiteX325" fmla="*/ 387296 w 1190488"/>
              <a:gd name="connsiteY325" fmla="*/ 444637 h 740098"/>
              <a:gd name="connsiteX326" fmla="*/ 388488 w 1190488"/>
              <a:gd name="connsiteY326" fmla="*/ 445923 h 740098"/>
              <a:gd name="connsiteX327" fmla="*/ 389679 w 1190488"/>
              <a:gd name="connsiteY327" fmla="*/ 447208 h 740098"/>
              <a:gd name="connsiteX328" fmla="*/ 390871 w 1190488"/>
              <a:gd name="connsiteY328" fmla="*/ 448492 h 740098"/>
              <a:gd name="connsiteX329" fmla="*/ 392063 w 1190488"/>
              <a:gd name="connsiteY329" fmla="*/ 449775 h 740098"/>
              <a:gd name="connsiteX330" fmla="*/ 393255 w 1190488"/>
              <a:gd name="connsiteY330" fmla="*/ 451057 h 740098"/>
              <a:gd name="connsiteX331" fmla="*/ 394446 w 1190488"/>
              <a:gd name="connsiteY331" fmla="*/ 452338 h 740098"/>
              <a:gd name="connsiteX332" fmla="*/ 395638 w 1190488"/>
              <a:gd name="connsiteY332" fmla="*/ 453618 h 740098"/>
              <a:gd name="connsiteX333" fmla="*/ 396830 w 1190488"/>
              <a:gd name="connsiteY333" fmla="*/ 454898 h 740098"/>
              <a:gd name="connsiteX334" fmla="*/ 398022 w 1190488"/>
              <a:gd name="connsiteY334" fmla="*/ 456176 h 740098"/>
              <a:gd name="connsiteX335" fmla="*/ 399213 w 1190488"/>
              <a:gd name="connsiteY335" fmla="*/ 457452 h 740098"/>
              <a:gd name="connsiteX336" fmla="*/ 400404 w 1190488"/>
              <a:gd name="connsiteY336" fmla="*/ 458729 h 740098"/>
              <a:gd name="connsiteX337" fmla="*/ 401596 w 1190488"/>
              <a:gd name="connsiteY337" fmla="*/ 460004 h 740098"/>
              <a:gd name="connsiteX338" fmla="*/ 402788 w 1190488"/>
              <a:gd name="connsiteY338" fmla="*/ 461277 h 740098"/>
              <a:gd name="connsiteX339" fmla="*/ 403980 w 1190488"/>
              <a:gd name="connsiteY339" fmla="*/ 462550 h 740098"/>
              <a:gd name="connsiteX340" fmla="*/ 405171 w 1190488"/>
              <a:gd name="connsiteY340" fmla="*/ 463822 h 740098"/>
              <a:gd name="connsiteX341" fmla="*/ 406363 w 1190488"/>
              <a:gd name="connsiteY341" fmla="*/ 465092 h 740098"/>
              <a:gd name="connsiteX342" fmla="*/ 407555 w 1190488"/>
              <a:gd name="connsiteY342" fmla="*/ 466362 h 740098"/>
              <a:gd name="connsiteX343" fmla="*/ 408747 w 1190488"/>
              <a:gd name="connsiteY343" fmla="*/ 467631 h 740098"/>
              <a:gd name="connsiteX344" fmla="*/ 409938 w 1190488"/>
              <a:gd name="connsiteY344" fmla="*/ 468898 h 740098"/>
              <a:gd name="connsiteX345" fmla="*/ 411130 w 1190488"/>
              <a:gd name="connsiteY345" fmla="*/ 470164 h 740098"/>
              <a:gd name="connsiteX346" fmla="*/ 412321 w 1190488"/>
              <a:gd name="connsiteY346" fmla="*/ 471429 h 740098"/>
              <a:gd name="connsiteX347" fmla="*/ 413513 w 1190488"/>
              <a:gd name="connsiteY347" fmla="*/ 472693 h 740098"/>
              <a:gd name="connsiteX348" fmla="*/ 414705 w 1190488"/>
              <a:gd name="connsiteY348" fmla="*/ 473956 h 740098"/>
              <a:gd name="connsiteX349" fmla="*/ 415897 w 1190488"/>
              <a:gd name="connsiteY349" fmla="*/ 475218 h 740098"/>
              <a:gd name="connsiteX350" fmla="*/ 417088 w 1190488"/>
              <a:gd name="connsiteY350" fmla="*/ 476478 h 740098"/>
              <a:gd name="connsiteX351" fmla="*/ 418280 w 1190488"/>
              <a:gd name="connsiteY351" fmla="*/ 477737 h 740098"/>
              <a:gd name="connsiteX352" fmla="*/ 419472 w 1190488"/>
              <a:gd name="connsiteY352" fmla="*/ 478995 h 740098"/>
              <a:gd name="connsiteX353" fmla="*/ 420663 w 1190488"/>
              <a:gd name="connsiteY353" fmla="*/ 480252 h 740098"/>
              <a:gd name="connsiteX354" fmla="*/ 421855 w 1190488"/>
              <a:gd name="connsiteY354" fmla="*/ 481508 h 740098"/>
              <a:gd name="connsiteX355" fmla="*/ 423046 w 1190488"/>
              <a:gd name="connsiteY355" fmla="*/ 482762 h 740098"/>
              <a:gd name="connsiteX356" fmla="*/ 424238 w 1190488"/>
              <a:gd name="connsiteY356" fmla="*/ 484015 h 740098"/>
              <a:gd name="connsiteX357" fmla="*/ 425430 w 1190488"/>
              <a:gd name="connsiteY357" fmla="*/ 485267 h 740098"/>
              <a:gd name="connsiteX358" fmla="*/ 426622 w 1190488"/>
              <a:gd name="connsiteY358" fmla="*/ 486518 h 740098"/>
              <a:gd name="connsiteX359" fmla="*/ 427812 w 1190488"/>
              <a:gd name="connsiteY359" fmla="*/ 487767 h 740098"/>
              <a:gd name="connsiteX360" fmla="*/ 429005 w 1190488"/>
              <a:gd name="connsiteY360" fmla="*/ 489015 h 740098"/>
              <a:gd name="connsiteX361" fmla="*/ 430198 w 1190488"/>
              <a:gd name="connsiteY361" fmla="*/ 490263 h 740098"/>
              <a:gd name="connsiteX362" fmla="*/ 431391 w 1190488"/>
              <a:gd name="connsiteY362" fmla="*/ 491508 h 740098"/>
              <a:gd name="connsiteX363" fmla="*/ 432578 w 1190488"/>
              <a:gd name="connsiteY363" fmla="*/ 492752 h 740098"/>
              <a:gd name="connsiteX364" fmla="*/ 433771 w 1190488"/>
              <a:gd name="connsiteY364" fmla="*/ 493996 h 740098"/>
              <a:gd name="connsiteX365" fmla="*/ 434964 w 1190488"/>
              <a:gd name="connsiteY365" fmla="*/ 495237 h 740098"/>
              <a:gd name="connsiteX366" fmla="*/ 436157 w 1190488"/>
              <a:gd name="connsiteY366" fmla="*/ 496478 h 740098"/>
              <a:gd name="connsiteX367" fmla="*/ 437344 w 1190488"/>
              <a:gd name="connsiteY367" fmla="*/ 497717 h 740098"/>
              <a:gd name="connsiteX368" fmla="*/ 438537 w 1190488"/>
              <a:gd name="connsiteY368" fmla="*/ 498954 h 740098"/>
              <a:gd name="connsiteX369" fmla="*/ 439730 w 1190488"/>
              <a:gd name="connsiteY369" fmla="*/ 500190 h 740098"/>
              <a:gd name="connsiteX370" fmla="*/ 440923 w 1190488"/>
              <a:gd name="connsiteY370" fmla="*/ 501425 h 740098"/>
              <a:gd name="connsiteX371" fmla="*/ 442116 w 1190488"/>
              <a:gd name="connsiteY371" fmla="*/ 502659 h 740098"/>
              <a:gd name="connsiteX372" fmla="*/ 443303 w 1190488"/>
              <a:gd name="connsiteY372" fmla="*/ 503891 h 740098"/>
              <a:gd name="connsiteX373" fmla="*/ 444496 w 1190488"/>
              <a:gd name="connsiteY373" fmla="*/ 505122 h 740098"/>
              <a:gd name="connsiteX374" fmla="*/ 445688 w 1190488"/>
              <a:gd name="connsiteY374" fmla="*/ 506351 h 740098"/>
              <a:gd name="connsiteX375" fmla="*/ 446881 w 1190488"/>
              <a:gd name="connsiteY375" fmla="*/ 507579 h 740098"/>
              <a:gd name="connsiteX376" fmla="*/ 448074 w 1190488"/>
              <a:gd name="connsiteY376" fmla="*/ 508806 h 740098"/>
              <a:gd name="connsiteX377" fmla="*/ 449261 w 1190488"/>
              <a:gd name="connsiteY377" fmla="*/ 510030 h 740098"/>
              <a:gd name="connsiteX378" fmla="*/ 450454 w 1190488"/>
              <a:gd name="connsiteY378" fmla="*/ 511253 h 740098"/>
              <a:gd name="connsiteX379" fmla="*/ 451647 w 1190488"/>
              <a:gd name="connsiteY379" fmla="*/ 512476 h 740098"/>
              <a:gd name="connsiteX380" fmla="*/ 452840 w 1190488"/>
              <a:gd name="connsiteY380" fmla="*/ 513696 h 740098"/>
              <a:gd name="connsiteX381" fmla="*/ 454033 w 1190488"/>
              <a:gd name="connsiteY381" fmla="*/ 514915 h 740098"/>
              <a:gd name="connsiteX382" fmla="*/ 455220 w 1190488"/>
              <a:gd name="connsiteY382" fmla="*/ 516133 h 740098"/>
              <a:gd name="connsiteX383" fmla="*/ 456413 w 1190488"/>
              <a:gd name="connsiteY383" fmla="*/ 517349 h 740098"/>
              <a:gd name="connsiteX384" fmla="*/ 457606 w 1190488"/>
              <a:gd name="connsiteY384" fmla="*/ 518563 h 740098"/>
              <a:gd name="connsiteX385" fmla="*/ 458799 w 1190488"/>
              <a:gd name="connsiteY385" fmla="*/ 519776 h 740098"/>
              <a:gd name="connsiteX386" fmla="*/ 459986 w 1190488"/>
              <a:gd name="connsiteY386" fmla="*/ 520987 h 740098"/>
              <a:gd name="connsiteX387" fmla="*/ 461179 w 1190488"/>
              <a:gd name="connsiteY387" fmla="*/ 522197 h 740098"/>
              <a:gd name="connsiteX388" fmla="*/ 462372 w 1190488"/>
              <a:gd name="connsiteY388" fmla="*/ 523405 h 740098"/>
              <a:gd name="connsiteX389" fmla="*/ 463565 w 1190488"/>
              <a:gd name="connsiteY389" fmla="*/ 524611 h 740098"/>
              <a:gd name="connsiteX390" fmla="*/ 464758 w 1190488"/>
              <a:gd name="connsiteY390" fmla="*/ 525816 h 740098"/>
              <a:gd name="connsiteX391" fmla="*/ 465945 w 1190488"/>
              <a:gd name="connsiteY391" fmla="*/ 527020 h 740098"/>
              <a:gd name="connsiteX392" fmla="*/ 467138 w 1190488"/>
              <a:gd name="connsiteY392" fmla="*/ 528221 h 740098"/>
              <a:gd name="connsiteX393" fmla="*/ 468330 w 1190488"/>
              <a:gd name="connsiteY393" fmla="*/ 529421 h 740098"/>
              <a:gd name="connsiteX394" fmla="*/ 469523 w 1190488"/>
              <a:gd name="connsiteY394" fmla="*/ 530619 h 740098"/>
              <a:gd name="connsiteX395" fmla="*/ 470716 w 1190488"/>
              <a:gd name="connsiteY395" fmla="*/ 531816 h 740098"/>
              <a:gd name="connsiteX396" fmla="*/ 471903 w 1190488"/>
              <a:gd name="connsiteY396" fmla="*/ 533011 h 740098"/>
              <a:gd name="connsiteX397" fmla="*/ 473096 w 1190488"/>
              <a:gd name="connsiteY397" fmla="*/ 534204 h 740098"/>
              <a:gd name="connsiteX398" fmla="*/ 474289 w 1190488"/>
              <a:gd name="connsiteY398" fmla="*/ 535395 h 740098"/>
              <a:gd name="connsiteX399" fmla="*/ 475482 w 1190488"/>
              <a:gd name="connsiteY399" fmla="*/ 536585 h 740098"/>
              <a:gd name="connsiteX400" fmla="*/ 476675 w 1190488"/>
              <a:gd name="connsiteY400" fmla="*/ 537772 h 740098"/>
              <a:gd name="connsiteX401" fmla="*/ 477862 w 1190488"/>
              <a:gd name="connsiteY401" fmla="*/ 538959 h 740098"/>
              <a:gd name="connsiteX402" fmla="*/ 479055 w 1190488"/>
              <a:gd name="connsiteY402" fmla="*/ 540143 h 740098"/>
              <a:gd name="connsiteX403" fmla="*/ 480248 w 1190488"/>
              <a:gd name="connsiteY403" fmla="*/ 541323 h 740098"/>
              <a:gd name="connsiteX404" fmla="*/ 481441 w 1190488"/>
              <a:gd name="connsiteY404" fmla="*/ 542504 h 740098"/>
              <a:gd name="connsiteX405" fmla="*/ 482628 w 1190488"/>
              <a:gd name="connsiteY405" fmla="*/ 543685 h 740098"/>
              <a:gd name="connsiteX406" fmla="*/ 483821 w 1190488"/>
              <a:gd name="connsiteY406" fmla="*/ 544860 h 740098"/>
              <a:gd name="connsiteX407" fmla="*/ 485014 w 1190488"/>
              <a:gd name="connsiteY407" fmla="*/ 546036 h 740098"/>
              <a:gd name="connsiteX408" fmla="*/ 486207 w 1190488"/>
              <a:gd name="connsiteY408" fmla="*/ 547211 h 740098"/>
              <a:gd name="connsiteX409" fmla="*/ 487400 w 1190488"/>
              <a:gd name="connsiteY409" fmla="*/ 548380 h 740098"/>
              <a:gd name="connsiteX410" fmla="*/ 488587 w 1190488"/>
              <a:gd name="connsiteY410" fmla="*/ 549549 h 740098"/>
              <a:gd name="connsiteX411" fmla="*/ 489780 w 1190488"/>
              <a:gd name="connsiteY411" fmla="*/ 550719 h 740098"/>
              <a:gd name="connsiteX412" fmla="*/ 490973 w 1190488"/>
              <a:gd name="connsiteY412" fmla="*/ 551882 h 740098"/>
              <a:gd name="connsiteX413" fmla="*/ 492165 w 1190488"/>
              <a:gd name="connsiteY413" fmla="*/ 553045 h 740098"/>
              <a:gd name="connsiteX414" fmla="*/ 493358 w 1190488"/>
              <a:gd name="connsiteY414" fmla="*/ 554209 h 740098"/>
              <a:gd name="connsiteX415" fmla="*/ 494545 w 1190488"/>
              <a:gd name="connsiteY415" fmla="*/ 555372 h 740098"/>
              <a:gd name="connsiteX416" fmla="*/ 495738 w 1190488"/>
              <a:gd name="connsiteY416" fmla="*/ 556530 h 740098"/>
              <a:gd name="connsiteX417" fmla="*/ 496931 w 1190488"/>
              <a:gd name="connsiteY417" fmla="*/ 557681 h 740098"/>
              <a:gd name="connsiteX418" fmla="*/ 498124 w 1190488"/>
              <a:gd name="connsiteY418" fmla="*/ 558839 h 740098"/>
              <a:gd name="connsiteX419" fmla="*/ 499311 w 1190488"/>
              <a:gd name="connsiteY419" fmla="*/ 559990 h 740098"/>
              <a:gd name="connsiteX420" fmla="*/ 500504 w 1190488"/>
              <a:gd name="connsiteY420" fmla="*/ 561136 h 740098"/>
              <a:gd name="connsiteX421" fmla="*/ 501697 w 1190488"/>
              <a:gd name="connsiteY421" fmla="*/ 562288 h 740098"/>
              <a:gd name="connsiteX422" fmla="*/ 502890 w 1190488"/>
              <a:gd name="connsiteY422" fmla="*/ 563427 h 740098"/>
              <a:gd name="connsiteX423" fmla="*/ 504083 w 1190488"/>
              <a:gd name="connsiteY423" fmla="*/ 564573 h 740098"/>
              <a:gd name="connsiteX424" fmla="*/ 505270 w 1190488"/>
              <a:gd name="connsiteY424" fmla="*/ 565713 h 740098"/>
              <a:gd name="connsiteX425" fmla="*/ 506463 w 1190488"/>
              <a:gd name="connsiteY425" fmla="*/ 566853 h 740098"/>
              <a:gd name="connsiteX426" fmla="*/ 507656 w 1190488"/>
              <a:gd name="connsiteY426" fmla="*/ 567992 h 740098"/>
              <a:gd name="connsiteX427" fmla="*/ 508849 w 1190488"/>
              <a:gd name="connsiteY427" fmla="*/ 569126 h 740098"/>
              <a:gd name="connsiteX428" fmla="*/ 510042 w 1190488"/>
              <a:gd name="connsiteY428" fmla="*/ 570254 h 740098"/>
              <a:gd name="connsiteX429" fmla="*/ 511229 w 1190488"/>
              <a:gd name="connsiteY429" fmla="*/ 571388 h 740098"/>
              <a:gd name="connsiteX430" fmla="*/ 512422 w 1190488"/>
              <a:gd name="connsiteY430" fmla="*/ 572516 h 740098"/>
              <a:gd name="connsiteX431" fmla="*/ 513614 w 1190488"/>
              <a:gd name="connsiteY431" fmla="*/ 573638 h 740098"/>
              <a:gd name="connsiteX432" fmla="*/ 514807 w 1190488"/>
              <a:gd name="connsiteY432" fmla="*/ 574760 h 740098"/>
              <a:gd name="connsiteX433" fmla="*/ 516000 w 1190488"/>
              <a:gd name="connsiteY433" fmla="*/ 575882 h 740098"/>
              <a:gd name="connsiteX434" fmla="*/ 517187 w 1190488"/>
              <a:gd name="connsiteY434" fmla="*/ 577004 h 740098"/>
              <a:gd name="connsiteX435" fmla="*/ 518380 w 1190488"/>
              <a:gd name="connsiteY435" fmla="*/ 578121 h 740098"/>
              <a:gd name="connsiteX436" fmla="*/ 519573 w 1190488"/>
              <a:gd name="connsiteY436" fmla="*/ 579231 h 740098"/>
              <a:gd name="connsiteX437" fmla="*/ 520766 w 1190488"/>
              <a:gd name="connsiteY437" fmla="*/ 580347 h 740098"/>
              <a:gd name="connsiteX438" fmla="*/ 521953 w 1190488"/>
              <a:gd name="connsiteY438" fmla="*/ 581451 h 740098"/>
              <a:gd name="connsiteX439" fmla="*/ 523146 w 1190488"/>
              <a:gd name="connsiteY439" fmla="*/ 582562 h 740098"/>
              <a:gd name="connsiteX440" fmla="*/ 524339 w 1190488"/>
              <a:gd name="connsiteY440" fmla="*/ 583666 h 740098"/>
              <a:gd name="connsiteX441" fmla="*/ 525532 w 1190488"/>
              <a:gd name="connsiteY441" fmla="*/ 584764 h 740098"/>
              <a:gd name="connsiteX442" fmla="*/ 526725 w 1190488"/>
              <a:gd name="connsiteY442" fmla="*/ 585863 h 740098"/>
              <a:gd name="connsiteX443" fmla="*/ 527912 w 1190488"/>
              <a:gd name="connsiteY443" fmla="*/ 586961 h 740098"/>
              <a:gd name="connsiteX444" fmla="*/ 529105 w 1190488"/>
              <a:gd name="connsiteY444" fmla="*/ 588060 h 740098"/>
              <a:gd name="connsiteX445" fmla="*/ 530298 w 1190488"/>
              <a:gd name="connsiteY445" fmla="*/ 589146 h 740098"/>
              <a:gd name="connsiteX446" fmla="*/ 531491 w 1190488"/>
              <a:gd name="connsiteY446" fmla="*/ 590239 h 740098"/>
              <a:gd name="connsiteX447" fmla="*/ 532684 w 1190488"/>
              <a:gd name="connsiteY447" fmla="*/ 591325 h 740098"/>
              <a:gd name="connsiteX448" fmla="*/ 533871 w 1190488"/>
              <a:gd name="connsiteY448" fmla="*/ 592406 h 740098"/>
              <a:gd name="connsiteX449" fmla="*/ 535064 w 1190488"/>
              <a:gd name="connsiteY449" fmla="*/ 593493 h 740098"/>
              <a:gd name="connsiteX450" fmla="*/ 536257 w 1190488"/>
              <a:gd name="connsiteY450" fmla="*/ 594568 h 740098"/>
              <a:gd name="connsiteX451" fmla="*/ 537449 w 1190488"/>
              <a:gd name="connsiteY451" fmla="*/ 595642 h 740098"/>
              <a:gd name="connsiteX452" fmla="*/ 538642 w 1190488"/>
              <a:gd name="connsiteY452" fmla="*/ 596717 h 740098"/>
              <a:gd name="connsiteX453" fmla="*/ 539829 w 1190488"/>
              <a:gd name="connsiteY453" fmla="*/ 597792 h 740098"/>
              <a:gd name="connsiteX454" fmla="*/ 541022 w 1190488"/>
              <a:gd name="connsiteY454" fmla="*/ 598855 h 740098"/>
              <a:gd name="connsiteX455" fmla="*/ 542215 w 1190488"/>
              <a:gd name="connsiteY455" fmla="*/ 599924 h 740098"/>
              <a:gd name="connsiteX456" fmla="*/ 543408 w 1190488"/>
              <a:gd name="connsiteY456" fmla="*/ 600987 h 740098"/>
              <a:gd name="connsiteX457" fmla="*/ 544595 w 1190488"/>
              <a:gd name="connsiteY457" fmla="*/ 602044 h 740098"/>
              <a:gd name="connsiteX458" fmla="*/ 545788 w 1190488"/>
              <a:gd name="connsiteY458" fmla="*/ 603101 h 740098"/>
              <a:gd name="connsiteX459" fmla="*/ 546981 w 1190488"/>
              <a:gd name="connsiteY459" fmla="*/ 604158 h 740098"/>
              <a:gd name="connsiteX460" fmla="*/ 548174 w 1190488"/>
              <a:gd name="connsiteY460" fmla="*/ 605209 h 740098"/>
              <a:gd name="connsiteX461" fmla="*/ 549367 w 1190488"/>
              <a:gd name="connsiteY461" fmla="*/ 606255 h 740098"/>
              <a:gd name="connsiteX462" fmla="*/ 550554 w 1190488"/>
              <a:gd name="connsiteY462" fmla="*/ 607300 h 740098"/>
              <a:gd name="connsiteX463" fmla="*/ 551747 w 1190488"/>
              <a:gd name="connsiteY463" fmla="*/ 608345 h 740098"/>
              <a:gd name="connsiteX464" fmla="*/ 552940 w 1190488"/>
              <a:gd name="connsiteY464" fmla="*/ 609385 h 740098"/>
              <a:gd name="connsiteX465" fmla="*/ 554133 w 1190488"/>
              <a:gd name="connsiteY465" fmla="*/ 610424 h 740098"/>
              <a:gd name="connsiteX466" fmla="*/ 555326 w 1190488"/>
              <a:gd name="connsiteY466" fmla="*/ 611458 h 740098"/>
              <a:gd name="connsiteX467" fmla="*/ 556513 w 1190488"/>
              <a:gd name="connsiteY467" fmla="*/ 612485 h 740098"/>
              <a:gd name="connsiteX468" fmla="*/ 557706 w 1190488"/>
              <a:gd name="connsiteY468" fmla="*/ 613513 h 740098"/>
              <a:gd name="connsiteX469" fmla="*/ 558899 w 1190488"/>
              <a:gd name="connsiteY469" fmla="*/ 614540 h 740098"/>
              <a:gd name="connsiteX470" fmla="*/ 560091 w 1190488"/>
              <a:gd name="connsiteY470" fmla="*/ 615562 h 740098"/>
              <a:gd name="connsiteX471" fmla="*/ 561284 w 1190488"/>
              <a:gd name="connsiteY471" fmla="*/ 616578 h 740098"/>
              <a:gd name="connsiteX472" fmla="*/ 562471 w 1190488"/>
              <a:gd name="connsiteY472" fmla="*/ 617593 h 740098"/>
              <a:gd name="connsiteX473" fmla="*/ 563664 w 1190488"/>
              <a:gd name="connsiteY473" fmla="*/ 618609 h 740098"/>
              <a:gd name="connsiteX474" fmla="*/ 564857 w 1190488"/>
              <a:gd name="connsiteY474" fmla="*/ 619619 h 740098"/>
              <a:gd name="connsiteX475" fmla="*/ 566050 w 1190488"/>
              <a:gd name="connsiteY475" fmla="*/ 620623 h 740098"/>
              <a:gd name="connsiteX476" fmla="*/ 567237 w 1190488"/>
              <a:gd name="connsiteY476" fmla="*/ 621627 h 740098"/>
              <a:gd name="connsiteX477" fmla="*/ 568430 w 1190488"/>
              <a:gd name="connsiteY477" fmla="*/ 622625 h 740098"/>
              <a:gd name="connsiteX478" fmla="*/ 569623 w 1190488"/>
              <a:gd name="connsiteY478" fmla="*/ 623623 h 740098"/>
              <a:gd name="connsiteX479" fmla="*/ 570816 w 1190488"/>
              <a:gd name="connsiteY479" fmla="*/ 624615 h 740098"/>
              <a:gd name="connsiteX480" fmla="*/ 572009 w 1190488"/>
              <a:gd name="connsiteY480" fmla="*/ 625607 h 740098"/>
              <a:gd name="connsiteX481" fmla="*/ 573196 w 1190488"/>
              <a:gd name="connsiteY481" fmla="*/ 626594 h 740098"/>
              <a:gd name="connsiteX482" fmla="*/ 574389 w 1190488"/>
              <a:gd name="connsiteY482" fmla="*/ 627574 h 740098"/>
              <a:gd name="connsiteX483" fmla="*/ 575582 w 1190488"/>
              <a:gd name="connsiteY483" fmla="*/ 628554 h 740098"/>
              <a:gd name="connsiteX484" fmla="*/ 576775 w 1190488"/>
              <a:gd name="connsiteY484" fmla="*/ 629529 h 740098"/>
              <a:gd name="connsiteX485" fmla="*/ 577968 w 1190488"/>
              <a:gd name="connsiteY485" fmla="*/ 630503 h 740098"/>
              <a:gd name="connsiteX486" fmla="*/ 579155 w 1190488"/>
              <a:gd name="connsiteY486" fmla="*/ 631472 h 740098"/>
              <a:gd name="connsiteX487" fmla="*/ 580348 w 1190488"/>
              <a:gd name="connsiteY487" fmla="*/ 632440 h 740098"/>
              <a:gd name="connsiteX488" fmla="*/ 581541 w 1190488"/>
              <a:gd name="connsiteY488" fmla="*/ 633403 h 740098"/>
              <a:gd name="connsiteX489" fmla="*/ 582733 w 1190488"/>
              <a:gd name="connsiteY489" fmla="*/ 634359 h 740098"/>
              <a:gd name="connsiteX490" fmla="*/ 583926 w 1190488"/>
              <a:gd name="connsiteY490" fmla="*/ 635316 h 740098"/>
              <a:gd name="connsiteX491" fmla="*/ 585113 w 1190488"/>
              <a:gd name="connsiteY491" fmla="*/ 636267 h 740098"/>
              <a:gd name="connsiteX492" fmla="*/ 586306 w 1190488"/>
              <a:gd name="connsiteY492" fmla="*/ 637218 h 740098"/>
              <a:gd name="connsiteX493" fmla="*/ 587499 w 1190488"/>
              <a:gd name="connsiteY493" fmla="*/ 638163 h 740098"/>
              <a:gd name="connsiteX494" fmla="*/ 588692 w 1190488"/>
              <a:gd name="connsiteY494" fmla="*/ 639102 h 740098"/>
              <a:gd name="connsiteX495" fmla="*/ 589879 w 1190488"/>
              <a:gd name="connsiteY495" fmla="*/ 640041 h 740098"/>
              <a:gd name="connsiteX496" fmla="*/ 591072 w 1190488"/>
              <a:gd name="connsiteY496" fmla="*/ 640974 h 740098"/>
              <a:gd name="connsiteX497" fmla="*/ 592265 w 1190488"/>
              <a:gd name="connsiteY497" fmla="*/ 641907 h 740098"/>
              <a:gd name="connsiteX498" fmla="*/ 593458 w 1190488"/>
              <a:gd name="connsiteY498" fmla="*/ 642834 h 740098"/>
              <a:gd name="connsiteX499" fmla="*/ 594651 w 1190488"/>
              <a:gd name="connsiteY499" fmla="*/ 643755 h 740098"/>
              <a:gd name="connsiteX500" fmla="*/ 595838 w 1190488"/>
              <a:gd name="connsiteY500" fmla="*/ 644671 h 740098"/>
              <a:gd name="connsiteX501" fmla="*/ 597031 w 1190488"/>
              <a:gd name="connsiteY501" fmla="*/ 645586 h 740098"/>
              <a:gd name="connsiteX502" fmla="*/ 598224 w 1190488"/>
              <a:gd name="connsiteY502" fmla="*/ 646501 h 740098"/>
              <a:gd name="connsiteX503" fmla="*/ 599417 w 1190488"/>
              <a:gd name="connsiteY503" fmla="*/ 647405 h 740098"/>
              <a:gd name="connsiteX504" fmla="*/ 600610 w 1190488"/>
              <a:gd name="connsiteY504" fmla="*/ 648308 h 740098"/>
              <a:gd name="connsiteX505" fmla="*/ 601797 w 1190488"/>
              <a:gd name="connsiteY505" fmla="*/ 649212 h 740098"/>
              <a:gd name="connsiteX506" fmla="*/ 602990 w 1190488"/>
              <a:gd name="connsiteY506" fmla="*/ 650110 h 740098"/>
              <a:gd name="connsiteX507" fmla="*/ 604183 w 1190488"/>
              <a:gd name="connsiteY507" fmla="*/ 651001 h 740098"/>
              <a:gd name="connsiteX508" fmla="*/ 605375 w 1190488"/>
              <a:gd name="connsiteY508" fmla="*/ 651887 h 740098"/>
              <a:gd name="connsiteX509" fmla="*/ 606562 w 1190488"/>
              <a:gd name="connsiteY509" fmla="*/ 652773 h 740098"/>
              <a:gd name="connsiteX510" fmla="*/ 607755 w 1190488"/>
              <a:gd name="connsiteY510" fmla="*/ 653653 h 740098"/>
              <a:gd name="connsiteX511" fmla="*/ 608948 w 1190488"/>
              <a:gd name="connsiteY511" fmla="*/ 654527 h 740098"/>
              <a:gd name="connsiteX512" fmla="*/ 610141 w 1190488"/>
              <a:gd name="connsiteY512" fmla="*/ 655401 h 740098"/>
              <a:gd name="connsiteX513" fmla="*/ 611334 w 1190488"/>
              <a:gd name="connsiteY513" fmla="*/ 656269 h 740098"/>
              <a:gd name="connsiteX514" fmla="*/ 612521 w 1190488"/>
              <a:gd name="connsiteY514" fmla="*/ 657131 h 740098"/>
              <a:gd name="connsiteX515" fmla="*/ 613714 w 1190488"/>
              <a:gd name="connsiteY515" fmla="*/ 657988 h 740098"/>
              <a:gd name="connsiteX516" fmla="*/ 614907 w 1190488"/>
              <a:gd name="connsiteY516" fmla="*/ 658844 h 740098"/>
              <a:gd name="connsiteX517" fmla="*/ 616100 w 1190488"/>
              <a:gd name="connsiteY517" fmla="*/ 659694 h 740098"/>
              <a:gd name="connsiteX518" fmla="*/ 617293 w 1190488"/>
              <a:gd name="connsiteY518" fmla="*/ 660545 h 740098"/>
              <a:gd name="connsiteX519" fmla="*/ 618480 w 1190488"/>
              <a:gd name="connsiteY519" fmla="*/ 661389 h 740098"/>
              <a:gd name="connsiteX520" fmla="*/ 619673 w 1190488"/>
              <a:gd name="connsiteY520" fmla="*/ 662228 h 740098"/>
              <a:gd name="connsiteX521" fmla="*/ 620866 w 1190488"/>
              <a:gd name="connsiteY521" fmla="*/ 663060 h 740098"/>
              <a:gd name="connsiteX522" fmla="*/ 622059 w 1190488"/>
              <a:gd name="connsiteY522" fmla="*/ 663887 h 740098"/>
              <a:gd name="connsiteX523" fmla="*/ 623252 w 1190488"/>
              <a:gd name="connsiteY523" fmla="*/ 664714 h 740098"/>
              <a:gd name="connsiteX524" fmla="*/ 624439 w 1190488"/>
              <a:gd name="connsiteY524" fmla="*/ 665535 h 740098"/>
              <a:gd name="connsiteX525" fmla="*/ 625632 w 1190488"/>
              <a:gd name="connsiteY525" fmla="*/ 666356 h 740098"/>
              <a:gd name="connsiteX526" fmla="*/ 626825 w 1190488"/>
              <a:gd name="connsiteY526" fmla="*/ 667165 h 740098"/>
              <a:gd name="connsiteX527" fmla="*/ 628017 w 1190488"/>
              <a:gd name="connsiteY527" fmla="*/ 667974 h 740098"/>
              <a:gd name="connsiteX528" fmla="*/ 629204 w 1190488"/>
              <a:gd name="connsiteY528" fmla="*/ 668777 h 740098"/>
              <a:gd name="connsiteX529" fmla="*/ 630397 w 1190488"/>
              <a:gd name="connsiteY529" fmla="*/ 669580 h 740098"/>
              <a:gd name="connsiteX530" fmla="*/ 631590 w 1190488"/>
              <a:gd name="connsiteY530" fmla="*/ 670372 h 740098"/>
              <a:gd name="connsiteX531" fmla="*/ 632783 w 1190488"/>
              <a:gd name="connsiteY531" fmla="*/ 671163 h 740098"/>
              <a:gd name="connsiteX532" fmla="*/ 633976 w 1190488"/>
              <a:gd name="connsiteY532" fmla="*/ 671948 h 740098"/>
              <a:gd name="connsiteX533" fmla="*/ 635163 w 1190488"/>
              <a:gd name="connsiteY533" fmla="*/ 672734 h 740098"/>
              <a:gd name="connsiteX534" fmla="*/ 636356 w 1190488"/>
              <a:gd name="connsiteY534" fmla="*/ 673508 h 740098"/>
              <a:gd name="connsiteX535" fmla="*/ 637549 w 1190488"/>
              <a:gd name="connsiteY535" fmla="*/ 674281 h 740098"/>
              <a:gd name="connsiteX536" fmla="*/ 638742 w 1190488"/>
              <a:gd name="connsiteY536" fmla="*/ 675049 h 740098"/>
              <a:gd name="connsiteX537" fmla="*/ 639935 w 1190488"/>
              <a:gd name="connsiteY537" fmla="*/ 675811 h 740098"/>
              <a:gd name="connsiteX538" fmla="*/ 641122 w 1190488"/>
              <a:gd name="connsiteY538" fmla="*/ 676572 h 740098"/>
              <a:gd name="connsiteX539" fmla="*/ 642315 w 1190488"/>
              <a:gd name="connsiteY539" fmla="*/ 677322 h 740098"/>
              <a:gd name="connsiteX540" fmla="*/ 643508 w 1190488"/>
              <a:gd name="connsiteY540" fmla="*/ 678073 h 740098"/>
              <a:gd name="connsiteX541" fmla="*/ 644701 w 1190488"/>
              <a:gd name="connsiteY541" fmla="*/ 678817 h 740098"/>
              <a:gd name="connsiteX542" fmla="*/ 645894 w 1190488"/>
              <a:gd name="connsiteY542" fmla="*/ 679561 h 740098"/>
              <a:gd name="connsiteX543" fmla="*/ 647081 w 1190488"/>
              <a:gd name="connsiteY543" fmla="*/ 680293 h 740098"/>
              <a:gd name="connsiteX544" fmla="*/ 648274 w 1190488"/>
              <a:gd name="connsiteY544" fmla="*/ 681025 h 740098"/>
              <a:gd name="connsiteX545" fmla="*/ 649467 w 1190488"/>
              <a:gd name="connsiteY545" fmla="*/ 681752 h 740098"/>
              <a:gd name="connsiteX546" fmla="*/ 650660 w 1190488"/>
              <a:gd name="connsiteY546" fmla="*/ 682472 h 740098"/>
              <a:gd name="connsiteX547" fmla="*/ 651846 w 1190488"/>
              <a:gd name="connsiteY547" fmla="*/ 683187 h 740098"/>
              <a:gd name="connsiteX548" fmla="*/ 653039 w 1190488"/>
              <a:gd name="connsiteY548" fmla="*/ 683901 h 740098"/>
              <a:gd name="connsiteX549" fmla="*/ 654232 w 1190488"/>
              <a:gd name="connsiteY549" fmla="*/ 684604 h 740098"/>
              <a:gd name="connsiteX550" fmla="*/ 655425 w 1190488"/>
              <a:gd name="connsiteY550" fmla="*/ 685307 h 740098"/>
              <a:gd name="connsiteX551" fmla="*/ 656618 w 1190488"/>
              <a:gd name="connsiteY551" fmla="*/ 686004 h 740098"/>
              <a:gd name="connsiteX552" fmla="*/ 657805 w 1190488"/>
              <a:gd name="connsiteY552" fmla="*/ 686695 h 740098"/>
              <a:gd name="connsiteX553" fmla="*/ 658998 w 1190488"/>
              <a:gd name="connsiteY553" fmla="*/ 687386 h 740098"/>
              <a:gd name="connsiteX554" fmla="*/ 660191 w 1190488"/>
              <a:gd name="connsiteY554" fmla="*/ 688065 h 740098"/>
              <a:gd name="connsiteX555" fmla="*/ 661384 w 1190488"/>
              <a:gd name="connsiteY555" fmla="*/ 688744 h 740098"/>
              <a:gd name="connsiteX556" fmla="*/ 662577 w 1190488"/>
              <a:gd name="connsiteY556" fmla="*/ 689417 h 740098"/>
              <a:gd name="connsiteX557" fmla="*/ 663764 w 1190488"/>
              <a:gd name="connsiteY557" fmla="*/ 690084 h 740098"/>
              <a:gd name="connsiteX558" fmla="*/ 664957 w 1190488"/>
              <a:gd name="connsiteY558" fmla="*/ 690746 h 740098"/>
              <a:gd name="connsiteX559" fmla="*/ 666150 w 1190488"/>
              <a:gd name="connsiteY559" fmla="*/ 691401 h 740098"/>
              <a:gd name="connsiteX560" fmla="*/ 667343 w 1190488"/>
              <a:gd name="connsiteY560" fmla="*/ 692057 h 740098"/>
              <a:gd name="connsiteX561" fmla="*/ 668536 w 1190488"/>
              <a:gd name="connsiteY561" fmla="*/ 692707 h 740098"/>
              <a:gd name="connsiteX562" fmla="*/ 669723 w 1190488"/>
              <a:gd name="connsiteY562" fmla="*/ 693344 h 740098"/>
              <a:gd name="connsiteX563" fmla="*/ 670916 w 1190488"/>
              <a:gd name="connsiteY563" fmla="*/ 693982 h 740098"/>
              <a:gd name="connsiteX564" fmla="*/ 672109 w 1190488"/>
              <a:gd name="connsiteY564" fmla="*/ 694614 h 740098"/>
              <a:gd name="connsiteX565" fmla="*/ 673302 w 1190488"/>
              <a:gd name="connsiteY565" fmla="*/ 695246 h 740098"/>
              <a:gd name="connsiteX566" fmla="*/ 674489 w 1190488"/>
              <a:gd name="connsiteY566" fmla="*/ 695866 h 740098"/>
              <a:gd name="connsiteX567" fmla="*/ 675681 w 1190488"/>
              <a:gd name="connsiteY567" fmla="*/ 696486 h 740098"/>
              <a:gd name="connsiteX568" fmla="*/ 676874 w 1190488"/>
              <a:gd name="connsiteY568" fmla="*/ 697094 h 740098"/>
              <a:gd name="connsiteX569" fmla="*/ 678067 w 1190488"/>
              <a:gd name="connsiteY569" fmla="*/ 697703 h 740098"/>
              <a:gd name="connsiteX570" fmla="*/ 679260 w 1190488"/>
              <a:gd name="connsiteY570" fmla="*/ 698305 h 740098"/>
              <a:gd name="connsiteX571" fmla="*/ 680447 w 1190488"/>
              <a:gd name="connsiteY571" fmla="*/ 698902 h 740098"/>
              <a:gd name="connsiteX572" fmla="*/ 681640 w 1190488"/>
              <a:gd name="connsiteY572" fmla="*/ 699498 h 740098"/>
              <a:gd name="connsiteX573" fmla="*/ 682833 w 1190488"/>
              <a:gd name="connsiteY573" fmla="*/ 700083 h 740098"/>
              <a:gd name="connsiteX574" fmla="*/ 684026 w 1190488"/>
              <a:gd name="connsiteY574" fmla="*/ 700667 h 740098"/>
              <a:gd name="connsiteX575" fmla="*/ 685219 w 1190488"/>
              <a:gd name="connsiteY575" fmla="*/ 701240 h 740098"/>
              <a:gd name="connsiteX576" fmla="*/ 686406 w 1190488"/>
              <a:gd name="connsiteY576" fmla="*/ 701813 h 740098"/>
              <a:gd name="connsiteX577" fmla="*/ 687599 w 1190488"/>
              <a:gd name="connsiteY577" fmla="*/ 702380 h 740098"/>
              <a:gd name="connsiteX578" fmla="*/ 688792 w 1190488"/>
              <a:gd name="connsiteY578" fmla="*/ 702941 h 740098"/>
              <a:gd name="connsiteX579" fmla="*/ 689985 w 1190488"/>
              <a:gd name="connsiteY579" fmla="*/ 703496 h 740098"/>
              <a:gd name="connsiteX580" fmla="*/ 691172 w 1190488"/>
              <a:gd name="connsiteY580" fmla="*/ 704051 h 740098"/>
              <a:gd name="connsiteX581" fmla="*/ 692365 w 1190488"/>
              <a:gd name="connsiteY581" fmla="*/ 704594 h 740098"/>
              <a:gd name="connsiteX582" fmla="*/ 693558 w 1190488"/>
              <a:gd name="connsiteY582" fmla="*/ 705138 h 740098"/>
              <a:gd name="connsiteX583" fmla="*/ 694751 w 1190488"/>
              <a:gd name="connsiteY583" fmla="*/ 705669 h 740098"/>
              <a:gd name="connsiteX584" fmla="*/ 695943 w 1190488"/>
              <a:gd name="connsiteY584" fmla="*/ 706201 h 740098"/>
              <a:gd name="connsiteX585" fmla="*/ 697131 w 1190488"/>
              <a:gd name="connsiteY585" fmla="*/ 706726 h 740098"/>
              <a:gd name="connsiteX586" fmla="*/ 698323 w 1190488"/>
              <a:gd name="connsiteY586" fmla="*/ 707246 h 740098"/>
              <a:gd name="connsiteX587" fmla="*/ 699516 w 1190488"/>
              <a:gd name="connsiteY587" fmla="*/ 707766 h 740098"/>
              <a:gd name="connsiteX588" fmla="*/ 700709 w 1190488"/>
              <a:gd name="connsiteY588" fmla="*/ 708274 h 740098"/>
              <a:gd name="connsiteX589" fmla="*/ 701902 w 1190488"/>
              <a:gd name="connsiteY589" fmla="*/ 708782 h 740098"/>
              <a:gd name="connsiteX590" fmla="*/ 703089 w 1190488"/>
              <a:gd name="connsiteY590" fmla="*/ 709278 h 740098"/>
              <a:gd name="connsiteX591" fmla="*/ 704282 w 1190488"/>
              <a:gd name="connsiteY591" fmla="*/ 709774 h 740098"/>
              <a:gd name="connsiteX592" fmla="*/ 705475 w 1190488"/>
              <a:gd name="connsiteY592" fmla="*/ 710264 h 740098"/>
              <a:gd name="connsiteX593" fmla="*/ 706668 w 1190488"/>
              <a:gd name="connsiteY593" fmla="*/ 710748 h 740098"/>
              <a:gd name="connsiteX594" fmla="*/ 707861 w 1190488"/>
              <a:gd name="connsiteY594" fmla="*/ 711226 h 740098"/>
              <a:gd name="connsiteX595" fmla="*/ 709048 w 1190488"/>
              <a:gd name="connsiteY595" fmla="*/ 711705 h 740098"/>
              <a:gd name="connsiteX596" fmla="*/ 710241 w 1190488"/>
              <a:gd name="connsiteY596" fmla="*/ 712171 h 740098"/>
              <a:gd name="connsiteX597" fmla="*/ 711434 w 1190488"/>
              <a:gd name="connsiteY597" fmla="*/ 712638 h 740098"/>
              <a:gd name="connsiteX598" fmla="*/ 712627 w 1190488"/>
              <a:gd name="connsiteY598" fmla="*/ 713093 h 740098"/>
              <a:gd name="connsiteX599" fmla="*/ 713814 w 1190488"/>
              <a:gd name="connsiteY599" fmla="*/ 713547 h 740098"/>
              <a:gd name="connsiteX600" fmla="*/ 715007 w 1190488"/>
              <a:gd name="connsiteY600" fmla="*/ 713996 h 740098"/>
              <a:gd name="connsiteX601" fmla="*/ 716200 w 1190488"/>
              <a:gd name="connsiteY601" fmla="*/ 714445 h 740098"/>
              <a:gd name="connsiteX602" fmla="*/ 717393 w 1190488"/>
              <a:gd name="connsiteY602" fmla="*/ 714882 h 740098"/>
              <a:gd name="connsiteX603" fmla="*/ 718585 w 1190488"/>
              <a:gd name="connsiteY603" fmla="*/ 715313 h 740098"/>
              <a:gd name="connsiteX604" fmla="*/ 719773 w 1190488"/>
              <a:gd name="connsiteY604" fmla="*/ 715744 h 740098"/>
              <a:gd name="connsiteX605" fmla="*/ 720965 w 1190488"/>
              <a:gd name="connsiteY605" fmla="*/ 716169 h 740098"/>
              <a:gd name="connsiteX606" fmla="*/ 722158 w 1190488"/>
              <a:gd name="connsiteY606" fmla="*/ 716589 h 740098"/>
              <a:gd name="connsiteX607" fmla="*/ 723351 w 1190488"/>
              <a:gd name="connsiteY607" fmla="*/ 717002 h 740098"/>
              <a:gd name="connsiteX608" fmla="*/ 724544 w 1190488"/>
              <a:gd name="connsiteY608" fmla="*/ 717410 h 740098"/>
              <a:gd name="connsiteX609" fmla="*/ 725731 w 1190488"/>
              <a:gd name="connsiteY609" fmla="*/ 717817 h 740098"/>
              <a:gd name="connsiteX610" fmla="*/ 726924 w 1190488"/>
              <a:gd name="connsiteY610" fmla="*/ 718213 h 740098"/>
              <a:gd name="connsiteX611" fmla="*/ 728117 w 1190488"/>
              <a:gd name="connsiteY611" fmla="*/ 718608 h 740098"/>
              <a:gd name="connsiteX612" fmla="*/ 729310 w 1190488"/>
              <a:gd name="connsiteY612" fmla="*/ 718998 h 740098"/>
              <a:gd name="connsiteX613" fmla="*/ 730503 w 1190488"/>
              <a:gd name="connsiteY613" fmla="*/ 719382 h 740098"/>
              <a:gd name="connsiteX614" fmla="*/ 731690 w 1190488"/>
              <a:gd name="connsiteY614" fmla="*/ 719760 h 740098"/>
              <a:gd name="connsiteX615" fmla="*/ 732883 w 1190488"/>
              <a:gd name="connsiteY615" fmla="*/ 720138 h 740098"/>
              <a:gd name="connsiteX616" fmla="*/ 734076 w 1190488"/>
              <a:gd name="connsiteY616" fmla="*/ 720510 h 740098"/>
              <a:gd name="connsiteX617" fmla="*/ 735269 w 1190488"/>
              <a:gd name="connsiteY617" fmla="*/ 720876 h 740098"/>
              <a:gd name="connsiteX618" fmla="*/ 736456 w 1190488"/>
              <a:gd name="connsiteY618" fmla="*/ 721236 h 740098"/>
              <a:gd name="connsiteX619" fmla="*/ 737649 w 1190488"/>
              <a:gd name="connsiteY619" fmla="*/ 721591 h 740098"/>
              <a:gd name="connsiteX620" fmla="*/ 738842 w 1190488"/>
              <a:gd name="connsiteY620" fmla="*/ 721939 h 740098"/>
              <a:gd name="connsiteX621" fmla="*/ 740035 w 1190488"/>
              <a:gd name="connsiteY621" fmla="*/ 722288 h 740098"/>
              <a:gd name="connsiteX622" fmla="*/ 741228 w 1190488"/>
              <a:gd name="connsiteY622" fmla="*/ 722630 h 740098"/>
              <a:gd name="connsiteX623" fmla="*/ 742415 w 1190488"/>
              <a:gd name="connsiteY623" fmla="*/ 722967 h 740098"/>
              <a:gd name="connsiteX624" fmla="*/ 743607 w 1190488"/>
              <a:gd name="connsiteY624" fmla="*/ 723297 h 740098"/>
              <a:gd name="connsiteX625" fmla="*/ 744800 w 1190488"/>
              <a:gd name="connsiteY625" fmla="*/ 723628 h 740098"/>
              <a:gd name="connsiteX626" fmla="*/ 745993 w 1190488"/>
              <a:gd name="connsiteY626" fmla="*/ 723947 h 740098"/>
              <a:gd name="connsiteX627" fmla="*/ 747186 w 1190488"/>
              <a:gd name="connsiteY627" fmla="*/ 724266 h 740098"/>
              <a:gd name="connsiteX628" fmla="*/ 748373 w 1190488"/>
              <a:gd name="connsiteY628" fmla="*/ 724579 h 740098"/>
              <a:gd name="connsiteX629" fmla="*/ 749566 w 1190488"/>
              <a:gd name="connsiteY629" fmla="*/ 724892 h 740098"/>
              <a:gd name="connsiteX630" fmla="*/ 750759 w 1190488"/>
              <a:gd name="connsiteY630" fmla="*/ 725199 h 740098"/>
              <a:gd name="connsiteX631" fmla="*/ 751952 w 1190488"/>
              <a:gd name="connsiteY631" fmla="*/ 725494 h 740098"/>
              <a:gd name="connsiteX632" fmla="*/ 753145 w 1190488"/>
              <a:gd name="connsiteY632" fmla="*/ 725795 h 740098"/>
              <a:gd name="connsiteX633" fmla="*/ 754332 w 1190488"/>
              <a:gd name="connsiteY633" fmla="*/ 726085 h 740098"/>
              <a:gd name="connsiteX634" fmla="*/ 755525 w 1190488"/>
              <a:gd name="connsiteY634" fmla="*/ 726374 h 740098"/>
              <a:gd name="connsiteX635" fmla="*/ 756718 w 1190488"/>
              <a:gd name="connsiteY635" fmla="*/ 726658 h 740098"/>
              <a:gd name="connsiteX636" fmla="*/ 757911 w 1190488"/>
              <a:gd name="connsiteY636" fmla="*/ 726935 h 740098"/>
              <a:gd name="connsiteX637" fmla="*/ 759098 w 1190488"/>
              <a:gd name="connsiteY637" fmla="*/ 727207 h 740098"/>
              <a:gd name="connsiteX638" fmla="*/ 760291 w 1190488"/>
              <a:gd name="connsiteY638" fmla="*/ 727479 h 740098"/>
              <a:gd name="connsiteX639" fmla="*/ 761484 w 1190488"/>
              <a:gd name="connsiteY639" fmla="*/ 727744 h 740098"/>
              <a:gd name="connsiteX640" fmla="*/ 762677 w 1190488"/>
              <a:gd name="connsiteY640" fmla="*/ 728004 h 740098"/>
              <a:gd name="connsiteX641" fmla="*/ 763870 w 1190488"/>
              <a:gd name="connsiteY641" fmla="*/ 728264 h 740098"/>
              <a:gd name="connsiteX642" fmla="*/ 765057 w 1190488"/>
              <a:gd name="connsiteY642" fmla="*/ 728518 h 740098"/>
              <a:gd name="connsiteX643" fmla="*/ 766249 w 1190488"/>
              <a:gd name="connsiteY643" fmla="*/ 728766 h 740098"/>
              <a:gd name="connsiteX644" fmla="*/ 767442 w 1190488"/>
              <a:gd name="connsiteY644" fmla="*/ 729014 h 740098"/>
              <a:gd name="connsiteX645" fmla="*/ 768635 w 1190488"/>
              <a:gd name="connsiteY645" fmla="*/ 729256 h 740098"/>
              <a:gd name="connsiteX646" fmla="*/ 769828 w 1190488"/>
              <a:gd name="connsiteY646" fmla="*/ 729492 h 740098"/>
              <a:gd name="connsiteX647" fmla="*/ 771015 w 1190488"/>
              <a:gd name="connsiteY647" fmla="*/ 729729 h 740098"/>
              <a:gd name="connsiteX648" fmla="*/ 772208 w 1190488"/>
              <a:gd name="connsiteY648" fmla="*/ 729953 h 740098"/>
              <a:gd name="connsiteX649" fmla="*/ 773401 w 1190488"/>
              <a:gd name="connsiteY649" fmla="*/ 730183 h 740098"/>
              <a:gd name="connsiteX650" fmla="*/ 774594 w 1190488"/>
              <a:gd name="connsiteY650" fmla="*/ 730402 h 740098"/>
              <a:gd name="connsiteX651" fmla="*/ 775781 w 1190488"/>
              <a:gd name="connsiteY651" fmla="*/ 730620 h 740098"/>
              <a:gd name="connsiteX652" fmla="*/ 776974 w 1190488"/>
              <a:gd name="connsiteY652" fmla="*/ 730833 h 740098"/>
              <a:gd name="connsiteX653" fmla="*/ 778167 w 1190488"/>
              <a:gd name="connsiteY653" fmla="*/ 731046 h 740098"/>
              <a:gd name="connsiteX654" fmla="*/ 779360 w 1190488"/>
              <a:gd name="connsiteY654" fmla="*/ 731252 h 740098"/>
              <a:gd name="connsiteX655" fmla="*/ 780553 w 1190488"/>
              <a:gd name="connsiteY655" fmla="*/ 731459 h 740098"/>
              <a:gd name="connsiteX656" fmla="*/ 781740 w 1190488"/>
              <a:gd name="connsiteY656" fmla="*/ 731654 h 740098"/>
              <a:gd name="connsiteX657" fmla="*/ 782933 w 1190488"/>
              <a:gd name="connsiteY657" fmla="*/ 731855 h 740098"/>
              <a:gd name="connsiteX658" fmla="*/ 784126 w 1190488"/>
              <a:gd name="connsiteY658" fmla="*/ 732044 h 740098"/>
              <a:gd name="connsiteX659" fmla="*/ 785319 w 1190488"/>
              <a:gd name="connsiteY659" fmla="*/ 732233 h 740098"/>
              <a:gd name="connsiteX660" fmla="*/ 786512 w 1190488"/>
              <a:gd name="connsiteY660" fmla="*/ 732422 h 740098"/>
              <a:gd name="connsiteX661" fmla="*/ 787699 w 1190488"/>
              <a:gd name="connsiteY661" fmla="*/ 732599 h 740098"/>
              <a:gd name="connsiteX662" fmla="*/ 788891 w 1190488"/>
              <a:gd name="connsiteY662" fmla="*/ 732782 h 740098"/>
              <a:gd name="connsiteX663" fmla="*/ 790084 w 1190488"/>
              <a:gd name="connsiteY663" fmla="*/ 732953 h 740098"/>
              <a:gd name="connsiteX664" fmla="*/ 791277 w 1190488"/>
              <a:gd name="connsiteY664" fmla="*/ 733124 h 740098"/>
              <a:gd name="connsiteX665" fmla="*/ 792470 w 1190488"/>
              <a:gd name="connsiteY665" fmla="*/ 733296 h 740098"/>
              <a:gd name="connsiteX666" fmla="*/ 793657 w 1190488"/>
              <a:gd name="connsiteY666" fmla="*/ 733461 h 740098"/>
              <a:gd name="connsiteX667" fmla="*/ 794850 w 1190488"/>
              <a:gd name="connsiteY667" fmla="*/ 733626 h 740098"/>
              <a:gd name="connsiteX668" fmla="*/ 796043 w 1190488"/>
              <a:gd name="connsiteY668" fmla="*/ 733780 h 740098"/>
              <a:gd name="connsiteX669" fmla="*/ 797236 w 1190488"/>
              <a:gd name="connsiteY669" fmla="*/ 733939 h 740098"/>
              <a:gd name="connsiteX670" fmla="*/ 798423 w 1190488"/>
              <a:gd name="connsiteY670" fmla="*/ 734093 h 740098"/>
              <a:gd name="connsiteX671" fmla="*/ 799616 w 1190488"/>
              <a:gd name="connsiteY671" fmla="*/ 734240 h 740098"/>
              <a:gd name="connsiteX672" fmla="*/ 800809 w 1190488"/>
              <a:gd name="connsiteY672" fmla="*/ 734388 h 740098"/>
              <a:gd name="connsiteX673" fmla="*/ 802002 w 1190488"/>
              <a:gd name="connsiteY673" fmla="*/ 734530 h 740098"/>
              <a:gd name="connsiteX674" fmla="*/ 803195 w 1190488"/>
              <a:gd name="connsiteY674" fmla="*/ 734672 h 740098"/>
              <a:gd name="connsiteX675" fmla="*/ 804382 w 1190488"/>
              <a:gd name="connsiteY675" fmla="*/ 734813 h 740098"/>
              <a:gd name="connsiteX676" fmla="*/ 805575 w 1190488"/>
              <a:gd name="connsiteY676" fmla="*/ 734949 h 740098"/>
              <a:gd name="connsiteX677" fmla="*/ 806768 w 1190488"/>
              <a:gd name="connsiteY677" fmla="*/ 735079 h 740098"/>
              <a:gd name="connsiteX678" fmla="*/ 807961 w 1190488"/>
              <a:gd name="connsiteY678" fmla="*/ 735209 h 740098"/>
              <a:gd name="connsiteX679" fmla="*/ 809154 w 1190488"/>
              <a:gd name="connsiteY679" fmla="*/ 735339 h 740098"/>
              <a:gd name="connsiteX680" fmla="*/ 810341 w 1190488"/>
              <a:gd name="connsiteY680" fmla="*/ 735463 h 740098"/>
              <a:gd name="connsiteX681" fmla="*/ 811533 w 1190488"/>
              <a:gd name="connsiteY681" fmla="*/ 735581 h 740098"/>
              <a:gd name="connsiteX682" fmla="*/ 812726 w 1190488"/>
              <a:gd name="connsiteY682" fmla="*/ 735699 h 740098"/>
              <a:gd name="connsiteX683" fmla="*/ 813919 w 1190488"/>
              <a:gd name="connsiteY683" fmla="*/ 735817 h 740098"/>
              <a:gd name="connsiteX684" fmla="*/ 815112 w 1190488"/>
              <a:gd name="connsiteY684" fmla="*/ 735929 h 740098"/>
              <a:gd name="connsiteX685" fmla="*/ 816299 w 1190488"/>
              <a:gd name="connsiteY685" fmla="*/ 736042 h 740098"/>
              <a:gd name="connsiteX686" fmla="*/ 817492 w 1190488"/>
              <a:gd name="connsiteY686" fmla="*/ 736154 h 740098"/>
              <a:gd name="connsiteX687" fmla="*/ 818685 w 1190488"/>
              <a:gd name="connsiteY687" fmla="*/ 736260 h 740098"/>
              <a:gd name="connsiteX688" fmla="*/ 819878 w 1190488"/>
              <a:gd name="connsiteY688" fmla="*/ 736361 h 740098"/>
              <a:gd name="connsiteX689" fmla="*/ 821065 w 1190488"/>
              <a:gd name="connsiteY689" fmla="*/ 736467 h 740098"/>
              <a:gd name="connsiteX690" fmla="*/ 822258 w 1190488"/>
              <a:gd name="connsiteY690" fmla="*/ 736567 h 740098"/>
              <a:gd name="connsiteX691" fmla="*/ 823451 w 1190488"/>
              <a:gd name="connsiteY691" fmla="*/ 736662 h 740098"/>
              <a:gd name="connsiteX692" fmla="*/ 824644 w 1190488"/>
              <a:gd name="connsiteY692" fmla="*/ 736756 h 740098"/>
              <a:gd name="connsiteX693" fmla="*/ 825837 w 1190488"/>
              <a:gd name="connsiteY693" fmla="*/ 736851 h 740098"/>
              <a:gd name="connsiteX694" fmla="*/ 827024 w 1190488"/>
              <a:gd name="connsiteY694" fmla="*/ 736939 h 740098"/>
              <a:gd name="connsiteX695" fmla="*/ 828217 w 1190488"/>
              <a:gd name="connsiteY695" fmla="*/ 737028 h 740098"/>
              <a:gd name="connsiteX696" fmla="*/ 829410 w 1190488"/>
              <a:gd name="connsiteY696" fmla="*/ 737117 h 740098"/>
              <a:gd name="connsiteX697" fmla="*/ 830603 w 1190488"/>
              <a:gd name="connsiteY697" fmla="*/ 737199 h 740098"/>
              <a:gd name="connsiteX698" fmla="*/ 831796 w 1190488"/>
              <a:gd name="connsiteY698" fmla="*/ 737282 h 740098"/>
              <a:gd name="connsiteX699" fmla="*/ 832983 w 1190488"/>
              <a:gd name="connsiteY699" fmla="*/ 737365 h 740098"/>
              <a:gd name="connsiteX700" fmla="*/ 834176 w 1190488"/>
              <a:gd name="connsiteY700" fmla="*/ 737441 h 740098"/>
              <a:gd name="connsiteX701" fmla="*/ 835368 w 1190488"/>
              <a:gd name="connsiteY701" fmla="*/ 737518 h 740098"/>
              <a:gd name="connsiteX702" fmla="*/ 836561 w 1190488"/>
              <a:gd name="connsiteY702" fmla="*/ 737595 h 740098"/>
              <a:gd name="connsiteX703" fmla="*/ 837754 w 1190488"/>
              <a:gd name="connsiteY703" fmla="*/ 737666 h 740098"/>
              <a:gd name="connsiteX704" fmla="*/ 838941 w 1190488"/>
              <a:gd name="connsiteY704" fmla="*/ 737737 h 740098"/>
              <a:gd name="connsiteX705" fmla="*/ 840134 w 1190488"/>
              <a:gd name="connsiteY705" fmla="*/ 737807 h 740098"/>
              <a:gd name="connsiteX706" fmla="*/ 841327 w 1190488"/>
              <a:gd name="connsiteY706" fmla="*/ 737872 h 740098"/>
              <a:gd name="connsiteX707" fmla="*/ 842520 w 1190488"/>
              <a:gd name="connsiteY707" fmla="*/ 737943 h 740098"/>
              <a:gd name="connsiteX708" fmla="*/ 843707 w 1190488"/>
              <a:gd name="connsiteY708" fmla="*/ 738002 h 740098"/>
              <a:gd name="connsiteX709" fmla="*/ 844900 w 1190488"/>
              <a:gd name="connsiteY709" fmla="*/ 738067 h 740098"/>
              <a:gd name="connsiteX710" fmla="*/ 846093 w 1190488"/>
              <a:gd name="connsiteY710" fmla="*/ 738126 h 740098"/>
              <a:gd name="connsiteX711" fmla="*/ 847286 w 1190488"/>
              <a:gd name="connsiteY711" fmla="*/ 738185 h 740098"/>
              <a:gd name="connsiteX712" fmla="*/ 848479 w 1190488"/>
              <a:gd name="connsiteY712" fmla="*/ 738244 h 740098"/>
              <a:gd name="connsiteX713" fmla="*/ 849666 w 1190488"/>
              <a:gd name="connsiteY713" fmla="*/ 738304 h 740098"/>
              <a:gd name="connsiteX714" fmla="*/ 850859 w 1190488"/>
              <a:gd name="connsiteY714" fmla="*/ 738357 h 740098"/>
              <a:gd name="connsiteX715" fmla="*/ 852052 w 1190488"/>
              <a:gd name="connsiteY715" fmla="*/ 738410 h 740098"/>
              <a:gd name="connsiteX716" fmla="*/ 853245 w 1190488"/>
              <a:gd name="connsiteY716" fmla="*/ 738463 h 740098"/>
              <a:gd name="connsiteX717" fmla="*/ 854438 w 1190488"/>
              <a:gd name="connsiteY717" fmla="*/ 738516 h 740098"/>
              <a:gd name="connsiteX718" fmla="*/ 855625 w 1190488"/>
              <a:gd name="connsiteY718" fmla="*/ 738563 h 740098"/>
              <a:gd name="connsiteX719" fmla="*/ 856818 w 1190488"/>
              <a:gd name="connsiteY719" fmla="*/ 738611 h 740098"/>
              <a:gd name="connsiteX720" fmla="*/ 858010 w 1190488"/>
              <a:gd name="connsiteY720" fmla="*/ 738658 h 740098"/>
              <a:gd name="connsiteX721" fmla="*/ 859203 w 1190488"/>
              <a:gd name="connsiteY721" fmla="*/ 738705 h 740098"/>
              <a:gd name="connsiteX722" fmla="*/ 860390 w 1190488"/>
              <a:gd name="connsiteY722" fmla="*/ 738746 h 740098"/>
              <a:gd name="connsiteX723" fmla="*/ 861583 w 1190488"/>
              <a:gd name="connsiteY723" fmla="*/ 738794 h 740098"/>
              <a:gd name="connsiteX724" fmla="*/ 862776 w 1190488"/>
              <a:gd name="connsiteY724" fmla="*/ 738835 h 740098"/>
              <a:gd name="connsiteX725" fmla="*/ 863969 w 1190488"/>
              <a:gd name="connsiteY725" fmla="*/ 738870 h 740098"/>
              <a:gd name="connsiteX726" fmla="*/ 865162 w 1190488"/>
              <a:gd name="connsiteY726" fmla="*/ 738912 h 740098"/>
              <a:gd name="connsiteX727" fmla="*/ 866349 w 1190488"/>
              <a:gd name="connsiteY727" fmla="*/ 738953 h 740098"/>
              <a:gd name="connsiteX728" fmla="*/ 867542 w 1190488"/>
              <a:gd name="connsiteY728" fmla="*/ 738989 h 740098"/>
              <a:gd name="connsiteX729" fmla="*/ 868735 w 1190488"/>
              <a:gd name="connsiteY729" fmla="*/ 739024 h 740098"/>
              <a:gd name="connsiteX730" fmla="*/ 869928 w 1190488"/>
              <a:gd name="connsiteY730" fmla="*/ 739059 h 740098"/>
              <a:gd name="connsiteX731" fmla="*/ 871121 w 1190488"/>
              <a:gd name="connsiteY731" fmla="*/ 739095 h 740098"/>
              <a:gd name="connsiteX732" fmla="*/ 872308 w 1190488"/>
              <a:gd name="connsiteY732" fmla="*/ 739130 h 740098"/>
              <a:gd name="connsiteX733" fmla="*/ 873501 w 1190488"/>
              <a:gd name="connsiteY733" fmla="*/ 739160 h 740098"/>
              <a:gd name="connsiteX734" fmla="*/ 874694 w 1190488"/>
              <a:gd name="connsiteY734" fmla="*/ 739189 h 740098"/>
              <a:gd name="connsiteX735" fmla="*/ 875887 w 1190488"/>
              <a:gd name="connsiteY735" fmla="*/ 739219 h 740098"/>
              <a:gd name="connsiteX736" fmla="*/ 877080 w 1190488"/>
              <a:gd name="connsiteY736" fmla="*/ 739248 h 740098"/>
              <a:gd name="connsiteX737" fmla="*/ 878267 w 1190488"/>
              <a:gd name="connsiteY737" fmla="*/ 739278 h 740098"/>
              <a:gd name="connsiteX738" fmla="*/ 879459 w 1190488"/>
              <a:gd name="connsiteY738" fmla="*/ 739307 h 740098"/>
              <a:gd name="connsiteX739" fmla="*/ 880652 w 1190488"/>
              <a:gd name="connsiteY739" fmla="*/ 739337 h 740098"/>
              <a:gd name="connsiteX740" fmla="*/ 881845 w 1190488"/>
              <a:gd name="connsiteY740" fmla="*/ 739361 h 740098"/>
              <a:gd name="connsiteX741" fmla="*/ 883032 w 1190488"/>
              <a:gd name="connsiteY741" fmla="*/ 739384 h 740098"/>
              <a:gd name="connsiteX742" fmla="*/ 884225 w 1190488"/>
              <a:gd name="connsiteY742" fmla="*/ 739408 h 740098"/>
              <a:gd name="connsiteX743" fmla="*/ 885418 w 1190488"/>
              <a:gd name="connsiteY743" fmla="*/ 739432 h 740098"/>
              <a:gd name="connsiteX744" fmla="*/ 886611 w 1190488"/>
              <a:gd name="connsiteY744" fmla="*/ 739455 h 740098"/>
              <a:gd name="connsiteX745" fmla="*/ 887804 w 1190488"/>
              <a:gd name="connsiteY745" fmla="*/ 739479 h 740098"/>
              <a:gd name="connsiteX746" fmla="*/ 888991 w 1190488"/>
              <a:gd name="connsiteY746" fmla="*/ 739502 h 740098"/>
              <a:gd name="connsiteX747" fmla="*/ 890184 w 1190488"/>
              <a:gd name="connsiteY747" fmla="*/ 739520 h 740098"/>
              <a:gd name="connsiteX748" fmla="*/ 891377 w 1190488"/>
              <a:gd name="connsiteY748" fmla="*/ 739544 h 740098"/>
              <a:gd name="connsiteX749" fmla="*/ 892570 w 1190488"/>
              <a:gd name="connsiteY749" fmla="*/ 739561 h 740098"/>
              <a:gd name="connsiteX750" fmla="*/ 893763 w 1190488"/>
              <a:gd name="connsiteY750" fmla="*/ 739579 h 740098"/>
              <a:gd name="connsiteX751" fmla="*/ 894950 w 1190488"/>
              <a:gd name="connsiteY751" fmla="*/ 739603 h 740098"/>
              <a:gd name="connsiteX752" fmla="*/ 896143 w 1190488"/>
              <a:gd name="connsiteY752" fmla="*/ 739620 h 740098"/>
              <a:gd name="connsiteX753" fmla="*/ 897336 w 1190488"/>
              <a:gd name="connsiteY753" fmla="*/ 739638 h 740098"/>
              <a:gd name="connsiteX754" fmla="*/ 898529 w 1190488"/>
              <a:gd name="connsiteY754" fmla="*/ 739650 h 740098"/>
              <a:gd name="connsiteX755" fmla="*/ 899722 w 1190488"/>
              <a:gd name="connsiteY755" fmla="*/ 739668 h 740098"/>
              <a:gd name="connsiteX756" fmla="*/ 900909 w 1190488"/>
              <a:gd name="connsiteY756" fmla="*/ 739685 h 740098"/>
              <a:gd name="connsiteX757" fmla="*/ 902101 w 1190488"/>
              <a:gd name="connsiteY757" fmla="*/ 739697 h 740098"/>
              <a:gd name="connsiteX758" fmla="*/ 903294 w 1190488"/>
              <a:gd name="connsiteY758" fmla="*/ 739715 h 740098"/>
              <a:gd name="connsiteX759" fmla="*/ 904487 w 1190488"/>
              <a:gd name="connsiteY759" fmla="*/ 739727 h 740098"/>
              <a:gd name="connsiteX760" fmla="*/ 905674 w 1190488"/>
              <a:gd name="connsiteY760" fmla="*/ 739744 h 740098"/>
              <a:gd name="connsiteX761" fmla="*/ 906867 w 1190488"/>
              <a:gd name="connsiteY761" fmla="*/ 739756 h 740098"/>
              <a:gd name="connsiteX762" fmla="*/ 908060 w 1190488"/>
              <a:gd name="connsiteY762" fmla="*/ 739768 h 740098"/>
              <a:gd name="connsiteX763" fmla="*/ 909253 w 1190488"/>
              <a:gd name="connsiteY763" fmla="*/ 739780 h 740098"/>
              <a:gd name="connsiteX764" fmla="*/ 910446 w 1190488"/>
              <a:gd name="connsiteY764" fmla="*/ 739792 h 740098"/>
              <a:gd name="connsiteX765" fmla="*/ 911633 w 1190488"/>
              <a:gd name="connsiteY765" fmla="*/ 739804 h 740098"/>
              <a:gd name="connsiteX766" fmla="*/ 912826 w 1190488"/>
              <a:gd name="connsiteY766" fmla="*/ 739815 h 740098"/>
              <a:gd name="connsiteX767" fmla="*/ 914019 w 1190488"/>
              <a:gd name="connsiteY767" fmla="*/ 739827 h 740098"/>
              <a:gd name="connsiteX768" fmla="*/ 915212 w 1190488"/>
              <a:gd name="connsiteY768" fmla="*/ 739839 h 740098"/>
              <a:gd name="connsiteX769" fmla="*/ 916405 w 1190488"/>
              <a:gd name="connsiteY769" fmla="*/ 739845 h 740098"/>
              <a:gd name="connsiteX770" fmla="*/ 917592 w 1190488"/>
              <a:gd name="connsiteY770" fmla="*/ 739857 h 740098"/>
              <a:gd name="connsiteX771" fmla="*/ 918785 w 1190488"/>
              <a:gd name="connsiteY771" fmla="*/ 739863 h 740098"/>
              <a:gd name="connsiteX772" fmla="*/ 919978 w 1190488"/>
              <a:gd name="connsiteY772" fmla="*/ 739874 h 740098"/>
              <a:gd name="connsiteX773" fmla="*/ 921171 w 1190488"/>
              <a:gd name="connsiteY773" fmla="*/ 739886 h 740098"/>
              <a:gd name="connsiteX774" fmla="*/ 922364 w 1190488"/>
              <a:gd name="connsiteY774" fmla="*/ 739892 h 740098"/>
              <a:gd name="connsiteX775" fmla="*/ 923551 w 1190488"/>
              <a:gd name="connsiteY775" fmla="*/ 739898 h 740098"/>
              <a:gd name="connsiteX776" fmla="*/ 924744 w 1190488"/>
              <a:gd name="connsiteY776" fmla="*/ 739910 h 740098"/>
              <a:gd name="connsiteX777" fmla="*/ 925936 w 1190488"/>
              <a:gd name="connsiteY777" fmla="*/ 739916 h 740098"/>
              <a:gd name="connsiteX778" fmla="*/ 927129 w 1190488"/>
              <a:gd name="connsiteY778" fmla="*/ 739922 h 740098"/>
              <a:gd name="connsiteX779" fmla="*/ 928316 w 1190488"/>
              <a:gd name="connsiteY779" fmla="*/ 739928 h 740098"/>
              <a:gd name="connsiteX780" fmla="*/ 929509 w 1190488"/>
              <a:gd name="connsiteY780" fmla="*/ 739933 h 740098"/>
              <a:gd name="connsiteX781" fmla="*/ 930702 w 1190488"/>
              <a:gd name="connsiteY781" fmla="*/ 739945 h 740098"/>
              <a:gd name="connsiteX782" fmla="*/ 931895 w 1190488"/>
              <a:gd name="connsiteY782" fmla="*/ 739951 h 740098"/>
              <a:gd name="connsiteX783" fmla="*/ 933088 w 1190488"/>
              <a:gd name="connsiteY783" fmla="*/ 739957 h 740098"/>
              <a:gd name="connsiteX784" fmla="*/ 934275 w 1190488"/>
              <a:gd name="connsiteY784" fmla="*/ 739963 h 740098"/>
              <a:gd name="connsiteX785" fmla="*/ 935468 w 1190488"/>
              <a:gd name="connsiteY785" fmla="*/ 739969 h 740098"/>
              <a:gd name="connsiteX786" fmla="*/ 936661 w 1190488"/>
              <a:gd name="connsiteY786" fmla="*/ 739975 h 740098"/>
              <a:gd name="connsiteX787" fmla="*/ 937854 w 1190488"/>
              <a:gd name="connsiteY787" fmla="*/ 739975 h 740098"/>
              <a:gd name="connsiteX788" fmla="*/ 939047 w 1190488"/>
              <a:gd name="connsiteY788" fmla="*/ 739981 h 740098"/>
              <a:gd name="connsiteX789" fmla="*/ 940234 w 1190488"/>
              <a:gd name="connsiteY789" fmla="*/ 739987 h 740098"/>
              <a:gd name="connsiteX790" fmla="*/ 941427 w 1190488"/>
              <a:gd name="connsiteY790" fmla="*/ 739993 h 740098"/>
              <a:gd name="connsiteX791" fmla="*/ 942620 w 1190488"/>
              <a:gd name="connsiteY791" fmla="*/ 739998 h 740098"/>
              <a:gd name="connsiteX792" fmla="*/ 943813 w 1190488"/>
              <a:gd name="connsiteY792" fmla="*/ 739998 h 740098"/>
              <a:gd name="connsiteX793" fmla="*/ 945000 w 1190488"/>
              <a:gd name="connsiteY793" fmla="*/ 740004 h 740098"/>
              <a:gd name="connsiteX794" fmla="*/ 946193 w 1190488"/>
              <a:gd name="connsiteY794" fmla="*/ 740010 h 740098"/>
              <a:gd name="connsiteX795" fmla="*/ 947386 w 1190488"/>
              <a:gd name="connsiteY795" fmla="*/ 740010 h 740098"/>
              <a:gd name="connsiteX796" fmla="*/ 948578 w 1190488"/>
              <a:gd name="connsiteY796" fmla="*/ 740016 h 740098"/>
              <a:gd name="connsiteX797" fmla="*/ 949771 w 1190488"/>
              <a:gd name="connsiteY797" fmla="*/ 740022 h 740098"/>
              <a:gd name="connsiteX798" fmla="*/ 950958 w 1190488"/>
              <a:gd name="connsiteY798" fmla="*/ 740022 h 740098"/>
              <a:gd name="connsiteX799" fmla="*/ 952151 w 1190488"/>
              <a:gd name="connsiteY799" fmla="*/ 740028 h 740098"/>
              <a:gd name="connsiteX800" fmla="*/ 953344 w 1190488"/>
              <a:gd name="connsiteY800" fmla="*/ 740028 h 740098"/>
              <a:gd name="connsiteX801" fmla="*/ 954537 w 1190488"/>
              <a:gd name="connsiteY801" fmla="*/ 740034 h 740098"/>
              <a:gd name="connsiteX802" fmla="*/ 955730 w 1190488"/>
              <a:gd name="connsiteY802" fmla="*/ 740034 h 740098"/>
              <a:gd name="connsiteX803" fmla="*/ 956917 w 1190488"/>
              <a:gd name="connsiteY803" fmla="*/ 740040 h 740098"/>
              <a:gd name="connsiteX804" fmla="*/ 958110 w 1190488"/>
              <a:gd name="connsiteY804" fmla="*/ 740040 h 740098"/>
              <a:gd name="connsiteX805" fmla="*/ 959303 w 1190488"/>
              <a:gd name="connsiteY805" fmla="*/ 740046 h 740098"/>
              <a:gd name="connsiteX806" fmla="*/ 960496 w 1190488"/>
              <a:gd name="connsiteY806" fmla="*/ 740046 h 740098"/>
              <a:gd name="connsiteX807" fmla="*/ 961689 w 1190488"/>
              <a:gd name="connsiteY807" fmla="*/ 740046 h 740098"/>
              <a:gd name="connsiteX808" fmla="*/ 962876 w 1190488"/>
              <a:gd name="connsiteY808" fmla="*/ 740052 h 740098"/>
              <a:gd name="connsiteX809" fmla="*/ 964069 w 1190488"/>
              <a:gd name="connsiteY809" fmla="*/ 740052 h 740098"/>
              <a:gd name="connsiteX810" fmla="*/ 965262 w 1190488"/>
              <a:gd name="connsiteY810" fmla="*/ 740057 h 740098"/>
              <a:gd name="connsiteX811" fmla="*/ 966455 w 1190488"/>
              <a:gd name="connsiteY811" fmla="*/ 740057 h 740098"/>
              <a:gd name="connsiteX812" fmla="*/ 967642 w 1190488"/>
              <a:gd name="connsiteY812" fmla="*/ 740057 h 740098"/>
              <a:gd name="connsiteX813" fmla="*/ 968835 w 1190488"/>
              <a:gd name="connsiteY813" fmla="*/ 740063 h 740098"/>
              <a:gd name="connsiteX814" fmla="*/ 970028 w 1190488"/>
              <a:gd name="connsiteY814" fmla="*/ 740063 h 740098"/>
              <a:gd name="connsiteX815" fmla="*/ 971220 w 1190488"/>
              <a:gd name="connsiteY815" fmla="*/ 740063 h 740098"/>
              <a:gd name="connsiteX816" fmla="*/ 972413 w 1190488"/>
              <a:gd name="connsiteY816" fmla="*/ 740063 h 740098"/>
              <a:gd name="connsiteX817" fmla="*/ 973600 w 1190488"/>
              <a:gd name="connsiteY817" fmla="*/ 740069 h 740098"/>
              <a:gd name="connsiteX818" fmla="*/ 974793 w 1190488"/>
              <a:gd name="connsiteY818" fmla="*/ 740069 h 740098"/>
              <a:gd name="connsiteX819" fmla="*/ 975986 w 1190488"/>
              <a:gd name="connsiteY819" fmla="*/ 740069 h 740098"/>
              <a:gd name="connsiteX820" fmla="*/ 977179 w 1190488"/>
              <a:gd name="connsiteY820" fmla="*/ 740069 h 740098"/>
              <a:gd name="connsiteX821" fmla="*/ 978372 w 1190488"/>
              <a:gd name="connsiteY821" fmla="*/ 740075 h 740098"/>
              <a:gd name="connsiteX822" fmla="*/ 979559 w 1190488"/>
              <a:gd name="connsiteY822" fmla="*/ 740075 h 740098"/>
              <a:gd name="connsiteX823" fmla="*/ 980752 w 1190488"/>
              <a:gd name="connsiteY823" fmla="*/ 740075 h 740098"/>
              <a:gd name="connsiteX824" fmla="*/ 981945 w 1190488"/>
              <a:gd name="connsiteY824" fmla="*/ 740075 h 740098"/>
              <a:gd name="connsiteX825" fmla="*/ 983138 w 1190488"/>
              <a:gd name="connsiteY825" fmla="*/ 740075 h 740098"/>
              <a:gd name="connsiteX826" fmla="*/ 984331 w 1190488"/>
              <a:gd name="connsiteY826" fmla="*/ 740081 h 740098"/>
              <a:gd name="connsiteX827" fmla="*/ 985518 w 1190488"/>
              <a:gd name="connsiteY827" fmla="*/ 740081 h 740098"/>
              <a:gd name="connsiteX828" fmla="*/ 986711 w 1190488"/>
              <a:gd name="connsiteY828" fmla="*/ 740081 h 740098"/>
              <a:gd name="connsiteX829" fmla="*/ 987904 w 1190488"/>
              <a:gd name="connsiteY829" fmla="*/ 740081 h 740098"/>
              <a:gd name="connsiteX830" fmla="*/ 989097 w 1190488"/>
              <a:gd name="connsiteY830" fmla="*/ 740081 h 740098"/>
              <a:gd name="connsiteX831" fmla="*/ 990284 w 1190488"/>
              <a:gd name="connsiteY831" fmla="*/ 740081 h 740098"/>
              <a:gd name="connsiteX832" fmla="*/ 991477 w 1190488"/>
              <a:gd name="connsiteY832" fmla="*/ 740087 h 740098"/>
              <a:gd name="connsiteX833" fmla="*/ 992670 w 1190488"/>
              <a:gd name="connsiteY833" fmla="*/ 740087 h 740098"/>
              <a:gd name="connsiteX834" fmla="*/ 993862 w 1190488"/>
              <a:gd name="connsiteY834" fmla="*/ 740087 h 740098"/>
              <a:gd name="connsiteX835" fmla="*/ 995055 w 1190488"/>
              <a:gd name="connsiteY835" fmla="*/ 740087 h 740098"/>
              <a:gd name="connsiteX836" fmla="*/ 996242 w 1190488"/>
              <a:gd name="connsiteY836" fmla="*/ 740087 h 740098"/>
              <a:gd name="connsiteX837" fmla="*/ 997435 w 1190488"/>
              <a:gd name="connsiteY837" fmla="*/ 740087 h 740098"/>
              <a:gd name="connsiteX838" fmla="*/ 998628 w 1190488"/>
              <a:gd name="connsiteY838" fmla="*/ 740087 h 740098"/>
              <a:gd name="connsiteX839" fmla="*/ 999821 w 1190488"/>
              <a:gd name="connsiteY839" fmla="*/ 740087 h 740098"/>
              <a:gd name="connsiteX840" fmla="*/ 1001014 w 1190488"/>
              <a:gd name="connsiteY840" fmla="*/ 740087 h 740098"/>
              <a:gd name="connsiteX841" fmla="*/ 1002201 w 1190488"/>
              <a:gd name="connsiteY841" fmla="*/ 740093 h 740098"/>
              <a:gd name="connsiteX842" fmla="*/ 1003394 w 1190488"/>
              <a:gd name="connsiteY842" fmla="*/ 740093 h 740098"/>
              <a:gd name="connsiteX843" fmla="*/ 1004587 w 1190488"/>
              <a:gd name="connsiteY843" fmla="*/ 740093 h 740098"/>
              <a:gd name="connsiteX844" fmla="*/ 1005780 w 1190488"/>
              <a:gd name="connsiteY844" fmla="*/ 740093 h 740098"/>
              <a:gd name="connsiteX845" fmla="*/ 1006973 w 1190488"/>
              <a:gd name="connsiteY845" fmla="*/ 740093 h 740098"/>
              <a:gd name="connsiteX846" fmla="*/ 1008160 w 1190488"/>
              <a:gd name="connsiteY846" fmla="*/ 740093 h 740098"/>
              <a:gd name="connsiteX847" fmla="*/ 1009353 w 1190488"/>
              <a:gd name="connsiteY847" fmla="*/ 740093 h 740098"/>
              <a:gd name="connsiteX848" fmla="*/ 1010546 w 1190488"/>
              <a:gd name="connsiteY848" fmla="*/ 740093 h 740098"/>
              <a:gd name="connsiteX849" fmla="*/ 1011739 w 1190488"/>
              <a:gd name="connsiteY849" fmla="*/ 740093 h 740098"/>
              <a:gd name="connsiteX850" fmla="*/ 1012926 w 1190488"/>
              <a:gd name="connsiteY850" fmla="*/ 740093 h 740098"/>
              <a:gd name="connsiteX851" fmla="*/ 1014119 w 1190488"/>
              <a:gd name="connsiteY851" fmla="*/ 740093 h 740098"/>
              <a:gd name="connsiteX852" fmla="*/ 1015312 w 1190488"/>
              <a:gd name="connsiteY852" fmla="*/ 740093 h 740098"/>
              <a:gd name="connsiteX853" fmla="*/ 1016504 w 1190488"/>
              <a:gd name="connsiteY853" fmla="*/ 740093 h 740098"/>
              <a:gd name="connsiteX854" fmla="*/ 1017697 w 1190488"/>
              <a:gd name="connsiteY854" fmla="*/ 740093 h 740098"/>
              <a:gd name="connsiteX855" fmla="*/ 1018884 w 1190488"/>
              <a:gd name="connsiteY855" fmla="*/ 740093 h 740098"/>
              <a:gd name="connsiteX856" fmla="*/ 1020077 w 1190488"/>
              <a:gd name="connsiteY856" fmla="*/ 740093 h 740098"/>
              <a:gd name="connsiteX857" fmla="*/ 1021270 w 1190488"/>
              <a:gd name="connsiteY857" fmla="*/ 740099 h 740098"/>
              <a:gd name="connsiteX858" fmla="*/ 1022463 w 1190488"/>
              <a:gd name="connsiteY858" fmla="*/ 740099 h 740098"/>
              <a:gd name="connsiteX859" fmla="*/ 1023656 w 1190488"/>
              <a:gd name="connsiteY859" fmla="*/ 740099 h 740098"/>
              <a:gd name="connsiteX860" fmla="*/ 1024843 w 1190488"/>
              <a:gd name="connsiteY860" fmla="*/ 740099 h 740098"/>
              <a:gd name="connsiteX861" fmla="*/ 1026036 w 1190488"/>
              <a:gd name="connsiteY861" fmla="*/ 740099 h 740098"/>
              <a:gd name="connsiteX862" fmla="*/ 1027229 w 1190488"/>
              <a:gd name="connsiteY862" fmla="*/ 740099 h 740098"/>
              <a:gd name="connsiteX863" fmla="*/ 1028422 w 1190488"/>
              <a:gd name="connsiteY863" fmla="*/ 740099 h 740098"/>
              <a:gd name="connsiteX864" fmla="*/ 1029609 w 1190488"/>
              <a:gd name="connsiteY864" fmla="*/ 740099 h 740098"/>
              <a:gd name="connsiteX865" fmla="*/ 1030802 w 1190488"/>
              <a:gd name="connsiteY865" fmla="*/ 740099 h 740098"/>
              <a:gd name="connsiteX866" fmla="*/ 1031995 w 1190488"/>
              <a:gd name="connsiteY866" fmla="*/ 740099 h 740098"/>
              <a:gd name="connsiteX867" fmla="*/ 1033188 w 1190488"/>
              <a:gd name="connsiteY867" fmla="*/ 740099 h 740098"/>
              <a:gd name="connsiteX868" fmla="*/ 1034381 w 1190488"/>
              <a:gd name="connsiteY868" fmla="*/ 740099 h 740098"/>
              <a:gd name="connsiteX869" fmla="*/ 1035568 w 1190488"/>
              <a:gd name="connsiteY869" fmla="*/ 740099 h 740098"/>
              <a:gd name="connsiteX870" fmla="*/ 1036761 w 1190488"/>
              <a:gd name="connsiteY870" fmla="*/ 740099 h 740098"/>
              <a:gd name="connsiteX871" fmla="*/ 1037954 w 1190488"/>
              <a:gd name="connsiteY871" fmla="*/ 740099 h 740098"/>
              <a:gd name="connsiteX872" fmla="*/ 1039146 w 1190488"/>
              <a:gd name="connsiteY872" fmla="*/ 740099 h 740098"/>
              <a:gd name="connsiteX873" fmla="*/ 1040339 w 1190488"/>
              <a:gd name="connsiteY873" fmla="*/ 740099 h 740098"/>
              <a:gd name="connsiteX874" fmla="*/ 1041526 w 1190488"/>
              <a:gd name="connsiteY874" fmla="*/ 740099 h 740098"/>
              <a:gd name="connsiteX875" fmla="*/ 1042719 w 1190488"/>
              <a:gd name="connsiteY875" fmla="*/ 740099 h 740098"/>
              <a:gd name="connsiteX876" fmla="*/ 1043912 w 1190488"/>
              <a:gd name="connsiteY876" fmla="*/ 740099 h 740098"/>
              <a:gd name="connsiteX877" fmla="*/ 1045105 w 1190488"/>
              <a:gd name="connsiteY877" fmla="*/ 740099 h 740098"/>
              <a:gd name="connsiteX878" fmla="*/ 1046298 w 1190488"/>
              <a:gd name="connsiteY878" fmla="*/ 740099 h 740098"/>
              <a:gd name="connsiteX879" fmla="*/ 1047485 w 1190488"/>
              <a:gd name="connsiteY879" fmla="*/ 740099 h 740098"/>
              <a:gd name="connsiteX880" fmla="*/ 1048678 w 1190488"/>
              <a:gd name="connsiteY880" fmla="*/ 740099 h 740098"/>
              <a:gd name="connsiteX881" fmla="*/ 1049871 w 1190488"/>
              <a:gd name="connsiteY881" fmla="*/ 740099 h 740098"/>
              <a:gd name="connsiteX882" fmla="*/ 1051064 w 1190488"/>
              <a:gd name="connsiteY882" fmla="*/ 740099 h 740098"/>
              <a:gd name="connsiteX883" fmla="*/ 1052251 w 1190488"/>
              <a:gd name="connsiteY883" fmla="*/ 740099 h 740098"/>
              <a:gd name="connsiteX884" fmla="*/ 1053444 w 1190488"/>
              <a:gd name="connsiteY884" fmla="*/ 740099 h 740098"/>
              <a:gd name="connsiteX885" fmla="*/ 1054637 w 1190488"/>
              <a:gd name="connsiteY885" fmla="*/ 740099 h 740098"/>
              <a:gd name="connsiteX886" fmla="*/ 1055830 w 1190488"/>
              <a:gd name="connsiteY886" fmla="*/ 740099 h 740098"/>
              <a:gd name="connsiteX887" fmla="*/ 1057023 w 1190488"/>
              <a:gd name="connsiteY887" fmla="*/ 740099 h 740098"/>
              <a:gd name="connsiteX888" fmla="*/ 1058210 w 1190488"/>
              <a:gd name="connsiteY888" fmla="*/ 740099 h 740098"/>
              <a:gd name="connsiteX889" fmla="*/ 1059403 w 1190488"/>
              <a:gd name="connsiteY889" fmla="*/ 740099 h 740098"/>
              <a:gd name="connsiteX890" fmla="*/ 1060596 w 1190488"/>
              <a:gd name="connsiteY890" fmla="*/ 740099 h 740098"/>
              <a:gd name="connsiteX891" fmla="*/ 1061789 w 1190488"/>
              <a:gd name="connsiteY891" fmla="*/ 740099 h 740098"/>
              <a:gd name="connsiteX892" fmla="*/ 1062982 w 1190488"/>
              <a:gd name="connsiteY892" fmla="*/ 740099 h 740098"/>
              <a:gd name="connsiteX893" fmla="*/ 1064168 w 1190488"/>
              <a:gd name="connsiteY893" fmla="*/ 740099 h 740098"/>
              <a:gd name="connsiteX894" fmla="*/ 1065361 w 1190488"/>
              <a:gd name="connsiteY894" fmla="*/ 740099 h 740098"/>
              <a:gd name="connsiteX895" fmla="*/ 1066554 w 1190488"/>
              <a:gd name="connsiteY895" fmla="*/ 740099 h 740098"/>
              <a:gd name="connsiteX896" fmla="*/ 1067747 w 1190488"/>
              <a:gd name="connsiteY896" fmla="*/ 740099 h 740098"/>
              <a:gd name="connsiteX897" fmla="*/ 1068940 w 1190488"/>
              <a:gd name="connsiteY897" fmla="*/ 740099 h 740098"/>
              <a:gd name="connsiteX898" fmla="*/ 1070127 w 1190488"/>
              <a:gd name="connsiteY898" fmla="*/ 740099 h 740098"/>
              <a:gd name="connsiteX899" fmla="*/ 1071320 w 1190488"/>
              <a:gd name="connsiteY899" fmla="*/ 740099 h 740098"/>
              <a:gd name="connsiteX900" fmla="*/ 1072513 w 1190488"/>
              <a:gd name="connsiteY900" fmla="*/ 740099 h 740098"/>
              <a:gd name="connsiteX901" fmla="*/ 1073706 w 1190488"/>
              <a:gd name="connsiteY901" fmla="*/ 740099 h 740098"/>
              <a:gd name="connsiteX902" fmla="*/ 1074893 w 1190488"/>
              <a:gd name="connsiteY902" fmla="*/ 740099 h 740098"/>
              <a:gd name="connsiteX903" fmla="*/ 1076086 w 1190488"/>
              <a:gd name="connsiteY903" fmla="*/ 740099 h 740098"/>
              <a:gd name="connsiteX904" fmla="*/ 1077279 w 1190488"/>
              <a:gd name="connsiteY904" fmla="*/ 740099 h 740098"/>
              <a:gd name="connsiteX905" fmla="*/ 1078472 w 1190488"/>
              <a:gd name="connsiteY905" fmla="*/ 740099 h 740098"/>
              <a:gd name="connsiteX906" fmla="*/ 1079665 w 1190488"/>
              <a:gd name="connsiteY906" fmla="*/ 740099 h 740098"/>
              <a:gd name="connsiteX907" fmla="*/ 1080852 w 1190488"/>
              <a:gd name="connsiteY907" fmla="*/ 740099 h 740098"/>
              <a:gd name="connsiteX908" fmla="*/ 1082045 w 1190488"/>
              <a:gd name="connsiteY908" fmla="*/ 740099 h 740098"/>
              <a:gd name="connsiteX909" fmla="*/ 1083238 w 1190488"/>
              <a:gd name="connsiteY909" fmla="*/ 740099 h 740098"/>
              <a:gd name="connsiteX910" fmla="*/ 1084430 w 1190488"/>
              <a:gd name="connsiteY910" fmla="*/ 740099 h 740098"/>
              <a:gd name="connsiteX911" fmla="*/ 1085623 w 1190488"/>
              <a:gd name="connsiteY911" fmla="*/ 740099 h 740098"/>
              <a:gd name="connsiteX912" fmla="*/ 1086810 w 1190488"/>
              <a:gd name="connsiteY912" fmla="*/ 740099 h 740098"/>
              <a:gd name="connsiteX913" fmla="*/ 1088003 w 1190488"/>
              <a:gd name="connsiteY913" fmla="*/ 740099 h 740098"/>
              <a:gd name="connsiteX914" fmla="*/ 1089196 w 1190488"/>
              <a:gd name="connsiteY914" fmla="*/ 740099 h 740098"/>
              <a:gd name="connsiteX915" fmla="*/ 1090389 w 1190488"/>
              <a:gd name="connsiteY915" fmla="*/ 740099 h 740098"/>
              <a:gd name="connsiteX916" fmla="*/ 1091582 w 1190488"/>
              <a:gd name="connsiteY916" fmla="*/ 740099 h 740098"/>
              <a:gd name="connsiteX917" fmla="*/ 1092769 w 1190488"/>
              <a:gd name="connsiteY917" fmla="*/ 740099 h 740098"/>
              <a:gd name="connsiteX918" fmla="*/ 1093962 w 1190488"/>
              <a:gd name="connsiteY918" fmla="*/ 740099 h 740098"/>
              <a:gd name="connsiteX919" fmla="*/ 1095155 w 1190488"/>
              <a:gd name="connsiteY919" fmla="*/ 740099 h 740098"/>
              <a:gd name="connsiteX920" fmla="*/ 1096348 w 1190488"/>
              <a:gd name="connsiteY920" fmla="*/ 740099 h 740098"/>
              <a:gd name="connsiteX921" fmla="*/ 1097535 w 1190488"/>
              <a:gd name="connsiteY921" fmla="*/ 740099 h 740098"/>
              <a:gd name="connsiteX922" fmla="*/ 1098728 w 1190488"/>
              <a:gd name="connsiteY922" fmla="*/ 740099 h 740098"/>
              <a:gd name="connsiteX923" fmla="*/ 1099921 w 1190488"/>
              <a:gd name="connsiteY923" fmla="*/ 740099 h 740098"/>
              <a:gd name="connsiteX924" fmla="*/ 1101114 w 1190488"/>
              <a:gd name="connsiteY924" fmla="*/ 740099 h 740098"/>
              <a:gd name="connsiteX925" fmla="*/ 1102307 w 1190488"/>
              <a:gd name="connsiteY925" fmla="*/ 740099 h 740098"/>
              <a:gd name="connsiteX926" fmla="*/ 1103494 w 1190488"/>
              <a:gd name="connsiteY926" fmla="*/ 740099 h 740098"/>
              <a:gd name="connsiteX927" fmla="*/ 1104687 w 1190488"/>
              <a:gd name="connsiteY927" fmla="*/ 740099 h 740098"/>
              <a:gd name="connsiteX928" fmla="*/ 1105880 w 1190488"/>
              <a:gd name="connsiteY928" fmla="*/ 740099 h 740098"/>
              <a:gd name="connsiteX929" fmla="*/ 1107073 w 1190488"/>
              <a:gd name="connsiteY929" fmla="*/ 740099 h 740098"/>
              <a:gd name="connsiteX930" fmla="*/ 1108265 w 1190488"/>
              <a:gd name="connsiteY930" fmla="*/ 740099 h 740098"/>
              <a:gd name="connsiteX931" fmla="*/ 1109453 w 1190488"/>
              <a:gd name="connsiteY931" fmla="*/ 740099 h 740098"/>
              <a:gd name="connsiteX932" fmla="*/ 1110645 w 1190488"/>
              <a:gd name="connsiteY932" fmla="*/ 740099 h 740098"/>
              <a:gd name="connsiteX933" fmla="*/ 1111838 w 1190488"/>
              <a:gd name="connsiteY933" fmla="*/ 740099 h 740098"/>
              <a:gd name="connsiteX934" fmla="*/ 1113031 w 1190488"/>
              <a:gd name="connsiteY934" fmla="*/ 740099 h 740098"/>
              <a:gd name="connsiteX935" fmla="*/ 1114224 w 1190488"/>
              <a:gd name="connsiteY935" fmla="*/ 740099 h 740098"/>
              <a:gd name="connsiteX936" fmla="*/ 1115411 w 1190488"/>
              <a:gd name="connsiteY936" fmla="*/ 740099 h 740098"/>
              <a:gd name="connsiteX937" fmla="*/ 1116604 w 1190488"/>
              <a:gd name="connsiteY937" fmla="*/ 740099 h 740098"/>
              <a:gd name="connsiteX938" fmla="*/ 1117797 w 1190488"/>
              <a:gd name="connsiteY938" fmla="*/ 740099 h 740098"/>
              <a:gd name="connsiteX939" fmla="*/ 1118990 w 1190488"/>
              <a:gd name="connsiteY939" fmla="*/ 740099 h 740098"/>
              <a:gd name="connsiteX940" fmla="*/ 1120177 w 1190488"/>
              <a:gd name="connsiteY940" fmla="*/ 740099 h 740098"/>
              <a:gd name="connsiteX941" fmla="*/ 1121370 w 1190488"/>
              <a:gd name="connsiteY941" fmla="*/ 740099 h 740098"/>
              <a:gd name="connsiteX942" fmla="*/ 1122563 w 1190488"/>
              <a:gd name="connsiteY942" fmla="*/ 740099 h 740098"/>
              <a:gd name="connsiteX943" fmla="*/ 1123756 w 1190488"/>
              <a:gd name="connsiteY943" fmla="*/ 740099 h 740098"/>
              <a:gd name="connsiteX944" fmla="*/ 1124949 w 1190488"/>
              <a:gd name="connsiteY944" fmla="*/ 740099 h 740098"/>
              <a:gd name="connsiteX945" fmla="*/ 1126136 w 1190488"/>
              <a:gd name="connsiteY945" fmla="*/ 740099 h 740098"/>
              <a:gd name="connsiteX946" fmla="*/ 1127329 w 1190488"/>
              <a:gd name="connsiteY946" fmla="*/ 740099 h 740098"/>
              <a:gd name="connsiteX947" fmla="*/ 1128522 w 1190488"/>
              <a:gd name="connsiteY947" fmla="*/ 740099 h 740098"/>
              <a:gd name="connsiteX948" fmla="*/ 1129715 w 1190488"/>
              <a:gd name="connsiteY948" fmla="*/ 740099 h 740098"/>
              <a:gd name="connsiteX949" fmla="*/ 1130907 w 1190488"/>
              <a:gd name="connsiteY949" fmla="*/ 740099 h 740098"/>
              <a:gd name="connsiteX950" fmla="*/ 1132094 w 1190488"/>
              <a:gd name="connsiteY950" fmla="*/ 740099 h 740098"/>
              <a:gd name="connsiteX951" fmla="*/ 1133287 w 1190488"/>
              <a:gd name="connsiteY951" fmla="*/ 740099 h 740098"/>
              <a:gd name="connsiteX952" fmla="*/ 1134480 w 1190488"/>
              <a:gd name="connsiteY952" fmla="*/ 740099 h 740098"/>
              <a:gd name="connsiteX953" fmla="*/ 1135673 w 1190488"/>
              <a:gd name="connsiteY953" fmla="*/ 740099 h 740098"/>
              <a:gd name="connsiteX954" fmla="*/ 1136860 w 1190488"/>
              <a:gd name="connsiteY954" fmla="*/ 740099 h 740098"/>
              <a:gd name="connsiteX955" fmla="*/ 1138053 w 1190488"/>
              <a:gd name="connsiteY955" fmla="*/ 740099 h 740098"/>
              <a:gd name="connsiteX956" fmla="*/ 1139246 w 1190488"/>
              <a:gd name="connsiteY956" fmla="*/ 740099 h 740098"/>
              <a:gd name="connsiteX957" fmla="*/ 1140439 w 1190488"/>
              <a:gd name="connsiteY957" fmla="*/ 740099 h 740098"/>
              <a:gd name="connsiteX958" fmla="*/ 1141632 w 1190488"/>
              <a:gd name="connsiteY958" fmla="*/ 740099 h 740098"/>
              <a:gd name="connsiteX959" fmla="*/ 1142819 w 1190488"/>
              <a:gd name="connsiteY959" fmla="*/ 740099 h 740098"/>
              <a:gd name="connsiteX960" fmla="*/ 1144012 w 1190488"/>
              <a:gd name="connsiteY960" fmla="*/ 740099 h 740098"/>
              <a:gd name="connsiteX961" fmla="*/ 1145205 w 1190488"/>
              <a:gd name="connsiteY961" fmla="*/ 740099 h 740098"/>
              <a:gd name="connsiteX962" fmla="*/ 1146398 w 1190488"/>
              <a:gd name="connsiteY962" fmla="*/ 740099 h 740098"/>
              <a:gd name="connsiteX963" fmla="*/ 1147591 w 1190488"/>
              <a:gd name="connsiteY963" fmla="*/ 740099 h 740098"/>
              <a:gd name="connsiteX964" fmla="*/ 1148778 w 1190488"/>
              <a:gd name="connsiteY964" fmla="*/ 740099 h 740098"/>
              <a:gd name="connsiteX965" fmla="*/ 1149971 w 1190488"/>
              <a:gd name="connsiteY965" fmla="*/ 740099 h 740098"/>
              <a:gd name="connsiteX966" fmla="*/ 1151164 w 1190488"/>
              <a:gd name="connsiteY966" fmla="*/ 740099 h 740098"/>
              <a:gd name="connsiteX967" fmla="*/ 1152357 w 1190488"/>
              <a:gd name="connsiteY967" fmla="*/ 740099 h 740098"/>
              <a:gd name="connsiteX968" fmla="*/ 1153549 w 1190488"/>
              <a:gd name="connsiteY968" fmla="*/ 740099 h 740098"/>
              <a:gd name="connsiteX969" fmla="*/ 1154736 w 1190488"/>
              <a:gd name="connsiteY969" fmla="*/ 740099 h 740098"/>
              <a:gd name="connsiteX970" fmla="*/ 1155929 w 1190488"/>
              <a:gd name="connsiteY970" fmla="*/ 740099 h 740098"/>
              <a:gd name="connsiteX971" fmla="*/ 1157122 w 1190488"/>
              <a:gd name="connsiteY971" fmla="*/ 740099 h 740098"/>
              <a:gd name="connsiteX972" fmla="*/ 1158315 w 1190488"/>
              <a:gd name="connsiteY972" fmla="*/ 740099 h 740098"/>
              <a:gd name="connsiteX973" fmla="*/ 1159502 w 1190488"/>
              <a:gd name="connsiteY973" fmla="*/ 740099 h 740098"/>
              <a:gd name="connsiteX974" fmla="*/ 1160695 w 1190488"/>
              <a:gd name="connsiteY974" fmla="*/ 740099 h 740098"/>
              <a:gd name="connsiteX975" fmla="*/ 1161888 w 1190488"/>
              <a:gd name="connsiteY975" fmla="*/ 740099 h 740098"/>
              <a:gd name="connsiteX976" fmla="*/ 1163081 w 1190488"/>
              <a:gd name="connsiteY976" fmla="*/ 740099 h 740098"/>
              <a:gd name="connsiteX977" fmla="*/ 1164274 w 1190488"/>
              <a:gd name="connsiteY977" fmla="*/ 740099 h 740098"/>
              <a:gd name="connsiteX978" fmla="*/ 1165461 w 1190488"/>
              <a:gd name="connsiteY978" fmla="*/ 740099 h 740098"/>
              <a:gd name="connsiteX979" fmla="*/ 1166654 w 1190488"/>
              <a:gd name="connsiteY979" fmla="*/ 740099 h 740098"/>
              <a:gd name="connsiteX980" fmla="*/ 1167847 w 1190488"/>
              <a:gd name="connsiteY980" fmla="*/ 740099 h 740098"/>
              <a:gd name="connsiteX981" fmla="*/ 1169040 w 1190488"/>
              <a:gd name="connsiteY981" fmla="*/ 740099 h 740098"/>
              <a:gd name="connsiteX982" fmla="*/ 1170233 w 1190488"/>
              <a:gd name="connsiteY982" fmla="*/ 740099 h 740098"/>
              <a:gd name="connsiteX983" fmla="*/ 1171420 w 1190488"/>
              <a:gd name="connsiteY983" fmla="*/ 740099 h 740098"/>
              <a:gd name="connsiteX984" fmla="*/ 1172613 w 1190488"/>
              <a:gd name="connsiteY984" fmla="*/ 740099 h 740098"/>
              <a:gd name="connsiteX985" fmla="*/ 1173806 w 1190488"/>
              <a:gd name="connsiteY985" fmla="*/ 740099 h 740098"/>
              <a:gd name="connsiteX986" fmla="*/ 1174999 w 1190488"/>
              <a:gd name="connsiteY986" fmla="*/ 740099 h 740098"/>
              <a:gd name="connsiteX987" fmla="*/ 1176192 w 1190488"/>
              <a:gd name="connsiteY987" fmla="*/ 740099 h 740098"/>
              <a:gd name="connsiteX988" fmla="*/ 1177379 w 1190488"/>
              <a:gd name="connsiteY988" fmla="*/ 740099 h 740098"/>
              <a:gd name="connsiteX989" fmla="*/ 1178571 w 1190488"/>
              <a:gd name="connsiteY989" fmla="*/ 740099 h 740098"/>
              <a:gd name="connsiteX990" fmla="*/ 1179764 w 1190488"/>
              <a:gd name="connsiteY990" fmla="*/ 740099 h 740098"/>
              <a:gd name="connsiteX991" fmla="*/ 1180957 w 1190488"/>
              <a:gd name="connsiteY991" fmla="*/ 740099 h 740098"/>
              <a:gd name="connsiteX992" fmla="*/ 1182144 w 1190488"/>
              <a:gd name="connsiteY992" fmla="*/ 740099 h 740098"/>
              <a:gd name="connsiteX993" fmla="*/ 1183337 w 1190488"/>
              <a:gd name="connsiteY993" fmla="*/ 740099 h 740098"/>
              <a:gd name="connsiteX994" fmla="*/ 1184530 w 1190488"/>
              <a:gd name="connsiteY994" fmla="*/ 740099 h 740098"/>
              <a:gd name="connsiteX995" fmla="*/ 1185723 w 1190488"/>
              <a:gd name="connsiteY995" fmla="*/ 740099 h 740098"/>
              <a:gd name="connsiteX996" fmla="*/ 1186916 w 1190488"/>
              <a:gd name="connsiteY996" fmla="*/ 740099 h 740098"/>
              <a:gd name="connsiteX997" fmla="*/ 1188103 w 1190488"/>
              <a:gd name="connsiteY997" fmla="*/ 740099 h 740098"/>
              <a:gd name="connsiteX998" fmla="*/ 1189296 w 1190488"/>
              <a:gd name="connsiteY998" fmla="*/ 740099 h 740098"/>
              <a:gd name="connsiteX999" fmla="*/ 1190489 w 1190488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90488" h="740098">
                <a:moveTo>
                  <a:pt x="0" y="0"/>
                </a:moveTo>
                <a:lnTo>
                  <a:pt x="1192" y="1409"/>
                </a:lnTo>
                <a:lnTo>
                  <a:pt x="2383" y="2818"/>
                </a:lnTo>
                <a:lnTo>
                  <a:pt x="3575" y="4226"/>
                </a:lnTo>
                <a:lnTo>
                  <a:pt x="4767" y="5635"/>
                </a:lnTo>
                <a:lnTo>
                  <a:pt x="5959" y="7043"/>
                </a:lnTo>
                <a:lnTo>
                  <a:pt x="7150" y="8451"/>
                </a:lnTo>
                <a:lnTo>
                  <a:pt x="8342" y="9859"/>
                </a:lnTo>
                <a:lnTo>
                  <a:pt x="9533" y="11267"/>
                </a:lnTo>
                <a:lnTo>
                  <a:pt x="10725" y="12675"/>
                </a:lnTo>
                <a:lnTo>
                  <a:pt x="11917" y="14083"/>
                </a:lnTo>
                <a:lnTo>
                  <a:pt x="13109" y="15490"/>
                </a:lnTo>
                <a:lnTo>
                  <a:pt x="14300" y="16898"/>
                </a:lnTo>
                <a:lnTo>
                  <a:pt x="15492" y="18306"/>
                </a:lnTo>
                <a:lnTo>
                  <a:pt x="16684" y="19713"/>
                </a:lnTo>
                <a:lnTo>
                  <a:pt x="17875" y="21120"/>
                </a:lnTo>
                <a:lnTo>
                  <a:pt x="19067" y="22527"/>
                </a:lnTo>
                <a:lnTo>
                  <a:pt x="20259" y="23934"/>
                </a:lnTo>
                <a:lnTo>
                  <a:pt x="21450" y="25340"/>
                </a:lnTo>
                <a:lnTo>
                  <a:pt x="22642" y="26747"/>
                </a:lnTo>
                <a:lnTo>
                  <a:pt x="23834" y="28154"/>
                </a:lnTo>
                <a:lnTo>
                  <a:pt x="25026" y="29560"/>
                </a:lnTo>
                <a:lnTo>
                  <a:pt x="26217" y="30966"/>
                </a:lnTo>
                <a:lnTo>
                  <a:pt x="27409" y="32372"/>
                </a:lnTo>
                <a:lnTo>
                  <a:pt x="28600" y="33778"/>
                </a:lnTo>
                <a:lnTo>
                  <a:pt x="29792" y="35184"/>
                </a:lnTo>
                <a:lnTo>
                  <a:pt x="30984" y="36589"/>
                </a:lnTo>
                <a:lnTo>
                  <a:pt x="32175" y="37995"/>
                </a:lnTo>
                <a:lnTo>
                  <a:pt x="33367" y="39400"/>
                </a:lnTo>
                <a:lnTo>
                  <a:pt x="34559" y="40805"/>
                </a:lnTo>
                <a:lnTo>
                  <a:pt x="35751" y="42211"/>
                </a:lnTo>
                <a:lnTo>
                  <a:pt x="36942" y="43616"/>
                </a:lnTo>
                <a:lnTo>
                  <a:pt x="38134" y="45020"/>
                </a:lnTo>
                <a:lnTo>
                  <a:pt x="39325" y="46425"/>
                </a:lnTo>
                <a:lnTo>
                  <a:pt x="40517" y="47829"/>
                </a:lnTo>
                <a:lnTo>
                  <a:pt x="41709" y="49234"/>
                </a:lnTo>
                <a:lnTo>
                  <a:pt x="42901" y="50638"/>
                </a:lnTo>
                <a:lnTo>
                  <a:pt x="44092" y="52042"/>
                </a:lnTo>
                <a:lnTo>
                  <a:pt x="45284" y="53446"/>
                </a:lnTo>
                <a:lnTo>
                  <a:pt x="46476" y="54850"/>
                </a:lnTo>
                <a:lnTo>
                  <a:pt x="47668" y="56254"/>
                </a:lnTo>
                <a:lnTo>
                  <a:pt x="48859" y="57657"/>
                </a:lnTo>
                <a:lnTo>
                  <a:pt x="50050" y="59061"/>
                </a:lnTo>
                <a:lnTo>
                  <a:pt x="51242" y="60464"/>
                </a:lnTo>
                <a:lnTo>
                  <a:pt x="52434" y="61867"/>
                </a:lnTo>
                <a:lnTo>
                  <a:pt x="53626" y="63270"/>
                </a:lnTo>
                <a:lnTo>
                  <a:pt x="54817" y="64672"/>
                </a:lnTo>
                <a:lnTo>
                  <a:pt x="56009" y="66075"/>
                </a:lnTo>
                <a:lnTo>
                  <a:pt x="57201" y="67477"/>
                </a:lnTo>
                <a:lnTo>
                  <a:pt x="58393" y="68880"/>
                </a:lnTo>
                <a:lnTo>
                  <a:pt x="59584" y="70282"/>
                </a:lnTo>
                <a:lnTo>
                  <a:pt x="60776" y="71684"/>
                </a:lnTo>
                <a:lnTo>
                  <a:pt x="61967" y="73086"/>
                </a:lnTo>
                <a:lnTo>
                  <a:pt x="63159" y="74487"/>
                </a:lnTo>
                <a:lnTo>
                  <a:pt x="64351" y="75889"/>
                </a:lnTo>
                <a:lnTo>
                  <a:pt x="65543" y="77290"/>
                </a:lnTo>
                <a:lnTo>
                  <a:pt x="66734" y="78691"/>
                </a:lnTo>
                <a:lnTo>
                  <a:pt x="67926" y="80092"/>
                </a:lnTo>
                <a:lnTo>
                  <a:pt x="69118" y="81493"/>
                </a:lnTo>
                <a:lnTo>
                  <a:pt x="70309" y="82894"/>
                </a:lnTo>
                <a:lnTo>
                  <a:pt x="71501" y="84295"/>
                </a:lnTo>
                <a:lnTo>
                  <a:pt x="72692" y="85695"/>
                </a:lnTo>
                <a:lnTo>
                  <a:pt x="73884" y="87095"/>
                </a:lnTo>
                <a:lnTo>
                  <a:pt x="75076" y="88495"/>
                </a:lnTo>
                <a:lnTo>
                  <a:pt x="76268" y="89895"/>
                </a:lnTo>
                <a:lnTo>
                  <a:pt x="77459" y="91295"/>
                </a:lnTo>
                <a:lnTo>
                  <a:pt x="78651" y="92694"/>
                </a:lnTo>
                <a:lnTo>
                  <a:pt x="79843" y="94094"/>
                </a:lnTo>
                <a:lnTo>
                  <a:pt x="81034" y="95493"/>
                </a:lnTo>
                <a:lnTo>
                  <a:pt x="82226" y="96892"/>
                </a:lnTo>
                <a:lnTo>
                  <a:pt x="83418" y="98290"/>
                </a:lnTo>
                <a:lnTo>
                  <a:pt x="84609" y="99689"/>
                </a:lnTo>
                <a:lnTo>
                  <a:pt x="85801" y="101088"/>
                </a:lnTo>
                <a:lnTo>
                  <a:pt x="86993" y="102486"/>
                </a:lnTo>
                <a:lnTo>
                  <a:pt x="88185" y="103884"/>
                </a:lnTo>
                <a:lnTo>
                  <a:pt x="89376" y="105282"/>
                </a:lnTo>
                <a:lnTo>
                  <a:pt x="90568" y="106680"/>
                </a:lnTo>
                <a:lnTo>
                  <a:pt x="91759" y="108078"/>
                </a:lnTo>
                <a:lnTo>
                  <a:pt x="92951" y="109475"/>
                </a:lnTo>
                <a:lnTo>
                  <a:pt x="94143" y="110872"/>
                </a:lnTo>
                <a:lnTo>
                  <a:pt x="95334" y="112269"/>
                </a:lnTo>
                <a:lnTo>
                  <a:pt x="96526" y="113666"/>
                </a:lnTo>
                <a:lnTo>
                  <a:pt x="97718" y="115063"/>
                </a:lnTo>
                <a:lnTo>
                  <a:pt x="98910" y="116459"/>
                </a:lnTo>
                <a:lnTo>
                  <a:pt x="100101" y="117855"/>
                </a:lnTo>
                <a:lnTo>
                  <a:pt x="101293" y="119252"/>
                </a:lnTo>
                <a:lnTo>
                  <a:pt x="102484" y="120648"/>
                </a:lnTo>
                <a:lnTo>
                  <a:pt x="103676" y="122043"/>
                </a:lnTo>
                <a:lnTo>
                  <a:pt x="104868" y="123439"/>
                </a:lnTo>
                <a:lnTo>
                  <a:pt x="106060" y="124834"/>
                </a:lnTo>
                <a:lnTo>
                  <a:pt x="107251" y="126230"/>
                </a:lnTo>
                <a:lnTo>
                  <a:pt x="108443" y="127624"/>
                </a:lnTo>
                <a:lnTo>
                  <a:pt x="109635" y="129019"/>
                </a:lnTo>
                <a:lnTo>
                  <a:pt x="110827" y="130414"/>
                </a:lnTo>
                <a:lnTo>
                  <a:pt x="112018" y="131808"/>
                </a:lnTo>
                <a:lnTo>
                  <a:pt x="113209" y="133202"/>
                </a:lnTo>
                <a:lnTo>
                  <a:pt x="114401" y="134596"/>
                </a:lnTo>
                <a:lnTo>
                  <a:pt x="115593" y="135990"/>
                </a:lnTo>
                <a:lnTo>
                  <a:pt x="116785" y="137383"/>
                </a:lnTo>
                <a:lnTo>
                  <a:pt x="117976" y="138777"/>
                </a:lnTo>
                <a:lnTo>
                  <a:pt x="119168" y="140170"/>
                </a:lnTo>
                <a:lnTo>
                  <a:pt x="120360" y="141563"/>
                </a:lnTo>
                <a:lnTo>
                  <a:pt x="121552" y="142956"/>
                </a:lnTo>
                <a:lnTo>
                  <a:pt x="122743" y="144348"/>
                </a:lnTo>
                <a:lnTo>
                  <a:pt x="123935" y="145740"/>
                </a:lnTo>
                <a:lnTo>
                  <a:pt x="125126" y="147133"/>
                </a:lnTo>
                <a:lnTo>
                  <a:pt x="126318" y="148524"/>
                </a:lnTo>
                <a:lnTo>
                  <a:pt x="127510" y="149916"/>
                </a:lnTo>
                <a:lnTo>
                  <a:pt x="128702" y="151308"/>
                </a:lnTo>
                <a:lnTo>
                  <a:pt x="129893" y="152699"/>
                </a:lnTo>
                <a:lnTo>
                  <a:pt x="131085" y="154090"/>
                </a:lnTo>
                <a:lnTo>
                  <a:pt x="132277" y="155481"/>
                </a:lnTo>
                <a:lnTo>
                  <a:pt x="133468" y="156871"/>
                </a:lnTo>
                <a:lnTo>
                  <a:pt x="134660" y="158262"/>
                </a:lnTo>
                <a:lnTo>
                  <a:pt x="135851" y="159652"/>
                </a:lnTo>
                <a:lnTo>
                  <a:pt x="137043" y="161042"/>
                </a:lnTo>
                <a:lnTo>
                  <a:pt x="138235" y="162431"/>
                </a:lnTo>
                <a:lnTo>
                  <a:pt x="139427" y="163821"/>
                </a:lnTo>
                <a:lnTo>
                  <a:pt x="140618" y="165211"/>
                </a:lnTo>
                <a:lnTo>
                  <a:pt x="141810" y="166600"/>
                </a:lnTo>
                <a:lnTo>
                  <a:pt x="143002" y="167988"/>
                </a:lnTo>
                <a:lnTo>
                  <a:pt x="144193" y="169377"/>
                </a:lnTo>
                <a:lnTo>
                  <a:pt x="145385" y="170765"/>
                </a:lnTo>
                <a:lnTo>
                  <a:pt x="146577" y="172153"/>
                </a:lnTo>
                <a:lnTo>
                  <a:pt x="147768" y="173541"/>
                </a:lnTo>
                <a:lnTo>
                  <a:pt x="148960" y="174929"/>
                </a:lnTo>
                <a:lnTo>
                  <a:pt x="150152" y="176316"/>
                </a:lnTo>
                <a:lnTo>
                  <a:pt x="151344" y="177703"/>
                </a:lnTo>
                <a:lnTo>
                  <a:pt x="152535" y="179090"/>
                </a:lnTo>
                <a:lnTo>
                  <a:pt x="153727" y="180476"/>
                </a:lnTo>
                <a:lnTo>
                  <a:pt x="154918" y="181863"/>
                </a:lnTo>
                <a:lnTo>
                  <a:pt x="156110" y="183249"/>
                </a:lnTo>
                <a:lnTo>
                  <a:pt x="157302" y="184635"/>
                </a:lnTo>
                <a:lnTo>
                  <a:pt x="158493" y="186021"/>
                </a:lnTo>
                <a:lnTo>
                  <a:pt x="159685" y="187406"/>
                </a:lnTo>
                <a:lnTo>
                  <a:pt x="160877" y="188792"/>
                </a:lnTo>
                <a:lnTo>
                  <a:pt x="162069" y="190176"/>
                </a:lnTo>
                <a:lnTo>
                  <a:pt x="163260" y="191561"/>
                </a:lnTo>
                <a:lnTo>
                  <a:pt x="164452" y="192946"/>
                </a:lnTo>
                <a:lnTo>
                  <a:pt x="165643" y="194329"/>
                </a:lnTo>
                <a:lnTo>
                  <a:pt x="166835" y="195713"/>
                </a:lnTo>
                <a:lnTo>
                  <a:pt x="168027" y="197097"/>
                </a:lnTo>
                <a:lnTo>
                  <a:pt x="169219" y="198480"/>
                </a:lnTo>
                <a:lnTo>
                  <a:pt x="170410" y="199863"/>
                </a:lnTo>
                <a:lnTo>
                  <a:pt x="171602" y="201246"/>
                </a:lnTo>
                <a:lnTo>
                  <a:pt x="172794" y="202628"/>
                </a:lnTo>
                <a:lnTo>
                  <a:pt x="173986" y="204011"/>
                </a:lnTo>
                <a:lnTo>
                  <a:pt x="175177" y="205393"/>
                </a:lnTo>
                <a:lnTo>
                  <a:pt x="176368" y="206775"/>
                </a:lnTo>
                <a:lnTo>
                  <a:pt x="177560" y="208156"/>
                </a:lnTo>
                <a:lnTo>
                  <a:pt x="178752" y="209537"/>
                </a:lnTo>
                <a:lnTo>
                  <a:pt x="179944" y="210918"/>
                </a:lnTo>
                <a:lnTo>
                  <a:pt x="181135" y="212299"/>
                </a:lnTo>
                <a:lnTo>
                  <a:pt x="182327" y="213679"/>
                </a:lnTo>
                <a:lnTo>
                  <a:pt x="183519" y="215059"/>
                </a:lnTo>
                <a:lnTo>
                  <a:pt x="184711" y="216439"/>
                </a:lnTo>
                <a:lnTo>
                  <a:pt x="185902" y="217818"/>
                </a:lnTo>
                <a:lnTo>
                  <a:pt x="187094" y="219198"/>
                </a:lnTo>
                <a:lnTo>
                  <a:pt x="188285" y="220577"/>
                </a:lnTo>
                <a:lnTo>
                  <a:pt x="189477" y="221955"/>
                </a:lnTo>
                <a:lnTo>
                  <a:pt x="190669" y="223333"/>
                </a:lnTo>
                <a:lnTo>
                  <a:pt x="191861" y="224711"/>
                </a:lnTo>
                <a:lnTo>
                  <a:pt x="193052" y="226089"/>
                </a:lnTo>
                <a:lnTo>
                  <a:pt x="194244" y="227467"/>
                </a:lnTo>
                <a:lnTo>
                  <a:pt x="195436" y="228843"/>
                </a:lnTo>
                <a:lnTo>
                  <a:pt x="196628" y="230220"/>
                </a:lnTo>
                <a:lnTo>
                  <a:pt x="197819" y="231597"/>
                </a:lnTo>
                <a:lnTo>
                  <a:pt x="199010" y="232973"/>
                </a:lnTo>
                <a:lnTo>
                  <a:pt x="200202" y="234349"/>
                </a:lnTo>
                <a:lnTo>
                  <a:pt x="201394" y="235724"/>
                </a:lnTo>
                <a:lnTo>
                  <a:pt x="202586" y="237100"/>
                </a:lnTo>
                <a:lnTo>
                  <a:pt x="203777" y="238475"/>
                </a:lnTo>
                <a:lnTo>
                  <a:pt x="204969" y="239849"/>
                </a:lnTo>
                <a:lnTo>
                  <a:pt x="206161" y="241224"/>
                </a:lnTo>
                <a:lnTo>
                  <a:pt x="207353" y="242597"/>
                </a:lnTo>
                <a:lnTo>
                  <a:pt x="208544" y="243971"/>
                </a:lnTo>
                <a:lnTo>
                  <a:pt x="209736" y="245345"/>
                </a:lnTo>
                <a:lnTo>
                  <a:pt x="210927" y="246717"/>
                </a:lnTo>
                <a:lnTo>
                  <a:pt x="212119" y="248090"/>
                </a:lnTo>
                <a:lnTo>
                  <a:pt x="213311" y="249463"/>
                </a:lnTo>
                <a:lnTo>
                  <a:pt x="214503" y="250834"/>
                </a:lnTo>
                <a:lnTo>
                  <a:pt x="215694" y="252206"/>
                </a:lnTo>
                <a:lnTo>
                  <a:pt x="216886" y="253577"/>
                </a:lnTo>
                <a:lnTo>
                  <a:pt x="218078" y="254948"/>
                </a:lnTo>
                <a:lnTo>
                  <a:pt x="219269" y="256319"/>
                </a:lnTo>
                <a:lnTo>
                  <a:pt x="220461" y="257689"/>
                </a:lnTo>
                <a:lnTo>
                  <a:pt x="221652" y="259059"/>
                </a:lnTo>
                <a:lnTo>
                  <a:pt x="222844" y="260429"/>
                </a:lnTo>
                <a:lnTo>
                  <a:pt x="224036" y="261797"/>
                </a:lnTo>
                <a:lnTo>
                  <a:pt x="225228" y="263166"/>
                </a:lnTo>
                <a:lnTo>
                  <a:pt x="226419" y="264535"/>
                </a:lnTo>
                <a:lnTo>
                  <a:pt x="227611" y="265903"/>
                </a:lnTo>
                <a:lnTo>
                  <a:pt x="228803" y="267271"/>
                </a:lnTo>
                <a:lnTo>
                  <a:pt x="229994" y="268639"/>
                </a:lnTo>
                <a:lnTo>
                  <a:pt x="231186" y="270006"/>
                </a:lnTo>
                <a:lnTo>
                  <a:pt x="232378" y="271372"/>
                </a:lnTo>
                <a:lnTo>
                  <a:pt x="233569" y="272738"/>
                </a:lnTo>
                <a:lnTo>
                  <a:pt x="234761" y="274104"/>
                </a:lnTo>
                <a:lnTo>
                  <a:pt x="235953" y="275470"/>
                </a:lnTo>
                <a:lnTo>
                  <a:pt x="237145" y="276835"/>
                </a:lnTo>
                <a:lnTo>
                  <a:pt x="238336" y="278200"/>
                </a:lnTo>
                <a:lnTo>
                  <a:pt x="239528" y="279564"/>
                </a:lnTo>
                <a:lnTo>
                  <a:pt x="240719" y="280928"/>
                </a:lnTo>
                <a:lnTo>
                  <a:pt x="241911" y="282292"/>
                </a:lnTo>
                <a:lnTo>
                  <a:pt x="243103" y="283655"/>
                </a:lnTo>
                <a:lnTo>
                  <a:pt x="244295" y="285018"/>
                </a:lnTo>
                <a:lnTo>
                  <a:pt x="245486" y="286380"/>
                </a:lnTo>
                <a:lnTo>
                  <a:pt x="246678" y="287742"/>
                </a:lnTo>
                <a:lnTo>
                  <a:pt x="247870" y="289104"/>
                </a:lnTo>
                <a:lnTo>
                  <a:pt x="249061" y="290465"/>
                </a:lnTo>
                <a:lnTo>
                  <a:pt x="250253" y="291826"/>
                </a:lnTo>
                <a:lnTo>
                  <a:pt x="251444" y="293186"/>
                </a:lnTo>
                <a:lnTo>
                  <a:pt x="252636" y="294546"/>
                </a:lnTo>
                <a:lnTo>
                  <a:pt x="253828" y="295906"/>
                </a:lnTo>
                <a:lnTo>
                  <a:pt x="255020" y="297265"/>
                </a:lnTo>
                <a:lnTo>
                  <a:pt x="256211" y="298624"/>
                </a:lnTo>
                <a:lnTo>
                  <a:pt x="257403" y="299982"/>
                </a:lnTo>
                <a:lnTo>
                  <a:pt x="258595" y="301340"/>
                </a:lnTo>
                <a:lnTo>
                  <a:pt x="259787" y="302697"/>
                </a:lnTo>
                <a:lnTo>
                  <a:pt x="260978" y="304054"/>
                </a:lnTo>
                <a:lnTo>
                  <a:pt x="262170" y="305411"/>
                </a:lnTo>
                <a:lnTo>
                  <a:pt x="263361" y="306767"/>
                </a:lnTo>
                <a:lnTo>
                  <a:pt x="264553" y="308123"/>
                </a:lnTo>
                <a:lnTo>
                  <a:pt x="265745" y="309478"/>
                </a:lnTo>
                <a:lnTo>
                  <a:pt x="266937" y="310833"/>
                </a:lnTo>
                <a:lnTo>
                  <a:pt x="268128" y="312187"/>
                </a:lnTo>
                <a:lnTo>
                  <a:pt x="269320" y="313541"/>
                </a:lnTo>
                <a:lnTo>
                  <a:pt x="270512" y="314894"/>
                </a:lnTo>
                <a:lnTo>
                  <a:pt x="271703" y="316247"/>
                </a:lnTo>
                <a:lnTo>
                  <a:pt x="272895" y="317599"/>
                </a:lnTo>
                <a:lnTo>
                  <a:pt x="274086" y="318952"/>
                </a:lnTo>
                <a:lnTo>
                  <a:pt x="275278" y="320303"/>
                </a:lnTo>
                <a:lnTo>
                  <a:pt x="276470" y="321654"/>
                </a:lnTo>
                <a:lnTo>
                  <a:pt x="277662" y="323005"/>
                </a:lnTo>
                <a:lnTo>
                  <a:pt x="278853" y="324355"/>
                </a:lnTo>
                <a:lnTo>
                  <a:pt x="280045" y="325704"/>
                </a:lnTo>
                <a:lnTo>
                  <a:pt x="281237" y="327054"/>
                </a:lnTo>
                <a:lnTo>
                  <a:pt x="282428" y="328402"/>
                </a:lnTo>
                <a:lnTo>
                  <a:pt x="283620" y="329750"/>
                </a:lnTo>
                <a:lnTo>
                  <a:pt x="284812" y="331098"/>
                </a:lnTo>
                <a:lnTo>
                  <a:pt x="286003" y="332445"/>
                </a:lnTo>
                <a:lnTo>
                  <a:pt x="287195" y="333791"/>
                </a:lnTo>
                <a:lnTo>
                  <a:pt x="288387" y="335137"/>
                </a:lnTo>
                <a:lnTo>
                  <a:pt x="289579" y="336483"/>
                </a:lnTo>
                <a:lnTo>
                  <a:pt x="290770" y="337828"/>
                </a:lnTo>
                <a:lnTo>
                  <a:pt x="291962" y="339172"/>
                </a:lnTo>
                <a:lnTo>
                  <a:pt x="293153" y="340517"/>
                </a:lnTo>
                <a:lnTo>
                  <a:pt x="294345" y="341860"/>
                </a:lnTo>
                <a:lnTo>
                  <a:pt x="295537" y="343203"/>
                </a:lnTo>
                <a:lnTo>
                  <a:pt x="296728" y="344545"/>
                </a:lnTo>
                <a:lnTo>
                  <a:pt x="297920" y="345887"/>
                </a:lnTo>
                <a:lnTo>
                  <a:pt x="299112" y="347228"/>
                </a:lnTo>
                <a:lnTo>
                  <a:pt x="300304" y="348569"/>
                </a:lnTo>
                <a:lnTo>
                  <a:pt x="301495" y="349909"/>
                </a:lnTo>
                <a:lnTo>
                  <a:pt x="302687" y="351249"/>
                </a:lnTo>
                <a:lnTo>
                  <a:pt x="303878" y="352588"/>
                </a:lnTo>
                <a:lnTo>
                  <a:pt x="305070" y="353926"/>
                </a:lnTo>
                <a:lnTo>
                  <a:pt x="306262" y="355265"/>
                </a:lnTo>
                <a:lnTo>
                  <a:pt x="307454" y="356602"/>
                </a:lnTo>
                <a:lnTo>
                  <a:pt x="308645" y="357939"/>
                </a:lnTo>
                <a:lnTo>
                  <a:pt x="309837" y="359274"/>
                </a:lnTo>
                <a:lnTo>
                  <a:pt x="311029" y="360610"/>
                </a:lnTo>
                <a:lnTo>
                  <a:pt x="312221" y="361945"/>
                </a:lnTo>
                <a:lnTo>
                  <a:pt x="313412" y="363280"/>
                </a:lnTo>
                <a:lnTo>
                  <a:pt x="314603" y="364614"/>
                </a:lnTo>
                <a:lnTo>
                  <a:pt x="315795" y="365947"/>
                </a:lnTo>
                <a:lnTo>
                  <a:pt x="316987" y="367279"/>
                </a:lnTo>
                <a:lnTo>
                  <a:pt x="318179" y="368611"/>
                </a:lnTo>
                <a:lnTo>
                  <a:pt x="319370" y="369942"/>
                </a:lnTo>
                <a:lnTo>
                  <a:pt x="320562" y="371273"/>
                </a:lnTo>
                <a:lnTo>
                  <a:pt x="321754" y="372603"/>
                </a:lnTo>
                <a:lnTo>
                  <a:pt x="322946" y="373933"/>
                </a:lnTo>
                <a:lnTo>
                  <a:pt x="324137" y="375261"/>
                </a:lnTo>
                <a:lnTo>
                  <a:pt x="325329" y="376590"/>
                </a:lnTo>
                <a:lnTo>
                  <a:pt x="326520" y="377917"/>
                </a:lnTo>
                <a:lnTo>
                  <a:pt x="327712" y="379244"/>
                </a:lnTo>
                <a:lnTo>
                  <a:pt x="328904" y="380571"/>
                </a:lnTo>
                <a:lnTo>
                  <a:pt x="330096" y="381896"/>
                </a:lnTo>
                <a:lnTo>
                  <a:pt x="331287" y="383221"/>
                </a:lnTo>
                <a:lnTo>
                  <a:pt x="332479" y="384545"/>
                </a:lnTo>
                <a:lnTo>
                  <a:pt x="333671" y="385869"/>
                </a:lnTo>
                <a:lnTo>
                  <a:pt x="334863" y="387192"/>
                </a:lnTo>
                <a:lnTo>
                  <a:pt x="336054" y="388514"/>
                </a:lnTo>
                <a:lnTo>
                  <a:pt x="337245" y="389835"/>
                </a:lnTo>
                <a:lnTo>
                  <a:pt x="338437" y="391156"/>
                </a:lnTo>
                <a:lnTo>
                  <a:pt x="339629" y="392476"/>
                </a:lnTo>
                <a:lnTo>
                  <a:pt x="340821" y="393795"/>
                </a:lnTo>
                <a:lnTo>
                  <a:pt x="342012" y="395114"/>
                </a:lnTo>
                <a:lnTo>
                  <a:pt x="343204" y="396432"/>
                </a:lnTo>
                <a:lnTo>
                  <a:pt x="344396" y="397749"/>
                </a:lnTo>
                <a:lnTo>
                  <a:pt x="345587" y="399066"/>
                </a:lnTo>
                <a:lnTo>
                  <a:pt x="346779" y="400382"/>
                </a:lnTo>
                <a:lnTo>
                  <a:pt x="347971" y="401697"/>
                </a:lnTo>
                <a:lnTo>
                  <a:pt x="349162" y="403011"/>
                </a:lnTo>
                <a:lnTo>
                  <a:pt x="350354" y="404325"/>
                </a:lnTo>
                <a:lnTo>
                  <a:pt x="351546" y="405637"/>
                </a:lnTo>
                <a:lnTo>
                  <a:pt x="352738" y="406950"/>
                </a:lnTo>
                <a:lnTo>
                  <a:pt x="353929" y="408261"/>
                </a:lnTo>
                <a:lnTo>
                  <a:pt x="355121" y="409571"/>
                </a:lnTo>
                <a:lnTo>
                  <a:pt x="356312" y="410881"/>
                </a:lnTo>
                <a:lnTo>
                  <a:pt x="357504" y="412190"/>
                </a:lnTo>
                <a:lnTo>
                  <a:pt x="358696" y="413498"/>
                </a:lnTo>
                <a:lnTo>
                  <a:pt x="359887" y="414805"/>
                </a:lnTo>
                <a:lnTo>
                  <a:pt x="361079" y="416112"/>
                </a:lnTo>
                <a:lnTo>
                  <a:pt x="362271" y="417417"/>
                </a:lnTo>
                <a:lnTo>
                  <a:pt x="363463" y="418722"/>
                </a:lnTo>
                <a:lnTo>
                  <a:pt x="364654" y="420026"/>
                </a:lnTo>
                <a:lnTo>
                  <a:pt x="365846" y="421329"/>
                </a:lnTo>
                <a:lnTo>
                  <a:pt x="367037" y="422631"/>
                </a:lnTo>
                <a:lnTo>
                  <a:pt x="368229" y="423933"/>
                </a:lnTo>
                <a:lnTo>
                  <a:pt x="369421" y="425234"/>
                </a:lnTo>
                <a:lnTo>
                  <a:pt x="370613" y="426534"/>
                </a:lnTo>
                <a:lnTo>
                  <a:pt x="371804" y="427832"/>
                </a:lnTo>
                <a:lnTo>
                  <a:pt x="372996" y="429130"/>
                </a:lnTo>
                <a:lnTo>
                  <a:pt x="374188" y="430428"/>
                </a:lnTo>
                <a:lnTo>
                  <a:pt x="375380" y="431724"/>
                </a:lnTo>
                <a:lnTo>
                  <a:pt x="376571" y="433019"/>
                </a:lnTo>
                <a:lnTo>
                  <a:pt x="377762" y="434314"/>
                </a:lnTo>
                <a:lnTo>
                  <a:pt x="378954" y="435608"/>
                </a:lnTo>
                <a:lnTo>
                  <a:pt x="380146" y="436900"/>
                </a:lnTo>
                <a:lnTo>
                  <a:pt x="381338" y="438192"/>
                </a:lnTo>
                <a:lnTo>
                  <a:pt x="382529" y="439483"/>
                </a:lnTo>
                <a:lnTo>
                  <a:pt x="383721" y="440773"/>
                </a:lnTo>
                <a:lnTo>
                  <a:pt x="384913" y="442062"/>
                </a:lnTo>
                <a:lnTo>
                  <a:pt x="386105" y="443350"/>
                </a:lnTo>
                <a:lnTo>
                  <a:pt x="387296" y="444637"/>
                </a:lnTo>
                <a:lnTo>
                  <a:pt x="388488" y="445923"/>
                </a:lnTo>
                <a:lnTo>
                  <a:pt x="389679" y="447208"/>
                </a:lnTo>
                <a:lnTo>
                  <a:pt x="390871" y="448492"/>
                </a:lnTo>
                <a:lnTo>
                  <a:pt x="392063" y="449775"/>
                </a:lnTo>
                <a:lnTo>
                  <a:pt x="393255" y="451057"/>
                </a:lnTo>
                <a:lnTo>
                  <a:pt x="394446" y="452338"/>
                </a:lnTo>
                <a:lnTo>
                  <a:pt x="395638" y="453618"/>
                </a:lnTo>
                <a:lnTo>
                  <a:pt x="396830" y="454898"/>
                </a:lnTo>
                <a:lnTo>
                  <a:pt x="398022" y="456176"/>
                </a:lnTo>
                <a:lnTo>
                  <a:pt x="399213" y="457452"/>
                </a:lnTo>
                <a:lnTo>
                  <a:pt x="400404" y="458729"/>
                </a:lnTo>
                <a:lnTo>
                  <a:pt x="401596" y="460004"/>
                </a:lnTo>
                <a:lnTo>
                  <a:pt x="402788" y="461277"/>
                </a:lnTo>
                <a:lnTo>
                  <a:pt x="403980" y="462550"/>
                </a:lnTo>
                <a:lnTo>
                  <a:pt x="405171" y="463822"/>
                </a:lnTo>
                <a:lnTo>
                  <a:pt x="406363" y="465092"/>
                </a:lnTo>
                <a:lnTo>
                  <a:pt x="407555" y="466362"/>
                </a:lnTo>
                <a:lnTo>
                  <a:pt x="408747" y="467631"/>
                </a:lnTo>
                <a:lnTo>
                  <a:pt x="409938" y="468898"/>
                </a:lnTo>
                <a:lnTo>
                  <a:pt x="411130" y="470164"/>
                </a:lnTo>
                <a:lnTo>
                  <a:pt x="412321" y="471429"/>
                </a:lnTo>
                <a:lnTo>
                  <a:pt x="413513" y="472693"/>
                </a:lnTo>
                <a:lnTo>
                  <a:pt x="414705" y="473956"/>
                </a:lnTo>
                <a:lnTo>
                  <a:pt x="415897" y="475218"/>
                </a:lnTo>
                <a:lnTo>
                  <a:pt x="417088" y="476478"/>
                </a:lnTo>
                <a:lnTo>
                  <a:pt x="418280" y="477737"/>
                </a:lnTo>
                <a:lnTo>
                  <a:pt x="419472" y="478995"/>
                </a:lnTo>
                <a:lnTo>
                  <a:pt x="420663" y="480252"/>
                </a:lnTo>
                <a:lnTo>
                  <a:pt x="421855" y="481508"/>
                </a:lnTo>
                <a:lnTo>
                  <a:pt x="423046" y="482762"/>
                </a:lnTo>
                <a:lnTo>
                  <a:pt x="424238" y="484015"/>
                </a:lnTo>
                <a:lnTo>
                  <a:pt x="425430" y="485267"/>
                </a:lnTo>
                <a:lnTo>
                  <a:pt x="426622" y="486518"/>
                </a:lnTo>
                <a:lnTo>
                  <a:pt x="427812" y="487767"/>
                </a:lnTo>
                <a:lnTo>
                  <a:pt x="429005" y="489015"/>
                </a:lnTo>
                <a:lnTo>
                  <a:pt x="430198" y="490263"/>
                </a:lnTo>
                <a:lnTo>
                  <a:pt x="431391" y="491508"/>
                </a:lnTo>
                <a:lnTo>
                  <a:pt x="432578" y="492752"/>
                </a:lnTo>
                <a:lnTo>
                  <a:pt x="433771" y="493996"/>
                </a:lnTo>
                <a:lnTo>
                  <a:pt x="434964" y="495237"/>
                </a:lnTo>
                <a:lnTo>
                  <a:pt x="436157" y="496478"/>
                </a:lnTo>
                <a:lnTo>
                  <a:pt x="437344" y="497717"/>
                </a:lnTo>
                <a:lnTo>
                  <a:pt x="438537" y="498954"/>
                </a:lnTo>
                <a:lnTo>
                  <a:pt x="439730" y="500190"/>
                </a:lnTo>
                <a:lnTo>
                  <a:pt x="440923" y="501425"/>
                </a:lnTo>
                <a:lnTo>
                  <a:pt x="442116" y="502659"/>
                </a:lnTo>
                <a:lnTo>
                  <a:pt x="443303" y="503891"/>
                </a:lnTo>
                <a:lnTo>
                  <a:pt x="444496" y="505122"/>
                </a:lnTo>
                <a:lnTo>
                  <a:pt x="445688" y="506351"/>
                </a:lnTo>
                <a:lnTo>
                  <a:pt x="446881" y="507579"/>
                </a:lnTo>
                <a:lnTo>
                  <a:pt x="448074" y="508806"/>
                </a:lnTo>
                <a:lnTo>
                  <a:pt x="449261" y="510030"/>
                </a:lnTo>
                <a:lnTo>
                  <a:pt x="450454" y="511253"/>
                </a:lnTo>
                <a:lnTo>
                  <a:pt x="451647" y="512476"/>
                </a:lnTo>
                <a:lnTo>
                  <a:pt x="452840" y="513696"/>
                </a:lnTo>
                <a:lnTo>
                  <a:pt x="454033" y="514915"/>
                </a:lnTo>
                <a:lnTo>
                  <a:pt x="455220" y="516133"/>
                </a:lnTo>
                <a:lnTo>
                  <a:pt x="456413" y="517349"/>
                </a:lnTo>
                <a:lnTo>
                  <a:pt x="457606" y="518563"/>
                </a:lnTo>
                <a:lnTo>
                  <a:pt x="458799" y="519776"/>
                </a:lnTo>
                <a:lnTo>
                  <a:pt x="459986" y="520987"/>
                </a:lnTo>
                <a:lnTo>
                  <a:pt x="461179" y="522197"/>
                </a:lnTo>
                <a:lnTo>
                  <a:pt x="462372" y="523405"/>
                </a:lnTo>
                <a:lnTo>
                  <a:pt x="463565" y="524611"/>
                </a:lnTo>
                <a:lnTo>
                  <a:pt x="464758" y="525816"/>
                </a:lnTo>
                <a:lnTo>
                  <a:pt x="465945" y="527020"/>
                </a:lnTo>
                <a:lnTo>
                  <a:pt x="467138" y="528221"/>
                </a:lnTo>
                <a:lnTo>
                  <a:pt x="468330" y="529421"/>
                </a:lnTo>
                <a:lnTo>
                  <a:pt x="469523" y="530619"/>
                </a:lnTo>
                <a:lnTo>
                  <a:pt x="470716" y="531816"/>
                </a:lnTo>
                <a:lnTo>
                  <a:pt x="471903" y="533011"/>
                </a:lnTo>
                <a:lnTo>
                  <a:pt x="473096" y="534204"/>
                </a:lnTo>
                <a:lnTo>
                  <a:pt x="474289" y="535395"/>
                </a:lnTo>
                <a:lnTo>
                  <a:pt x="475482" y="536585"/>
                </a:lnTo>
                <a:lnTo>
                  <a:pt x="476675" y="537772"/>
                </a:lnTo>
                <a:lnTo>
                  <a:pt x="477862" y="538959"/>
                </a:lnTo>
                <a:lnTo>
                  <a:pt x="479055" y="540143"/>
                </a:lnTo>
                <a:lnTo>
                  <a:pt x="480248" y="541323"/>
                </a:lnTo>
                <a:lnTo>
                  <a:pt x="481441" y="542504"/>
                </a:lnTo>
                <a:lnTo>
                  <a:pt x="482628" y="543685"/>
                </a:lnTo>
                <a:lnTo>
                  <a:pt x="483821" y="544860"/>
                </a:lnTo>
                <a:lnTo>
                  <a:pt x="485014" y="546036"/>
                </a:lnTo>
                <a:lnTo>
                  <a:pt x="486207" y="547211"/>
                </a:lnTo>
                <a:lnTo>
                  <a:pt x="487400" y="548380"/>
                </a:lnTo>
                <a:lnTo>
                  <a:pt x="488587" y="549549"/>
                </a:lnTo>
                <a:lnTo>
                  <a:pt x="489780" y="550719"/>
                </a:lnTo>
                <a:lnTo>
                  <a:pt x="490973" y="551882"/>
                </a:lnTo>
                <a:lnTo>
                  <a:pt x="492165" y="553045"/>
                </a:lnTo>
                <a:lnTo>
                  <a:pt x="493358" y="554209"/>
                </a:lnTo>
                <a:lnTo>
                  <a:pt x="494545" y="555372"/>
                </a:lnTo>
                <a:lnTo>
                  <a:pt x="495738" y="556530"/>
                </a:lnTo>
                <a:lnTo>
                  <a:pt x="496931" y="557681"/>
                </a:lnTo>
                <a:lnTo>
                  <a:pt x="498124" y="558839"/>
                </a:lnTo>
                <a:lnTo>
                  <a:pt x="499311" y="559990"/>
                </a:lnTo>
                <a:lnTo>
                  <a:pt x="500504" y="561136"/>
                </a:lnTo>
                <a:lnTo>
                  <a:pt x="501697" y="562288"/>
                </a:lnTo>
                <a:lnTo>
                  <a:pt x="502890" y="563427"/>
                </a:lnTo>
                <a:lnTo>
                  <a:pt x="504083" y="564573"/>
                </a:lnTo>
                <a:lnTo>
                  <a:pt x="505270" y="565713"/>
                </a:lnTo>
                <a:lnTo>
                  <a:pt x="506463" y="566853"/>
                </a:lnTo>
                <a:lnTo>
                  <a:pt x="507656" y="567992"/>
                </a:lnTo>
                <a:lnTo>
                  <a:pt x="508849" y="569126"/>
                </a:lnTo>
                <a:lnTo>
                  <a:pt x="510042" y="570254"/>
                </a:lnTo>
                <a:lnTo>
                  <a:pt x="511229" y="571388"/>
                </a:lnTo>
                <a:lnTo>
                  <a:pt x="512422" y="572516"/>
                </a:lnTo>
                <a:lnTo>
                  <a:pt x="513614" y="573638"/>
                </a:lnTo>
                <a:lnTo>
                  <a:pt x="514807" y="574760"/>
                </a:lnTo>
                <a:lnTo>
                  <a:pt x="516000" y="575882"/>
                </a:lnTo>
                <a:lnTo>
                  <a:pt x="517187" y="577004"/>
                </a:lnTo>
                <a:lnTo>
                  <a:pt x="518380" y="578121"/>
                </a:lnTo>
                <a:lnTo>
                  <a:pt x="519573" y="579231"/>
                </a:lnTo>
                <a:lnTo>
                  <a:pt x="520766" y="580347"/>
                </a:lnTo>
                <a:lnTo>
                  <a:pt x="521953" y="581451"/>
                </a:lnTo>
                <a:lnTo>
                  <a:pt x="523146" y="582562"/>
                </a:lnTo>
                <a:lnTo>
                  <a:pt x="524339" y="583666"/>
                </a:lnTo>
                <a:lnTo>
                  <a:pt x="525532" y="584764"/>
                </a:lnTo>
                <a:lnTo>
                  <a:pt x="526725" y="585863"/>
                </a:lnTo>
                <a:lnTo>
                  <a:pt x="527912" y="586961"/>
                </a:lnTo>
                <a:lnTo>
                  <a:pt x="529105" y="588060"/>
                </a:lnTo>
                <a:lnTo>
                  <a:pt x="530298" y="589146"/>
                </a:lnTo>
                <a:lnTo>
                  <a:pt x="531491" y="590239"/>
                </a:lnTo>
                <a:lnTo>
                  <a:pt x="532684" y="591325"/>
                </a:lnTo>
                <a:lnTo>
                  <a:pt x="533871" y="592406"/>
                </a:lnTo>
                <a:lnTo>
                  <a:pt x="535064" y="593493"/>
                </a:lnTo>
                <a:lnTo>
                  <a:pt x="536257" y="594568"/>
                </a:lnTo>
                <a:lnTo>
                  <a:pt x="537449" y="595642"/>
                </a:lnTo>
                <a:lnTo>
                  <a:pt x="538642" y="596717"/>
                </a:lnTo>
                <a:lnTo>
                  <a:pt x="539829" y="597792"/>
                </a:lnTo>
                <a:lnTo>
                  <a:pt x="541022" y="598855"/>
                </a:lnTo>
                <a:lnTo>
                  <a:pt x="542215" y="599924"/>
                </a:lnTo>
                <a:lnTo>
                  <a:pt x="543408" y="600987"/>
                </a:lnTo>
                <a:lnTo>
                  <a:pt x="544595" y="602044"/>
                </a:lnTo>
                <a:lnTo>
                  <a:pt x="545788" y="603101"/>
                </a:lnTo>
                <a:lnTo>
                  <a:pt x="546981" y="604158"/>
                </a:lnTo>
                <a:lnTo>
                  <a:pt x="548174" y="605209"/>
                </a:lnTo>
                <a:lnTo>
                  <a:pt x="549367" y="606255"/>
                </a:lnTo>
                <a:lnTo>
                  <a:pt x="550554" y="607300"/>
                </a:lnTo>
                <a:lnTo>
                  <a:pt x="551747" y="608345"/>
                </a:lnTo>
                <a:lnTo>
                  <a:pt x="552940" y="609385"/>
                </a:lnTo>
                <a:lnTo>
                  <a:pt x="554133" y="610424"/>
                </a:lnTo>
                <a:lnTo>
                  <a:pt x="555326" y="611458"/>
                </a:lnTo>
                <a:lnTo>
                  <a:pt x="556513" y="612485"/>
                </a:lnTo>
                <a:lnTo>
                  <a:pt x="557706" y="613513"/>
                </a:lnTo>
                <a:lnTo>
                  <a:pt x="558899" y="614540"/>
                </a:lnTo>
                <a:lnTo>
                  <a:pt x="560091" y="615562"/>
                </a:lnTo>
                <a:lnTo>
                  <a:pt x="561284" y="616578"/>
                </a:lnTo>
                <a:lnTo>
                  <a:pt x="562471" y="617593"/>
                </a:lnTo>
                <a:lnTo>
                  <a:pt x="563664" y="618609"/>
                </a:lnTo>
                <a:lnTo>
                  <a:pt x="564857" y="619619"/>
                </a:lnTo>
                <a:lnTo>
                  <a:pt x="566050" y="620623"/>
                </a:lnTo>
                <a:lnTo>
                  <a:pt x="567237" y="621627"/>
                </a:lnTo>
                <a:lnTo>
                  <a:pt x="568430" y="622625"/>
                </a:lnTo>
                <a:lnTo>
                  <a:pt x="569623" y="623623"/>
                </a:lnTo>
                <a:lnTo>
                  <a:pt x="570816" y="624615"/>
                </a:lnTo>
                <a:lnTo>
                  <a:pt x="572009" y="625607"/>
                </a:lnTo>
                <a:lnTo>
                  <a:pt x="573196" y="626594"/>
                </a:lnTo>
                <a:lnTo>
                  <a:pt x="574389" y="627574"/>
                </a:lnTo>
                <a:lnTo>
                  <a:pt x="575582" y="628554"/>
                </a:lnTo>
                <a:lnTo>
                  <a:pt x="576775" y="629529"/>
                </a:lnTo>
                <a:lnTo>
                  <a:pt x="577968" y="630503"/>
                </a:lnTo>
                <a:lnTo>
                  <a:pt x="579155" y="631472"/>
                </a:lnTo>
                <a:lnTo>
                  <a:pt x="580348" y="632440"/>
                </a:lnTo>
                <a:lnTo>
                  <a:pt x="581541" y="633403"/>
                </a:lnTo>
                <a:lnTo>
                  <a:pt x="582733" y="634359"/>
                </a:lnTo>
                <a:lnTo>
                  <a:pt x="583926" y="635316"/>
                </a:lnTo>
                <a:lnTo>
                  <a:pt x="585113" y="636267"/>
                </a:lnTo>
                <a:lnTo>
                  <a:pt x="586306" y="637218"/>
                </a:lnTo>
                <a:lnTo>
                  <a:pt x="587499" y="638163"/>
                </a:lnTo>
                <a:lnTo>
                  <a:pt x="588692" y="639102"/>
                </a:lnTo>
                <a:lnTo>
                  <a:pt x="589879" y="640041"/>
                </a:lnTo>
                <a:lnTo>
                  <a:pt x="591072" y="640974"/>
                </a:lnTo>
                <a:lnTo>
                  <a:pt x="592265" y="641907"/>
                </a:lnTo>
                <a:lnTo>
                  <a:pt x="593458" y="642834"/>
                </a:lnTo>
                <a:lnTo>
                  <a:pt x="594651" y="643755"/>
                </a:lnTo>
                <a:lnTo>
                  <a:pt x="595838" y="644671"/>
                </a:lnTo>
                <a:lnTo>
                  <a:pt x="597031" y="645586"/>
                </a:lnTo>
                <a:lnTo>
                  <a:pt x="598224" y="646501"/>
                </a:lnTo>
                <a:lnTo>
                  <a:pt x="599417" y="647405"/>
                </a:lnTo>
                <a:lnTo>
                  <a:pt x="600610" y="648308"/>
                </a:lnTo>
                <a:lnTo>
                  <a:pt x="601797" y="649212"/>
                </a:lnTo>
                <a:lnTo>
                  <a:pt x="602990" y="650110"/>
                </a:lnTo>
                <a:lnTo>
                  <a:pt x="604183" y="651001"/>
                </a:lnTo>
                <a:lnTo>
                  <a:pt x="605375" y="651887"/>
                </a:lnTo>
                <a:lnTo>
                  <a:pt x="606562" y="652773"/>
                </a:lnTo>
                <a:lnTo>
                  <a:pt x="607755" y="653653"/>
                </a:lnTo>
                <a:lnTo>
                  <a:pt x="608948" y="654527"/>
                </a:lnTo>
                <a:lnTo>
                  <a:pt x="610141" y="655401"/>
                </a:lnTo>
                <a:lnTo>
                  <a:pt x="611334" y="656269"/>
                </a:lnTo>
                <a:lnTo>
                  <a:pt x="612521" y="657131"/>
                </a:lnTo>
                <a:lnTo>
                  <a:pt x="613714" y="657988"/>
                </a:lnTo>
                <a:lnTo>
                  <a:pt x="614907" y="658844"/>
                </a:lnTo>
                <a:lnTo>
                  <a:pt x="616100" y="659694"/>
                </a:lnTo>
                <a:lnTo>
                  <a:pt x="617293" y="660545"/>
                </a:lnTo>
                <a:lnTo>
                  <a:pt x="618480" y="661389"/>
                </a:lnTo>
                <a:lnTo>
                  <a:pt x="619673" y="662228"/>
                </a:lnTo>
                <a:lnTo>
                  <a:pt x="620866" y="663060"/>
                </a:lnTo>
                <a:lnTo>
                  <a:pt x="622059" y="663887"/>
                </a:lnTo>
                <a:lnTo>
                  <a:pt x="623252" y="664714"/>
                </a:lnTo>
                <a:lnTo>
                  <a:pt x="624439" y="665535"/>
                </a:lnTo>
                <a:lnTo>
                  <a:pt x="625632" y="666356"/>
                </a:lnTo>
                <a:lnTo>
                  <a:pt x="626825" y="667165"/>
                </a:lnTo>
                <a:lnTo>
                  <a:pt x="628017" y="667974"/>
                </a:lnTo>
                <a:lnTo>
                  <a:pt x="629204" y="668777"/>
                </a:lnTo>
                <a:lnTo>
                  <a:pt x="630397" y="669580"/>
                </a:lnTo>
                <a:lnTo>
                  <a:pt x="631590" y="670372"/>
                </a:lnTo>
                <a:lnTo>
                  <a:pt x="632783" y="671163"/>
                </a:lnTo>
                <a:lnTo>
                  <a:pt x="633976" y="671948"/>
                </a:lnTo>
                <a:lnTo>
                  <a:pt x="635163" y="672734"/>
                </a:lnTo>
                <a:lnTo>
                  <a:pt x="636356" y="673508"/>
                </a:lnTo>
                <a:lnTo>
                  <a:pt x="637549" y="674281"/>
                </a:lnTo>
                <a:lnTo>
                  <a:pt x="638742" y="675049"/>
                </a:lnTo>
                <a:lnTo>
                  <a:pt x="639935" y="675811"/>
                </a:lnTo>
                <a:lnTo>
                  <a:pt x="641122" y="676572"/>
                </a:lnTo>
                <a:lnTo>
                  <a:pt x="642315" y="677322"/>
                </a:lnTo>
                <a:lnTo>
                  <a:pt x="643508" y="678073"/>
                </a:lnTo>
                <a:lnTo>
                  <a:pt x="644701" y="678817"/>
                </a:lnTo>
                <a:lnTo>
                  <a:pt x="645894" y="679561"/>
                </a:lnTo>
                <a:lnTo>
                  <a:pt x="647081" y="680293"/>
                </a:lnTo>
                <a:lnTo>
                  <a:pt x="648274" y="681025"/>
                </a:lnTo>
                <a:lnTo>
                  <a:pt x="649467" y="681752"/>
                </a:lnTo>
                <a:lnTo>
                  <a:pt x="650660" y="682472"/>
                </a:lnTo>
                <a:lnTo>
                  <a:pt x="651846" y="683187"/>
                </a:lnTo>
                <a:lnTo>
                  <a:pt x="653039" y="683901"/>
                </a:lnTo>
                <a:lnTo>
                  <a:pt x="654232" y="684604"/>
                </a:lnTo>
                <a:lnTo>
                  <a:pt x="655425" y="685307"/>
                </a:lnTo>
                <a:lnTo>
                  <a:pt x="656618" y="686004"/>
                </a:lnTo>
                <a:lnTo>
                  <a:pt x="657805" y="686695"/>
                </a:lnTo>
                <a:lnTo>
                  <a:pt x="658998" y="687386"/>
                </a:lnTo>
                <a:lnTo>
                  <a:pt x="660191" y="688065"/>
                </a:lnTo>
                <a:lnTo>
                  <a:pt x="661384" y="688744"/>
                </a:lnTo>
                <a:lnTo>
                  <a:pt x="662577" y="689417"/>
                </a:lnTo>
                <a:lnTo>
                  <a:pt x="663764" y="690084"/>
                </a:lnTo>
                <a:lnTo>
                  <a:pt x="664957" y="690746"/>
                </a:lnTo>
                <a:lnTo>
                  <a:pt x="666150" y="691401"/>
                </a:lnTo>
                <a:lnTo>
                  <a:pt x="667343" y="692057"/>
                </a:lnTo>
                <a:lnTo>
                  <a:pt x="668536" y="692707"/>
                </a:lnTo>
                <a:lnTo>
                  <a:pt x="669723" y="693344"/>
                </a:lnTo>
                <a:lnTo>
                  <a:pt x="670916" y="693982"/>
                </a:lnTo>
                <a:lnTo>
                  <a:pt x="672109" y="694614"/>
                </a:lnTo>
                <a:lnTo>
                  <a:pt x="673302" y="695246"/>
                </a:lnTo>
                <a:lnTo>
                  <a:pt x="674489" y="695866"/>
                </a:lnTo>
                <a:lnTo>
                  <a:pt x="675681" y="696486"/>
                </a:lnTo>
                <a:lnTo>
                  <a:pt x="676874" y="697094"/>
                </a:lnTo>
                <a:lnTo>
                  <a:pt x="678067" y="697703"/>
                </a:lnTo>
                <a:lnTo>
                  <a:pt x="679260" y="698305"/>
                </a:lnTo>
                <a:lnTo>
                  <a:pt x="680447" y="698902"/>
                </a:lnTo>
                <a:lnTo>
                  <a:pt x="681640" y="699498"/>
                </a:lnTo>
                <a:lnTo>
                  <a:pt x="682833" y="700083"/>
                </a:lnTo>
                <a:lnTo>
                  <a:pt x="684026" y="700667"/>
                </a:lnTo>
                <a:lnTo>
                  <a:pt x="685219" y="701240"/>
                </a:lnTo>
                <a:lnTo>
                  <a:pt x="686406" y="701813"/>
                </a:lnTo>
                <a:lnTo>
                  <a:pt x="687599" y="702380"/>
                </a:lnTo>
                <a:lnTo>
                  <a:pt x="688792" y="702941"/>
                </a:lnTo>
                <a:lnTo>
                  <a:pt x="689985" y="703496"/>
                </a:lnTo>
                <a:lnTo>
                  <a:pt x="691172" y="704051"/>
                </a:lnTo>
                <a:lnTo>
                  <a:pt x="692365" y="704594"/>
                </a:lnTo>
                <a:lnTo>
                  <a:pt x="693558" y="705138"/>
                </a:lnTo>
                <a:lnTo>
                  <a:pt x="694751" y="705669"/>
                </a:lnTo>
                <a:lnTo>
                  <a:pt x="695943" y="706201"/>
                </a:lnTo>
                <a:lnTo>
                  <a:pt x="697131" y="706726"/>
                </a:lnTo>
                <a:lnTo>
                  <a:pt x="698323" y="707246"/>
                </a:lnTo>
                <a:lnTo>
                  <a:pt x="699516" y="707766"/>
                </a:lnTo>
                <a:lnTo>
                  <a:pt x="700709" y="708274"/>
                </a:lnTo>
                <a:lnTo>
                  <a:pt x="701902" y="708782"/>
                </a:lnTo>
                <a:lnTo>
                  <a:pt x="703089" y="709278"/>
                </a:lnTo>
                <a:lnTo>
                  <a:pt x="704282" y="709774"/>
                </a:lnTo>
                <a:lnTo>
                  <a:pt x="705475" y="710264"/>
                </a:lnTo>
                <a:lnTo>
                  <a:pt x="706668" y="710748"/>
                </a:lnTo>
                <a:lnTo>
                  <a:pt x="707861" y="711226"/>
                </a:lnTo>
                <a:lnTo>
                  <a:pt x="709048" y="711705"/>
                </a:lnTo>
                <a:lnTo>
                  <a:pt x="710241" y="712171"/>
                </a:lnTo>
                <a:lnTo>
                  <a:pt x="711434" y="712638"/>
                </a:lnTo>
                <a:lnTo>
                  <a:pt x="712627" y="713093"/>
                </a:lnTo>
                <a:lnTo>
                  <a:pt x="713814" y="713547"/>
                </a:lnTo>
                <a:lnTo>
                  <a:pt x="715007" y="713996"/>
                </a:lnTo>
                <a:lnTo>
                  <a:pt x="716200" y="714445"/>
                </a:lnTo>
                <a:lnTo>
                  <a:pt x="717393" y="714882"/>
                </a:lnTo>
                <a:lnTo>
                  <a:pt x="718585" y="715313"/>
                </a:lnTo>
                <a:lnTo>
                  <a:pt x="719773" y="715744"/>
                </a:lnTo>
                <a:lnTo>
                  <a:pt x="720965" y="716169"/>
                </a:lnTo>
                <a:lnTo>
                  <a:pt x="722158" y="716589"/>
                </a:lnTo>
                <a:lnTo>
                  <a:pt x="723351" y="717002"/>
                </a:lnTo>
                <a:lnTo>
                  <a:pt x="724544" y="717410"/>
                </a:lnTo>
                <a:lnTo>
                  <a:pt x="725731" y="717817"/>
                </a:lnTo>
                <a:lnTo>
                  <a:pt x="726924" y="718213"/>
                </a:lnTo>
                <a:lnTo>
                  <a:pt x="728117" y="718608"/>
                </a:lnTo>
                <a:lnTo>
                  <a:pt x="729310" y="718998"/>
                </a:lnTo>
                <a:lnTo>
                  <a:pt x="730503" y="719382"/>
                </a:lnTo>
                <a:lnTo>
                  <a:pt x="731690" y="719760"/>
                </a:lnTo>
                <a:lnTo>
                  <a:pt x="732883" y="720138"/>
                </a:lnTo>
                <a:lnTo>
                  <a:pt x="734076" y="720510"/>
                </a:lnTo>
                <a:lnTo>
                  <a:pt x="735269" y="720876"/>
                </a:lnTo>
                <a:lnTo>
                  <a:pt x="736456" y="721236"/>
                </a:lnTo>
                <a:lnTo>
                  <a:pt x="737649" y="721591"/>
                </a:lnTo>
                <a:lnTo>
                  <a:pt x="738842" y="721939"/>
                </a:lnTo>
                <a:lnTo>
                  <a:pt x="740035" y="722288"/>
                </a:lnTo>
                <a:lnTo>
                  <a:pt x="741228" y="722630"/>
                </a:lnTo>
                <a:lnTo>
                  <a:pt x="742415" y="722967"/>
                </a:lnTo>
                <a:lnTo>
                  <a:pt x="743607" y="723297"/>
                </a:lnTo>
                <a:lnTo>
                  <a:pt x="744800" y="723628"/>
                </a:lnTo>
                <a:lnTo>
                  <a:pt x="745993" y="723947"/>
                </a:lnTo>
                <a:lnTo>
                  <a:pt x="747186" y="724266"/>
                </a:lnTo>
                <a:lnTo>
                  <a:pt x="748373" y="724579"/>
                </a:lnTo>
                <a:lnTo>
                  <a:pt x="749566" y="724892"/>
                </a:lnTo>
                <a:lnTo>
                  <a:pt x="750759" y="725199"/>
                </a:lnTo>
                <a:lnTo>
                  <a:pt x="751952" y="725494"/>
                </a:lnTo>
                <a:lnTo>
                  <a:pt x="753145" y="725795"/>
                </a:lnTo>
                <a:lnTo>
                  <a:pt x="754332" y="726085"/>
                </a:lnTo>
                <a:lnTo>
                  <a:pt x="755525" y="726374"/>
                </a:lnTo>
                <a:lnTo>
                  <a:pt x="756718" y="726658"/>
                </a:lnTo>
                <a:lnTo>
                  <a:pt x="757911" y="726935"/>
                </a:lnTo>
                <a:lnTo>
                  <a:pt x="759098" y="727207"/>
                </a:lnTo>
                <a:lnTo>
                  <a:pt x="760291" y="727479"/>
                </a:lnTo>
                <a:lnTo>
                  <a:pt x="761484" y="727744"/>
                </a:lnTo>
                <a:lnTo>
                  <a:pt x="762677" y="728004"/>
                </a:lnTo>
                <a:lnTo>
                  <a:pt x="763870" y="728264"/>
                </a:lnTo>
                <a:lnTo>
                  <a:pt x="765057" y="728518"/>
                </a:lnTo>
                <a:lnTo>
                  <a:pt x="766249" y="728766"/>
                </a:lnTo>
                <a:lnTo>
                  <a:pt x="767442" y="729014"/>
                </a:lnTo>
                <a:lnTo>
                  <a:pt x="768635" y="729256"/>
                </a:lnTo>
                <a:lnTo>
                  <a:pt x="769828" y="729492"/>
                </a:lnTo>
                <a:lnTo>
                  <a:pt x="771015" y="729729"/>
                </a:lnTo>
                <a:lnTo>
                  <a:pt x="772208" y="729953"/>
                </a:lnTo>
                <a:lnTo>
                  <a:pt x="773401" y="730183"/>
                </a:lnTo>
                <a:lnTo>
                  <a:pt x="774594" y="730402"/>
                </a:lnTo>
                <a:lnTo>
                  <a:pt x="775781" y="730620"/>
                </a:lnTo>
                <a:lnTo>
                  <a:pt x="776974" y="730833"/>
                </a:lnTo>
                <a:lnTo>
                  <a:pt x="778167" y="731046"/>
                </a:lnTo>
                <a:lnTo>
                  <a:pt x="779360" y="731252"/>
                </a:lnTo>
                <a:lnTo>
                  <a:pt x="780553" y="731459"/>
                </a:lnTo>
                <a:lnTo>
                  <a:pt x="781740" y="731654"/>
                </a:lnTo>
                <a:lnTo>
                  <a:pt x="782933" y="731855"/>
                </a:lnTo>
                <a:lnTo>
                  <a:pt x="784126" y="732044"/>
                </a:lnTo>
                <a:lnTo>
                  <a:pt x="785319" y="732233"/>
                </a:lnTo>
                <a:lnTo>
                  <a:pt x="786512" y="732422"/>
                </a:lnTo>
                <a:lnTo>
                  <a:pt x="787699" y="732599"/>
                </a:lnTo>
                <a:lnTo>
                  <a:pt x="788891" y="732782"/>
                </a:lnTo>
                <a:lnTo>
                  <a:pt x="790084" y="732953"/>
                </a:lnTo>
                <a:lnTo>
                  <a:pt x="791277" y="733124"/>
                </a:lnTo>
                <a:lnTo>
                  <a:pt x="792470" y="733296"/>
                </a:lnTo>
                <a:lnTo>
                  <a:pt x="793657" y="733461"/>
                </a:lnTo>
                <a:lnTo>
                  <a:pt x="794850" y="733626"/>
                </a:lnTo>
                <a:lnTo>
                  <a:pt x="796043" y="733780"/>
                </a:lnTo>
                <a:lnTo>
                  <a:pt x="797236" y="733939"/>
                </a:lnTo>
                <a:lnTo>
                  <a:pt x="798423" y="734093"/>
                </a:lnTo>
                <a:lnTo>
                  <a:pt x="799616" y="734240"/>
                </a:lnTo>
                <a:lnTo>
                  <a:pt x="800809" y="734388"/>
                </a:lnTo>
                <a:lnTo>
                  <a:pt x="802002" y="734530"/>
                </a:lnTo>
                <a:lnTo>
                  <a:pt x="803195" y="734672"/>
                </a:lnTo>
                <a:lnTo>
                  <a:pt x="804382" y="734813"/>
                </a:lnTo>
                <a:lnTo>
                  <a:pt x="805575" y="734949"/>
                </a:lnTo>
                <a:lnTo>
                  <a:pt x="806768" y="735079"/>
                </a:lnTo>
                <a:lnTo>
                  <a:pt x="807961" y="735209"/>
                </a:lnTo>
                <a:lnTo>
                  <a:pt x="809154" y="735339"/>
                </a:lnTo>
                <a:lnTo>
                  <a:pt x="810341" y="735463"/>
                </a:lnTo>
                <a:lnTo>
                  <a:pt x="811533" y="735581"/>
                </a:lnTo>
                <a:lnTo>
                  <a:pt x="812726" y="735699"/>
                </a:lnTo>
                <a:lnTo>
                  <a:pt x="813919" y="735817"/>
                </a:lnTo>
                <a:lnTo>
                  <a:pt x="815112" y="735929"/>
                </a:lnTo>
                <a:lnTo>
                  <a:pt x="816299" y="736042"/>
                </a:lnTo>
                <a:lnTo>
                  <a:pt x="817492" y="736154"/>
                </a:lnTo>
                <a:lnTo>
                  <a:pt x="818685" y="736260"/>
                </a:lnTo>
                <a:lnTo>
                  <a:pt x="819878" y="736361"/>
                </a:lnTo>
                <a:lnTo>
                  <a:pt x="821065" y="736467"/>
                </a:lnTo>
                <a:lnTo>
                  <a:pt x="822258" y="736567"/>
                </a:lnTo>
                <a:lnTo>
                  <a:pt x="823451" y="736662"/>
                </a:lnTo>
                <a:lnTo>
                  <a:pt x="824644" y="736756"/>
                </a:lnTo>
                <a:lnTo>
                  <a:pt x="825837" y="736851"/>
                </a:lnTo>
                <a:lnTo>
                  <a:pt x="827024" y="736939"/>
                </a:lnTo>
                <a:lnTo>
                  <a:pt x="828217" y="737028"/>
                </a:lnTo>
                <a:lnTo>
                  <a:pt x="829410" y="737117"/>
                </a:lnTo>
                <a:lnTo>
                  <a:pt x="830603" y="737199"/>
                </a:lnTo>
                <a:lnTo>
                  <a:pt x="831796" y="737282"/>
                </a:lnTo>
                <a:lnTo>
                  <a:pt x="832983" y="737365"/>
                </a:lnTo>
                <a:lnTo>
                  <a:pt x="834176" y="737441"/>
                </a:lnTo>
                <a:lnTo>
                  <a:pt x="835368" y="737518"/>
                </a:lnTo>
                <a:lnTo>
                  <a:pt x="836561" y="737595"/>
                </a:lnTo>
                <a:lnTo>
                  <a:pt x="837754" y="737666"/>
                </a:lnTo>
                <a:lnTo>
                  <a:pt x="838941" y="737737"/>
                </a:lnTo>
                <a:lnTo>
                  <a:pt x="840134" y="737807"/>
                </a:lnTo>
                <a:lnTo>
                  <a:pt x="841327" y="737872"/>
                </a:lnTo>
                <a:lnTo>
                  <a:pt x="842520" y="737943"/>
                </a:lnTo>
                <a:lnTo>
                  <a:pt x="843707" y="738002"/>
                </a:lnTo>
                <a:lnTo>
                  <a:pt x="844900" y="738067"/>
                </a:lnTo>
                <a:lnTo>
                  <a:pt x="846093" y="738126"/>
                </a:lnTo>
                <a:lnTo>
                  <a:pt x="847286" y="738185"/>
                </a:lnTo>
                <a:lnTo>
                  <a:pt x="848479" y="738244"/>
                </a:lnTo>
                <a:lnTo>
                  <a:pt x="849666" y="738304"/>
                </a:lnTo>
                <a:lnTo>
                  <a:pt x="850859" y="738357"/>
                </a:lnTo>
                <a:lnTo>
                  <a:pt x="852052" y="738410"/>
                </a:lnTo>
                <a:lnTo>
                  <a:pt x="853245" y="738463"/>
                </a:lnTo>
                <a:lnTo>
                  <a:pt x="854438" y="738516"/>
                </a:lnTo>
                <a:lnTo>
                  <a:pt x="855625" y="738563"/>
                </a:lnTo>
                <a:lnTo>
                  <a:pt x="856818" y="738611"/>
                </a:lnTo>
                <a:lnTo>
                  <a:pt x="858010" y="738658"/>
                </a:lnTo>
                <a:lnTo>
                  <a:pt x="859203" y="738705"/>
                </a:lnTo>
                <a:lnTo>
                  <a:pt x="860390" y="738746"/>
                </a:lnTo>
                <a:lnTo>
                  <a:pt x="861583" y="738794"/>
                </a:lnTo>
                <a:lnTo>
                  <a:pt x="862776" y="738835"/>
                </a:lnTo>
                <a:lnTo>
                  <a:pt x="863969" y="738870"/>
                </a:lnTo>
                <a:lnTo>
                  <a:pt x="865162" y="738912"/>
                </a:lnTo>
                <a:lnTo>
                  <a:pt x="866349" y="738953"/>
                </a:lnTo>
                <a:lnTo>
                  <a:pt x="867542" y="738989"/>
                </a:lnTo>
                <a:lnTo>
                  <a:pt x="868735" y="739024"/>
                </a:lnTo>
                <a:lnTo>
                  <a:pt x="869928" y="739059"/>
                </a:lnTo>
                <a:lnTo>
                  <a:pt x="871121" y="739095"/>
                </a:lnTo>
                <a:lnTo>
                  <a:pt x="872308" y="739130"/>
                </a:lnTo>
                <a:lnTo>
                  <a:pt x="873501" y="739160"/>
                </a:lnTo>
                <a:lnTo>
                  <a:pt x="874694" y="739189"/>
                </a:lnTo>
                <a:lnTo>
                  <a:pt x="875887" y="739219"/>
                </a:lnTo>
                <a:lnTo>
                  <a:pt x="877080" y="739248"/>
                </a:lnTo>
                <a:lnTo>
                  <a:pt x="878267" y="739278"/>
                </a:lnTo>
                <a:lnTo>
                  <a:pt x="879459" y="739307"/>
                </a:lnTo>
                <a:lnTo>
                  <a:pt x="880652" y="739337"/>
                </a:lnTo>
                <a:lnTo>
                  <a:pt x="881845" y="739361"/>
                </a:lnTo>
                <a:lnTo>
                  <a:pt x="883032" y="739384"/>
                </a:lnTo>
                <a:lnTo>
                  <a:pt x="884225" y="739408"/>
                </a:lnTo>
                <a:lnTo>
                  <a:pt x="885418" y="739432"/>
                </a:lnTo>
                <a:lnTo>
                  <a:pt x="886611" y="739455"/>
                </a:lnTo>
                <a:lnTo>
                  <a:pt x="887804" y="739479"/>
                </a:lnTo>
                <a:lnTo>
                  <a:pt x="888991" y="739502"/>
                </a:lnTo>
                <a:lnTo>
                  <a:pt x="890184" y="739520"/>
                </a:lnTo>
                <a:lnTo>
                  <a:pt x="891377" y="739544"/>
                </a:lnTo>
                <a:lnTo>
                  <a:pt x="892570" y="739561"/>
                </a:lnTo>
                <a:lnTo>
                  <a:pt x="893763" y="739579"/>
                </a:lnTo>
                <a:lnTo>
                  <a:pt x="894950" y="739603"/>
                </a:lnTo>
                <a:lnTo>
                  <a:pt x="896143" y="739620"/>
                </a:lnTo>
                <a:lnTo>
                  <a:pt x="897336" y="739638"/>
                </a:lnTo>
                <a:lnTo>
                  <a:pt x="898529" y="739650"/>
                </a:lnTo>
                <a:lnTo>
                  <a:pt x="899722" y="739668"/>
                </a:lnTo>
                <a:lnTo>
                  <a:pt x="900909" y="739685"/>
                </a:lnTo>
                <a:lnTo>
                  <a:pt x="902101" y="739697"/>
                </a:lnTo>
                <a:lnTo>
                  <a:pt x="903294" y="739715"/>
                </a:lnTo>
                <a:lnTo>
                  <a:pt x="904487" y="739727"/>
                </a:lnTo>
                <a:lnTo>
                  <a:pt x="905674" y="739744"/>
                </a:lnTo>
                <a:lnTo>
                  <a:pt x="906867" y="739756"/>
                </a:lnTo>
                <a:lnTo>
                  <a:pt x="908060" y="739768"/>
                </a:lnTo>
                <a:lnTo>
                  <a:pt x="909253" y="739780"/>
                </a:lnTo>
                <a:lnTo>
                  <a:pt x="910446" y="739792"/>
                </a:lnTo>
                <a:lnTo>
                  <a:pt x="911633" y="739804"/>
                </a:lnTo>
                <a:lnTo>
                  <a:pt x="912826" y="739815"/>
                </a:lnTo>
                <a:lnTo>
                  <a:pt x="914019" y="739827"/>
                </a:lnTo>
                <a:lnTo>
                  <a:pt x="915212" y="739839"/>
                </a:lnTo>
                <a:lnTo>
                  <a:pt x="916405" y="739845"/>
                </a:lnTo>
                <a:lnTo>
                  <a:pt x="917592" y="739857"/>
                </a:lnTo>
                <a:lnTo>
                  <a:pt x="918785" y="739863"/>
                </a:lnTo>
                <a:lnTo>
                  <a:pt x="919978" y="739874"/>
                </a:lnTo>
                <a:lnTo>
                  <a:pt x="921171" y="739886"/>
                </a:lnTo>
                <a:lnTo>
                  <a:pt x="922364" y="739892"/>
                </a:lnTo>
                <a:lnTo>
                  <a:pt x="923551" y="739898"/>
                </a:lnTo>
                <a:lnTo>
                  <a:pt x="924744" y="739910"/>
                </a:lnTo>
                <a:lnTo>
                  <a:pt x="925936" y="739916"/>
                </a:lnTo>
                <a:lnTo>
                  <a:pt x="927129" y="739922"/>
                </a:lnTo>
                <a:lnTo>
                  <a:pt x="928316" y="739928"/>
                </a:lnTo>
                <a:lnTo>
                  <a:pt x="929509" y="739933"/>
                </a:lnTo>
                <a:lnTo>
                  <a:pt x="930702" y="739945"/>
                </a:lnTo>
                <a:lnTo>
                  <a:pt x="931895" y="739951"/>
                </a:lnTo>
                <a:lnTo>
                  <a:pt x="933088" y="739957"/>
                </a:lnTo>
                <a:lnTo>
                  <a:pt x="934275" y="739963"/>
                </a:lnTo>
                <a:lnTo>
                  <a:pt x="935468" y="739969"/>
                </a:lnTo>
                <a:lnTo>
                  <a:pt x="936661" y="739975"/>
                </a:lnTo>
                <a:lnTo>
                  <a:pt x="937854" y="739975"/>
                </a:lnTo>
                <a:lnTo>
                  <a:pt x="939047" y="739981"/>
                </a:lnTo>
                <a:lnTo>
                  <a:pt x="940234" y="739987"/>
                </a:lnTo>
                <a:lnTo>
                  <a:pt x="941427" y="739993"/>
                </a:lnTo>
                <a:lnTo>
                  <a:pt x="942620" y="739998"/>
                </a:lnTo>
                <a:lnTo>
                  <a:pt x="943813" y="739998"/>
                </a:lnTo>
                <a:lnTo>
                  <a:pt x="945000" y="740004"/>
                </a:lnTo>
                <a:lnTo>
                  <a:pt x="946193" y="740010"/>
                </a:lnTo>
                <a:lnTo>
                  <a:pt x="947386" y="740010"/>
                </a:lnTo>
                <a:lnTo>
                  <a:pt x="948578" y="740016"/>
                </a:lnTo>
                <a:lnTo>
                  <a:pt x="949771" y="740022"/>
                </a:lnTo>
                <a:lnTo>
                  <a:pt x="950958" y="740022"/>
                </a:lnTo>
                <a:lnTo>
                  <a:pt x="952151" y="740028"/>
                </a:lnTo>
                <a:lnTo>
                  <a:pt x="953344" y="740028"/>
                </a:lnTo>
                <a:lnTo>
                  <a:pt x="954537" y="740034"/>
                </a:lnTo>
                <a:lnTo>
                  <a:pt x="955730" y="740034"/>
                </a:lnTo>
                <a:lnTo>
                  <a:pt x="956917" y="740040"/>
                </a:lnTo>
                <a:lnTo>
                  <a:pt x="958110" y="740040"/>
                </a:lnTo>
                <a:lnTo>
                  <a:pt x="959303" y="740046"/>
                </a:lnTo>
                <a:lnTo>
                  <a:pt x="960496" y="740046"/>
                </a:lnTo>
                <a:lnTo>
                  <a:pt x="961689" y="740046"/>
                </a:lnTo>
                <a:lnTo>
                  <a:pt x="962876" y="740052"/>
                </a:lnTo>
                <a:lnTo>
                  <a:pt x="964069" y="740052"/>
                </a:lnTo>
                <a:lnTo>
                  <a:pt x="965262" y="740057"/>
                </a:lnTo>
                <a:lnTo>
                  <a:pt x="966455" y="740057"/>
                </a:lnTo>
                <a:lnTo>
                  <a:pt x="967642" y="740057"/>
                </a:lnTo>
                <a:lnTo>
                  <a:pt x="968835" y="740063"/>
                </a:lnTo>
                <a:lnTo>
                  <a:pt x="970028" y="740063"/>
                </a:lnTo>
                <a:lnTo>
                  <a:pt x="971220" y="740063"/>
                </a:lnTo>
                <a:lnTo>
                  <a:pt x="972413" y="740063"/>
                </a:lnTo>
                <a:lnTo>
                  <a:pt x="973600" y="740069"/>
                </a:lnTo>
                <a:lnTo>
                  <a:pt x="974793" y="740069"/>
                </a:lnTo>
                <a:lnTo>
                  <a:pt x="975986" y="740069"/>
                </a:lnTo>
                <a:lnTo>
                  <a:pt x="977179" y="740069"/>
                </a:lnTo>
                <a:lnTo>
                  <a:pt x="978372" y="740075"/>
                </a:lnTo>
                <a:lnTo>
                  <a:pt x="979559" y="740075"/>
                </a:lnTo>
                <a:lnTo>
                  <a:pt x="980752" y="740075"/>
                </a:lnTo>
                <a:lnTo>
                  <a:pt x="981945" y="740075"/>
                </a:lnTo>
                <a:lnTo>
                  <a:pt x="983138" y="740075"/>
                </a:lnTo>
                <a:lnTo>
                  <a:pt x="984331" y="740081"/>
                </a:lnTo>
                <a:lnTo>
                  <a:pt x="985518" y="740081"/>
                </a:lnTo>
                <a:lnTo>
                  <a:pt x="986711" y="740081"/>
                </a:lnTo>
                <a:lnTo>
                  <a:pt x="987904" y="740081"/>
                </a:lnTo>
                <a:lnTo>
                  <a:pt x="989097" y="740081"/>
                </a:lnTo>
                <a:lnTo>
                  <a:pt x="990284" y="740081"/>
                </a:lnTo>
                <a:lnTo>
                  <a:pt x="991477" y="740087"/>
                </a:lnTo>
                <a:lnTo>
                  <a:pt x="992670" y="740087"/>
                </a:lnTo>
                <a:lnTo>
                  <a:pt x="993862" y="740087"/>
                </a:lnTo>
                <a:lnTo>
                  <a:pt x="995055" y="740087"/>
                </a:lnTo>
                <a:lnTo>
                  <a:pt x="996242" y="740087"/>
                </a:lnTo>
                <a:lnTo>
                  <a:pt x="997435" y="740087"/>
                </a:lnTo>
                <a:lnTo>
                  <a:pt x="998628" y="740087"/>
                </a:lnTo>
                <a:lnTo>
                  <a:pt x="999821" y="740087"/>
                </a:lnTo>
                <a:lnTo>
                  <a:pt x="1001014" y="740087"/>
                </a:lnTo>
                <a:lnTo>
                  <a:pt x="1002201" y="740093"/>
                </a:lnTo>
                <a:lnTo>
                  <a:pt x="1003394" y="740093"/>
                </a:lnTo>
                <a:lnTo>
                  <a:pt x="1004587" y="740093"/>
                </a:lnTo>
                <a:lnTo>
                  <a:pt x="1005780" y="740093"/>
                </a:lnTo>
                <a:lnTo>
                  <a:pt x="1006973" y="740093"/>
                </a:lnTo>
                <a:lnTo>
                  <a:pt x="1008160" y="740093"/>
                </a:lnTo>
                <a:lnTo>
                  <a:pt x="1009353" y="740093"/>
                </a:lnTo>
                <a:lnTo>
                  <a:pt x="1010546" y="740093"/>
                </a:lnTo>
                <a:lnTo>
                  <a:pt x="1011739" y="740093"/>
                </a:lnTo>
                <a:lnTo>
                  <a:pt x="1012926" y="740093"/>
                </a:lnTo>
                <a:lnTo>
                  <a:pt x="1014119" y="740093"/>
                </a:lnTo>
                <a:lnTo>
                  <a:pt x="1015312" y="740093"/>
                </a:lnTo>
                <a:lnTo>
                  <a:pt x="1016504" y="740093"/>
                </a:lnTo>
                <a:lnTo>
                  <a:pt x="1017697" y="740093"/>
                </a:lnTo>
                <a:lnTo>
                  <a:pt x="1018884" y="740093"/>
                </a:lnTo>
                <a:lnTo>
                  <a:pt x="1020077" y="740093"/>
                </a:lnTo>
                <a:lnTo>
                  <a:pt x="1021270" y="740099"/>
                </a:lnTo>
                <a:lnTo>
                  <a:pt x="1022463" y="740099"/>
                </a:lnTo>
                <a:lnTo>
                  <a:pt x="1023656" y="740099"/>
                </a:lnTo>
                <a:lnTo>
                  <a:pt x="1024843" y="740099"/>
                </a:lnTo>
                <a:lnTo>
                  <a:pt x="1026036" y="740099"/>
                </a:lnTo>
                <a:lnTo>
                  <a:pt x="1027229" y="740099"/>
                </a:lnTo>
                <a:lnTo>
                  <a:pt x="1028422" y="740099"/>
                </a:lnTo>
                <a:lnTo>
                  <a:pt x="1029609" y="740099"/>
                </a:lnTo>
                <a:lnTo>
                  <a:pt x="1030802" y="740099"/>
                </a:lnTo>
                <a:lnTo>
                  <a:pt x="1031995" y="740099"/>
                </a:lnTo>
                <a:lnTo>
                  <a:pt x="1033188" y="740099"/>
                </a:lnTo>
                <a:lnTo>
                  <a:pt x="1034381" y="740099"/>
                </a:lnTo>
                <a:lnTo>
                  <a:pt x="1035568" y="740099"/>
                </a:lnTo>
                <a:lnTo>
                  <a:pt x="1036761" y="740099"/>
                </a:lnTo>
                <a:lnTo>
                  <a:pt x="1037954" y="740099"/>
                </a:lnTo>
                <a:lnTo>
                  <a:pt x="1039146" y="740099"/>
                </a:lnTo>
                <a:lnTo>
                  <a:pt x="1040339" y="740099"/>
                </a:lnTo>
                <a:lnTo>
                  <a:pt x="1041526" y="740099"/>
                </a:lnTo>
                <a:lnTo>
                  <a:pt x="1042719" y="740099"/>
                </a:lnTo>
                <a:lnTo>
                  <a:pt x="1043912" y="740099"/>
                </a:lnTo>
                <a:lnTo>
                  <a:pt x="1045105" y="740099"/>
                </a:lnTo>
                <a:lnTo>
                  <a:pt x="1046298" y="740099"/>
                </a:lnTo>
                <a:lnTo>
                  <a:pt x="1047485" y="740099"/>
                </a:lnTo>
                <a:lnTo>
                  <a:pt x="1048678" y="740099"/>
                </a:lnTo>
                <a:lnTo>
                  <a:pt x="1049871" y="740099"/>
                </a:lnTo>
                <a:lnTo>
                  <a:pt x="1051064" y="740099"/>
                </a:lnTo>
                <a:lnTo>
                  <a:pt x="1052251" y="740099"/>
                </a:lnTo>
                <a:lnTo>
                  <a:pt x="1053444" y="740099"/>
                </a:lnTo>
                <a:lnTo>
                  <a:pt x="1054637" y="740099"/>
                </a:lnTo>
                <a:lnTo>
                  <a:pt x="1055830" y="740099"/>
                </a:lnTo>
                <a:lnTo>
                  <a:pt x="1057023" y="740099"/>
                </a:lnTo>
                <a:lnTo>
                  <a:pt x="1058210" y="740099"/>
                </a:lnTo>
                <a:lnTo>
                  <a:pt x="1059403" y="740099"/>
                </a:lnTo>
                <a:lnTo>
                  <a:pt x="1060596" y="740099"/>
                </a:lnTo>
                <a:lnTo>
                  <a:pt x="1061789" y="740099"/>
                </a:lnTo>
                <a:lnTo>
                  <a:pt x="1062982" y="740099"/>
                </a:lnTo>
                <a:lnTo>
                  <a:pt x="1064168" y="740099"/>
                </a:lnTo>
                <a:lnTo>
                  <a:pt x="1065361" y="740099"/>
                </a:lnTo>
                <a:lnTo>
                  <a:pt x="1066554" y="740099"/>
                </a:lnTo>
                <a:lnTo>
                  <a:pt x="1067747" y="740099"/>
                </a:lnTo>
                <a:lnTo>
                  <a:pt x="1068940" y="740099"/>
                </a:lnTo>
                <a:lnTo>
                  <a:pt x="1070127" y="740099"/>
                </a:lnTo>
                <a:lnTo>
                  <a:pt x="1071320" y="740099"/>
                </a:lnTo>
                <a:lnTo>
                  <a:pt x="1072513" y="740099"/>
                </a:lnTo>
                <a:lnTo>
                  <a:pt x="1073706" y="740099"/>
                </a:lnTo>
                <a:lnTo>
                  <a:pt x="1074893" y="740099"/>
                </a:lnTo>
                <a:lnTo>
                  <a:pt x="1076086" y="740099"/>
                </a:lnTo>
                <a:lnTo>
                  <a:pt x="1077279" y="740099"/>
                </a:lnTo>
                <a:lnTo>
                  <a:pt x="1078472" y="740099"/>
                </a:lnTo>
                <a:lnTo>
                  <a:pt x="1079665" y="740099"/>
                </a:lnTo>
                <a:lnTo>
                  <a:pt x="1080852" y="740099"/>
                </a:lnTo>
                <a:lnTo>
                  <a:pt x="1082045" y="740099"/>
                </a:lnTo>
                <a:lnTo>
                  <a:pt x="1083238" y="740099"/>
                </a:lnTo>
                <a:lnTo>
                  <a:pt x="1084430" y="740099"/>
                </a:lnTo>
                <a:lnTo>
                  <a:pt x="1085623" y="740099"/>
                </a:lnTo>
                <a:lnTo>
                  <a:pt x="1086810" y="740099"/>
                </a:lnTo>
                <a:lnTo>
                  <a:pt x="1088003" y="740099"/>
                </a:lnTo>
                <a:lnTo>
                  <a:pt x="1089196" y="740099"/>
                </a:lnTo>
                <a:lnTo>
                  <a:pt x="1090389" y="740099"/>
                </a:lnTo>
                <a:lnTo>
                  <a:pt x="1091582" y="740099"/>
                </a:lnTo>
                <a:lnTo>
                  <a:pt x="1092769" y="740099"/>
                </a:lnTo>
                <a:lnTo>
                  <a:pt x="1093962" y="740099"/>
                </a:lnTo>
                <a:lnTo>
                  <a:pt x="1095155" y="740099"/>
                </a:lnTo>
                <a:lnTo>
                  <a:pt x="1096348" y="740099"/>
                </a:lnTo>
                <a:lnTo>
                  <a:pt x="1097535" y="740099"/>
                </a:lnTo>
                <a:lnTo>
                  <a:pt x="1098728" y="740099"/>
                </a:lnTo>
                <a:lnTo>
                  <a:pt x="1099921" y="740099"/>
                </a:lnTo>
                <a:lnTo>
                  <a:pt x="1101114" y="740099"/>
                </a:lnTo>
                <a:lnTo>
                  <a:pt x="1102307" y="740099"/>
                </a:lnTo>
                <a:lnTo>
                  <a:pt x="1103494" y="740099"/>
                </a:lnTo>
                <a:lnTo>
                  <a:pt x="1104687" y="740099"/>
                </a:lnTo>
                <a:lnTo>
                  <a:pt x="1105880" y="740099"/>
                </a:lnTo>
                <a:lnTo>
                  <a:pt x="1107073" y="740099"/>
                </a:lnTo>
                <a:lnTo>
                  <a:pt x="1108265" y="740099"/>
                </a:lnTo>
                <a:lnTo>
                  <a:pt x="1109453" y="740099"/>
                </a:lnTo>
                <a:lnTo>
                  <a:pt x="1110645" y="740099"/>
                </a:lnTo>
                <a:lnTo>
                  <a:pt x="1111838" y="740099"/>
                </a:lnTo>
                <a:lnTo>
                  <a:pt x="1113031" y="740099"/>
                </a:lnTo>
                <a:lnTo>
                  <a:pt x="1114224" y="740099"/>
                </a:lnTo>
                <a:lnTo>
                  <a:pt x="1115411" y="740099"/>
                </a:lnTo>
                <a:lnTo>
                  <a:pt x="1116604" y="740099"/>
                </a:lnTo>
                <a:lnTo>
                  <a:pt x="1117797" y="740099"/>
                </a:lnTo>
                <a:lnTo>
                  <a:pt x="1118990" y="740099"/>
                </a:lnTo>
                <a:lnTo>
                  <a:pt x="1120177" y="740099"/>
                </a:lnTo>
                <a:lnTo>
                  <a:pt x="1121370" y="740099"/>
                </a:lnTo>
                <a:lnTo>
                  <a:pt x="1122563" y="740099"/>
                </a:lnTo>
                <a:lnTo>
                  <a:pt x="1123756" y="740099"/>
                </a:lnTo>
                <a:lnTo>
                  <a:pt x="1124949" y="740099"/>
                </a:lnTo>
                <a:lnTo>
                  <a:pt x="1126136" y="740099"/>
                </a:lnTo>
                <a:lnTo>
                  <a:pt x="1127329" y="740099"/>
                </a:lnTo>
                <a:lnTo>
                  <a:pt x="1128522" y="740099"/>
                </a:lnTo>
                <a:lnTo>
                  <a:pt x="1129715" y="740099"/>
                </a:lnTo>
                <a:lnTo>
                  <a:pt x="1130907" y="740099"/>
                </a:lnTo>
                <a:lnTo>
                  <a:pt x="1132094" y="740099"/>
                </a:lnTo>
                <a:lnTo>
                  <a:pt x="1133287" y="740099"/>
                </a:lnTo>
                <a:lnTo>
                  <a:pt x="1134480" y="740099"/>
                </a:lnTo>
                <a:lnTo>
                  <a:pt x="1135673" y="740099"/>
                </a:lnTo>
                <a:lnTo>
                  <a:pt x="1136860" y="740099"/>
                </a:lnTo>
                <a:lnTo>
                  <a:pt x="1138053" y="740099"/>
                </a:lnTo>
                <a:lnTo>
                  <a:pt x="1139246" y="740099"/>
                </a:lnTo>
                <a:lnTo>
                  <a:pt x="1140439" y="740099"/>
                </a:lnTo>
                <a:lnTo>
                  <a:pt x="1141632" y="740099"/>
                </a:lnTo>
                <a:lnTo>
                  <a:pt x="1142819" y="740099"/>
                </a:lnTo>
                <a:lnTo>
                  <a:pt x="1144012" y="740099"/>
                </a:lnTo>
                <a:lnTo>
                  <a:pt x="1145205" y="740099"/>
                </a:lnTo>
                <a:lnTo>
                  <a:pt x="1146398" y="740099"/>
                </a:lnTo>
                <a:lnTo>
                  <a:pt x="1147591" y="740099"/>
                </a:lnTo>
                <a:lnTo>
                  <a:pt x="1148778" y="740099"/>
                </a:lnTo>
                <a:lnTo>
                  <a:pt x="1149971" y="740099"/>
                </a:lnTo>
                <a:lnTo>
                  <a:pt x="1151164" y="740099"/>
                </a:lnTo>
                <a:lnTo>
                  <a:pt x="1152357" y="740099"/>
                </a:lnTo>
                <a:lnTo>
                  <a:pt x="1153549" y="740099"/>
                </a:lnTo>
                <a:lnTo>
                  <a:pt x="1154736" y="740099"/>
                </a:lnTo>
                <a:lnTo>
                  <a:pt x="1155929" y="740099"/>
                </a:lnTo>
                <a:lnTo>
                  <a:pt x="1157122" y="740099"/>
                </a:lnTo>
                <a:lnTo>
                  <a:pt x="1158315" y="740099"/>
                </a:lnTo>
                <a:lnTo>
                  <a:pt x="1159502" y="740099"/>
                </a:lnTo>
                <a:lnTo>
                  <a:pt x="1160695" y="740099"/>
                </a:lnTo>
                <a:lnTo>
                  <a:pt x="1161888" y="740099"/>
                </a:lnTo>
                <a:lnTo>
                  <a:pt x="1163081" y="740099"/>
                </a:lnTo>
                <a:lnTo>
                  <a:pt x="1164274" y="740099"/>
                </a:lnTo>
                <a:lnTo>
                  <a:pt x="1165461" y="740099"/>
                </a:lnTo>
                <a:lnTo>
                  <a:pt x="1166654" y="740099"/>
                </a:lnTo>
                <a:lnTo>
                  <a:pt x="1167847" y="740099"/>
                </a:lnTo>
                <a:lnTo>
                  <a:pt x="1169040" y="740099"/>
                </a:lnTo>
                <a:lnTo>
                  <a:pt x="1170233" y="740099"/>
                </a:lnTo>
                <a:lnTo>
                  <a:pt x="1171420" y="740099"/>
                </a:lnTo>
                <a:lnTo>
                  <a:pt x="1172613" y="740099"/>
                </a:lnTo>
                <a:lnTo>
                  <a:pt x="1173806" y="740099"/>
                </a:lnTo>
                <a:lnTo>
                  <a:pt x="1174999" y="740099"/>
                </a:lnTo>
                <a:lnTo>
                  <a:pt x="1176192" y="740099"/>
                </a:lnTo>
                <a:lnTo>
                  <a:pt x="1177379" y="740099"/>
                </a:lnTo>
                <a:lnTo>
                  <a:pt x="1178571" y="740099"/>
                </a:lnTo>
                <a:lnTo>
                  <a:pt x="1179764" y="740099"/>
                </a:lnTo>
                <a:lnTo>
                  <a:pt x="1180957" y="740099"/>
                </a:lnTo>
                <a:lnTo>
                  <a:pt x="1182144" y="740099"/>
                </a:lnTo>
                <a:lnTo>
                  <a:pt x="1183337" y="740099"/>
                </a:lnTo>
                <a:lnTo>
                  <a:pt x="1184530" y="740099"/>
                </a:lnTo>
                <a:lnTo>
                  <a:pt x="1185723" y="740099"/>
                </a:lnTo>
                <a:lnTo>
                  <a:pt x="1186916" y="740099"/>
                </a:lnTo>
                <a:lnTo>
                  <a:pt x="1188103" y="740099"/>
                </a:lnTo>
                <a:lnTo>
                  <a:pt x="1189296" y="740099"/>
                </a:lnTo>
                <a:lnTo>
                  <a:pt x="119048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FFFF377-DA44-25F7-374F-D71104F30ABD}"/>
              </a:ext>
            </a:extLst>
          </p:cNvPr>
          <p:cNvGrpSpPr/>
          <p:nvPr/>
        </p:nvGrpSpPr>
        <p:grpSpPr>
          <a:xfrm>
            <a:off x="4131208" y="2901589"/>
            <a:ext cx="1417339" cy="944893"/>
            <a:chOff x="4131208" y="2901589"/>
            <a:chExt cx="1417339" cy="944893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4BA2ED32-A193-B370-4736-7D697CE53CCD}"/>
                </a:ext>
              </a:extLst>
            </p:cNvPr>
            <p:cNvSpPr/>
            <p:nvPr/>
          </p:nvSpPr>
          <p:spPr>
            <a:xfrm>
              <a:off x="4131208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FD3EBB92-B047-AF57-1E3C-E63451CF6F3D}"/>
                </a:ext>
              </a:extLst>
            </p:cNvPr>
            <p:cNvSpPr/>
            <p:nvPr/>
          </p:nvSpPr>
          <p:spPr>
            <a:xfrm>
              <a:off x="4295810" y="2929489"/>
              <a:ext cx="1224839" cy="784506"/>
            </a:xfrm>
            <a:custGeom>
              <a:avLst/>
              <a:gdLst>
                <a:gd name="connsiteX0" fmla="*/ 0 w 1224839"/>
                <a:gd name="connsiteY0" fmla="*/ 784507 h 784506"/>
                <a:gd name="connsiteX1" fmla="*/ 1224840 w 1224839"/>
                <a:gd name="connsiteY1" fmla="*/ 784507 h 784506"/>
                <a:gd name="connsiteX2" fmla="*/ 1224840 w 1224839"/>
                <a:gd name="connsiteY2" fmla="*/ 0 h 784506"/>
                <a:gd name="connsiteX3" fmla="*/ 0 w 1224839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4839" h="784506">
                  <a:moveTo>
                    <a:pt x="0" y="784507"/>
                  </a:moveTo>
                  <a:lnTo>
                    <a:pt x="1224840" y="784507"/>
                  </a:lnTo>
                  <a:lnTo>
                    <a:pt x="12248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4411736D-3366-EC4C-34AF-ADBF65E513AC}"/>
                </a:ext>
              </a:extLst>
            </p:cNvPr>
            <p:cNvSpPr/>
            <p:nvPr/>
          </p:nvSpPr>
          <p:spPr>
            <a:xfrm>
              <a:off x="442676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C010E899-9A82-669C-3EB2-364D42143871}"/>
                </a:ext>
              </a:extLst>
            </p:cNvPr>
            <p:cNvSpPr/>
            <p:nvPr/>
          </p:nvSpPr>
          <p:spPr>
            <a:xfrm>
              <a:off x="4667498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D42C2359-4336-AACA-9EC6-4F8F6C8C527E}"/>
                </a:ext>
              </a:extLst>
            </p:cNvPr>
            <p:cNvSpPr/>
            <p:nvPr/>
          </p:nvSpPr>
          <p:spPr>
            <a:xfrm>
              <a:off x="490822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7F18566A-6DF7-2D69-2736-6B4A41708EA2}"/>
                </a:ext>
              </a:extLst>
            </p:cNvPr>
            <p:cNvSpPr/>
            <p:nvPr/>
          </p:nvSpPr>
          <p:spPr>
            <a:xfrm>
              <a:off x="5148958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A7AB2D46-E566-8F85-CAE1-0429E5CDB578}"/>
                </a:ext>
              </a:extLst>
            </p:cNvPr>
            <p:cNvSpPr/>
            <p:nvPr/>
          </p:nvSpPr>
          <p:spPr>
            <a:xfrm>
              <a:off x="538968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0A15E032-ED63-2342-E5C5-9C90FD55FCD3}"/>
                </a:ext>
              </a:extLst>
            </p:cNvPr>
            <p:cNvSpPr/>
            <p:nvPr/>
          </p:nvSpPr>
          <p:spPr>
            <a:xfrm>
              <a:off x="4295810" y="3659883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8B279FA1-0472-F6D7-4951-1598D7715FCA}"/>
                </a:ext>
              </a:extLst>
            </p:cNvPr>
            <p:cNvSpPr/>
            <p:nvPr/>
          </p:nvSpPr>
          <p:spPr>
            <a:xfrm>
              <a:off x="4295810" y="3547169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7163C904-19C5-1AC5-7ECD-953E08CBE945}"/>
                </a:ext>
              </a:extLst>
            </p:cNvPr>
            <p:cNvSpPr/>
            <p:nvPr/>
          </p:nvSpPr>
          <p:spPr>
            <a:xfrm>
              <a:off x="4295810" y="3434456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D678A07D-FD7B-F84B-3ADC-B38E3D4C2E83}"/>
                </a:ext>
              </a:extLst>
            </p:cNvPr>
            <p:cNvSpPr/>
            <p:nvPr/>
          </p:nvSpPr>
          <p:spPr>
            <a:xfrm>
              <a:off x="4295810" y="3321742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656A9878-8C0F-D358-B0BB-647AF070DD87}"/>
                </a:ext>
              </a:extLst>
            </p:cNvPr>
            <p:cNvSpPr/>
            <p:nvPr/>
          </p:nvSpPr>
          <p:spPr>
            <a:xfrm>
              <a:off x="4295810" y="3209028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39D66B47-DCD3-0109-3EBE-B6A1F85E400F}"/>
                </a:ext>
              </a:extLst>
            </p:cNvPr>
            <p:cNvSpPr/>
            <p:nvPr/>
          </p:nvSpPr>
          <p:spPr>
            <a:xfrm>
              <a:off x="4295810" y="3096315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0DB15EC2-9B3D-5DDF-DA3E-67DB9F2EBD31}"/>
                </a:ext>
              </a:extLst>
            </p:cNvPr>
            <p:cNvSpPr/>
            <p:nvPr/>
          </p:nvSpPr>
          <p:spPr>
            <a:xfrm>
              <a:off x="4295810" y="2983601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654570CE-FF7A-098D-A68A-87E7FCD2D3A9}"/>
                </a:ext>
              </a:extLst>
            </p:cNvPr>
            <p:cNvSpPr/>
            <p:nvPr/>
          </p:nvSpPr>
          <p:spPr>
            <a:xfrm>
              <a:off x="4295810" y="3713996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553E38E3-2105-2914-00AC-128862A76029}"/>
                </a:ext>
              </a:extLst>
            </p:cNvPr>
            <p:cNvSpPr/>
            <p:nvPr/>
          </p:nvSpPr>
          <p:spPr>
            <a:xfrm>
              <a:off x="442676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3CC0A475-A2DB-E82B-2A77-F34D24E2B5F6}"/>
                </a:ext>
              </a:extLst>
            </p:cNvPr>
            <p:cNvSpPr/>
            <p:nvPr/>
          </p:nvSpPr>
          <p:spPr>
            <a:xfrm>
              <a:off x="4667498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8498A87A-0E9E-F878-C3E7-42C7C8561A74}"/>
                </a:ext>
              </a:extLst>
            </p:cNvPr>
            <p:cNvSpPr/>
            <p:nvPr/>
          </p:nvSpPr>
          <p:spPr>
            <a:xfrm>
              <a:off x="490822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38B2276E-F69E-09A8-6EBF-792ACE9D6976}"/>
                </a:ext>
              </a:extLst>
            </p:cNvPr>
            <p:cNvSpPr/>
            <p:nvPr/>
          </p:nvSpPr>
          <p:spPr>
            <a:xfrm>
              <a:off x="5148958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91A2D90F-17C6-E9D3-1DBB-51A2EEF1F84A}"/>
                </a:ext>
              </a:extLst>
            </p:cNvPr>
            <p:cNvSpPr/>
            <p:nvPr/>
          </p:nvSpPr>
          <p:spPr>
            <a:xfrm>
              <a:off x="538968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32307E5A-B0EC-B5B8-4C8B-60F18A346648}"/>
                </a:ext>
              </a:extLst>
            </p:cNvPr>
            <p:cNvSpPr/>
            <p:nvPr/>
          </p:nvSpPr>
          <p:spPr>
            <a:xfrm>
              <a:off x="4371505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40F2FE0C-B59C-B5D0-0A56-E5C962E5BFD3}"/>
                </a:ext>
              </a:extLst>
            </p:cNvPr>
            <p:cNvSpPr/>
            <p:nvPr/>
          </p:nvSpPr>
          <p:spPr>
            <a:xfrm>
              <a:off x="4411146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09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8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49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0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4" y="12585"/>
                    <a:pt x="7336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3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1" y="35776"/>
                    <a:pt x="1658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8" y="31388"/>
                    <a:pt x="4449" y="31772"/>
                  </a:cubicBezTo>
                  <a:cubicBezTo>
                    <a:pt x="5981" y="32156"/>
                    <a:pt x="7599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1" y="28719"/>
                    <a:pt x="18277" y="26746"/>
                    <a:pt x="18277" y="24260"/>
                  </a:cubicBezTo>
                  <a:cubicBezTo>
                    <a:pt x="18277" y="21774"/>
                    <a:pt x="17471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0" y="16601"/>
                  </a:cubicBezTo>
                  <a:cubicBezTo>
                    <a:pt x="4154" y="16890"/>
                    <a:pt x="2846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397B4648-A78B-F67C-64E8-500B59FDC04F}"/>
                </a:ext>
              </a:extLst>
            </p:cNvPr>
            <p:cNvSpPr/>
            <p:nvPr/>
          </p:nvSpPr>
          <p:spPr>
            <a:xfrm>
              <a:off x="4443776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0C50247D-D332-C911-D628-73061313E610}"/>
                </a:ext>
              </a:extLst>
            </p:cNvPr>
            <p:cNvSpPr/>
            <p:nvPr/>
          </p:nvSpPr>
          <p:spPr>
            <a:xfrm>
              <a:off x="4457341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6 w 24688"/>
                <a:gd name="connsiteY10" fmla="*/ 4760 h 37051"/>
                <a:gd name="connsiteX11" fmla="*/ 24688 w 24688"/>
                <a:gd name="connsiteY11" fmla="*/ 18538 h 37051"/>
                <a:gd name="connsiteX12" fmla="*/ 21506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2"/>
                    <a:pt x="12344" y="37052"/>
                  </a:cubicBezTo>
                  <a:cubicBezTo>
                    <a:pt x="8340" y="37052"/>
                    <a:pt x="5278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8" y="1589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4AAAF1D3-CC90-C651-8FC5-3AA39EE89F09}"/>
                </a:ext>
              </a:extLst>
            </p:cNvPr>
            <p:cNvSpPr/>
            <p:nvPr/>
          </p:nvSpPr>
          <p:spPr>
            <a:xfrm>
              <a:off x="4612750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54B3523A-1861-F082-CB51-7173365E8956}"/>
                </a:ext>
              </a:extLst>
            </p:cNvPr>
            <p:cNvSpPr/>
            <p:nvPr/>
          </p:nvSpPr>
          <p:spPr>
            <a:xfrm>
              <a:off x="4652199" y="3733620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971586E2-1A9B-87FE-DB10-534216BA378C}"/>
                </a:ext>
              </a:extLst>
            </p:cNvPr>
            <p:cNvSpPr/>
            <p:nvPr/>
          </p:nvSpPr>
          <p:spPr>
            <a:xfrm>
              <a:off x="4685021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788DE0E8-16BC-0004-AEE6-0A0740D722F1}"/>
                </a:ext>
              </a:extLst>
            </p:cNvPr>
            <p:cNvSpPr/>
            <p:nvPr/>
          </p:nvSpPr>
          <p:spPr>
            <a:xfrm>
              <a:off x="4699136" y="3734264"/>
              <a:ext cx="23108" cy="36407"/>
            </a:xfrm>
            <a:custGeom>
              <a:avLst/>
              <a:gdLst>
                <a:gd name="connsiteX0" fmla="*/ 1507 w 23108"/>
                <a:gd name="connsiteY0" fmla="*/ 0 h 36407"/>
                <a:gd name="connsiteX1" fmla="*/ 20478 w 23108"/>
                <a:gd name="connsiteY1" fmla="*/ 0 h 36407"/>
                <a:gd name="connsiteX2" fmla="*/ 20478 w 23108"/>
                <a:gd name="connsiteY2" fmla="*/ 4069 h 36407"/>
                <a:gd name="connsiteX3" fmla="*/ 5933 w 23108"/>
                <a:gd name="connsiteY3" fmla="*/ 4069 h 36407"/>
                <a:gd name="connsiteX4" fmla="*/ 5933 w 23108"/>
                <a:gd name="connsiteY4" fmla="*/ 12821 h 36407"/>
                <a:gd name="connsiteX5" fmla="*/ 8038 w 23108"/>
                <a:gd name="connsiteY5" fmla="*/ 12295 h 36407"/>
                <a:gd name="connsiteX6" fmla="*/ 10143 w 23108"/>
                <a:gd name="connsiteY6" fmla="*/ 12106 h 36407"/>
                <a:gd name="connsiteX7" fmla="*/ 19617 w 23108"/>
                <a:gd name="connsiteY7" fmla="*/ 15384 h 36407"/>
                <a:gd name="connsiteX8" fmla="*/ 23109 w 23108"/>
                <a:gd name="connsiteY8" fmla="*/ 24260 h 36407"/>
                <a:gd name="connsiteX9" fmla="*/ 19522 w 23108"/>
                <a:gd name="connsiteY9" fmla="*/ 33231 h 36407"/>
                <a:gd name="connsiteX10" fmla="*/ 9402 w 23108"/>
                <a:gd name="connsiteY10" fmla="*/ 36408 h 36407"/>
                <a:gd name="connsiteX11" fmla="*/ 4809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0 w 23108"/>
                <a:gd name="connsiteY14" fmla="*/ 31772 h 36407"/>
                <a:gd name="connsiteX15" fmla="*/ 9306 w 23108"/>
                <a:gd name="connsiteY15" fmla="*/ 32345 h 36407"/>
                <a:gd name="connsiteX16" fmla="*/ 15861 w 23108"/>
                <a:gd name="connsiteY16" fmla="*/ 30166 h 36407"/>
                <a:gd name="connsiteX17" fmla="*/ 18277 w 23108"/>
                <a:gd name="connsiteY17" fmla="*/ 24260 h 36407"/>
                <a:gd name="connsiteX18" fmla="*/ 15861 w 23108"/>
                <a:gd name="connsiteY18" fmla="*/ 18349 h 36407"/>
                <a:gd name="connsiteX19" fmla="*/ 9306 w 23108"/>
                <a:gd name="connsiteY19" fmla="*/ 16169 h 36407"/>
                <a:gd name="connsiteX20" fmla="*/ 5431 w 23108"/>
                <a:gd name="connsiteY20" fmla="*/ 16601 h 36407"/>
                <a:gd name="connsiteX21" fmla="*/ 1507 w 23108"/>
                <a:gd name="connsiteY21" fmla="*/ 17941 h 36407"/>
                <a:gd name="connsiteX22" fmla="*/ 1507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1" y="12106"/>
                    <a:pt x="17289" y="13199"/>
                    <a:pt x="19617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3" y="31093"/>
                    <a:pt x="19522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3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48BB5AA9-5544-8E22-4863-6E222E0AA263}"/>
                </a:ext>
              </a:extLst>
            </p:cNvPr>
            <p:cNvSpPr/>
            <p:nvPr/>
          </p:nvSpPr>
          <p:spPr>
            <a:xfrm>
              <a:off x="4872512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466C54AD-64B4-698C-377D-7BB4CDDBFAD8}"/>
                </a:ext>
              </a:extLst>
            </p:cNvPr>
            <p:cNvSpPr/>
            <p:nvPr/>
          </p:nvSpPr>
          <p:spPr>
            <a:xfrm>
              <a:off x="4905695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95DFD656-C267-69BF-3325-A181C4F1ADCA}"/>
                </a:ext>
              </a:extLst>
            </p:cNvPr>
            <p:cNvSpPr/>
            <p:nvPr/>
          </p:nvSpPr>
          <p:spPr>
            <a:xfrm>
              <a:off x="4919254" y="3733620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C831A67A-5D98-B519-81FC-F73FAAACDC0C}"/>
                </a:ext>
              </a:extLst>
            </p:cNvPr>
            <p:cNvSpPr/>
            <p:nvPr/>
          </p:nvSpPr>
          <p:spPr>
            <a:xfrm>
              <a:off x="5113938" y="3733620"/>
              <a:ext cx="22677" cy="36360"/>
            </a:xfrm>
            <a:custGeom>
              <a:avLst/>
              <a:gdLst>
                <a:gd name="connsiteX0" fmla="*/ 5811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65 w 22677"/>
                <a:gd name="connsiteY6" fmla="*/ 18467 h 36360"/>
                <a:gd name="connsiteX7" fmla="*/ 16695 w 22677"/>
                <a:gd name="connsiteY7" fmla="*/ 14067 h 36360"/>
                <a:gd name="connsiteX8" fmla="*/ 17628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36 w 22677"/>
                <a:gd name="connsiteY12" fmla="*/ 7246 h 36360"/>
                <a:gd name="connsiteX13" fmla="*/ 236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1 w 22677"/>
                <a:gd name="connsiteY16" fmla="*/ 2776 h 36360"/>
                <a:gd name="connsiteX17" fmla="*/ 22483 w 22677"/>
                <a:gd name="connsiteY17" fmla="*/ 10187 h 36360"/>
                <a:gd name="connsiteX18" fmla="*/ 21650 w 22677"/>
                <a:gd name="connsiteY18" fmla="*/ 14374 h 36360"/>
                <a:gd name="connsiteX19" fmla="*/ 18656 w 22677"/>
                <a:gd name="connsiteY19" fmla="*/ 19016 h 36360"/>
                <a:gd name="connsiteX20" fmla="*/ 14853 w 22677"/>
                <a:gd name="connsiteY20" fmla="*/ 23038 h 36360"/>
                <a:gd name="connsiteX21" fmla="*/ 5811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1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65" y="18467"/>
                  </a:cubicBezTo>
                  <a:cubicBezTo>
                    <a:pt x="15012" y="16725"/>
                    <a:pt x="16087" y="15260"/>
                    <a:pt x="16695" y="14067"/>
                  </a:cubicBezTo>
                  <a:cubicBezTo>
                    <a:pt x="17315" y="12856"/>
                    <a:pt x="17628" y="11664"/>
                    <a:pt x="17628" y="10500"/>
                  </a:cubicBezTo>
                  <a:cubicBezTo>
                    <a:pt x="17628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2" y="4063"/>
                    <a:pt x="7311" y="4329"/>
                    <a:pt x="5622" y="4854"/>
                  </a:cubicBezTo>
                  <a:cubicBezTo>
                    <a:pt x="3945" y="5380"/>
                    <a:pt x="2150" y="6177"/>
                    <a:pt x="236" y="7246"/>
                  </a:cubicBezTo>
                  <a:lnTo>
                    <a:pt x="236" y="2368"/>
                  </a:lnTo>
                  <a:cubicBezTo>
                    <a:pt x="2179" y="1583"/>
                    <a:pt x="3998" y="992"/>
                    <a:pt x="5693" y="596"/>
                  </a:cubicBezTo>
                  <a:cubicBezTo>
                    <a:pt x="7382" y="201"/>
                    <a:pt x="8929" y="0"/>
                    <a:pt x="10335" y="0"/>
                  </a:cubicBezTo>
                  <a:cubicBezTo>
                    <a:pt x="14032" y="0"/>
                    <a:pt x="16979" y="927"/>
                    <a:pt x="19181" y="2776"/>
                  </a:cubicBezTo>
                  <a:cubicBezTo>
                    <a:pt x="21384" y="4624"/>
                    <a:pt x="22483" y="7093"/>
                    <a:pt x="22483" y="10187"/>
                  </a:cubicBezTo>
                  <a:cubicBezTo>
                    <a:pt x="22483" y="11658"/>
                    <a:pt x="22205" y="13051"/>
                    <a:pt x="21650" y="14374"/>
                  </a:cubicBezTo>
                  <a:cubicBezTo>
                    <a:pt x="21107" y="15679"/>
                    <a:pt x="20109" y="17227"/>
                    <a:pt x="18656" y="19016"/>
                  </a:cubicBezTo>
                  <a:cubicBezTo>
                    <a:pt x="18260" y="19483"/>
                    <a:pt x="16990" y="20823"/>
                    <a:pt x="14853" y="23038"/>
                  </a:cubicBezTo>
                  <a:cubicBezTo>
                    <a:pt x="12715" y="25240"/>
                    <a:pt x="9703" y="28323"/>
                    <a:pt x="5811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D8A53BFE-2689-9117-081F-8286DC9ADF03}"/>
                </a:ext>
              </a:extLst>
            </p:cNvPr>
            <p:cNvSpPr/>
            <p:nvPr/>
          </p:nvSpPr>
          <p:spPr>
            <a:xfrm>
              <a:off x="5146755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75C4C716-7EB1-91AE-497A-0D6435F551C7}"/>
                </a:ext>
              </a:extLst>
            </p:cNvPr>
            <p:cNvSpPr/>
            <p:nvPr/>
          </p:nvSpPr>
          <p:spPr>
            <a:xfrm>
              <a:off x="5160876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2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5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2" y="26746"/>
                    <a:pt x="18272" y="24260"/>
                  </a:cubicBezTo>
                  <a:cubicBezTo>
                    <a:pt x="18272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17569577-BEE2-1C6C-8D6E-B0F8ABDB2638}"/>
                </a:ext>
              </a:extLst>
            </p:cNvPr>
            <p:cNvSpPr/>
            <p:nvPr/>
          </p:nvSpPr>
          <p:spPr>
            <a:xfrm>
              <a:off x="5354248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7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2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765B75BD-29E0-1C3A-A364-0D483B1BC1CA}"/>
                </a:ext>
              </a:extLst>
            </p:cNvPr>
            <p:cNvSpPr/>
            <p:nvPr/>
          </p:nvSpPr>
          <p:spPr>
            <a:xfrm>
              <a:off x="5386876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08C2EF44-14D3-8ED8-8D51-00D6286FCC49}"/>
                </a:ext>
              </a:extLst>
            </p:cNvPr>
            <p:cNvSpPr/>
            <p:nvPr/>
          </p:nvSpPr>
          <p:spPr>
            <a:xfrm>
              <a:off x="5400441" y="3733620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7 w 24691"/>
                <a:gd name="connsiteY1" fmla="*/ 7512 h 37051"/>
                <a:gd name="connsiteX2" fmla="*/ 4860 w 24691"/>
                <a:gd name="connsiteY2" fmla="*/ 18538 h 37051"/>
                <a:gd name="connsiteX3" fmla="*/ 6727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1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60 w 24691"/>
                <a:gd name="connsiteY14" fmla="*/ 32315 h 37051"/>
                <a:gd name="connsiteX15" fmla="*/ 0 w 24691"/>
                <a:gd name="connsiteY15" fmla="*/ 18538 h 37051"/>
                <a:gd name="connsiteX16" fmla="*/ 3160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7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7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1" y="23433"/>
                    <a:pt x="19861" y="18538"/>
                  </a:cubicBezTo>
                  <a:cubicBezTo>
                    <a:pt x="19861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B1AEE4F5-78B3-3507-5CF8-4A3250FB9343}"/>
                </a:ext>
              </a:extLst>
            </p:cNvPr>
            <p:cNvSpPr/>
            <p:nvPr/>
          </p:nvSpPr>
          <p:spPr>
            <a:xfrm>
              <a:off x="4895189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1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16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2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57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2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1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7 w 24012"/>
                <a:gd name="connsiteY43" fmla="*/ 3815 h 25671"/>
                <a:gd name="connsiteX44" fmla="*/ 9295 w 24012"/>
                <a:gd name="connsiteY44" fmla="*/ 3980 h 25671"/>
                <a:gd name="connsiteX45" fmla="*/ 8073 w 24012"/>
                <a:gd name="connsiteY45" fmla="*/ 4400 h 25671"/>
                <a:gd name="connsiteX46" fmla="*/ 6939 w 24012"/>
                <a:gd name="connsiteY46" fmla="*/ 5197 h 25671"/>
                <a:gd name="connsiteX47" fmla="*/ 6053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04 w 24012"/>
                <a:gd name="connsiteY56" fmla="*/ 0 h 25671"/>
                <a:gd name="connsiteX57" fmla="*/ 13140 w 24012"/>
                <a:gd name="connsiteY57" fmla="*/ 384 h 25671"/>
                <a:gd name="connsiteX58" fmla="*/ 14297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2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74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1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595" y="20168"/>
                    <a:pt x="8912" y="20492"/>
                    <a:pt x="10595" y="21136"/>
                  </a:cubicBezTo>
                  <a:cubicBezTo>
                    <a:pt x="12065" y="21614"/>
                    <a:pt x="13181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47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16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2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07" y="21414"/>
                    <a:pt x="3106" y="22583"/>
                    <a:pt x="1577" y="24927"/>
                  </a:cubicBezTo>
                  <a:cubicBezTo>
                    <a:pt x="1406" y="25258"/>
                    <a:pt x="1270" y="25459"/>
                    <a:pt x="1157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28" y="23238"/>
                    <a:pt x="1713" y="22323"/>
                    <a:pt x="2652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29" y="5469"/>
                    <a:pt x="17451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7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3" y="4400"/>
                  </a:cubicBezTo>
                  <a:cubicBezTo>
                    <a:pt x="7707" y="4565"/>
                    <a:pt x="7329" y="4831"/>
                    <a:pt x="6939" y="5197"/>
                  </a:cubicBezTo>
                  <a:cubicBezTo>
                    <a:pt x="6555" y="5551"/>
                    <a:pt x="6260" y="5965"/>
                    <a:pt x="6053" y="6443"/>
                  </a:cubicBezTo>
                  <a:cubicBezTo>
                    <a:pt x="6000" y="6591"/>
                    <a:pt x="5953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14" y="7081"/>
                    <a:pt x="4937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2" y="2793"/>
                  </a:cubicBezTo>
                  <a:cubicBezTo>
                    <a:pt x="7022" y="2037"/>
                    <a:pt x="7754" y="1382"/>
                    <a:pt x="8658" y="827"/>
                  </a:cubicBezTo>
                  <a:cubicBezTo>
                    <a:pt x="9561" y="278"/>
                    <a:pt x="10506" y="0"/>
                    <a:pt x="11504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297" y="1187"/>
                  </a:cubicBezTo>
                  <a:cubicBezTo>
                    <a:pt x="14575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2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0F35C2F0-597A-484D-9064-B5EAB646F74C}"/>
                </a:ext>
              </a:extLst>
            </p:cNvPr>
            <p:cNvSpPr/>
            <p:nvPr/>
          </p:nvSpPr>
          <p:spPr>
            <a:xfrm>
              <a:off x="4295810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C5F44CCB-FA1B-2579-9335-986CD0AE75E1}"/>
                </a:ext>
              </a:extLst>
            </p:cNvPr>
            <p:cNvSpPr/>
            <p:nvPr/>
          </p:nvSpPr>
          <p:spPr>
            <a:xfrm>
              <a:off x="4295810" y="365988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46EEB208-2F2C-BEE5-1401-07A6CEE10864}"/>
                </a:ext>
              </a:extLst>
            </p:cNvPr>
            <p:cNvSpPr/>
            <p:nvPr/>
          </p:nvSpPr>
          <p:spPr>
            <a:xfrm>
              <a:off x="4295810" y="3547169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693E067A-EC94-588E-7174-A65E3F72D347}"/>
                </a:ext>
              </a:extLst>
            </p:cNvPr>
            <p:cNvSpPr/>
            <p:nvPr/>
          </p:nvSpPr>
          <p:spPr>
            <a:xfrm>
              <a:off x="4295810" y="3434456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7F0C445-0DD6-2836-BF75-42C4FB6DCB0F}"/>
                </a:ext>
              </a:extLst>
            </p:cNvPr>
            <p:cNvSpPr/>
            <p:nvPr/>
          </p:nvSpPr>
          <p:spPr>
            <a:xfrm>
              <a:off x="4295810" y="3321742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59AAFD45-8916-8D44-9901-2758B7511536}"/>
                </a:ext>
              </a:extLst>
            </p:cNvPr>
            <p:cNvSpPr/>
            <p:nvPr/>
          </p:nvSpPr>
          <p:spPr>
            <a:xfrm>
              <a:off x="4295810" y="320902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C6CA5562-EA5A-2927-7135-2323FAE56146}"/>
                </a:ext>
              </a:extLst>
            </p:cNvPr>
            <p:cNvSpPr/>
            <p:nvPr/>
          </p:nvSpPr>
          <p:spPr>
            <a:xfrm>
              <a:off x="4295810" y="309631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D1EB6C7F-C4A5-0D24-5D13-C3F1AAD9446C}"/>
                </a:ext>
              </a:extLst>
            </p:cNvPr>
            <p:cNvSpPr/>
            <p:nvPr/>
          </p:nvSpPr>
          <p:spPr>
            <a:xfrm>
              <a:off x="4295810" y="298360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312C972-929B-2E1E-D465-D89543E20C13}"/>
                </a:ext>
              </a:extLst>
            </p:cNvPr>
            <p:cNvSpPr/>
            <p:nvPr/>
          </p:nvSpPr>
          <p:spPr>
            <a:xfrm>
              <a:off x="4211441" y="366034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A3A45579-EA49-4F99-9F44-733CEECBFF6B}"/>
                </a:ext>
              </a:extLst>
            </p:cNvPr>
            <p:cNvSpPr/>
            <p:nvPr/>
          </p:nvSpPr>
          <p:spPr>
            <a:xfrm>
              <a:off x="4251034" y="3641381"/>
              <a:ext cx="23516" cy="37057"/>
            </a:xfrm>
            <a:custGeom>
              <a:avLst/>
              <a:gdLst>
                <a:gd name="connsiteX0" fmla="*/ 16148 w 23516"/>
                <a:gd name="connsiteY0" fmla="*/ 17103 h 37057"/>
                <a:gd name="connsiteX1" fmla="*/ 21554 w 23516"/>
                <a:gd name="connsiteY1" fmla="*/ 20191 h 37057"/>
                <a:gd name="connsiteX2" fmla="*/ 23516 w 23516"/>
                <a:gd name="connsiteY2" fmla="*/ 25979 h 37057"/>
                <a:gd name="connsiteX3" fmla="*/ 19880 w 23516"/>
                <a:gd name="connsiteY3" fmla="*/ 34158 h 37057"/>
                <a:gd name="connsiteX4" fmla="*/ 9545 w 23516"/>
                <a:gd name="connsiteY4" fmla="*/ 37058 h 37057"/>
                <a:gd name="connsiteX5" fmla="*/ 4904 w 23516"/>
                <a:gd name="connsiteY5" fmla="*/ 36603 h 37057"/>
                <a:gd name="connsiteX6" fmla="*/ 0 w 23516"/>
                <a:gd name="connsiteY6" fmla="*/ 35286 h 37057"/>
                <a:gd name="connsiteX7" fmla="*/ 0 w 23516"/>
                <a:gd name="connsiteY7" fmla="*/ 30620 h 37057"/>
                <a:gd name="connsiteX8" fmla="*/ 4401 w 23516"/>
                <a:gd name="connsiteY8" fmla="*/ 32392 h 37057"/>
                <a:gd name="connsiteX9" fmla="*/ 9402 w 23516"/>
                <a:gd name="connsiteY9" fmla="*/ 32989 h 37057"/>
                <a:gd name="connsiteX10" fmla="*/ 16315 w 23516"/>
                <a:gd name="connsiteY10" fmla="*/ 31193 h 37057"/>
                <a:gd name="connsiteX11" fmla="*/ 18708 w 23516"/>
                <a:gd name="connsiteY11" fmla="*/ 25979 h 37057"/>
                <a:gd name="connsiteX12" fmla="*/ 16482 w 23516"/>
                <a:gd name="connsiteY12" fmla="*/ 21053 h 37057"/>
                <a:gd name="connsiteX13" fmla="*/ 10335 w 23516"/>
                <a:gd name="connsiteY13" fmla="*/ 19258 h 37057"/>
                <a:gd name="connsiteX14" fmla="*/ 6172 w 23516"/>
                <a:gd name="connsiteY14" fmla="*/ 19258 h 37057"/>
                <a:gd name="connsiteX15" fmla="*/ 6172 w 23516"/>
                <a:gd name="connsiteY15" fmla="*/ 15284 h 37057"/>
                <a:gd name="connsiteX16" fmla="*/ 10526 w 23516"/>
                <a:gd name="connsiteY16" fmla="*/ 15284 h 37057"/>
                <a:gd name="connsiteX17" fmla="*/ 15981 w 23516"/>
                <a:gd name="connsiteY17" fmla="*/ 13872 h 37057"/>
                <a:gd name="connsiteX18" fmla="*/ 17870 w 23516"/>
                <a:gd name="connsiteY18" fmla="*/ 9756 h 37057"/>
                <a:gd name="connsiteX19" fmla="*/ 15908 w 23516"/>
                <a:gd name="connsiteY19" fmla="*/ 5551 h 37057"/>
                <a:gd name="connsiteX20" fmla="*/ 10335 w 23516"/>
                <a:gd name="connsiteY20" fmla="*/ 4063 h 37057"/>
                <a:gd name="connsiteX21" fmla="*/ 6076 w 23516"/>
                <a:gd name="connsiteY21" fmla="*/ 4494 h 37057"/>
                <a:gd name="connsiteX22" fmla="*/ 1077 w 23516"/>
                <a:gd name="connsiteY22" fmla="*/ 5835 h 37057"/>
                <a:gd name="connsiteX23" fmla="*/ 1077 w 23516"/>
                <a:gd name="connsiteY23" fmla="*/ 1530 h 37057"/>
                <a:gd name="connsiteX24" fmla="*/ 6220 w 23516"/>
                <a:gd name="connsiteY24" fmla="*/ 384 h 37057"/>
                <a:gd name="connsiteX25" fmla="*/ 10765 w 23516"/>
                <a:gd name="connsiteY25" fmla="*/ 0 h 37057"/>
                <a:gd name="connsiteX26" fmla="*/ 19473 w 23516"/>
                <a:gd name="connsiteY26" fmla="*/ 2510 h 37057"/>
                <a:gd name="connsiteX27" fmla="*/ 22679 w 23516"/>
                <a:gd name="connsiteY27" fmla="*/ 9254 h 37057"/>
                <a:gd name="connsiteX28" fmla="*/ 20980 w 23516"/>
                <a:gd name="connsiteY28" fmla="*/ 14280 h 37057"/>
                <a:gd name="connsiteX29" fmla="*/ 16148 w 23516"/>
                <a:gd name="connsiteY29" fmla="*/ 17103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7">
                  <a:moveTo>
                    <a:pt x="16148" y="17103"/>
                  </a:moveTo>
                  <a:cubicBezTo>
                    <a:pt x="18460" y="17599"/>
                    <a:pt x="20263" y="18626"/>
                    <a:pt x="21554" y="20191"/>
                  </a:cubicBezTo>
                  <a:cubicBezTo>
                    <a:pt x="22862" y="21756"/>
                    <a:pt x="23516" y="23681"/>
                    <a:pt x="23516" y="25979"/>
                  </a:cubicBezTo>
                  <a:cubicBezTo>
                    <a:pt x="23516" y="29504"/>
                    <a:pt x="22304" y="32227"/>
                    <a:pt x="19880" y="34158"/>
                  </a:cubicBezTo>
                  <a:cubicBezTo>
                    <a:pt x="17456" y="36089"/>
                    <a:pt x="14010" y="37058"/>
                    <a:pt x="9545" y="37058"/>
                  </a:cubicBezTo>
                  <a:cubicBezTo>
                    <a:pt x="8046" y="37058"/>
                    <a:pt x="6499" y="36904"/>
                    <a:pt x="4904" y="36603"/>
                  </a:cubicBezTo>
                  <a:cubicBezTo>
                    <a:pt x="3325" y="36313"/>
                    <a:pt x="1691" y="35876"/>
                    <a:pt x="0" y="35286"/>
                  </a:cubicBezTo>
                  <a:lnTo>
                    <a:pt x="0" y="30620"/>
                  </a:lnTo>
                  <a:cubicBezTo>
                    <a:pt x="1339" y="31400"/>
                    <a:pt x="2806" y="31991"/>
                    <a:pt x="4401" y="32392"/>
                  </a:cubicBezTo>
                  <a:cubicBezTo>
                    <a:pt x="5997" y="32788"/>
                    <a:pt x="7663" y="32989"/>
                    <a:pt x="9402" y="32989"/>
                  </a:cubicBezTo>
                  <a:cubicBezTo>
                    <a:pt x="12432" y="32989"/>
                    <a:pt x="14736" y="32392"/>
                    <a:pt x="16315" y="31193"/>
                  </a:cubicBezTo>
                  <a:cubicBezTo>
                    <a:pt x="17910" y="29994"/>
                    <a:pt x="18708" y="28258"/>
                    <a:pt x="18708" y="25979"/>
                  </a:cubicBezTo>
                  <a:cubicBezTo>
                    <a:pt x="18708" y="23870"/>
                    <a:pt x="17966" y="22229"/>
                    <a:pt x="16482" y="21053"/>
                  </a:cubicBezTo>
                  <a:cubicBezTo>
                    <a:pt x="15016" y="19855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4"/>
                  </a:lnTo>
                  <a:lnTo>
                    <a:pt x="10526" y="15284"/>
                  </a:lnTo>
                  <a:cubicBezTo>
                    <a:pt x="12902" y="15284"/>
                    <a:pt x="14720" y="14811"/>
                    <a:pt x="15981" y="13872"/>
                  </a:cubicBezTo>
                  <a:cubicBezTo>
                    <a:pt x="17240" y="12916"/>
                    <a:pt x="17870" y="11545"/>
                    <a:pt x="17870" y="9756"/>
                  </a:cubicBezTo>
                  <a:cubicBezTo>
                    <a:pt x="17870" y="7925"/>
                    <a:pt x="17217" y="6526"/>
                    <a:pt x="15908" y="5551"/>
                  </a:cubicBezTo>
                  <a:cubicBezTo>
                    <a:pt x="14617" y="4559"/>
                    <a:pt x="12759" y="4063"/>
                    <a:pt x="10335" y="4063"/>
                  </a:cubicBezTo>
                  <a:cubicBezTo>
                    <a:pt x="9011" y="4063"/>
                    <a:pt x="7591" y="4205"/>
                    <a:pt x="6076" y="4494"/>
                  </a:cubicBezTo>
                  <a:cubicBezTo>
                    <a:pt x="4561" y="4784"/>
                    <a:pt x="2895" y="5226"/>
                    <a:pt x="1077" y="5835"/>
                  </a:cubicBezTo>
                  <a:lnTo>
                    <a:pt x="1077" y="1530"/>
                  </a:lnTo>
                  <a:cubicBezTo>
                    <a:pt x="2910" y="1016"/>
                    <a:pt x="4625" y="638"/>
                    <a:pt x="6220" y="384"/>
                  </a:cubicBezTo>
                  <a:cubicBezTo>
                    <a:pt x="7830" y="130"/>
                    <a:pt x="9346" y="0"/>
                    <a:pt x="10765" y="0"/>
                  </a:cubicBezTo>
                  <a:cubicBezTo>
                    <a:pt x="14433" y="0"/>
                    <a:pt x="17336" y="839"/>
                    <a:pt x="19473" y="2510"/>
                  </a:cubicBezTo>
                  <a:cubicBezTo>
                    <a:pt x="21610" y="4169"/>
                    <a:pt x="22679" y="6414"/>
                    <a:pt x="22679" y="9254"/>
                  </a:cubicBezTo>
                  <a:cubicBezTo>
                    <a:pt x="22679" y="11232"/>
                    <a:pt x="22112" y="12910"/>
                    <a:pt x="20980" y="14280"/>
                  </a:cubicBezTo>
                  <a:cubicBezTo>
                    <a:pt x="19848" y="15632"/>
                    <a:pt x="18237" y="16577"/>
                    <a:pt x="16148" y="1710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E5CF7813-33AB-DB11-8E54-61B77C8748FC}"/>
                </a:ext>
              </a:extLst>
            </p:cNvPr>
            <p:cNvSpPr/>
            <p:nvPr/>
          </p:nvSpPr>
          <p:spPr>
            <a:xfrm>
              <a:off x="4212422" y="3547635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CF535261-AD23-5E77-D4BC-BDF5270BB4B3}"/>
                </a:ext>
              </a:extLst>
            </p:cNvPr>
            <p:cNvSpPr/>
            <p:nvPr/>
          </p:nvSpPr>
          <p:spPr>
            <a:xfrm>
              <a:off x="4251870" y="3528667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2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40 w 22679"/>
                <a:gd name="connsiteY12" fmla="*/ 7246 h 36360"/>
                <a:gd name="connsiteX13" fmla="*/ 240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7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31"/>
                    <a:pt x="16092" y="15266"/>
                    <a:pt x="16699" y="14067"/>
                  </a:cubicBezTo>
                  <a:cubicBezTo>
                    <a:pt x="17320" y="12856"/>
                    <a:pt x="17632" y="11664"/>
                    <a:pt x="17632" y="10500"/>
                  </a:cubicBezTo>
                  <a:cubicBezTo>
                    <a:pt x="17632" y="8604"/>
                    <a:pt x="16962" y="7057"/>
                    <a:pt x="15622" y="5858"/>
                  </a:cubicBezTo>
                  <a:cubicBezTo>
                    <a:pt x="14299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8" y="5380"/>
                    <a:pt x="2154" y="6177"/>
                    <a:pt x="240" y="7246"/>
                  </a:cubicBezTo>
                  <a:lnTo>
                    <a:pt x="240" y="2368"/>
                  </a:lnTo>
                  <a:cubicBezTo>
                    <a:pt x="2186" y="1583"/>
                    <a:pt x="4003" y="992"/>
                    <a:pt x="5694" y="596"/>
                  </a:cubicBezTo>
                  <a:cubicBezTo>
                    <a:pt x="7385" y="201"/>
                    <a:pt x="8932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9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85"/>
                    <a:pt x="20111" y="17233"/>
                    <a:pt x="18660" y="19016"/>
                  </a:cubicBezTo>
                  <a:cubicBezTo>
                    <a:pt x="18261" y="19483"/>
                    <a:pt x="16994" y="20823"/>
                    <a:pt x="14857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DE9023A9-E255-2436-DAFA-0E27243460D4}"/>
                </a:ext>
              </a:extLst>
            </p:cNvPr>
            <p:cNvSpPr/>
            <p:nvPr/>
          </p:nvSpPr>
          <p:spPr>
            <a:xfrm>
              <a:off x="4212039" y="3434923"/>
              <a:ext cx="30668" cy="4066"/>
            </a:xfrm>
            <a:custGeom>
              <a:avLst/>
              <a:gdLst>
                <a:gd name="connsiteX0" fmla="*/ 0 w 30668"/>
                <a:gd name="connsiteY0" fmla="*/ 0 h 4066"/>
                <a:gd name="connsiteX1" fmla="*/ 30669 w 30668"/>
                <a:gd name="connsiteY1" fmla="*/ 0 h 4066"/>
                <a:gd name="connsiteX2" fmla="*/ 30669 w 30668"/>
                <a:gd name="connsiteY2" fmla="*/ 4067 h 4066"/>
                <a:gd name="connsiteX3" fmla="*/ 0 w 30668"/>
                <a:gd name="connsiteY3" fmla="*/ 4067 h 4066"/>
                <a:gd name="connsiteX4" fmla="*/ 0 w 30668"/>
                <a:gd name="connsiteY4" fmla="*/ 0 h 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6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3E3B7757-4AE2-7CC3-A2EC-FCB692F4495C}"/>
                </a:ext>
              </a:extLst>
            </p:cNvPr>
            <p:cNvSpPr/>
            <p:nvPr/>
          </p:nvSpPr>
          <p:spPr>
            <a:xfrm>
              <a:off x="4253282" y="3416598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1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1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AA02370C-3ADB-1227-0537-CC67A228CC99}"/>
                </a:ext>
              </a:extLst>
            </p:cNvPr>
            <p:cNvSpPr/>
            <p:nvPr/>
          </p:nvSpPr>
          <p:spPr>
            <a:xfrm>
              <a:off x="4249861" y="3303238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1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3D3B6A7E-8205-3D5E-0596-A8D47C6D95EE}"/>
                </a:ext>
              </a:extLst>
            </p:cNvPr>
            <p:cNvSpPr/>
            <p:nvPr/>
          </p:nvSpPr>
          <p:spPr>
            <a:xfrm>
              <a:off x="4253282" y="3191170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5 h 35716"/>
                <a:gd name="connsiteX4" fmla="*/ 0 w 21267"/>
                <a:gd name="connsiteY4" fmla="*/ 1723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5"/>
                  </a:lnTo>
                  <a:lnTo>
                    <a:pt x="0" y="1723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A0243759-F978-37AB-03DB-F3EE65FC6249}"/>
                </a:ext>
              </a:extLst>
            </p:cNvPr>
            <p:cNvSpPr/>
            <p:nvPr/>
          </p:nvSpPr>
          <p:spPr>
            <a:xfrm>
              <a:off x="4251870" y="3077810"/>
              <a:ext cx="22679" cy="36363"/>
            </a:xfrm>
            <a:custGeom>
              <a:avLst/>
              <a:gdLst>
                <a:gd name="connsiteX0" fmla="*/ 5813 w 22679"/>
                <a:gd name="connsiteY0" fmla="*/ 32296 h 36363"/>
                <a:gd name="connsiteX1" fmla="*/ 22679 w 22679"/>
                <a:gd name="connsiteY1" fmla="*/ 32296 h 36363"/>
                <a:gd name="connsiteX2" fmla="*/ 22679 w 22679"/>
                <a:gd name="connsiteY2" fmla="*/ 36363 h 36363"/>
                <a:gd name="connsiteX3" fmla="*/ 0 w 22679"/>
                <a:gd name="connsiteY3" fmla="*/ 36363 h 36363"/>
                <a:gd name="connsiteX4" fmla="*/ 0 w 22679"/>
                <a:gd name="connsiteY4" fmla="*/ 32296 h 36363"/>
                <a:gd name="connsiteX5" fmla="*/ 7488 w 22679"/>
                <a:gd name="connsiteY5" fmla="*/ 24665 h 36363"/>
                <a:gd name="connsiteX6" fmla="*/ 13469 w 22679"/>
                <a:gd name="connsiteY6" fmla="*/ 18469 h 36363"/>
                <a:gd name="connsiteX7" fmla="*/ 16699 w 22679"/>
                <a:gd name="connsiteY7" fmla="*/ 14067 h 36363"/>
                <a:gd name="connsiteX8" fmla="*/ 17632 w 22679"/>
                <a:gd name="connsiteY8" fmla="*/ 10502 h 36363"/>
                <a:gd name="connsiteX9" fmla="*/ 15622 w 22679"/>
                <a:gd name="connsiteY9" fmla="*/ 5861 h 36363"/>
                <a:gd name="connsiteX10" fmla="*/ 10430 w 22679"/>
                <a:gd name="connsiteY10" fmla="*/ 4067 h 36363"/>
                <a:gd name="connsiteX11" fmla="*/ 5622 w 22679"/>
                <a:gd name="connsiteY11" fmla="*/ 4856 h 36363"/>
                <a:gd name="connsiteX12" fmla="*/ 240 w 22679"/>
                <a:gd name="connsiteY12" fmla="*/ 7249 h 36363"/>
                <a:gd name="connsiteX13" fmla="*/ 240 w 22679"/>
                <a:gd name="connsiteY13" fmla="*/ 2368 h 36363"/>
                <a:gd name="connsiteX14" fmla="*/ 5694 w 22679"/>
                <a:gd name="connsiteY14" fmla="*/ 598 h 36363"/>
                <a:gd name="connsiteX15" fmla="*/ 10335 w 22679"/>
                <a:gd name="connsiteY15" fmla="*/ 0 h 36363"/>
                <a:gd name="connsiteX16" fmla="*/ 19187 w 22679"/>
                <a:gd name="connsiteY16" fmla="*/ 2775 h 36363"/>
                <a:gd name="connsiteX17" fmla="*/ 22488 w 22679"/>
                <a:gd name="connsiteY17" fmla="*/ 10191 h 36363"/>
                <a:gd name="connsiteX18" fmla="*/ 21650 w 22679"/>
                <a:gd name="connsiteY18" fmla="*/ 14378 h 36363"/>
                <a:gd name="connsiteX19" fmla="*/ 18660 w 22679"/>
                <a:gd name="connsiteY19" fmla="*/ 19019 h 36363"/>
                <a:gd name="connsiteX20" fmla="*/ 14857 w 22679"/>
                <a:gd name="connsiteY20" fmla="*/ 23038 h 36363"/>
                <a:gd name="connsiteX21" fmla="*/ 5813 w 22679"/>
                <a:gd name="connsiteY21" fmla="*/ 32296 h 36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3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3"/>
                  </a:lnTo>
                  <a:lnTo>
                    <a:pt x="0" y="36363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7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4" y="6180"/>
                    <a:pt x="240" y="7249"/>
                  </a:cubicBezTo>
                  <a:lnTo>
                    <a:pt x="240" y="2368"/>
                  </a:lnTo>
                  <a:cubicBezTo>
                    <a:pt x="2186" y="1587"/>
                    <a:pt x="4003" y="997"/>
                    <a:pt x="5694" y="598"/>
                  </a:cubicBezTo>
                  <a:cubicBezTo>
                    <a:pt x="7385" y="200"/>
                    <a:pt x="8932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9"/>
                    <a:pt x="22209" y="13054"/>
                    <a:pt x="21650" y="14378"/>
                  </a:cubicBezTo>
                  <a:cubicBezTo>
                    <a:pt x="21108" y="15686"/>
                    <a:pt x="20111" y="17233"/>
                    <a:pt x="18660" y="19019"/>
                  </a:cubicBezTo>
                  <a:cubicBezTo>
                    <a:pt x="18261" y="19481"/>
                    <a:pt x="16994" y="20821"/>
                    <a:pt x="14857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F4162F63-8075-59E9-B238-8EA40DD5C2DD}"/>
                </a:ext>
              </a:extLst>
            </p:cNvPr>
            <p:cNvSpPr/>
            <p:nvPr/>
          </p:nvSpPr>
          <p:spPr>
            <a:xfrm>
              <a:off x="4251034" y="2965097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4 w 23516"/>
                <a:gd name="connsiteY1" fmla="*/ 20191 h 37056"/>
                <a:gd name="connsiteX2" fmla="*/ 23516 w 23516"/>
                <a:gd name="connsiteY2" fmla="*/ 25980 h 37056"/>
                <a:gd name="connsiteX3" fmla="*/ 19880 w 23516"/>
                <a:gd name="connsiteY3" fmla="*/ 34162 h 37056"/>
                <a:gd name="connsiteX4" fmla="*/ 9545 w 23516"/>
                <a:gd name="connsiteY4" fmla="*/ 37057 h 37056"/>
                <a:gd name="connsiteX5" fmla="*/ 4904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1 w 23516"/>
                <a:gd name="connsiteY8" fmla="*/ 32392 h 37056"/>
                <a:gd name="connsiteX9" fmla="*/ 9402 w 23516"/>
                <a:gd name="connsiteY9" fmla="*/ 32990 h 37056"/>
                <a:gd name="connsiteX10" fmla="*/ 16315 w 23516"/>
                <a:gd name="connsiteY10" fmla="*/ 31196 h 37056"/>
                <a:gd name="connsiteX11" fmla="*/ 18708 w 23516"/>
                <a:gd name="connsiteY11" fmla="*/ 25980 h 37056"/>
                <a:gd name="connsiteX12" fmla="*/ 16482 w 23516"/>
                <a:gd name="connsiteY12" fmla="*/ 21052 h 37056"/>
                <a:gd name="connsiteX13" fmla="*/ 10335 w 23516"/>
                <a:gd name="connsiteY13" fmla="*/ 19258 h 37056"/>
                <a:gd name="connsiteX14" fmla="*/ 6172 w 23516"/>
                <a:gd name="connsiteY14" fmla="*/ 19258 h 37056"/>
                <a:gd name="connsiteX15" fmla="*/ 6172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5 h 37056"/>
                <a:gd name="connsiteX18" fmla="*/ 17870 w 23516"/>
                <a:gd name="connsiteY18" fmla="*/ 9761 h 37056"/>
                <a:gd name="connsiteX19" fmla="*/ 15908 w 23516"/>
                <a:gd name="connsiteY19" fmla="*/ 5550 h 37056"/>
                <a:gd name="connsiteX20" fmla="*/ 10335 w 23516"/>
                <a:gd name="connsiteY20" fmla="*/ 4067 h 37056"/>
                <a:gd name="connsiteX21" fmla="*/ 6076 w 23516"/>
                <a:gd name="connsiteY21" fmla="*/ 4498 h 37056"/>
                <a:gd name="connsiteX22" fmla="*/ 1077 w 23516"/>
                <a:gd name="connsiteY22" fmla="*/ 5837 h 37056"/>
                <a:gd name="connsiteX23" fmla="*/ 1077 w 23516"/>
                <a:gd name="connsiteY23" fmla="*/ 1531 h 37056"/>
                <a:gd name="connsiteX24" fmla="*/ 6220 w 23516"/>
                <a:gd name="connsiteY24" fmla="*/ 383 h 37056"/>
                <a:gd name="connsiteX25" fmla="*/ 10765 w 23516"/>
                <a:gd name="connsiteY25" fmla="*/ 0 h 37056"/>
                <a:gd name="connsiteX26" fmla="*/ 19473 w 23516"/>
                <a:gd name="connsiteY26" fmla="*/ 2512 h 37056"/>
                <a:gd name="connsiteX27" fmla="*/ 22679 w 23516"/>
                <a:gd name="connsiteY27" fmla="*/ 9258 h 37056"/>
                <a:gd name="connsiteX28" fmla="*/ 20980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0" y="17599"/>
                    <a:pt x="20263" y="18628"/>
                    <a:pt x="21554" y="20191"/>
                  </a:cubicBezTo>
                  <a:cubicBezTo>
                    <a:pt x="22862" y="21754"/>
                    <a:pt x="23516" y="23684"/>
                    <a:pt x="23516" y="25980"/>
                  </a:cubicBezTo>
                  <a:cubicBezTo>
                    <a:pt x="23516" y="29505"/>
                    <a:pt x="22304" y="32232"/>
                    <a:pt x="19880" y="34162"/>
                  </a:cubicBezTo>
                  <a:cubicBezTo>
                    <a:pt x="17456" y="36092"/>
                    <a:pt x="14010" y="37057"/>
                    <a:pt x="9545" y="37057"/>
                  </a:cubicBezTo>
                  <a:cubicBezTo>
                    <a:pt x="8046" y="37057"/>
                    <a:pt x="6499" y="36905"/>
                    <a:pt x="4904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39" y="31403"/>
                    <a:pt x="2806" y="31993"/>
                    <a:pt x="4401" y="32392"/>
                  </a:cubicBezTo>
                  <a:cubicBezTo>
                    <a:pt x="5997" y="32790"/>
                    <a:pt x="7663" y="32990"/>
                    <a:pt x="9402" y="32990"/>
                  </a:cubicBezTo>
                  <a:cubicBezTo>
                    <a:pt x="12432" y="32990"/>
                    <a:pt x="14736" y="32392"/>
                    <a:pt x="16315" y="31196"/>
                  </a:cubicBezTo>
                  <a:cubicBezTo>
                    <a:pt x="17910" y="30000"/>
                    <a:pt x="18708" y="28261"/>
                    <a:pt x="18708" y="25980"/>
                  </a:cubicBezTo>
                  <a:cubicBezTo>
                    <a:pt x="18708" y="23875"/>
                    <a:pt x="17966" y="22233"/>
                    <a:pt x="16482" y="21052"/>
                  </a:cubicBezTo>
                  <a:cubicBezTo>
                    <a:pt x="15016" y="19856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7"/>
                  </a:lnTo>
                  <a:lnTo>
                    <a:pt x="10526" y="15287"/>
                  </a:lnTo>
                  <a:cubicBezTo>
                    <a:pt x="12902" y="15287"/>
                    <a:pt x="14720" y="14816"/>
                    <a:pt x="15981" y="13875"/>
                  </a:cubicBezTo>
                  <a:cubicBezTo>
                    <a:pt x="17240" y="12918"/>
                    <a:pt x="17870" y="11547"/>
                    <a:pt x="17870" y="9761"/>
                  </a:cubicBezTo>
                  <a:cubicBezTo>
                    <a:pt x="17870" y="7926"/>
                    <a:pt x="17217" y="6523"/>
                    <a:pt x="15908" y="5550"/>
                  </a:cubicBezTo>
                  <a:cubicBezTo>
                    <a:pt x="14617" y="4561"/>
                    <a:pt x="12759" y="4067"/>
                    <a:pt x="10335" y="4067"/>
                  </a:cubicBezTo>
                  <a:cubicBezTo>
                    <a:pt x="9011" y="4067"/>
                    <a:pt x="7591" y="4211"/>
                    <a:pt x="6076" y="4498"/>
                  </a:cubicBezTo>
                  <a:cubicBezTo>
                    <a:pt x="4561" y="4785"/>
                    <a:pt x="2895" y="5231"/>
                    <a:pt x="1077" y="5837"/>
                  </a:cubicBezTo>
                  <a:lnTo>
                    <a:pt x="1077" y="1531"/>
                  </a:lnTo>
                  <a:cubicBezTo>
                    <a:pt x="2910" y="1020"/>
                    <a:pt x="4625" y="638"/>
                    <a:pt x="6220" y="383"/>
                  </a:cubicBezTo>
                  <a:cubicBezTo>
                    <a:pt x="7830" y="128"/>
                    <a:pt x="9346" y="0"/>
                    <a:pt x="10765" y="0"/>
                  </a:cubicBezTo>
                  <a:cubicBezTo>
                    <a:pt x="14433" y="0"/>
                    <a:pt x="17336" y="837"/>
                    <a:pt x="19473" y="2512"/>
                  </a:cubicBezTo>
                  <a:cubicBezTo>
                    <a:pt x="21610" y="4171"/>
                    <a:pt x="22679" y="6419"/>
                    <a:pt x="22679" y="9258"/>
                  </a:cubicBezTo>
                  <a:cubicBezTo>
                    <a:pt x="22679" y="11236"/>
                    <a:pt x="22112" y="12910"/>
                    <a:pt x="20980" y="14282"/>
                  </a:cubicBezTo>
                  <a:cubicBezTo>
                    <a:pt x="19848" y="15637"/>
                    <a:pt x="18237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E3E3B255-035A-0097-A05D-08D35BCAB034}"/>
                </a:ext>
              </a:extLst>
            </p:cNvPr>
            <p:cNvSpPr/>
            <p:nvPr/>
          </p:nvSpPr>
          <p:spPr>
            <a:xfrm>
              <a:off x="4154683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55E4E628-49E9-8767-9199-FF405D7B2A3A}"/>
                </a:ext>
              </a:extLst>
            </p:cNvPr>
            <p:cNvSpPr/>
            <p:nvPr/>
          </p:nvSpPr>
          <p:spPr>
            <a:xfrm>
              <a:off x="4137227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B414C254-F60F-7940-4D83-456FF0F3A6DF}"/>
                </a:ext>
              </a:extLst>
            </p:cNvPr>
            <p:cNvSpPr/>
            <p:nvPr/>
          </p:nvSpPr>
          <p:spPr>
            <a:xfrm>
              <a:off x="4154683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87B3420B-D362-C90F-0E9B-F595532C322E}"/>
                </a:ext>
              </a:extLst>
            </p:cNvPr>
            <p:cNvSpPr/>
            <p:nvPr/>
          </p:nvSpPr>
          <p:spPr>
            <a:xfrm>
              <a:off x="4137227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0B4E25C-5804-59AF-0C9A-D49C35E61DEF}"/>
              </a:ext>
            </a:extLst>
          </p:cNvPr>
          <p:cNvGrpSpPr/>
          <p:nvPr/>
        </p:nvGrpSpPr>
        <p:grpSpPr>
          <a:xfrm>
            <a:off x="4619352" y="2951692"/>
            <a:ext cx="578344" cy="740098"/>
            <a:chOff x="4619352" y="2951692"/>
            <a:chExt cx="578344" cy="740098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C5866FB2-61FD-241B-ABDD-4B65A94B158C}"/>
                </a:ext>
              </a:extLst>
            </p:cNvPr>
            <p:cNvSpPr/>
            <p:nvPr/>
          </p:nvSpPr>
          <p:spPr>
            <a:xfrm>
              <a:off x="4619352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2AAE67C8-6C23-F711-1209-DAC5E2DCB072}"/>
                </a:ext>
              </a:extLst>
            </p:cNvPr>
            <p:cNvSpPr/>
            <p:nvPr/>
          </p:nvSpPr>
          <p:spPr>
            <a:xfrm>
              <a:off x="5197106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B9B5FCB-0113-1783-93A6-9447D8D6D7D6}"/>
                </a:ext>
              </a:extLst>
            </p:cNvPr>
            <p:cNvSpPr/>
            <p:nvPr/>
          </p:nvSpPr>
          <p:spPr>
            <a:xfrm>
              <a:off x="4619352" y="2951692"/>
              <a:ext cx="577754" cy="740098"/>
            </a:xfrm>
            <a:custGeom>
              <a:avLst/>
              <a:gdLst>
                <a:gd name="connsiteX0" fmla="*/ 0 w 577754"/>
                <a:gd name="connsiteY0" fmla="*/ 740099 h 740098"/>
                <a:gd name="connsiteX1" fmla="*/ 0 w 577754"/>
                <a:gd name="connsiteY1" fmla="*/ 0 h 740098"/>
                <a:gd name="connsiteX2" fmla="*/ 577754 w 577754"/>
                <a:gd name="connsiteY2" fmla="*/ 0 h 740098"/>
                <a:gd name="connsiteX3" fmla="*/ 577754 w 577754"/>
                <a:gd name="connsiteY3" fmla="*/ 740099 h 740098"/>
                <a:gd name="connsiteX4" fmla="*/ 0 w 577754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754" h="740098">
                  <a:moveTo>
                    <a:pt x="0" y="740099"/>
                  </a:moveTo>
                  <a:lnTo>
                    <a:pt x="0" y="0"/>
                  </a:lnTo>
                  <a:lnTo>
                    <a:pt x="577754" y="0"/>
                  </a:lnTo>
                  <a:lnTo>
                    <a:pt x="577754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44" name="Freeform 243">
            <a:extLst>
              <a:ext uri="{FF2B5EF4-FFF2-40B4-BE49-F238E27FC236}">
                <a16:creationId xmlns:a16="http://schemas.microsoft.com/office/drawing/2014/main" id="{6D029FA1-470D-C34E-6713-C27F1554209E}"/>
              </a:ext>
            </a:extLst>
          </p:cNvPr>
          <p:cNvSpPr/>
          <p:nvPr/>
        </p:nvSpPr>
        <p:spPr>
          <a:xfrm>
            <a:off x="4330475" y="2951692"/>
            <a:ext cx="1155508" cy="740098"/>
          </a:xfrm>
          <a:custGeom>
            <a:avLst/>
            <a:gdLst>
              <a:gd name="connsiteX0" fmla="*/ 0 w 1155508"/>
              <a:gd name="connsiteY0" fmla="*/ 0 h 740098"/>
              <a:gd name="connsiteX1" fmla="*/ 1157 w 1155508"/>
              <a:gd name="connsiteY1" fmla="*/ 1258 h 740098"/>
              <a:gd name="connsiteX2" fmla="*/ 2313 w 1155508"/>
              <a:gd name="connsiteY2" fmla="*/ 2516 h 740098"/>
              <a:gd name="connsiteX3" fmla="*/ 3470 w 1155508"/>
              <a:gd name="connsiteY3" fmla="*/ 3773 h 740098"/>
              <a:gd name="connsiteX4" fmla="*/ 4626 w 1155508"/>
              <a:gd name="connsiteY4" fmla="*/ 5029 h 740098"/>
              <a:gd name="connsiteX5" fmla="*/ 5783 w 1155508"/>
              <a:gd name="connsiteY5" fmla="*/ 6285 h 740098"/>
              <a:gd name="connsiteX6" fmla="*/ 6940 w 1155508"/>
              <a:gd name="connsiteY6" fmla="*/ 7541 h 740098"/>
              <a:gd name="connsiteX7" fmla="*/ 8097 w 1155508"/>
              <a:gd name="connsiteY7" fmla="*/ 8796 h 740098"/>
              <a:gd name="connsiteX8" fmla="*/ 9253 w 1155508"/>
              <a:gd name="connsiteY8" fmla="*/ 10050 h 740098"/>
              <a:gd name="connsiteX9" fmla="*/ 10410 w 1155508"/>
              <a:gd name="connsiteY9" fmla="*/ 11304 h 740098"/>
              <a:gd name="connsiteX10" fmla="*/ 11567 w 1155508"/>
              <a:gd name="connsiteY10" fmla="*/ 12558 h 740098"/>
              <a:gd name="connsiteX11" fmla="*/ 12724 w 1155508"/>
              <a:gd name="connsiteY11" fmla="*/ 13810 h 740098"/>
              <a:gd name="connsiteX12" fmla="*/ 13880 w 1155508"/>
              <a:gd name="connsiteY12" fmla="*/ 15063 h 740098"/>
              <a:gd name="connsiteX13" fmla="*/ 15037 w 1155508"/>
              <a:gd name="connsiteY13" fmla="*/ 16314 h 740098"/>
              <a:gd name="connsiteX14" fmla="*/ 16193 w 1155508"/>
              <a:gd name="connsiteY14" fmla="*/ 17566 h 740098"/>
              <a:gd name="connsiteX15" fmla="*/ 17350 w 1155508"/>
              <a:gd name="connsiteY15" fmla="*/ 18816 h 740098"/>
              <a:gd name="connsiteX16" fmla="*/ 18507 w 1155508"/>
              <a:gd name="connsiteY16" fmla="*/ 20066 h 740098"/>
              <a:gd name="connsiteX17" fmla="*/ 19663 w 1155508"/>
              <a:gd name="connsiteY17" fmla="*/ 21316 h 740098"/>
              <a:gd name="connsiteX18" fmla="*/ 20820 w 1155508"/>
              <a:gd name="connsiteY18" fmla="*/ 22564 h 740098"/>
              <a:gd name="connsiteX19" fmla="*/ 21976 w 1155508"/>
              <a:gd name="connsiteY19" fmla="*/ 23813 h 740098"/>
              <a:gd name="connsiteX20" fmla="*/ 23133 w 1155508"/>
              <a:gd name="connsiteY20" fmla="*/ 25060 h 740098"/>
              <a:gd name="connsiteX21" fmla="*/ 24290 w 1155508"/>
              <a:gd name="connsiteY21" fmla="*/ 26307 h 740098"/>
              <a:gd name="connsiteX22" fmla="*/ 25447 w 1155508"/>
              <a:gd name="connsiteY22" fmla="*/ 27554 h 740098"/>
              <a:gd name="connsiteX23" fmla="*/ 26603 w 1155508"/>
              <a:gd name="connsiteY23" fmla="*/ 28800 h 740098"/>
              <a:gd name="connsiteX24" fmla="*/ 27760 w 1155508"/>
              <a:gd name="connsiteY24" fmla="*/ 30045 h 740098"/>
              <a:gd name="connsiteX25" fmla="*/ 28917 w 1155508"/>
              <a:gd name="connsiteY25" fmla="*/ 31290 h 740098"/>
              <a:gd name="connsiteX26" fmla="*/ 30073 w 1155508"/>
              <a:gd name="connsiteY26" fmla="*/ 32533 h 740098"/>
              <a:gd name="connsiteX27" fmla="*/ 31230 w 1155508"/>
              <a:gd name="connsiteY27" fmla="*/ 33777 h 740098"/>
              <a:gd name="connsiteX28" fmla="*/ 32387 w 1155508"/>
              <a:gd name="connsiteY28" fmla="*/ 35020 h 740098"/>
              <a:gd name="connsiteX29" fmla="*/ 33543 w 1155508"/>
              <a:gd name="connsiteY29" fmla="*/ 36262 h 740098"/>
              <a:gd name="connsiteX30" fmla="*/ 34700 w 1155508"/>
              <a:gd name="connsiteY30" fmla="*/ 37504 h 740098"/>
              <a:gd name="connsiteX31" fmla="*/ 35856 w 1155508"/>
              <a:gd name="connsiteY31" fmla="*/ 38744 h 740098"/>
              <a:gd name="connsiteX32" fmla="*/ 37013 w 1155508"/>
              <a:gd name="connsiteY32" fmla="*/ 39984 h 740098"/>
              <a:gd name="connsiteX33" fmla="*/ 38170 w 1155508"/>
              <a:gd name="connsiteY33" fmla="*/ 41224 h 740098"/>
              <a:gd name="connsiteX34" fmla="*/ 39326 w 1155508"/>
              <a:gd name="connsiteY34" fmla="*/ 42463 h 740098"/>
              <a:gd name="connsiteX35" fmla="*/ 40483 w 1155508"/>
              <a:gd name="connsiteY35" fmla="*/ 43701 h 740098"/>
              <a:gd name="connsiteX36" fmla="*/ 41640 w 1155508"/>
              <a:gd name="connsiteY36" fmla="*/ 44939 h 740098"/>
              <a:gd name="connsiteX37" fmla="*/ 42797 w 1155508"/>
              <a:gd name="connsiteY37" fmla="*/ 46176 h 740098"/>
              <a:gd name="connsiteX38" fmla="*/ 43953 w 1155508"/>
              <a:gd name="connsiteY38" fmla="*/ 47412 h 740098"/>
              <a:gd name="connsiteX39" fmla="*/ 45110 w 1155508"/>
              <a:gd name="connsiteY39" fmla="*/ 48648 h 740098"/>
              <a:gd name="connsiteX40" fmla="*/ 46267 w 1155508"/>
              <a:gd name="connsiteY40" fmla="*/ 49883 h 740098"/>
              <a:gd name="connsiteX41" fmla="*/ 47423 w 1155508"/>
              <a:gd name="connsiteY41" fmla="*/ 51117 h 740098"/>
              <a:gd name="connsiteX42" fmla="*/ 48580 w 1155508"/>
              <a:gd name="connsiteY42" fmla="*/ 52351 h 740098"/>
              <a:gd name="connsiteX43" fmla="*/ 49737 w 1155508"/>
              <a:gd name="connsiteY43" fmla="*/ 53584 h 740098"/>
              <a:gd name="connsiteX44" fmla="*/ 50893 w 1155508"/>
              <a:gd name="connsiteY44" fmla="*/ 54816 h 740098"/>
              <a:gd name="connsiteX45" fmla="*/ 52050 w 1155508"/>
              <a:gd name="connsiteY45" fmla="*/ 56047 h 740098"/>
              <a:gd name="connsiteX46" fmla="*/ 53206 w 1155508"/>
              <a:gd name="connsiteY46" fmla="*/ 57278 h 740098"/>
              <a:gd name="connsiteX47" fmla="*/ 54363 w 1155508"/>
              <a:gd name="connsiteY47" fmla="*/ 58508 h 740098"/>
              <a:gd name="connsiteX48" fmla="*/ 55520 w 1155508"/>
              <a:gd name="connsiteY48" fmla="*/ 59737 h 740098"/>
              <a:gd name="connsiteX49" fmla="*/ 56676 w 1155508"/>
              <a:gd name="connsiteY49" fmla="*/ 60966 h 740098"/>
              <a:gd name="connsiteX50" fmla="*/ 57833 w 1155508"/>
              <a:gd name="connsiteY50" fmla="*/ 62194 h 740098"/>
              <a:gd name="connsiteX51" fmla="*/ 58990 w 1155508"/>
              <a:gd name="connsiteY51" fmla="*/ 63420 h 740098"/>
              <a:gd name="connsiteX52" fmla="*/ 60147 w 1155508"/>
              <a:gd name="connsiteY52" fmla="*/ 64647 h 740098"/>
              <a:gd name="connsiteX53" fmla="*/ 61304 w 1155508"/>
              <a:gd name="connsiteY53" fmla="*/ 65872 h 740098"/>
              <a:gd name="connsiteX54" fmla="*/ 62460 w 1155508"/>
              <a:gd name="connsiteY54" fmla="*/ 67097 h 740098"/>
              <a:gd name="connsiteX55" fmla="*/ 63617 w 1155508"/>
              <a:gd name="connsiteY55" fmla="*/ 68321 h 740098"/>
              <a:gd name="connsiteX56" fmla="*/ 64773 w 1155508"/>
              <a:gd name="connsiteY56" fmla="*/ 69544 h 740098"/>
              <a:gd name="connsiteX57" fmla="*/ 65930 w 1155508"/>
              <a:gd name="connsiteY57" fmla="*/ 70767 h 740098"/>
              <a:gd name="connsiteX58" fmla="*/ 67086 w 1155508"/>
              <a:gd name="connsiteY58" fmla="*/ 71989 h 740098"/>
              <a:gd name="connsiteX59" fmla="*/ 68243 w 1155508"/>
              <a:gd name="connsiteY59" fmla="*/ 73209 h 740098"/>
              <a:gd name="connsiteX60" fmla="*/ 69400 w 1155508"/>
              <a:gd name="connsiteY60" fmla="*/ 74429 h 740098"/>
              <a:gd name="connsiteX61" fmla="*/ 70556 w 1155508"/>
              <a:gd name="connsiteY61" fmla="*/ 75649 h 740098"/>
              <a:gd name="connsiteX62" fmla="*/ 71713 w 1155508"/>
              <a:gd name="connsiteY62" fmla="*/ 76867 h 740098"/>
              <a:gd name="connsiteX63" fmla="*/ 72870 w 1155508"/>
              <a:gd name="connsiteY63" fmla="*/ 78085 h 740098"/>
              <a:gd name="connsiteX64" fmla="*/ 74026 w 1155508"/>
              <a:gd name="connsiteY64" fmla="*/ 79302 h 740098"/>
              <a:gd name="connsiteX65" fmla="*/ 75183 w 1155508"/>
              <a:gd name="connsiteY65" fmla="*/ 80518 h 740098"/>
              <a:gd name="connsiteX66" fmla="*/ 76340 w 1155508"/>
              <a:gd name="connsiteY66" fmla="*/ 81733 h 740098"/>
              <a:gd name="connsiteX67" fmla="*/ 77497 w 1155508"/>
              <a:gd name="connsiteY67" fmla="*/ 82948 h 740098"/>
              <a:gd name="connsiteX68" fmla="*/ 78653 w 1155508"/>
              <a:gd name="connsiteY68" fmla="*/ 84161 h 740098"/>
              <a:gd name="connsiteX69" fmla="*/ 79810 w 1155508"/>
              <a:gd name="connsiteY69" fmla="*/ 85374 h 740098"/>
              <a:gd name="connsiteX70" fmla="*/ 80967 w 1155508"/>
              <a:gd name="connsiteY70" fmla="*/ 86585 h 740098"/>
              <a:gd name="connsiteX71" fmla="*/ 82123 w 1155508"/>
              <a:gd name="connsiteY71" fmla="*/ 87796 h 740098"/>
              <a:gd name="connsiteX72" fmla="*/ 83280 w 1155508"/>
              <a:gd name="connsiteY72" fmla="*/ 89006 h 740098"/>
              <a:gd name="connsiteX73" fmla="*/ 84436 w 1155508"/>
              <a:gd name="connsiteY73" fmla="*/ 90215 h 740098"/>
              <a:gd name="connsiteX74" fmla="*/ 85593 w 1155508"/>
              <a:gd name="connsiteY74" fmla="*/ 91423 h 740098"/>
              <a:gd name="connsiteX75" fmla="*/ 86750 w 1155508"/>
              <a:gd name="connsiteY75" fmla="*/ 92631 h 740098"/>
              <a:gd name="connsiteX76" fmla="*/ 87906 w 1155508"/>
              <a:gd name="connsiteY76" fmla="*/ 93837 h 740098"/>
              <a:gd name="connsiteX77" fmla="*/ 89063 w 1155508"/>
              <a:gd name="connsiteY77" fmla="*/ 95043 h 740098"/>
              <a:gd name="connsiteX78" fmla="*/ 90220 w 1155508"/>
              <a:gd name="connsiteY78" fmla="*/ 96248 h 740098"/>
              <a:gd name="connsiteX79" fmla="*/ 91377 w 1155508"/>
              <a:gd name="connsiteY79" fmla="*/ 97451 h 740098"/>
              <a:gd name="connsiteX80" fmla="*/ 92533 w 1155508"/>
              <a:gd name="connsiteY80" fmla="*/ 98654 h 740098"/>
              <a:gd name="connsiteX81" fmla="*/ 93690 w 1155508"/>
              <a:gd name="connsiteY81" fmla="*/ 99856 h 740098"/>
              <a:gd name="connsiteX82" fmla="*/ 94847 w 1155508"/>
              <a:gd name="connsiteY82" fmla="*/ 101056 h 740098"/>
              <a:gd name="connsiteX83" fmla="*/ 96003 w 1155508"/>
              <a:gd name="connsiteY83" fmla="*/ 102256 h 740098"/>
              <a:gd name="connsiteX84" fmla="*/ 97160 w 1155508"/>
              <a:gd name="connsiteY84" fmla="*/ 103455 h 740098"/>
              <a:gd name="connsiteX85" fmla="*/ 98316 w 1155508"/>
              <a:gd name="connsiteY85" fmla="*/ 104654 h 740098"/>
              <a:gd name="connsiteX86" fmla="*/ 99473 w 1155508"/>
              <a:gd name="connsiteY86" fmla="*/ 105851 h 740098"/>
              <a:gd name="connsiteX87" fmla="*/ 100630 w 1155508"/>
              <a:gd name="connsiteY87" fmla="*/ 107046 h 740098"/>
              <a:gd name="connsiteX88" fmla="*/ 101786 w 1155508"/>
              <a:gd name="connsiteY88" fmla="*/ 108242 h 740098"/>
              <a:gd name="connsiteX89" fmla="*/ 102943 w 1155508"/>
              <a:gd name="connsiteY89" fmla="*/ 109435 h 740098"/>
              <a:gd name="connsiteX90" fmla="*/ 104099 w 1155508"/>
              <a:gd name="connsiteY90" fmla="*/ 110628 h 740098"/>
              <a:gd name="connsiteX91" fmla="*/ 105256 w 1155508"/>
              <a:gd name="connsiteY91" fmla="*/ 111821 h 740098"/>
              <a:gd name="connsiteX92" fmla="*/ 106413 w 1155508"/>
              <a:gd name="connsiteY92" fmla="*/ 113012 h 740098"/>
              <a:gd name="connsiteX93" fmla="*/ 107570 w 1155508"/>
              <a:gd name="connsiteY93" fmla="*/ 114201 h 740098"/>
              <a:gd name="connsiteX94" fmla="*/ 108727 w 1155508"/>
              <a:gd name="connsiteY94" fmla="*/ 115390 h 740098"/>
              <a:gd name="connsiteX95" fmla="*/ 109883 w 1155508"/>
              <a:gd name="connsiteY95" fmla="*/ 116578 h 740098"/>
              <a:gd name="connsiteX96" fmla="*/ 111040 w 1155508"/>
              <a:gd name="connsiteY96" fmla="*/ 117765 h 740098"/>
              <a:gd name="connsiteX97" fmla="*/ 112197 w 1155508"/>
              <a:gd name="connsiteY97" fmla="*/ 118950 h 740098"/>
              <a:gd name="connsiteX98" fmla="*/ 113353 w 1155508"/>
              <a:gd name="connsiteY98" fmla="*/ 120135 h 740098"/>
              <a:gd name="connsiteX99" fmla="*/ 114510 w 1155508"/>
              <a:gd name="connsiteY99" fmla="*/ 121318 h 740098"/>
              <a:gd name="connsiteX100" fmla="*/ 115666 w 1155508"/>
              <a:gd name="connsiteY100" fmla="*/ 122501 h 740098"/>
              <a:gd name="connsiteX101" fmla="*/ 116823 w 1155508"/>
              <a:gd name="connsiteY101" fmla="*/ 123682 h 740098"/>
              <a:gd name="connsiteX102" fmla="*/ 117980 w 1155508"/>
              <a:gd name="connsiteY102" fmla="*/ 124862 h 740098"/>
              <a:gd name="connsiteX103" fmla="*/ 119136 w 1155508"/>
              <a:gd name="connsiteY103" fmla="*/ 126042 h 740098"/>
              <a:gd name="connsiteX104" fmla="*/ 120293 w 1155508"/>
              <a:gd name="connsiteY104" fmla="*/ 127220 h 740098"/>
              <a:gd name="connsiteX105" fmla="*/ 121449 w 1155508"/>
              <a:gd name="connsiteY105" fmla="*/ 128396 h 740098"/>
              <a:gd name="connsiteX106" fmla="*/ 122606 w 1155508"/>
              <a:gd name="connsiteY106" fmla="*/ 129572 h 740098"/>
              <a:gd name="connsiteX107" fmla="*/ 123763 w 1155508"/>
              <a:gd name="connsiteY107" fmla="*/ 130747 h 740098"/>
              <a:gd name="connsiteX108" fmla="*/ 124920 w 1155508"/>
              <a:gd name="connsiteY108" fmla="*/ 131920 h 740098"/>
              <a:gd name="connsiteX109" fmla="*/ 126077 w 1155508"/>
              <a:gd name="connsiteY109" fmla="*/ 133092 h 740098"/>
              <a:gd name="connsiteX110" fmla="*/ 127233 w 1155508"/>
              <a:gd name="connsiteY110" fmla="*/ 134264 h 740098"/>
              <a:gd name="connsiteX111" fmla="*/ 128390 w 1155508"/>
              <a:gd name="connsiteY111" fmla="*/ 135433 h 740098"/>
              <a:gd name="connsiteX112" fmla="*/ 129547 w 1155508"/>
              <a:gd name="connsiteY112" fmla="*/ 136602 h 740098"/>
              <a:gd name="connsiteX113" fmla="*/ 130703 w 1155508"/>
              <a:gd name="connsiteY113" fmla="*/ 137769 h 740098"/>
              <a:gd name="connsiteX114" fmla="*/ 131860 w 1155508"/>
              <a:gd name="connsiteY114" fmla="*/ 138935 h 740098"/>
              <a:gd name="connsiteX115" fmla="*/ 133016 w 1155508"/>
              <a:gd name="connsiteY115" fmla="*/ 140100 h 740098"/>
              <a:gd name="connsiteX116" fmla="*/ 134173 w 1155508"/>
              <a:gd name="connsiteY116" fmla="*/ 141264 h 740098"/>
              <a:gd name="connsiteX117" fmla="*/ 135329 w 1155508"/>
              <a:gd name="connsiteY117" fmla="*/ 142426 h 740098"/>
              <a:gd name="connsiteX118" fmla="*/ 136486 w 1155508"/>
              <a:gd name="connsiteY118" fmla="*/ 143587 h 740098"/>
              <a:gd name="connsiteX119" fmla="*/ 137643 w 1155508"/>
              <a:gd name="connsiteY119" fmla="*/ 144747 h 740098"/>
              <a:gd name="connsiteX120" fmla="*/ 138800 w 1155508"/>
              <a:gd name="connsiteY120" fmla="*/ 145906 h 740098"/>
              <a:gd name="connsiteX121" fmla="*/ 139956 w 1155508"/>
              <a:gd name="connsiteY121" fmla="*/ 147063 h 740098"/>
              <a:gd name="connsiteX122" fmla="*/ 141113 w 1155508"/>
              <a:gd name="connsiteY122" fmla="*/ 148219 h 740098"/>
              <a:gd name="connsiteX123" fmla="*/ 142270 w 1155508"/>
              <a:gd name="connsiteY123" fmla="*/ 149374 h 740098"/>
              <a:gd name="connsiteX124" fmla="*/ 143427 w 1155508"/>
              <a:gd name="connsiteY124" fmla="*/ 150527 h 740098"/>
              <a:gd name="connsiteX125" fmla="*/ 144583 w 1155508"/>
              <a:gd name="connsiteY125" fmla="*/ 151678 h 740098"/>
              <a:gd name="connsiteX126" fmla="*/ 145740 w 1155508"/>
              <a:gd name="connsiteY126" fmla="*/ 152829 h 740098"/>
              <a:gd name="connsiteX127" fmla="*/ 146896 w 1155508"/>
              <a:gd name="connsiteY127" fmla="*/ 153979 h 740098"/>
              <a:gd name="connsiteX128" fmla="*/ 148053 w 1155508"/>
              <a:gd name="connsiteY128" fmla="*/ 155126 h 740098"/>
              <a:gd name="connsiteX129" fmla="*/ 149210 w 1155508"/>
              <a:gd name="connsiteY129" fmla="*/ 156273 h 740098"/>
              <a:gd name="connsiteX130" fmla="*/ 150366 w 1155508"/>
              <a:gd name="connsiteY130" fmla="*/ 157418 h 740098"/>
              <a:gd name="connsiteX131" fmla="*/ 151523 w 1155508"/>
              <a:gd name="connsiteY131" fmla="*/ 158561 h 740098"/>
              <a:gd name="connsiteX132" fmla="*/ 152679 w 1155508"/>
              <a:gd name="connsiteY132" fmla="*/ 159704 h 740098"/>
              <a:gd name="connsiteX133" fmla="*/ 153836 w 1155508"/>
              <a:gd name="connsiteY133" fmla="*/ 160845 h 740098"/>
              <a:gd name="connsiteX134" fmla="*/ 154993 w 1155508"/>
              <a:gd name="connsiteY134" fmla="*/ 161984 h 740098"/>
              <a:gd name="connsiteX135" fmla="*/ 156150 w 1155508"/>
              <a:gd name="connsiteY135" fmla="*/ 163122 h 740098"/>
              <a:gd name="connsiteX136" fmla="*/ 157306 w 1155508"/>
              <a:gd name="connsiteY136" fmla="*/ 164259 h 740098"/>
              <a:gd name="connsiteX137" fmla="*/ 158463 w 1155508"/>
              <a:gd name="connsiteY137" fmla="*/ 165393 h 740098"/>
              <a:gd name="connsiteX138" fmla="*/ 159620 w 1155508"/>
              <a:gd name="connsiteY138" fmla="*/ 166527 h 740098"/>
              <a:gd name="connsiteX139" fmla="*/ 160777 w 1155508"/>
              <a:gd name="connsiteY139" fmla="*/ 167658 h 740098"/>
              <a:gd name="connsiteX140" fmla="*/ 161933 w 1155508"/>
              <a:gd name="connsiteY140" fmla="*/ 168789 h 740098"/>
              <a:gd name="connsiteX141" fmla="*/ 163090 w 1155508"/>
              <a:gd name="connsiteY141" fmla="*/ 169918 h 740098"/>
              <a:gd name="connsiteX142" fmla="*/ 164246 w 1155508"/>
              <a:gd name="connsiteY142" fmla="*/ 171045 h 740098"/>
              <a:gd name="connsiteX143" fmla="*/ 165403 w 1155508"/>
              <a:gd name="connsiteY143" fmla="*/ 172171 h 740098"/>
              <a:gd name="connsiteX144" fmla="*/ 166560 w 1155508"/>
              <a:gd name="connsiteY144" fmla="*/ 173295 h 740098"/>
              <a:gd name="connsiteX145" fmla="*/ 167716 w 1155508"/>
              <a:gd name="connsiteY145" fmla="*/ 174418 h 740098"/>
              <a:gd name="connsiteX146" fmla="*/ 168873 w 1155508"/>
              <a:gd name="connsiteY146" fmla="*/ 175539 h 740098"/>
              <a:gd name="connsiteX147" fmla="*/ 170029 w 1155508"/>
              <a:gd name="connsiteY147" fmla="*/ 176659 h 740098"/>
              <a:gd name="connsiteX148" fmla="*/ 171186 w 1155508"/>
              <a:gd name="connsiteY148" fmla="*/ 177776 h 740098"/>
              <a:gd name="connsiteX149" fmla="*/ 172343 w 1155508"/>
              <a:gd name="connsiteY149" fmla="*/ 178893 h 740098"/>
              <a:gd name="connsiteX150" fmla="*/ 173500 w 1155508"/>
              <a:gd name="connsiteY150" fmla="*/ 180007 h 740098"/>
              <a:gd name="connsiteX151" fmla="*/ 174656 w 1155508"/>
              <a:gd name="connsiteY151" fmla="*/ 181120 h 740098"/>
              <a:gd name="connsiteX152" fmla="*/ 175813 w 1155508"/>
              <a:gd name="connsiteY152" fmla="*/ 182231 h 740098"/>
              <a:gd name="connsiteX153" fmla="*/ 176970 w 1155508"/>
              <a:gd name="connsiteY153" fmla="*/ 183341 h 740098"/>
              <a:gd name="connsiteX154" fmla="*/ 178126 w 1155508"/>
              <a:gd name="connsiteY154" fmla="*/ 184449 h 740098"/>
              <a:gd name="connsiteX155" fmla="*/ 179283 w 1155508"/>
              <a:gd name="connsiteY155" fmla="*/ 185555 h 740098"/>
              <a:gd name="connsiteX156" fmla="*/ 180440 w 1155508"/>
              <a:gd name="connsiteY156" fmla="*/ 186659 h 740098"/>
              <a:gd name="connsiteX157" fmla="*/ 181596 w 1155508"/>
              <a:gd name="connsiteY157" fmla="*/ 187762 h 740098"/>
              <a:gd name="connsiteX158" fmla="*/ 182753 w 1155508"/>
              <a:gd name="connsiteY158" fmla="*/ 188862 h 740098"/>
              <a:gd name="connsiteX159" fmla="*/ 183909 w 1155508"/>
              <a:gd name="connsiteY159" fmla="*/ 189961 h 740098"/>
              <a:gd name="connsiteX160" fmla="*/ 185066 w 1155508"/>
              <a:gd name="connsiteY160" fmla="*/ 191059 h 740098"/>
              <a:gd name="connsiteX161" fmla="*/ 186223 w 1155508"/>
              <a:gd name="connsiteY161" fmla="*/ 192154 h 740098"/>
              <a:gd name="connsiteX162" fmla="*/ 187379 w 1155508"/>
              <a:gd name="connsiteY162" fmla="*/ 193248 h 740098"/>
              <a:gd name="connsiteX163" fmla="*/ 188536 w 1155508"/>
              <a:gd name="connsiteY163" fmla="*/ 194340 h 740098"/>
              <a:gd name="connsiteX164" fmla="*/ 189693 w 1155508"/>
              <a:gd name="connsiteY164" fmla="*/ 195430 h 740098"/>
              <a:gd name="connsiteX165" fmla="*/ 190850 w 1155508"/>
              <a:gd name="connsiteY165" fmla="*/ 196518 h 740098"/>
              <a:gd name="connsiteX166" fmla="*/ 192006 w 1155508"/>
              <a:gd name="connsiteY166" fmla="*/ 197604 h 740098"/>
              <a:gd name="connsiteX167" fmla="*/ 193163 w 1155508"/>
              <a:gd name="connsiteY167" fmla="*/ 198689 h 740098"/>
              <a:gd name="connsiteX168" fmla="*/ 194320 w 1155508"/>
              <a:gd name="connsiteY168" fmla="*/ 199771 h 740098"/>
              <a:gd name="connsiteX169" fmla="*/ 195476 w 1155508"/>
              <a:gd name="connsiteY169" fmla="*/ 200851 h 740098"/>
              <a:gd name="connsiteX170" fmla="*/ 196633 w 1155508"/>
              <a:gd name="connsiteY170" fmla="*/ 201930 h 740098"/>
              <a:gd name="connsiteX171" fmla="*/ 197790 w 1155508"/>
              <a:gd name="connsiteY171" fmla="*/ 203007 h 740098"/>
              <a:gd name="connsiteX172" fmla="*/ 198946 w 1155508"/>
              <a:gd name="connsiteY172" fmla="*/ 204082 h 740098"/>
              <a:gd name="connsiteX173" fmla="*/ 200103 w 1155508"/>
              <a:gd name="connsiteY173" fmla="*/ 205154 h 740098"/>
              <a:gd name="connsiteX174" fmla="*/ 201259 w 1155508"/>
              <a:gd name="connsiteY174" fmla="*/ 206225 h 740098"/>
              <a:gd name="connsiteX175" fmla="*/ 202416 w 1155508"/>
              <a:gd name="connsiteY175" fmla="*/ 207293 h 740098"/>
              <a:gd name="connsiteX176" fmla="*/ 203573 w 1155508"/>
              <a:gd name="connsiteY176" fmla="*/ 208360 h 740098"/>
              <a:gd name="connsiteX177" fmla="*/ 204729 w 1155508"/>
              <a:gd name="connsiteY177" fmla="*/ 209424 h 740098"/>
              <a:gd name="connsiteX178" fmla="*/ 205886 w 1155508"/>
              <a:gd name="connsiteY178" fmla="*/ 210487 h 740098"/>
              <a:gd name="connsiteX179" fmla="*/ 207043 w 1155508"/>
              <a:gd name="connsiteY179" fmla="*/ 211548 h 740098"/>
              <a:gd name="connsiteX180" fmla="*/ 208200 w 1155508"/>
              <a:gd name="connsiteY180" fmla="*/ 212606 h 740098"/>
              <a:gd name="connsiteX181" fmla="*/ 209356 w 1155508"/>
              <a:gd name="connsiteY181" fmla="*/ 213662 h 740098"/>
              <a:gd name="connsiteX182" fmla="*/ 210513 w 1155508"/>
              <a:gd name="connsiteY182" fmla="*/ 214716 h 740098"/>
              <a:gd name="connsiteX183" fmla="*/ 211670 w 1155508"/>
              <a:gd name="connsiteY183" fmla="*/ 215768 h 740098"/>
              <a:gd name="connsiteX184" fmla="*/ 212826 w 1155508"/>
              <a:gd name="connsiteY184" fmla="*/ 216818 h 740098"/>
              <a:gd name="connsiteX185" fmla="*/ 213983 w 1155508"/>
              <a:gd name="connsiteY185" fmla="*/ 217865 h 740098"/>
              <a:gd name="connsiteX186" fmla="*/ 215139 w 1155508"/>
              <a:gd name="connsiteY186" fmla="*/ 218910 h 740098"/>
              <a:gd name="connsiteX187" fmla="*/ 216296 w 1155508"/>
              <a:gd name="connsiteY187" fmla="*/ 219953 h 740098"/>
              <a:gd name="connsiteX188" fmla="*/ 217453 w 1155508"/>
              <a:gd name="connsiteY188" fmla="*/ 220994 h 740098"/>
              <a:gd name="connsiteX189" fmla="*/ 218609 w 1155508"/>
              <a:gd name="connsiteY189" fmla="*/ 222033 h 740098"/>
              <a:gd name="connsiteX190" fmla="*/ 219766 w 1155508"/>
              <a:gd name="connsiteY190" fmla="*/ 223069 h 740098"/>
              <a:gd name="connsiteX191" fmla="*/ 220923 w 1155508"/>
              <a:gd name="connsiteY191" fmla="*/ 224103 h 740098"/>
              <a:gd name="connsiteX192" fmla="*/ 222079 w 1155508"/>
              <a:gd name="connsiteY192" fmla="*/ 225134 h 740098"/>
              <a:gd name="connsiteX193" fmla="*/ 223236 w 1155508"/>
              <a:gd name="connsiteY193" fmla="*/ 226164 h 740098"/>
              <a:gd name="connsiteX194" fmla="*/ 224393 w 1155508"/>
              <a:gd name="connsiteY194" fmla="*/ 227191 h 740098"/>
              <a:gd name="connsiteX195" fmla="*/ 225550 w 1155508"/>
              <a:gd name="connsiteY195" fmla="*/ 228215 h 740098"/>
              <a:gd name="connsiteX196" fmla="*/ 226706 w 1155508"/>
              <a:gd name="connsiteY196" fmla="*/ 229238 h 740098"/>
              <a:gd name="connsiteX197" fmla="*/ 227863 w 1155508"/>
              <a:gd name="connsiteY197" fmla="*/ 230258 h 740098"/>
              <a:gd name="connsiteX198" fmla="*/ 229020 w 1155508"/>
              <a:gd name="connsiteY198" fmla="*/ 231275 h 740098"/>
              <a:gd name="connsiteX199" fmla="*/ 230176 w 1155508"/>
              <a:gd name="connsiteY199" fmla="*/ 232290 h 740098"/>
              <a:gd name="connsiteX200" fmla="*/ 231333 w 1155508"/>
              <a:gd name="connsiteY200" fmla="*/ 233302 h 740098"/>
              <a:gd name="connsiteX201" fmla="*/ 232489 w 1155508"/>
              <a:gd name="connsiteY201" fmla="*/ 234312 h 740098"/>
              <a:gd name="connsiteX202" fmla="*/ 233646 w 1155508"/>
              <a:gd name="connsiteY202" fmla="*/ 235320 h 740098"/>
              <a:gd name="connsiteX203" fmla="*/ 234803 w 1155508"/>
              <a:gd name="connsiteY203" fmla="*/ 236325 h 740098"/>
              <a:gd name="connsiteX204" fmla="*/ 235959 w 1155508"/>
              <a:gd name="connsiteY204" fmla="*/ 237328 h 740098"/>
              <a:gd name="connsiteX205" fmla="*/ 237116 w 1155508"/>
              <a:gd name="connsiteY205" fmla="*/ 238328 h 740098"/>
              <a:gd name="connsiteX206" fmla="*/ 238273 w 1155508"/>
              <a:gd name="connsiteY206" fmla="*/ 239324 h 740098"/>
              <a:gd name="connsiteX207" fmla="*/ 239429 w 1155508"/>
              <a:gd name="connsiteY207" fmla="*/ 240319 h 740098"/>
              <a:gd name="connsiteX208" fmla="*/ 240586 w 1155508"/>
              <a:gd name="connsiteY208" fmla="*/ 241312 h 740098"/>
              <a:gd name="connsiteX209" fmla="*/ 241743 w 1155508"/>
              <a:gd name="connsiteY209" fmla="*/ 242301 h 740098"/>
              <a:gd name="connsiteX210" fmla="*/ 242900 w 1155508"/>
              <a:gd name="connsiteY210" fmla="*/ 243288 h 740098"/>
              <a:gd name="connsiteX211" fmla="*/ 244056 w 1155508"/>
              <a:gd name="connsiteY211" fmla="*/ 244272 h 740098"/>
              <a:gd name="connsiteX212" fmla="*/ 245213 w 1155508"/>
              <a:gd name="connsiteY212" fmla="*/ 245253 h 740098"/>
              <a:gd name="connsiteX213" fmla="*/ 246369 w 1155508"/>
              <a:gd name="connsiteY213" fmla="*/ 246232 h 740098"/>
              <a:gd name="connsiteX214" fmla="*/ 247526 w 1155508"/>
              <a:gd name="connsiteY214" fmla="*/ 247208 h 740098"/>
              <a:gd name="connsiteX215" fmla="*/ 248683 w 1155508"/>
              <a:gd name="connsiteY215" fmla="*/ 248181 h 740098"/>
              <a:gd name="connsiteX216" fmla="*/ 249839 w 1155508"/>
              <a:gd name="connsiteY216" fmla="*/ 249151 h 740098"/>
              <a:gd name="connsiteX217" fmla="*/ 250996 w 1155508"/>
              <a:gd name="connsiteY217" fmla="*/ 250119 h 740098"/>
              <a:gd name="connsiteX218" fmla="*/ 252152 w 1155508"/>
              <a:gd name="connsiteY218" fmla="*/ 251084 h 740098"/>
              <a:gd name="connsiteX219" fmla="*/ 253309 w 1155508"/>
              <a:gd name="connsiteY219" fmla="*/ 252045 h 740098"/>
              <a:gd name="connsiteX220" fmla="*/ 254466 w 1155508"/>
              <a:gd name="connsiteY220" fmla="*/ 253004 h 740098"/>
              <a:gd name="connsiteX221" fmla="*/ 255623 w 1155508"/>
              <a:gd name="connsiteY221" fmla="*/ 253960 h 740098"/>
              <a:gd name="connsiteX222" fmla="*/ 256779 w 1155508"/>
              <a:gd name="connsiteY222" fmla="*/ 254913 h 740098"/>
              <a:gd name="connsiteX223" fmla="*/ 257936 w 1155508"/>
              <a:gd name="connsiteY223" fmla="*/ 255864 h 740098"/>
              <a:gd name="connsiteX224" fmla="*/ 259093 w 1155508"/>
              <a:gd name="connsiteY224" fmla="*/ 256811 h 740098"/>
              <a:gd name="connsiteX225" fmla="*/ 260250 w 1155508"/>
              <a:gd name="connsiteY225" fmla="*/ 257756 h 740098"/>
              <a:gd name="connsiteX226" fmla="*/ 261406 w 1155508"/>
              <a:gd name="connsiteY226" fmla="*/ 258697 h 740098"/>
              <a:gd name="connsiteX227" fmla="*/ 262563 w 1155508"/>
              <a:gd name="connsiteY227" fmla="*/ 259635 h 740098"/>
              <a:gd name="connsiteX228" fmla="*/ 263719 w 1155508"/>
              <a:gd name="connsiteY228" fmla="*/ 260570 h 740098"/>
              <a:gd name="connsiteX229" fmla="*/ 264876 w 1155508"/>
              <a:gd name="connsiteY229" fmla="*/ 261503 h 740098"/>
              <a:gd name="connsiteX230" fmla="*/ 266033 w 1155508"/>
              <a:gd name="connsiteY230" fmla="*/ 262432 h 740098"/>
              <a:gd name="connsiteX231" fmla="*/ 267189 w 1155508"/>
              <a:gd name="connsiteY231" fmla="*/ 263358 h 740098"/>
              <a:gd name="connsiteX232" fmla="*/ 268346 w 1155508"/>
              <a:gd name="connsiteY232" fmla="*/ 264281 h 740098"/>
              <a:gd name="connsiteX233" fmla="*/ 269502 w 1155508"/>
              <a:gd name="connsiteY233" fmla="*/ 265200 h 740098"/>
              <a:gd name="connsiteX234" fmla="*/ 270659 w 1155508"/>
              <a:gd name="connsiteY234" fmla="*/ 266117 h 740098"/>
              <a:gd name="connsiteX235" fmla="*/ 271816 w 1155508"/>
              <a:gd name="connsiteY235" fmla="*/ 267030 h 740098"/>
              <a:gd name="connsiteX236" fmla="*/ 272973 w 1155508"/>
              <a:gd name="connsiteY236" fmla="*/ 267940 h 740098"/>
              <a:gd name="connsiteX237" fmla="*/ 274130 w 1155508"/>
              <a:gd name="connsiteY237" fmla="*/ 268848 h 740098"/>
              <a:gd name="connsiteX238" fmla="*/ 275286 w 1155508"/>
              <a:gd name="connsiteY238" fmla="*/ 269751 h 740098"/>
              <a:gd name="connsiteX239" fmla="*/ 276443 w 1155508"/>
              <a:gd name="connsiteY239" fmla="*/ 270652 h 740098"/>
              <a:gd name="connsiteX240" fmla="*/ 277599 w 1155508"/>
              <a:gd name="connsiteY240" fmla="*/ 271549 h 740098"/>
              <a:gd name="connsiteX241" fmla="*/ 278756 w 1155508"/>
              <a:gd name="connsiteY241" fmla="*/ 272443 h 740098"/>
              <a:gd name="connsiteX242" fmla="*/ 279913 w 1155508"/>
              <a:gd name="connsiteY242" fmla="*/ 273333 h 740098"/>
              <a:gd name="connsiteX243" fmla="*/ 281069 w 1155508"/>
              <a:gd name="connsiteY243" fmla="*/ 274220 h 740098"/>
              <a:gd name="connsiteX244" fmla="*/ 282226 w 1155508"/>
              <a:gd name="connsiteY244" fmla="*/ 275104 h 740098"/>
              <a:gd name="connsiteX245" fmla="*/ 283382 w 1155508"/>
              <a:gd name="connsiteY245" fmla="*/ 275984 h 740098"/>
              <a:gd name="connsiteX246" fmla="*/ 284539 w 1155508"/>
              <a:gd name="connsiteY246" fmla="*/ 276861 h 740098"/>
              <a:gd name="connsiteX247" fmla="*/ 285696 w 1155508"/>
              <a:gd name="connsiteY247" fmla="*/ 277734 h 740098"/>
              <a:gd name="connsiteX248" fmla="*/ 286853 w 1155508"/>
              <a:gd name="connsiteY248" fmla="*/ 278604 h 740098"/>
              <a:gd name="connsiteX249" fmla="*/ 288009 w 1155508"/>
              <a:gd name="connsiteY249" fmla="*/ 279471 h 740098"/>
              <a:gd name="connsiteX250" fmla="*/ 289166 w 1155508"/>
              <a:gd name="connsiteY250" fmla="*/ 280333 h 740098"/>
              <a:gd name="connsiteX251" fmla="*/ 290323 w 1155508"/>
              <a:gd name="connsiteY251" fmla="*/ 281193 h 740098"/>
              <a:gd name="connsiteX252" fmla="*/ 291480 w 1155508"/>
              <a:gd name="connsiteY252" fmla="*/ 282048 h 740098"/>
              <a:gd name="connsiteX253" fmla="*/ 292636 w 1155508"/>
              <a:gd name="connsiteY253" fmla="*/ 282900 h 740098"/>
              <a:gd name="connsiteX254" fmla="*/ 293793 w 1155508"/>
              <a:gd name="connsiteY254" fmla="*/ 283749 h 740098"/>
              <a:gd name="connsiteX255" fmla="*/ 294949 w 1155508"/>
              <a:gd name="connsiteY255" fmla="*/ 284594 h 740098"/>
              <a:gd name="connsiteX256" fmla="*/ 296106 w 1155508"/>
              <a:gd name="connsiteY256" fmla="*/ 285435 h 740098"/>
              <a:gd name="connsiteX257" fmla="*/ 297263 w 1155508"/>
              <a:gd name="connsiteY257" fmla="*/ 286272 h 740098"/>
              <a:gd name="connsiteX258" fmla="*/ 298419 w 1155508"/>
              <a:gd name="connsiteY258" fmla="*/ 287106 h 740098"/>
              <a:gd name="connsiteX259" fmla="*/ 299576 w 1155508"/>
              <a:gd name="connsiteY259" fmla="*/ 287936 h 740098"/>
              <a:gd name="connsiteX260" fmla="*/ 300732 w 1155508"/>
              <a:gd name="connsiteY260" fmla="*/ 288762 h 740098"/>
              <a:gd name="connsiteX261" fmla="*/ 301889 w 1155508"/>
              <a:gd name="connsiteY261" fmla="*/ 289585 h 740098"/>
              <a:gd name="connsiteX262" fmla="*/ 303046 w 1155508"/>
              <a:gd name="connsiteY262" fmla="*/ 290404 h 740098"/>
              <a:gd name="connsiteX263" fmla="*/ 304203 w 1155508"/>
              <a:gd name="connsiteY263" fmla="*/ 291219 h 740098"/>
              <a:gd name="connsiteX264" fmla="*/ 305359 w 1155508"/>
              <a:gd name="connsiteY264" fmla="*/ 292029 h 740098"/>
              <a:gd name="connsiteX265" fmla="*/ 306516 w 1155508"/>
              <a:gd name="connsiteY265" fmla="*/ 292837 h 740098"/>
              <a:gd name="connsiteX266" fmla="*/ 307673 w 1155508"/>
              <a:gd name="connsiteY266" fmla="*/ 293640 h 740098"/>
              <a:gd name="connsiteX267" fmla="*/ 308829 w 1155508"/>
              <a:gd name="connsiteY267" fmla="*/ 294439 h 740098"/>
              <a:gd name="connsiteX268" fmla="*/ 309986 w 1155508"/>
              <a:gd name="connsiteY268" fmla="*/ 295235 h 740098"/>
              <a:gd name="connsiteX269" fmla="*/ 311143 w 1155508"/>
              <a:gd name="connsiteY269" fmla="*/ 296026 h 740098"/>
              <a:gd name="connsiteX270" fmla="*/ 312299 w 1155508"/>
              <a:gd name="connsiteY270" fmla="*/ 296814 h 740098"/>
              <a:gd name="connsiteX271" fmla="*/ 313456 w 1155508"/>
              <a:gd name="connsiteY271" fmla="*/ 297598 h 740098"/>
              <a:gd name="connsiteX272" fmla="*/ 314612 w 1155508"/>
              <a:gd name="connsiteY272" fmla="*/ 298377 h 740098"/>
              <a:gd name="connsiteX273" fmla="*/ 315769 w 1155508"/>
              <a:gd name="connsiteY273" fmla="*/ 299153 h 740098"/>
              <a:gd name="connsiteX274" fmla="*/ 316926 w 1155508"/>
              <a:gd name="connsiteY274" fmla="*/ 299925 h 740098"/>
              <a:gd name="connsiteX275" fmla="*/ 318082 w 1155508"/>
              <a:gd name="connsiteY275" fmla="*/ 300692 h 740098"/>
              <a:gd name="connsiteX276" fmla="*/ 319239 w 1155508"/>
              <a:gd name="connsiteY276" fmla="*/ 301455 h 740098"/>
              <a:gd name="connsiteX277" fmla="*/ 320396 w 1155508"/>
              <a:gd name="connsiteY277" fmla="*/ 302214 h 740098"/>
              <a:gd name="connsiteX278" fmla="*/ 321553 w 1155508"/>
              <a:gd name="connsiteY278" fmla="*/ 302969 h 740098"/>
              <a:gd name="connsiteX279" fmla="*/ 322709 w 1155508"/>
              <a:gd name="connsiteY279" fmla="*/ 303720 h 740098"/>
              <a:gd name="connsiteX280" fmla="*/ 323866 w 1155508"/>
              <a:gd name="connsiteY280" fmla="*/ 304467 h 740098"/>
              <a:gd name="connsiteX281" fmla="*/ 325023 w 1155508"/>
              <a:gd name="connsiteY281" fmla="*/ 305209 h 740098"/>
              <a:gd name="connsiteX282" fmla="*/ 326179 w 1155508"/>
              <a:gd name="connsiteY282" fmla="*/ 305948 h 740098"/>
              <a:gd name="connsiteX283" fmla="*/ 327336 w 1155508"/>
              <a:gd name="connsiteY283" fmla="*/ 306682 h 740098"/>
              <a:gd name="connsiteX284" fmla="*/ 328493 w 1155508"/>
              <a:gd name="connsiteY284" fmla="*/ 307412 h 740098"/>
              <a:gd name="connsiteX285" fmla="*/ 329649 w 1155508"/>
              <a:gd name="connsiteY285" fmla="*/ 308137 h 740098"/>
              <a:gd name="connsiteX286" fmla="*/ 330806 w 1155508"/>
              <a:gd name="connsiteY286" fmla="*/ 308859 h 740098"/>
              <a:gd name="connsiteX287" fmla="*/ 331962 w 1155508"/>
              <a:gd name="connsiteY287" fmla="*/ 309575 h 740098"/>
              <a:gd name="connsiteX288" fmla="*/ 333119 w 1155508"/>
              <a:gd name="connsiteY288" fmla="*/ 310288 h 740098"/>
              <a:gd name="connsiteX289" fmla="*/ 334276 w 1155508"/>
              <a:gd name="connsiteY289" fmla="*/ 310996 h 740098"/>
              <a:gd name="connsiteX290" fmla="*/ 335432 w 1155508"/>
              <a:gd name="connsiteY290" fmla="*/ 311700 h 740098"/>
              <a:gd name="connsiteX291" fmla="*/ 336589 w 1155508"/>
              <a:gd name="connsiteY291" fmla="*/ 312400 h 740098"/>
              <a:gd name="connsiteX292" fmla="*/ 337746 w 1155508"/>
              <a:gd name="connsiteY292" fmla="*/ 313095 h 740098"/>
              <a:gd name="connsiteX293" fmla="*/ 338903 w 1155508"/>
              <a:gd name="connsiteY293" fmla="*/ 313786 h 740098"/>
              <a:gd name="connsiteX294" fmla="*/ 340059 w 1155508"/>
              <a:gd name="connsiteY294" fmla="*/ 314472 h 740098"/>
              <a:gd name="connsiteX295" fmla="*/ 341216 w 1155508"/>
              <a:gd name="connsiteY295" fmla="*/ 315154 h 740098"/>
              <a:gd name="connsiteX296" fmla="*/ 342373 w 1155508"/>
              <a:gd name="connsiteY296" fmla="*/ 315831 h 740098"/>
              <a:gd name="connsiteX297" fmla="*/ 343529 w 1155508"/>
              <a:gd name="connsiteY297" fmla="*/ 316504 h 740098"/>
              <a:gd name="connsiteX298" fmla="*/ 344686 w 1155508"/>
              <a:gd name="connsiteY298" fmla="*/ 317172 h 740098"/>
              <a:gd name="connsiteX299" fmla="*/ 345842 w 1155508"/>
              <a:gd name="connsiteY299" fmla="*/ 317836 h 740098"/>
              <a:gd name="connsiteX300" fmla="*/ 346999 w 1155508"/>
              <a:gd name="connsiteY300" fmla="*/ 318495 h 740098"/>
              <a:gd name="connsiteX301" fmla="*/ 348156 w 1155508"/>
              <a:gd name="connsiteY301" fmla="*/ 319150 h 740098"/>
              <a:gd name="connsiteX302" fmla="*/ 349312 w 1155508"/>
              <a:gd name="connsiteY302" fmla="*/ 319800 h 740098"/>
              <a:gd name="connsiteX303" fmla="*/ 350469 w 1155508"/>
              <a:gd name="connsiteY303" fmla="*/ 320446 h 740098"/>
              <a:gd name="connsiteX304" fmla="*/ 351626 w 1155508"/>
              <a:gd name="connsiteY304" fmla="*/ 321087 h 740098"/>
              <a:gd name="connsiteX305" fmla="*/ 352782 w 1155508"/>
              <a:gd name="connsiteY305" fmla="*/ 321724 h 740098"/>
              <a:gd name="connsiteX306" fmla="*/ 353939 w 1155508"/>
              <a:gd name="connsiteY306" fmla="*/ 322356 h 740098"/>
              <a:gd name="connsiteX307" fmla="*/ 355096 w 1155508"/>
              <a:gd name="connsiteY307" fmla="*/ 322983 h 740098"/>
              <a:gd name="connsiteX308" fmla="*/ 356253 w 1155508"/>
              <a:gd name="connsiteY308" fmla="*/ 323605 h 740098"/>
              <a:gd name="connsiteX309" fmla="*/ 357409 w 1155508"/>
              <a:gd name="connsiteY309" fmla="*/ 324223 h 740098"/>
              <a:gd name="connsiteX310" fmla="*/ 358566 w 1155508"/>
              <a:gd name="connsiteY310" fmla="*/ 324837 h 740098"/>
              <a:gd name="connsiteX311" fmla="*/ 359723 w 1155508"/>
              <a:gd name="connsiteY311" fmla="*/ 325445 h 740098"/>
              <a:gd name="connsiteX312" fmla="*/ 360879 w 1155508"/>
              <a:gd name="connsiteY312" fmla="*/ 326049 h 740098"/>
              <a:gd name="connsiteX313" fmla="*/ 362036 w 1155508"/>
              <a:gd name="connsiteY313" fmla="*/ 326648 h 740098"/>
              <a:gd name="connsiteX314" fmla="*/ 363192 w 1155508"/>
              <a:gd name="connsiteY314" fmla="*/ 327243 h 740098"/>
              <a:gd name="connsiteX315" fmla="*/ 364349 w 1155508"/>
              <a:gd name="connsiteY315" fmla="*/ 327833 h 740098"/>
              <a:gd name="connsiteX316" fmla="*/ 365506 w 1155508"/>
              <a:gd name="connsiteY316" fmla="*/ 328418 h 740098"/>
              <a:gd name="connsiteX317" fmla="*/ 366662 w 1155508"/>
              <a:gd name="connsiteY317" fmla="*/ 328998 h 740098"/>
              <a:gd name="connsiteX318" fmla="*/ 367819 w 1155508"/>
              <a:gd name="connsiteY318" fmla="*/ 329573 h 740098"/>
              <a:gd name="connsiteX319" fmla="*/ 368976 w 1155508"/>
              <a:gd name="connsiteY319" fmla="*/ 330145 h 740098"/>
              <a:gd name="connsiteX320" fmla="*/ 370132 w 1155508"/>
              <a:gd name="connsiteY320" fmla="*/ 330710 h 740098"/>
              <a:gd name="connsiteX321" fmla="*/ 371289 w 1155508"/>
              <a:gd name="connsiteY321" fmla="*/ 331272 h 740098"/>
              <a:gd name="connsiteX322" fmla="*/ 372446 w 1155508"/>
              <a:gd name="connsiteY322" fmla="*/ 331828 h 740098"/>
              <a:gd name="connsiteX323" fmla="*/ 373603 w 1155508"/>
              <a:gd name="connsiteY323" fmla="*/ 332380 h 740098"/>
              <a:gd name="connsiteX324" fmla="*/ 374759 w 1155508"/>
              <a:gd name="connsiteY324" fmla="*/ 332927 h 740098"/>
              <a:gd name="connsiteX325" fmla="*/ 375916 w 1155508"/>
              <a:gd name="connsiteY325" fmla="*/ 333469 h 740098"/>
              <a:gd name="connsiteX326" fmla="*/ 377073 w 1155508"/>
              <a:gd name="connsiteY326" fmla="*/ 334007 h 740098"/>
              <a:gd name="connsiteX327" fmla="*/ 378229 w 1155508"/>
              <a:gd name="connsiteY327" fmla="*/ 334539 h 740098"/>
              <a:gd name="connsiteX328" fmla="*/ 379386 w 1155508"/>
              <a:gd name="connsiteY328" fmla="*/ 335067 h 740098"/>
              <a:gd name="connsiteX329" fmla="*/ 380542 w 1155508"/>
              <a:gd name="connsiteY329" fmla="*/ 335590 h 740098"/>
              <a:gd name="connsiteX330" fmla="*/ 381699 w 1155508"/>
              <a:gd name="connsiteY330" fmla="*/ 336108 h 740098"/>
              <a:gd name="connsiteX331" fmla="*/ 382855 w 1155508"/>
              <a:gd name="connsiteY331" fmla="*/ 336622 h 740098"/>
              <a:gd name="connsiteX332" fmla="*/ 384012 w 1155508"/>
              <a:gd name="connsiteY332" fmla="*/ 337130 h 740098"/>
              <a:gd name="connsiteX333" fmla="*/ 385169 w 1155508"/>
              <a:gd name="connsiteY333" fmla="*/ 337634 h 740098"/>
              <a:gd name="connsiteX334" fmla="*/ 386326 w 1155508"/>
              <a:gd name="connsiteY334" fmla="*/ 338133 h 740098"/>
              <a:gd name="connsiteX335" fmla="*/ 387482 w 1155508"/>
              <a:gd name="connsiteY335" fmla="*/ 338627 h 740098"/>
              <a:gd name="connsiteX336" fmla="*/ 388639 w 1155508"/>
              <a:gd name="connsiteY336" fmla="*/ 339116 h 740098"/>
              <a:gd name="connsiteX337" fmla="*/ 389796 w 1155508"/>
              <a:gd name="connsiteY337" fmla="*/ 339601 h 740098"/>
              <a:gd name="connsiteX338" fmla="*/ 390953 w 1155508"/>
              <a:gd name="connsiteY338" fmla="*/ 340081 h 740098"/>
              <a:gd name="connsiteX339" fmla="*/ 392112 w 1155508"/>
              <a:gd name="connsiteY339" fmla="*/ 340556 h 740098"/>
              <a:gd name="connsiteX340" fmla="*/ 393263 w 1155508"/>
              <a:gd name="connsiteY340" fmla="*/ 341026 h 740098"/>
              <a:gd name="connsiteX341" fmla="*/ 394421 w 1155508"/>
              <a:gd name="connsiteY341" fmla="*/ 341492 h 740098"/>
              <a:gd name="connsiteX342" fmla="*/ 395578 w 1155508"/>
              <a:gd name="connsiteY342" fmla="*/ 341952 h 740098"/>
              <a:gd name="connsiteX343" fmla="*/ 396736 w 1155508"/>
              <a:gd name="connsiteY343" fmla="*/ 342407 h 740098"/>
              <a:gd name="connsiteX344" fmla="*/ 397893 w 1155508"/>
              <a:gd name="connsiteY344" fmla="*/ 342859 h 740098"/>
              <a:gd name="connsiteX345" fmla="*/ 399051 w 1155508"/>
              <a:gd name="connsiteY345" fmla="*/ 343305 h 740098"/>
              <a:gd name="connsiteX346" fmla="*/ 400208 w 1155508"/>
              <a:gd name="connsiteY346" fmla="*/ 343746 h 740098"/>
              <a:gd name="connsiteX347" fmla="*/ 401360 w 1155508"/>
              <a:gd name="connsiteY347" fmla="*/ 344183 h 740098"/>
              <a:gd name="connsiteX348" fmla="*/ 402517 w 1155508"/>
              <a:gd name="connsiteY348" fmla="*/ 344615 h 740098"/>
              <a:gd name="connsiteX349" fmla="*/ 403675 w 1155508"/>
              <a:gd name="connsiteY349" fmla="*/ 345042 h 740098"/>
              <a:gd name="connsiteX350" fmla="*/ 404832 w 1155508"/>
              <a:gd name="connsiteY350" fmla="*/ 345465 h 740098"/>
              <a:gd name="connsiteX351" fmla="*/ 405990 w 1155508"/>
              <a:gd name="connsiteY351" fmla="*/ 345882 h 740098"/>
              <a:gd name="connsiteX352" fmla="*/ 407147 w 1155508"/>
              <a:gd name="connsiteY352" fmla="*/ 346295 h 740098"/>
              <a:gd name="connsiteX353" fmla="*/ 408305 w 1155508"/>
              <a:gd name="connsiteY353" fmla="*/ 346704 h 740098"/>
              <a:gd name="connsiteX354" fmla="*/ 409457 w 1155508"/>
              <a:gd name="connsiteY354" fmla="*/ 347107 h 740098"/>
              <a:gd name="connsiteX355" fmla="*/ 410614 w 1155508"/>
              <a:gd name="connsiteY355" fmla="*/ 347506 h 740098"/>
              <a:gd name="connsiteX356" fmla="*/ 411772 w 1155508"/>
              <a:gd name="connsiteY356" fmla="*/ 347900 h 740098"/>
              <a:gd name="connsiteX357" fmla="*/ 412929 w 1155508"/>
              <a:gd name="connsiteY357" fmla="*/ 348290 h 740098"/>
              <a:gd name="connsiteX358" fmla="*/ 414087 w 1155508"/>
              <a:gd name="connsiteY358" fmla="*/ 348675 h 740098"/>
              <a:gd name="connsiteX359" fmla="*/ 415244 w 1155508"/>
              <a:gd name="connsiteY359" fmla="*/ 349055 h 740098"/>
              <a:gd name="connsiteX360" fmla="*/ 416402 w 1155508"/>
              <a:gd name="connsiteY360" fmla="*/ 349431 h 740098"/>
              <a:gd name="connsiteX361" fmla="*/ 417553 w 1155508"/>
              <a:gd name="connsiteY361" fmla="*/ 349802 h 740098"/>
              <a:gd name="connsiteX362" fmla="*/ 418711 w 1155508"/>
              <a:gd name="connsiteY362" fmla="*/ 350169 h 740098"/>
              <a:gd name="connsiteX363" fmla="*/ 419868 w 1155508"/>
              <a:gd name="connsiteY363" fmla="*/ 350531 h 740098"/>
              <a:gd name="connsiteX364" fmla="*/ 421026 w 1155508"/>
              <a:gd name="connsiteY364" fmla="*/ 350888 h 740098"/>
              <a:gd name="connsiteX365" fmla="*/ 422183 w 1155508"/>
              <a:gd name="connsiteY365" fmla="*/ 351240 h 740098"/>
              <a:gd name="connsiteX366" fmla="*/ 423341 w 1155508"/>
              <a:gd name="connsiteY366" fmla="*/ 351589 h 740098"/>
              <a:gd name="connsiteX367" fmla="*/ 424498 w 1155508"/>
              <a:gd name="connsiteY367" fmla="*/ 351933 h 740098"/>
              <a:gd name="connsiteX368" fmla="*/ 425650 w 1155508"/>
              <a:gd name="connsiteY368" fmla="*/ 352272 h 740098"/>
              <a:gd name="connsiteX369" fmla="*/ 426807 w 1155508"/>
              <a:gd name="connsiteY369" fmla="*/ 352607 h 740098"/>
              <a:gd name="connsiteX370" fmla="*/ 427965 w 1155508"/>
              <a:gd name="connsiteY370" fmla="*/ 352938 h 740098"/>
              <a:gd name="connsiteX371" fmla="*/ 429122 w 1155508"/>
              <a:gd name="connsiteY371" fmla="*/ 353264 h 740098"/>
              <a:gd name="connsiteX372" fmla="*/ 430280 w 1155508"/>
              <a:gd name="connsiteY372" fmla="*/ 353585 h 740098"/>
              <a:gd name="connsiteX373" fmla="*/ 431437 w 1155508"/>
              <a:gd name="connsiteY373" fmla="*/ 353902 h 740098"/>
              <a:gd name="connsiteX374" fmla="*/ 432595 w 1155508"/>
              <a:gd name="connsiteY374" fmla="*/ 354215 h 740098"/>
              <a:gd name="connsiteX375" fmla="*/ 433746 w 1155508"/>
              <a:gd name="connsiteY375" fmla="*/ 354524 h 740098"/>
              <a:gd name="connsiteX376" fmla="*/ 434904 w 1155508"/>
              <a:gd name="connsiteY376" fmla="*/ 354828 h 740098"/>
              <a:gd name="connsiteX377" fmla="*/ 436061 w 1155508"/>
              <a:gd name="connsiteY377" fmla="*/ 355128 h 740098"/>
              <a:gd name="connsiteX378" fmla="*/ 437219 w 1155508"/>
              <a:gd name="connsiteY378" fmla="*/ 355424 h 740098"/>
              <a:gd name="connsiteX379" fmla="*/ 438376 w 1155508"/>
              <a:gd name="connsiteY379" fmla="*/ 355716 h 740098"/>
              <a:gd name="connsiteX380" fmla="*/ 439534 w 1155508"/>
              <a:gd name="connsiteY380" fmla="*/ 356003 h 740098"/>
              <a:gd name="connsiteX381" fmla="*/ 440691 w 1155508"/>
              <a:gd name="connsiteY381" fmla="*/ 356286 h 740098"/>
              <a:gd name="connsiteX382" fmla="*/ 441843 w 1155508"/>
              <a:gd name="connsiteY382" fmla="*/ 356565 h 740098"/>
              <a:gd name="connsiteX383" fmla="*/ 443000 w 1155508"/>
              <a:gd name="connsiteY383" fmla="*/ 356840 h 740098"/>
              <a:gd name="connsiteX384" fmla="*/ 444158 w 1155508"/>
              <a:gd name="connsiteY384" fmla="*/ 357111 h 740098"/>
              <a:gd name="connsiteX385" fmla="*/ 445315 w 1155508"/>
              <a:gd name="connsiteY385" fmla="*/ 357377 h 740098"/>
              <a:gd name="connsiteX386" fmla="*/ 446473 w 1155508"/>
              <a:gd name="connsiteY386" fmla="*/ 357640 h 740098"/>
              <a:gd name="connsiteX387" fmla="*/ 447630 w 1155508"/>
              <a:gd name="connsiteY387" fmla="*/ 357898 h 740098"/>
              <a:gd name="connsiteX388" fmla="*/ 448788 w 1155508"/>
              <a:gd name="connsiteY388" fmla="*/ 358153 h 740098"/>
              <a:gd name="connsiteX389" fmla="*/ 449939 w 1155508"/>
              <a:gd name="connsiteY389" fmla="*/ 358404 h 740098"/>
              <a:gd name="connsiteX390" fmla="*/ 451097 w 1155508"/>
              <a:gd name="connsiteY390" fmla="*/ 358651 h 740098"/>
              <a:gd name="connsiteX391" fmla="*/ 452254 w 1155508"/>
              <a:gd name="connsiteY391" fmla="*/ 358894 h 740098"/>
              <a:gd name="connsiteX392" fmla="*/ 453412 w 1155508"/>
              <a:gd name="connsiteY392" fmla="*/ 359133 h 740098"/>
              <a:gd name="connsiteX393" fmla="*/ 454569 w 1155508"/>
              <a:gd name="connsiteY393" fmla="*/ 359368 h 740098"/>
              <a:gd name="connsiteX394" fmla="*/ 455727 w 1155508"/>
              <a:gd name="connsiteY394" fmla="*/ 359599 h 740098"/>
              <a:gd name="connsiteX395" fmla="*/ 456884 w 1155508"/>
              <a:gd name="connsiteY395" fmla="*/ 359827 h 740098"/>
              <a:gd name="connsiteX396" fmla="*/ 458042 w 1155508"/>
              <a:gd name="connsiteY396" fmla="*/ 360051 h 740098"/>
              <a:gd name="connsiteX397" fmla="*/ 459193 w 1155508"/>
              <a:gd name="connsiteY397" fmla="*/ 360271 h 740098"/>
              <a:gd name="connsiteX398" fmla="*/ 460351 w 1155508"/>
              <a:gd name="connsiteY398" fmla="*/ 360487 h 740098"/>
              <a:gd name="connsiteX399" fmla="*/ 461508 w 1155508"/>
              <a:gd name="connsiteY399" fmla="*/ 360701 h 740098"/>
              <a:gd name="connsiteX400" fmla="*/ 462666 w 1155508"/>
              <a:gd name="connsiteY400" fmla="*/ 360910 h 740098"/>
              <a:gd name="connsiteX401" fmla="*/ 463823 w 1155508"/>
              <a:gd name="connsiteY401" fmla="*/ 361116 h 740098"/>
              <a:gd name="connsiteX402" fmla="*/ 464981 w 1155508"/>
              <a:gd name="connsiteY402" fmla="*/ 361318 h 740098"/>
              <a:gd name="connsiteX403" fmla="*/ 466138 w 1155508"/>
              <a:gd name="connsiteY403" fmla="*/ 361517 h 740098"/>
              <a:gd name="connsiteX404" fmla="*/ 467290 w 1155508"/>
              <a:gd name="connsiteY404" fmla="*/ 361712 h 740098"/>
              <a:gd name="connsiteX405" fmla="*/ 468447 w 1155508"/>
              <a:gd name="connsiteY405" fmla="*/ 361904 h 740098"/>
              <a:gd name="connsiteX406" fmla="*/ 469605 w 1155508"/>
              <a:gd name="connsiteY406" fmla="*/ 362093 h 740098"/>
              <a:gd name="connsiteX407" fmla="*/ 470762 w 1155508"/>
              <a:gd name="connsiteY407" fmla="*/ 362278 h 740098"/>
              <a:gd name="connsiteX408" fmla="*/ 471920 w 1155508"/>
              <a:gd name="connsiteY408" fmla="*/ 362459 h 740098"/>
              <a:gd name="connsiteX409" fmla="*/ 473077 w 1155508"/>
              <a:gd name="connsiteY409" fmla="*/ 362638 h 740098"/>
              <a:gd name="connsiteX410" fmla="*/ 474235 w 1155508"/>
              <a:gd name="connsiteY410" fmla="*/ 362814 h 740098"/>
              <a:gd name="connsiteX411" fmla="*/ 475386 w 1155508"/>
              <a:gd name="connsiteY411" fmla="*/ 362986 h 740098"/>
              <a:gd name="connsiteX412" fmla="*/ 476544 w 1155508"/>
              <a:gd name="connsiteY412" fmla="*/ 363154 h 740098"/>
              <a:gd name="connsiteX413" fmla="*/ 477701 w 1155508"/>
              <a:gd name="connsiteY413" fmla="*/ 363320 h 740098"/>
              <a:gd name="connsiteX414" fmla="*/ 478859 w 1155508"/>
              <a:gd name="connsiteY414" fmla="*/ 363483 h 740098"/>
              <a:gd name="connsiteX415" fmla="*/ 480016 w 1155508"/>
              <a:gd name="connsiteY415" fmla="*/ 363643 h 740098"/>
              <a:gd name="connsiteX416" fmla="*/ 481174 w 1155508"/>
              <a:gd name="connsiteY416" fmla="*/ 363800 h 740098"/>
              <a:gd name="connsiteX417" fmla="*/ 482331 w 1155508"/>
              <a:gd name="connsiteY417" fmla="*/ 363953 h 740098"/>
              <a:gd name="connsiteX418" fmla="*/ 483483 w 1155508"/>
              <a:gd name="connsiteY418" fmla="*/ 364104 h 740098"/>
              <a:gd name="connsiteX419" fmla="*/ 484641 w 1155508"/>
              <a:gd name="connsiteY419" fmla="*/ 364252 h 740098"/>
              <a:gd name="connsiteX420" fmla="*/ 485798 w 1155508"/>
              <a:gd name="connsiteY420" fmla="*/ 364397 h 740098"/>
              <a:gd name="connsiteX421" fmla="*/ 486956 w 1155508"/>
              <a:gd name="connsiteY421" fmla="*/ 364539 h 740098"/>
              <a:gd name="connsiteX422" fmla="*/ 488113 w 1155508"/>
              <a:gd name="connsiteY422" fmla="*/ 364679 h 740098"/>
              <a:gd name="connsiteX423" fmla="*/ 489271 w 1155508"/>
              <a:gd name="connsiteY423" fmla="*/ 364816 h 740098"/>
              <a:gd name="connsiteX424" fmla="*/ 490428 w 1155508"/>
              <a:gd name="connsiteY424" fmla="*/ 364949 h 740098"/>
              <a:gd name="connsiteX425" fmla="*/ 491580 w 1155508"/>
              <a:gd name="connsiteY425" fmla="*/ 365081 h 740098"/>
              <a:gd name="connsiteX426" fmla="*/ 492737 w 1155508"/>
              <a:gd name="connsiteY426" fmla="*/ 365210 h 740098"/>
              <a:gd name="connsiteX427" fmla="*/ 493895 w 1155508"/>
              <a:gd name="connsiteY427" fmla="*/ 365335 h 740098"/>
              <a:gd name="connsiteX428" fmla="*/ 495052 w 1155508"/>
              <a:gd name="connsiteY428" fmla="*/ 365459 h 740098"/>
              <a:gd name="connsiteX429" fmla="*/ 496210 w 1155508"/>
              <a:gd name="connsiteY429" fmla="*/ 365580 h 740098"/>
              <a:gd name="connsiteX430" fmla="*/ 497367 w 1155508"/>
              <a:gd name="connsiteY430" fmla="*/ 365699 h 740098"/>
              <a:gd name="connsiteX431" fmla="*/ 498525 w 1155508"/>
              <a:gd name="connsiteY431" fmla="*/ 365814 h 740098"/>
              <a:gd name="connsiteX432" fmla="*/ 499676 w 1155508"/>
              <a:gd name="connsiteY432" fmla="*/ 365928 h 740098"/>
              <a:gd name="connsiteX433" fmla="*/ 500834 w 1155508"/>
              <a:gd name="connsiteY433" fmla="*/ 366040 h 740098"/>
              <a:gd name="connsiteX434" fmla="*/ 501991 w 1155508"/>
              <a:gd name="connsiteY434" fmla="*/ 366149 h 740098"/>
              <a:gd name="connsiteX435" fmla="*/ 503149 w 1155508"/>
              <a:gd name="connsiteY435" fmla="*/ 366255 h 740098"/>
              <a:gd name="connsiteX436" fmla="*/ 504306 w 1155508"/>
              <a:gd name="connsiteY436" fmla="*/ 366360 h 740098"/>
              <a:gd name="connsiteX437" fmla="*/ 505464 w 1155508"/>
              <a:gd name="connsiteY437" fmla="*/ 366462 h 740098"/>
              <a:gd name="connsiteX438" fmla="*/ 506621 w 1155508"/>
              <a:gd name="connsiteY438" fmla="*/ 366563 h 740098"/>
              <a:gd name="connsiteX439" fmla="*/ 507773 w 1155508"/>
              <a:gd name="connsiteY439" fmla="*/ 366661 h 740098"/>
              <a:gd name="connsiteX440" fmla="*/ 508930 w 1155508"/>
              <a:gd name="connsiteY440" fmla="*/ 366756 h 740098"/>
              <a:gd name="connsiteX441" fmla="*/ 510088 w 1155508"/>
              <a:gd name="connsiteY441" fmla="*/ 366850 h 740098"/>
              <a:gd name="connsiteX442" fmla="*/ 511245 w 1155508"/>
              <a:gd name="connsiteY442" fmla="*/ 366942 h 740098"/>
              <a:gd name="connsiteX443" fmla="*/ 512403 w 1155508"/>
              <a:gd name="connsiteY443" fmla="*/ 367032 h 740098"/>
              <a:gd name="connsiteX444" fmla="*/ 513560 w 1155508"/>
              <a:gd name="connsiteY444" fmla="*/ 367120 h 740098"/>
              <a:gd name="connsiteX445" fmla="*/ 514718 w 1155508"/>
              <a:gd name="connsiteY445" fmla="*/ 367206 h 740098"/>
              <a:gd name="connsiteX446" fmla="*/ 515869 w 1155508"/>
              <a:gd name="connsiteY446" fmla="*/ 367290 h 740098"/>
              <a:gd name="connsiteX447" fmla="*/ 517027 w 1155508"/>
              <a:gd name="connsiteY447" fmla="*/ 367372 h 740098"/>
              <a:gd name="connsiteX448" fmla="*/ 518184 w 1155508"/>
              <a:gd name="connsiteY448" fmla="*/ 367453 h 740098"/>
              <a:gd name="connsiteX449" fmla="*/ 519342 w 1155508"/>
              <a:gd name="connsiteY449" fmla="*/ 367532 h 740098"/>
              <a:gd name="connsiteX450" fmla="*/ 520499 w 1155508"/>
              <a:gd name="connsiteY450" fmla="*/ 367609 h 740098"/>
              <a:gd name="connsiteX451" fmla="*/ 521657 w 1155508"/>
              <a:gd name="connsiteY451" fmla="*/ 367685 h 740098"/>
              <a:gd name="connsiteX452" fmla="*/ 522814 w 1155508"/>
              <a:gd name="connsiteY452" fmla="*/ 367758 h 740098"/>
              <a:gd name="connsiteX453" fmla="*/ 523966 w 1155508"/>
              <a:gd name="connsiteY453" fmla="*/ 367830 h 740098"/>
              <a:gd name="connsiteX454" fmla="*/ 525123 w 1155508"/>
              <a:gd name="connsiteY454" fmla="*/ 367901 h 740098"/>
              <a:gd name="connsiteX455" fmla="*/ 526281 w 1155508"/>
              <a:gd name="connsiteY455" fmla="*/ 367970 h 740098"/>
              <a:gd name="connsiteX456" fmla="*/ 527438 w 1155508"/>
              <a:gd name="connsiteY456" fmla="*/ 368038 h 740098"/>
              <a:gd name="connsiteX457" fmla="*/ 528596 w 1155508"/>
              <a:gd name="connsiteY457" fmla="*/ 368104 h 740098"/>
              <a:gd name="connsiteX458" fmla="*/ 529753 w 1155508"/>
              <a:gd name="connsiteY458" fmla="*/ 368169 h 740098"/>
              <a:gd name="connsiteX459" fmla="*/ 530911 w 1155508"/>
              <a:gd name="connsiteY459" fmla="*/ 368232 h 740098"/>
              <a:gd name="connsiteX460" fmla="*/ 532068 w 1155508"/>
              <a:gd name="connsiteY460" fmla="*/ 368294 h 740098"/>
              <a:gd name="connsiteX461" fmla="*/ 533220 w 1155508"/>
              <a:gd name="connsiteY461" fmla="*/ 368355 h 740098"/>
              <a:gd name="connsiteX462" fmla="*/ 534377 w 1155508"/>
              <a:gd name="connsiteY462" fmla="*/ 368415 h 740098"/>
              <a:gd name="connsiteX463" fmla="*/ 535535 w 1155508"/>
              <a:gd name="connsiteY463" fmla="*/ 368473 h 740098"/>
              <a:gd name="connsiteX464" fmla="*/ 536692 w 1155508"/>
              <a:gd name="connsiteY464" fmla="*/ 368530 h 740098"/>
              <a:gd name="connsiteX465" fmla="*/ 537850 w 1155508"/>
              <a:gd name="connsiteY465" fmla="*/ 368586 h 740098"/>
              <a:gd name="connsiteX466" fmla="*/ 539007 w 1155508"/>
              <a:gd name="connsiteY466" fmla="*/ 368641 h 740098"/>
              <a:gd name="connsiteX467" fmla="*/ 540165 w 1155508"/>
              <a:gd name="connsiteY467" fmla="*/ 368694 h 740098"/>
              <a:gd name="connsiteX468" fmla="*/ 541316 w 1155508"/>
              <a:gd name="connsiteY468" fmla="*/ 368746 h 740098"/>
              <a:gd name="connsiteX469" fmla="*/ 542474 w 1155508"/>
              <a:gd name="connsiteY469" fmla="*/ 368798 h 740098"/>
              <a:gd name="connsiteX470" fmla="*/ 543631 w 1155508"/>
              <a:gd name="connsiteY470" fmla="*/ 368849 h 740098"/>
              <a:gd name="connsiteX471" fmla="*/ 544789 w 1155508"/>
              <a:gd name="connsiteY471" fmla="*/ 368898 h 740098"/>
              <a:gd name="connsiteX472" fmla="*/ 545946 w 1155508"/>
              <a:gd name="connsiteY472" fmla="*/ 368947 h 740098"/>
              <a:gd name="connsiteX473" fmla="*/ 547104 w 1155508"/>
              <a:gd name="connsiteY473" fmla="*/ 368995 h 740098"/>
              <a:gd name="connsiteX474" fmla="*/ 548261 w 1155508"/>
              <a:gd name="connsiteY474" fmla="*/ 369042 h 740098"/>
              <a:gd name="connsiteX475" fmla="*/ 549413 w 1155508"/>
              <a:gd name="connsiteY475" fmla="*/ 369088 h 740098"/>
              <a:gd name="connsiteX476" fmla="*/ 550570 w 1155508"/>
              <a:gd name="connsiteY476" fmla="*/ 369133 h 740098"/>
              <a:gd name="connsiteX477" fmla="*/ 551728 w 1155508"/>
              <a:gd name="connsiteY477" fmla="*/ 369178 h 740098"/>
              <a:gd name="connsiteX478" fmla="*/ 552885 w 1155508"/>
              <a:gd name="connsiteY478" fmla="*/ 369221 h 740098"/>
              <a:gd name="connsiteX479" fmla="*/ 554043 w 1155508"/>
              <a:gd name="connsiteY479" fmla="*/ 369265 h 740098"/>
              <a:gd name="connsiteX480" fmla="*/ 555200 w 1155508"/>
              <a:gd name="connsiteY480" fmla="*/ 369307 h 740098"/>
              <a:gd name="connsiteX481" fmla="*/ 556358 w 1155508"/>
              <a:gd name="connsiteY481" fmla="*/ 369349 h 740098"/>
              <a:gd name="connsiteX482" fmla="*/ 557510 w 1155508"/>
              <a:gd name="connsiteY482" fmla="*/ 369390 h 740098"/>
              <a:gd name="connsiteX483" fmla="*/ 558667 w 1155508"/>
              <a:gd name="connsiteY483" fmla="*/ 369431 h 740098"/>
              <a:gd name="connsiteX484" fmla="*/ 559825 w 1155508"/>
              <a:gd name="connsiteY484" fmla="*/ 369471 h 740098"/>
              <a:gd name="connsiteX485" fmla="*/ 560982 w 1155508"/>
              <a:gd name="connsiteY485" fmla="*/ 369511 h 740098"/>
              <a:gd name="connsiteX486" fmla="*/ 562140 w 1155508"/>
              <a:gd name="connsiteY486" fmla="*/ 369550 h 740098"/>
              <a:gd name="connsiteX487" fmla="*/ 563297 w 1155508"/>
              <a:gd name="connsiteY487" fmla="*/ 369589 h 740098"/>
              <a:gd name="connsiteX488" fmla="*/ 564454 w 1155508"/>
              <a:gd name="connsiteY488" fmla="*/ 369627 h 740098"/>
              <a:gd name="connsiteX489" fmla="*/ 565606 w 1155508"/>
              <a:gd name="connsiteY489" fmla="*/ 369665 h 740098"/>
              <a:gd name="connsiteX490" fmla="*/ 566764 w 1155508"/>
              <a:gd name="connsiteY490" fmla="*/ 369703 h 740098"/>
              <a:gd name="connsiteX491" fmla="*/ 567921 w 1155508"/>
              <a:gd name="connsiteY491" fmla="*/ 369740 h 740098"/>
              <a:gd name="connsiteX492" fmla="*/ 569079 w 1155508"/>
              <a:gd name="connsiteY492" fmla="*/ 369778 h 740098"/>
              <a:gd name="connsiteX493" fmla="*/ 570236 w 1155508"/>
              <a:gd name="connsiteY493" fmla="*/ 369814 h 740098"/>
              <a:gd name="connsiteX494" fmla="*/ 571394 w 1155508"/>
              <a:gd name="connsiteY494" fmla="*/ 369851 h 740098"/>
              <a:gd name="connsiteX495" fmla="*/ 572551 w 1155508"/>
              <a:gd name="connsiteY495" fmla="*/ 369887 h 740098"/>
              <a:gd name="connsiteX496" fmla="*/ 573703 w 1155508"/>
              <a:gd name="connsiteY496" fmla="*/ 369924 h 740098"/>
              <a:gd name="connsiteX497" fmla="*/ 574860 w 1155508"/>
              <a:gd name="connsiteY497" fmla="*/ 369960 h 740098"/>
              <a:gd name="connsiteX498" fmla="*/ 576018 w 1155508"/>
              <a:gd name="connsiteY498" fmla="*/ 369996 h 740098"/>
              <a:gd name="connsiteX499" fmla="*/ 577175 w 1155508"/>
              <a:gd name="connsiteY499" fmla="*/ 370032 h 740098"/>
              <a:gd name="connsiteX500" fmla="*/ 578333 w 1155508"/>
              <a:gd name="connsiteY500" fmla="*/ 370069 h 740098"/>
              <a:gd name="connsiteX501" fmla="*/ 579490 w 1155508"/>
              <a:gd name="connsiteY501" fmla="*/ 370105 h 740098"/>
              <a:gd name="connsiteX502" fmla="*/ 580648 w 1155508"/>
              <a:gd name="connsiteY502" fmla="*/ 370141 h 740098"/>
              <a:gd name="connsiteX503" fmla="*/ 581799 w 1155508"/>
              <a:gd name="connsiteY503" fmla="*/ 370177 h 740098"/>
              <a:gd name="connsiteX504" fmla="*/ 582957 w 1155508"/>
              <a:gd name="connsiteY504" fmla="*/ 370213 h 740098"/>
              <a:gd name="connsiteX505" fmla="*/ 584114 w 1155508"/>
              <a:gd name="connsiteY505" fmla="*/ 370250 h 740098"/>
              <a:gd name="connsiteX506" fmla="*/ 585272 w 1155508"/>
              <a:gd name="connsiteY506" fmla="*/ 370287 h 740098"/>
              <a:gd name="connsiteX507" fmla="*/ 586429 w 1155508"/>
              <a:gd name="connsiteY507" fmla="*/ 370323 h 740098"/>
              <a:gd name="connsiteX508" fmla="*/ 587587 w 1155508"/>
              <a:gd name="connsiteY508" fmla="*/ 370360 h 740098"/>
              <a:gd name="connsiteX509" fmla="*/ 588744 w 1155508"/>
              <a:gd name="connsiteY509" fmla="*/ 370398 h 740098"/>
              <a:gd name="connsiteX510" fmla="*/ 589896 w 1155508"/>
              <a:gd name="connsiteY510" fmla="*/ 370435 h 740098"/>
              <a:gd name="connsiteX511" fmla="*/ 591053 w 1155508"/>
              <a:gd name="connsiteY511" fmla="*/ 370474 h 740098"/>
              <a:gd name="connsiteX512" fmla="*/ 592211 w 1155508"/>
              <a:gd name="connsiteY512" fmla="*/ 370512 h 740098"/>
              <a:gd name="connsiteX513" fmla="*/ 593368 w 1155508"/>
              <a:gd name="connsiteY513" fmla="*/ 370551 h 740098"/>
              <a:gd name="connsiteX514" fmla="*/ 594526 w 1155508"/>
              <a:gd name="connsiteY514" fmla="*/ 370590 h 740098"/>
              <a:gd name="connsiteX515" fmla="*/ 595683 w 1155508"/>
              <a:gd name="connsiteY515" fmla="*/ 370630 h 740098"/>
              <a:gd name="connsiteX516" fmla="*/ 596841 w 1155508"/>
              <a:gd name="connsiteY516" fmla="*/ 370670 h 740098"/>
              <a:gd name="connsiteX517" fmla="*/ 597992 w 1155508"/>
              <a:gd name="connsiteY517" fmla="*/ 370711 h 740098"/>
              <a:gd name="connsiteX518" fmla="*/ 599150 w 1155508"/>
              <a:gd name="connsiteY518" fmla="*/ 370752 h 740098"/>
              <a:gd name="connsiteX519" fmla="*/ 600307 w 1155508"/>
              <a:gd name="connsiteY519" fmla="*/ 370793 h 740098"/>
              <a:gd name="connsiteX520" fmla="*/ 601465 w 1155508"/>
              <a:gd name="connsiteY520" fmla="*/ 370836 h 740098"/>
              <a:gd name="connsiteX521" fmla="*/ 602622 w 1155508"/>
              <a:gd name="connsiteY521" fmla="*/ 370879 h 740098"/>
              <a:gd name="connsiteX522" fmla="*/ 603780 w 1155508"/>
              <a:gd name="connsiteY522" fmla="*/ 370923 h 740098"/>
              <a:gd name="connsiteX523" fmla="*/ 604937 w 1155508"/>
              <a:gd name="connsiteY523" fmla="*/ 370967 h 740098"/>
              <a:gd name="connsiteX524" fmla="*/ 606089 w 1155508"/>
              <a:gd name="connsiteY524" fmla="*/ 371013 h 740098"/>
              <a:gd name="connsiteX525" fmla="*/ 607246 w 1155508"/>
              <a:gd name="connsiteY525" fmla="*/ 371059 h 740098"/>
              <a:gd name="connsiteX526" fmla="*/ 608404 w 1155508"/>
              <a:gd name="connsiteY526" fmla="*/ 371106 h 740098"/>
              <a:gd name="connsiteX527" fmla="*/ 609561 w 1155508"/>
              <a:gd name="connsiteY527" fmla="*/ 371154 h 740098"/>
              <a:gd name="connsiteX528" fmla="*/ 610719 w 1155508"/>
              <a:gd name="connsiteY528" fmla="*/ 371203 h 740098"/>
              <a:gd name="connsiteX529" fmla="*/ 611876 w 1155508"/>
              <a:gd name="connsiteY529" fmla="*/ 371252 h 740098"/>
              <a:gd name="connsiteX530" fmla="*/ 613034 w 1155508"/>
              <a:gd name="connsiteY530" fmla="*/ 371302 h 740098"/>
              <a:gd name="connsiteX531" fmla="*/ 614191 w 1155508"/>
              <a:gd name="connsiteY531" fmla="*/ 371354 h 740098"/>
              <a:gd name="connsiteX532" fmla="*/ 615343 w 1155508"/>
              <a:gd name="connsiteY532" fmla="*/ 371407 h 740098"/>
              <a:gd name="connsiteX533" fmla="*/ 616500 w 1155508"/>
              <a:gd name="connsiteY533" fmla="*/ 371460 h 740098"/>
              <a:gd name="connsiteX534" fmla="*/ 617658 w 1155508"/>
              <a:gd name="connsiteY534" fmla="*/ 371515 h 740098"/>
              <a:gd name="connsiteX535" fmla="*/ 618815 w 1155508"/>
              <a:gd name="connsiteY535" fmla="*/ 371571 h 740098"/>
              <a:gd name="connsiteX536" fmla="*/ 619973 w 1155508"/>
              <a:gd name="connsiteY536" fmla="*/ 371628 h 740098"/>
              <a:gd name="connsiteX537" fmla="*/ 621130 w 1155508"/>
              <a:gd name="connsiteY537" fmla="*/ 371686 h 740098"/>
              <a:gd name="connsiteX538" fmla="*/ 622288 w 1155508"/>
              <a:gd name="connsiteY538" fmla="*/ 371746 h 740098"/>
              <a:gd name="connsiteX539" fmla="*/ 623439 w 1155508"/>
              <a:gd name="connsiteY539" fmla="*/ 371806 h 740098"/>
              <a:gd name="connsiteX540" fmla="*/ 624597 w 1155508"/>
              <a:gd name="connsiteY540" fmla="*/ 371869 h 740098"/>
              <a:gd name="connsiteX541" fmla="*/ 625754 w 1155508"/>
              <a:gd name="connsiteY541" fmla="*/ 371932 h 740098"/>
              <a:gd name="connsiteX542" fmla="*/ 626912 w 1155508"/>
              <a:gd name="connsiteY542" fmla="*/ 371997 h 740098"/>
              <a:gd name="connsiteX543" fmla="*/ 628069 w 1155508"/>
              <a:gd name="connsiteY543" fmla="*/ 372063 h 740098"/>
              <a:gd name="connsiteX544" fmla="*/ 629227 w 1155508"/>
              <a:gd name="connsiteY544" fmla="*/ 372130 h 740098"/>
              <a:gd name="connsiteX545" fmla="*/ 630384 w 1155508"/>
              <a:gd name="connsiteY545" fmla="*/ 372199 h 740098"/>
              <a:gd name="connsiteX546" fmla="*/ 631536 w 1155508"/>
              <a:gd name="connsiteY546" fmla="*/ 372270 h 740098"/>
              <a:gd name="connsiteX547" fmla="*/ 632694 w 1155508"/>
              <a:gd name="connsiteY547" fmla="*/ 372342 h 740098"/>
              <a:gd name="connsiteX548" fmla="*/ 633851 w 1155508"/>
              <a:gd name="connsiteY548" fmla="*/ 372416 h 740098"/>
              <a:gd name="connsiteX549" fmla="*/ 635008 w 1155508"/>
              <a:gd name="connsiteY549" fmla="*/ 372492 h 740098"/>
              <a:gd name="connsiteX550" fmla="*/ 636166 w 1155508"/>
              <a:gd name="connsiteY550" fmla="*/ 372569 h 740098"/>
              <a:gd name="connsiteX551" fmla="*/ 637323 w 1155508"/>
              <a:gd name="connsiteY551" fmla="*/ 372648 h 740098"/>
              <a:gd name="connsiteX552" fmla="*/ 638481 w 1155508"/>
              <a:gd name="connsiteY552" fmla="*/ 372729 h 740098"/>
              <a:gd name="connsiteX553" fmla="*/ 639633 w 1155508"/>
              <a:gd name="connsiteY553" fmla="*/ 372811 h 740098"/>
              <a:gd name="connsiteX554" fmla="*/ 640790 w 1155508"/>
              <a:gd name="connsiteY554" fmla="*/ 372895 h 740098"/>
              <a:gd name="connsiteX555" fmla="*/ 641948 w 1155508"/>
              <a:gd name="connsiteY555" fmla="*/ 372981 h 740098"/>
              <a:gd name="connsiteX556" fmla="*/ 643105 w 1155508"/>
              <a:gd name="connsiteY556" fmla="*/ 373069 h 740098"/>
              <a:gd name="connsiteX557" fmla="*/ 644263 w 1155508"/>
              <a:gd name="connsiteY557" fmla="*/ 373158 h 740098"/>
              <a:gd name="connsiteX558" fmla="*/ 645420 w 1155508"/>
              <a:gd name="connsiteY558" fmla="*/ 373251 h 740098"/>
              <a:gd name="connsiteX559" fmla="*/ 646578 w 1155508"/>
              <a:gd name="connsiteY559" fmla="*/ 373345 h 740098"/>
              <a:gd name="connsiteX560" fmla="*/ 647729 w 1155508"/>
              <a:gd name="connsiteY560" fmla="*/ 373440 h 740098"/>
              <a:gd name="connsiteX561" fmla="*/ 648887 w 1155508"/>
              <a:gd name="connsiteY561" fmla="*/ 373538 h 740098"/>
              <a:gd name="connsiteX562" fmla="*/ 650044 w 1155508"/>
              <a:gd name="connsiteY562" fmla="*/ 373639 h 740098"/>
              <a:gd name="connsiteX563" fmla="*/ 651202 w 1155508"/>
              <a:gd name="connsiteY563" fmla="*/ 373741 h 740098"/>
              <a:gd name="connsiteX564" fmla="*/ 652359 w 1155508"/>
              <a:gd name="connsiteY564" fmla="*/ 373845 h 740098"/>
              <a:gd name="connsiteX565" fmla="*/ 653517 w 1155508"/>
              <a:gd name="connsiteY565" fmla="*/ 373952 h 740098"/>
              <a:gd name="connsiteX566" fmla="*/ 654674 w 1155508"/>
              <a:gd name="connsiteY566" fmla="*/ 374061 h 740098"/>
              <a:gd name="connsiteX567" fmla="*/ 655826 w 1155508"/>
              <a:gd name="connsiteY567" fmla="*/ 374172 h 740098"/>
              <a:gd name="connsiteX568" fmla="*/ 656983 w 1155508"/>
              <a:gd name="connsiteY568" fmla="*/ 374286 h 740098"/>
              <a:gd name="connsiteX569" fmla="*/ 658141 w 1155508"/>
              <a:gd name="connsiteY569" fmla="*/ 374402 h 740098"/>
              <a:gd name="connsiteX570" fmla="*/ 659298 w 1155508"/>
              <a:gd name="connsiteY570" fmla="*/ 374521 h 740098"/>
              <a:gd name="connsiteX571" fmla="*/ 660456 w 1155508"/>
              <a:gd name="connsiteY571" fmla="*/ 374642 h 740098"/>
              <a:gd name="connsiteX572" fmla="*/ 661613 w 1155508"/>
              <a:gd name="connsiteY572" fmla="*/ 374765 h 740098"/>
              <a:gd name="connsiteX573" fmla="*/ 662771 w 1155508"/>
              <a:gd name="connsiteY573" fmla="*/ 374891 h 740098"/>
              <a:gd name="connsiteX574" fmla="*/ 663922 w 1155508"/>
              <a:gd name="connsiteY574" fmla="*/ 375020 h 740098"/>
              <a:gd name="connsiteX575" fmla="*/ 665080 w 1155508"/>
              <a:gd name="connsiteY575" fmla="*/ 375152 h 740098"/>
              <a:gd name="connsiteX576" fmla="*/ 666237 w 1155508"/>
              <a:gd name="connsiteY576" fmla="*/ 375285 h 740098"/>
              <a:gd name="connsiteX577" fmla="*/ 667395 w 1155508"/>
              <a:gd name="connsiteY577" fmla="*/ 375422 h 740098"/>
              <a:gd name="connsiteX578" fmla="*/ 668552 w 1155508"/>
              <a:gd name="connsiteY578" fmla="*/ 375561 h 740098"/>
              <a:gd name="connsiteX579" fmla="*/ 669710 w 1155508"/>
              <a:gd name="connsiteY579" fmla="*/ 375704 h 740098"/>
              <a:gd name="connsiteX580" fmla="*/ 670867 w 1155508"/>
              <a:gd name="connsiteY580" fmla="*/ 375848 h 740098"/>
              <a:gd name="connsiteX581" fmla="*/ 672019 w 1155508"/>
              <a:gd name="connsiteY581" fmla="*/ 375997 h 740098"/>
              <a:gd name="connsiteX582" fmla="*/ 673176 w 1155508"/>
              <a:gd name="connsiteY582" fmla="*/ 376147 h 740098"/>
              <a:gd name="connsiteX583" fmla="*/ 674334 w 1155508"/>
              <a:gd name="connsiteY583" fmla="*/ 376301 h 740098"/>
              <a:gd name="connsiteX584" fmla="*/ 675491 w 1155508"/>
              <a:gd name="connsiteY584" fmla="*/ 376458 h 740098"/>
              <a:gd name="connsiteX585" fmla="*/ 676649 w 1155508"/>
              <a:gd name="connsiteY585" fmla="*/ 376617 h 740098"/>
              <a:gd name="connsiteX586" fmla="*/ 677806 w 1155508"/>
              <a:gd name="connsiteY586" fmla="*/ 376780 h 740098"/>
              <a:gd name="connsiteX587" fmla="*/ 678964 w 1155508"/>
              <a:gd name="connsiteY587" fmla="*/ 376946 h 740098"/>
              <a:gd name="connsiteX588" fmla="*/ 680115 w 1155508"/>
              <a:gd name="connsiteY588" fmla="*/ 377115 h 740098"/>
              <a:gd name="connsiteX589" fmla="*/ 681273 w 1155508"/>
              <a:gd name="connsiteY589" fmla="*/ 377287 h 740098"/>
              <a:gd name="connsiteX590" fmla="*/ 682430 w 1155508"/>
              <a:gd name="connsiteY590" fmla="*/ 377462 h 740098"/>
              <a:gd name="connsiteX591" fmla="*/ 683588 w 1155508"/>
              <a:gd name="connsiteY591" fmla="*/ 377641 h 740098"/>
              <a:gd name="connsiteX592" fmla="*/ 684745 w 1155508"/>
              <a:gd name="connsiteY592" fmla="*/ 377823 h 740098"/>
              <a:gd name="connsiteX593" fmla="*/ 685903 w 1155508"/>
              <a:gd name="connsiteY593" fmla="*/ 378008 h 740098"/>
              <a:gd name="connsiteX594" fmla="*/ 687060 w 1155508"/>
              <a:gd name="connsiteY594" fmla="*/ 378196 h 740098"/>
              <a:gd name="connsiteX595" fmla="*/ 688218 w 1155508"/>
              <a:gd name="connsiteY595" fmla="*/ 378388 h 740098"/>
              <a:gd name="connsiteX596" fmla="*/ 689369 w 1155508"/>
              <a:gd name="connsiteY596" fmla="*/ 378584 h 740098"/>
              <a:gd name="connsiteX597" fmla="*/ 690527 w 1155508"/>
              <a:gd name="connsiteY597" fmla="*/ 378782 h 740098"/>
              <a:gd name="connsiteX598" fmla="*/ 691684 w 1155508"/>
              <a:gd name="connsiteY598" fmla="*/ 378985 h 740098"/>
              <a:gd name="connsiteX599" fmla="*/ 692842 w 1155508"/>
              <a:gd name="connsiteY599" fmla="*/ 379190 h 740098"/>
              <a:gd name="connsiteX600" fmla="*/ 693999 w 1155508"/>
              <a:gd name="connsiteY600" fmla="*/ 379400 h 740098"/>
              <a:gd name="connsiteX601" fmla="*/ 695157 w 1155508"/>
              <a:gd name="connsiteY601" fmla="*/ 379613 h 740098"/>
              <a:gd name="connsiteX602" fmla="*/ 696314 w 1155508"/>
              <a:gd name="connsiteY602" fmla="*/ 379829 h 740098"/>
              <a:gd name="connsiteX603" fmla="*/ 697466 w 1155508"/>
              <a:gd name="connsiteY603" fmla="*/ 380050 h 740098"/>
              <a:gd name="connsiteX604" fmla="*/ 698623 w 1155508"/>
              <a:gd name="connsiteY604" fmla="*/ 380274 h 740098"/>
              <a:gd name="connsiteX605" fmla="*/ 699781 w 1155508"/>
              <a:gd name="connsiteY605" fmla="*/ 380501 h 740098"/>
              <a:gd name="connsiteX606" fmla="*/ 700938 w 1155508"/>
              <a:gd name="connsiteY606" fmla="*/ 380733 h 740098"/>
              <a:gd name="connsiteX607" fmla="*/ 702096 w 1155508"/>
              <a:gd name="connsiteY607" fmla="*/ 380968 h 740098"/>
              <a:gd name="connsiteX608" fmla="*/ 703253 w 1155508"/>
              <a:gd name="connsiteY608" fmla="*/ 381207 h 740098"/>
              <a:gd name="connsiteX609" fmla="*/ 704411 w 1155508"/>
              <a:gd name="connsiteY609" fmla="*/ 381450 h 740098"/>
              <a:gd name="connsiteX610" fmla="*/ 705563 w 1155508"/>
              <a:gd name="connsiteY610" fmla="*/ 381697 h 740098"/>
              <a:gd name="connsiteX611" fmla="*/ 706720 w 1155508"/>
              <a:gd name="connsiteY611" fmla="*/ 381948 h 740098"/>
              <a:gd name="connsiteX612" fmla="*/ 707877 w 1155508"/>
              <a:gd name="connsiteY612" fmla="*/ 382202 h 740098"/>
              <a:gd name="connsiteX613" fmla="*/ 709035 w 1155508"/>
              <a:gd name="connsiteY613" fmla="*/ 382461 h 740098"/>
              <a:gd name="connsiteX614" fmla="*/ 710192 w 1155508"/>
              <a:gd name="connsiteY614" fmla="*/ 382724 h 740098"/>
              <a:gd name="connsiteX615" fmla="*/ 711350 w 1155508"/>
              <a:gd name="connsiteY615" fmla="*/ 382990 h 740098"/>
              <a:gd name="connsiteX616" fmla="*/ 712508 w 1155508"/>
              <a:gd name="connsiteY616" fmla="*/ 383261 h 740098"/>
              <a:gd name="connsiteX617" fmla="*/ 713659 w 1155508"/>
              <a:gd name="connsiteY617" fmla="*/ 383536 h 740098"/>
              <a:gd name="connsiteX618" fmla="*/ 714817 w 1155508"/>
              <a:gd name="connsiteY618" fmla="*/ 383814 h 740098"/>
              <a:gd name="connsiteX619" fmla="*/ 715974 w 1155508"/>
              <a:gd name="connsiteY619" fmla="*/ 384098 h 740098"/>
              <a:gd name="connsiteX620" fmla="*/ 717132 w 1155508"/>
              <a:gd name="connsiteY620" fmla="*/ 384385 h 740098"/>
              <a:gd name="connsiteX621" fmla="*/ 718289 w 1155508"/>
              <a:gd name="connsiteY621" fmla="*/ 384677 h 740098"/>
              <a:gd name="connsiteX622" fmla="*/ 719447 w 1155508"/>
              <a:gd name="connsiteY622" fmla="*/ 384973 h 740098"/>
              <a:gd name="connsiteX623" fmla="*/ 720604 w 1155508"/>
              <a:gd name="connsiteY623" fmla="*/ 385273 h 740098"/>
              <a:gd name="connsiteX624" fmla="*/ 721756 w 1155508"/>
              <a:gd name="connsiteY624" fmla="*/ 385577 h 740098"/>
              <a:gd name="connsiteX625" fmla="*/ 722913 w 1155508"/>
              <a:gd name="connsiteY625" fmla="*/ 385886 h 740098"/>
              <a:gd name="connsiteX626" fmla="*/ 724071 w 1155508"/>
              <a:gd name="connsiteY626" fmla="*/ 386198 h 740098"/>
              <a:gd name="connsiteX627" fmla="*/ 725228 w 1155508"/>
              <a:gd name="connsiteY627" fmla="*/ 386516 h 740098"/>
              <a:gd name="connsiteX628" fmla="*/ 726386 w 1155508"/>
              <a:gd name="connsiteY628" fmla="*/ 386837 h 740098"/>
              <a:gd name="connsiteX629" fmla="*/ 727543 w 1155508"/>
              <a:gd name="connsiteY629" fmla="*/ 387163 h 740098"/>
              <a:gd name="connsiteX630" fmla="*/ 728701 w 1155508"/>
              <a:gd name="connsiteY630" fmla="*/ 387494 h 740098"/>
              <a:gd name="connsiteX631" fmla="*/ 729852 w 1155508"/>
              <a:gd name="connsiteY631" fmla="*/ 387829 h 740098"/>
              <a:gd name="connsiteX632" fmla="*/ 731010 w 1155508"/>
              <a:gd name="connsiteY632" fmla="*/ 388168 h 740098"/>
              <a:gd name="connsiteX633" fmla="*/ 732167 w 1155508"/>
              <a:gd name="connsiteY633" fmla="*/ 388512 h 740098"/>
              <a:gd name="connsiteX634" fmla="*/ 733325 w 1155508"/>
              <a:gd name="connsiteY634" fmla="*/ 388860 h 740098"/>
              <a:gd name="connsiteX635" fmla="*/ 734482 w 1155508"/>
              <a:gd name="connsiteY635" fmla="*/ 389213 h 740098"/>
              <a:gd name="connsiteX636" fmla="*/ 735640 w 1155508"/>
              <a:gd name="connsiteY636" fmla="*/ 389570 h 740098"/>
              <a:gd name="connsiteX637" fmla="*/ 736797 w 1155508"/>
              <a:gd name="connsiteY637" fmla="*/ 389932 h 740098"/>
              <a:gd name="connsiteX638" fmla="*/ 737949 w 1155508"/>
              <a:gd name="connsiteY638" fmla="*/ 390299 h 740098"/>
              <a:gd name="connsiteX639" fmla="*/ 739106 w 1155508"/>
              <a:gd name="connsiteY639" fmla="*/ 390670 h 740098"/>
              <a:gd name="connsiteX640" fmla="*/ 740264 w 1155508"/>
              <a:gd name="connsiteY640" fmla="*/ 391045 h 740098"/>
              <a:gd name="connsiteX641" fmla="*/ 741421 w 1155508"/>
              <a:gd name="connsiteY641" fmla="*/ 391426 h 740098"/>
              <a:gd name="connsiteX642" fmla="*/ 742579 w 1155508"/>
              <a:gd name="connsiteY642" fmla="*/ 391811 h 740098"/>
              <a:gd name="connsiteX643" fmla="*/ 743736 w 1155508"/>
              <a:gd name="connsiteY643" fmla="*/ 392200 h 740098"/>
              <a:gd name="connsiteX644" fmla="*/ 744894 w 1155508"/>
              <a:gd name="connsiteY644" fmla="*/ 392594 h 740098"/>
              <a:gd name="connsiteX645" fmla="*/ 746045 w 1155508"/>
              <a:gd name="connsiteY645" fmla="*/ 392994 h 740098"/>
              <a:gd name="connsiteX646" fmla="*/ 747203 w 1155508"/>
              <a:gd name="connsiteY646" fmla="*/ 393397 h 740098"/>
              <a:gd name="connsiteX647" fmla="*/ 748360 w 1155508"/>
              <a:gd name="connsiteY647" fmla="*/ 393806 h 740098"/>
              <a:gd name="connsiteX648" fmla="*/ 749518 w 1155508"/>
              <a:gd name="connsiteY648" fmla="*/ 394218 h 740098"/>
              <a:gd name="connsiteX649" fmla="*/ 750675 w 1155508"/>
              <a:gd name="connsiteY649" fmla="*/ 394636 h 740098"/>
              <a:gd name="connsiteX650" fmla="*/ 751833 w 1155508"/>
              <a:gd name="connsiteY650" fmla="*/ 395059 h 740098"/>
              <a:gd name="connsiteX651" fmla="*/ 752990 w 1155508"/>
              <a:gd name="connsiteY651" fmla="*/ 395486 h 740098"/>
              <a:gd name="connsiteX652" fmla="*/ 754142 w 1155508"/>
              <a:gd name="connsiteY652" fmla="*/ 395917 h 740098"/>
              <a:gd name="connsiteX653" fmla="*/ 755299 w 1155508"/>
              <a:gd name="connsiteY653" fmla="*/ 396354 h 740098"/>
              <a:gd name="connsiteX654" fmla="*/ 756457 w 1155508"/>
              <a:gd name="connsiteY654" fmla="*/ 396796 h 740098"/>
              <a:gd name="connsiteX655" fmla="*/ 757614 w 1155508"/>
              <a:gd name="connsiteY655" fmla="*/ 397242 h 740098"/>
              <a:gd name="connsiteX656" fmla="*/ 758772 w 1155508"/>
              <a:gd name="connsiteY656" fmla="*/ 397693 h 740098"/>
              <a:gd name="connsiteX657" fmla="*/ 759929 w 1155508"/>
              <a:gd name="connsiteY657" fmla="*/ 398149 h 740098"/>
              <a:gd name="connsiteX658" fmla="*/ 761087 w 1155508"/>
              <a:gd name="connsiteY658" fmla="*/ 398609 h 740098"/>
              <a:gd name="connsiteX659" fmla="*/ 762244 w 1155508"/>
              <a:gd name="connsiteY659" fmla="*/ 399075 h 740098"/>
              <a:gd name="connsiteX660" fmla="*/ 763396 w 1155508"/>
              <a:gd name="connsiteY660" fmla="*/ 399545 h 740098"/>
              <a:gd name="connsiteX661" fmla="*/ 764553 w 1155508"/>
              <a:gd name="connsiteY661" fmla="*/ 400020 h 740098"/>
              <a:gd name="connsiteX662" fmla="*/ 765711 w 1155508"/>
              <a:gd name="connsiteY662" fmla="*/ 400500 h 740098"/>
              <a:gd name="connsiteX663" fmla="*/ 766868 w 1155508"/>
              <a:gd name="connsiteY663" fmla="*/ 400984 h 740098"/>
              <a:gd name="connsiteX664" fmla="*/ 768026 w 1155508"/>
              <a:gd name="connsiteY664" fmla="*/ 401473 h 740098"/>
              <a:gd name="connsiteX665" fmla="*/ 769183 w 1155508"/>
              <a:gd name="connsiteY665" fmla="*/ 401968 h 740098"/>
              <a:gd name="connsiteX666" fmla="*/ 770341 w 1155508"/>
              <a:gd name="connsiteY666" fmla="*/ 402467 h 740098"/>
              <a:gd name="connsiteX667" fmla="*/ 771492 w 1155508"/>
              <a:gd name="connsiteY667" fmla="*/ 402970 h 740098"/>
              <a:gd name="connsiteX668" fmla="*/ 772650 w 1155508"/>
              <a:gd name="connsiteY668" fmla="*/ 403479 h 740098"/>
              <a:gd name="connsiteX669" fmla="*/ 773807 w 1155508"/>
              <a:gd name="connsiteY669" fmla="*/ 403993 h 740098"/>
              <a:gd name="connsiteX670" fmla="*/ 774965 w 1155508"/>
              <a:gd name="connsiteY670" fmla="*/ 404511 h 740098"/>
              <a:gd name="connsiteX671" fmla="*/ 776122 w 1155508"/>
              <a:gd name="connsiteY671" fmla="*/ 405034 h 740098"/>
              <a:gd name="connsiteX672" fmla="*/ 777280 w 1155508"/>
              <a:gd name="connsiteY672" fmla="*/ 405561 h 740098"/>
              <a:gd name="connsiteX673" fmla="*/ 778437 w 1155508"/>
              <a:gd name="connsiteY673" fmla="*/ 406094 h 740098"/>
              <a:gd name="connsiteX674" fmla="*/ 779589 w 1155508"/>
              <a:gd name="connsiteY674" fmla="*/ 406631 h 740098"/>
              <a:gd name="connsiteX675" fmla="*/ 780746 w 1155508"/>
              <a:gd name="connsiteY675" fmla="*/ 407173 h 740098"/>
              <a:gd name="connsiteX676" fmla="*/ 781904 w 1155508"/>
              <a:gd name="connsiteY676" fmla="*/ 407721 h 740098"/>
              <a:gd name="connsiteX677" fmla="*/ 783061 w 1155508"/>
              <a:gd name="connsiteY677" fmla="*/ 408272 h 740098"/>
              <a:gd name="connsiteX678" fmla="*/ 784219 w 1155508"/>
              <a:gd name="connsiteY678" fmla="*/ 408829 h 740098"/>
              <a:gd name="connsiteX679" fmla="*/ 785377 w 1155508"/>
              <a:gd name="connsiteY679" fmla="*/ 409390 h 740098"/>
              <a:gd name="connsiteX680" fmla="*/ 786534 w 1155508"/>
              <a:gd name="connsiteY680" fmla="*/ 409956 h 740098"/>
              <a:gd name="connsiteX681" fmla="*/ 787686 w 1155508"/>
              <a:gd name="connsiteY681" fmla="*/ 410527 h 740098"/>
              <a:gd name="connsiteX682" fmla="*/ 788843 w 1155508"/>
              <a:gd name="connsiteY682" fmla="*/ 411103 h 740098"/>
              <a:gd name="connsiteX683" fmla="*/ 790001 w 1155508"/>
              <a:gd name="connsiteY683" fmla="*/ 411683 h 740098"/>
              <a:gd name="connsiteX684" fmla="*/ 791158 w 1155508"/>
              <a:gd name="connsiteY684" fmla="*/ 412268 h 740098"/>
              <a:gd name="connsiteX685" fmla="*/ 792316 w 1155508"/>
              <a:gd name="connsiteY685" fmla="*/ 412858 h 740098"/>
              <a:gd name="connsiteX686" fmla="*/ 793473 w 1155508"/>
              <a:gd name="connsiteY686" fmla="*/ 413452 h 740098"/>
              <a:gd name="connsiteX687" fmla="*/ 794631 w 1155508"/>
              <a:gd name="connsiteY687" fmla="*/ 414052 h 740098"/>
              <a:gd name="connsiteX688" fmla="*/ 795782 w 1155508"/>
              <a:gd name="connsiteY688" fmla="*/ 414656 h 740098"/>
              <a:gd name="connsiteX689" fmla="*/ 796940 w 1155508"/>
              <a:gd name="connsiteY689" fmla="*/ 415264 h 740098"/>
              <a:gd name="connsiteX690" fmla="*/ 798097 w 1155508"/>
              <a:gd name="connsiteY690" fmla="*/ 415878 h 740098"/>
              <a:gd name="connsiteX691" fmla="*/ 799255 w 1155508"/>
              <a:gd name="connsiteY691" fmla="*/ 416495 h 740098"/>
              <a:gd name="connsiteX692" fmla="*/ 800412 w 1155508"/>
              <a:gd name="connsiteY692" fmla="*/ 417118 h 740098"/>
              <a:gd name="connsiteX693" fmla="*/ 801570 w 1155508"/>
              <a:gd name="connsiteY693" fmla="*/ 417745 h 740098"/>
              <a:gd name="connsiteX694" fmla="*/ 802727 w 1155508"/>
              <a:gd name="connsiteY694" fmla="*/ 418377 h 740098"/>
              <a:gd name="connsiteX695" fmla="*/ 803879 w 1155508"/>
              <a:gd name="connsiteY695" fmla="*/ 419014 h 740098"/>
              <a:gd name="connsiteX696" fmla="*/ 805036 w 1155508"/>
              <a:gd name="connsiteY696" fmla="*/ 419654 h 740098"/>
              <a:gd name="connsiteX697" fmla="*/ 806194 w 1155508"/>
              <a:gd name="connsiteY697" fmla="*/ 420300 h 740098"/>
              <a:gd name="connsiteX698" fmla="*/ 807351 w 1155508"/>
              <a:gd name="connsiteY698" fmla="*/ 420951 h 740098"/>
              <a:gd name="connsiteX699" fmla="*/ 808509 w 1155508"/>
              <a:gd name="connsiteY699" fmla="*/ 421605 h 740098"/>
              <a:gd name="connsiteX700" fmla="*/ 809666 w 1155508"/>
              <a:gd name="connsiteY700" fmla="*/ 422265 h 740098"/>
              <a:gd name="connsiteX701" fmla="*/ 810824 w 1155508"/>
              <a:gd name="connsiteY701" fmla="*/ 422928 h 740098"/>
              <a:gd name="connsiteX702" fmla="*/ 811975 w 1155508"/>
              <a:gd name="connsiteY702" fmla="*/ 423597 h 740098"/>
              <a:gd name="connsiteX703" fmla="*/ 813133 w 1155508"/>
              <a:gd name="connsiteY703" fmla="*/ 424270 h 740098"/>
              <a:gd name="connsiteX704" fmla="*/ 814290 w 1155508"/>
              <a:gd name="connsiteY704" fmla="*/ 424947 h 740098"/>
              <a:gd name="connsiteX705" fmla="*/ 815448 w 1155508"/>
              <a:gd name="connsiteY705" fmla="*/ 425629 h 740098"/>
              <a:gd name="connsiteX706" fmla="*/ 816605 w 1155508"/>
              <a:gd name="connsiteY706" fmla="*/ 426315 h 740098"/>
              <a:gd name="connsiteX707" fmla="*/ 817763 w 1155508"/>
              <a:gd name="connsiteY707" fmla="*/ 427006 h 740098"/>
              <a:gd name="connsiteX708" fmla="*/ 818920 w 1155508"/>
              <a:gd name="connsiteY708" fmla="*/ 427701 h 740098"/>
              <a:gd name="connsiteX709" fmla="*/ 820072 w 1155508"/>
              <a:gd name="connsiteY709" fmla="*/ 428400 h 740098"/>
              <a:gd name="connsiteX710" fmla="*/ 821229 w 1155508"/>
              <a:gd name="connsiteY710" fmla="*/ 429104 h 740098"/>
              <a:gd name="connsiteX711" fmla="*/ 822387 w 1155508"/>
              <a:gd name="connsiteY711" fmla="*/ 429812 h 740098"/>
              <a:gd name="connsiteX712" fmla="*/ 823544 w 1155508"/>
              <a:gd name="connsiteY712" fmla="*/ 430525 h 740098"/>
              <a:gd name="connsiteX713" fmla="*/ 824702 w 1155508"/>
              <a:gd name="connsiteY713" fmla="*/ 431242 h 740098"/>
              <a:gd name="connsiteX714" fmla="*/ 825859 w 1155508"/>
              <a:gd name="connsiteY714" fmla="*/ 431963 h 740098"/>
              <a:gd name="connsiteX715" fmla="*/ 827017 w 1155508"/>
              <a:gd name="connsiteY715" fmla="*/ 432689 h 740098"/>
              <a:gd name="connsiteX716" fmla="*/ 828168 w 1155508"/>
              <a:gd name="connsiteY716" fmla="*/ 433419 h 740098"/>
              <a:gd name="connsiteX717" fmla="*/ 829326 w 1155508"/>
              <a:gd name="connsiteY717" fmla="*/ 434153 h 740098"/>
              <a:gd name="connsiteX718" fmla="*/ 830483 w 1155508"/>
              <a:gd name="connsiteY718" fmla="*/ 434891 h 740098"/>
              <a:gd name="connsiteX719" fmla="*/ 831641 w 1155508"/>
              <a:gd name="connsiteY719" fmla="*/ 435634 h 740098"/>
              <a:gd name="connsiteX720" fmla="*/ 832798 w 1155508"/>
              <a:gd name="connsiteY720" fmla="*/ 436381 h 740098"/>
              <a:gd name="connsiteX721" fmla="*/ 833956 w 1155508"/>
              <a:gd name="connsiteY721" fmla="*/ 437131 h 740098"/>
              <a:gd name="connsiteX722" fmla="*/ 835113 w 1155508"/>
              <a:gd name="connsiteY722" fmla="*/ 437887 h 740098"/>
              <a:gd name="connsiteX723" fmla="*/ 836271 w 1155508"/>
              <a:gd name="connsiteY723" fmla="*/ 438645 h 740098"/>
              <a:gd name="connsiteX724" fmla="*/ 837422 w 1155508"/>
              <a:gd name="connsiteY724" fmla="*/ 439409 h 740098"/>
              <a:gd name="connsiteX725" fmla="*/ 838580 w 1155508"/>
              <a:gd name="connsiteY725" fmla="*/ 440176 h 740098"/>
              <a:gd name="connsiteX726" fmla="*/ 839737 w 1155508"/>
              <a:gd name="connsiteY726" fmla="*/ 440948 h 740098"/>
              <a:gd name="connsiteX727" fmla="*/ 840895 w 1155508"/>
              <a:gd name="connsiteY727" fmla="*/ 441723 h 740098"/>
              <a:gd name="connsiteX728" fmla="*/ 842052 w 1155508"/>
              <a:gd name="connsiteY728" fmla="*/ 442503 h 740098"/>
              <a:gd name="connsiteX729" fmla="*/ 843210 w 1155508"/>
              <a:gd name="connsiteY729" fmla="*/ 443287 h 740098"/>
              <a:gd name="connsiteX730" fmla="*/ 844367 w 1155508"/>
              <a:gd name="connsiteY730" fmla="*/ 444074 h 740098"/>
              <a:gd name="connsiteX731" fmla="*/ 845519 w 1155508"/>
              <a:gd name="connsiteY731" fmla="*/ 444866 h 740098"/>
              <a:gd name="connsiteX732" fmla="*/ 846676 w 1155508"/>
              <a:gd name="connsiteY732" fmla="*/ 445661 h 740098"/>
              <a:gd name="connsiteX733" fmla="*/ 847834 w 1155508"/>
              <a:gd name="connsiteY733" fmla="*/ 446460 h 740098"/>
              <a:gd name="connsiteX734" fmla="*/ 848991 w 1155508"/>
              <a:gd name="connsiteY734" fmla="*/ 447264 h 740098"/>
              <a:gd name="connsiteX735" fmla="*/ 850149 w 1155508"/>
              <a:gd name="connsiteY735" fmla="*/ 448071 h 740098"/>
              <a:gd name="connsiteX736" fmla="*/ 851306 w 1155508"/>
              <a:gd name="connsiteY736" fmla="*/ 448882 h 740098"/>
              <a:gd name="connsiteX737" fmla="*/ 852464 w 1155508"/>
              <a:gd name="connsiteY737" fmla="*/ 449697 h 740098"/>
              <a:gd name="connsiteX738" fmla="*/ 853615 w 1155508"/>
              <a:gd name="connsiteY738" fmla="*/ 450516 h 740098"/>
              <a:gd name="connsiteX739" fmla="*/ 854773 w 1155508"/>
              <a:gd name="connsiteY739" fmla="*/ 451338 h 740098"/>
              <a:gd name="connsiteX740" fmla="*/ 855930 w 1155508"/>
              <a:gd name="connsiteY740" fmla="*/ 452165 h 740098"/>
              <a:gd name="connsiteX741" fmla="*/ 857088 w 1155508"/>
              <a:gd name="connsiteY741" fmla="*/ 452995 h 740098"/>
              <a:gd name="connsiteX742" fmla="*/ 858245 w 1155508"/>
              <a:gd name="connsiteY742" fmla="*/ 453829 h 740098"/>
              <a:gd name="connsiteX743" fmla="*/ 859403 w 1155508"/>
              <a:gd name="connsiteY743" fmla="*/ 454666 h 740098"/>
              <a:gd name="connsiteX744" fmla="*/ 860560 w 1155508"/>
              <a:gd name="connsiteY744" fmla="*/ 455507 h 740098"/>
              <a:gd name="connsiteX745" fmla="*/ 861712 w 1155508"/>
              <a:gd name="connsiteY745" fmla="*/ 456352 h 740098"/>
              <a:gd name="connsiteX746" fmla="*/ 862870 w 1155508"/>
              <a:gd name="connsiteY746" fmla="*/ 457200 h 740098"/>
              <a:gd name="connsiteX747" fmla="*/ 864027 w 1155508"/>
              <a:gd name="connsiteY747" fmla="*/ 458052 h 740098"/>
              <a:gd name="connsiteX748" fmla="*/ 865184 w 1155508"/>
              <a:gd name="connsiteY748" fmla="*/ 458908 h 740098"/>
              <a:gd name="connsiteX749" fmla="*/ 866342 w 1155508"/>
              <a:gd name="connsiteY749" fmla="*/ 459767 h 740098"/>
              <a:gd name="connsiteX750" fmla="*/ 867500 w 1155508"/>
              <a:gd name="connsiteY750" fmla="*/ 460630 h 740098"/>
              <a:gd name="connsiteX751" fmla="*/ 868657 w 1155508"/>
              <a:gd name="connsiteY751" fmla="*/ 461497 h 740098"/>
              <a:gd name="connsiteX752" fmla="*/ 869809 w 1155508"/>
              <a:gd name="connsiteY752" fmla="*/ 462366 h 740098"/>
              <a:gd name="connsiteX753" fmla="*/ 870966 w 1155508"/>
              <a:gd name="connsiteY753" fmla="*/ 463240 h 740098"/>
              <a:gd name="connsiteX754" fmla="*/ 872124 w 1155508"/>
              <a:gd name="connsiteY754" fmla="*/ 464117 h 740098"/>
              <a:gd name="connsiteX755" fmla="*/ 873281 w 1155508"/>
              <a:gd name="connsiteY755" fmla="*/ 464997 h 740098"/>
              <a:gd name="connsiteX756" fmla="*/ 874439 w 1155508"/>
              <a:gd name="connsiteY756" fmla="*/ 465881 h 740098"/>
              <a:gd name="connsiteX757" fmla="*/ 875596 w 1155508"/>
              <a:gd name="connsiteY757" fmla="*/ 466768 h 740098"/>
              <a:gd name="connsiteX758" fmla="*/ 876754 w 1155508"/>
              <a:gd name="connsiteY758" fmla="*/ 467658 h 740098"/>
              <a:gd name="connsiteX759" fmla="*/ 877905 w 1155508"/>
              <a:gd name="connsiteY759" fmla="*/ 468552 h 740098"/>
              <a:gd name="connsiteX760" fmla="*/ 879063 w 1155508"/>
              <a:gd name="connsiteY760" fmla="*/ 469449 h 740098"/>
              <a:gd name="connsiteX761" fmla="*/ 880220 w 1155508"/>
              <a:gd name="connsiteY761" fmla="*/ 470350 h 740098"/>
              <a:gd name="connsiteX762" fmla="*/ 881378 w 1155508"/>
              <a:gd name="connsiteY762" fmla="*/ 471253 h 740098"/>
              <a:gd name="connsiteX763" fmla="*/ 882535 w 1155508"/>
              <a:gd name="connsiteY763" fmla="*/ 472160 h 740098"/>
              <a:gd name="connsiteX764" fmla="*/ 883693 w 1155508"/>
              <a:gd name="connsiteY764" fmla="*/ 473070 h 740098"/>
              <a:gd name="connsiteX765" fmla="*/ 884850 w 1155508"/>
              <a:gd name="connsiteY765" fmla="*/ 473983 h 740098"/>
              <a:gd name="connsiteX766" fmla="*/ 886002 w 1155508"/>
              <a:gd name="connsiteY766" fmla="*/ 474900 h 740098"/>
              <a:gd name="connsiteX767" fmla="*/ 887159 w 1155508"/>
              <a:gd name="connsiteY767" fmla="*/ 475820 h 740098"/>
              <a:gd name="connsiteX768" fmla="*/ 888317 w 1155508"/>
              <a:gd name="connsiteY768" fmla="*/ 476743 h 740098"/>
              <a:gd name="connsiteX769" fmla="*/ 889474 w 1155508"/>
              <a:gd name="connsiteY769" fmla="*/ 477669 h 740098"/>
              <a:gd name="connsiteX770" fmla="*/ 890632 w 1155508"/>
              <a:gd name="connsiteY770" fmla="*/ 478598 h 740098"/>
              <a:gd name="connsiteX771" fmla="*/ 891789 w 1155508"/>
              <a:gd name="connsiteY771" fmla="*/ 479530 h 740098"/>
              <a:gd name="connsiteX772" fmla="*/ 892947 w 1155508"/>
              <a:gd name="connsiteY772" fmla="*/ 480465 h 740098"/>
              <a:gd name="connsiteX773" fmla="*/ 894098 w 1155508"/>
              <a:gd name="connsiteY773" fmla="*/ 481404 h 740098"/>
              <a:gd name="connsiteX774" fmla="*/ 895256 w 1155508"/>
              <a:gd name="connsiteY774" fmla="*/ 482345 h 740098"/>
              <a:gd name="connsiteX775" fmla="*/ 896413 w 1155508"/>
              <a:gd name="connsiteY775" fmla="*/ 483289 h 740098"/>
              <a:gd name="connsiteX776" fmla="*/ 897571 w 1155508"/>
              <a:gd name="connsiteY776" fmla="*/ 484237 h 740098"/>
              <a:gd name="connsiteX777" fmla="*/ 898728 w 1155508"/>
              <a:gd name="connsiteY777" fmla="*/ 485187 h 740098"/>
              <a:gd name="connsiteX778" fmla="*/ 899886 w 1155508"/>
              <a:gd name="connsiteY778" fmla="*/ 486140 h 740098"/>
              <a:gd name="connsiteX779" fmla="*/ 901043 w 1155508"/>
              <a:gd name="connsiteY779" fmla="*/ 487097 h 740098"/>
              <a:gd name="connsiteX780" fmla="*/ 902195 w 1155508"/>
              <a:gd name="connsiteY780" fmla="*/ 488056 h 740098"/>
              <a:gd name="connsiteX781" fmla="*/ 903352 w 1155508"/>
              <a:gd name="connsiteY781" fmla="*/ 489017 h 740098"/>
              <a:gd name="connsiteX782" fmla="*/ 904510 w 1155508"/>
              <a:gd name="connsiteY782" fmla="*/ 489982 h 740098"/>
              <a:gd name="connsiteX783" fmla="*/ 905667 w 1155508"/>
              <a:gd name="connsiteY783" fmla="*/ 490949 h 740098"/>
              <a:gd name="connsiteX784" fmla="*/ 906825 w 1155508"/>
              <a:gd name="connsiteY784" fmla="*/ 491920 h 740098"/>
              <a:gd name="connsiteX785" fmla="*/ 907982 w 1155508"/>
              <a:gd name="connsiteY785" fmla="*/ 492893 h 740098"/>
              <a:gd name="connsiteX786" fmla="*/ 909140 w 1155508"/>
              <a:gd name="connsiteY786" fmla="*/ 493869 h 740098"/>
              <a:gd name="connsiteX787" fmla="*/ 910297 w 1155508"/>
              <a:gd name="connsiteY787" fmla="*/ 494848 h 740098"/>
              <a:gd name="connsiteX788" fmla="*/ 911449 w 1155508"/>
              <a:gd name="connsiteY788" fmla="*/ 495829 h 740098"/>
              <a:gd name="connsiteX789" fmla="*/ 912606 w 1155508"/>
              <a:gd name="connsiteY789" fmla="*/ 496813 h 740098"/>
              <a:gd name="connsiteX790" fmla="*/ 913764 w 1155508"/>
              <a:gd name="connsiteY790" fmla="*/ 497800 h 740098"/>
              <a:gd name="connsiteX791" fmla="*/ 914921 w 1155508"/>
              <a:gd name="connsiteY791" fmla="*/ 498789 h 740098"/>
              <a:gd name="connsiteX792" fmla="*/ 916079 w 1155508"/>
              <a:gd name="connsiteY792" fmla="*/ 499781 h 740098"/>
              <a:gd name="connsiteX793" fmla="*/ 917236 w 1155508"/>
              <a:gd name="connsiteY793" fmla="*/ 500776 h 740098"/>
              <a:gd name="connsiteX794" fmla="*/ 918394 w 1155508"/>
              <a:gd name="connsiteY794" fmla="*/ 501773 h 740098"/>
              <a:gd name="connsiteX795" fmla="*/ 919545 w 1155508"/>
              <a:gd name="connsiteY795" fmla="*/ 502773 h 740098"/>
              <a:gd name="connsiteX796" fmla="*/ 920703 w 1155508"/>
              <a:gd name="connsiteY796" fmla="*/ 503776 h 740098"/>
              <a:gd name="connsiteX797" fmla="*/ 921860 w 1155508"/>
              <a:gd name="connsiteY797" fmla="*/ 504781 h 740098"/>
              <a:gd name="connsiteX798" fmla="*/ 923018 w 1155508"/>
              <a:gd name="connsiteY798" fmla="*/ 505788 h 740098"/>
              <a:gd name="connsiteX799" fmla="*/ 924175 w 1155508"/>
              <a:gd name="connsiteY799" fmla="*/ 506798 h 740098"/>
              <a:gd name="connsiteX800" fmla="*/ 925333 w 1155508"/>
              <a:gd name="connsiteY800" fmla="*/ 507810 h 740098"/>
              <a:gd name="connsiteX801" fmla="*/ 926490 w 1155508"/>
              <a:gd name="connsiteY801" fmla="*/ 508826 h 740098"/>
              <a:gd name="connsiteX802" fmla="*/ 927642 w 1155508"/>
              <a:gd name="connsiteY802" fmla="*/ 509843 h 740098"/>
              <a:gd name="connsiteX803" fmla="*/ 928799 w 1155508"/>
              <a:gd name="connsiteY803" fmla="*/ 510863 h 740098"/>
              <a:gd name="connsiteX804" fmla="*/ 929957 w 1155508"/>
              <a:gd name="connsiteY804" fmla="*/ 511885 h 740098"/>
              <a:gd name="connsiteX805" fmla="*/ 931114 w 1155508"/>
              <a:gd name="connsiteY805" fmla="*/ 512910 h 740098"/>
              <a:gd name="connsiteX806" fmla="*/ 932272 w 1155508"/>
              <a:gd name="connsiteY806" fmla="*/ 513937 h 740098"/>
              <a:gd name="connsiteX807" fmla="*/ 933429 w 1155508"/>
              <a:gd name="connsiteY807" fmla="*/ 514966 h 740098"/>
              <a:gd name="connsiteX808" fmla="*/ 934587 w 1155508"/>
              <a:gd name="connsiteY808" fmla="*/ 515998 h 740098"/>
              <a:gd name="connsiteX809" fmla="*/ 935739 w 1155508"/>
              <a:gd name="connsiteY809" fmla="*/ 517031 h 740098"/>
              <a:gd name="connsiteX810" fmla="*/ 936896 w 1155508"/>
              <a:gd name="connsiteY810" fmla="*/ 518068 h 740098"/>
              <a:gd name="connsiteX811" fmla="*/ 938053 w 1155508"/>
              <a:gd name="connsiteY811" fmla="*/ 519107 h 740098"/>
              <a:gd name="connsiteX812" fmla="*/ 939211 w 1155508"/>
              <a:gd name="connsiteY812" fmla="*/ 520147 h 740098"/>
              <a:gd name="connsiteX813" fmla="*/ 940369 w 1155508"/>
              <a:gd name="connsiteY813" fmla="*/ 521191 h 740098"/>
              <a:gd name="connsiteX814" fmla="*/ 941526 w 1155508"/>
              <a:gd name="connsiteY814" fmla="*/ 522236 h 740098"/>
              <a:gd name="connsiteX815" fmla="*/ 942684 w 1155508"/>
              <a:gd name="connsiteY815" fmla="*/ 523283 h 740098"/>
              <a:gd name="connsiteX816" fmla="*/ 943835 w 1155508"/>
              <a:gd name="connsiteY816" fmla="*/ 524333 h 740098"/>
              <a:gd name="connsiteX817" fmla="*/ 944993 w 1155508"/>
              <a:gd name="connsiteY817" fmla="*/ 525385 h 740098"/>
              <a:gd name="connsiteX818" fmla="*/ 946150 w 1155508"/>
              <a:gd name="connsiteY818" fmla="*/ 526439 h 740098"/>
              <a:gd name="connsiteX819" fmla="*/ 947308 w 1155508"/>
              <a:gd name="connsiteY819" fmla="*/ 527495 h 740098"/>
              <a:gd name="connsiteX820" fmla="*/ 948465 w 1155508"/>
              <a:gd name="connsiteY820" fmla="*/ 528553 h 740098"/>
              <a:gd name="connsiteX821" fmla="*/ 949623 w 1155508"/>
              <a:gd name="connsiteY821" fmla="*/ 529614 h 740098"/>
              <a:gd name="connsiteX822" fmla="*/ 950780 w 1155508"/>
              <a:gd name="connsiteY822" fmla="*/ 530676 h 740098"/>
              <a:gd name="connsiteX823" fmla="*/ 951932 w 1155508"/>
              <a:gd name="connsiteY823" fmla="*/ 531740 h 740098"/>
              <a:gd name="connsiteX824" fmla="*/ 953089 w 1155508"/>
              <a:gd name="connsiteY824" fmla="*/ 532808 h 740098"/>
              <a:gd name="connsiteX825" fmla="*/ 954247 w 1155508"/>
              <a:gd name="connsiteY825" fmla="*/ 533876 h 740098"/>
              <a:gd name="connsiteX826" fmla="*/ 955404 w 1155508"/>
              <a:gd name="connsiteY826" fmla="*/ 534947 h 740098"/>
              <a:gd name="connsiteX827" fmla="*/ 956562 w 1155508"/>
              <a:gd name="connsiteY827" fmla="*/ 536019 h 740098"/>
              <a:gd name="connsiteX828" fmla="*/ 957719 w 1155508"/>
              <a:gd name="connsiteY828" fmla="*/ 537094 h 740098"/>
              <a:gd name="connsiteX829" fmla="*/ 958877 w 1155508"/>
              <a:gd name="connsiteY829" fmla="*/ 538170 h 740098"/>
              <a:gd name="connsiteX830" fmla="*/ 960028 w 1155508"/>
              <a:gd name="connsiteY830" fmla="*/ 539249 h 740098"/>
              <a:gd name="connsiteX831" fmla="*/ 961186 w 1155508"/>
              <a:gd name="connsiteY831" fmla="*/ 540330 h 740098"/>
              <a:gd name="connsiteX832" fmla="*/ 962343 w 1155508"/>
              <a:gd name="connsiteY832" fmla="*/ 541411 h 740098"/>
              <a:gd name="connsiteX833" fmla="*/ 963501 w 1155508"/>
              <a:gd name="connsiteY833" fmla="*/ 542498 h 740098"/>
              <a:gd name="connsiteX834" fmla="*/ 964658 w 1155508"/>
              <a:gd name="connsiteY834" fmla="*/ 543585 h 740098"/>
              <a:gd name="connsiteX835" fmla="*/ 965816 w 1155508"/>
              <a:gd name="connsiteY835" fmla="*/ 544671 h 740098"/>
              <a:gd name="connsiteX836" fmla="*/ 966973 w 1155508"/>
              <a:gd name="connsiteY836" fmla="*/ 545758 h 740098"/>
              <a:gd name="connsiteX837" fmla="*/ 968125 w 1155508"/>
              <a:gd name="connsiteY837" fmla="*/ 546850 h 740098"/>
              <a:gd name="connsiteX838" fmla="*/ 969282 w 1155508"/>
              <a:gd name="connsiteY838" fmla="*/ 547949 h 740098"/>
              <a:gd name="connsiteX839" fmla="*/ 970440 w 1155508"/>
              <a:gd name="connsiteY839" fmla="*/ 549041 h 740098"/>
              <a:gd name="connsiteX840" fmla="*/ 971597 w 1155508"/>
              <a:gd name="connsiteY840" fmla="*/ 550140 h 740098"/>
              <a:gd name="connsiteX841" fmla="*/ 972755 w 1155508"/>
              <a:gd name="connsiteY841" fmla="*/ 551238 h 740098"/>
              <a:gd name="connsiteX842" fmla="*/ 973912 w 1155508"/>
              <a:gd name="connsiteY842" fmla="*/ 552337 h 740098"/>
              <a:gd name="connsiteX843" fmla="*/ 975070 w 1155508"/>
              <a:gd name="connsiteY843" fmla="*/ 553441 h 740098"/>
              <a:gd name="connsiteX844" fmla="*/ 976221 w 1155508"/>
              <a:gd name="connsiteY844" fmla="*/ 554545 h 740098"/>
              <a:gd name="connsiteX845" fmla="*/ 977379 w 1155508"/>
              <a:gd name="connsiteY845" fmla="*/ 555650 h 740098"/>
              <a:gd name="connsiteX846" fmla="*/ 978536 w 1155508"/>
              <a:gd name="connsiteY846" fmla="*/ 556760 h 740098"/>
              <a:gd name="connsiteX847" fmla="*/ 979694 w 1155508"/>
              <a:gd name="connsiteY847" fmla="*/ 557870 h 740098"/>
              <a:gd name="connsiteX848" fmla="*/ 980851 w 1155508"/>
              <a:gd name="connsiteY848" fmla="*/ 558981 h 740098"/>
              <a:gd name="connsiteX849" fmla="*/ 982009 w 1155508"/>
              <a:gd name="connsiteY849" fmla="*/ 560091 h 740098"/>
              <a:gd name="connsiteX850" fmla="*/ 983166 w 1155508"/>
              <a:gd name="connsiteY850" fmla="*/ 561207 h 740098"/>
              <a:gd name="connsiteX851" fmla="*/ 984324 w 1155508"/>
              <a:gd name="connsiteY851" fmla="*/ 562323 h 740098"/>
              <a:gd name="connsiteX852" fmla="*/ 985475 w 1155508"/>
              <a:gd name="connsiteY852" fmla="*/ 563439 h 740098"/>
              <a:gd name="connsiteX853" fmla="*/ 986633 w 1155508"/>
              <a:gd name="connsiteY853" fmla="*/ 564561 h 740098"/>
              <a:gd name="connsiteX854" fmla="*/ 987790 w 1155508"/>
              <a:gd name="connsiteY854" fmla="*/ 565683 h 740098"/>
              <a:gd name="connsiteX855" fmla="*/ 988948 w 1155508"/>
              <a:gd name="connsiteY855" fmla="*/ 566805 h 740098"/>
              <a:gd name="connsiteX856" fmla="*/ 990105 w 1155508"/>
              <a:gd name="connsiteY856" fmla="*/ 567928 h 740098"/>
              <a:gd name="connsiteX857" fmla="*/ 991263 w 1155508"/>
              <a:gd name="connsiteY857" fmla="*/ 569055 h 740098"/>
              <a:gd name="connsiteX858" fmla="*/ 992420 w 1155508"/>
              <a:gd name="connsiteY858" fmla="*/ 570183 h 740098"/>
              <a:gd name="connsiteX859" fmla="*/ 993572 w 1155508"/>
              <a:gd name="connsiteY859" fmla="*/ 571311 h 740098"/>
              <a:gd name="connsiteX860" fmla="*/ 994729 w 1155508"/>
              <a:gd name="connsiteY860" fmla="*/ 572439 h 740098"/>
              <a:gd name="connsiteX861" fmla="*/ 995887 w 1155508"/>
              <a:gd name="connsiteY861" fmla="*/ 573573 h 740098"/>
              <a:gd name="connsiteX862" fmla="*/ 997044 w 1155508"/>
              <a:gd name="connsiteY862" fmla="*/ 574707 h 740098"/>
              <a:gd name="connsiteX863" fmla="*/ 998202 w 1155508"/>
              <a:gd name="connsiteY863" fmla="*/ 575841 h 740098"/>
              <a:gd name="connsiteX864" fmla="*/ 999359 w 1155508"/>
              <a:gd name="connsiteY864" fmla="*/ 576981 h 740098"/>
              <a:gd name="connsiteX865" fmla="*/ 1000517 w 1155508"/>
              <a:gd name="connsiteY865" fmla="*/ 578115 h 740098"/>
              <a:gd name="connsiteX866" fmla="*/ 1001668 w 1155508"/>
              <a:gd name="connsiteY866" fmla="*/ 579254 h 740098"/>
              <a:gd name="connsiteX867" fmla="*/ 1002826 w 1155508"/>
              <a:gd name="connsiteY867" fmla="*/ 580394 h 740098"/>
              <a:gd name="connsiteX868" fmla="*/ 1003983 w 1155508"/>
              <a:gd name="connsiteY868" fmla="*/ 581540 h 740098"/>
              <a:gd name="connsiteX869" fmla="*/ 1005141 w 1155508"/>
              <a:gd name="connsiteY869" fmla="*/ 582686 h 740098"/>
              <a:gd name="connsiteX870" fmla="*/ 1006298 w 1155508"/>
              <a:gd name="connsiteY870" fmla="*/ 583825 h 740098"/>
              <a:gd name="connsiteX871" fmla="*/ 1007456 w 1155508"/>
              <a:gd name="connsiteY871" fmla="*/ 584977 h 740098"/>
              <a:gd name="connsiteX872" fmla="*/ 1008613 w 1155508"/>
              <a:gd name="connsiteY872" fmla="*/ 586123 h 740098"/>
              <a:gd name="connsiteX873" fmla="*/ 1009765 w 1155508"/>
              <a:gd name="connsiteY873" fmla="*/ 587274 h 740098"/>
              <a:gd name="connsiteX874" fmla="*/ 1010923 w 1155508"/>
              <a:gd name="connsiteY874" fmla="*/ 588420 h 740098"/>
              <a:gd name="connsiteX875" fmla="*/ 1012080 w 1155508"/>
              <a:gd name="connsiteY875" fmla="*/ 589571 h 740098"/>
              <a:gd name="connsiteX876" fmla="*/ 1013237 w 1155508"/>
              <a:gd name="connsiteY876" fmla="*/ 590729 h 740098"/>
              <a:gd name="connsiteX877" fmla="*/ 1014395 w 1155508"/>
              <a:gd name="connsiteY877" fmla="*/ 591881 h 740098"/>
              <a:gd name="connsiteX878" fmla="*/ 1015553 w 1155508"/>
              <a:gd name="connsiteY878" fmla="*/ 593038 h 740098"/>
              <a:gd name="connsiteX879" fmla="*/ 1016710 w 1155508"/>
              <a:gd name="connsiteY879" fmla="*/ 594196 h 740098"/>
              <a:gd name="connsiteX880" fmla="*/ 1017862 w 1155508"/>
              <a:gd name="connsiteY880" fmla="*/ 595353 h 740098"/>
              <a:gd name="connsiteX881" fmla="*/ 1019019 w 1155508"/>
              <a:gd name="connsiteY881" fmla="*/ 596511 h 740098"/>
              <a:gd name="connsiteX882" fmla="*/ 1020177 w 1155508"/>
              <a:gd name="connsiteY882" fmla="*/ 597674 h 740098"/>
              <a:gd name="connsiteX883" fmla="*/ 1021334 w 1155508"/>
              <a:gd name="connsiteY883" fmla="*/ 598837 h 740098"/>
              <a:gd name="connsiteX884" fmla="*/ 1022492 w 1155508"/>
              <a:gd name="connsiteY884" fmla="*/ 600001 h 740098"/>
              <a:gd name="connsiteX885" fmla="*/ 1023649 w 1155508"/>
              <a:gd name="connsiteY885" fmla="*/ 601164 h 740098"/>
              <a:gd name="connsiteX886" fmla="*/ 1024807 w 1155508"/>
              <a:gd name="connsiteY886" fmla="*/ 602333 h 740098"/>
              <a:gd name="connsiteX887" fmla="*/ 1025958 w 1155508"/>
              <a:gd name="connsiteY887" fmla="*/ 603497 h 740098"/>
              <a:gd name="connsiteX888" fmla="*/ 1027116 w 1155508"/>
              <a:gd name="connsiteY888" fmla="*/ 604666 h 740098"/>
              <a:gd name="connsiteX889" fmla="*/ 1028273 w 1155508"/>
              <a:gd name="connsiteY889" fmla="*/ 605835 h 740098"/>
              <a:gd name="connsiteX890" fmla="*/ 1029431 w 1155508"/>
              <a:gd name="connsiteY890" fmla="*/ 607011 h 740098"/>
              <a:gd name="connsiteX891" fmla="*/ 1030588 w 1155508"/>
              <a:gd name="connsiteY891" fmla="*/ 608180 h 740098"/>
              <a:gd name="connsiteX892" fmla="*/ 1031746 w 1155508"/>
              <a:gd name="connsiteY892" fmla="*/ 609355 h 740098"/>
              <a:gd name="connsiteX893" fmla="*/ 1032903 w 1155508"/>
              <a:gd name="connsiteY893" fmla="*/ 610530 h 740098"/>
              <a:gd name="connsiteX894" fmla="*/ 1034055 w 1155508"/>
              <a:gd name="connsiteY894" fmla="*/ 611706 h 740098"/>
              <a:gd name="connsiteX895" fmla="*/ 1035212 w 1155508"/>
              <a:gd name="connsiteY895" fmla="*/ 612881 h 740098"/>
              <a:gd name="connsiteX896" fmla="*/ 1036370 w 1155508"/>
              <a:gd name="connsiteY896" fmla="*/ 614056 h 740098"/>
              <a:gd name="connsiteX897" fmla="*/ 1037527 w 1155508"/>
              <a:gd name="connsiteY897" fmla="*/ 615237 h 740098"/>
              <a:gd name="connsiteX898" fmla="*/ 1038685 w 1155508"/>
              <a:gd name="connsiteY898" fmla="*/ 616418 h 740098"/>
              <a:gd name="connsiteX899" fmla="*/ 1039842 w 1155508"/>
              <a:gd name="connsiteY899" fmla="*/ 617599 h 740098"/>
              <a:gd name="connsiteX900" fmla="*/ 1041000 w 1155508"/>
              <a:gd name="connsiteY900" fmla="*/ 618780 h 740098"/>
              <a:gd name="connsiteX901" fmla="*/ 1042151 w 1155508"/>
              <a:gd name="connsiteY901" fmla="*/ 619967 h 740098"/>
              <a:gd name="connsiteX902" fmla="*/ 1043309 w 1155508"/>
              <a:gd name="connsiteY902" fmla="*/ 621149 h 740098"/>
              <a:gd name="connsiteX903" fmla="*/ 1044466 w 1155508"/>
              <a:gd name="connsiteY903" fmla="*/ 622336 h 740098"/>
              <a:gd name="connsiteX904" fmla="*/ 1045624 w 1155508"/>
              <a:gd name="connsiteY904" fmla="*/ 623523 h 740098"/>
              <a:gd name="connsiteX905" fmla="*/ 1046781 w 1155508"/>
              <a:gd name="connsiteY905" fmla="*/ 624710 h 740098"/>
              <a:gd name="connsiteX906" fmla="*/ 1047939 w 1155508"/>
              <a:gd name="connsiteY906" fmla="*/ 625897 h 740098"/>
              <a:gd name="connsiteX907" fmla="*/ 1049096 w 1155508"/>
              <a:gd name="connsiteY907" fmla="*/ 627090 h 740098"/>
              <a:gd name="connsiteX908" fmla="*/ 1050248 w 1155508"/>
              <a:gd name="connsiteY908" fmla="*/ 628283 h 740098"/>
              <a:gd name="connsiteX909" fmla="*/ 1051405 w 1155508"/>
              <a:gd name="connsiteY909" fmla="*/ 629470 h 740098"/>
              <a:gd name="connsiteX910" fmla="*/ 1052563 w 1155508"/>
              <a:gd name="connsiteY910" fmla="*/ 630662 h 740098"/>
              <a:gd name="connsiteX911" fmla="*/ 1053720 w 1155508"/>
              <a:gd name="connsiteY911" fmla="*/ 631861 h 740098"/>
              <a:gd name="connsiteX912" fmla="*/ 1054878 w 1155508"/>
              <a:gd name="connsiteY912" fmla="*/ 633054 h 740098"/>
              <a:gd name="connsiteX913" fmla="*/ 1056035 w 1155508"/>
              <a:gd name="connsiteY913" fmla="*/ 634253 h 740098"/>
              <a:gd name="connsiteX914" fmla="*/ 1057193 w 1155508"/>
              <a:gd name="connsiteY914" fmla="*/ 635446 h 740098"/>
              <a:gd name="connsiteX915" fmla="*/ 1058350 w 1155508"/>
              <a:gd name="connsiteY915" fmla="*/ 636645 h 740098"/>
              <a:gd name="connsiteX916" fmla="*/ 1059502 w 1155508"/>
              <a:gd name="connsiteY916" fmla="*/ 637844 h 740098"/>
              <a:gd name="connsiteX917" fmla="*/ 1060659 w 1155508"/>
              <a:gd name="connsiteY917" fmla="*/ 639042 h 740098"/>
              <a:gd name="connsiteX918" fmla="*/ 1061817 w 1155508"/>
              <a:gd name="connsiteY918" fmla="*/ 640247 h 740098"/>
              <a:gd name="connsiteX919" fmla="*/ 1062974 w 1155508"/>
              <a:gd name="connsiteY919" fmla="*/ 641446 h 740098"/>
              <a:gd name="connsiteX920" fmla="*/ 1064132 w 1155508"/>
              <a:gd name="connsiteY920" fmla="*/ 642651 h 740098"/>
              <a:gd name="connsiteX921" fmla="*/ 1065289 w 1155508"/>
              <a:gd name="connsiteY921" fmla="*/ 643856 h 740098"/>
              <a:gd name="connsiteX922" fmla="*/ 1066447 w 1155508"/>
              <a:gd name="connsiteY922" fmla="*/ 645060 h 740098"/>
              <a:gd name="connsiteX923" fmla="*/ 1067598 w 1155508"/>
              <a:gd name="connsiteY923" fmla="*/ 646265 h 740098"/>
              <a:gd name="connsiteX924" fmla="*/ 1068756 w 1155508"/>
              <a:gd name="connsiteY924" fmla="*/ 647470 h 740098"/>
              <a:gd name="connsiteX925" fmla="*/ 1069913 w 1155508"/>
              <a:gd name="connsiteY925" fmla="*/ 648675 h 740098"/>
              <a:gd name="connsiteX926" fmla="*/ 1071071 w 1155508"/>
              <a:gd name="connsiteY926" fmla="*/ 649885 h 740098"/>
              <a:gd name="connsiteX927" fmla="*/ 1072228 w 1155508"/>
              <a:gd name="connsiteY927" fmla="*/ 651096 h 740098"/>
              <a:gd name="connsiteX928" fmla="*/ 1073386 w 1155508"/>
              <a:gd name="connsiteY928" fmla="*/ 652306 h 740098"/>
              <a:gd name="connsiteX929" fmla="*/ 1074543 w 1155508"/>
              <a:gd name="connsiteY929" fmla="*/ 653517 h 740098"/>
              <a:gd name="connsiteX930" fmla="*/ 1075695 w 1155508"/>
              <a:gd name="connsiteY930" fmla="*/ 654728 h 740098"/>
              <a:gd name="connsiteX931" fmla="*/ 1076853 w 1155508"/>
              <a:gd name="connsiteY931" fmla="*/ 655938 h 740098"/>
              <a:gd name="connsiteX932" fmla="*/ 1078010 w 1155508"/>
              <a:gd name="connsiteY932" fmla="*/ 657155 h 740098"/>
              <a:gd name="connsiteX933" fmla="*/ 1079167 w 1155508"/>
              <a:gd name="connsiteY933" fmla="*/ 658366 h 740098"/>
              <a:gd name="connsiteX934" fmla="*/ 1080325 w 1155508"/>
              <a:gd name="connsiteY934" fmla="*/ 659582 h 740098"/>
              <a:gd name="connsiteX935" fmla="*/ 1081482 w 1155508"/>
              <a:gd name="connsiteY935" fmla="*/ 660799 h 740098"/>
              <a:gd name="connsiteX936" fmla="*/ 1082640 w 1155508"/>
              <a:gd name="connsiteY936" fmla="*/ 662015 h 740098"/>
              <a:gd name="connsiteX937" fmla="*/ 1083792 w 1155508"/>
              <a:gd name="connsiteY937" fmla="*/ 663232 h 740098"/>
              <a:gd name="connsiteX938" fmla="*/ 1084949 w 1155508"/>
              <a:gd name="connsiteY938" fmla="*/ 664454 h 740098"/>
              <a:gd name="connsiteX939" fmla="*/ 1086107 w 1155508"/>
              <a:gd name="connsiteY939" fmla="*/ 665671 h 740098"/>
              <a:gd name="connsiteX940" fmla="*/ 1087264 w 1155508"/>
              <a:gd name="connsiteY940" fmla="*/ 666893 h 740098"/>
              <a:gd name="connsiteX941" fmla="*/ 1088421 w 1155508"/>
              <a:gd name="connsiteY941" fmla="*/ 668110 h 740098"/>
              <a:gd name="connsiteX942" fmla="*/ 1089579 w 1155508"/>
              <a:gd name="connsiteY942" fmla="*/ 669332 h 740098"/>
              <a:gd name="connsiteX943" fmla="*/ 1090736 w 1155508"/>
              <a:gd name="connsiteY943" fmla="*/ 670555 h 740098"/>
              <a:gd name="connsiteX944" fmla="*/ 1091888 w 1155508"/>
              <a:gd name="connsiteY944" fmla="*/ 671777 h 740098"/>
              <a:gd name="connsiteX945" fmla="*/ 1093046 w 1155508"/>
              <a:gd name="connsiteY945" fmla="*/ 673005 h 740098"/>
              <a:gd name="connsiteX946" fmla="*/ 1094203 w 1155508"/>
              <a:gd name="connsiteY946" fmla="*/ 674228 h 740098"/>
              <a:gd name="connsiteX947" fmla="*/ 1095361 w 1155508"/>
              <a:gd name="connsiteY947" fmla="*/ 675456 h 740098"/>
              <a:gd name="connsiteX948" fmla="*/ 1096518 w 1155508"/>
              <a:gd name="connsiteY948" fmla="*/ 676679 h 740098"/>
              <a:gd name="connsiteX949" fmla="*/ 1097675 w 1155508"/>
              <a:gd name="connsiteY949" fmla="*/ 677907 h 740098"/>
              <a:gd name="connsiteX950" fmla="*/ 1098833 w 1155508"/>
              <a:gd name="connsiteY950" fmla="*/ 679135 h 740098"/>
              <a:gd name="connsiteX951" fmla="*/ 1099985 w 1155508"/>
              <a:gd name="connsiteY951" fmla="*/ 680364 h 740098"/>
              <a:gd name="connsiteX952" fmla="*/ 1101142 w 1155508"/>
              <a:gd name="connsiteY952" fmla="*/ 681592 h 740098"/>
              <a:gd name="connsiteX953" fmla="*/ 1102300 w 1155508"/>
              <a:gd name="connsiteY953" fmla="*/ 682821 h 740098"/>
              <a:gd name="connsiteX954" fmla="*/ 1103457 w 1155508"/>
              <a:gd name="connsiteY954" fmla="*/ 684055 h 740098"/>
              <a:gd name="connsiteX955" fmla="*/ 1104615 w 1155508"/>
              <a:gd name="connsiteY955" fmla="*/ 685283 h 740098"/>
              <a:gd name="connsiteX956" fmla="*/ 1105772 w 1155508"/>
              <a:gd name="connsiteY956" fmla="*/ 686517 h 740098"/>
              <a:gd name="connsiteX957" fmla="*/ 1106930 w 1155508"/>
              <a:gd name="connsiteY957" fmla="*/ 687752 h 740098"/>
              <a:gd name="connsiteX958" fmla="*/ 1108081 w 1155508"/>
              <a:gd name="connsiteY958" fmla="*/ 688986 h 740098"/>
              <a:gd name="connsiteX959" fmla="*/ 1109239 w 1155508"/>
              <a:gd name="connsiteY959" fmla="*/ 690220 h 740098"/>
              <a:gd name="connsiteX960" fmla="*/ 1110396 w 1155508"/>
              <a:gd name="connsiteY960" fmla="*/ 691455 h 740098"/>
              <a:gd name="connsiteX961" fmla="*/ 1111554 w 1155508"/>
              <a:gd name="connsiteY961" fmla="*/ 692689 h 740098"/>
              <a:gd name="connsiteX962" fmla="*/ 1112711 w 1155508"/>
              <a:gd name="connsiteY962" fmla="*/ 693923 h 740098"/>
              <a:gd name="connsiteX963" fmla="*/ 1113869 w 1155508"/>
              <a:gd name="connsiteY963" fmla="*/ 695163 h 740098"/>
              <a:gd name="connsiteX964" fmla="*/ 1115026 w 1155508"/>
              <a:gd name="connsiteY964" fmla="*/ 696398 h 740098"/>
              <a:gd name="connsiteX965" fmla="*/ 1116178 w 1155508"/>
              <a:gd name="connsiteY965" fmla="*/ 697638 h 740098"/>
              <a:gd name="connsiteX966" fmla="*/ 1117335 w 1155508"/>
              <a:gd name="connsiteY966" fmla="*/ 698878 h 740098"/>
              <a:gd name="connsiteX967" fmla="*/ 1118493 w 1155508"/>
              <a:gd name="connsiteY967" fmla="*/ 700118 h 740098"/>
              <a:gd name="connsiteX968" fmla="*/ 1119650 w 1155508"/>
              <a:gd name="connsiteY968" fmla="*/ 701358 h 740098"/>
              <a:gd name="connsiteX969" fmla="*/ 1120808 w 1155508"/>
              <a:gd name="connsiteY969" fmla="*/ 702598 h 740098"/>
              <a:gd name="connsiteX970" fmla="*/ 1121965 w 1155508"/>
              <a:gd name="connsiteY970" fmla="*/ 703839 h 740098"/>
              <a:gd name="connsiteX971" fmla="*/ 1123123 w 1155508"/>
              <a:gd name="connsiteY971" fmla="*/ 705079 h 740098"/>
              <a:gd name="connsiteX972" fmla="*/ 1124274 w 1155508"/>
              <a:gd name="connsiteY972" fmla="*/ 706325 h 740098"/>
              <a:gd name="connsiteX973" fmla="*/ 1125432 w 1155508"/>
              <a:gd name="connsiteY973" fmla="*/ 707565 h 740098"/>
              <a:gd name="connsiteX974" fmla="*/ 1126589 w 1155508"/>
              <a:gd name="connsiteY974" fmla="*/ 708811 h 740098"/>
              <a:gd name="connsiteX975" fmla="*/ 1127747 w 1155508"/>
              <a:gd name="connsiteY975" fmla="*/ 710057 h 740098"/>
              <a:gd name="connsiteX976" fmla="*/ 1128904 w 1155508"/>
              <a:gd name="connsiteY976" fmla="*/ 711303 h 740098"/>
              <a:gd name="connsiteX977" fmla="*/ 1130062 w 1155508"/>
              <a:gd name="connsiteY977" fmla="*/ 712549 h 740098"/>
              <a:gd name="connsiteX978" fmla="*/ 1131219 w 1155508"/>
              <a:gd name="connsiteY978" fmla="*/ 713795 h 740098"/>
              <a:gd name="connsiteX979" fmla="*/ 1132371 w 1155508"/>
              <a:gd name="connsiteY979" fmla="*/ 715041 h 740098"/>
              <a:gd name="connsiteX980" fmla="*/ 1133528 w 1155508"/>
              <a:gd name="connsiteY980" fmla="*/ 716288 h 740098"/>
              <a:gd name="connsiteX981" fmla="*/ 1134686 w 1155508"/>
              <a:gd name="connsiteY981" fmla="*/ 717534 h 740098"/>
              <a:gd name="connsiteX982" fmla="*/ 1135843 w 1155508"/>
              <a:gd name="connsiteY982" fmla="*/ 718786 h 740098"/>
              <a:gd name="connsiteX983" fmla="*/ 1137001 w 1155508"/>
              <a:gd name="connsiteY983" fmla="*/ 720038 h 740098"/>
              <a:gd name="connsiteX984" fmla="*/ 1138158 w 1155508"/>
              <a:gd name="connsiteY984" fmla="*/ 721284 h 740098"/>
              <a:gd name="connsiteX985" fmla="*/ 1139316 w 1155508"/>
              <a:gd name="connsiteY985" fmla="*/ 722536 h 740098"/>
              <a:gd name="connsiteX986" fmla="*/ 1140473 w 1155508"/>
              <a:gd name="connsiteY986" fmla="*/ 723788 h 740098"/>
              <a:gd name="connsiteX987" fmla="*/ 1141625 w 1155508"/>
              <a:gd name="connsiteY987" fmla="*/ 725040 h 740098"/>
              <a:gd name="connsiteX988" fmla="*/ 1142782 w 1155508"/>
              <a:gd name="connsiteY988" fmla="*/ 726292 h 740098"/>
              <a:gd name="connsiteX989" fmla="*/ 1143940 w 1155508"/>
              <a:gd name="connsiteY989" fmla="*/ 727544 h 740098"/>
              <a:gd name="connsiteX990" fmla="*/ 1145097 w 1155508"/>
              <a:gd name="connsiteY990" fmla="*/ 728796 h 740098"/>
              <a:gd name="connsiteX991" fmla="*/ 1146255 w 1155508"/>
              <a:gd name="connsiteY991" fmla="*/ 730048 h 740098"/>
              <a:gd name="connsiteX992" fmla="*/ 1147412 w 1155508"/>
              <a:gd name="connsiteY992" fmla="*/ 731305 h 740098"/>
              <a:gd name="connsiteX993" fmla="*/ 1148570 w 1155508"/>
              <a:gd name="connsiteY993" fmla="*/ 732557 h 740098"/>
              <a:gd name="connsiteX994" fmla="*/ 1149721 w 1155508"/>
              <a:gd name="connsiteY994" fmla="*/ 733815 h 740098"/>
              <a:gd name="connsiteX995" fmla="*/ 1150879 w 1155508"/>
              <a:gd name="connsiteY995" fmla="*/ 735073 h 740098"/>
              <a:gd name="connsiteX996" fmla="*/ 1152036 w 1155508"/>
              <a:gd name="connsiteY996" fmla="*/ 736325 h 740098"/>
              <a:gd name="connsiteX997" fmla="*/ 1153194 w 1155508"/>
              <a:gd name="connsiteY997" fmla="*/ 737583 h 740098"/>
              <a:gd name="connsiteX998" fmla="*/ 1154352 w 1155508"/>
              <a:gd name="connsiteY998" fmla="*/ 738841 h 740098"/>
              <a:gd name="connsiteX999" fmla="*/ 1155509 w 1155508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55508" h="740098">
                <a:moveTo>
                  <a:pt x="0" y="0"/>
                </a:moveTo>
                <a:lnTo>
                  <a:pt x="1157" y="1258"/>
                </a:lnTo>
                <a:lnTo>
                  <a:pt x="2313" y="2516"/>
                </a:lnTo>
                <a:lnTo>
                  <a:pt x="3470" y="3773"/>
                </a:lnTo>
                <a:lnTo>
                  <a:pt x="4626" y="5029"/>
                </a:lnTo>
                <a:lnTo>
                  <a:pt x="5783" y="6285"/>
                </a:lnTo>
                <a:lnTo>
                  <a:pt x="6940" y="7541"/>
                </a:lnTo>
                <a:lnTo>
                  <a:pt x="8097" y="8796"/>
                </a:lnTo>
                <a:lnTo>
                  <a:pt x="9253" y="10050"/>
                </a:lnTo>
                <a:lnTo>
                  <a:pt x="10410" y="11304"/>
                </a:lnTo>
                <a:lnTo>
                  <a:pt x="11567" y="12558"/>
                </a:lnTo>
                <a:lnTo>
                  <a:pt x="12724" y="13810"/>
                </a:lnTo>
                <a:lnTo>
                  <a:pt x="13880" y="15063"/>
                </a:lnTo>
                <a:lnTo>
                  <a:pt x="15037" y="16314"/>
                </a:lnTo>
                <a:lnTo>
                  <a:pt x="16193" y="17566"/>
                </a:lnTo>
                <a:lnTo>
                  <a:pt x="17350" y="18816"/>
                </a:lnTo>
                <a:lnTo>
                  <a:pt x="18507" y="20066"/>
                </a:lnTo>
                <a:lnTo>
                  <a:pt x="19663" y="21316"/>
                </a:lnTo>
                <a:lnTo>
                  <a:pt x="20820" y="22564"/>
                </a:lnTo>
                <a:lnTo>
                  <a:pt x="21976" y="23813"/>
                </a:lnTo>
                <a:lnTo>
                  <a:pt x="23133" y="25060"/>
                </a:lnTo>
                <a:lnTo>
                  <a:pt x="24290" y="26307"/>
                </a:lnTo>
                <a:lnTo>
                  <a:pt x="25447" y="27554"/>
                </a:lnTo>
                <a:lnTo>
                  <a:pt x="26603" y="28800"/>
                </a:lnTo>
                <a:lnTo>
                  <a:pt x="27760" y="30045"/>
                </a:lnTo>
                <a:lnTo>
                  <a:pt x="28917" y="31290"/>
                </a:lnTo>
                <a:lnTo>
                  <a:pt x="30073" y="32533"/>
                </a:lnTo>
                <a:lnTo>
                  <a:pt x="31230" y="33777"/>
                </a:lnTo>
                <a:lnTo>
                  <a:pt x="32387" y="35020"/>
                </a:lnTo>
                <a:lnTo>
                  <a:pt x="33543" y="36262"/>
                </a:lnTo>
                <a:lnTo>
                  <a:pt x="34700" y="37504"/>
                </a:lnTo>
                <a:lnTo>
                  <a:pt x="35856" y="38744"/>
                </a:lnTo>
                <a:lnTo>
                  <a:pt x="37013" y="39984"/>
                </a:lnTo>
                <a:lnTo>
                  <a:pt x="38170" y="41224"/>
                </a:lnTo>
                <a:lnTo>
                  <a:pt x="39326" y="42463"/>
                </a:lnTo>
                <a:lnTo>
                  <a:pt x="40483" y="43701"/>
                </a:lnTo>
                <a:lnTo>
                  <a:pt x="41640" y="44939"/>
                </a:lnTo>
                <a:lnTo>
                  <a:pt x="42797" y="46176"/>
                </a:lnTo>
                <a:lnTo>
                  <a:pt x="43953" y="47412"/>
                </a:lnTo>
                <a:lnTo>
                  <a:pt x="45110" y="48648"/>
                </a:lnTo>
                <a:lnTo>
                  <a:pt x="46267" y="49883"/>
                </a:lnTo>
                <a:lnTo>
                  <a:pt x="47423" y="51117"/>
                </a:lnTo>
                <a:lnTo>
                  <a:pt x="48580" y="52351"/>
                </a:lnTo>
                <a:lnTo>
                  <a:pt x="49737" y="53584"/>
                </a:lnTo>
                <a:lnTo>
                  <a:pt x="50893" y="54816"/>
                </a:lnTo>
                <a:lnTo>
                  <a:pt x="52050" y="56047"/>
                </a:lnTo>
                <a:lnTo>
                  <a:pt x="53206" y="57278"/>
                </a:lnTo>
                <a:lnTo>
                  <a:pt x="54363" y="58508"/>
                </a:lnTo>
                <a:lnTo>
                  <a:pt x="55520" y="59737"/>
                </a:lnTo>
                <a:lnTo>
                  <a:pt x="56676" y="60966"/>
                </a:lnTo>
                <a:lnTo>
                  <a:pt x="57833" y="62194"/>
                </a:lnTo>
                <a:lnTo>
                  <a:pt x="58990" y="63420"/>
                </a:lnTo>
                <a:lnTo>
                  <a:pt x="60147" y="64647"/>
                </a:lnTo>
                <a:lnTo>
                  <a:pt x="61304" y="65872"/>
                </a:lnTo>
                <a:lnTo>
                  <a:pt x="62460" y="67097"/>
                </a:lnTo>
                <a:lnTo>
                  <a:pt x="63617" y="68321"/>
                </a:lnTo>
                <a:lnTo>
                  <a:pt x="64773" y="69544"/>
                </a:lnTo>
                <a:lnTo>
                  <a:pt x="65930" y="70767"/>
                </a:lnTo>
                <a:lnTo>
                  <a:pt x="67086" y="71989"/>
                </a:lnTo>
                <a:lnTo>
                  <a:pt x="68243" y="73209"/>
                </a:lnTo>
                <a:lnTo>
                  <a:pt x="69400" y="74429"/>
                </a:lnTo>
                <a:lnTo>
                  <a:pt x="70556" y="75649"/>
                </a:lnTo>
                <a:lnTo>
                  <a:pt x="71713" y="76867"/>
                </a:lnTo>
                <a:lnTo>
                  <a:pt x="72870" y="78085"/>
                </a:lnTo>
                <a:lnTo>
                  <a:pt x="74026" y="79302"/>
                </a:lnTo>
                <a:lnTo>
                  <a:pt x="75183" y="80518"/>
                </a:lnTo>
                <a:lnTo>
                  <a:pt x="76340" y="81733"/>
                </a:lnTo>
                <a:lnTo>
                  <a:pt x="77497" y="82948"/>
                </a:lnTo>
                <a:lnTo>
                  <a:pt x="78653" y="84161"/>
                </a:lnTo>
                <a:lnTo>
                  <a:pt x="79810" y="85374"/>
                </a:lnTo>
                <a:lnTo>
                  <a:pt x="80967" y="86585"/>
                </a:lnTo>
                <a:lnTo>
                  <a:pt x="82123" y="87796"/>
                </a:lnTo>
                <a:lnTo>
                  <a:pt x="83280" y="89006"/>
                </a:lnTo>
                <a:lnTo>
                  <a:pt x="84436" y="90215"/>
                </a:lnTo>
                <a:lnTo>
                  <a:pt x="85593" y="91423"/>
                </a:lnTo>
                <a:lnTo>
                  <a:pt x="86750" y="92631"/>
                </a:lnTo>
                <a:lnTo>
                  <a:pt x="87906" y="93837"/>
                </a:lnTo>
                <a:lnTo>
                  <a:pt x="89063" y="95043"/>
                </a:lnTo>
                <a:lnTo>
                  <a:pt x="90220" y="96248"/>
                </a:lnTo>
                <a:lnTo>
                  <a:pt x="91377" y="97451"/>
                </a:lnTo>
                <a:lnTo>
                  <a:pt x="92533" y="98654"/>
                </a:lnTo>
                <a:lnTo>
                  <a:pt x="93690" y="99856"/>
                </a:lnTo>
                <a:lnTo>
                  <a:pt x="94847" y="101056"/>
                </a:lnTo>
                <a:lnTo>
                  <a:pt x="96003" y="102256"/>
                </a:lnTo>
                <a:lnTo>
                  <a:pt x="97160" y="103455"/>
                </a:lnTo>
                <a:lnTo>
                  <a:pt x="98316" y="104654"/>
                </a:lnTo>
                <a:lnTo>
                  <a:pt x="99473" y="105851"/>
                </a:lnTo>
                <a:lnTo>
                  <a:pt x="100630" y="107046"/>
                </a:lnTo>
                <a:lnTo>
                  <a:pt x="101786" y="108242"/>
                </a:lnTo>
                <a:lnTo>
                  <a:pt x="102943" y="109435"/>
                </a:lnTo>
                <a:lnTo>
                  <a:pt x="104099" y="110628"/>
                </a:lnTo>
                <a:lnTo>
                  <a:pt x="105256" y="111821"/>
                </a:lnTo>
                <a:lnTo>
                  <a:pt x="106413" y="113012"/>
                </a:lnTo>
                <a:lnTo>
                  <a:pt x="107570" y="114201"/>
                </a:lnTo>
                <a:lnTo>
                  <a:pt x="108727" y="115390"/>
                </a:lnTo>
                <a:lnTo>
                  <a:pt x="109883" y="116578"/>
                </a:lnTo>
                <a:lnTo>
                  <a:pt x="111040" y="117765"/>
                </a:lnTo>
                <a:lnTo>
                  <a:pt x="112197" y="118950"/>
                </a:lnTo>
                <a:lnTo>
                  <a:pt x="113353" y="120135"/>
                </a:lnTo>
                <a:lnTo>
                  <a:pt x="114510" y="121318"/>
                </a:lnTo>
                <a:lnTo>
                  <a:pt x="115666" y="122501"/>
                </a:lnTo>
                <a:lnTo>
                  <a:pt x="116823" y="123682"/>
                </a:lnTo>
                <a:lnTo>
                  <a:pt x="117980" y="124862"/>
                </a:lnTo>
                <a:lnTo>
                  <a:pt x="119136" y="126042"/>
                </a:lnTo>
                <a:lnTo>
                  <a:pt x="120293" y="127220"/>
                </a:lnTo>
                <a:lnTo>
                  <a:pt x="121449" y="128396"/>
                </a:lnTo>
                <a:lnTo>
                  <a:pt x="122606" y="129572"/>
                </a:lnTo>
                <a:lnTo>
                  <a:pt x="123763" y="130747"/>
                </a:lnTo>
                <a:lnTo>
                  <a:pt x="124920" y="131920"/>
                </a:lnTo>
                <a:lnTo>
                  <a:pt x="126077" y="133092"/>
                </a:lnTo>
                <a:lnTo>
                  <a:pt x="127233" y="134264"/>
                </a:lnTo>
                <a:lnTo>
                  <a:pt x="128390" y="135433"/>
                </a:lnTo>
                <a:lnTo>
                  <a:pt x="129547" y="136602"/>
                </a:lnTo>
                <a:lnTo>
                  <a:pt x="130703" y="137769"/>
                </a:lnTo>
                <a:lnTo>
                  <a:pt x="131860" y="138935"/>
                </a:lnTo>
                <a:lnTo>
                  <a:pt x="133016" y="140100"/>
                </a:lnTo>
                <a:lnTo>
                  <a:pt x="134173" y="141264"/>
                </a:lnTo>
                <a:lnTo>
                  <a:pt x="135329" y="142426"/>
                </a:lnTo>
                <a:lnTo>
                  <a:pt x="136486" y="143587"/>
                </a:lnTo>
                <a:lnTo>
                  <a:pt x="137643" y="144747"/>
                </a:lnTo>
                <a:lnTo>
                  <a:pt x="138800" y="145906"/>
                </a:lnTo>
                <a:lnTo>
                  <a:pt x="139956" y="147063"/>
                </a:lnTo>
                <a:lnTo>
                  <a:pt x="141113" y="148219"/>
                </a:lnTo>
                <a:lnTo>
                  <a:pt x="142270" y="149374"/>
                </a:lnTo>
                <a:lnTo>
                  <a:pt x="143427" y="150527"/>
                </a:lnTo>
                <a:lnTo>
                  <a:pt x="144583" y="151678"/>
                </a:lnTo>
                <a:lnTo>
                  <a:pt x="145740" y="152829"/>
                </a:lnTo>
                <a:lnTo>
                  <a:pt x="146896" y="153979"/>
                </a:lnTo>
                <a:lnTo>
                  <a:pt x="148053" y="155126"/>
                </a:lnTo>
                <a:lnTo>
                  <a:pt x="149210" y="156273"/>
                </a:lnTo>
                <a:lnTo>
                  <a:pt x="150366" y="157418"/>
                </a:lnTo>
                <a:lnTo>
                  <a:pt x="151523" y="158561"/>
                </a:lnTo>
                <a:lnTo>
                  <a:pt x="152679" y="159704"/>
                </a:lnTo>
                <a:lnTo>
                  <a:pt x="153836" y="160845"/>
                </a:lnTo>
                <a:lnTo>
                  <a:pt x="154993" y="161984"/>
                </a:lnTo>
                <a:lnTo>
                  <a:pt x="156150" y="163122"/>
                </a:lnTo>
                <a:lnTo>
                  <a:pt x="157306" y="164259"/>
                </a:lnTo>
                <a:lnTo>
                  <a:pt x="158463" y="165393"/>
                </a:lnTo>
                <a:lnTo>
                  <a:pt x="159620" y="166527"/>
                </a:lnTo>
                <a:lnTo>
                  <a:pt x="160777" y="167658"/>
                </a:lnTo>
                <a:lnTo>
                  <a:pt x="161933" y="168789"/>
                </a:lnTo>
                <a:lnTo>
                  <a:pt x="163090" y="169918"/>
                </a:lnTo>
                <a:lnTo>
                  <a:pt x="164246" y="171045"/>
                </a:lnTo>
                <a:lnTo>
                  <a:pt x="165403" y="172171"/>
                </a:lnTo>
                <a:lnTo>
                  <a:pt x="166560" y="173295"/>
                </a:lnTo>
                <a:lnTo>
                  <a:pt x="167716" y="174418"/>
                </a:lnTo>
                <a:lnTo>
                  <a:pt x="168873" y="175539"/>
                </a:lnTo>
                <a:lnTo>
                  <a:pt x="170029" y="176659"/>
                </a:lnTo>
                <a:lnTo>
                  <a:pt x="171186" y="177776"/>
                </a:lnTo>
                <a:lnTo>
                  <a:pt x="172343" y="178893"/>
                </a:lnTo>
                <a:lnTo>
                  <a:pt x="173500" y="180007"/>
                </a:lnTo>
                <a:lnTo>
                  <a:pt x="174656" y="181120"/>
                </a:lnTo>
                <a:lnTo>
                  <a:pt x="175813" y="182231"/>
                </a:lnTo>
                <a:lnTo>
                  <a:pt x="176970" y="183341"/>
                </a:lnTo>
                <a:lnTo>
                  <a:pt x="178126" y="184449"/>
                </a:lnTo>
                <a:lnTo>
                  <a:pt x="179283" y="185555"/>
                </a:lnTo>
                <a:lnTo>
                  <a:pt x="180440" y="186659"/>
                </a:lnTo>
                <a:lnTo>
                  <a:pt x="181596" y="187762"/>
                </a:lnTo>
                <a:lnTo>
                  <a:pt x="182753" y="188862"/>
                </a:lnTo>
                <a:lnTo>
                  <a:pt x="183909" y="189961"/>
                </a:lnTo>
                <a:lnTo>
                  <a:pt x="185066" y="191059"/>
                </a:lnTo>
                <a:lnTo>
                  <a:pt x="186223" y="192154"/>
                </a:lnTo>
                <a:lnTo>
                  <a:pt x="187379" y="193248"/>
                </a:lnTo>
                <a:lnTo>
                  <a:pt x="188536" y="194340"/>
                </a:lnTo>
                <a:lnTo>
                  <a:pt x="189693" y="195430"/>
                </a:lnTo>
                <a:lnTo>
                  <a:pt x="190850" y="196518"/>
                </a:lnTo>
                <a:lnTo>
                  <a:pt x="192006" y="197604"/>
                </a:lnTo>
                <a:lnTo>
                  <a:pt x="193163" y="198689"/>
                </a:lnTo>
                <a:lnTo>
                  <a:pt x="194320" y="199771"/>
                </a:lnTo>
                <a:lnTo>
                  <a:pt x="195476" y="200851"/>
                </a:lnTo>
                <a:lnTo>
                  <a:pt x="196633" y="201930"/>
                </a:lnTo>
                <a:lnTo>
                  <a:pt x="197790" y="203007"/>
                </a:lnTo>
                <a:lnTo>
                  <a:pt x="198946" y="204082"/>
                </a:lnTo>
                <a:lnTo>
                  <a:pt x="200103" y="205154"/>
                </a:lnTo>
                <a:lnTo>
                  <a:pt x="201259" y="206225"/>
                </a:lnTo>
                <a:lnTo>
                  <a:pt x="202416" y="207293"/>
                </a:lnTo>
                <a:lnTo>
                  <a:pt x="203573" y="208360"/>
                </a:lnTo>
                <a:lnTo>
                  <a:pt x="204729" y="209424"/>
                </a:lnTo>
                <a:lnTo>
                  <a:pt x="205886" y="210487"/>
                </a:lnTo>
                <a:lnTo>
                  <a:pt x="207043" y="211548"/>
                </a:lnTo>
                <a:lnTo>
                  <a:pt x="208200" y="212606"/>
                </a:lnTo>
                <a:lnTo>
                  <a:pt x="209356" y="213662"/>
                </a:lnTo>
                <a:lnTo>
                  <a:pt x="210513" y="214716"/>
                </a:lnTo>
                <a:lnTo>
                  <a:pt x="211670" y="215768"/>
                </a:lnTo>
                <a:lnTo>
                  <a:pt x="212826" y="216818"/>
                </a:lnTo>
                <a:lnTo>
                  <a:pt x="213983" y="217865"/>
                </a:lnTo>
                <a:lnTo>
                  <a:pt x="215139" y="218910"/>
                </a:lnTo>
                <a:lnTo>
                  <a:pt x="216296" y="219953"/>
                </a:lnTo>
                <a:lnTo>
                  <a:pt x="217453" y="220994"/>
                </a:lnTo>
                <a:lnTo>
                  <a:pt x="218609" y="222033"/>
                </a:lnTo>
                <a:lnTo>
                  <a:pt x="219766" y="223069"/>
                </a:lnTo>
                <a:lnTo>
                  <a:pt x="220923" y="224103"/>
                </a:lnTo>
                <a:lnTo>
                  <a:pt x="222079" y="225134"/>
                </a:lnTo>
                <a:lnTo>
                  <a:pt x="223236" y="226164"/>
                </a:lnTo>
                <a:lnTo>
                  <a:pt x="224393" y="227191"/>
                </a:lnTo>
                <a:lnTo>
                  <a:pt x="225550" y="228215"/>
                </a:lnTo>
                <a:lnTo>
                  <a:pt x="226706" y="229238"/>
                </a:lnTo>
                <a:lnTo>
                  <a:pt x="227863" y="230258"/>
                </a:lnTo>
                <a:lnTo>
                  <a:pt x="229020" y="231275"/>
                </a:lnTo>
                <a:lnTo>
                  <a:pt x="230176" y="232290"/>
                </a:lnTo>
                <a:lnTo>
                  <a:pt x="231333" y="233302"/>
                </a:lnTo>
                <a:lnTo>
                  <a:pt x="232489" y="234312"/>
                </a:lnTo>
                <a:lnTo>
                  <a:pt x="233646" y="235320"/>
                </a:lnTo>
                <a:lnTo>
                  <a:pt x="234803" y="236325"/>
                </a:lnTo>
                <a:lnTo>
                  <a:pt x="235959" y="237328"/>
                </a:lnTo>
                <a:lnTo>
                  <a:pt x="237116" y="238328"/>
                </a:lnTo>
                <a:lnTo>
                  <a:pt x="238273" y="239324"/>
                </a:lnTo>
                <a:lnTo>
                  <a:pt x="239429" y="240319"/>
                </a:lnTo>
                <a:lnTo>
                  <a:pt x="240586" y="241312"/>
                </a:lnTo>
                <a:lnTo>
                  <a:pt x="241743" y="242301"/>
                </a:lnTo>
                <a:lnTo>
                  <a:pt x="242900" y="243288"/>
                </a:lnTo>
                <a:lnTo>
                  <a:pt x="244056" y="244272"/>
                </a:lnTo>
                <a:lnTo>
                  <a:pt x="245213" y="245253"/>
                </a:lnTo>
                <a:lnTo>
                  <a:pt x="246369" y="246232"/>
                </a:lnTo>
                <a:lnTo>
                  <a:pt x="247526" y="247208"/>
                </a:lnTo>
                <a:lnTo>
                  <a:pt x="248683" y="248181"/>
                </a:lnTo>
                <a:lnTo>
                  <a:pt x="249839" y="249151"/>
                </a:lnTo>
                <a:lnTo>
                  <a:pt x="250996" y="250119"/>
                </a:lnTo>
                <a:lnTo>
                  <a:pt x="252152" y="251084"/>
                </a:lnTo>
                <a:lnTo>
                  <a:pt x="253309" y="252045"/>
                </a:lnTo>
                <a:lnTo>
                  <a:pt x="254466" y="253004"/>
                </a:lnTo>
                <a:lnTo>
                  <a:pt x="255623" y="253960"/>
                </a:lnTo>
                <a:lnTo>
                  <a:pt x="256779" y="254913"/>
                </a:lnTo>
                <a:lnTo>
                  <a:pt x="257936" y="255864"/>
                </a:lnTo>
                <a:lnTo>
                  <a:pt x="259093" y="256811"/>
                </a:lnTo>
                <a:lnTo>
                  <a:pt x="260250" y="257756"/>
                </a:lnTo>
                <a:lnTo>
                  <a:pt x="261406" y="258697"/>
                </a:lnTo>
                <a:lnTo>
                  <a:pt x="262563" y="259635"/>
                </a:lnTo>
                <a:lnTo>
                  <a:pt x="263719" y="260570"/>
                </a:lnTo>
                <a:lnTo>
                  <a:pt x="264876" y="261503"/>
                </a:lnTo>
                <a:lnTo>
                  <a:pt x="266033" y="262432"/>
                </a:lnTo>
                <a:lnTo>
                  <a:pt x="267189" y="263358"/>
                </a:lnTo>
                <a:lnTo>
                  <a:pt x="268346" y="264281"/>
                </a:lnTo>
                <a:lnTo>
                  <a:pt x="269502" y="265200"/>
                </a:lnTo>
                <a:lnTo>
                  <a:pt x="270659" y="266117"/>
                </a:lnTo>
                <a:lnTo>
                  <a:pt x="271816" y="267030"/>
                </a:lnTo>
                <a:lnTo>
                  <a:pt x="272973" y="267940"/>
                </a:lnTo>
                <a:lnTo>
                  <a:pt x="274130" y="268848"/>
                </a:lnTo>
                <a:lnTo>
                  <a:pt x="275286" y="269751"/>
                </a:lnTo>
                <a:lnTo>
                  <a:pt x="276443" y="270652"/>
                </a:lnTo>
                <a:lnTo>
                  <a:pt x="277599" y="271549"/>
                </a:lnTo>
                <a:lnTo>
                  <a:pt x="278756" y="272443"/>
                </a:lnTo>
                <a:lnTo>
                  <a:pt x="279913" y="273333"/>
                </a:lnTo>
                <a:lnTo>
                  <a:pt x="281069" y="274220"/>
                </a:lnTo>
                <a:lnTo>
                  <a:pt x="282226" y="275104"/>
                </a:lnTo>
                <a:lnTo>
                  <a:pt x="283382" y="275984"/>
                </a:lnTo>
                <a:lnTo>
                  <a:pt x="284539" y="276861"/>
                </a:lnTo>
                <a:lnTo>
                  <a:pt x="285696" y="277734"/>
                </a:lnTo>
                <a:lnTo>
                  <a:pt x="286853" y="278604"/>
                </a:lnTo>
                <a:lnTo>
                  <a:pt x="288009" y="279471"/>
                </a:lnTo>
                <a:lnTo>
                  <a:pt x="289166" y="280333"/>
                </a:lnTo>
                <a:lnTo>
                  <a:pt x="290323" y="281193"/>
                </a:lnTo>
                <a:lnTo>
                  <a:pt x="291480" y="282048"/>
                </a:lnTo>
                <a:lnTo>
                  <a:pt x="292636" y="282900"/>
                </a:lnTo>
                <a:lnTo>
                  <a:pt x="293793" y="283749"/>
                </a:lnTo>
                <a:lnTo>
                  <a:pt x="294949" y="284594"/>
                </a:lnTo>
                <a:lnTo>
                  <a:pt x="296106" y="285435"/>
                </a:lnTo>
                <a:lnTo>
                  <a:pt x="297263" y="286272"/>
                </a:lnTo>
                <a:lnTo>
                  <a:pt x="298419" y="287106"/>
                </a:lnTo>
                <a:lnTo>
                  <a:pt x="299576" y="287936"/>
                </a:lnTo>
                <a:lnTo>
                  <a:pt x="300732" y="288762"/>
                </a:lnTo>
                <a:lnTo>
                  <a:pt x="301889" y="289585"/>
                </a:lnTo>
                <a:lnTo>
                  <a:pt x="303046" y="290404"/>
                </a:lnTo>
                <a:lnTo>
                  <a:pt x="304203" y="291219"/>
                </a:lnTo>
                <a:lnTo>
                  <a:pt x="305359" y="292029"/>
                </a:lnTo>
                <a:lnTo>
                  <a:pt x="306516" y="292837"/>
                </a:lnTo>
                <a:lnTo>
                  <a:pt x="307673" y="293640"/>
                </a:lnTo>
                <a:lnTo>
                  <a:pt x="308829" y="294439"/>
                </a:lnTo>
                <a:lnTo>
                  <a:pt x="309986" y="295235"/>
                </a:lnTo>
                <a:lnTo>
                  <a:pt x="311143" y="296026"/>
                </a:lnTo>
                <a:lnTo>
                  <a:pt x="312299" y="296814"/>
                </a:lnTo>
                <a:lnTo>
                  <a:pt x="313456" y="297598"/>
                </a:lnTo>
                <a:lnTo>
                  <a:pt x="314612" y="298377"/>
                </a:lnTo>
                <a:lnTo>
                  <a:pt x="315769" y="299153"/>
                </a:lnTo>
                <a:lnTo>
                  <a:pt x="316926" y="299925"/>
                </a:lnTo>
                <a:lnTo>
                  <a:pt x="318082" y="300692"/>
                </a:lnTo>
                <a:lnTo>
                  <a:pt x="319239" y="301455"/>
                </a:lnTo>
                <a:lnTo>
                  <a:pt x="320396" y="302214"/>
                </a:lnTo>
                <a:lnTo>
                  <a:pt x="321553" y="302969"/>
                </a:lnTo>
                <a:lnTo>
                  <a:pt x="322709" y="303720"/>
                </a:lnTo>
                <a:lnTo>
                  <a:pt x="323866" y="304467"/>
                </a:lnTo>
                <a:lnTo>
                  <a:pt x="325023" y="305209"/>
                </a:lnTo>
                <a:lnTo>
                  <a:pt x="326179" y="305948"/>
                </a:lnTo>
                <a:lnTo>
                  <a:pt x="327336" y="306682"/>
                </a:lnTo>
                <a:lnTo>
                  <a:pt x="328493" y="307412"/>
                </a:lnTo>
                <a:lnTo>
                  <a:pt x="329649" y="308137"/>
                </a:lnTo>
                <a:lnTo>
                  <a:pt x="330806" y="308859"/>
                </a:lnTo>
                <a:lnTo>
                  <a:pt x="331962" y="309575"/>
                </a:lnTo>
                <a:lnTo>
                  <a:pt x="333119" y="310288"/>
                </a:lnTo>
                <a:lnTo>
                  <a:pt x="334276" y="310996"/>
                </a:lnTo>
                <a:lnTo>
                  <a:pt x="335432" y="311700"/>
                </a:lnTo>
                <a:lnTo>
                  <a:pt x="336589" y="312400"/>
                </a:lnTo>
                <a:lnTo>
                  <a:pt x="337746" y="313095"/>
                </a:lnTo>
                <a:lnTo>
                  <a:pt x="338903" y="313786"/>
                </a:lnTo>
                <a:lnTo>
                  <a:pt x="340059" y="314472"/>
                </a:lnTo>
                <a:lnTo>
                  <a:pt x="341216" y="315154"/>
                </a:lnTo>
                <a:lnTo>
                  <a:pt x="342373" y="315831"/>
                </a:lnTo>
                <a:lnTo>
                  <a:pt x="343529" y="316504"/>
                </a:lnTo>
                <a:lnTo>
                  <a:pt x="344686" y="317172"/>
                </a:lnTo>
                <a:lnTo>
                  <a:pt x="345842" y="317836"/>
                </a:lnTo>
                <a:lnTo>
                  <a:pt x="346999" y="318495"/>
                </a:lnTo>
                <a:lnTo>
                  <a:pt x="348156" y="319150"/>
                </a:lnTo>
                <a:lnTo>
                  <a:pt x="349312" y="319800"/>
                </a:lnTo>
                <a:lnTo>
                  <a:pt x="350469" y="320446"/>
                </a:lnTo>
                <a:lnTo>
                  <a:pt x="351626" y="321087"/>
                </a:lnTo>
                <a:lnTo>
                  <a:pt x="352782" y="321724"/>
                </a:lnTo>
                <a:lnTo>
                  <a:pt x="353939" y="322356"/>
                </a:lnTo>
                <a:lnTo>
                  <a:pt x="355096" y="322983"/>
                </a:lnTo>
                <a:lnTo>
                  <a:pt x="356253" y="323605"/>
                </a:lnTo>
                <a:lnTo>
                  <a:pt x="357409" y="324223"/>
                </a:lnTo>
                <a:lnTo>
                  <a:pt x="358566" y="324837"/>
                </a:lnTo>
                <a:lnTo>
                  <a:pt x="359723" y="325445"/>
                </a:lnTo>
                <a:lnTo>
                  <a:pt x="360879" y="326049"/>
                </a:lnTo>
                <a:lnTo>
                  <a:pt x="362036" y="326648"/>
                </a:lnTo>
                <a:lnTo>
                  <a:pt x="363192" y="327243"/>
                </a:lnTo>
                <a:lnTo>
                  <a:pt x="364349" y="327833"/>
                </a:lnTo>
                <a:lnTo>
                  <a:pt x="365506" y="328418"/>
                </a:lnTo>
                <a:lnTo>
                  <a:pt x="366662" y="328998"/>
                </a:lnTo>
                <a:lnTo>
                  <a:pt x="367819" y="329573"/>
                </a:lnTo>
                <a:lnTo>
                  <a:pt x="368976" y="330145"/>
                </a:lnTo>
                <a:lnTo>
                  <a:pt x="370132" y="330710"/>
                </a:lnTo>
                <a:lnTo>
                  <a:pt x="371289" y="331272"/>
                </a:lnTo>
                <a:lnTo>
                  <a:pt x="372446" y="331828"/>
                </a:lnTo>
                <a:lnTo>
                  <a:pt x="373603" y="332380"/>
                </a:lnTo>
                <a:lnTo>
                  <a:pt x="374759" y="332927"/>
                </a:lnTo>
                <a:lnTo>
                  <a:pt x="375916" y="333469"/>
                </a:lnTo>
                <a:lnTo>
                  <a:pt x="377073" y="334007"/>
                </a:lnTo>
                <a:lnTo>
                  <a:pt x="378229" y="334539"/>
                </a:lnTo>
                <a:lnTo>
                  <a:pt x="379386" y="335067"/>
                </a:lnTo>
                <a:lnTo>
                  <a:pt x="380542" y="335590"/>
                </a:lnTo>
                <a:lnTo>
                  <a:pt x="381699" y="336108"/>
                </a:lnTo>
                <a:lnTo>
                  <a:pt x="382855" y="336622"/>
                </a:lnTo>
                <a:lnTo>
                  <a:pt x="384012" y="337130"/>
                </a:lnTo>
                <a:lnTo>
                  <a:pt x="385169" y="337634"/>
                </a:lnTo>
                <a:lnTo>
                  <a:pt x="386326" y="338133"/>
                </a:lnTo>
                <a:lnTo>
                  <a:pt x="387482" y="338627"/>
                </a:lnTo>
                <a:lnTo>
                  <a:pt x="388639" y="339116"/>
                </a:lnTo>
                <a:lnTo>
                  <a:pt x="389796" y="339601"/>
                </a:lnTo>
                <a:lnTo>
                  <a:pt x="390953" y="340081"/>
                </a:lnTo>
                <a:lnTo>
                  <a:pt x="392112" y="340556"/>
                </a:lnTo>
                <a:lnTo>
                  <a:pt x="393263" y="341026"/>
                </a:lnTo>
                <a:lnTo>
                  <a:pt x="394421" y="341492"/>
                </a:lnTo>
                <a:lnTo>
                  <a:pt x="395578" y="341952"/>
                </a:lnTo>
                <a:lnTo>
                  <a:pt x="396736" y="342407"/>
                </a:lnTo>
                <a:lnTo>
                  <a:pt x="397893" y="342859"/>
                </a:lnTo>
                <a:lnTo>
                  <a:pt x="399051" y="343305"/>
                </a:lnTo>
                <a:lnTo>
                  <a:pt x="400208" y="343746"/>
                </a:lnTo>
                <a:lnTo>
                  <a:pt x="401360" y="344183"/>
                </a:lnTo>
                <a:lnTo>
                  <a:pt x="402517" y="344615"/>
                </a:lnTo>
                <a:lnTo>
                  <a:pt x="403675" y="345042"/>
                </a:lnTo>
                <a:lnTo>
                  <a:pt x="404832" y="345465"/>
                </a:lnTo>
                <a:lnTo>
                  <a:pt x="405990" y="345882"/>
                </a:lnTo>
                <a:lnTo>
                  <a:pt x="407147" y="346295"/>
                </a:lnTo>
                <a:lnTo>
                  <a:pt x="408305" y="346704"/>
                </a:lnTo>
                <a:lnTo>
                  <a:pt x="409457" y="347107"/>
                </a:lnTo>
                <a:lnTo>
                  <a:pt x="410614" y="347506"/>
                </a:lnTo>
                <a:lnTo>
                  <a:pt x="411772" y="347900"/>
                </a:lnTo>
                <a:lnTo>
                  <a:pt x="412929" y="348290"/>
                </a:lnTo>
                <a:lnTo>
                  <a:pt x="414087" y="348675"/>
                </a:lnTo>
                <a:lnTo>
                  <a:pt x="415244" y="349055"/>
                </a:lnTo>
                <a:lnTo>
                  <a:pt x="416402" y="349431"/>
                </a:lnTo>
                <a:lnTo>
                  <a:pt x="417553" y="349802"/>
                </a:lnTo>
                <a:lnTo>
                  <a:pt x="418711" y="350169"/>
                </a:lnTo>
                <a:lnTo>
                  <a:pt x="419868" y="350531"/>
                </a:lnTo>
                <a:lnTo>
                  <a:pt x="421026" y="350888"/>
                </a:lnTo>
                <a:lnTo>
                  <a:pt x="422183" y="351240"/>
                </a:lnTo>
                <a:lnTo>
                  <a:pt x="423341" y="351589"/>
                </a:lnTo>
                <a:lnTo>
                  <a:pt x="424498" y="351933"/>
                </a:lnTo>
                <a:lnTo>
                  <a:pt x="425650" y="352272"/>
                </a:lnTo>
                <a:lnTo>
                  <a:pt x="426807" y="352607"/>
                </a:lnTo>
                <a:lnTo>
                  <a:pt x="427965" y="352938"/>
                </a:lnTo>
                <a:lnTo>
                  <a:pt x="429122" y="353264"/>
                </a:lnTo>
                <a:lnTo>
                  <a:pt x="430280" y="353585"/>
                </a:lnTo>
                <a:lnTo>
                  <a:pt x="431437" y="353902"/>
                </a:lnTo>
                <a:lnTo>
                  <a:pt x="432595" y="354215"/>
                </a:lnTo>
                <a:lnTo>
                  <a:pt x="433746" y="354524"/>
                </a:lnTo>
                <a:lnTo>
                  <a:pt x="434904" y="354828"/>
                </a:lnTo>
                <a:lnTo>
                  <a:pt x="436061" y="355128"/>
                </a:lnTo>
                <a:lnTo>
                  <a:pt x="437219" y="355424"/>
                </a:lnTo>
                <a:lnTo>
                  <a:pt x="438376" y="355716"/>
                </a:lnTo>
                <a:lnTo>
                  <a:pt x="439534" y="356003"/>
                </a:lnTo>
                <a:lnTo>
                  <a:pt x="440691" y="356286"/>
                </a:lnTo>
                <a:lnTo>
                  <a:pt x="441843" y="356565"/>
                </a:lnTo>
                <a:lnTo>
                  <a:pt x="443000" y="356840"/>
                </a:lnTo>
                <a:lnTo>
                  <a:pt x="444158" y="357111"/>
                </a:lnTo>
                <a:lnTo>
                  <a:pt x="445315" y="357377"/>
                </a:lnTo>
                <a:lnTo>
                  <a:pt x="446473" y="357640"/>
                </a:lnTo>
                <a:lnTo>
                  <a:pt x="447630" y="357898"/>
                </a:lnTo>
                <a:lnTo>
                  <a:pt x="448788" y="358153"/>
                </a:lnTo>
                <a:lnTo>
                  <a:pt x="449939" y="358404"/>
                </a:lnTo>
                <a:lnTo>
                  <a:pt x="451097" y="358651"/>
                </a:lnTo>
                <a:lnTo>
                  <a:pt x="452254" y="358894"/>
                </a:lnTo>
                <a:lnTo>
                  <a:pt x="453412" y="359133"/>
                </a:lnTo>
                <a:lnTo>
                  <a:pt x="454569" y="359368"/>
                </a:lnTo>
                <a:lnTo>
                  <a:pt x="455727" y="359599"/>
                </a:lnTo>
                <a:lnTo>
                  <a:pt x="456884" y="359827"/>
                </a:lnTo>
                <a:lnTo>
                  <a:pt x="458042" y="360051"/>
                </a:lnTo>
                <a:lnTo>
                  <a:pt x="459193" y="360271"/>
                </a:lnTo>
                <a:lnTo>
                  <a:pt x="460351" y="360487"/>
                </a:lnTo>
                <a:lnTo>
                  <a:pt x="461508" y="360701"/>
                </a:lnTo>
                <a:lnTo>
                  <a:pt x="462666" y="360910"/>
                </a:lnTo>
                <a:lnTo>
                  <a:pt x="463823" y="361116"/>
                </a:lnTo>
                <a:lnTo>
                  <a:pt x="464981" y="361318"/>
                </a:lnTo>
                <a:lnTo>
                  <a:pt x="466138" y="361517"/>
                </a:lnTo>
                <a:lnTo>
                  <a:pt x="467290" y="361712"/>
                </a:lnTo>
                <a:lnTo>
                  <a:pt x="468447" y="361904"/>
                </a:lnTo>
                <a:lnTo>
                  <a:pt x="469605" y="362093"/>
                </a:lnTo>
                <a:lnTo>
                  <a:pt x="470762" y="362278"/>
                </a:lnTo>
                <a:lnTo>
                  <a:pt x="471920" y="362459"/>
                </a:lnTo>
                <a:lnTo>
                  <a:pt x="473077" y="362638"/>
                </a:lnTo>
                <a:lnTo>
                  <a:pt x="474235" y="362814"/>
                </a:lnTo>
                <a:lnTo>
                  <a:pt x="475386" y="362986"/>
                </a:lnTo>
                <a:lnTo>
                  <a:pt x="476544" y="363154"/>
                </a:lnTo>
                <a:lnTo>
                  <a:pt x="477701" y="363320"/>
                </a:lnTo>
                <a:lnTo>
                  <a:pt x="478859" y="363483"/>
                </a:lnTo>
                <a:lnTo>
                  <a:pt x="480016" y="363643"/>
                </a:lnTo>
                <a:lnTo>
                  <a:pt x="481174" y="363800"/>
                </a:lnTo>
                <a:lnTo>
                  <a:pt x="482331" y="363953"/>
                </a:lnTo>
                <a:lnTo>
                  <a:pt x="483483" y="364104"/>
                </a:lnTo>
                <a:lnTo>
                  <a:pt x="484641" y="364252"/>
                </a:lnTo>
                <a:lnTo>
                  <a:pt x="485798" y="364397"/>
                </a:lnTo>
                <a:lnTo>
                  <a:pt x="486956" y="364539"/>
                </a:lnTo>
                <a:lnTo>
                  <a:pt x="488113" y="364679"/>
                </a:lnTo>
                <a:lnTo>
                  <a:pt x="489271" y="364816"/>
                </a:lnTo>
                <a:lnTo>
                  <a:pt x="490428" y="364949"/>
                </a:lnTo>
                <a:lnTo>
                  <a:pt x="491580" y="365081"/>
                </a:lnTo>
                <a:lnTo>
                  <a:pt x="492737" y="365210"/>
                </a:lnTo>
                <a:lnTo>
                  <a:pt x="493895" y="365335"/>
                </a:lnTo>
                <a:lnTo>
                  <a:pt x="495052" y="365459"/>
                </a:lnTo>
                <a:lnTo>
                  <a:pt x="496210" y="365580"/>
                </a:lnTo>
                <a:lnTo>
                  <a:pt x="497367" y="365699"/>
                </a:lnTo>
                <a:lnTo>
                  <a:pt x="498525" y="365814"/>
                </a:lnTo>
                <a:lnTo>
                  <a:pt x="499676" y="365928"/>
                </a:lnTo>
                <a:lnTo>
                  <a:pt x="500834" y="366040"/>
                </a:lnTo>
                <a:lnTo>
                  <a:pt x="501991" y="366149"/>
                </a:lnTo>
                <a:lnTo>
                  <a:pt x="503149" y="366255"/>
                </a:lnTo>
                <a:lnTo>
                  <a:pt x="504306" y="366360"/>
                </a:lnTo>
                <a:lnTo>
                  <a:pt x="505464" y="366462"/>
                </a:lnTo>
                <a:lnTo>
                  <a:pt x="506621" y="366563"/>
                </a:lnTo>
                <a:lnTo>
                  <a:pt x="507773" y="366661"/>
                </a:lnTo>
                <a:lnTo>
                  <a:pt x="508930" y="366756"/>
                </a:lnTo>
                <a:lnTo>
                  <a:pt x="510088" y="366850"/>
                </a:lnTo>
                <a:lnTo>
                  <a:pt x="511245" y="366942"/>
                </a:lnTo>
                <a:lnTo>
                  <a:pt x="512403" y="367032"/>
                </a:lnTo>
                <a:lnTo>
                  <a:pt x="513560" y="367120"/>
                </a:lnTo>
                <a:lnTo>
                  <a:pt x="514718" y="367206"/>
                </a:lnTo>
                <a:lnTo>
                  <a:pt x="515869" y="367290"/>
                </a:lnTo>
                <a:lnTo>
                  <a:pt x="517027" y="367372"/>
                </a:lnTo>
                <a:lnTo>
                  <a:pt x="518184" y="367453"/>
                </a:lnTo>
                <a:lnTo>
                  <a:pt x="519342" y="367532"/>
                </a:lnTo>
                <a:lnTo>
                  <a:pt x="520499" y="367609"/>
                </a:lnTo>
                <a:lnTo>
                  <a:pt x="521657" y="367685"/>
                </a:lnTo>
                <a:lnTo>
                  <a:pt x="522814" y="367758"/>
                </a:lnTo>
                <a:lnTo>
                  <a:pt x="523966" y="367830"/>
                </a:lnTo>
                <a:lnTo>
                  <a:pt x="525123" y="367901"/>
                </a:lnTo>
                <a:lnTo>
                  <a:pt x="526281" y="367970"/>
                </a:lnTo>
                <a:lnTo>
                  <a:pt x="527438" y="368038"/>
                </a:lnTo>
                <a:lnTo>
                  <a:pt x="528596" y="368104"/>
                </a:lnTo>
                <a:lnTo>
                  <a:pt x="529753" y="368169"/>
                </a:lnTo>
                <a:lnTo>
                  <a:pt x="530911" y="368232"/>
                </a:lnTo>
                <a:lnTo>
                  <a:pt x="532068" y="368294"/>
                </a:lnTo>
                <a:lnTo>
                  <a:pt x="533220" y="368355"/>
                </a:lnTo>
                <a:lnTo>
                  <a:pt x="534377" y="368415"/>
                </a:lnTo>
                <a:lnTo>
                  <a:pt x="535535" y="368473"/>
                </a:lnTo>
                <a:lnTo>
                  <a:pt x="536692" y="368530"/>
                </a:lnTo>
                <a:lnTo>
                  <a:pt x="537850" y="368586"/>
                </a:lnTo>
                <a:lnTo>
                  <a:pt x="539007" y="368641"/>
                </a:lnTo>
                <a:lnTo>
                  <a:pt x="540165" y="368694"/>
                </a:lnTo>
                <a:lnTo>
                  <a:pt x="541316" y="368746"/>
                </a:lnTo>
                <a:lnTo>
                  <a:pt x="542474" y="368798"/>
                </a:lnTo>
                <a:lnTo>
                  <a:pt x="543631" y="368849"/>
                </a:lnTo>
                <a:lnTo>
                  <a:pt x="544789" y="368898"/>
                </a:lnTo>
                <a:lnTo>
                  <a:pt x="545946" y="368947"/>
                </a:lnTo>
                <a:lnTo>
                  <a:pt x="547104" y="368995"/>
                </a:lnTo>
                <a:lnTo>
                  <a:pt x="548261" y="369042"/>
                </a:lnTo>
                <a:lnTo>
                  <a:pt x="549413" y="369088"/>
                </a:lnTo>
                <a:lnTo>
                  <a:pt x="550570" y="369133"/>
                </a:lnTo>
                <a:lnTo>
                  <a:pt x="551728" y="369178"/>
                </a:lnTo>
                <a:lnTo>
                  <a:pt x="552885" y="369221"/>
                </a:lnTo>
                <a:lnTo>
                  <a:pt x="554043" y="369265"/>
                </a:lnTo>
                <a:lnTo>
                  <a:pt x="555200" y="369307"/>
                </a:lnTo>
                <a:lnTo>
                  <a:pt x="556358" y="369349"/>
                </a:lnTo>
                <a:lnTo>
                  <a:pt x="557510" y="369390"/>
                </a:lnTo>
                <a:lnTo>
                  <a:pt x="558667" y="369431"/>
                </a:lnTo>
                <a:lnTo>
                  <a:pt x="559825" y="369471"/>
                </a:lnTo>
                <a:lnTo>
                  <a:pt x="560982" y="369511"/>
                </a:lnTo>
                <a:lnTo>
                  <a:pt x="562140" y="369550"/>
                </a:lnTo>
                <a:lnTo>
                  <a:pt x="563297" y="369589"/>
                </a:lnTo>
                <a:lnTo>
                  <a:pt x="564454" y="369627"/>
                </a:lnTo>
                <a:lnTo>
                  <a:pt x="565606" y="369665"/>
                </a:lnTo>
                <a:lnTo>
                  <a:pt x="566764" y="369703"/>
                </a:lnTo>
                <a:lnTo>
                  <a:pt x="567921" y="369740"/>
                </a:lnTo>
                <a:lnTo>
                  <a:pt x="569079" y="369778"/>
                </a:lnTo>
                <a:lnTo>
                  <a:pt x="570236" y="369814"/>
                </a:lnTo>
                <a:lnTo>
                  <a:pt x="571394" y="369851"/>
                </a:lnTo>
                <a:lnTo>
                  <a:pt x="572551" y="369887"/>
                </a:lnTo>
                <a:lnTo>
                  <a:pt x="573703" y="369924"/>
                </a:lnTo>
                <a:lnTo>
                  <a:pt x="574860" y="369960"/>
                </a:lnTo>
                <a:lnTo>
                  <a:pt x="576018" y="369996"/>
                </a:lnTo>
                <a:lnTo>
                  <a:pt x="577175" y="370032"/>
                </a:lnTo>
                <a:lnTo>
                  <a:pt x="578333" y="370069"/>
                </a:lnTo>
                <a:lnTo>
                  <a:pt x="579490" y="370105"/>
                </a:lnTo>
                <a:lnTo>
                  <a:pt x="580648" y="370141"/>
                </a:lnTo>
                <a:lnTo>
                  <a:pt x="581799" y="370177"/>
                </a:lnTo>
                <a:lnTo>
                  <a:pt x="582957" y="370213"/>
                </a:lnTo>
                <a:lnTo>
                  <a:pt x="584114" y="370250"/>
                </a:lnTo>
                <a:lnTo>
                  <a:pt x="585272" y="370287"/>
                </a:lnTo>
                <a:lnTo>
                  <a:pt x="586429" y="370323"/>
                </a:lnTo>
                <a:lnTo>
                  <a:pt x="587587" y="370360"/>
                </a:lnTo>
                <a:lnTo>
                  <a:pt x="588744" y="370398"/>
                </a:lnTo>
                <a:lnTo>
                  <a:pt x="589896" y="370435"/>
                </a:lnTo>
                <a:lnTo>
                  <a:pt x="591053" y="370474"/>
                </a:lnTo>
                <a:lnTo>
                  <a:pt x="592211" y="370512"/>
                </a:lnTo>
                <a:lnTo>
                  <a:pt x="593368" y="370551"/>
                </a:lnTo>
                <a:lnTo>
                  <a:pt x="594526" y="370590"/>
                </a:lnTo>
                <a:lnTo>
                  <a:pt x="595683" y="370630"/>
                </a:lnTo>
                <a:lnTo>
                  <a:pt x="596841" y="370670"/>
                </a:lnTo>
                <a:lnTo>
                  <a:pt x="597992" y="370711"/>
                </a:lnTo>
                <a:lnTo>
                  <a:pt x="599150" y="370752"/>
                </a:lnTo>
                <a:lnTo>
                  <a:pt x="600307" y="370793"/>
                </a:lnTo>
                <a:lnTo>
                  <a:pt x="601465" y="370836"/>
                </a:lnTo>
                <a:lnTo>
                  <a:pt x="602622" y="370879"/>
                </a:lnTo>
                <a:lnTo>
                  <a:pt x="603780" y="370923"/>
                </a:lnTo>
                <a:lnTo>
                  <a:pt x="604937" y="370967"/>
                </a:lnTo>
                <a:lnTo>
                  <a:pt x="606089" y="371013"/>
                </a:lnTo>
                <a:lnTo>
                  <a:pt x="607246" y="371059"/>
                </a:lnTo>
                <a:lnTo>
                  <a:pt x="608404" y="371106"/>
                </a:lnTo>
                <a:lnTo>
                  <a:pt x="609561" y="371154"/>
                </a:lnTo>
                <a:lnTo>
                  <a:pt x="610719" y="371203"/>
                </a:lnTo>
                <a:lnTo>
                  <a:pt x="611876" y="371252"/>
                </a:lnTo>
                <a:lnTo>
                  <a:pt x="613034" y="371302"/>
                </a:lnTo>
                <a:lnTo>
                  <a:pt x="614191" y="371354"/>
                </a:lnTo>
                <a:lnTo>
                  <a:pt x="615343" y="371407"/>
                </a:lnTo>
                <a:lnTo>
                  <a:pt x="616500" y="371460"/>
                </a:lnTo>
                <a:lnTo>
                  <a:pt x="617658" y="371515"/>
                </a:lnTo>
                <a:lnTo>
                  <a:pt x="618815" y="371571"/>
                </a:lnTo>
                <a:lnTo>
                  <a:pt x="619973" y="371628"/>
                </a:lnTo>
                <a:lnTo>
                  <a:pt x="621130" y="371686"/>
                </a:lnTo>
                <a:lnTo>
                  <a:pt x="622288" y="371746"/>
                </a:lnTo>
                <a:lnTo>
                  <a:pt x="623439" y="371806"/>
                </a:lnTo>
                <a:lnTo>
                  <a:pt x="624597" y="371869"/>
                </a:lnTo>
                <a:lnTo>
                  <a:pt x="625754" y="371932"/>
                </a:lnTo>
                <a:lnTo>
                  <a:pt x="626912" y="371997"/>
                </a:lnTo>
                <a:lnTo>
                  <a:pt x="628069" y="372063"/>
                </a:lnTo>
                <a:lnTo>
                  <a:pt x="629227" y="372130"/>
                </a:lnTo>
                <a:lnTo>
                  <a:pt x="630384" y="372199"/>
                </a:lnTo>
                <a:lnTo>
                  <a:pt x="631536" y="372270"/>
                </a:lnTo>
                <a:lnTo>
                  <a:pt x="632694" y="372342"/>
                </a:lnTo>
                <a:lnTo>
                  <a:pt x="633851" y="372416"/>
                </a:lnTo>
                <a:lnTo>
                  <a:pt x="635008" y="372492"/>
                </a:lnTo>
                <a:lnTo>
                  <a:pt x="636166" y="372569"/>
                </a:lnTo>
                <a:lnTo>
                  <a:pt x="637323" y="372648"/>
                </a:lnTo>
                <a:lnTo>
                  <a:pt x="638481" y="372729"/>
                </a:lnTo>
                <a:lnTo>
                  <a:pt x="639633" y="372811"/>
                </a:lnTo>
                <a:lnTo>
                  <a:pt x="640790" y="372895"/>
                </a:lnTo>
                <a:lnTo>
                  <a:pt x="641948" y="372981"/>
                </a:lnTo>
                <a:lnTo>
                  <a:pt x="643105" y="373069"/>
                </a:lnTo>
                <a:lnTo>
                  <a:pt x="644263" y="373158"/>
                </a:lnTo>
                <a:lnTo>
                  <a:pt x="645420" y="373251"/>
                </a:lnTo>
                <a:lnTo>
                  <a:pt x="646578" y="373345"/>
                </a:lnTo>
                <a:lnTo>
                  <a:pt x="647729" y="373440"/>
                </a:lnTo>
                <a:lnTo>
                  <a:pt x="648887" y="373538"/>
                </a:lnTo>
                <a:lnTo>
                  <a:pt x="650044" y="373639"/>
                </a:lnTo>
                <a:lnTo>
                  <a:pt x="651202" y="373741"/>
                </a:lnTo>
                <a:lnTo>
                  <a:pt x="652359" y="373845"/>
                </a:lnTo>
                <a:lnTo>
                  <a:pt x="653517" y="373952"/>
                </a:lnTo>
                <a:lnTo>
                  <a:pt x="654674" y="374061"/>
                </a:lnTo>
                <a:lnTo>
                  <a:pt x="655826" y="374172"/>
                </a:lnTo>
                <a:lnTo>
                  <a:pt x="656983" y="374286"/>
                </a:lnTo>
                <a:lnTo>
                  <a:pt x="658141" y="374402"/>
                </a:lnTo>
                <a:lnTo>
                  <a:pt x="659298" y="374521"/>
                </a:lnTo>
                <a:lnTo>
                  <a:pt x="660456" y="374642"/>
                </a:lnTo>
                <a:lnTo>
                  <a:pt x="661613" y="374765"/>
                </a:lnTo>
                <a:lnTo>
                  <a:pt x="662771" y="374891"/>
                </a:lnTo>
                <a:lnTo>
                  <a:pt x="663922" y="375020"/>
                </a:lnTo>
                <a:lnTo>
                  <a:pt x="665080" y="375152"/>
                </a:lnTo>
                <a:lnTo>
                  <a:pt x="666237" y="375285"/>
                </a:lnTo>
                <a:lnTo>
                  <a:pt x="667395" y="375422"/>
                </a:lnTo>
                <a:lnTo>
                  <a:pt x="668552" y="375561"/>
                </a:lnTo>
                <a:lnTo>
                  <a:pt x="669710" y="375704"/>
                </a:lnTo>
                <a:lnTo>
                  <a:pt x="670867" y="375848"/>
                </a:lnTo>
                <a:lnTo>
                  <a:pt x="672019" y="375997"/>
                </a:lnTo>
                <a:lnTo>
                  <a:pt x="673176" y="376147"/>
                </a:lnTo>
                <a:lnTo>
                  <a:pt x="674334" y="376301"/>
                </a:lnTo>
                <a:lnTo>
                  <a:pt x="675491" y="376458"/>
                </a:lnTo>
                <a:lnTo>
                  <a:pt x="676649" y="376617"/>
                </a:lnTo>
                <a:lnTo>
                  <a:pt x="677806" y="376780"/>
                </a:lnTo>
                <a:lnTo>
                  <a:pt x="678964" y="376946"/>
                </a:lnTo>
                <a:lnTo>
                  <a:pt x="680115" y="377115"/>
                </a:lnTo>
                <a:lnTo>
                  <a:pt x="681273" y="377287"/>
                </a:lnTo>
                <a:lnTo>
                  <a:pt x="682430" y="377462"/>
                </a:lnTo>
                <a:lnTo>
                  <a:pt x="683588" y="377641"/>
                </a:lnTo>
                <a:lnTo>
                  <a:pt x="684745" y="377823"/>
                </a:lnTo>
                <a:lnTo>
                  <a:pt x="685903" y="378008"/>
                </a:lnTo>
                <a:lnTo>
                  <a:pt x="687060" y="378196"/>
                </a:lnTo>
                <a:lnTo>
                  <a:pt x="688218" y="378388"/>
                </a:lnTo>
                <a:lnTo>
                  <a:pt x="689369" y="378584"/>
                </a:lnTo>
                <a:lnTo>
                  <a:pt x="690527" y="378782"/>
                </a:lnTo>
                <a:lnTo>
                  <a:pt x="691684" y="378985"/>
                </a:lnTo>
                <a:lnTo>
                  <a:pt x="692842" y="379190"/>
                </a:lnTo>
                <a:lnTo>
                  <a:pt x="693999" y="379400"/>
                </a:lnTo>
                <a:lnTo>
                  <a:pt x="695157" y="379613"/>
                </a:lnTo>
                <a:lnTo>
                  <a:pt x="696314" y="379829"/>
                </a:lnTo>
                <a:lnTo>
                  <a:pt x="697466" y="380050"/>
                </a:lnTo>
                <a:lnTo>
                  <a:pt x="698623" y="380274"/>
                </a:lnTo>
                <a:lnTo>
                  <a:pt x="699781" y="380501"/>
                </a:lnTo>
                <a:lnTo>
                  <a:pt x="700938" y="380733"/>
                </a:lnTo>
                <a:lnTo>
                  <a:pt x="702096" y="380968"/>
                </a:lnTo>
                <a:lnTo>
                  <a:pt x="703253" y="381207"/>
                </a:lnTo>
                <a:lnTo>
                  <a:pt x="704411" y="381450"/>
                </a:lnTo>
                <a:lnTo>
                  <a:pt x="705563" y="381697"/>
                </a:lnTo>
                <a:lnTo>
                  <a:pt x="706720" y="381948"/>
                </a:lnTo>
                <a:lnTo>
                  <a:pt x="707877" y="382202"/>
                </a:lnTo>
                <a:lnTo>
                  <a:pt x="709035" y="382461"/>
                </a:lnTo>
                <a:lnTo>
                  <a:pt x="710192" y="382724"/>
                </a:lnTo>
                <a:lnTo>
                  <a:pt x="711350" y="382990"/>
                </a:lnTo>
                <a:lnTo>
                  <a:pt x="712508" y="383261"/>
                </a:lnTo>
                <a:lnTo>
                  <a:pt x="713659" y="383536"/>
                </a:lnTo>
                <a:lnTo>
                  <a:pt x="714817" y="383814"/>
                </a:lnTo>
                <a:lnTo>
                  <a:pt x="715974" y="384098"/>
                </a:lnTo>
                <a:lnTo>
                  <a:pt x="717132" y="384385"/>
                </a:lnTo>
                <a:lnTo>
                  <a:pt x="718289" y="384677"/>
                </a:lnTo>
                <a:lnTo>
                  <a:pt x="719447" y="384973"/>
                </a:lnTo>
                <a:lnTo>
                  <a:pt x="720604" y="385273"/>
                </a:lnTo>
                <a:lnTo>
                  <a:pt x="721756" y="385577"/>
                </a:lnTo>
                <a:lnTo>
                  <a:pt x="722913" y="385886"/>
                </a:lnTo>
                <a:lnTo>
                  <a:pt x="724071" y="386198"/>
                </a:lnTo>
                <a:lnTo>
                  <a:pt x="725228" y="386516"/>
                </a:lnTo>
                <a:lnTo>
                  <a:pt x="726386" y="386837"/>
                </a:lnTo>
                <a:lnTo>
                  <a:pt x="727543" y="387163"/>
                </a:lnTo>
                <a:lnTo>
                  <a:pt x="728701" y="387494"/>
                </a:lnTo>
                <a:lnTo>
                  <a:pt x="729852" y="387829"/>
                </a:lnTo>
                <a:lnTo>
                  <a:pt x="731010" y="388168"/>
                </a:lnTo>
                <a:lnTo>
                  <a:pt x="732167" y="388512"/>
                </a:lnTo>
                <a:lnTo>
                  <a:pt x="733325" y="388860"/>
                </a:lnTo>
                <a:lnTo>
                  <a:pt x="734482" y="389213"/>
                </a:lnTo>
                <a:lnTo>
                  <a:pt x="735640" y="389570"/>
                </a:lnTo>
                <a:lnTo>
                  <a:pt x="736797" y="389932"/>
                </a:lnTo>
                <a:lnTo>
                  <a:pt x="737949" y="390299"/>
                </a:lnTo>
                <a:lnTo>
                  <a:pt x="739106" y="390670"/>
                </a:lnTo>
                <a:lnTo>
                  <a:pt x="740264" y="391045"/>
                </a:lnTo>
                <a:lnTo>
                  <a:pt x="741421" y="391426"/>
                </a:lnTo>
                <a:lnTo>
                  <a:pt x="742579" y="391811"/>
                </a:lnTo>
                <a:lnTo>
                  <a:pt x="743736" y="392200"/>
                </a:lnTo>
                <a:lnTo>
                  <a:pt x="744894" y="392594"/>
                </a:lnTo>
                <a:lnTo>
                  <a:pt x="746045" y="392994"/>
                </a:lnTo>
                <a:lnTo>
                  <a:pt x="747203" y="393397"/>
                </a:lnTo>
                <a:lnTo>
                  <a:pt x="748360" y="393806"/>
                </a:lnTo>
                <a:lnTo>
                  <a:pt x="749518" y="394218"/>
                </a:lnTo>
                <a:lnTo>
                  <a:pt x="750675" y="394636"/>
                </a:lnTo>
                <a:lnTo>
                  <a:pt x="751833" y="395059"/>
                </a:lnTo>
                <a:lnTo>
                  <a:pt x="752990" y="395486"/>
                </a:lnTo>
                <a:lnTo>
                  <a:pt x="754142" y="395917"/>
                </a:lnTo>
                <a:lnTo>
                  <a:pt x="755299" y="396354"/>
                </a:lnTo>
                <a:lnTo>
                  <a:pt x="756457" y="396796"/>
                </a:lnTo>
                <a:lnTo>
                  <a:pt x="757614" y="397242"/>
                </a:lnTo>
                <a:lnTo>
                  <a:pt x="758772" y="397693"/>
                </a:lnTo>
                <a:lnTo>
                  <a:pt x="759929" y="398149"/>
                </a:lnTo>
                <a:lnTo>
                  <a:pt x="761087" y="398609"/>
                </a:lnTo>
                <a:lnTo>
                  <a:pt x="762244" y="399075"/>
                </a:lnTo>
                <a:lnTo>
                  <a:pt x="763396" y="399545"/>
                </a:lnTo>
                <a:lnTo>
                  <a:pt x="764553" y="400020"/>
                </a:lnTo>
                <a:lnTo>
                  <a:pt x="765711" y="400500"/>
                </a:lnTo>
                <a:lnTo>
                  <a:pt x="766868" y="400984"/>
                </a:lnTo>
                <a:lnTo>
                  <a:pt x="768026" y="401473"/>
                </a:lnTo>
                <a:lnTo>
                  <a:pt x="769183" y="401968"/>
                </a:lnTo>
                <a:lnTo>
                  <a:pt x="770341" y="402467"/>
                </a:lnTo>
                <a:lnTo>
                  <a:pt x="771492" y="402970"/>
                </a:lnTo>
                <a:lnTo>
                  <a:pt x="772650" y="403479"/>
                </a:lnTo>
                <a:lnTo>
                  <a:pt x="773807" y="403993"/>
                </a:lnTo>
                <a:lnTo>
                  <a:pt x="774965" y="404511"/>
                </a:lnTo>
                <a:lnTo>
                  <a:pt x="776122" y="405034"/>
                </a:lnTo>
                <a:lnTo>
                  <a:pt x="777280" y="405561"/>
                </a:lnTo>
                <a:lnTo>
                  <a:pt x="778437" y="406094"/>
                </a:lnTo>
                <a:lnTo>
                  <a:pt x="779589" y="406631"/>
                </a:lnTo>
                <a:lnTo>
                  <a:pt x="780746" y="407173"/>
                </a:lnTo>
                <a:lnTo>
                  <a:pt x="781904" y="407721"/>
                </a:lnTo>
                <a:lnTo>
                  <a:pt x="783061" y="408272"/>
                </a:lnTo>
                <a:lnTo>
                  <a:pt x="784219" y="408829"/>
                </a:lnTo>
                <a:lnTo>
                  <a:pt x="785377" y="409390"/>
                </a:lnTo>
                <a:lnTo>
                  <a:pt x="786534" y="409956"/>
                </a:lnTo>
                <a:lnTo>
                  <a:pt x="787686" y="410527"/>
                </a:lnTo>
                <a:lnTo>
                  <a:pt x="788843" y="411103"/>
                </a:lnTo>
                <a:lnTo>
                  <a:pt x="790001" y="411683"/>
                </a:lnTo>
                <a:lnTo>
                  <a:pt x="791158" y="412268"/>
                </a:lnTo>
                <a:lnTo>
                  <a:pt x="792316" y="412858"/>
                </a:lnTo>
                <a:lnTo>
                  <a:pt x="793473" y="413452"/>
                </a:lnTo>
                <a:lnTo>
                  <a:pt x="794631" y="414052"/>
                </a:lnTo>
                <a:lnTo>
                  <a:pt x="795782" y="414656"/>
                </a:lnTo>
                <a:lnTo>
                  <a:pt x="796940" y="415264"/>
                </a:lnTo>
                <a:lnTo>
                  <a:pt x="798097" y="415878"/>
                </a:lnTo>
                <a:lnTo>
                  <a:pt x="799255" y="416495"/>
                </a:lnTo>
                <a:lnTo>
                  <a:pt x="800412" y="417118"/>
                </a:lnTo>
                <a:lnTo>
                  <a:pt x="801570" y="417745"/>
                </a:lnTo>
                <a:lnTo>
                  <a:pt x="802727" y="418377"/>
                </a:lnTo>
                <a:lnTo>
                  <a:pt x="803879" y="419014"/>
                </a:lnTo>
                <a:lnTo>
                  <a:pt x="805036" y="419654"/>
                </a:lnTo>
                <a:lnTo>
                  <a:pt x="806194" y="420300"/>
                </a:lnTo>
                <a:lnTo>
                  <a:pt x="807351" y="420951"/>
                </a:lnTo>
                <a:lnTo>
                  <a:pt x="808509" y="421605"/>
                </a:lnTo>
                <a:lnTo>
                  <a:pt x="809666" y="422265"/>
                </a:lnTo>
                <a:lnTo>
                  <a:pt x="810824" y="422928"/>
                </a:lnTo>
                <a:lnTo>
                  <a:pt x="811975" y="423597"/>
                </a:lnTo>
                <a:lnTo>
                  <a:pt x="813133" y="424270"/>
                </a:lnTo>
                <a:lnTo>
                  <a:pt x="814290" y="424947"/>
                </a:lnTo>
                <a:lnTo>
                  <a:pt x="815448" y="425629"/>
                </a:lnTo>
                <a:lnTo>
                  <a:pt x="816605" y="426315"/>
                </a:lnTo>
                <a:lnTo>
                  <a:pt x="817763" y="427006"/>
                </a:lnTo>
                <a:lnTo>
                  <a:pt x="818920" y="427701"/>
                </a:lnTo>
                <a:lnTo>
                  <a:pt x="820072" y="428400"/>
                </a:lnTo>
                <a:lnTo>
                  <a:pt x="821229" y="429104"/>
                </a:lnTo>
                <a:lnTo>
                  <a:pt x="822387" y="429812"/>
                </a:lnTo>
                <a:lnTo>
                  <a:pt x="823544" y="430525"/>
                </a:lnTo>
                <a:lnTo>
                  <a:pt x="824702" y="431242"/>
                </a:lnTo>
                <a:lnTo>
                  <a:pt x="825859" y="431963"/>
                </a:lnTo>
                <a:lnTo>
                  <a:pt x="827017" y="432689"/>
                </a:lnTo>
                <a:lnTo>
                  <a:pt x="828168" y="433419"/>
                </a:lnTo>
                <a:lnTo>
                  <a:pt x="829326" y="434153"/>
                </a:lnTo>
                <a:lnTo>
                  <a:pt x="830483" y="434891"/>
                </a:lnTo>
                <a:lnTo>
                  <a:pt x="831641" y="435634"/>
                </a:lnTo>
                <a:lnTo>
                  <a:pt x="832798" y="436381"/>
                </a:lnTo>
                <a:lnTo>
                  <a:pt x="833956" y="437131"/>
                </a:lnTo>
                <a:lnTo>
                  <a:pt x="835113" y="437887"/>
                </a:lnTo>
                <a:lnTo>
                  <a:pt x="836271" y="438645"/>
                </a:lnTo>
                <a:lnTo>
                  <a:pt x="837422" y="439409"/>
                </a:lnTo>
                <a:lnTo>
                  <a:pt x="838580" y="440176"/>
                </a:lnTo>
                <a:lnTo>
                  <a:pt x="839737" y="440948"/>
                </a:lnTo>
                <a:lnTo>
                  <a:pt x="840895" y="441723"/>
                </a:lnTo>
                <a:lnTo>
                  <a:pt x="842052" y="442503"/>
                </a:lnTo>
                <a:lnTo>
                  <a:pt x="843210" y="443287"/>
                </a:lnTo>
                <a:lnTo>
                  <a:pt x="844367" y="444074"/>
                </a:lnTo>
                <a:lnTo>
                  <a:pt x="845519" y="444866"/>
                </a:lnTo>
                <a:lnTo>
                  <a:pt x="846676" y="445661"/>
                </a:lnTo>
                <a:lnTo>
                  <a:pt x="847834" y="446460"/>
                </a:lnTo>
                <a:lnTo>
                  <a:pt x="848991" y="447264"/>
                </a:lnTo>
                <a:lnTo>
                  <a:pt x="850149" y="448071"/>
                </a:lnTo>
                <a:lnTo>
                  <a:pt x="851306" y="448882"/>
                </a:lnTo>
                <a:lnTo>
                  <a:pt x="852464" y="449697"/>
                </a:lnTo>
                <a:lnTo>
                  <a:pt x="853615" y="450516"/>
                </a:lnTo>
                <a:lnTo>
                  <a:pt x="854773" y="451338"/>
                </a:lnTo>
                <a:lnTo>
                  <a:pt x="855930" y="452165"/>
                </a:lnTo>
                <a:lnTo>
                  <a:pt x="857088" y="452995"/>
                </a:lnTo>
                <a:lnTo>
                  <a:pt x="858245" y="453829"/>
                </a:lnTo>
                <a:lnTo>
                  <a:pt x="859403" y="454666"/>
                </a:lnTo>
                <a:lnTo>
                  <a:pt x="860560" y="455507"/>
                </a:lnTo>
                <a:lnTo>
                  <a:pt x="861712" y="456352"/>
                </a:lnTo>
                <a:lnTo>
                  <a:pt x="862870" y="457200"/>
                </a:lnTo>
                <a:lnTo>
                  <a:pt x="864027" y="458052"/>
                </a:lnTo>
                <a:lnTo>
                  <a:pt x="865184" y="458908"/>
                </a:lnTo>
                <a:lnTo>
                  <a:pt x="866342" y="459767"/>
                </a:lnTo>
                <a:lnTo>
                  <a:pt x="867500" y="460630"/>
                </a:lnTo>
                <a:lnTo>
                  <a:pt x="868657" y="461497"/>
                </a:lnTo>
                <a:lnTo>
                  <a:pt x="869809" y="462366"/>
                </a:lnTo>
                <a:lnTo>
                  <a:pt x="870966" y="463240"/>
                </a:lnTo>
                <a:lnTo>
                  <a:pt x="872124" y="464117"/>
                </a:lnTo>
                <a:lnTo>
                  <a:pt x="873281" y="464997"/>
                </a:lnTo>
                <a:lnTo>
                  <a:pt x="874439" y="465881"/>
                </a:lnTo>
                <a:lnTo>
                  <a:pt x="875596" y="466768"/>
                </a:lnTo>
                <a:lnTo>
                  <a:pt x="876754" y="467658"/>
                </a:lnTo>
                <a:lnTo>
                  <a:pt x="877905" y="468552"/>
                </a:lnTo>
                <a:lnTo>
                  <a:pt x="879063" y="469449"/>
                </a:lnTo>
                <a:lnTo>
                  <a:pt x="880220" y="470350"/>
                </a:lnTo>
                <a:lnTo>
                  <a:pt x="881378" y="471253"/>
                </a:lnTo>
                <a:lnTo>
                  <a:pt x="882535" y="472160"/>
                </a:lnTo>
                <a:lnTo>
                  <a:pt x="883693" y="473070"/>
                </a:lnTo>
                <a:lnTo>
                  <a:pt x="884850" y="473983"/>
                </a:lnTo>
                <a:lnTo>
                  <a:pt x="886002" y="474900"/>
                </a:lnTo>
                <a:lnTo>
                  <a:pt x="887159" y="475820"/>
                </a:lnTo>
                <a:lnTo>
                  <a:pt x="888317" y="476743"/>
                </a:lnTo>
                <a:lnTo>
                  <a:pt x="889474" y="477669"/>
                </a:lnTo>
                <a:lnTo>
                  <a:pt x="890632" y="478598"/>
                </a:lnTo>
                <a:lnTo>
                  <a:pt x="891789" y="479530"/>
                </a:lnTo>
                <a:lnTo>
                  <a:pt x="892947" y="480465"/>
                </a:lnTo>
                <a:lnTo>
                  <a:pt x="894098" y="481404"/>
                </a:lnTo>
                <a:lnTo>
                  <a:pt x="895256" y="482345"/>
                </a:lnTo>
                <a:lnTo>
                  <a:pt x="896413" y="483289"/>
                </a:lnTo>
                <a:lnTo>
                  <a:pt x="897571" y="484237"/>
                </a:lnTo>
                <a:lnTo>
                  <a:pt x="898728" y="485187"/>
                </a:lnTo>
                <a:lnTo>
                  <a:pt x="899886" y="486140"/>
                </a:lnTo>
                <a:lnTo>
                  <a:pt x="901043" y="487097"/>
                </a:lnTo>
                <a:lnTo>
                  <a:pt x="902195" y="488056"/>
                </a:lnTo>
                <a:lnTo>
                  <a:pt x="903352" y="489017"/>
                </a:lnTo>
                <a:lnTo>
                  <a:pt x="904510" y="489982"/>
                </a:lnTo>
                <a:lnTo>
                  <a:pt x="905667" y="490949"/>
                </a:lnTo>
                <a:lnTo>
                  <a:pt x="906825" y="491920"/>
                </a:lnTo>
                <a:lnTo>
                  <a:pt x="907982" y="492893"/>
                </a:lnTo>
                <a:lnTo>
                  <a:pt x="909140" y="493869"/>
                </a:lnTo>
                <a:lnTo>
                  <a:pt x="910297" y="494848"/>
                </a:lnTo>
                <a:lnTo>
                  <a:pt x="911449" y="495829"/>
                </a:lnTo>
                <a:lnTo>
                  <a:pt x="912606" y="496813"/>
                </a:lnTo>
                <a:lnTo>
                  <a:pt x="913764" y="497800"/>
                </a:lnTo>
                <a:lnTo>
                  <a:pt x="914921" y="498789"/>
                </a:lnTo>
                <a:lnTo>
                  <a:pt x="916079" y="499781"/>
                </a:lnTo>
                <a:lnTo>
                  <a:pt x="917236" y="500776"/>
                </a:lnTo>
                <a:lnTo>
                  <a:pt x="918394" y="501773"/>
                </a:lnTo>
                <a:lnTo>
                  <a:pt x="919545" y="502773"/>
                </a:lnTo>
                <a:lnTo>
                  <a:pt x="920703" y="503776"/>
                </a:lnTo>
                <a:lnTo>
                  <a:pt x="921860" y="504781"/>
                </a:lnTo>
                <a:lnTo>
                  <a:pt x="923018" y="505788"/>
                </a:lnTo>
                <a:lnTo>
                  <a:pt x="924175" y="506798"/>
                </a:lnTo>
                <a:lnTo>
                  <a:pt x="925333" y="507810"/>
                </a:lnTo>
                <a:lnTo>
                  <a:pt x="926490" y="508826"/>
                </a:lnTo>
                <a:lnTo>
                  <a:pt x="927642" y="509843"/>
                </a:lnTo>
                <a:lnTo>
                  <a:pt x="928799" y="510863"/>
                </a:lnTo>
                <a:lnTo>
                  <a:pt x="929957" y="511885"/>
                </a:lnTo>
                <a:lnTo>
                  <a:pt x="931114" y="512910"/>
                </a:lnTo>
                <a:lnTo>
                  <a:pt x="932272" y="513937"/>
                </a:lnTo>
                <a:lnTo>
                  <a:pt x="933429" y="514966"/>
                </a:lnTo>
                <a:lnTo>
                  <a:pt x="934587" y="515998"/>
                </a:lnTo>
                <a:lnTo>
                  <a:pt x="935739" y="517031"/>
                </a:lnTo>
                <a:lnTo>
                  <a:pt x="936896" y="518068"/>
                </a:lnTo>
                <a:lnTo>
                  <a:pt x="938053" y="519107"/>
                </a:lnTo>
                <a:lnTo>
                  <a:pt x="939211" y="520147"/>
                </a:lnTo>
                <a:lnTo>
                  <a:pt x="940369" y="521191"/>
                </a:lnTo>
                <a:lnTo>
                  <a:pt x="941526" y="522236"/>
                </a:lnTo>
                <a:lnTo>
                  <a:pt x="942684" y="523283"/>
                </a:lnTo>
                <a:lnTo>
                  <a:pt x="943835" y="524333"/>
                </a:lnTo>
                <a:lnTo>
                  <a:pt x="944993" y="525385"/>
                </a:lnTo>
                <a:lnTo>
                  <a:pt x="946150" y="526439"/>
                </a:lnTo>
                <a:lnTo>
                  <a:pt x="947308" y="527495"/>
                </a:lnTo>
                <a:lnTo>
                  <a:pt x="948465" y="528553"/>
                </a:lnTo>
                <a:lnTo>
                  <a:pt x="949623" y="529614"/>
                </a:lnTo>
                <a:lnTo>
                  <a:pt x="950780" y="530676"/>
                </a:lnTo>
                <a:lnTo>
                  <a:pt x="951932" y="531740"/>
                </a:lnTo>
                <a:lnTo>
                  <a:pt x="953089" y="532808"/>
                </a:lnTo>
                <a:lnTo>
                  <a:pt x="954247" y="533876"/>
                </a:lnTo>
                <a:lnTo>
                  <a:pt x="955404" y="534947"/>
                </a:lnTo>
                <a:lnTo>
                  <a:pt x="956562" y="536019"/>
                </a:lnTo>
                <a:lnTo>
                  <a:pt x="957719" y="537094"/>
                </a:lnTo>
                <a:lnTo>
                  <a:pt x="958877" y="538170"/>
                </a:lnTo>
                <a:lnTo>
                  <a:pt x="960028" y="539249"/>
                </a:lnTo>
                <a:lnTo>
                  <a:pt x="961186" y="540330"/>
                </a:lnTo>
                <a:lnTo>
                  <a:pt x="962343" y="541411"/>
                </a:lnTo>
                <a:lnTo>
                  <a:pt x="963501" y="542498"/>
                </a:lnTo>
                <a:lnTo>
                  <a:pt x="964658" y="543585"/>
                </a:lnTo>
                <a:lnTo>
                  <a:pt x="965816" y="544671"/>
                </a:lnTo>
                <a:lnTo>
                  <a:pt x="966973" y="545758"/>
                </a:lnTo>
                <a:lnTo>
                  <a:pt x="968125" y="546850"/>
                </a:lnTo>
                <a:lnTo>
                  <a:pt x="969282" y="547949"/>
                </a:lnTo>
                <a:lnTo>
                  <a:pt x="970440" y="549041"/>
                </a:lnTo>
                <a:lnTo>
                  <a:pt x="971597" y="550140"/>
                </a:lnTo>
                <a:lnTo>
                  <a:pt x="972755" y="551238"/>
                </a:lnTo>
                <a:lnTo>
                  <a:pt x="973912" y="552337"/>
                </a:lnTo>
                <a:lnTo>
                  <a:pt x="975070" y="553441"/>
                </a:lnTo>
                <a:lnTo>
                  <a:pt x="976221" y="554545"/>
                </a:lnTo>
                <a:lnTo>
                  <a:pt x="977379" y="555650"/>
                </a:lnTo>
                <a:lnTo>
                  <a:pt x="978536" y="556760"/>
                </a:lnTo>
                <a:lnTo>
                  <a:pt x="979694" y="557870"/>
                </a:lnTo>
                <a:lnTo>
                  <a:pt x="980851" y="558981"/>
                </a:lnTo>
                <a:lnTo>
                  <a:pt x="982009" y="560091"/>
                </a:lnTo>
                <a:lnTo>
                  <a:pt x="983166" y="561207"/>
                </a:lnTo>
                <a:lnTo>
                  <a:pt x="984324" y="562323"/>
                </a:lnTo>
                <a:lnTo>
                  <a:pt x="985475" y="563439"/>
                </a:lnTo>
                <a:lnTo>
                  <a:pt x="986633" y="564561"/>
                </a:lnTo>
                <a:lnTo>
                  <a:pt x="987790" y="565683"/>
                </a:lnTo>
                <a:lnTo>
                  <a:pt x="988948" y="566805"/>
                </a:lnTo>
                <a:lnTo>
                  <a:pt x="990105" y="567928"/>
                </a:lnTo>
                <a:lnTo>
                  <a:pt x="991263" y="569055"/>
                </a:lnTo>
                <a:lnTo>
                  <a:pt x="992420" y="570183"/>
                </a:lnTo>
                <a:lnTo>
                  <a:pt x="993572" y="571311"/>
                </a:lnTo>
                <a:lnTo>
                  <a:pt x="994729" y="572439"/>
                </a:lnTo>
                <a:lnTo>
                  <a:pt x="995887" y="573573"/>
                </a:lnTo>
                <a:lnTo>
                  <a:pt x="997044" y="574707"/>
                </a:lnTo>
                <a:lnTo>
                  <a:pt x="998202" y="575841"/>
                </a:lnTo>
                <a:lnTo>
                  <a:pt x="999359" y="576981"/>
                </a:lnTo>
                <a:lnTo>
                  <a:pt x="1000517" y="578115"/>
                </a:lnTo>
                <a:lnTo>
                  <a:pt x="1001668" y="579254"/>
                </a:lnTo>
                <a:lnTo>
                  <a:pt x="1002826" y="580394"/>
                </a:lnTo>
                <a:lnTo>
                  <a:pt x="1003983" y="581540"/>
                </a:lnTo>
                <a:lnTo>
                  <a:pt x="1005141" y="582686"/>
                </a:lnTo>
                <a:lnTo>
                  <a:pt x="1006298" y="583825"/>
                </a:lnTo>
                <a:lnTo>
                  <a:pt x="1007456" y="584977"/>
                </a:lnTo>
                <a:lnTo>
                  <a:pt x="1008613" y="586123"/>
                </a:lnTo>
                <a:lnTo>
                  <a:pt x="1009765" y="587274"/>
                </a:lnTo>
                <a:lnTo>
                  <a:pt x="1010923" y="588420"/>
                </a:lnTo>
                <a:lnTo>
                  <a:pt x="1012080" y="589571"/>
                </a:lnTo>
                <a:lnTo>
                  <a:pt x="1013237" y="590729"/>
                </a:lnTo>
                <a:lnTo>
                  <a:pt x="1014395" y="591881"/>
                </a:lnTo>
                <a:lnTo>
                  <a:pt x="1015553" y="593038"/>
                </a:lnTo>
                <a:lnTo>
                  <a:pt x="1016710" y="594196"/>
                </a:lnTo>
                <a:lnTo>
                  <a:pt x="1017862" y="595353"/>
                </a:lnTo>
                <a:lnTo>
                  <a:pt x="1019019" y="596511"/>
                </a:lnTo>
                <a:lnTo>
                  <a:pt x="1020177" y="597674"/>
                </a:lnTo>
                <a:lnTo>
                  <a:pt x="1021334" y="598837"/>
                </a:lnTo>
                <a:lnTo>
                  <a:pt x="1022492" y="600001"/>
                </a:lnTo>
                <a:lnTo>
                  <a:pt x="1023649" y="601164"/>
                </a:lnTo>
                <a:lnTo>
                  <a:pt x="1024807" y="602333"/>
                </a:lnTo>
                <a:lnTo>
                  <a:pt x="1025958" y="603497"/>
                </a:lnTo>
                <a:lnTo>
                  <a:pt x="1027116" y="604666"/>
                </a:lnTo>
                <a:lnTo>
                  <a:pt x="1028273" y="605835"/>
                </a:lnTo>
                <a:lnTo>
                  <a:pt x="1029431" y="607011"/>
                </a:lnTo>
                <a:lnTo>
                  <a:pt x="1030588" y="608180"/>
                </a:lnTo>
                <a:lnTo>
                  <a:pt x="1031746" y="609355"/>
                </a:lnTo>
                <a:lnTo>
                  <a:pt x="1032903" y="610530"/>
                </a:lnTo>
                <a:lnTo>
                  <a:pt x="1034055" y="611706"/>
                </a:lnTo>
                <a:lnTo>
                  <a:pt x="1035212" y="612881"/>
                </a:lnTo>
                <a:lnTo>
                  <a:pt x="1036370" y="614056"/>
                </a:lnTo>
                <a:lnTo>
                  <a:pt x="1037527" y="615237"/>
                </a:lnTo>
                <a:lnTo>
                  <a:pt x="1038685" y="616418"/>
                </a:lnTo>
                <a:lnTo>
                  <a:pt x="1039842" y="617599"/>
                </a:lnTo>
                <a:lnTo>
                  <a:pt x="1041000" y="618780"/>
                </a:lnTo>
                <a:lnTo>
                  <a:pt x="1042151" y="619967"/>
                </a:lnTo>
                <a:lnTo>
                  <a:pt x="1043309" y="621149"/>
                </a:lnTo>
                <a:lnTo>
                  <a:pt x="1044466" y="622336"/>
                </a:lnTo>
                <a:lnTo>
                  <a:pt x="1045624" y="623523"/>
                </a:lnTo>
                <a:lnTo>
                  <a:pt x="1046781" y="624710"/>
                </a:lnTo>
                <a:lnTo>
                  <a:pt x="1047939" y="625897"/>
                </a:lnTo>
                <a:lnTo>
                  <a:pt x="1049096" y="627090"/>
                </a:lnTo>
                <a:lnTo>
                  <a:pt x="1050248" y="628283"/>
                </a:lnTo>
                <a:lnTo>
                  <a:pt x="1051405" y="629470"/>
                </a:lnTo>
                <a:lnTo>
                  <a:pt x="1052563" y="630662"/>
                </a:lnTo>
                <a:lnTo>
                  <a:pt x="1053720" y="631861"/>
                </a:lnTo>
                <a:lnTo>
                  <a:pt x="1054878" y="633054"/>
                </a:lnTo>
                <a:lnTo>
                  <a:pt x="1056035" y="634253"/>
                </a:lnTo>
                <a:lnTo>
                  <a:pt x="1057193" y="635446"/>
                </a:lnTo>
                <a:lnTo>
                  <a:pt x="1058350" y="636645"/>
                </a:lnTo>
                <a:lnTo>
                  <a:pt x="1059502" y="637844"/>
                </a:lnTo>
                <a:lnTo>
                  <a:pt x="1060659" y="639042"/>
                </a:lnTo>
                <a:lnTo>
                  <a:pt x="1061817" y="640247"/>
                </a:lnTo>
                <a:lnTo>
                  <a:pt x="1062974" y="641446"/>
                </a:lnTo>
                <a:lnTo>
                  <a:pt x="1064132" y="642651"/>
                </a:lnTo>
                <a:lnTo>
                  <a:pt x="1065289" y="643856"/>
                </a:lnTo>
                <a:lnTo>
                  <a:pt x="1066447" y="645060"/>
                </a:lnTo>
                <a:lnTo>
                  <a:pt x="1067598" y="646265"/>
                </a:lnTo>
                <a:lnTo>
                  <a:pt x="1068756" y="647470"/>
                </a:lnTo>
                <a:lnTo>
                  <a:pt x="1069913" y="648675"/>
                </a:lnTo>
                <a:lnTo>
                  <a:pt x="1071071" y="649885"/>
                </a:lnTo>
                <a:lnTo>
                  <a:pt x="1072228" y="651096"/>
                </a:lnTo>
                <a:lnTo>
                  <a:pt x="1073386" y="652306"/>
                </a:lnTo>
                <a:lnTo>
                  <a:pt x="1074543" y="653517"/>
                </a:lnTo>
                <a:lnTo>
                  <a:pt x="1075695" y="654728"/>
                </a:lnTo>
                <a:lnTo>
                  <a:pt x="1076853" y="655938"/>
                </a:lnTo>
                <a:lnTo>
                  <a:pt x="1078010" y="657155"/>
                </a:lnTo>
                <a:lnTo>
                  <a:pt x="1079167" y="658366"/>
                </a:lnTo>
                <a:lnTo>
                  <a:pt x="1080325" y="659582"/>
                </a:lnTo>
                <a:lnTo>
                  <a:pt x="1081482" y="660799"/>
                </a:lnTo>
                <a:lnTo>
                  <a:pt x="1082640" y="662015"/>
                </a:lnTo>
                <a:lnTo>
                  <a:pt x="1083792" y="663232"/>
                </a:lnTo>
                <a:lnTo>
                  <a:pt x="1084949" y="664454"/>
                </a:lnTo>
                <a:lnTo>
                  <a:pt x="1086107" y="665671"/>
                </a:lnTo>
                <a:lnTo>
                  <a:pt x="1087264" y="666893"/>
                </a:lnTo>
                <a:lnTo>
                  <a:pt x="1088421" y="668110"/>
                </a:lnTo>
                <a:lnTo>
                  <a:pt x="1089579" y="669332"/>
                </a:lnTo>
                <a:lnTo>
                  <a:pt x="1090736" y="670555"/>
                </a:lnTo>
                <a:lnTo>
                  <a:pt x="1091888" y="671777"/>
                </a:lnTo>
                <a:lnTo>
                  <a:pt x="1093046" y="673005"/>
                </a:lnTo>
                <a:lnTo>
                  <a:pt x="1094203" y="674228"/>
                </a:lnTo>
                <a:lnTo>
                  <a:pt x="1095361" y="675456"/>
                </a:lnTo>
                <a:lnTo>
                  <a:pt x="1096518" y="676679"/>
                </a:lnTo>
                <a:lnTo>
                  <a:pt x="1097675" y="677907"/>
                </a:lnTo>
                <a:lnTo>
                  <a:pt x="1098833" y="679135"/>
                </a:lnTo>
                <a:lnTo>
                  <a:pt x="1099985" y="680364"/>
                </a:lnTo>
                <a:lnTo>
                  <a:pt x="1101142" y="681592"/>
                </a:lnTo>
                <a:lnTo>
                  <a:pt x="1102300" y="682821"/>
                </a:lnTo>
                <a:lnTo>
                  <a:pt x="1103457" y="684055"/>
                </a:lnTo>
                <a:lnTo>
                  <a:pt x="1104615" y="685283"/>
                </a:lnTo>
                <a:lnTo>
                  <a:pt x="1105772" y="686517"/>
                </a:lnTo>
                <a:lnTo>
                  <a:pt x="1106930" y="687752"/>
                </a:lnTo>
                <a:lnTo>
                  <a:pt x="1108081" y="688986"/>
                </a:lnTo>
                <a:lnTo>
                  <a:pt x="1109239" y="690220"/>
                </a:lnTo>
                <a:lnTo>
                  <a:pt x="1110396" y="691455"/>
                </a:lnTo>
                <a:lnTo>
                  <a:pt x="1111554" y="692689"/>
                </a:lnTo>
                <a:lnTo>
                  <a:pt x="1112711" y="693923"/>
                </a:lnTo>
                <a:lnTo>
                  <a:pt x="1113869" y="695163"/>
                </a:lnTo>
                <a:lnTo>
                  <a:pt x="1115026" y="696398"/>
                </a:lnTo>
                <a:lnTo>
                  <a:pt x="1116178" y="697638"/>
                </a:lnTo>
                <a:lnTo>
                  <a:pt x="1117335" y="698878"/>
                </a:lnTo>
                <a:lnTo>
                  <a:pt x="1118493" y="700118"/>
                </a:lnTo>
                <a:lnTo>
                  <a:pt x="1119650" y="701358"/>
                </a:lnTo>
                <a:lnTo>
                  <a:pt x="1120808" y="702598"/>
                </a:lnTo>
                <a:lnTo>
                  <a:pt x="1121965" y="703839"/>
                </a:lnTo>
                <a:lnTo>
                  <a:pt x="1123123" y="705079"/>
                </a:lnTo>
                <a:lnTo>
                  <a:pt x="1124274" y="706325"/>
                </a:lnTo>
                <a:lnTo>
                  <a:pt x="1125432" y="707565"/>
                </a:lnTo>
                <a:lnTo>
                  <a:pt x="1126589" y="708811"/>
                </a:lnTo>
                <a:lnTo>
                  <a:pt x="1127747" y="710057"/>
                </a:lnTo>
                <a:lnTo>
                  <a:pt x="1128904" y="711303"/>
                </a:lnTo>
                <a:lnTo>
                  <a:pt x="1130062" y="712549"/>
                </a:lnTo>
                <a:lnTo>
                  <a:pt x="1131219" y="713795"/>
                </a:lnTo>
                <a:lnTo>
                  <a:pt x="1132371" y="715041"/>
                </a:lnTo>
                <a:lnTo>
                  <a:pt x="1133528" y="716288"/>
                </a:lnTo>
                <a:lnTo>
                  <a:pt x="1134686" y="717534"/>
                </a:lnTo>
                <a:lnTo>
                  <a:pt x="1135843" y="718786"/>
                </a:lnTo>
                <a:lnTo>
                  <a:pt x="1137001" y="720038"/>
                </a:lnTo>
                <a:lnTo>
                  <a:pt x="1138158" y="721284"/>
                </a:lnTo>
                <a:lnTo>
                  <a:pt x="1139316" y="722536"/>
                </a:lnTo>
                <a:lnTo>
                  <a:pt x="1140473" y="723788"/>
                </a:lnTo>
                <a:lnTo>
                  <a:pt x="1141625" y="725040"/>
                </a:lnTo>
                <a:lnTo>
                  <a:pt x="1142782" y="726292"/>
                </a:lnTo>
                <a:lnTo>
                  <a:pt x="1143940" y="727544"/>
                </a:lnTo>
                <a:lnTo>
                  <a:pt x="1145097" y="728796"/>
                </a:lnTo>
                <a:lnTo>
                  <a:pt x="1146255" y="730048"/>
                </a:lnTo>
                <a:lnTo>
                  <a:pt x="1147412" y="731305"/>
                </a:lnTo>
                <a:lnTo>
                  <a:pt x="1148570" y="732557"/>
                </a:lnTo>
                <a:lnTo>
                  <a:pt x="1149721" y="733815"/>
                </a:lnTo>
                <a:lnTo>
                  <a:pt x="1150879" y="735073"/>
                </a:lnTo>
                <a:lnTo>
                  <a:pt x="1152036" y="736325"/>
                </a:lnTo>
                <a:lnTo>
                  <a:pt x="1153194" y="737583"/>
                </a:lnTo>
                <a:lnTo>
                  <a:pt x="1154352" y="738841"/>
                </a:lnTo>
                <a:lnTo>
                  <a:pt x="115550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D1925F4-FF4B-6967-A1BE-3A19B2A1132D}"/>
              </a:ext>
            </a:extLst>
          </p:cNvPr>
          <p:cNvGrpSpPr/>
          <p:nvPr/>
        </p:nvGrpSpPr>
        <p:grpSpPr>
          <a:xfrm>
            <a:off x="2321763" y="2901589"/>
            <a:ext cx="1417339" cy="944893"/>
            <a:chOff x="2321763" y="2901589"/>
            <a:chExt cx="1417339" cy="944893"/>
          </a:xfrm>
        </p:grpSpPr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2665278D-BF5D-C2CB-A9CF-29EBE7C0F38B}"/>
                </a:ext>
              </a:extLst>
            </p:cNvPr>
            <p:cNvSpPr/>
            <p:nvPr/>
          </p:nvSpPr>
          <p:spPr>
            <a:xfrm>
              <a:off x="2321763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75D8FD83-8499-50A3-B8A8-F54E47825A71}"/>
                </a:ext>
              </a:extLst>
            </p:cNvPr>
            <p:cNvSpPr/>
            <p:nvPr/>
          </p:nvSpPr>
          <p:spPr>
            <a:xfrm>
              <a:off x="2487537" y="2929489"/>
              <a:ext cx="1223667" cy="784506"/>
            </a:xfrm>
            <a:custGeom>
              <a:avLst/>
              <a:gdLst>
                <a:gd name="connsiteX0" fmla="*/ 0 w 1223667"/>
                <a:gd name="connsiteY0" fmla="*/ 784507 h 784506"/>
                <a:gd name="connsiteX1" fmla="*/ 1223668 w 1223667"/>
                <a:gd name="connsiteY1" fmla="*/ 784507 h 784506"/>
                <a:gd name="connsiteX2" fmla="*/ 1223668 w 1223667"/>
                <a:gd name="connsiteY2" fmla="*/ 0 h 784506"/>
                <a:gd name="connsiteX3" fmla="*/ 0 w 1223667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667" h="784506">
                  <a:moveTo>
                    <a:pt x="0" y="784507"/>
                  </a:moveTo>
                  <a:lnTo>
                    <a:pt x="1223668" y="784507"/>
                  </a:lnTo>
                  <a:lnTo>
                    <a:pt x="12236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E9C59FF-A74B-536A-B2E0-AD507F72D3DF}"/>
                </a:ext>
              </a:extLst>
            </p:cNvPr>
            <p:cNvSpPr/>
            <p:nvPr/>
          </p:nvSpPr>
          <p:spPr>
            <a:xfrm>
              <a:off x="261836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5A1A351-5858-6A83-127D-1BDD79498881}"/>
                </a:ext>
              </a:extLst>
            </p:cNvPr>
            <p:cNvSpPr/>
            <p:nvPr/>
          </p:nvSpPr>
          <p:spPr>
            <a:xfrm>
              <a:off x="285886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B8CA629-B781-D8AA-E12A-FAEA5B80ED60}"/>
                </a:ext>
              </a:extLst>
            </p:cNvPr>
            <p:cNvSpPr/>
            <p:nvPr/>
          </p:nvSpPr>
          <p:spPr>
            <a:xfrm>
              <a:off x="3099368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7D07D9A-93E2-7EF2-2F66-97489D5BFC4A}"/>
                </a:ext>
              </a:extLst>
            </p:cNvPr>
            <p:cNvSpPr/>
            <p:nvPr/>
          </p:nvSpPr>
          <p:spPr>
            <a:xfrm>
              <a:off x="333986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EDAEFCA-1C03-CAE0-B7FE-7A0E122D688D}"/>
                </a:ext>
              </a:extLst>
            </p:cNvPr>
            <p:cNvSpPr/>
            <p:nvPr/>
          </p:nvSpPr>
          <p:spPr>
            <a:xfrm>
              <a:off x="358037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EFF39B6-81E2-AE35-E25A-AA86814E95AA}"/>
                </a:ext>
              </a:extLst>
            </p:cNvPr>
            <p:cNvSpPr/>
            <p:nvPr/>
          </p:nvSpPr>
          <p:spPr>
            <a:xfrm>
              <a:off x="2487537" y="3676525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D89C119-CDAA-4365-E2D3-B7DDD9C9B3A6}"/>
                </a:ext>
              </a:extLst>
            </p:cNvPr>
            <p:cNvSpPr/>
            <p:nvPr/>
          </p:nvSpPr>
          <p:spPr>
            <a:xfrm>
              <a:off x="2487537" y="3483884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295D50F5-C66C-B4F5-99CA-FC91CC2A89ED}"/>
                </a:ext>
              </a:extLst>
            </p:cNvPr>
            <p:cNvSpPr/>
            <p:nvPr/>
          </p:nvSpPr>
          <p:spPr>
            <a:xfrm>
              <a:off x="2487537" y="3291239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1A703BFB-F8F8-9174-760E-F834748EA7EC}"/>
                </a:ext>
              </a:extLst>
            </p:cNvPr>
            <p:cNvSpPr/>
            <p:nvPr/>
          </p:nvSpPr>
          <p:spPr>
            <a:xfrm>
              <a:off x="2487537" y="3098596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76099F4F-9760-2813-DE0A-99F42258A51D}"/>
                </a:ext>
              </a:extLst>
            </p:cNvPr>
            <p:cNvSpPr/>
            <p:nvPr/>
          </p:nvSpPr>
          <p:spPr>
            <a:xfrm>
              <a:off x="2487537" y="3713996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AADE564-13EC-EC01-B261-6C6582164D63}"/>
                </a:ext>
              </a:extLst>
            </p:cNvPr>
            <p:cNvSpPr/>
            <p:nvPr/>
          </p:nvSpPr>
          <p:spPr>
            <a:xfrm>
              <a:off x="261836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825C088-1391-CB39-B173-DA8F07811FF4}"/>
                </a:ext>
              </a:extLst>
            </p:cNvPr>
            <p:cNvSpPr/>
            <p:nvPr/>
          </p:nvSpPr>
          <p:spPr>
            <a:xfrm>
              <a:off x="285886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AC7E5429-B960-4687-6583-8F07314CF296}"/>
                </a:ext>
              </a:extLst>
            </p:cNvPr>
            <p:cNvSpPr/>
            <p:nvPr/>
          </p:nvSpPr>
          <p:spPr>
            <a:xfrm>
              <a:off x="3099368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A241DC87-0DC4-C662-37F6-E9BA1B0D713D}"/>
                </a:ext>
              </a:extLst>
            </p:cNvPr>
            <p:cNvSpPr/>
            <p:nvPr/>
          </p:nvSpPr>
          <p:spPr>
            <a:xfrm>
              <a:off x="333986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C9D6D735-F864-AC69-4AD5-910FF3616C20}"/>
                </a:ext>
              </a:extLst>
            </p:cNvPr>
            <p:cNvSpPr/>
            <p:nvPr/>
          </p:nvSpPr>
          <p:spPr>
            <a:xfrm>
              <a:off x="3580372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65F5E092-C15C-FDD2-2D9D-B7E67DD3E558}"/>
                </a:ext>
              </a:extLst>
            </p:cNvPr>
            <p:cNvSpPr/>
            <p:nvPr/>
          </p:nvSpPr>
          <p:spPr>
            <a:xfrm>
              <a:off x="2563107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9A2D499-CC39-5281-FFAB-1F011DABF497}"/>
                </a:ext>
              </a:extLst>
            </p:cNvPr>
            <p:cNvSpPr/>
            <p:nvPr/>
          </p:nvSpPr>
          <p:spPr>
            <a:xfrm>
              <a:off x="2602747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F8784449-3FBA-3C75-884A-2630646A29FA}"/>
                </a:ext>
              </a:extLst>
            </p:cNvPr>
            <p:cNvSpPr/>
            <p:nvPr/>
          </p:nvSpPr>
          <p:spPr>
            <a:xfrm>
              <a:off x="2635378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26A90170-C925-B577-38DA-BA78EE07D2FB}"/>
                </a:ext>
              </a:extLst>
            </p:cNvPr>
            <p:cNvSpPr/>
            <p:nvPr/>
          </p:nvSpPr>
          <p:spPr>
            <a:xfrm>
              <a:off x="2648942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7 w 24688"/>
                <a:gd name="connsiteY5" fmla="*/ 29569 h 37051"/>
                <a:gd name="connsiteX6" fmla="*/ 19856 w 24688"/>
                <a:gd name="connsiteY6" fmla="*/ 18538 h 37051"/>
                <a:gd name="connsiteX7" fmla="*/ 17967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7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7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B0F399A1-E49D-513D-791E-06B3D64427E1}"/>
                </a:ext>
              </a:extLst>
            </p:cNvPr>
            <p:cNvSpPr/>
            <p:nvPr/>
          </p:nvSpPr>
          <p:spPr>
            <a:xfrm>
              <a:off x="2804122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7478CE3-C476-ECCE-A0D5-29BD97C27917}"/>
                </a:ext>
              </a:extLst>
            </p:cNvPr>
            <p:cNvSpPr/>
            <p:nvPr/>
          </p:nvSpPr>
          <p:spPr>
            <a:xfrm>
              <a:off x="2843570" y="3733620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3B22033-2123-7A6D-4214-0435EFD8D0CE}"/>
                </a:ext>
              </a:extLst>
            </p:cNvPr>
            <p:cNvSpPr/>
            <p:nvPr/>
          </p:nvSpPr>
          <p:spPr>
            <a:xfrm>
              <a:off x="2876393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5C1DDAC-B161-4E51-DB45-01D9B4F9C163}"/>
                </a:ext>
              </a:extLst>
            </p:cNvPr>
            <p:cNvSpPr/>
            <p:nvPr/>
          </p:nvSpPr>
          <p:spPr>
            <a:xfrm>
              <a:off x="2890507" y="3734264"/>
              <a:ext cx="23106" cy="36407"/>
            </a:xfrm>
            <a:custGeom>
              <a:avLst/>
              <a:gdLst>
                <a:gd name="connsiteX0" fmla="*/ 1507 w 23106"/>
                <a:gd name="connsiteY0" fmla="*/ 0 h 36407"/>
                <a:gd name="connsiteX1" fmla="*/ 20478 w 23106"/>
                <a:gd name="connsiteY1" fmla="*/ 0 h 36407"/>
                <a:gd name="connsiteX2" fmla="*/ 20478 w 23106"/>
                <a:gd name="connsiteY2" fmla="*/ 4069 h 36407"/>
                <a:gd name="connsiteX3" fmla="*/ 5933 w 23106"/>
                <a:gd name="connsiteY3" fmla="*/ 4069 h 36407"/>
                <a:gd name="connsiteX4" fmla="*/ 5933 w 23106"/>
                <a:gd name="connsiteY4" fmla="*/ 12821 h 36407"/>
                <a:gd name="connsiteX5" fmla="*/ 8038 w 23106"/>
                <a:gd name="connsiteY5" fmla="*/ 12295 h 36407"/>
                <a:gd name="connsiteX6" fmla="*/ 10143 w 23106"/>
                <a:gd name="connsiteY6" fmla="*/ 12106 h 36407"/>
                <a:gd name="connsiteX7" fmla="*/ 19617 w 23106"/>
                <a:gd name="connsiteY7" fmla="*/ 15384 h 36407"/>
                <a:gd name="connsiteX8" fmla="*/ 23107 w 23106"/>
                <a:gd name="connsiteY8" fmla="*/ 24260 h 36407"/>
                <a:gd name="connsiteX9" fmla="*/ 19521 w 23106"/>
                <a:gd name="connsiteY9" fmla="*/ 33231 h 36407"/>
                <a:gd name="connsiteX10" fmla="*/ 9402 w 23106"/>
                <a:gd name="connsiteY10" fmla="*/ 36408 h 36407"/>
                <a:gd name="connsiteX11" fmla="*/ 4808 w 23106"/>
                <a:gd name="connsiteY11" fmla="*/ 36030 h 36407"/>
                <a:gd name="connsiteX12" fmla="*/ 0 w 23106"/>
                <a:gd name="connsiteY12" fmla="*/ 34878 h 36407"/>
                <a:gd name="connsiteX13" fmla="*/ 0 w 23106"/>
                <a:gd name="connsiteY13" fmla="*/ 30024 h 36407"/>
                <a:gd name="connsiteX14" fmla="*/ 4450 w 23106"/>
                <a:gd name="connsiteY14" fmla="*/ 31772 h 36407"/>
                <a:gd name="connsiteX15" fmla="*/ 9306 w 23106"/>
                <a:gd name="connsiteY15" fmla="*/ 32345 h 36407"/>
                <a:gd name="connsiteX16" fmla="*/ 15861 w 23106"/>
                <a:gd name="connsiteY16" fmla="*/ 30166 h 36407"/>
                <a:gd name="connsiteX17" fmla="*/ 18277 w 23106"/>
                <a:gd name="connsiteY17" fmla="*/ 24260 h 36407"/>
                <a:gd name="connsiteX18" fmla="*/ 15861 w 23106"/>
                <a:gd name="connsiteY18" fmla="*/ 18349 h 36407"/>
                <a:gd name="connsiteX19" fmla="*/ 9306 w 23106"/>
                <a:gd name="connsiteY19" fmla="*/ 16169 h 36407"/>
                <a:gd name="connsiteX20" fmla="*/ 5431 w 23106"/>
                <a:gd name="connsiteY20" fmla="*/ 16601 h 36407"/>
                <a:gd name="connsiteX21" fmla="*/ 1507 w 23106"/>
                <a:gd name="connsiteY21" fmla="*/ 17941 h 36407"/>
                <a:gd name="connsiteX22" fmla="*/ 1507 w 23106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6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3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1900FDC1-8AE5-5BB2-301D-A764C409C222}"/>
                </a:ext>
              </a:extLst>
            </p:cNvPr>
            <p:cNvSpPr/>
            <p:nvPr/>
          </p:nvSpPr>
          <p:spPr>
            <a:xfrm>
              <a:off x="3063651" y="3733620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60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84" y="5055"/>
                    <a:pt x="6721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1" y="29569"/>
                  </a:cubicBezTo>
                  <a:cubicBezTo>
                    <a:pt x="7984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4E5C0DE-832E-6999-16A5-138494E7C026}"/>
                </a:ext>
              </a:extLst>
            </p:cNvPr>
            <p:cNvSpPr/>
            <p:nvPr/>
          </p:nvSpPr>
          <p:spPr>
            <a:xfrm>
              <a:off x="3096835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BFEABA0-643D-214A-9952-E70426E4C72B}"/>
                </a:ext>
              </a:extLst>
            </p:cNvPr>
            <p:cNvSpPr/>
            <p:nvPr/>
          </p:nvSpPr>
          <p:spPr>
            <a:xfrm>
              <a:off x="3110400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0B3A466F-31E0-9E46-DD00-F91A9F1C5667}"/>
                </a:ext>
              </a:extLst>
            </p:cNvPr>
            <p:cNvSpPr/>
            <p:nvPr/>
          </p:nvSpPr>
          <p:spPr>
            <a:xfrm>
              <a:off x="3304847" y="3733620"/>
              <a:ext cx="22677" cy="36360"/>
            </a:xfrm>
            <a:custGeom>
              <a:avLst/>
              <a:gdLst>
                <a:gd name="connsiteX0" fmla="*/ 5811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695 w 22677"/>
                <a:gd name="connsiteY7" fmla="*/ 14067 h 36360"/>
                <a:gd name="connsiteX8" fmla="*/ 17628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36 w 22677"/>
                <a:gd name="connsiteY12" fmla="*/ 7246 h 36360"/>
                <a:gd name="connsiteX13" fmla="*/ 236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2 w 22677"/>
                <a:gd name="connsiteY20" fmla="*/ 23038 h 36360"/>
                <a:gd name="connsiteX21" fmla="*/ 5811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1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2" y="16725"/>
                    <a:pt x="16087" y="15260"/>
                    <a:pt x="16695" y="14067"/>
                  </a:cubicBezTo>
                  <a:cubicBezTo>
                    <a:pt x="17315" y="12856"/>
                    <a:pt x="17628" y="11664"/>
                    <a:pt x="17628" y="10500"/>
                  </a:cubicBezTo>
                  <a:cubicBezTo>
                    <a:pt x="17628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2" y="4063"/>
                    <a:pt x="7311" y="4329"/>
                    <a:pt x="5622" y="4854"/>
                  </a:cubicBezTo>
                  <a:cubicBezTo>
                    <a:pt x="3945" y="5380"/>
                    <a:pt x="2150" y="6177"/>
                    <a:pt x="236" y="7246"/>
                  </a:cubicBezTo>
                  <a:lnTo>
                    <a:pt x="236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2" y="201"/>
                    <a:pt x="8929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07" y="15679"/>
                    <a:pt x="20108" y="17227"/>
                    <a:pt x="18662" y="19016"/>
                  </a:cubicBezTo>
                  <a:cubicBezTo>
                    <a:pt x="18260" y="19483"/>
                    <a:pt x="16990" y="20823"/>
                    <a:pt x="14852" y="23038"/>
                  </a:cubicBezTo>
                  <a:cubicBezTo>
                    <a:pt x="12721" y="25240"/>
                    <a:pt x="9703" y="28323"/>
                    <a:pt x="5811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00361D72-AC44-5C61-C51B-2CE916530B61}"/>
                </a:ext>
              </a:extLst>
            </p:cNvPr>
            <p:cNvSpPr/>
            <p:nvPr/>
          </p:nvSpPr>
          <p:spPr>
            <a:xfrm>
              <a:off x="3337670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C5D72D84-A5A7-D6E3-5ACE-160EB94A598C}"/>
                </a:ext>
              </a:extLst>
            </p:cNvPr>
            <p:cNvSpPr/>
            <p:nvPr/>
          </p:nvSpPr>
          <p:spPr>
            <a:xfrm>
              <a:off x="3351785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14AEBCC8-60A9-2EE2-03C4-22BB151EFDB9}"/>
                </a:ext>
              </a:extLst>
            </p:cNvPr>
            <p:cNvSpPr/>
            <p:nvPr/>
          </p:nvSpPr>
          <p:spPr>
            <a:xfrm>
              <a:off x="3544927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92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86F5A4C3-67F5-6C26-DF25-461C00D686EC}"/>
                </a:ext>
              </a:extLst>
            </p:cNvPr>
            <p:cNvSpPr/>
            <p:nvPr/>
          </p:nvSpPr>
          <p:spPr>
            <a:xfrm>
              <a:off x="3577561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12099F51-5B93-002B-2620-CFD68D12AFCB}"/>
                </a:ext>
              </a:extLst>
            </p:cNvPr>
            <p:cNvSpPr/>
            <p:nvPr/>
          </p:nvSpPr>
          <p:spPr>
            <a:xfrm>
              <a:off x="3591126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7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7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C5933F0-943E-71A8-B9C7-8BA5051D01F6}"/>
                </a:ext>
              </a:extLst>
            </p:cNvPr>
            <p:cNvSpPr/>
            <p:nvPr/>
          </p:nvSpPr>
          <p:spPr>
            <a:xfrm>
              <a:off x="3086329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7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7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80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7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7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239CFA45-EE9F-C348-9B47-41908AC14E2A}"/>
                </a:ext>
              </a:extLst>
            </p:cNvPr>
            <p:cNvSpPr/>
            <p:nvPr/>
          </p:nvSpPr>
          <p:spPr>
            <a:xfrm>
              <a:off x="248753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6413FBB-ECF4-DF3A-D4E4-524C850834EA}"/>
                </a:ext>
              </a:extLst>
            </p:cNvPr>
            <p:cNvSpPr/>
            <p:nvPr/>
          </p:nvSpPr>
          <p:spPr>
            <a:xfrm>
              <a:off x="2487537" y="367652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1FEA548-9323-EECC-1D12-F1BF513B571E}"/>
                </a:ext>
              </a:extLst>
            </p:cNvPr>
            <p:cNvSpPr/>
            <p:nvPr/>
          </p:nvSpPr>
          <p:spPr>
            <a:xfrm>
              <a:off x="2487537" y="3483884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B20B5D4B-FFEC-327B-1276-2026F1A0F9F1}"/>
                </a:ext>
              </a:extLst>
            </p:cNvPr>
            <p:cNvSpPr/>
            <p:nvPr/>
          </p:nvSpPr>
          <p:spPr>
            <a:xfrm>
              <a:off x="2487537" y="3291239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7E519787-B34F-63A8-9037-C8EFE49772EF}"/>
                </a:ext>
              </a:extLst>
            </p:cNvPr>
            <p:cNvSpPr/>
            <p:nvPr/>
          </p:nvSpPr>
          <p:spPr>
            <a:xfrm>
              <a:off x="2487537" y="3098596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88AE4547-DE39-9306-5007-90E5E6F7D652}"/>
                </a:ext>
              </a:extLst>
            </p:cNvPr>
            <p:cNvSpPr/>
            <p:nvPr/>
          </p:nvSpPr>
          <p:spPr>
            <a:xfrm>
              <a:off x="2402331" y="3676991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77A31BF-4A76-E3E1-1801-A7A93CF1ABD3}"/>
                </a:ext>
              </a:extLst>
            </p:cNvPr>
            <p:cNvSpPr/>
            <p:nvPr/>
          </p:nvSpPr>
          <p:spPr>
            <a:xfrm>
              <a:off x="2441612" y="3658023"/>
              <a:ext cx="24664" cy="37057"/>
            </a:xfrm>
            <a:custGeom>
              <a:avLst/>
              <a:gdLst>
                <a:gd name="connsiteX0" fmla="*/ 12751 w 24664"/>
                <a:gd name="connsiteY0" fmla="*/ 16577 h 37057"/>
                <a:gd name="connsiteX1" fmla="*/ 7583 w 24664"/>
                <a:gd name="connsiteY1" fmla="*/ 18803 h 37057"/>
                <a:gd name="connsiteX2" fmla="*/ 5694 w 24664"/>
                <a:gd name="connsiteY2" fmla="*/ 24904 h 37057"/>
                <a:gd name="connsiteX3" fmla="*/ 7583 w 24664"/>
                <a:gd name="connsiteY3" fmla="*/ 31004 h 37057"/>
                <a:gd name="connsiteX4" fmla="*/ 12751 w 24664"/>
                <a:gd name="connsiteY4" fmla="*/ 33231 h 37057"/>
                <a:gd name="connsiteX5" fmla="*/ 17895 w 24664"/>
                <a:gd name="connsiteY5" fmla="*/ 31004 h 37057"/>
                <a:gd name="connsiteX6" fmla="*/ 19809 w 24664"/>
                <a:gd name="connsiteY6" fmla="*/ 24904 h 37057"/>
                <a:gd name="connsiteX7" fmla="*/ 17895 w 24664"/>
                <a:gd name="connsiteY7" fmla="*/ 18803 h 37057"/>
                <a:gd name="connsiteX8" fmla="*/ 12751 w 24664"/>
                <a:gd name="connsiteY8" fmla="*/ 16577 h 37057"/>
                <a:gd name="connsiteX9" fmla="*/ 22344 w 24664"/>
                <a:gd name="connsiteY9" fmla="*/ 1435 h 37057"/>
                <a:gd name="connsiteX10" fmla="*/ 22344 w 24664"/>
                <a:gd name="connsiteY10" fmla="*/ 5835 h 37057"/>
                <a:gd name="connsiteX11" fmla="*/ 18660 w 24664"/>
                <a:gd name="connsiteY11" fmla="*/ 4524 h 37057"/>
                <a:gd name="connsiteX12" fmla="*/ 15000 w 24664"/>
                <a:gd name="connsiteY12" fmla="*/ 4069 h 37057"/>
                <a:gd name="connsiteX13" fmla="*/ 7680 w 24664"/>
                <a:gd name="connsiteY13" fmla="*/ 7299 h 37057"/>
                <a:gd name="connsiteX14" fmla="*/ 4808 w 24664"/>
                <a:gd name="connsiteY14" fmla="*/ 17055 h 37057"/>
                <a:gd name="connsiteX15" fmla="*/ 8349 w 24664"/>
                <a:gd name="connsiteY15" fmla="*/ 13878 h 37057"/>
                <a:gd name="connsiteX16" fmla="*/ 13038 w 24664"/>
                <a:gd name="connsiteY16" fmla="*/ 12750 h 37057"/>
                <a:gd name="connsiteX17" fmla="*/ 21531 w 24664"/>
                <a:gd name="connsiteY17" fmla="*/ 16028 h 37057"/>
                <a:gd name="connsiteX18" fmla="*/ 24665 w 24664"/>
                <a:gd name="connsiteY18" fmla="*/ 24904 h 37057"/>
                <a:gd name="connsiteX19" fmla="*/ 21411 w 24664"/>
                <a:gd name="connsiteY19" fmla="*/ 33733 h 37057"/>
                <a:gd name="connsiteX20" fmla="*/ 12751 w 24664"/>
                <a:gd name="connsiteY20" fmla="*/ 37058 h 37057"/>
                <a:gd name="connsiteX21" fmla="*/ 3278 w 24664"/>
                <a:gd name="connsiteY21" fmla="*/ 32321 h 37057"/>
                <a:gd name="connsiteX22" fmla="*/ 0 w 24664"/>
                <a:gd name="connsiteY22" fmla="*/ 18538 h 37057"/>
                <a:gd name="connsiteX23" fmla="*/ 4019 w 24664"/>
                <a:gd name="connsiteY23" fmla="*/ 5049 h 37057"/>
                <a:gd name="connsiteX24" fmla="*/ 14808 w 24664"/>
                <a:gd name="connsiteY24" fmla="*/ 0 h 37057"/>
                <a:gd name="connsiteX25" fmla="*/ 18469 w 24664"/>
                <a:gd name="connsiteY25" fmla="*/ 360 h 37057"/>
                <a:gd name="connsiteX26" fmla="*/ 22344 w 24664"/>
                <a:gd name="connsiteY26" fmla="*/ 1435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7">
                  <a:moveTo>
                    <a:pt x="12751" y="16577"/>
                  </a:moveTo>
                  <a:cubicBezTo>
                    <a:pt x="10582" y="16577"/>
                    <a:pt x="8860" y="17321"/>
                    <a:pt x="7583" y="18803"/>
                  </a:cubicBezTo>
                  <a:cubicBezTo>
                    <a:pt x="6324" y="20286"/>
                    <a:pt x="5694" y="22323"/>
                    <a:pt x="5694" y="24904"/>
                  </a:cubicBezTo>
                  <a:cubicBezTo>
                    <a:pt x="5694" y="27473"/>
                    <a:pt x="6324" y="29504"/>
                    <a:pt x="7583" y="31004"/>
                  </a:cubicBezTo>
                  <a:cubicBezTo>
                    <a:pt x="8860" y="32487"/>
                    <a:pt x="10582" y="33231"/>
                    <a:pt x="12751" y="33231"/>
                  </a:cubicBezTo>
                  <a:cubicBezTo>
                    <a:pt x="14920" y="33231"/>
                    <a:pt x="16635" y="32487"/>
                    <a:pt x="17895" y="31004"/>
                  </a:cubicBezTo>
                  <a:cubicBezTo>
                    <a:pt x="19171" y="29504"/>
                    <a:pt x="19809" y="27473"/>
                    <a:pt x="19809" y="24904"/>
                  </a:cubicBezTo>
                  <a:cubicBezTo>
                    <a:pt x="19809" y="22323"/>
                    <a:pt x="19171" y="20286"/>
                    <a:pt x="17895" y="18803"/>
                  </a:cubicBezTo>
                  <a:cubicBezTo>
                    <a:pt x="16635" y="17321"/>
                    <a:pt x="14920" y="16577"/>
                    <a:pt x="12751" y="16577"/>
                  </a:cubicBezTo>
                  <a:moveTo>
                    <a:pt x="22344" y="1435"/>
                  </a:moveTo>
                  <a:lnTo>
                    <a:pt x="22344" y="5835"/>
                  </a:lnTo>
                  <a:cubicBezTo>
                    <a:pt x="21132" y="5262"/>
                    <a:pt x="19904" y="4825"/>
                    <a:pt x="18660" y="4524"/>
                  </a:cubicBezTo>
                  <a:cubicBezTo>
                    <a:pt x="17432" y="4223"/>
                    <a:pt x="16212" y="4069"/>
                    <a:pt x="15000" y="4069"/>
                  </a:cubicBezTo>
                  <a:cubicBezTo>
                    <a:pt x="11810" y="4069"/>
                    <a:pt x="9370" y="5144"/>
                    <a:pt x="7680" y="7299"/>
                  </a:cubicBezTo>
                  <a:cubicBezTo>
                    <a:pt x="6005" y="9449"/>
                    <a:pt x="5048" y="12703"/>
                    <a:pt x="4808" y="17055"/>
                  </a:cubicBezTo>
                  <a:cubicBezTo>
                    <a:pt x="5749" y="15668"/>
                    <a:pt x="6930" y="14610"/>
                    <a:pt x="8349" y="13878"/>
                  </a:cubicBezTo>
                  <a:cubicBezTo>
                    <a:pt x="9768" y="13128"/>
                    <a:pt x="11332" y="12750"/>
                    <a:pt x="13038" y="12750"/>
                  </a:cubicBezTo>
                  <a:cubicBezTo>
                    <a:pt x="16627" y="12750"/>
                    <a:pt x="19457" y="13843"/>
                    <a:pt x="21531" y="16028"/>
                  </a:cubicBezTo>
                  <a:cubicBezTo>
                    <a:pt x="23620" y="18195"/>
                    <a:pt x="24665" y="21154"/>
                    <a:pt x="24665" y="24904"/>
                  </a:cubicBezTo>
                  <a:cubicBezTo>
                    <a:pt x="24665" y="28571"/>
                    <a:pt x="23580" y="31518"/>
                    <a:pt x="21411" y="33733"/>
                  </a:cubicBezTo>
                  <a:cubicBezTo>
                    <a:pt x="19242" y="35947"/>
                    <a:pt x="16355" y="37058"/>
                    <a:pt x="12751" y="37058"/>
                  </a:cubicBezTo>
                  <a:cubicBezTo>
                    <a:pt x="8620" y="37058"/>
                    <a:pt x="5463" y="35481"/>
                    <a:pt x="3278" y="32321"/>
                  </a:cubicBezTo>
                  <a:cubicBezTo>
                    <a:pt x="1093" y="29150"/>
                    <a:pt x="0" y="24555"/>
                    <a:pt x="0" y="18538"/>
                  </a:cubicBezTo>
                  <a:cubicBezTo>
                    <a:pt x="0" y="12892"/>
                    <a:pt x="1340" y="8398"/>
                    <a:pt x="4019" y="5049"/>
                  </a:cubicBezTo>
                  <a:cubicBezTo>
                    <a:pt x="6699" y="1683"/>
                    <a:pt x="10295" y="0"/>
                    <a:pt x="14808" y="0"/>
                  </a:cubicBezTo>
                  <a:cubicBezTo>
                    <a:pt x="16021" y="0"/>
                    <a:pt x="17241" y="118"/>
                    <a:pt x="18469" y="360"/>
                  </a:cubicBezTo>
                  <a:cubicBezTo>
                    <a:pt x="19713" y="602"/>
                    <a:pt x="21004" y="957"/>
                    <a:pt x="22344" y="143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4C010EF8-CB62-DADE-AA35-4E637FE34250}"/>
                </a:ext>
              </a:extLst>
            </p:cNvPr>
            <p:cNvSpPr/>
            <p:nvPr/>
          </p:nvSpPr>
          <p:spPr>
            <a:xfrm>
              <a:off x="2401996" y="3484350"/>
              <a:ext cx="30669" cy="4066"/>
            </a:xfrm>
            <a:custGeom>
              <a:avLst/>
              <a:gdLst>
                <a:gd name="connsiteX0" fmla="*/ 0 w 30669"/>
                <a:gd name="connsiteY0" fmla="*/ 0 h 4066"/>
                <a:gd name="connsiteX1" fmla="*/ 30669 w 30669"/>
                <a:gd name="connsiteY1" fmla="*/ 0 h 4066"/>
                <a:gd name="connsiteX2" fmla="*/ 30669 w 30669"/>
                <a:gd name="connsiteY2" fmla="*/ 4067 h 4066"/>
                <a:gd name="connsiteX3" fmla="*/ 0 w 30669"/>
                <a:gd name="connsiteY3" fmla="*/ 4067 h 4066"/>
                <a:gd name="connsiteX4" fmla="*/ 0 w 30669"/>
                <a:gd name="connsiteY4" fmla="*/ 0 h 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6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A48A86D2-2AAE-DA87-6F82-6743EEBC928D}"/>
                </a:ext>
              </a:extLst>
            </p:cNvPr>
            <p:cNvSpPr/>
            <p:nvPr/>
          </p:nvSpPr>
          <p:spPr>
            <a:xfrm>
              <a:off x="2440249" y="3466025"/>
              <a:ext cx="26028" cy="35718"/>
            </a:xfrm>
            <a:custGeom>
              <a:avLst/>
              <a:gdLst>
                <a:gd name="connsiteX0" fmla="*/ 16124 w 26028"/>
                <a:gd name="connsiteY0" fmla="*/ 4210 h 35718"/>
                <a:gd name="connsiteX1" fmla="*/ 3924 w 26028"/>
                <a:gd name="connsiteY1" fmla="*/ 23277 h 35718"/>
                <a:gd name="connsiteX2" fmla="*/ 16124 w 26028"/>
                <a:gd name="connsiteY2" fmla="*/ 23277 h 35718"/>
                <a:gd name="connsiteX3" fmla="*/ 16124 w 26028"/>
                <a:gd name="connsiteY3" fmla="*/ 4210 h 35718"/>
                <a:gd name="connsiteX4" fmla="*/ 14856 w 26028"/>
                <a:gd name="connsiteY4" fmla="*/ 0 h 35718"/>
                <a:gd name="connsiteX5" fmla="*/ 20933 w 26028"/>
                <a:gd name="connsiteY5" fmla="*/ 0 h 35718"/>
                <a:gd name="connsiteX6" fmla="*/ 20933 w 26028"/>
                <a:gd name="connsiteY6" fmla="*/ 23277 h 35718"/>
                <a:gd name="connsiteX7" fmla="*/ 26028 w 26028"/>
                <a:gd name="connsiteY7" fmla="*/ 23277 h 35718"/>
                <a:gd name="connsiteX8" fmla="*/ 26028 w 26028"/>
                <a:gd name="connsiteY8" fmla="*/ 27297 h 35718"/>
                <a:gd name="connsiteX9" fmla="*/ 20933 w 26028"/>
                <a:gd name="connsiteY9" fmla="*/ 27297 h 35718"/>
                <a:gd name="connsiteX10" fmla="*/ 20933 w 26028"/>
                <a:gd name="connsiteY10" fmla="*/ 35718 h 35718"/>
                <a:gd name="connsiteX11" fmla="*/ 16124 w 26028"/>
                <a:gd name="connsiteY11" fmla="*/ 35718 h 35718"/>
                <a:gd name="connsiteX12" fmla="*/ 16124 w 26028"/>
                <a:gd name="connsiteY12" fmla="*/ 27297 h 35718"/>
                <a:gd name="connsiteX13" fmla="*/ 0 w 26028"/>
                <a:gd name="connsiteY13" fmla="*/ 27297 h 35718"/>
                <a:gd name="connsiteX14" fmla="*/ 0 w 26028"/>
                <a:gd name="connsiteY14" fmla="*/ 22631 h 35718"/>
                <a:gd name="connsiteX15" fmla="*/ 14856 w 26028"/>
                <a:gd name="connsiteY15" fmla="*/ 0 h 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8">
                  <a:moveTo>
                    <a:pt x="16124" y="4210"/>
                  </a:moveTo>
                  <a:lnTo>
                    <a:pt x="3924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3" y="0"/>
                  </a:lnTo>
                  <a:lnTo>
                    <a:pt x="20933" y="23277"/>
                  </a:lnTo>
                  <a:lnTo>
                    <a:pt x="26028" y="23277"/>
                  </a:lnTo>
                  <a:lnTo>
                    <a:pt x="26028" y="27297"/>
                  </a:lnTo>
                  <a:lnTo>
                    <a:pt x="20933" y="27297"/>
                  </a:lnTo>
                  <a:lnTo>
                    <a:pt x="20933" y="35718"/>
                  </a:lnTo>
                  <a:lnTo>
                    <a:pt x="16124" y="35718"/>
                  </a:lnTo>
                  <a:lnTo>
                    <a:pt x="16124" y="27297"/>
                  </a:lnTo>
                  <a:lnTo>
                    <a:pt x="0" y="27297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4DA179A9-DFCF-12C5-D365-75480B65C22B}"/>
                </a:ext>
              </a:extLst>
            </p:cNvPr>
            <p:cNvSpPr/>
            <p:nvPr/>
          </p:nvSpPr>
          <p:spPr>
            <a:xfrm>
              <a:off x="2404149" y="3291706"/>
              <a:ext cx="30669" cy="4067"/>
            </a:xfrm>
            <a:custGeom>
              <a:avLst/>
              <a:gdLst>
                <a:gd name="connsiteX0" fmla="*/ 0 w 30669"/>
                <a:gd name="connsiteY0" fmla="*/ 0 h 4067"/>
                <a:gd name="connsiteX1" fmla="*/ 30669 w 30669"/>
                <a:gd name="connsiteY1" fmla="*/ 0 h 4067"/>
                <a:gd name="connsiteX2" fmla="*/ 30669 w 30669"/>
                <a:gd name="connsiteY2" fmla="*/ 4067 h 4067"/>
                <a:gd name="connsiteX3" fmla="*/ 0 w 30669"/>
                <a:gd name="connsiteY3" fmla="*/ 4067 h 4067"/>
                <a:gd name="connsiteX4" fmla="*/ 0 w 30669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92F50102-42DC-C0E0-C54F-F71DC26067D1}"/>
                </a:ext>
              </a:extLst>
            </p:cNvPr>
            <p:cNvSpPr/>
            <p:nvPr/>
          </p:nvSpPr>
          <p:spPr>
            <a:xfrm>
              <a:off x="2443598" y="3272735"/>
              <a:ext cx="22679" cy="36362"/>
            </a:xfrm>
            <a:custGeom>
              <a:avLst/>
              <a:gdLst>
                <a:gd name="connsiteX0" fmla="*/ 5813 w 22679"/>
                <a:gd name="connsiteY0" fmla="*/ 32296 h 36362"/>
                <a:gd name="connsiteX1" fmla="*/ 22679 w 22679"/>
                <a:gd name="connsiteY1" fmla="*/ 32296 h 36362"/>
                <a:gd name="connsiteX2" fmla="*/ 22679 w 22679"/>
                <a:gd name="connsiteY2" fmla="*/ 36362 h 36362"/>
                <a:gd name="connsiteX3" fmla="*/ 0 w 22679"/>
                <a:gd name="connsiteY3" fmla="*/ 36362 h 36362"/>
                <a:gd name="connsiteX4" fmla="*/ 0 w 22679"/>
                <a:gd name="connsiteY4" fmla="*/ 32296 h 36362"/>
                <a:gd name="connsiteX5" fmla="*/ 7488 w 22679"/>
                <a:gd name="connsiteY5" fmla="*/ 24665 h 36362"/>
                <a:gd name="connsiteX6" fmla="*/ 13469 w 22679"/>
                <a:gd name="connsiteY6" fmla="*/ 18469 h 36362"/>
                <a:gd name="connsiteX7" fmla="*/ 16699 w 22679"/>
                <a:gd name="connsiteY7" fmla="*/ 14066 h 36362"/>
                <a:gd name="connsiteX8" fmla="*/ 17632 w 22679"/>
                <a:gd name="connsiteY8" fmla="*/ 10502 h 36362"/>
                <a:gd name="connsiteX9" fmla="*/ 15622 w 22679"/>
                <a:gd name="connsiteY9" fmla="*/ 5861 h 36362"/>
                <a:gd name="connsiteX10" fmla="*/ 10430 w 22679"/>
                <a:gd name="connsiteY10" fmla="*/ 4067 h 36362"/>
                <a:gd name="connsiteX11" fmla="*/ 5622 w 22679"/>
                <a:gd name="connsiteY11" fmla="*/ 4856 h 36362"/>
                <a:gd name="connsiteX12" fmla="*/ 239 w 22679"/>
                <a:gd name="connsiteY12" fmla="*/ 7249 h 36362"/>
                <a:gd name="connsiteX13" fmla="*/ 239 w 22679"/>
                <a:gd name="connsiteY13" fmla="*/ 2368 h 36362"/>
                <a:gd name="connsiteX14" fmla="*/ 5694 w 22679"/>
                <a:gd name="connsiteY14" fmla="*/ 598 h 36362"/>
                <a:gd name="connsiteX15" fmla="*/ 10335 w 22679"/>
                <a:gd name="connsiteY15" fmla="*/ 0 h 36362"/>
                <a:gd name="connsiteX16" fmla="*/ 19187 w 22679"/>
                <a:gd name="connsiteY16" fmla="*/ 2775 h 36362"/>
                <a:gd name="connsiteX17" fmla="*/ 22488 w 22679"/>
                <a:gd name="connsiteY17" fmla="*/ 10191 h 36362"/>
                <a:gd name="connsiteX18" fmla="*/ 21650 w 22679"/>
                <a:gd name="connsiteY18" fmla="*/ 14378 h 36362"/>
                <a:gd name="connsiteX19" fmla="*/ 18660 w 22679"/>
                <a:gd name="connsiteY19" fmla="*/ 19018 h 36362"/>
                <a:gd name="connsiteX20" fmla="*/ 14856 w 22679"/>
                <a:gd name="connsiteY20" fmla="*/ 23038 h 36362"/>
                <a:gd name="connsiteX21" fmla="*/ 5813 w 22679"/>
                <a:gd name="connsiteY21" fmla="*/ 32296 h 3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2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2"/>
                  </a:lnTo>
                  <a:lnTo>
                    <a:pt x="0" y="36362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6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6"/>
                    <a:pt x="5694" y="598"/>
                  </a:cubicBezTo>
                  <a:cubicBezTo>
                    <a:pt x="7384" y="199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8"/>
                    <a:pt x="22209" y="13054"/>
                    <a:pt x="21650" y="14378"/>
                  </a:cubicBezTo>
                  <a:cubicBezTo>
                    <a:pt x="21108" y="15685"/>
                    <a:pt x="20111" y="17232"/>
                    <a:pt x="18660" y="19018"/>
                  </a:cubicBezTo>
                  <a:cubicBezTo>
                    <a:pt x="18261" y="19481"/>
                    <a:pt x="16993" y="20821"/>
                    <a:pt x="14856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68A49468-F1EF-0A97-0F95-802B9477654D}"/>
                </a:ext>
              </a:extLst>
            </p:cNvPr>
            <p:cNvSpPr/>
            <p:nvPr/>
          </p:nvSpPr>
          <p:spPr>
            <a:xfrm>
              <a:off x="2441589" y="3080091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1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0A8A821B-BB9B-B5A7-7ECC-06C435DECED4}"/>
                </a:ext>
              </a:extLst>
            </p:cNvPr>
            <p:cNvSpPr/>
            <p:nvPr/>
          </p:nvSpPr>
          <p:spPr>
            <a:xfrm>
              <a:off x="2345238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704B9F0D-1F33-66F7-A4E2-8C56736189C0}"/>
                </a:ext>
              </a:extLst>
            </p:cNvPr>
            <p:cNvSpPr/>
            <p:nvPr/>
          </p:nvSpPr>
          <p:spPr>
            <a:xfrm>
              <a:off x="2327782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FBB3CE2A-A41B-4CD5-1DC5-FECF15D769FB}"/>
                </a:ext>
              </a:extLst>
            </p:cNvPr>
            <p:cNvSpPr/>
            <p:nvPr/>
          </p:nvSpPr>
          <p:spPr>
            <a:xfrm>
              <a:off x="2345238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23FB04D0-E26C-FBDB-703A-3E2A5EAF31A5}"/>
                </a:ext>
              </a:extLst>
            </p:cNvPr>
            <p:cNvSpPr/>
            <p:nvPr/>
          </p:nvSpPr>
          <p:spPr>
            <a:xfrm>
              <a:off x="2327782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5C1A44B-4FCD-568D-4944-E1DA01B93960}"/>
              </a:ext>
            </a:extLst>
          </p:cNvPr>
          <p:cNvGrpSpPr/>
          <p:nvPr/>
        </p:nvGrpSpPr>
        <p:grpSpPr>
          <a:xfrm>
            <a:off x="2618369" y="2951692"/>
            <a:ext cx="481589" cy="740098"/>
            <a:chOff x="2618369" y="2951692"/>
            <a:chExt cx="481589" cy="740098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8831CE0-FD4B-739B-07BE-49C0F08EDD92}"/>
                </a:ext>
              </a:extLst>
            </p:cNvPr>
            <p:cNvSpPr/>
            <p:nvPr/>
          </p:nvSpPr>
          <p:spPr>
            <a:xfrm>
              <a:off x="2618369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14F2933C-321F-4C84-85F2-4ED4720310C6}"/>
                </a:ext>
              </a:extLst>
            </p:cNvPr>
            <p:cNvSpPr/>
            <p:nvPr/>
          </p:nvSpPr>
          <p:spPr>
            <a:xfrm>
              <a:off x="3099368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2A1D075-0C1A-C524-9F7D-01FADEFFDEFA}"/>
                </a:ext>
              </a:extLst>
            </p:cNvPr>
            <p:cNvSpPr/>
            <p:nvPr/>
          </p:nvSpPr>
          <p:spPr>
            <a:xfrm>
              <a:off x="2618369" y="2951692"/>
              <a:ext cx="480999" cy="740098"/>
            </a:xfrm>
            <a:custGeom>
              <a:avLst/>
              <a:gdLst>
                <a:gd name="connsiteX0" fmla="*/ 0 w 480999"/>
                <a:gd name="connsiteY0" fmla="*/ 740099 h 740098"/>
                <a:gd name="connsiteX1" fmla="*/ 0 w 480999"/>
                <a:gd name="connsiteY1" fmla="*/ 0 h 740098"/>
                <a:gd name="connsiteX2" fmla="*/ 480999 w 480999"/>
                <a:gd name="connsiteY2" fmla="*/ 0 h 740098"/>
                <a:gd name="connsiteX3" fmla="*/ 480999 w 480999"/>
                <a:gd name="connsiteY3" fmla="*/ 740099 h 740098"/>
                <a:gd name="connsiteX4" fmla="*/ 0 w 480999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999" h="740098">
                  <a:moveTo>
                    <a:pt x="0" y="740099"/>
                  </a:moveTo>
                  <a:lnTo>
                    <a:pt x="0" y="0"/>
                  </a:lnTo>
                  <a:lnTo>
                    <a:pt x="480999" y="0"/>
                  </a:lnTo>
                  <a:lnTo>
                    <a:pt x="480999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76" name="Freeform 175">
            <a:extLst>
              <a:ext uri="{FF2B5EF4-FFF2-40B4-BE49-F238E27FC236}">
                <a16:creationId xmlns:a16="http://schemas.microsoft.com/office/drawing/2014/main" id="{955550EF-587F-C8C3-2CA3-8E934E3C2B81}"/>
              </a:ext>
            </a:extLst>
          </p:cNvPr>
          <p:cNvSpPr/>
          <p:nvPr/>
        </p:nvSpPr>
        <p:spPr>
          <a:xfrm>
            <a:off x="2522169" y="2951692"/>
            <a:ext cx="1154399" cy="740098"/>
          </a:xfrm>
          <a:custGeom>
            <a:avLst/>
            <a:gdLst>
              <a:gd name="connsiteX0" fmla="*/ 0 w 1154399"/>
              <a:gd name="connsiteY0" fmla="*/ 0 h 740098"/>
              <a:gd name="connsiteX1" fmla="*/ 1156 w 1154399"/>
              <a:gd name="connsiteY1" fmla="*/ 926 h 740098"/>
              <a:gd name="connsiteX2" fmla="*/ 2311 w 1154399"/>
              <a:gd name="connsiteY2" fmla="*/ 1850 h 740098"/>
              <a:gd name="connsiteX3" fmla="*/ 3467 w 1154399"/>
              <a:gd name="connsiteY3" fmla="*/ 2773 h 740098"/>
              <a:gd name="connsiteX4" fmla="*/ 4622 w 1154399"/>
              <a:gd name="connsiteY4" fmla="*/ 3693 h 740098"/>
              <a:gd name="connsiteX5" fmla="*/ 5777 w 1154399"/>
              <a:gd name="connsiteY5" fmla="*/ 4613 h 740098"/>
              <a:gd name="connsiteX6" fmla="*/ 6933 w 1154399"/>
              <a:gd name="connsiteY6" fmla="*/ 5530 h 740098"/>
              <a:gd name="connsiteX7" fmla="*/ 8089 w 1154399"/>
              <a:gd name="connsiteY7" fmla="*/ 6446 h 740098"/>
              <a:gd name="connsiteX8" fmla="*/ 9245 w 1154399"/>
              <a:gd name="connsiteY8" fmla="*/ 7360 h 740098"/>
              <a:gd name="connsiteX9" fmla="*/ 10400 w 1154399"/>
              <a:gd name="connsiteY9" fmla="*/ 8272 h 740098"/>
              <a:gd name="connsiteX10" fmla="*/ 11555 w 1154399"/>
              <a:gd name="connsiteY10" fmla="*/ 9183 h 740098"/>
              <a:gd name="connsiteX11" fmla="*/ 12711 w 1154399"/>
              <a:gd name="connsiteY11" fmla="*/ 10092 h 740098"/>
              <a:gd name="connsiteX12" fmla="*/ 13866 w 1154399"/>
              <a:gd name="connsiteY12" fmla="*/ 10999 h 740098"/>
              <a:gd name="connsiteX13" fmla="*/ 15022 w 1154399"/>
              <a:gd name="connsiteY13" fmla="*/ 11904 h 740098"/>
              <a:gd name="connsiteX14" fmla="*/ 16178 w 1154399"/>
              <a:gd name="connsiteY14" fmla="*/ 12808 h 740098"/>
              <a:gd name="connsiteX15" fmla="*/ 17333 w 1154399"/>
              <a:gd name="connsiteY15" fmla="*/ 13709 h 740098"/>
              <a:gd name="connsiteX16" fmla="*/ 18489 w 1154399"/>
              <a:gd name="connsiteY16" fmla="*/ 14609 h 740098"/>
              <a:gd name="connsiteX17" fmla="*/ 19644 w 1154399"/>
              <a:gd name="connsiteY17" fmla="*/ 15507 h 740098"/>
              <a:gd name="connsiteX18" fmla="*/ 20800 w 1154399"/>
              <a:gd name="connsiteY18" fmla="*/ 16403 h 740098"/>
              <a:gd name="connsiteX19" fmla="*/ 21955 w 1154399"/>
              <a:gd name="connsiteY19" fmla="*/ 17298 h 740098"/>
              <a:gd name="connsiteX20" fmla="*/ 23111 w 1154399"/>
              <a:gd name="connsiteY20" fmla="*/ 18190 h 740098"/>
              <a:gd name="connsiteX21" fmla="*/ 24267 w 1154399"/>
              <a:gd name="connsiteY21" fmla="*/ 19080 h 740098"/>
              <a:gd name="connsiteX22" fmla="*/ 25422 w 1154399"/>
              <a:gd name="connsiteY22" fmla="*/ 19969 h 740098"/>
              <a:gd name="connsiteX23" fmla="*/ 26577 w 1154399"/>
              <a:gd name="connsiteY23" fmla="*/ 20855 h 740098"/>
              <a:gd name="connsiteX24" fmla="*/ 27733 w 1154399"/>
              <a:gd name="connsiteY24" fmla="*/ 21740 h 740098"/>
              <a:gd name="connsiteX25" fmla="*/ 28889 w 1154399"/>
              <a:gd name="connsiteY25" fmla="*/ 22623 h 740098"/>
              <a:gd name="connsiteX26" fmla="*/ 30045 w 1154399"/>
              <a:gd name="connsiteY26" fmla="*/ 23503 h 740098"/>
              <a:gd name="connsiteX27" fmla="*/ 31200 w 1154399"/>
              <a:gd name="connsiteY27" fmla="*/ 24382 h 740098"/>
              <a:gd name="connsiteX28" fmla="*/ 32356 w 1154399"/>
              <a:gd name="connsiteY28" fmla="*/ 25258 h 740098"/>
              <a:gd name="connsiteX29" fmla="*/ 33511 w 1154399"/>
              <a:gd name="connsiteY29" fmla="*/ 26133 h 740098"/>
              <a:gd name="connsiteX30" fmla="*/ 34666 w 1154399"/>
              <a:gd name="connsiteY30" fmla="*/ 27006 h 740098"/>
              <a:gd name="connsiteX31" fmla="*/ 35822 w 1154399"/>
              <a:gd name="connsiteY31" fmla="*/ 27876 h 740098"/>
              <a:gd name="connsiteX32" fmla="*/ 36978 w 1154399"/>
              <a:gd name="connsiteY32" fmla="*/ 28744 h 740098"/>
              <a:gd name="connsiteX33" fmla="*/ 38134 w 1154399"/>
              <a:gd name="connsiteY33" fmla="*/ 29611 h 740098"/>
              <a:gd name="connsiteX34" fmla="*/ 39289 w 1154399"/>
              <a:gd name="connsiteY34" fmla="*/ 30475 h 740098"/>
              <a:gd name="connsiteX35" fmla="*/ 40444 w 1154399"/>
              <a:gd name="connsiteY35" fmla="*/ 31337 h 740098"/>
              <a:gd name="connsiteX36" fmla="*/ 41600 w 1154399"/>
              <a:gd name="connsiteY36" fmla="*/ 32197 h 740098"/>
              <a:gd name="connsiteX37" fmla="*/ 42755 w 1154399"/>
              <a:gd name="connsiteY37" fmla="*/ 33055 h 740098"/>
              <a:gd name="connsiteX38" fmla="*/ 43911 w 1154399"/>
              <a:gd name="connsiteY38" fmla="*/ 33911 h 740098"/>
              <a:gd name="connsiteX39" fmla="*/ 45067 w 1154399"/>
              <a:gd name="connsiteY39" fmla="*/ 34764 h 740098"/>
              <a:gd name="connsiteX40" fmla="*/ 46222 w 1154399"/>
              <a:gd name="connsiteY40" fmla="*/ 35615 h 740098"/>
              <a:gd name="connsiteX41" fmla="*/ 47378 w 1154399"/>
              <a:gd name="connsiteY41" fmla="*/ 36464 h 740098"/>
              <a:gd name="connsiteX42" fmla="*/ 48533 w 1154399"/>
              <a:gd name="connsiteY42" fmla="*/ 37310 h 740098"/>
              <a:gd name="connsiteX43" fmla="*/ 49689 w 1154399"/>
              <a:gd name="connsiteY43" fmla="*/ 38155 h 740098"/>
              <a:gd name="connsiteX44" fmla="*/ 50844 w 1154399"/>
              <a:gd name="connsiteY44" fmla="*/ 38997 h 740098"/>
              <a:gd name="connsiteX45" fmla="*/ 52000 w 1154399"/>
              <a:gd name="connsiteY45" fmla="*/ 39837 h 740098"/>
              <a:gd name="connsiteX46" fmla="*/ 53156 w 1154399"/>
              <a:gd name="connsiteY46" fmla="*/ 40674 h 740098"/>
              <a:gd name="connsiteX47" fmla="*/ 54311 w 1154399"/>
              <a:gd name="connsiteY47" fmla="*/ 41509 h 740098"/>
              <a:gd name="connsiteX48" fmla="*/ 55466 w 1154399"/>
              <a:gd name="connsiteY48" fmla="*/ 42342 h 740098"/>
              <a:gd name="connsiteX49" fmla="*/ 56622 w 1154399"/>
              <a:gd name="connsiteY49" fmla="*/ 43173 h 740098"/>
              <a:gd name="connsiteX50" fmla="*/ 57778 w 1154399"/>
              <a:gd name="connsiteY50" fmla="*/ 44001 h 740098"/>
              <a:gd name="connsiteX51" fmla="*/ 58933 w 1154399"/>
              <a:gd name="connsiteY51" fmla="*/ 44826 h 740098"/>
              <a:gd name="connsiteX52" fmla="*/ 60089 w 1154399"/>
              <a:gd name="connsiteY52" fmla="*/ 45650 h 740098"/>
              <a:gd name="connsiteX53" fmla="*/ 61244 w 1154399"/>
              <a:gd name="connsiteY53" fmla="*/ 46471 h 740098"/>
              <a:gd name="connsiteX54" fmla="*/ 62400 w 1154399"/>
              <a:gd name="connsiteY54" fmla="*/ 47288 h 740098"/>
              <a:gd name="connsiteX55" fmla="*/ 63555 w 1154399"/>
              <a:gd name="connsiteY55" fmla="*/ 48105 h 740098"/>
              <a:gd name="connsiteX56" fmla="*/ 64711 w 1154399"/>
              <a:gd name="connsiteY56" fmla="*/ 48918 h 740098"/>
              <a:gd name="connsiteX57" fmla="*/ 65867 w 1154399"/>
              <a:gd name="connsiteY57" fmla="*/ 49729 h 740098"/>
              <a:gd name="connsiteX58" fmla="*/ 67022 w 1154399"/>
              <a:gd name="connsiteY58" fmla="*/ 50537 h 740098"/>
              <a:gd name="connsiteX59" fmla="*/ 68178 w 1154399"/>
              <a:gd name="connsiteY59" fmla="*/ 51343 h 740098"/>
              <a:gd name="connsiteX60" fmla="*/ 69333 w 1154399"/>
              <a:gd name="connsiteY60" fmla="*/ 52146 h 740098"/>
              <a:gd name="connsiteX61" fmla="*/ 70489 w 1154399"/>
              <a:gd name="connsiteY61" fmla="*/ 52947 h 740098"/>
              <a:gd name="connsiteX62" fmla="*/ 71644 w 1154399"/>
              <a:gd name="connsiteY62" fmla="*/ 53744 h 740098"/>
              <a:gd name="connsiteX63" fmla="*/ 72800 w 1154399"/>
              <a:gd name="connsiteY63" fmla="*/ 54540 h 740098"/>
              <a:gd name="connsiteX64" fmla="*/ 73956 w 1154399"/>
              <a:gd name="connsiteY64" fmla="*/ 55332 h 740098"/>
              <a:gd name="connsiteX65" fmla="*/ 75111 w 1154399"/>
              <a:gd name="connsiteY65" fmla="*/ 56123 h 740098"/>
              <a:gd name="connsiteX66" fmla="*/ 76266 w 1154399"/>
              <a:gd name="connsiteY66" fmla="*/ 56910 h 740098"/>
              <a:gd name="connsiteX67" fmla="*/ 77422 w 1154399"/>
              <a:gd name="connsiteY67" fmla="*/ 57695 h 740098"/>
              <a:gd name="connsiteX68" fmla="*/ 78578 w 1154399"/>
              <a:gd name="connsiteY68" fmla="*/ 58477 h 740098"/>
              <a:gd name="connsiteX69" fmla="*/ 79733 w 1154399"/>
              <a:gd name="connsiteY69" fmla="*/ 59256 h 740098"/>
              <a:gd name="connsiteX70" fmla="*/ 80889 w 1154399"/>
              <a:gd name="connsiteY70" fmla="*/ 60032 h 740098"/>
              <a:gd name="connsiteX71" fmla="*/ 82045 w 1154399"/>
              <a:gd name="connsiteY71" fmla="*/ 60806 h 740098"/>
              <a:gd name="connsiteX72" fmla="*/ 83200 w 1154399"/>
              <a:gd name="connsiteY72" fmla="*/ 61576 h 740098"/>
              <a:gd name="connsiteX73" fmla="*/ 84355 w 1154399"/>
              <a:gd name="connsiteY73" fmla="*/ 62345 h 740098"/>
              <a:gd name="connsiteX74" fmla="*/ 85511 w 1154399"/>
              <a:gd name="connsiteY74" fmla="*/ 63110 h 740098"/>
              <a:gd name="connsiteX75" fmla="*/ 86667 w 1154399"/>
              <a:gd name="connsiteY75" fmla="*/ 63872 h 740098"/>
              <a:gd name="connsiteX76" fmla="*/ 87822 w 1154399"/>
              <a:gd name="connsiteY76" fmla="*/ 64631 h 740098"/>
              <a:gd name="connsiteX77" fmla="*/ 88978 w 1154399"/>
              <a:gd name="connsiteY77" fmla="*/ 65388 h 740098"/>
              <a:gd name="connsiteX78" fmla="*/ 90133 w 1154399"/>
              <a:gd name="connsiteY78" fmla="*/ 66142 h 740098"/>
              <a:gd name="connsiteX79" fmla="*/ 91289 w 1154399"/>
              <a:gd name="connsiteY79" fmla="*/ 66893 h 740098"/>
              <a:gd name="connsiteX80" fmla="*/ 92444 w 1154399"/>
              <a:gd name="connsiteY80" fmla="*/ 67640 h 740098"/>
              <a:gd name="connsiteX81" fmla="*/ 93600 w 1154399"/>
              <a:gd name="connsiteY81" fmla="*/ 68386 h 740098"/>
              <a:gd name="connsiteX82" fmla="*/ 94756 w 1154399"/>
              <a:gd name="connsiteY82" fmla="*/ 69127 h 740098"/>
              <a:gd name="connsiteX83" fmla="*/ 95911 w 1154399"/>
              <a:gd name="connsiteY83" fmla="*/ 69866 h 740098"/>
              <a:gd name="connsiteX84" fmla="*/ 97067 w 1154399"/>
              <a:gd name="connsiteY84" fmla="*/ 70602 h 740098"/>
              <a:gd name="connsiteX85" fmla="*/ 98222 w 1154399"/>
              <a:gd name="connsiteY85" fmla="*/ 71335 h 740098"/>
              <a:gd name="connsiteX86" fmla="*/ 99378 w 1154399"/>
              <a:gd name="connsiteY86" fmla="*/ 72065 h 740098"/>
              <a:gd name="connsiteX87" fmla="*/ 100533 w 1154399"/>
              <a:gd name="connsiteY87" fmla="*/ 72791 h 740098"/>
              <a:gd name="connsiteX88" fmla="*/ 101689 w 1154399"/>
              <a:gd name="connsiteY88" fmla="*/ 73515 h 740098"/>
              <a:gd name="connsiteX89" fmla="*/ 102845 w 1154399"/>
              <a:gd name="connsiteY89" fmla="*/ 74235 h 740098"/>
              <a:gd name="connsiteX90" fmla="*/ 104000 w 1154399"/>
              <a:gd name="connsiteY90" fmla="*/ 74953 h 740098"/>
              <a:gd name="connsiteX91" fmla="*/ 105155 w 1154399"/>
              <a:gd name="connsiteY91" fmla="*/ 75667 h 740098"/>
              <a:gd name="connsiteX92" fmla="*/ 106311 w 1154399"/>
              <a:gd name="connsiteY92" fmla="*/ 76378 h 740098"/>
              <a:gd name="connsiteX93" fmla="*/ 107467 w 1154399"/>
              <a:gd name="connsiteY93" fmla="*/ 77085 h 740098"/>
              <a:gd name="connsiteX94" fmla="*/ 108622 w 1154399"/>
              <a:gd name="connsiteY94" fmla="*/ 77790 h 740098"/>
              <a:gd name="connsiteX95" fmla="*/ 109778 w 1154399"/>
              <a:gd name="connsiteY95" fmla="*/ 78491 h 740098"/>
              <a:gd name="connsiteX96" fmla="*/ 110933 w 1154399"/>
              <a:gd name="connsiteY96" fmla="*/ 79189 h 740098"/>
              <a:gd name="connsiteX97" fmla="*/ 112089 w 1154399"/>
              <a:gd name="connsiteY97" fmla="*/ 79884 h 740098"/>
              <a:gd name="connsiteX98" fmla="*/ 113244 w 1154399"/>
              <a:gd name="connsiteY98" fmla="*/ 80575 h 740098"/>
              <a:gd name="connsiteX99" fmla="*/ 114400 w 1154399"/>
              <a:gd name="connsiteY99" fmla="*/ 81264 h 740098"/>
              <a:gd name="connsiteX100" fmla="*/ 115556 w 1154399"/>
              <a:gd name="connsiteY100" fmla="*/ 81948 h 740098"/>
              <a:gd name="connsiteX101" fmla="*/ 116711 w 1154399"/>
              <a:gd name="connsiteY101" fmla="*/ 82630 h 740098"/>
              <a:gd name="connsiteX102" fmla="*/ 117867 w 1154399"/>
              <a:gd name="connsiteY102" fmla="*/ 83308 h 740098"/>
              <a:gd name="connsiteX103" fmla="*/ 119022 w 1154399"/>
              <a:gd name="connsiteY103" fmla="*/ 83983 h 740098"/>
              <a:gd name="connsiteX104" fmla="*/ 120178 w 1154399"/>
              <a:gd name="connsiteY104" fmla="*/ 84654 h 740098"/>
              <a:gd name="connsiteX105" fmla="*/ 121333 w 1154399"/>
              <a:gd name="connsiteY105" fmla="*/ 85322 h 740098"/>
              <a:gd name="connsiteX106" fmla="*/ 122489 w 1154399"/>
              <a:gd name="connsiteY106" fmla="*/ 85987 h 740098"/>
              <a:gd name="connsiteX107" fmla="*/ 123645 w 1154399"/>
              <a:gd name="connsiteY107" fmla="*/ 86648 h 740098"/>
              <a:gd name="connsiteX108" fmla="*/ 124800 w 1154399"/>
              <a:gd name="connsiteY108" fmla="*/ 87305 h 740098"/>
              <a:gd name="connsiteX109" fmla="*/ 125955 w 1154399"/>
              <a:gd name="connsiteY109" fmla="*/ 87960 h 740098"/>
              <a:gd name="connsiteX110" fmla="*/ 127111 w 1154399"/>
              <a:gd name="connsiteY110" fmla="*/ 88610 h 740098"/>
              <a:gd name="connsiteX111" fmla="*/ 128267 w 1154399"/>
              <a:gd name="connsiteY111" fmla="*/ 89257 h 740098"/>
              <a:gd name="connsiteX112" fmla="*/ 129422 w 1154399"/>
              <a:gd name="connsiteY112" fmla="*/ 89901 h 740098"/>
              <a:gd name="connsiteX113" fmla="*/ 130578 w 1154399"/>
              <a:gd name="connsiteY113" fmla="*/ 90541 h 740098"/>
              <a:gd name="connsiteX114" fmla="*/ 131733 w 1154399"/>
              <a:gd name="connsiteY114" fmla="*/ 91177 h 740098"/>
              <a:gd name="connsiteX115" fmla="*/ 132889 w 1154399"/>
              <a:gd name="connsiteY115" fmla="*/ 91810 h 740098"/>
              <a:gd name="connsiteX116" fmla="*/ 134044 w 1154399"/>
              <a:gd name="connsiteY116" fmla="*/ 92439 h 740098"/>
              <a:gd name="connsiteX117" fmla="*/ 135200 w 1154399"/>
              <a:gd name="connsiteY117" fmla="*/ 93064 h 740098"/>
              <a:gd name="connsiteX118" fmla="*/ 136356 w 1154399"/>
              <a:gd name="connsiteY118" fmla="*/ 93687 h 740098"/>
              <a:gd name="connsiteX119" fmla="*/ 137511 w 1154399"/>
              <a:gd name="connsiteY119" fmla="*/ 94305 h 740098"/>
              <a:gd name="connsiteX120" fmla="*/ 138667 w 1154399"/>
              <a:gd name="connsiteY120" fmla="*/ 94919 h 740098"/>
              <a:gd name="connsiteX121" fmla="*/ 139822 w 1154399"/>
              <a:gd name="connsiteY121" fmla="*/ 95531 h 740098"/>
              <a:gd name="connsiteX122" fmla="*/ 140978 w 1154399"/>
              <a:gd name="connsiteY122" fmla="*/ 96138 h 740098"/>
              <a:gd name="connsiteX123" fmla="*/ 142133 w 1154399"/>
              <a:gd name="connsiteY123" fmla="*/ 96741 h 740098"/>
              <a:gd name="connsiteX124" fmla="*/ 143289 w 1154399"/>
              <a:gd name="connsiteY124" fmla="*/ 97341 h 740098"/>
              <a:gd name="connsiteX125" fmla="*/ 144445 w 1154399"/>
              <a:gd name="connsiteY125" fmla="*/ 97937 h 740098"/>
              <a:gd name="connsiteX126" fmla="*/ 145600 w 1154399"/>
              <a:gd name="connsiteY126" fmla="*/ 98529 h 740098"/>
              <a:gd name="connsiteX127" fmla="*/ 146756 w 1154399"/>
              <a:gd name="connsiteY127" fmla="*/ 99118 h 740098"/>
              <a:gd name="connsiteX128" fmla="*/ 147911 w 1154399"/>
              <a:gd name="connsiteY128" fmla="*/ 99702 h 740098"/>
              <a:gd name="connsiteX129" fmla="*/ 149067 w 1154399"/>
              <a:gd name="connsiteY129" fmla="*/ 100283 h 740098"/>
              <a:gd name="connsiteX130" fmla="*/ 150222 w 1154399"/>
              <a:gd name="connsiteY130" fmla="*/ 100860 h 740098"/>
              <a:gd name="connsiteX131" fmla="*/ 151378 w 1154399"/>
              <a:gd name="connsiteY131" fmla="*/ 101433 h 740098"/>
              <a:gd name="connsiteX132" fmla="*/ 152534 w 1154399"/>
              <a:gd name="connsiteY132" fmla="*/ 102003 h 740098"/>
              <a:gd name="connsiteX133" fmla="*/ 153689 w 1154399"/>
              <a:gd name="connsiteY133" fmla="*/ 102568 h 740098"/>
              <a:gd name="connsiteX134" fmla="*/ 154844 w 1154399"/>
              <a:gd name="connsiteY134" fmla="*/ 103130 h 740098"/>
              <a:gd name="connsiteX135" fmla="*/ 156000 w 1154399"/>
              <a:gd name="connsiteY135" fmla="*/ 103688 h 740098"/>
              <a:gd name="connsiteX136" fmla="*/ 157156 w 1154399"/>
              <a:gd name="connsiteY136" fmla="*/ 104241 h 740098"/>
              <a:gd name="connsiteX137" fmla="*/ 158311 w 1154399"/>
              <a:gd name="connsiteY137" fmla="*/ 104792 h 740098"/>
              <a:gd name="connsiteX138" fmla="*/ 159467 w 1154399"/>
              <a:gd name="connsiteY138" fmla="*/ 105337 h 740098"/>
              <a:gd name="connsiteX139" fmla="*/ 160622 w 1154399"/>
              <a:gd name="connsiteY139" fmla="*/ 105880 h 740098"/>
              <a:gd name="connsiteX140" fmla="*/ 161778 w 1154399"/>
              <a:gd name="connsiteY140" fmla="*/ 106418 h 740098"/>
              <a:gd name="connsiteX141" fmla="*/ 162933 w 1154399"/>
              <a:gd name="connsiteY141" fmla="*/ 106952 h 740098"/>
              <a:gd name="connsiteX142" fmla="*/ 164089 w 1154399"/>
              <a:gd name="connsiteY142" fmla="*/ 107482 h 740098"/>
              <a:gd name="connsiteX143" fmla="*/ 165245 w 1154399"/>
              <a:gd name="connsiteY143" fmla="*/ 108008 h 740098"/>
              <a:gd name="connsiteX144" fmla="*/ 166400 w 1154399"/>
              <a:gd name="connsiteY144" fmla="*/ 108531 h 740098"/>
              <a:gd name="connsiteX145" fmla="*/ 167556 w 1154399"/>
              <a:gd name="connsiteY145" fmla="*/ 109049 h 740098"/>
              <a:gd name="connsiteX146" fmla="*/ 168711 w 1154399"/>
              <a:gd name="connsiteY146" fmla="*/ 109563 h 740098"/>
              <a:gd name="connsiteX147" fmla="*/ 169867 w 1154399"/>
              <a:gd name="connsiteY147" fmla="*/ 110074 h 740098"/>
              <a:gd name="connsiteX148" fmla="*/ 171022 w 1154399"/>
              <a:gd name="connsiteY148" fmla="*/ 110580 h 740098"/>
              <a:gd name="connsiteX149" fmla="*/ 172178 w 1154399"/>
              <a:gd name="connsiteY149" fmla="*/ 111082 h 740098"/>
              <a:gd name="connsiteX150" fmla="*/ 173334 w 1154399"/>
              <a:gd name="connsiteY150" fmla="*/ 111581 h 740098"/>
              <a:gd name="connsiteX151" fmla="*/ 174489 w 1154399"/>
              <a:gd name="connsiteY151" fmla="*/ 112075 h 740098"/>
              <a:gd name="connsiteX152" fmla="*/ 175644 w 1154399"/>
              <a:gd name="connsiteY152" fmla="*/ 112565 h 740098"/>
              <a:gd name="connsiteX153" fmla="*/ 176800 w 1154399"/>
              <a:gd name="connsiteY153" fmla="*/ 113051 h 740098"/>
              <a:gd name="connsiteX154" fmla="*/ 177956 w 1154399"/>
              <a:gd name="connsiteY154" fmla="*/ 113533 h 740098"/>
              <a:gd name="connsiteX155" fmla="*/ 179111 w 1154399"/>
              <a:gd name="connsiteY155" fmla="*/ 114012 h 740098"/>
              <a:gd name="connsiteX156" fmla="*/ 180267 w 1154399"/>
              <a:gd name="connsiteY156" fmla="*/ 114485 h 740098"/>
              <a:gd name="connsiteX157" fmla="*/ 181422 w 1154399"/>
              <a:gd name="connsiteY157" fmla="*/ 114955 h 740098"/>
              <a:gd name="connsiteX158" fmla="*/ 182578 w 1154399"/>
              <a:gd name="connsiteY158" fmla="*/ 115421 h 740098"/>
              <a:gd name="connsiteX159" fmla="*/ 183733 w 1154399"/>
              <a:gd name="connsiteY159" fmla="*/ 115883 h 740098"/>
              <a:gd name="connsiteX160" fmla="*/ 184889 w 1154399"/>
              <a:gd name="connsiteY160" fmla="*/ 116341 h 740098"/>
              <a:gd name="connsiteX161" fmla="*/ 186045 w 1154399"/>
              <a:gd name="connsiteY161" fmla="*/ 116794 h 740098"/>
              <a:gd name="connsiteX162" fmla="*/ 187200 w 1154399"/>
              <a:gd name="connsiteY162" fmla="*/ 117244 h 740098"/>
              <a:gd name="connsiteX163" fmla="*/ 188356 w 1154399"/>
              <a:gd name="connsiteY163" fmla="*/ 117689 h 740098"/>
              <a:gd name="connsiteX164" fmla="*/ 189511 w 1154399"/>
              <a:gd name="connsiteY164" fmla="*/ 118131 h 740098"/>
              <a:gd name="connsiteX165" fmla="*/ 190666 w 1154399"/>
              <a:gd name="connsiteY165" fmla="*/ 118568 h 740098"/>
              <a:gd name="connsiteX166" fmla="*/ 191822 w 1154399"/>
              <a:gd name="connsiteY166" fmla="*/ 119001 h 740098"/>
              <a:gd name="connsiteX167" fmla="*/ 192978 w 1154399"/>
              <a:gd name="connsiteY167" fmla="*/ 119430 h 740098"/>
              <a:gd name="connsiteX168" fmla="*/ 194134 w 1154399"/>
              <a:gd name="connsiteY168" fmla="*/ 119855 h 740098"/>
              <a:gd name="connsiteX169" fmla="*/ 195289 w 1154399"/>
              <a:gd name="connsiteY169" fmla="*/ 120276 h 740098"/>
              <a:gd name="connsiteX170" fmla="*/ 196444 w 1154399"/>
              <a:gd name="connsiteY170" fmla="*/ 120693 h 740098"/>
              <a:gd name="connsiteX171" fmla="*/ 197600 w 1154399"/>
              <a:gd name="connsiteY171" fmla="*/ 121106 h 740098"/>
              <a:gd name="connsiteX172" fmla="*/ 198755 w 1154399"/>
              <a:gd name="connsiteY172" fmla="*/ 121515 h 740098"/>
              <a:gd name="connsiteX173" fmla="*/ 199911 w 1154399"/>
              <a:gd name="connsiteY173" fmla="*/ 121919 h 740098"/>
              <a:gd name="connsiteX174" fmla="*/ 201067 w 1154399"/>
              <a:gd name="connsiteY174" fmla="*/ 122319 h 740098"/>
              <a:gd name="connsiteX175" fmla="*/ 202223 w 1154399"/>
              <a:gd name="connsiteY175" fmla="*/ 122716 h 740098"/>
              <a:gd name="connsiteX176" fmla="*/ 203378 w 1154399"/>
              <a:gd name="connsiteY176" fmla="*/ 123108 h 740098"/>
              <a:gd name="connsiteX177" fmla="*/ 204533 w 1154399"/>
              <a:gd name="connsiteY177" fmla="*/ 123497 h 740098"/>
              <a:gd name="connsiteX178" fmla="*/ 205689 w 1154399"/>
              <a:gd name="connsiteY178" fmla="*/ 123881 h 740098"/>
              <a:gd name="connsiteX179" fmla="*/ 206845 w 1154399"/>
              <a:gd name="connsiteY179" fmla="*/ 124262 h 740098"/>
              <a:gd name="connsiteX180" fmla="*/ 208000 w 1154399"/>
              <a:gd name="connsiteY180" fmla="*/ 124638 h 740098"/>
              <a:gd name="connsiteX181" fmla="*/ 209156 w 1154399"/>
              <a:gd name="connsiteY181" fmla="*/ 125011 h 740098"/>
              <a:gd name="connsiteX182" fmla="*/ 210311 w 1154399"/>
              <a:gd name="connsiteY182" fmla="*/ 125379 h 740098"/>
              <a:gd name="connsiteX183" fmla="*/ 211467 w 1154399"/>
              <a:gd name="connsiteY183" fmla="*/ 125743 h 740098"/>
              <a:gd name="connsiteX184" fmla="*/ 212622 w 1154399"/>
              <a:gd name="connsiteY184" fmla="*/ 126103 h 740098"/>
              <a:gd name="connsiteX185" fmla="*/ 213778 w 1154399"/>
              <a:gd name="connsiteY185" fmla="*/ 126460 h 740098"/>
              <a:gd name="connsiteX186" fmla="*/ 214934 w 1154399"/>
              <a:gd name="connsiteY186" fmla="*/ 126812 h 740098"/>
              <a:gd name="connsiteX187" fmla="*/ 216089 w 1154399"/>
              <a:gd name="connsiteY187" fmla="*/ 127160 h 740098"/>
              <a:gd name="connsiteX188" fmla="*/ 217245 w 1154399"/>
              <a:gd name="connsiteY188" fmla="*/ 127505 h 740098"/>
              <a:gd name="connsiteX189" fmla="*/ 218400 w 1154399"/>
              <a:gd name="connsiteY189" fmla="*/ 127845 h 740098"/>
              <a:gd name="connsiteX190" fmla="*/ 219555 w 1154399"/>
              <a:gd name="connsiteY190" fmla="*/ 128182 h 740098"/>
              <a:gd name="connsiteX191" fmla="*/ 220711 w 1154399"/>
              <a:gd name="connsiteY191" fmla="*/ 128515 h 740098"/>
              <a:gd name="connsiteX192" fmla="*/ 221867 w 1154399"/>
              <a:gd name="connsiteY192" fmla="*/ 128843 h 740098"/>
              <a:gd name="connsiteX193" fmla="*/ 223023 w 1154399"/>
              <a:gd name="connsiteY193" fmla="*/ 129168 h 740098"/>
              <a:gd name="connsiteX194" fmla="*/ 224178 w 1154399"/>
              <a:gd name="connsiteY194" fmla="*/ 129489 h 740098"/>
              <a:gd name="connsiteX195" fmla="*/ 225333 w 1154399"/>
              <a:gd name="connsiteY195" fmla="*/ 129807 h 740098"/>
              <a:gd name="connsiteX196" fmla="*/ 226489 w 1154399"/>
              <a:gd name="connsiteY196" fmla="*/ 130120 h 740098"/>
              <a:gd name="connsiteX197" fmla="*/ 227644 w 1154399"/>
              <a:gd name="connsiteY197" fmla="*/ 130430 h 740098"/>
              <a:gd name="connsiteX198" fmla="*/ 228800 w 1154399"/>
              <a:gd name="connsiteY198" fmla="*/ 130736 h 740098"/>
              <a:gd name="connsiteX199" fmla="*/ 229956 w 1154399"/>
              <a:gd name="connsiteY199" fmla="*/ 131037 h 740098"/>
              <a:gd name="connsiteX200" fmla="*/ 231111 w 1154399"/>
              <a:gd name="connsiteY200" fmla="*/ 131336 h 740098"/>
              <a:gd name="connsiteX201" fmla="*/ 232267 w 1154399"/>
              <a:gd name="connsiteY201" fmla="*/ 131630 h 740098"/>
              <a:gd name="connsiteX202" fmla="*/ 233422 w 1154399"/>
              <a:gd name="connsiteY202" fmla="*/ 131921 h 740098"/>
              <a:gd name="connsiteX203" fmla="*/ 234578 w 1154399"/>
              <a:gd name="connsiteY203" fmla="*/ 132208 h 740098"/>
              <a:gd name="connsiteX204" fmla="*/ 235733 w 1154399"/>
              <a:gd name="connsiteY204" fmla="*/ 132491 h 740098"/>
              <a:gd name="connsiteX205" fmla="*/ 236889 w 1154399"/>
              <a:gd name="connsiteY205" fmla="*/ 132771 h 740098"/>
              <a:gd name="connsiteX206" fmla="*/ 238045 w 1154399"/>
              <a:gd name="connsiteY206" fmla="*/ 133048 h 740098"/>
              <a:gd name="connsiteX207" fmla="*/ 239200 w 1154399"/>
              <a:gd name="connsiteY207" fmla="*/ 133320 h 740098"/>
              <a:gd name="connsiteX208" fmla="*/ 240355 w 1154399"/>
              <a:gd name="connsiteY208" fmla="*/ 133589 h 740098"/>
              <a:gd name="connsiteX209" fmla="*/ 241511 w 1154399"/>
              <a:gd name="connsiteY209" fmla="*/ 133854 h 740098"/>
              <a:gd name="connsiteX210" fmla="*/ 242667 w 1154399"/>
              <a:gd name="connsiteY210" fmla="*/ 134116 h 740098"/>
              <a:gd name="connsiteX211" fmla="*/ 243823 w 1154399"/>
              <a:gd name="connsiteY211" fmla="*/ 134375 h 740098"/>
              <a:gd name="connsiteX212" fmla="*/ 244978 w 1154399"/>
              <a:gd name="connsiteY212" fmla="*/ 134629 h 740098"/>
              <a:gd name="connsiteX213" fmla="*/ 246134 w 1154399"/>
              <a:gd name="connsiteY213" fmla="*/ 134881 h 740098"/>
              <a:gd name="connsiteX214" fmla="*/ 247289 w 1154399"/>
              <a:gd name="connsiteY214" fmla="*/ 135129 h 740098"/>
              <a:gd name="connsiteX215" fmla="*/ 248444 w 1154399"/>
              <a:gd name="connsiteY215" fmla="*/ 135373 h 740098"/>
              <a:gd name="connsiteX216" fmla="*/ 249600 w 1154399"/>
              <a:gd name="connsiteY216" fmla="*/ 135615 h 740098"/>
              <a:gd name="connsiteX217" fmla="*/ 250756 w 1154399"/>
              <a:gd name="connsiteY217" fmla="*/ 135852 h 740098"/>
              <a:gd name="connsiteX218" fmla="*/ 251912 w 1154399"/>
              <a:gd name="connsiteY218" fmla="*/ 136087 h 740098"/>
              <a:gd name="connsiteX219" fmla="*/ 253067 w 1154399"/>
              <a:gd name="connsiteY219" fmla="*/ 136318 h 740098"/>
              <a:gd name="connsiteX220" fmla="*/ 254222 w 1154399"/>
              <a:gd name="connsiteY220" fmla="*/ 136546 h 740098"/>
              <a:gd name="connsiteX221" fmla="*/ 255378 w 1154399"/>
              <a:gd name="connsiteY221" fmla="*/ 136771 h 740098"/>
              <a:gd name="connsiteX222" fmla="*/ 256533 w 1154399"/>
              <a:gd name="connsiteY222" fmla="*/ 136992 h 740098"/>
              <a:gd name="connsiteX223" fmla="*/ 257689 w 1154399"/>
              <a:gd name="connsiteY223" fmla="*/ 137211 h 740098"/>
              <a:gd name="connsiteX224" fmla="*/ 258845 w 1154399"/>
              <a:gd name="connsiteY224" fmla="*/ 137427 h 740098"/>
              <a:gd name="connsiteX225" fmla="*/ 260000 w 1154399"/>
              <a:gd name="connsiteY225" fmla="*/ 137639 h 740098"/>
              <a:gd name="connsiteX226" fmla="*/ 261156 w 1154399"/>
              <a:gd name="connsiteY226" fmla="*/ 137848 h 740098"/>
              <a:gd name="connsiteX227" fmla="*/ 262311 w 1154399"/>
              <a:gd name="connsiteY227" fmla="*/ 138054 h 740098"/>
              <a:gd name="connsiteX228" fmla="*/ 263467 w 1154399"/>
              <a:gd name="connsiteY228" fmla="*/ 138257 h 740098"/>
              <a:gd name="connsiteX229" fmla="*/ 264622 w 1154399"/>
              <a:gd name="connsiteY229" fmla="*/ 138458 h 740098"/>
              <a:gd name="connsiteX230" fmla="*/ 265778 w 1154399"/>
              <a:gd name="connsiteY230" fmla="*/ 138655 h 740098"/>
              <a:gd name="connsiteX231" fmla="*/ 266934 w 1154399"/>
              <a:gd name="connsiteY231" fmla="*/ 138849 h 740098"/>
              <a:gd name="connsiteX232" fmla="*/ 268089 w 1154399"/>
              <a:gd name="connsiteY232" fmla="*/ 139041 h 740098"/>
              <a:gd name="connsiteX233" fmla="*/ 269244 w 1154399"/>
              <a:gd name="connsiteY233" fmla="*/ 139230 h 740098"/>
              <a:gd name="connsiteX234" fmla="*/ 270400 w 1154399"/>
              <a:gd name="connsiteY234" fmla="*/ 139416 h 740098"/>
              <a:gd name="connsiteX235" fmla="*/ 271556 w 1154399"/>
              <a:gd name="connsiteY235" fmla="*/ 139599 h 740098"/>
              <a:gd name="connsiteX236" fmla="*/ 272711 w 1154399"/>
              <a:gd name="connsiteY236" fmla="*/ 139780 h 740098"/>
              <a:gd name="connsiteX237" fmla="*/ 273867 w 1154399"/>
              <a:gd name="connsiteY237" fmla="*/ 139958 h 740098"/>
              <a:gd name="connsiteX238" fmla="*/ 275022 w 1154399"/>
              <a:gd name="connsiteY238" fmla="*/ 140133 h 740098"/>
              <a:gd name="connsiteX239" fmla="*/ 276178 w 1154399"/>
              <a:gd name="connsiteY239" fmla="*/ 140306 h 740098"/>
              <a:gd name="connsiteX240" fmla="*/ 277333 w 1154399"/>
              <a:gd name="connsiteY240" fmla="*/ 140476 h 740098"/>
              <a:gd name="connsiteX241" fmla="*/ 278489 w 1154399"/>
              <a:gd name="connsiteY241" fmla="*/ 140644 h 740098"/>
              <a:gd name="connsiteX242" fmla="*/ 279645 w 1154399"/>
              <a:gd name="connsiteY242" fmla="*/ 140809 h 740098"/>
              <a:gd name="connsiteX243" fmla="*/ 280800 w 1154399"/>
              <a:gd name="connsiteY243" fmla="*/ 140972 h 740098"/>
              <a:gd name="connsiteX244" fmla="*/ 281956 w 1154399"/>
              <a:gd name="connsiteY244" fmla="*/ 141133 h 740098"/>
              <a:gd name="connsiteX245" fmla="*/ 283111 w 1154399"/>
              <a:gd name="connsiteY245" fmla="*/ 141291 h 740098"/>
              <a:gd name="connsiteX246" fmla="*/ 284267 w 1154399"/>
              <a:gd name="connsiteY246" fmla="*/ 141447 h 740098"/>
              <a:gd name="connsiteX247" fmla="*/ 285422 w 1154399"/>
              <a:gd name="connsiteY247" fmla="*/ 141601 h 740098"/>
              <a:gd name="connsiteX248" fmla="*/ 286578 w 1154399"/>
              <a:gd name="connsiteY248" fmla="*/ 141752 h 740098"/>
              <a:gd name="connsiteX249" fmla="*/ 287734 w 1154399"/>
              <a:gd name="connsiteY249" fmla="*/ 141902 h 740098"/>
              <a:gd name="connsiteX250" fmla="*/ 288889 w 1154399"/>
              <a:gd name="connsiteY250" fmla="*/ 142049 h 740098"/>
              <a:gd name="connsiteX251" fmla="*/ 290044 w 1154399"/>
              <a:gd name="connsiteY251" fmla="*/ 142194 h 740098"/>
              <a:gd name="connsiteX252" fmla="*/ 291200 w 1154399"/>
              <a:gd name="connsiteY252" fmla="*/ 142338 h 740098"/>
              <a:gd name="connsiteX253" fmla="*/ 292356 w 1154399"/>
              <a:gd name="connsiteY253" fmla="*/ 142479 h 740098"/>
              <a:gd name="connsiteX254" fmla="*/ 293511 w 1154399"/>
              <a:gd name="connsiteY254" fmla="*/ 142618 h 740098"/>
              <a:gd name="connsiteX255" fmla="*/ 294667 w 1154399"/>
              <a:gd name="connsiteY255" fmla="*/ 142756 h 740098"/>
              <a:gd name="connsiteX256" fmla="*/ 295822 w 1154399"/>
              <a:gd name="connsiteY256" fmla="*/ 142891 h 740098"/>
              <a:gd name="connsiteX257" fmla="*/ 296978 w 1154399"/>
              <a:gd name="connsiteY257" fmla="*/ 143025 h 740098"/>
              <a:gd name="connsiteX258" fmla="*/ 298133 w 1154399"/>
              <a:gd name="connsiteY258" fmla="*/ 143157 h 740098"/>
              <a:gd name="connsiteX259" fmla="*/ 299289 w 1154399"/>
              <a:gd name="connsiteY259" fmla="*/ 143288 h 740098"/>
              <a:gd name="connsiteX260" fmla="*/ 300445 w 1154399"/>
              <a:gd name="connsiteY260" fmla="*/ 143417 h 740098"/>
              <a:gd name="connsiteX261" fmla="*/ 301600 w 1154399"/>
              <a:gd name="connsiteY261" fmla="*/ 143544 h 740098"/>
              <a:gd name="connsiteX262" fmla="*/ 302756 w 1154399"/>
              <a:gd name="connsiteY262" fmla="*/ 143669 h 740098"/>
              <a:gd name="connsiteX263" fmla="*/ 303911 w 1154399"/>
              <a:gd name="connsiteY263" fmla="*/ 143793 h 740098"/>
              <a:gd name="connsiteX264" fmla="*/ 305067 w 1154399"/>
              <a:gd name="connsiteY264" fmla="*/ 143916 h 740098"/>
              <a:gd name="connsiteX265" fmla="*/ 306222 w 1154399"/>
              <a:gd name="connsiteY265" fmla="*/ 144037 h 740098"/>
              <a:gd name="connsiteX266" fmla="*/ 307378 w 1154399"/>
              <a:gd name="connsiteY266" fmla="*/ 144157 h 740098"/>
              <a:gd name="connsiteX267" fmla="*/ 308534 w 1154399"/>
              <a:gd name="connsiteY267" fmla="*/ 144276 h 740098"/>
              <a:gd name="connsiteX268" fmla="*/ 309689 w 1154399"/>
              <a:gd name="connsiteY268" fmla="*/ 144393 h 740098"/>
              <a:gd name="connsiteX269" fmla="*/ 310845 w 1154399"/>
              <a:gd name="connsiteY269" fmla="*/ 144510 h 740098"/>
              <a:gd name="connsiteX270" fmla="*/ 312000 w 1154399"/>
              <a:gd name="connsiteY270" fmla="*/ 144625 h 740098"/>
              <a:gd name="connsiteX271" fmla="*/ 313156 w 1154399"/>
              <a:gd name="connsiteY271" fmla="*/ 144739 h 740098"/>
              <a:gd name="connsiteX272" fmla="*/ 314311 w 1154399"/>
              <a:gd name="connsiteY272" fmla="*/ 144852 h 740098"/>
              <a:gd name="connsiteX273" fmla="*/ 315467 w 1154399"/>
              <a:gd name="connsiteY273" fmla="*/ 144963 h 740098"/>
              <a:gd name="connsiteX274" fmla="*/ 316623 w 1154399"/>
              <a:gd name="connsiteY274" fmla="*/ 145074 h 740098"/>
              <a:gd name="connsiteX275" fmla="*/ 317778 w 1154399"/>
              <a:gd name="connsiteY275" fmla="*/ 145185 h 740098"/>
              <a:gd name="connsiteX276" fmla="*/ 318933 w 1154399"/>
              <a:gd name="connsiteY276" fmla="*/ 145294 h 740098"/>
              <a:gd name="connsiteX277" fmla="*/ 320089 w 1154399"/>
              <a:gd name="connsiteY277" fmla="*/ 145402 h 740098"/>
              <a:gd name="connsiteX278" fmla="*/ 321245 w 1154399"/>
              <a:gd name="connsiteY278" fmla="*/ 145510 h 740098"/>
              <a:gd name="connsiteX279" fmla="*/ 322400 w 1154399"/>
              <a:gd name="connsiteY279" fmla="*/ 145617 h 740098"/>
              <a:gd name="connsiteX280" fmla="*/ 323556 w 1154399"/>
              <a:gd name="connsiteY280" fmla="*/ 145723 h 740098"/>
              <a:gd name="connsiteX281" fmla="*/ 324711 w 1154399"/>
              <a:gd name="connsiteY281" fmla="*/ 145829 h 740098"/>
              <a:gd name="connsiteX282" fmla="*/ 325867 w 1154399"/>
              <a:gd name="connsiteY282" fmla="*/ 145934 h 740098"/>
              <a:gd name="connsiteX283" fmla="*/ 327022 w 1154399"/>
              <a:gd name="connsiteY283" fmla="*/ 146039 h 740098"/>
              <a:gd name="connsiteX284" fmla="*/ 328178 w 1154399"/>
              <a:gd name="connsiteY284" fmla="*/ 146143 h 740098"/>
              <a:gd name="connsiteX285" fmla="*/ 329334 w 1154399"/>
              <a:gd name="connsiteY285" fmla="*/ 146247 h 740098"/>
              <a:gd name="connsiteX286" fmla="*/ 330489 w 1154399"/>
              <a:gd name="connsiteY286" fmla="*/ 146350 h 740098"/>
              <a:gd name="connsiteX287" fmla="*/ 331645 w 1154399"/>
              <a:gd name="connsiteY287" fmla="*/ 146454 h 740098"/>
              <a:gd name="connsiteX288" fmla="*/ 332800 w 1154399"/>
              <a:gd name="connsiteY288" fmla="*/ 146557 h 740098"/>
              <a:gd name="connsiteX289" fmla="*/ 333956 w 1154399"/>
              <a:gd name="connsiteY289" fmla="*/ 146660 h 740098"/>
              <a:gd name="connsiteX290" fmla="*/ 335111 w 1154399"/>
              <a:gd name="connsiteY290" fmla="*/ 146763 h 740098"/>
              <a:gd name="connsiteX291" fmla="*/ 336267 w 1154399"/>
              <a:gd name="connsiteY291" fmla="*/ 146865 h 740098"/>
              <a:gd name="connsiteX292" fmla="*/ 337423 w 1154399"/>
              <a:gd name="connsiteY292" fmla="*/ 146968 h 740098"/>
              <a:gd name="connsiteX293" fmla="*/ 338578 w 1154399"/>
              <a:gd name="connsiteY293" fmla="*/ 147071 h 740098"/>
              <a:gd name="connsiteX294" fmla="*/ 339733 w 1154399"/>
              <a:gd name="connsiteY294" fmla="*/ 147174 h 740098"/>
              <a:gd name="connsiteX295" fmla="*/ 340889 w 1154399"/>
              <a:gd name="connsiteY295" fmla="*/ 147276 h 740098"/>
              <a:gd name="connsiteX296" fmla="*/ 342045 w 1154399"/>
              <a:gd name="connsiteY296" fmla="*/ 147380 h 740098"/>
              <a:gd name="connsiteX297" fmla="*/ 343200 w 1154399"/>
              <a:gd name="connsiteY297" fmla="*/ 147483 h 740098"/>
              <a:gd name="connsiteX298" fmla="*/ 344356 w 1154399"/>
              <a:gd name="connsiteY298" fmla="*/ 147587 h 740098"/>
              <a:gd name="connsiteX299" fmla="*/ 345511 w 1154399"/>
              <a:gd name="connsiteY299" fmla="*/ 147690 h 740098"/>
              <a:gd name="connsiteX300" fmla="*/ 346667 w 1154399"/>
              <a:gd name="connsiteY300" fmla="*/ 147795 h 740098"/>
              <a:gd name="connsiteX301" fmla="*/ 347822 w 1154399"/>
              <a:gd name="connsiteY301" fmla="*/ 147900 h 740098"/>
              <a:gd name="connsiteX302" fmla="*/ 348978 w 1154399"/>
              <a:gd name="connsiteY302" fmla="*/ 148005 h 740098"/>
              <a:gd name="connsiteX303" fmla="*/ 350134 w 1154399"/>
              <a:gd name="connsiteY303" fmla="*/ 148111 h 740098"/>
              <a:gd name="connsiteX304" fmla="*/ 351289 w 1154399"/>
              <a:gd name="connsiteY304" fmla="*/ 148218 h 740098"/>
              <a:gd name="connsiteX305" fmla="*/ 352445 w 1154399"/>
              <a:gd name="connsiteY305" fmla="*/ 148325 h 740098"/>
              <a:gd name="connsiteX306" fmla="*/ 353600 w 1154399"/>
              <a:gd name="connsiteY306" fmla="*/ 148433 h 740098"/>
              <a:gd name="connsiteX307" fmla="*/ 354756 w 1154399"/>
              <a:gd name="connsiteY307" fmla="*/ 148541 h 740098"/>
              <a:gd name="connsiteX308" fmla="*/ 355911 w 1154399"/>
              <a:gd name="connsiteY308" fmla="*/ 148651 h 740098"/>
              <a:gd name="connsiteX309" fmla="*/ 357067 w 1154399"/>
              <a:gd name="connsiteY309" fmla="*/ 148761 h 740098"/>
              <a:gd name="connsiteX310" fmla="*/ 358223 w 1154399"/>
              <a:gd name="connsiteY310" fmla="*/ 148872 h 740098"/>
              <a:gd name="connsiteX311" fmla="*/ 359378 w 1154399"/>
              <a:gd name="connsiteY311" fmla="*/ 148984 h 740098"/>
              <a:gd name="connsiteX312" fmla="*/ 360533 w 1154399"/>
              <a:gd name="connsiteY312" fmla="*/ 149098 h 740098"/>
              <a:gd name="connsiteX313" fmla="*/ 361689 w 1154399"/>
              <a:gd name="connsiteY313" fmla="*/ 149212 h 740098"/>
              <a:gd name="connsiteX314" fmla="*/ 362845 w 1154399"/>
              <a:gd name="connsiteY314" fmla="*/ 149327 h 740098"/>
              <a:gd name="connsiteX315" fmla="*/ 364000 w 1154399"/>
              <a:gd name="connsiteY315" fmla="*/ 149444 h 740098"/>
              <a:gd name="connsiteX316" fmla="*/ 365156 w 1154399"/>
              <a:gd name="connsiteY316" fmla="*/ 149561 h 740098"/>
              <a:gd name="connsiteX317" fmla="*/ 366312 w 1154399"/>
              <a:gd name="connsiteY317" fmla="*/ 149681 h 740098"/>
              <a:gd name="connsiteX318" fmla="*/ 367467 w 1154399"/>
              <a:gd name="connsiteY318" fmla="*/ 149801 h 740098"/>
              <a:gd name="connsiteX319" fmla="*/ 368622 w 1154399"/>
              <a:gd name="connsiteY319" fmla="*/ 149922 h 740098"/>
              <a:gd name="connsiteX320" fmla="*/ 369778 w 1154399"/>
              <a:gd name="connsiteY320" fmla="*/ 150046 h 740098"/>
              <a:gd name="connsiteX321" fmla="*/ 370934 w 1154399"/>
              <a:gd name="connsiteY321" fmla="*/ 150170 h 740098"/>
              <a:gd name="connsiteX322" fmla="*/ 372089 w 1154399"/>
              <a:gd name="connsiteY322" fmla="*/ 150296 h 740098"/>
              <a:gd name="connsiteX323" fmla="*/ 373245 w 1154399"/>
              <a:gd name="connsiteY323" fmla="*/ 150424 h 740098"/>
              <a:gd name="connsiteX324" fmla="*/ 374400 w 1154399"/>
              <a:gd name="connsiteY324" fmla="*/ 150553 h 740098"/>
              <a:gd name="connsiteX325" fmla="*/ 375556 w 1154399"/>
              <a:gd name="connsiteY325" fmla="*/ 150683 h 740098"/>
              <a:gd name="connsiteX326" fmla="*/ 376711 w 1154399"/>
              <a:gd name="connsiteY326" fmla="*/ 150816 h 740098"/>
              <a:gd name="connsiteX327" fmla="*/ 377867 w 1154399"/>
              <a:gd name="connsiteY327" fmla="*/ 150950 h 740098"/>
              <a:gd name="connsiteX328" fmla="*/ 379023 w 1154399"/>
              <a:gd name="connsiteY328" fmla="*/ 151087 h 740098"/>
              <a:gd name="connsiteX329" fmla="*/ 380178 w 1154399"/>
              <a:gd name="connsiteY329" fmla="*/ 151224 h 740098"/>
              <a:gd name="connsiteX330" fmla="*/ 381334 w 1154399"/>
              <a:gd name="connsiteY330" fmla="*/ 151364 h 740098"/>
              <a:gd name="connsiteX331" fmla="*/ 382489 w 1154399"/>
              <a:gd name="connsiteY331" fmla="*/ 151506 h 740098"/>
              <a:gd name="connsiteX332" fmla="*/ 383645 w 1154399"/>
              <a:gd name="connsiteY332" fmla="*/ 151650 h 740098"/>
              <a:gd name="connsiteX333" fmla="*/ 384800 w 1154399"/>
              <a:gd name="connsiteY333" fmla="*/ 151795 h 740098"/>
              <a:gd name="connsiteX334" fmla="*/ 385956 w 1154399"/>
              <a:gd name="connsiteY334" fmla="*/ 151943 h 740098"/>
              <a:gd name="connsiteX335" fmla="*/ 387112 w 1154399"/>
              <a:gd name="connsiteY335" fmla="*/ 152093 h 740098"/>
              <a:gd name="connsiteX336" fmla="*/ 388267 w 1154399"/>
              <a:gd name="connsiteY336" fmla="*/ 152245 h 740098"/>
              <a:gd name="connsiteX337" fmla="*/ 389422 w 1154399"/>
              <a:gd name="connsiteY337" fmla="*/ 152400 h 740098"/>
              <a:gd name="connsiteX338" fmla="*/ 390577 w 1154399"/>
              <a:gd name="connsiteY338" fmla="*/ 152556 h 740098"/>
              <a:gd name="connsiteX339" fmla="*/ 391734 w 1154399"/>
              <a:gd name="connsiteY339" fmla="*/ 152715 h 740098"/>
              <a:gd name="connsiteX340" fmla="*/ 392892 w 1154399"/>
              <a:gd name="connsiteY340" fmla="*/ 152876 h 740098"/>
              <a:gd name="connsiteX341" fmla="*/ 394044 w 1154399"/>
              <a:gd name="connsiteY341" fmla="*/ 153040 h 740098"/>
              <a:gd name="connsiteX342" fmla="*/ 395201 w 1154399"/>
              <a:gd name="connsiteY342" fmla="*/ 153206 h 740098"/>
              <a:gd name="connsiteX343" fmla="*/ 396359 w 1154399"/>
              <a:gd name="connsiteY343" fmla="*/ 153374 h 740098"/>
              <a:gd name="connsiteX344" fmla="*/ 397510 w 1154399"/>
              <a:gd name="connsiteY344" fmla="*/ 153545 h 740098"/>
              <a:gd name="connsiteX345" fmla="*/ 398668 w 1154399"/>
              <a:gd name="connsiteY345" fmla="*/ 153718 h 740098"/>
              <a:gd name="connsiteX346" fmla="*/ 399825 w 1154399"/>
              <a:gd name="connsiteY346" fmla="*/ 153894 h 740098"/>
              <a:gd name="connsiteX347" fmla="*/ 400977 w 1154399"/>
              <a:gd name="connsiteY347" fmla="*/ 154073 h 740098"/>
              <a:gd name="connsiteX348" fmla="*/ 402134 w 1154399"/>
              <a:gd name="connsiteY348" fmla="*/ 154254 h 740098"/>
              <a:gd name="connsiteX349" fmla="*/ 403292 w 1154399"/>
              <a:gd name="connsiteY349" fmla="*/ 154438 h 740098"/>
              <a:gd name="connsiteX350" fmla="*/ 404443 w 1154399"/>
              <a:gd name="connsiteY350" fmla="*/ 154625 h 740098"/>
              <a:gd name="connsiteX351" fmla="*/ 405601 w 1154399"/>
              <a:gd name="connsiteY351" fmla="*/ 154814 h 740098"/>
              <a:gd name="connsiteX352" fmla="*/ 406758 w 1154399"/>
              <a:gd name="connsiteY352" fmla="*/ 155007 h 740098"/>
              <a:gd name="connsiteX353" fmla="*/ 407910 w 1154399"/>
              <a:gd name="connsiteY353" fmla="*/ 155202 h 740098"/>
              <a:gd name="connsiteX354" fmla="*/ 409067 w 1154399"/>
              <a:gd name="connsiteY354" fmla="*/ 155400 h 740098"/>
              <a:gd name="connsiteX355" fmla="*/ 410225 w 1154399"/>
              <a:gd name="connsiteY355" fmla="*/ 155601 h 740098"/>
              <a:gd name="connsiteX356" fmla="*/ 411376 w 1154399"/>
              <a:gd name="connsiteY356" fmla="*/ 155805 h 740098"/>
              <a:gd name="connsiteX357" fmla="*/ 412534 w 1154399"/>
              <a:gd name="connsiteY357" fmla="*/ 156012 h 740098"/>
              <a:gd name="connsiteX358" fmla="*/ 413691 w 1154399"/>
              <a:gd name="connsiteY358" fmla="*/ 156222 h 740098"/>
              <a:gd name="connsiteX359" fmla="*/ 414843 w 1154399"/>
              <a:gd name="connsiteY359" fmla="*/ 156435 h 740098"/>
              <a:gd name="connsiteX360" fmla="*/ 416001 w 1154399"/>
              <a:gd name="connsiteY360" fmla="*/ 156651 h 740098"/>
              <a:gd name="connsiteX361" fmla="*/ 417158 w 1154399"/>
              <a:gd name="connsiteY361" fmla="*/ 156870 h 740098"/>
              <a:gd name="connsiteX362" fmla="*/ 418310 w 1154399"/>
              <a:gd name="connsiteY362" fmla="*/ 157093 h 740098"/>
              <a:gd name="connsiteX363" fmla="*/ 419467 w 1154399"/>
              <a:gd name="connsiteY363" fmla="*/ 157318 h 740098"/>
              <a:gd name="connsiteX364" fmla="*/ 420625 w 1154399"/>
              <a:gd name="connsiteY364" fmla="*/ 157547 h 740098"/>
              <a:gd name="connsiteX365" fmla="*/ 421776 w 1154399"/>
              <a:gd name="connsiteY365" fmla="*/ 157779 h 740098"/>
              <a:gd name="connsiteX366" fmla="*/ 422934 w 1154399"/>
              <a:gd name="connsiteY366" fmla="*/ 158015 h 740098"/>
              <a:gd name="connsiteX367" fmla="*/ 424091 w 1154399"/>
              <a:gd name="connsiteY367" fmla="*/ 158253 h 740098"/>
              <a:gd name="connsiteX368" fmla="*/ 425243 w 1154399"/>
              <a:gd name="connsiteY368" fmla="*/ 158495 h 740098"/>
              <a:gd name="connsiteX369" fmla="*/ 426400 w 1154399"/>
              <a:gd name="connsiteY369" fmla="*/ 158741 h 740098"/>
              <a:gd name="connsiteX370" fmla="*/ 427558 w 1154399"/>
              <a:gd name="connsiteY370" fmla="*/ 158990 h 740098"/>
              <a:gd name="connsiteX371" fmla="*/ 428709 w 1154399"/>
              <a:gd name="connsiteY371" fmla="*/ 159242 h 740098"/>
              <a:gd name="connsiteX372" fmla="*/ 429867 w 1154399"/>
              <a:gd name="connsiteY372" fmla="*/ 159497 h 740098"/>
              <a:gd name="connsiteX373" fmla="*/ 431024 w 1154399"/>
              <a:gd name="connsiteY373" fmla="*/ 159757 h 740098"/>
              <a:gd name="connsiteX374" fmla="*/ 432176 w 1154399"/>
              <a:gd name="connsiteY374" fmla="*/ 160020 h 740098"/>
              <a:gd name="connsiteX375" fmla="*/ 433333 w 1154399"/>
              <a:gd name="connsiteY375" fmla="*/ 160286 h 740098"/>
              <a:gd name="connsiteX376" fmla="*/ 434491 w 1154399"/>
              <a:gd name="connsiteY376" fmla="*/ 160556 h 740098"/>
              <a:gd name="connsiteX377" fmla="*/ 435643 w 1154399"/>
              <a:gd name="connsiteY377" fmla="*/ 160829 h 740098"/>
              <a:gd name="connsiteX378" fmla="*/ 436800 w 1154399"/>
              <a:gd name="connsiteY378" fmla="*/ 161106 h 740098"/>
              <a:gd name="connsiteX379" fmla="*/ 437957 w 1154399"/>
              <a:gd name="connsiteY379" fmla="*/ 161387 h 740098"/>
              <a:gd name="connsiteX380" fmla="*/ 439109 w 1154399"/>
              <a:gd name="connsiteY380" fmla="*/ 161671 h 740098"/>
              <a:gd name="connsiteX381" fmla="*/ 440267 w 1154399"/>
              <a:gd name="connsiteY381" fmla="*/ 161960 h 740098"/>
              <a:gd name="connsiteX382" fmla="*/ 441424 w 1154399"/>
              <a:gd name="connsiteY382" fmla="*/ 162251 h 740098"/>
              <a:gd name="connsiteX383" fmla="*/ 442576 w 1154399"/>
              <a:gd name="connsiteY383" fmla="*/ 162547 h 740098"/>
              <a:gd name="connsiteX384" fmla="*/ 443733 w 1154399"/>
              <a:gd name="connsiteY384" fmla="*/ 162845 h 740098"/>
              <a:gd name="connsiteX385" fmla="*/ 444891 w 1154399"/>
              <a:gd name="connsiteY385" fmla="*/ 163148 h 740098"/>
              <a:gd name="connsiteX386" fmla="*/ 446042 w 1154399"/>
              <a:gd name="connsiteY386" fmla="*/ 163455 h 740098"/>
              <a:gd name="connsiteX387" fmla="*/ 447200 w 1154399"/>
              <a:gd name="connsiteY387" fmla="*/ 163766 h 740098"/>
              <a:gd name="connsiteX388" fmla="*/ 448357 w 1154399"/>
              <a:gd name="connsiteY388" fmla="*/ 164080 h 740098"/>
              <a:gd name="connsiteX389" fmla="*/ 449509 w 1154399"/>
              <a:gd name="connsiteY389" fmla="*/ 164399 h 740098"/>
              <a:gd name="connsiteX390" fmla="*/ 450666 w 1154399"/>
              <a:gd name="connsiteY390" fmla="*/ 164720 h 740098"/>
              <a:gd name="connsiteX391" fmla="*/ 451824 w 1154399"/>
              <a:gd name="connsiteY391" fmla="*/ 165046 h 740098"/>
              <a:gd name="connsiteX392" fmla="*/ 452975 w 1154399"/>
              <a:gd name="connsiteY392" fmla="*/ 165376 h 740098"/>
              <a:gd name="connsiteX393" fmla="*/ 454133 w 1154399"/>
              <a:gd name="connsiteY393" fmla="*/ 165710 h 740098"/>
              <a:gd name="connsiteX394" fmla="*/ 455290 w 1154399"/>
              <a:gd name="connsiteY394" fmla="*/ 166047 h 740098"/>
              <a:gd name="connsiteX395" fmla="*/ 456442 w 1154399"/>
              <a:gd name="connsiteY395" fmla="*/ 166389 h 740098"/>
              <a:gd name="connsiteX396" fmla="*/ 457599 w 1154399"/>
              <a:gd name="connsiteY396" fmla="*/ 166734 h 740098"/>
              <a:gd name="connsiteX397" fmla="*/ 458757 w 1154399"/>
              <a:gd name="connsiteY397" fmla="*/ 167083 h 740098"/>
              <a:gd name="connsiteX398" fmla="*/ 459909 w 1154399"/>
              <a:gd name="connsiteY398" fmla="*/ 167437 h 740098"/>
              <a:gd name="connsiteX399" fmla="*/ 461066 w 1154399"/>
              <a:gd name="connsiteY399" fmla="*/ 167794 h 740098"/>
              <a:gd name="connsiteX400" fmla="*/ 462224 w 1154399"/>
              <a:gd name="connsiteY400" fmla="*/ 168156 h 740098"/>
              <a:gd name="connsiteX401" fmla="*/ 463381 w 1154399"/>
              <a:gd name="connsiteY401" fmla="*/ 168521 h 740098"/>
              <a:gd name="connsiteX402" fmla="*/ 464533 w 1154399"/>
              <a:gd name="connsiteY402" fmla="*/ 168890 h 740098"/>
              <a:gd name="connsiteX403" fmla="*/ 465690 w 1154399"/>
              <a:gd name="connsiteY403" fmla="*/ 169264 h 740098"/>
              <a:gd name="connsiteX404" fmla="*/ 466848 w 1154399"/>
              <a:gd name="connsiteY404" fmla="*/ 169641 h 740098"/>
              <a:gd name="connsiteX405" fmla="*/ 467999 w 1154399"/>
              <a:gd name="connsiteY405" fmla="*/ 170022 h 740098"/>
              <a:gd name="connsiteX406" fmla="*/ 469157 w 1154399"/>
              <a:gd name="connsiteY406" fmla="*/ 170407 h 740098"/>
              <a:gd name="connsiteX407" fmla="*/ 470314 w 1154399"/>
              <a:gd name="connsiteY407" fmla="*/ 170797 h 740098"/>
              <a:gd name="connsiteX408" fmla="*/ 471466 w 1154399"/>
              <a:gd name="connsiteY408" fmla="*/ 171191 h 740098"/>
              <a:gd name="connsiteX409" fmla="*/ 472623 w 1154399"/>
              <a:gd name="connsiteY409" fmla="*/ 171588 h 740098"/>
              <a:gd name="connsiteX410" fmla="*/ 473781 w 1154399"/>
              <a:gd name="connsiteY410" fmla="*/ 171990 h 740098"/>
              <a:gd name="connsiteX411" fmla="*/ 474932 w 1154399"/>
              <a:gd name="connsiteY411" fmla="*/ 172395 h 740098"/>
              <a:gd name="connsiteX412" fmla="*/ 476090 w 1154399"/>
              <a:gd name="connsiteY412" fmla="*/ 172805 h 740098"/>
              <a:gd name="connsiteX413" fmla="*/ 477247 w 1154399"/>
              <a:gd name="connsiteY413" fmla="*/ 173218 h 740098"/>
              <a:gd name="connsiteX414" fmla="*/ 478399 w 1154399"/>
              <a:gd name="connsiteY414" fmla="*/ 173637 h 740098"/>
              <a:gd name="connsiteX415" fmla="*/ 479556 w 1154399"/>
              <a:gd name="connsiteY415" fmla="*/ 174059 h 740098"/>
              <a:gd name="connsiteX416" fmla="*/ 480714 w 1154399"/>
              <a:gd name="connsiteY416" fmla="*/ 174485 h 740098"/>
              <a:gd name="connsiteX417" fmla="*/ 481866 w 1154399"/>
              <a:gd name="connsiteY417" fmla="*/ 174915 h 740098"/>
              <a:gd name="connsiteX418" fmla="*/ 483023 w 1154399"/>
              <a:gd name="connsiteY418" fmla="*/ 175349 h 740098"/>
              <a:gd name="connsiteX419" fmla="*/ 484180 w 1154399"/>
              <a:gd name="connsiteY419" fmla="*/ 175787 h 740098"/>
              <a:gd name="connsiteX420" fmla="*/ 485332 w 1154399"/>
              <a:gd name="connsiteY420" fmla="*/ 176230 h 740098"/>
              <a:gd name="connsiteX421" fmla="*/ 486490 w 1154399"/>
              <a:gd name="connsiteY421" fmla="*/ 176676 h 740098"/>
              <a:gd name="connsiteX422" fmla="*/ 487647 w 1154399"/>
              <a:gd name="connsiteY422" fmla="*/ 177127 h 740098"/>
              <a:gd name="connsiteX423" fmla="*/ 488799 w 1154399"/>
              <a:gd name="connsiteY423" fmla="*/ 177582 h 740098"/>
              <a:gd name="connsiteX424" fmla="*/ 489956 w 1154399"/>
              <a:gd name="connsiteY424" fmla="*/ 178040 h 740098"/>
              <a:gd name="connsiteX425" fmla="*/ 491114 w 1154399"/>
              <a:gd name="connsiteY425" fmla="*/ 178503 h 740098"/>
              <a:gd name="connsiteX426" fmla="*/ 492265 w 1154399"/>
              <a:gd name="connsiteY426" fmla="*/ 178969 h 740098"/>
              <a:gd name="connsiteX427" fmla="*/ 493423 w 1154399"/>
              <a:gd name="connsiteY427" fmla="*/ 179441 h 740098"/>
              <a:gd name="connsiteX428" fmla="*/ 494580 w 1154399"/>
              <a:gd name="connsiteY428" fmla="*/ 179915 h 740098"/>
              <a:gd name="connsiteX429" fmla="*/ 495732 w 1154399"/>
              <a:gd name="connsiteY429" fmla="*/ 180394 h 740098"/>
              <a:gd name="connsiteX430" fmla="*/ 496889 w 1154399"/>
              <a:gd name="connsiteY430" fmla="*/ 180877 h 740098"/>
              <a:gd name="connsiteX431" fmla="*/ 498047 w 1154399"/>
              <a:gd name="connsiteY431" fmla="*/ 181365 h 740098"/>
              <a:gd name="connsiteX432" fmla="*/ 499198 w 1154399"/>
              <a:gd name="connsiteY432" fmla="*/ 181856 h 740098"/>
              <a:gd name="connsiteX433" fmla="*/ 500356 w 1154399"/>
              <a:gd name="connsiteY433" fmla="*/ 182351 h 740098"/>
              <a:gd name="connsiteX434" fmla="*/ 501513 w 1154399"/>
              <a:gd name="connsiteY434" fmla="*/ 182850 h 740098"/>
              <a:gd name="connsiteX435" fmla="*/ 502665 w 1154399"/>
              <a:gd name="connsiteY435" fmla="*/ 183354 h 740098"/>
              <a:gd name="connsiteX436" fmla="*/ 503822 w 1154399"/>
              <a:gd name="connsiteY436" fmla="*/ 183861 h 740098"/>
              <a:gd name="connsiteX437" fmla="*/ 504980 w 1154399"/>
              <a:gd name="connsiteY437" fmla="*/ 184372 h 740098"/>
              <a:gd name="connsiteX438" fmla="*/ 506132 w 1154399"/>
              <a:gd name="connsiteY438" fmla="*/ 184888 h 740098"/>
              <a:gd name="connsiteX439" fmla="*/ 507289 w 1154399"/>
              <a:gd name="connsiteY439" fmla="*/ 185407 h 740098"/>
              <a:gd name="connsiteX440" fmla="*/ 508447 w 1154399"/>
              <a:gd name="connsiteY440" fmla="*/ 185930 h 740098"/>
              <a:gd name="connsiteX441" fmla="*/ 509598 w 1154399"/>
              <a:gd name="connsiteY441" fmla="*/ 186458 h 740098"/>
              <a:gd name="connsiteX442" fmla="*/ 510756 w 1154399"/>
              <a:gd name="connsiteY442" fmla="*/ 186989 h 740098"/>
              <a:gd name="connsiteX443" fmla="*/ 511913 w 1154399"/>
              <a:gd name="connsiteY443" fmla="*/ 187524 h 740098"/>
              <a:gd name="connsiteX444" fmla="*/ 513065 w 1154399"/>
              <a:gd name="connsiteY444" fmla="*/ 188063 h 740098"/>
              <a:gd name="connsiteX445" fmla="*/ 514222 w 1154399"/>
              <a:gd name="connsiteY445" fmla="*/ 188606 h 740098"/>
              <a:gd name="connsiteX446" fmla="*/ 515380 w 1154399"/>
              <a:gd name="connsiteY446" fmla="*/ 189154 h 740098"/>
              <a:gd name="connsiteX447" fmla="*/ 516531 w 1154399"/>
              <a:gd name="connsiteY447" fmla="*/ 189705 h 740098"/>
              <a:gd name="connsiteX448" fmla="*/ 517689 w 1154399"/>
              <a:gd name="connsiteY448" fmla="*/ 190259 h 740098"/>
              <a:gd name="connsiteX449" fmla="*/ 518846 w 1154399"/>
              <a:gd name="connsiteY449" fmla="*/ 190818 h 740098"/>
              <a:gd name="connsiteX450" fmla="*/ 519998 w 1154399"/>
              <a:gd name="connsiteY450" fmla="*/ 191381 h 740098"/>
              <a:gd name="connsiteX451" fmla="*/ 521155 w 1154399"/>
              <a:gd name="connsiteY451" fmla="*/ 191947 h 740098"/>
              <a:gd name="connsiteX452" fmla="*/ 522313 w 1154399"/>
              <a:gd name="connsiteY452" fmla="*/ 192517 h 740098"/>
              <a:gd name="connsiteX453" fmla="*/ 523464 w 1154399"/>
              <a:gd name="connsiteY453" fmla="*/ 193091 h 740098"/>
              <a:gd name="connsiteX454" fmla="*/ 524622 w 1154399"/>
              <a:gd name="connsiteY454" fmla="*/ 193670 h 740098"/>
              <a:gd name="connsiteX455" fmla="*/ 525779 w 1154399"/>
              <a:gd name="connsiteY455" fmla="*/ 194251 h 740098"/>
              <a:gd name="connsiteX456" fmla="*/ 526931 w 1154399"/>
              <a:gd name="connsiteY456" fmla="*/ 194837 h 740098"/>
              <a:gd name="connsiteX457" fmla="*/ 528088 w 1154399"/>
              <a:gd name="connsiteY457" fmla="*/ 195426 h 740098"/>
              <a:gd name="connsiteX458" fmla="*/ 529246 w 1154399"/>
              <a:gd name="connsiteY458" fmla="*/ 196019 h 740098"/>
              <a:gd name="connsiteX459" fmla="*/ 530398 w 1154399"/>
              <a:gd name="connsiteY459" fmla="*/ 196616 h 740098"/>
              <a:gd name="connsiteX460" fmla="*/ 531555 w 1154399"/>
              <a:gd name="connsiteY460" fmla="*/ 197217 h 740098"/>
              <a:gd name="connsiteX461" fmla="*/ 532713 w 1154399"/>
              <a:gd name="connsiteY461" fmla="*/ 197822 h 740098"/>
              <a:gd name="connsiteX462" fmla="*/ 533864 w 1154399"/>
              <a:gd name="connsiteY462" fmla="*/ 198430 h 740098"/>
              <a:gd name="connsiteX463" fmla="*/ 535022 w 1154399"/>
              <a:gd name="connsiteY463" fmla="*/ 199042 h 740098"/>
              <a:gd name="connsiteX464" fmla="*/ 536179 w 1154399"/>
              <a:gd name="connsiteY464" fmla="*/ 199657 h 740098"/>
              <a:gd name="connsiteX465" fmla="*/ 537337 w 1154399"/>
              <a:gd name="connsiteY465" fmla="*/ 200276 h 740098"/>
              <a:gd name="connsiteX466" fmla="*/ 538488 w 1154399"/>
              <a:gd name="connsiteY466" fmla="*/ 200899 h 740098"/>
              <a:gd name="connsiteX467" fmla="*/ 539646 w 1154399"/>
              <a:gd name="connsiteY467" fmla="*/ 201526 h 740098"/>
              <a:gd name="connsiteX468" fmla="*/ 540803 w 1154399"/>
              <a:gd name="connsiteY468" fmla="*/ 202156 h 740098"/>
              <a:gd name="connsiteX469" fmla="*/ 541955 w 1154399"/>
              <a:gd name="connsiteY469" fmla="*/ 202790 h 740098"/>
              <a:gd name="connsiteX470" fmla="*/ 543112 w 1154399"/>
              <a:gd name="connsiteY470" fmla="*/ 203427 h 740098"/>
              <a:gd name="connsiteX471" fmla="*/ 544270 w 1154399"/>
              <a:gd name="connsiteY471" fmla="*/ 204067 h 740098"/>
              <a:gd name="connsiteX472" fmla="*/ 545421 w 1154399"/>
              <a:gd name="connsiteY472" fmla="*/ 204712 h 740098"/>
              <a:gd name="connsiteX473" fmla="*/ 546579 w 1154399"/>
              <a:gd name="connsiteY473" fmla="*/ 205360 h 740098"/>
              <a:gd name="connsiteX474" fmla="*/ 547736 w 1154399"/>
              <a:gd name="connsiteY474" fmla="*/ 206012 h 740098"/>
              <a:gd name="connsiteX475" fmla="*/ 548888 w 1154399"/>
              <a:gd name="connsiteY475" fmla="*/ 206667 h 740098"/>
              <a:gd name="connsiteX476" fmla="*/ 550045 w 1154399"/>
              <a:gd name="connsiteY476" fmla="*/ 207325 h 740098"/>
              <a:gd name="connsiteX477" fmla="*/ 551203 w 1154399"/>
              <a:gd name="connsiteY477" fmla="*/ 207987 h 740098"/>
              <a:gd name="connsiteX478" fmla="*/ 552355 w 1154399"/>
              <a:gd name="connsiteY478" fmla="*/ 208652 h 740098"/>
              <a:gd name="connsiteX479" fmla="*/ 553512 w 1154399"/>
              <a:gd name="connsiteY479" fmla="*/ 209321 h 740098"/>
              <a:gd name="connsiteX480" fmla="*/ 554670 w 1154399"/>
              <a:gd name="connsiteY480" fmla="*/ 209993 h 740098"/>
              <a:gd name="connsiteX481" fmla="*/ 555821 w 1154399"/>
              <a:gd name="connsiteY481" fmla="*/ 210669 h 740098"/>
              <a:gd name="connsiteX482" fmla="*/ 556979 w 1154399"/>
              <a:gd name="connsiteY482" fmla="*/ 211348 h 740098"/>
              <a:gd name="connsiteX483" fmla="*/ 558136 w 1154399"/>
              <a:gd name="connsiteY483" fmla="*/ 212030 h 740098"/>
              <a:gd name="connsiteX484" fmla="*/ 559288 w 1154399"/>
              <a:gd name="connsiteY484" fmla="*/ 212716 h 740098"/>
              <a:gd name="connsiteX485" fmla="*/ 560445 w 1154399"/>
              <a:gd name="connsiteY485" fmla="*/ 213405 h 740098"/>
              <a:gd name="connsiteX486" fmla="*/ 561603 w 1154399"/>
              <a:gd name="connsiteY486" fmla="*/ 214098 h 740098"/>
              <a:gd name="connsiteX487" fmla="*/ 562754 w 1154399"/>
              <a:gd name="connsiteY487" fmla="*/ 214793 h 740098"/>
              <a:gd name="connsiteX488" fmla="*/ 563912 w 1154399"/>
              <a:gd name="connsiteY488" fmla="*/ 215492 h 740098"/>
              <a:gd name="connsiteX489" fmla="*/ 565069 w 1154399"/>
              <a:gd name="connsiteY489" fmla="*/ 216194 h 740098"/>
              <a:gd name="connsiteX490" fmla="*/ 566221 w 1154399"/>
              <a:gd name="connsiteY490" fmla="*/ 216899 h 740098"/>
              <a:gd name="connsiteX491" fmla="*/ 567378 w 1154399"/>
              <a:gd name="connsiteY491" fmla="*/ 217608 h 740098"/>
              <a:gd name="connsiteX492" fmla="*/ 568536 w 1154399"/>
              <a:gd name="connsiteY492" fmla="*/ 218319 h 740098"/>
              <a:gd name="connsiteX493" fmla="*/ 569687 w 1154399"/>
              <a:gd name="connsiteY493" fmla="*/ 219035 h 740098"/>
              <a:gd name="connsiteX494" fmla="*/ 570845 w 1154399"/>
              <a:gd name="connsiteY494" fmla="*/ 219753 h 740098"/>
              <a:gd name="connsiteX495" fmla="*/ 572002 w 1154399"/>
              <a:gd name="connsiteY495" fmla="*/ 220474 h 740098"/>
              <a:gd name="connsiteX496" fmla="*/ 573154 w 1154399"/>
              <a:gd name="connsiteY496" fmla="*/ 221198 h 740098"/>
              <a:gd name="connsiteX497" fmla="*/ 574311 w 1154399"/>
              <a:gd name="connsiteY497" fmla="*/ 221925 h 740098"/>
              <a:gd name="connsiteX498" fmla="*/ 575469 w 1154399"/>
              <a:gd name="connsiteY498" fmla="*/ 222656 h 740098"/>
              <a:gd name="connsiteX499" fmla="*/ 576621 w 1154399"/>
              <a:gd name="connsiteY499" fmla="*/ 223389 h 740098"/>
              <a:gd name="connsiteX500" fmla="*/ 577778 w 1154399"/>
              <a:gd name="connsiteY500" fmla="*/ 224126 h 740098"/>
              <a:gd name="connsiteX501" fmla="*/ 578936 w 1154399"/>
              <a:gd name="connsiteY501" fmla="*/ 224866 h 740098"/>
              <a:gd name="connsiteX502" fmla="*/ 580087 w 1154399"/>
              <a:gd name="connsiteY502" fmla="*/ 225608 h 740098"/>
              <a:gd name="connsiteX503" fmla="*/ 581245 w 1154399"/>
              <a:gd name="connsiteY503" fmla="*/ 226354 h 740098"/>
              <a:gd name="connsiteX504" fmla="*/ 582402 w 1154399"/>
              <a:gd name="connsiteY504" fmla="*/ 227102 h 740098"/>
              <a:gd name="connsiteX505" fmla="*/ 583554 w 1154399"/>
              <a:gd name="connsiteY505" fmla="*/ 227854 h 740098"/>
              <a:gd name="connsiteX506" fmla="*/ 584711 w 1154399"/>
              <a:gd name="connsiteY506" fmla="*/ 228608 h 740098"/>
              <a:gd name="connsiteX507" fmla="*/ 585869 w 1154399"/>
              <a:gd name="connsiteY507" fmla="*/ 229366 h 740098"/>
              <a:gd name="connsiteX508" fmla="*/ 587020 w 1154399"/>
              <a:gd name="connsiteY508" fmla="*/ 230126 h 740098"/>
              <a:gd name="connsiteX509" fmla="*/ 588178 w 1154399"/>
              <a:gd name="connsiteY509" fmla="*/ 230889 h 740098"/>
              <a:gd name="connsiteX510" fmla="*/ 589335 w 1154399"/>
              <a:gd name="connsiteY510" fmla="*/ 231655 h 740098"/>
              <a:gd name="connsiteX511" fmla="*/ 590487 w 1154399"/>
              <a:gd name="connsiteY511" fmla="*/ 232424 h 740098"/>
              <a:gd name="connsiteX512" fmla="*/ 591644 w 1154399"/>
              <a:gd name="connsiteY512" fmla="*/ 233196 h 740098"/>
              <a:gd name="connsiteX513" fmla="*/ 592802 w 1154399"/>
              <a:gd name="connsiteY513" fmla="*/ 233970 h 740098"/>
              <a:gd name="connsiteX514" fmla="*/ 593953 w 1154399"/>
              <a:gd name="connsiteY514" fmla="*/ 234747 h 740098"/>
              <a:gd name="connsiteX515" fmla="*/ 595111 w 1154399"/>
              <a:gd name="connsiteY515" fmla="*/ 235527 h 740098"/>
              <a:gd name="connsiteX516" fmla="*/ 596268 w 1154399"/>
              <a:gd name="connsiteY516" fmla="*/ 236309 h 740098"/>
              <a:gd name="connsiteX517" fmla="*/ 597420 w 1154399"/>
              <a:gd name="connsiteY517" fmla="*/ 237094 h 740098"/>
              <a:gd name="connsiteX518" fmla="*/ 598578 w 1154399"/>
              <a:gd name="connsiteY518" fmla="*/ 237883 h 740098"/>
              <a:gd name="connsiteX519" fmla="*/ 599735 w 1154399"/>
              <a:gd name="connsiteY519" fmla="*/ 238674 h 740098"/>
              <a:gd name="connsiteX520" fmla="*/ 600887 w 1154399"/>
              <a:gd name="connsiteY520" fmla="*/ 239467 h 740098"/>
              <a:gd name="connsiteX521" fmla="*/ 602044 w 1154399"/>
              <a:gd name="connsiteY521" fmla="*/ 240263 h 740098"/>
              <a:gd name="connsiteX522" fmla="*/ 603202 w 1154399"/>
              <a:gd name="connsiteY522" fmla="*/ 241061 h 740098"/>
              <a:gd name="connsiteX523" fmla="*/ 604353 w 1154399"/>
              <a:gd name="connsiteY523" fmla="*/ 241863 h 740098"/>
              <a:gd name="connsiteX524" fmla="*/ 605511 w 1154399"/>
              <a:gd name="connsiteY524" fmla="*/ 242666 h 740098"/>
              <a:gd name="connsiteX525" fmla="*/ 606668 w 1154399"/>
              <a:gd name="connsiteY525" fmla="*/ 243472 h 740098"/>
              <a:gd name="connsiteX526" fmla="*/ 607820 w 1154399"/>
              <a:gd name="connsiteY526" fmla="*/ 244282 h 740098"/>
              <a:gd name="connsiteX527" fmla="*/ 608977 w 1154399"/>
              <a:gd name="connsiteY527" fmla="*/ 245093 h 740098"/>
              <a:gd name="connsiteX528" fmla="*/ 610135 w 1154399"/>
              <a:gd name="connsiteY528" fmla="*/ 245907 h 740098"/>
              <a:gd name="connsiteX529" fmla="*/ 611292 w 1154399"/>
              <a:gd name="connsiteY529" fmla="*/ 246724 h 740098"/>
              <a:gd name="connsiteX530" fmla="*/ 612444 w 1154399"/>
              <a:gd name="connsiteY530" fmla="*/ 247543 h 740098"/>
              <a:gd name="connsiteX531" fmla="*/ 613601 w 1154399"/>
              <a:gd name="connsiteY531" fmla="*/ 248364 h 740098"/>
              <a:gd name="connsiteX532" fmla="*/ 614759 w 1154399"/>
              <a:gd name="connsiteY532" fmla="*/ 249188 h 740098"/>
              <a:gd name="connsiteX533" fmla="*/ 615910 w 1154399"/>
              <a:gd name="connsiteY533" fmla="*/ 250014 h 740098"/>
              <a:gd name="connsiteX534" fmla="*/ 617068 w 1154399"/>
              <a:gd name="connsiteY534" fmla="*/ 250843 h 740098"/>
              <a:gd name="connsiteX535" fmla="*/ 618225 w 1154399"/>
              <a:gd name="connsiteY535" fmla="*/ 251674 h 740098"/>
              <a:gd name="connsiteX536" fmla="*/ 619377 w 1154399"/>
              <a:gd name="connsiteY536" fmla="*/ 252507 h 740098"/>
              <a:gd name="connsiteX537" fmla="*/ 620534 w 1154399"/>
              <a:gd name="connsiteY537" fmla="*/ 253342 h 740098"/>
              <a:gd name="connsiteX538" fmla="*/ 621692 w 1154399"/>
              <a:gd name="connsiteY538" fmla="*/ 254181 h 740098"/>
              <a:gd name="connsiteX539" fmla="*/ 622844 w 1154399"/>
              <a:gd name="connsiteY539" fmla="*/ 255021 h 740098"/>
              <a:gd name="connsiteX540" fmla="*/ 624001 w 1154399"/>
              <a:gd name="connsiteY540" fmla="*/ 255864 h 740098"/>
              <a:gd name="connsiteX541" fmla="*/ 625159 w 1154399"/>
              <a:gd name="connsiteY541" fmla="*/ 256709 h 740098"/>
              <a:gd name="connsiteX542" fmla="*/ 626310 w 1154399"/>
              <a:gd name="connsiteY542" fmla="*/ 257556 h 740098"/>
              <a:gd name="connsiteX543" fmla="*/ 627468 w 1154399"/>
              <a:gd name="connsiteY543" fmla="*/ 258405 h 740098"/>
              <a:gd name="connsiteX544" fmla="*/ 628625 w 1154399"/>
              <a:gd name="connsiteY544" fmla="*/ 259257 h 740098"/>
              <a:gd name="connsiteX545" fmla="*/ 629777 w 1154399"/>
              <a:gd name="connsiteY545" fmla="*/ 260111 h 740098"/>
              <a:gd name="connsiteX546" fmla="*/ 630934 w 1154399"/>
              <a:gd name="connsiteY546" fmla="*/ 260967 h 740098"/>
              <a:gd name="connsiteX547" fmla="*/ 632092 w 1154399"/>
              <a:gd name="connsiteY547" fmla="*/ 261826 h 740098"/>
              <a:gd name="connsiteX548" fmla="*/ 633243 w 1154399"/>
              <a:gd name="connsiteY548" fmla="*/ 262686 h 740098"/>
              <a:gd name="connsiteX549" fmla="*/ 634401 w 1154399"/>
              <a:gd name="connsiteY549" fmla="*/ 263549 h 740098"/>
              <a:gd name="connsiteX550" fmla="*/ 635558 w 1154399"/>
              <a:gd name="connsiteY550" fmla="*/ 264413 h 740098"/>
              <a:gd name="connsiteX551" fmla="*/ 636710 w 1154399"/>
              <a:gd name="connsiteY551" fmla="*/ 265280 h 740098"/>
              <a:gd name="connsiteX552" fmla="*/ 637867 w 1154399"/>
              <a:gd name="connsiteY552" fmla="*/ 266149 h 740098"/>
              <a:gd name="connsiteX553" fmla="*/ 639025 w 1154399"/>
              <a:gd name="connsiteY553" fmla="*/ 267020 h 740098"/>
              <a:gd name="connsiteX554" fmla="*/ 640176 w 1154399"/>
              <a:gd name="connsiteY554" fmla="*/ 267893 h 740098"/>
              <a:gd name="connsiteX555" fmla="*/ 641334 w 1154399"/>
              <a:gd name="connsiteY555" fmla="*/ 268768 h 740098"/>
              <a:gd name="connsiteX556" fmla="*/ 642491 w 1154399"/>
              <a:gd name="connsiteY556" fmla="*/ 269645 h 740098"/>
              <a:gd name="connsiteX557" fmla="*/ 643643 w 1154399"/>
              <a:gd name="connsiteY557" fmla="*/ 270525 h 740098"/>
              <a:gd name="connsiteX558" fmla="*/ 644801 w 1154399"/>
              <a:gd name="connsiteY558" fmla="*/ 271406 h 740098"/>
              <a:gd name="connsiteX559" fmla="*/ 645958 w 1154399"/>
              <a:gd name="connsiteY559" fmla="*/ 272289 h 740098"/>
              <a:gd name="connsiteX560" fmla="*/ 647110 w 1154399"/>
              <a:gd name="connsiteY560" fmla="*/ 273174 h 740098"/>
              <a:gd name="connsiteX561" fmla="*/ 648267 w 1154399"/>
              <a:gd name="connsiteY561" fmla="*/ 274061 h 740098"/>
              <a:gd name="connsiteX562" fmla="*/ 649425 w 1154399"/>
              <a:gd name="connsiteY562" fmla="*/ 274950 h 740098"/>
              <a:gd name="connsiteX563" fmla="*/ 650576 w 1154399"/>
              <a:gd name="connsiteY563" fmla="*/ 275841 h 740098"/>
              <a:gd name="connsiteX564" fmla="*/ 651734 w 1154399"/>
              <a:gd name="connsiteY564" fmla="*/ 276734 h 740098"/>
              <a:gd name="connsiteX565" fmla="*/ 652891 w 1154399"/>
              <a:gd name="connsiteY565" fmla="*/ 277629 h 740098"/>
              <a:gd name="connsiteX566" fmla="*/ 654043 w 1154399"/>
              <a:gd name="connsiteY566" fmla="*/ 278525 h 740098"/>
              <a:gd name="connsiteX567" fmla="*/ 655200 w 1154399"/>
              <a:gd name="connsiteY567" fmla="*/ 279423 h 740098"/>
              <a:gd name="connsiteX568" fmla="*/ 656358 w 1154399"/>
              <a:gd name="connsiteY568" fmla="*/ 280324 h 740098"/>
              <a:gd name="connsiteX569" fmla="*/ 657509 w 1154399"/>
              <a:gd name="connsiteY569" fmla="*/ 281226 h 740098"/>
              <a:gd name="connsiteX570" fmla="*/ 658667 w 1154399"/>
              <a:gd name="connsiteY570" fmla="*/ 282130 h 740098"/>
              <a:gd name="connsiteX571" fmla="*/ 659824 w 1154399"/>
              <a:gd name="connsiteY571" fmla="*/ 283035 h 740098"/>
              <a:gd name="connsiteX572" fmla="*/ 660976 w 1154399"/>
              <a:gd name="connsiteY572" fmla="*/ 283943 h 740098"/>
              <a:gd name="connsiteX573" fmla="*/ 662133 w 1154399"/>
              <a:gd name="connsiteY573" fmla="*/ 284852 h 740098"/>
              <a:gd name="connsiteX574" fmla="*/ 663291 w 1154399"/>
              <a:gd name="connsiteY574" fmla="*/ 285764 h 740098"/>
              <a:gd name="connsiteX575" fmla="*/ 664442 w 1154399"/>
              <a:gd name="connsiteY575" fmla="*/ 286676 h 740098"/>
              <a:gd name="connsiteX576" fmla="*/ 665600 w 1154399"/>
              <a:gd name="connsiteY576" fmla="*/ 287591 h 740098"/>
              <a:gd name="connsiteX577" fmla="*/ 666758 w 1154399"/>
              <a:gd name="connsiteY577" fmla="*/ 288507 h 740098"/>
              <a:gd name="connsiteX578" fmla="*/ 667909 w 1154399"/>
              <a:gd name="connsiteY578" fmla="*/ 289425 h 740098"/>
              <a:gd name="connsiteX579" fmla="*/ 669067 w 1154399"/>
              <a:gd name="connsiteY579" fmla="*/ 290344 h 740098"/>
              <a:gd name="connsiteX580" fmla="*/ 670224 w 1154399"/>
              <a:gd name="connsiteY580" fmla="*/ 291266 h 740098"/>
              <a:gd name="connsiteX581" fmla="*/ 671376 w 1154399"/>
              <a:gd name="connsiteY581" fmla="*/ 292189 h 740098"/>
              <a:gd name="connsiteX582" fmla="*/ 672533 w 1154399"/>
              <a:gd name="connsiteY582" fmla="*/ 293113 h 740098"/>
              <a:gd name="connsiteX583" fmla="*/ 673691 w 1154399"/>
              <a:gd name="connsiteY583" fmla="*/ 294040 h 740098"/>
              <a:gd name="connsiteX584" fmla="*/ 674842 w 1154399"/>
              <a:gd name="connsiteY584" fmla="*/ 294967 h 740098"/>
              <a:gd name="connsiteX585" fmla="*/ 676000 w 1154399"/>
              <a:gd name="connsiteY585" fmla="*/ 295897 h 740098"/>
              <a:gd name="connsiteX586" fmla="*/ 677157 w 1154399"/>
              <a:gd name="connsiteY586" fmla="*/ 296828 h 740098"/>
              <a:gd name="connsiteX587" fmla="*/ 678309 w 1154399"/>
              <a:gd name="connsiteY587" fmla="*/ 297761 h 740098"/>
              <a:gd name="connsiteX588" fmla="*/ 679466 w 1154399"/>
              <a:gd name="connsiteY588" fmla="*/ 298695 h 740098"/>
              <a:gd name="connsiteX589" fmla="*/ 680624 w 1154399"/>
              <a:gd name="connsiteY589" fmla="*/ 299630 h 740098"/>
              <a:gd name="connsiteX590" fmla="*/ 681775 w 1154399"/>
              <a:gd name="connsiteY590" fmla="*/ 300568 h 740098"/>
              <a:gd name="connsiteX591" fmla="*/ 682933 w 1154399"/>
              <a:gd name="connsiteY591" fmla="*/ 301507 h 740098"/>
              <a:gd name="connsiteX592" fmla="*/ 684090 w 1154399"/>
              <a:gd name="connsiteY592" fmla="*/ 302447 h 740098"/>
              <a:gd name="connsiteX593" fmla="*/ 685248 w 1154399"/>
              <a:gd name="connsiteY593" fmla="*/ 303389 h 740098"/>
              <a:gd name="connsiteX594" fmla="*/ 686399 w 1154399"/>
              <a:gd name="connsiteY594" fmla="*/ 304332 h 740098"/>
              <a:gd name="connsiteX595" fmla="*/ 687557 w 1154399"/>
              <a:gd name="connsiteY595" fmla="*/ 305277 h 740098"/>
              <a:gd name="connsiteX596" fmla="*/ 688715 w 1154399"/>
              <a:gd name="connsiteY596" fmla="*/ 306224 h 740098"/>
              <a:gd name="connsiteX597" fmla="*/ 689866 w 1154399"/>
              <a:gd name="connsiteY597" fmla="*/ 307171 h 740098"/>
              <a:gd name="connsiteX598" fmla="*/ 691024 w 1154399"/>
              <a:gd name="connsiteY598" fmla="*/ 308121 h 740098"/>
              <a:gd name="connsiteX599" fmla="*/ 692181 w 1154399"/>
              <a:gd name="connsiteY599" fmla="*/ 309072 h 740098"/>
              <a:gd name="connsiteX600" fmla="*/ 693333 w 1154399"/>
              <a:gd name="connsiteY600" fmla="*/ 310024 h 740098"/>
              <a:gd name="connsiteX601" fmla="*/ 694490 w 1154399"/>
              <a:gd name="connsiteY601" fmla="*/ 310977 h 740098"/>
              <a:gd name="connsiteX602" fmla="*/ 695648 w 1154399"/>
              <a:gd name="connsiteY602" fmla="*/ 311932 h 740098"/>
              <a:gd name="connsiteX603" fmla="*/ 696799 w 1154399"/>
              <a:gd name="connsiteY603" fmla="*/ 312888 h 740098"/>
              <a:gd name="connsiteX604" fmla="*/ 697957 w 1154399"/>
              <a:gd name="connsiteY604" fmla="*/ 313846 h 740098"/>
              <a:gd name="connsiteX605" fmla="*/ 699114 w 1154399"/>
              <a:gd name="connsiteY605" fmla="*/ 314805 h 740098"/>
              <a:gd name="connsiteX606" fmla="*/ 700266 w 1154399"/>
              <a:gd name="connsiteY606" fmla="*/ 315766 h 740098"/>
              <a:gd name="connsiteX607" fmla="*/ 701423 w 1154399"/>
              <a:gd name="connsiteY607" fmla="*/ 316727 h 740098"/>
              <a:gd name="connsiteX608" fmla="*/ 702581 w 1154399"/>
              <a:gd name="connsiteY608" fmla="*/ 317690 h 740098"/>
              <a:gd name="connsiteX609" fmla="*/ 703732 w 1154399"/>
              <a:gd name="connsiteY609" fmla="*/ 318655 h 740098"/>
              <a:gd name="connsiteX610" fmla="*/ 704890 w 1154399"/>
              <a:gd name="connsiteY610" fmla="*/ 319620 h 740098"/>
              <a:gd name="connsiteX611" fmla="*/ 706047 w 1154399"/>
              <a:gd name="connsiteY611" fmla="*/ 320588 h 740098"/>
              <a:gd name="connsiteX612" fmla="*/ 707199 w 1154399"/>
              <a:gd name="connsiteY612" fmla="*/ 321556 h 740098"/>
              <a:gd name="connsiteX613" fmla="*/ 708356 w 1154399"/>
              <a:gd name="connsiteY613" fmla="*/ 322525 h 740098"/>
              <a:gd name="connsiteX614" fmla="*/ 709514 w 1154399"/>
              <a:gd name="connsiteY614" fmla="*/ 323496 h 740098"/>
              <a:gd name="connsiteX615" fmla="*/ 710666 w 1154399"/>
              <a:gd name="connsiteY615" fmla="*/ 324468 h 740098"/>
              <a:gd name="connsiteX616" fmla="*/ 711823 w 1154399"/>
              <a:gd name="connsiteY616" fmla="*/ 325441 h 740098"/>
              <a:gd name="connsiteX617" fmla="*/ 712981 w 1154399"/>
              <a:gd name="connsiteY617" fmla="*/ 326416 h 740098"/>
              <a:gd name="connsiteX618" fmla="*/ 714132 w 1154399"/>
              <a:gd name="connsiteY618" fmla="*/ 327392 h 740098"/>
              <a:gd name="connsiteX619" fmla="*/ 715290 w 1154399"/>
              <a:gd name="connsiteY619" fmla="*/ 328369 h 740098"/>
              <a:gd name="connsiteX620" fmla="*/ 716447 w 1154399"/>
              <a:gd name="connsiteY620" fmla="*/ 329347 h 740098"/>
              <a:gd name="connsiteX621" fmla="*/ 717599 w 1154399"/>
              <a:gd name="connsiteY621" fmla="*/ 330326 h 740098"/>
              <a:gd name="connsiteX622" fmla="*/ 718756 w 1154399"/>
              <a:gd name="connsiteY622" fmla="*/ 331307 h 740098"/>
              <a:gd name="connsiteX623" fmla="*/ 719914 w 1154399"/>
              <a:gd name="connsiteY623" fmla="*/ 332289 h 740098"/>
              <a:gd name="connsiteX624" fmla="*/ 721065 w 1154399"/>
              <a:gd name="connsiteY624" fmla="*/ 333272 h 740098"/>
              <a:gd name="connsiteX625" fmla="*/ 722223 w 1154399"/>
              <a:gd name="connsiteY625" fmla="*/ 334256 h 740098"/>
              <a:gd name="connsiteX626" fmla="*/ 723380 w 1154399"/>
              <a:gd name="connsiteY626" fmla="*/ 335242 h 740098"/>
              <a:gd name="connsiteX627" fmla="*/ 724532 w 1154399"/>
              <a:gd name="connsiteY627" fmla="*/ 336228 h 740098"/>
              <a:gd name="connsiteX628" fmla="*/ 725689 w 1154399"/>
              <a:gd name="connsiteY628" fmla="*/ 337215 h 740098"/>
              <a:gd name="connsiteX629" fmla="*/ 726847 w 1154399"/>
              <a:gd name="connsiteY629" fmla="*/ 338204 h 740098"/>
              <a:gd name="connsiteX630" fmla="*/ 727998 w 1154399"/>
              <a:gd name="connsiteY630" fmla="*/ 339194 h 740098"/>
              <a:gd name="connsiteX631" fmla="*/ 729156 w 1154399"/>
              <a:gd name="connsiteY631" fmla="*/ 340185 h 740098"/>
              <a:gd name="connsiteX632" fmla="*/ 730313 w 1154399"/>
              <a:gd name="connsiteY632" fmla="*/ 341177 h 740098"/>
              <a:gd name="connsiteX633" fmla="*/ 731465 w 1154399"/>
              <a:gd name="connsiteY633" fmla="*/ 342170 h 740098"/>
              <a:gd name="connsiteX634" fmla="*/ 732622 w 1154399"/>
              <a:gd name="connsiteY634" fmla="*/ 343164 h 740098"/>
              <a:gd name="connsiteX635" fmla="*/ 733780 w 1154399"/>
              <a:gd name="connsiteY635" fmla="*/ 344159 h 740098"/>
              <a:gd name="connsiteX636" fmla="*/ 734932 w 1154399"/>
              <a:gd name="connsiteY636" fmla="*/ 345155 h 740098"/>
              <a:gd name="connsiteX637" fmla="*/ 736089 w 1154399"/>
              <a:gd name="connsiteY637" fmla="*/ 346153 h 740098"/>
              <a:gd name="connsiteX638" fmla="*/ 737247 w 1154399"/>
              <a:gd name="connsiteY638" fmla="*/ 347151 h 740098"/>
              <a:gd name="connsiteX639" fmla="*/ 738398 w 1154399"/>
              <a:gd name="connsiteY639" fmla="*/ 348151 h 740098"/>
              <a:gd name="connsiteX640" fmla="*/ 739556 w 1154399"/>
              <a:gd name="connsiteY640" fmla="*/ 349151 h 740098"/>
              <a:gd name="connsiteX641" fmla="*/ 740713 w 1154399"/>
              <a:gd name="connsiteY641" fmla="*/ 350153 h 740098"/>
              <a:gd name="connsiteX642" fmla="*/ 741865 w 1154399"/>
              <a:gd name="connsiteY642" fmla="*/ 351155 h 740098"/>
              <a:gd name="connsiteX643" fmla="*/ 743022 w 1154399"/>
              <a:gd name="connsiteY643" fmla="*/ 352158 h 740098"/>
              <a:gd name="connsiteX644" fmla="*/ 744180 w 1154399"/>
              <a:gd name="connsiteY644" fmla="*/ 353163 h 740098"/>
              <a:gd name="connsiteX645" fmla="*/ 745331 w 1154399"/>
              <a:gd name="connsiteY645" fmla="*/ 354168 h 740098"/>
              <a:gd name="connsiteX646" fmla="*/ 746489 w 1154399"/>
              <a:gd name="connsiteY646" fmla="*/ 355175 h 740098"/>
              <a:gd name="connsiteX647" fmla="*/ 747646 w 1154399"/>
              <a:gd name="connsiteY647" fmla="*/ 356182 h 740098"/>
              <a:gd name="connsiteX648" fmla="*/ 748798 w 1154399"/>
              <a:gd name="connsiteY648" fmla="*/ 357190 h 740098"/>
              <a:gd name="connsiteX649" fmla="*/ 749955 w 1154399"/>
              <a:gd name="connsiteY649" fmla="*/ 358200 h 740098"/>
              <a:gd name="connsiteX650" fmla="*/ 751113 w 1154399"/>
              <a:gd name="connsiteY650" fmla="*/ 359210 h 740098"/>
              <a:gd name="connsiteX651" fmla="*/ 752264 w 1154399"/>
              <a:gd name="connsiteY651" fmla="*/ 360221 h 740098"/>
              <a:gd name="connsiteX652" fmla="*/ 753422 w 1154399"/>
              <a:gd name="connsiteY652" fmla="*/ 361233 h 740098"/>
              <a:gd name="connsiteX653" fmla="*/ 754579 w 1154399"/>
              <a:gd name="connsiteY653" fmla="*/ 362246 h 740098"/>
              <a:gd name="connsiteX654" fmla="*/ 755737 w 1154399"/>
              <a:gd name="connsiteY654" fmla="*/ 363260 h 740098"/>
              <a:gd name="connsiteX655" fmla="*/ 756889 w 1154399"/>
              <a:gd name="connsiteY655" fmla="*/ 364275 h 740098"/>
              <a:gd name="connsiteX656" fmla="*/ 758046 w 1154399"/>
              <a:gd name="connsiteY656" fmla="*/ 365291 h 740098"/>
              <a:gd name="connsiteX657" fmla="*/ 759204 w 1154399"/>
              <a:gd name="connsiteY657" fmla="*/ 366307 h 740098"/>
              <a:gd name="connsiteX658" fmla="*/ 760355 w 1154399"/>
              <a:gd name="connsiteY658" fmla="*/ 367325 h 740098"/>
              <a:gd name="connsiteX659" fmla="*/ 761513 w 1154399"/>
              <a:gd name="connsiteY659" fmla="*/ 368344 h 740098"/>
              <a:gd name="connsiteX660" fmla="*/ 762670 w 1154399"/>
              <a:gd name="connsiteY660" fmla="*/ 369363 h 740098"/>
              <a:gd name="connsiteX661" fmla="*/ 763822 w 1154399"/>
              <a:gd name="connsiteY661" fmla="*/ 370383 h 740098"/>
              <a:gd name="connsiteX662" fmla="*/ 764979 w 1154399"/>
              <a:gd name="connsiteY662" fmla="*/ 371404 h 740098"/>
              <a:gd name="connsiteX663" fmla="*/ 766137 w 1154399"/>
              <a:gd name="connsiteY663" fmla="*/ 372426 h 740098"/>
              <a:gd name="connsiteX664" fmla="*/ 767288 w 1154399"/>
              <a:gd name="connsiteY664" fmla="*/ 373448 h 740098"/>
              <a:gd name="connsiteX665" fmla="*/ 768446 w 1154399"/>
              <a:gd name="connsiteY665" fmla="*/ 374472 h 740098"/>
              <a:gd name="connsiteX666" fmla="*/ 769603 w 1154399"/>
              <a:gd name="connsiteY666" fmla="*/ 375496 h 740098"/>
              <a:gd name="connsiteX667" fmla="*/ 770755 w 1154399"/>
              <a:gd name="connsiteY667" fmla="*/ 376522 h 740098"/>
              <a:gd name="connsiteX668" fmla="*/ 771912 w 1154399"/>
              <a:gd name="connsiteY668" fmla="*/ 377548 h 740098"/>
              <a:gd name="connsiteX669" fmla="*/ 773070 w 1154399"/>
              <a:gd name="connsiteY669" fmla="*/ 378574 h 740098"/>
              <a:gd name="connsiteX670" fmla="*/ 774221 w 1154399"/>
              <a:gd name="connsiteY670" fmla="*/ 379602 h 740098"/>
              <a:gd name="connsiteX671" fmla="*/ 775379 w 1154399"/>
              <a:gd name="connsiteY671" fmla="*/ 380631 h 740098"/>
              <a:gd name="connsiteX672" fmla="*/ 776536 w 1154399"/>
              <a:gd name="connsiteY672" fmla="*/ 381660 h 740098"/>
              <a:gd name="connsiteX673" fmla="*/ 777688 w 1154399"/>
              <a:gd name="connsiteY673" fmla="*/ 382690 h 740098"/>
              <a:gd name="connsiteX674" fmla="*/ 778846 w 1154399"/>
              <a:gd name="connsiteY674" fmla="*/ 383721 h 740098"/>
              <a:gd name="connsiteX675" fmla="*/ 780003 w 1154399"/>
              <a:gd name="connsiteY675" fmla="*/ 384752 h 740098"/>
              <a:gd name="connsiteX676" fmla="*/ 781155 w 1154399"/>
              <a:gd name="connsiteY676" fmla="*/ 385785 h 740098"/>
              <a:gd name="connsiteX677" fmla="*/ 782312 w 1154399"/>
              <a:gd name="connsiteY677" fmla="*/ 386818 h 740098"/>
              <a:gd name="connsiteX678" fmla="*/ 783470 w 1154399"/>
              <a:gd name="connsiteY678" fmla="*/ 387852 h 740098"/>
              <a:gd name="connsiteX679" fmla="*/ 784621 w 1154399"/>
              <a:gd name="connsiteY679" fmla="*/ 388886 h 740098"/>
              <a:gd name="connsiteX680" fmla="*/ 785779 w 1154399"/>
              <a:gd name="connsiteY680" fmla="*/ 389921 h 740098"/>
              <a:gd name="connsiteX681" fmla="*/ 786936 w 1154399"/>
              <a:gd name="connsiteY681" fmla="*/ 390958 h 740098"/>
              <a:gd name="connsiteX682" fmla="*/ 788088 w 1154399"/>
              <a:gd name="connsiteY682" fmla="*/ 391994 h 740098"/>
              <a:gd name="connsiteX683" fmla="*/ 789245 w 1154399"/>
              <a:gd name="connsiteY683" fmla="*/ 393032 h 740098"/>
              <a:gd name="connsiteX684" fmla="*/ 790403 w 1154399"/>
              <a:gd name="connsiteY684" fmla="*/ 394070 h 740098"/>
              <a:gd name="connsiteX685" fmla="*/ 791554 w 1154399"/>
              <a:gd name="connsiteY685" fmla="*/ 395110 h 740098"/>
              <a:gd name="connsiteX686" fmla="*/ 792712 w 1154399"/>
              <a:gd name="connsiteY686" fmla="*/ 396149 h 740098"/>
              <a:gd name="connsiteX687" fmla="*/ 793869 w 1154399"/>
              <a:gd name="connsiteY687" fmla="*/ 397189 h 740098"/>
              <a:gd name="connsiteX688" fmla="*/ 795021 w 1154399"/>
              <a:gd name="connsiteY688" fmla="*/ 398231 h 740098"/>
              <a:gd name="connsiteX689" fmla="*/ 796178 w 1154399"/>
              <a:gd name="connsiteY689" fmla="*/ 399272 h 740098"/>
              <a:gd name="connsiteX690" fmla="*/ 797336 w 1154399"/>
              <a:gd name="connsiteY690" fmla="*/ 400315 h 740098"/>
              <a:gd name="connsiteX691" fmla="*/ 798487 w 1154399"/>
              <a:gd name="connsiteY691" fmla="*/ 401358 h 740098"/>
              <a:gd name="connsiteX692" fmla="*/ 799645 w 1154399"/>
              <a:gd name="connsiteY692" fmla="*/ 402402 h 740098"/>
              <a:gd name="connsiteX693" fmla="*/ 800802 w 1154399"/>
              <a:gd name="connsiteY693" fmla="*/ 403446 h 740098"/>
              <a:gd name="connsiteX694" fmla="*/ 801954 w 1154399"/>
              <a:gd name="connsiteY694" fmla="*/ 404492 h 740098"/>
              <a:gd name="connsiteX695" fmla="*/ 803112 w 1154399"/>
              <a:gd name="connsiteY695" fmla="*/ 405538 h 740098"/>
              <a:gd name="connsiteX696" fmla="*/ 804269 w 1154399"/>
              <a:gd name="connsiteY696" fmla="*/ 406584 h 740098"/>
              <a:gd name="connsiteX697" fmla="*/ 805421 w 1154399"/>
              <a:gd name="connsiteY697" fmla="*/ 407631 h 740098"/>
              <a:gd name="connsiteX698" fmla="*/ 806578 w 1154399"/>
              <a:gd name="connsiteY698" fmla="*/ 408679 h 740098"/>
              <a:gd name="connsiteX699" fmla="*/ 807736 w 1154399"/>
              <a:gd name="connsiteY699" fmla="*/ 409728 h 740098"/>
              <a:gd name="connsiteX700" fmla="*/ 808887 w 1154399"/>
              <a:gd name="connsiteY700" fmla="*/ 410776 h 740098"/>
              <a:gd name="connsiteX701" fmla="*/ 810045 w 1154399"/>
              <a:gd name="connsiteY701" fmla="*/ 411826 h 740098"/>
              <a:gd name="connsiteX702" fmla="*/ 811202 w 1154399"/>
              <a:gd name="connsiteY702" fmla="*/ 412876 h 740098"/>
              <a:gd name="connsiteX703" fmla="*/ 812354 w 1154399"/>
              <a:gd name="connsiteY703" fmla="*/ 413928 h 740098"/>
              <a:gd name="connsiteX704" fmla="*/ 813511 w 1154399"/>
              <a:gd name="connsiteY704" fmla="*/ 414979 h 740098"/>
              <a:gd name="connsiteX705" fmla="*/ 814669 w 1154399"/>
              <a:gd name="connsiteY705" fmla="*/ 416031 h 740098"/>
              <a:gd name="connsiteX706" fmla="*/ 815820 w 1154399"/>
              <a:gd name="connsiteY706" fmla="*/ 417084 h 740098"/>
              <a:gd name="connsiteX707" fmla="*/ 816978 w 1154399"/>
              <a:gd name="connsiteY707" fmla="*/ 418137 h 740098"/>
              <a:gd name="connsiteX708" fmla="*/ 818135 w 1154399"/>
              <a:gd name="connsiteY708" fmla="*/ 419191 h 740098"/>
              <a:gd name="connsiteX709" fmla="*/ 819287 w 1154399"/>
              <a:gd name="connsiteY709" fmla="*/ 420246 h 740098"/>
              <a:gd name="connsiteX710" fmla="*/ 820444 w 1154399"/>
              <a:gd name="connsiteY710" fmla="*/ 421301 h 740098"/>
              <a:gd name="connsiteX711" fmla="*/ 821602 w 1154399"/>
              <a:gd name="connsiteY711" fmla="*/ 422357 h 740098"/>
              <a:gd name="connsiteX712" fmla="*/ 822754 w 1154399"/>
              <a:gd name="connsiteY712" fmla="*/ 423413 h 740098"/>
              <a:gd name="connsiteX713" fmla="*/ 823911 w 1154399"/>
              <a:gd name="connsiteY713" fmla="*/ 424470 h 740098"/>
              <a:gd name="connsiteX714" fmla="*/ 825068 w 1154399"/>
              <a:gd name="connsiteY714" fmla="*/ 425528 h 740098"/>
              <a:gd name="connsiteX715" fmla="*/ 826220 w 1154399"/>
              <a:gd name="connsiteY715" fmla="*/ 426586 h 740098"/>
              <a:gd name="connsiteX716" fmla="*/ 827378 w 1154399"/>
              <a:gd name="connsiteY716" fmla="*/ 427645 h 740098"/>
              <a:gd name="connsiteX717" fmla="*/ 828535 w 1154399"/>
              <a:gd name="connsiteY717" fmla="*/ 428703 h 740098"/>
              <a:gd name="connsiteX718" fmla="*/ 829693 w 1154399"/>
              <a:gd name="connsiteY718" fmla="*/ 429763 h 740098"/>
              <a:gd name="connsiteX719" fmla="*/ 830844 w 1154399"/>
              <a:gd name="connsiteY719" fmla="*/ 430823 h 740098"/>
              <a:gd name="connsiteX720" fmla="*/ 832002 w 1154399"/>
              <a:gd name="connsiteY720" fmla="*/ 431885 h 740098"/>
              <a:gd name="connsiteX721" fmla="*/ 833159 w 1154399"/>
              <a:gd name="connsiteY721" fmla="*/ 432946 h 740098"/>
              <a:gd name="connsiteX722" fmla="*/ 834311 w 1154399"/>
              <a:gd name="connsiteY722" fmla="*/ 434008 h 740098"/>
              <a:gd name="connsiteX723" fmla="*/ 835468 w 1154399"/>
              <a:gd name="connsiteY723" fmla="*/ 435070 h 740098"/>
              <a:gd name="connsiteX724" fmla="*/ 836626 w 1154399"/>
              <a:gd name="connsiteY724" fmla="*/ 436133 h 740098"/>
              <a:gd name="connsiteX725" fmla="*/ 837777 w 1154399"/>
              <a:gd name="connsiteY725" fmla="*/ 437197 h 740098"/>
              <a:gd name="connsiteX726" fmla="*/ 838935 w 1154399"/>
              <a:gd name="connsiteY726" fmla="*/ 438261 h 740098"/>
              <a:gd name="connsiteX727" fmla="*/ 840092 w 1154399"/>
              <a:gd name="connsiteY727" fmla="*/ 439325 h 740098"/>
              <a:gd name="connsiteX728" fmla="*/ 841244 w 1154399"/>
              <a:gd name="connsiteY728" fmla="*/ 440391 h 740098"/>
              <a:gd name="connsiteX729" fmla="*/ 842401 w 1154399"/>
              <a:gd name="connsiteY729" fmla="*/ 441456 h 740098"/>
              <a:gd name="connsiteX730" fmla="*/ 843559 w 1154399"/>
              <a:gd name="connsiteY730" fmla="*/ 442522 h 740098"/>
              <a:gd name="connsiteX731" fmla="*/ 844710 w 1154399"/>
              <a:gd name="connsiteY731" fmla="*/ 443588 h 740098"/>
              <a:gd name="connsiteX732" fmla="*/ 845868 w 1154399"/>
              <a:gd name="connsiteY732" fmla="*/ 444656 h 740098"/>
              <a:gd name="connsiteX733" fmla="*/ 847025 w 1154399"/>
              <a:gd name="connsiteY733" fmla="*/ 445723 h 740098"/>
              <a:gd name="connsiteX734" fmla="*/ 848177 w 1154399"/>
              <a:gd name="connsiteY734" fmla="*/ 446792 h 740098"/>
              <a:gd name="connsiteX735" fmla="*/ 849335 w 1154399"/>
              <a:gd name="connsiteY735" fmla="*/ 447860 h 740098"/>
              <a:gd name="connsiteX736" fmla="*/ 850492 w 1154399"/>
              <a:gd name="connsiteY736" fmla="*/ 448929 h 740098"/>
              <a:gd name="connsiteX737" fmla="*/ 851644 w 1154399"/>
              <a:gd name="connsiteY737" fmla="*/ 449998 h 740098"/>
              <a:gd name="connsiteX738" fmla="*/ 852801 w 1154399"/>
              <a:gd name="connsiteY738" fmla="*/ 451068 h 740098"/>
              <a:gd name="connsiteX739" fmla="*/ 853959 w 1154399"/>
              <a:gd name="connsiteY739" fmla="*/ 452139 h 740098"/>
              <a:gd name="connsiteX740" fmla="*/ 855110 w 1154399"/>
              <a:gd name="connsiteY740" fmla="*/ 453210 h 740098"/>
              <a:gd name="connsiteX741" fmla="*/ 856268 w 1154399"/>
              <a:gd name="connsiteY741" fmla="*/ 454282 h 740098"/>
              <a:gd name="connsiteX742" fmla="*/ 857425 w 1154399"/>
              <a:gd name="connsiteY742" fmla="*/ 455354 h 740098"/>
              <a:gd name="connsiteX743" fmla="*/ 858577 w 1154399"/>
              <a:gd name="connsiteY743" fmla="*/ 456426 h 740098"/>
              <a:gd name="connsiteX744" fmla="*/ 859734 w 1154399"/>
              <a:gd name="connsiteY744" fmla="*/ 457498 h 740098"/>
              <a:gd name="connsiteX745" fmla="*/ 860892 w 1154399"/>
              <a:gd name="connsiteY745" fmla="*/ 458572 h 740098"/>
              <a:gd name="connsiteX746" fmla="*/ 862043 w 1154399"/>
              <a:gd name="connsiteY746" fmla="*/ 459646 h 740098"/>
              <a:gd name="connsiteX747" fmla="*/ 863201 w 1154399"/>
              <a:gd name="connsiteY747" fmla="*/ 460720 h 740098"/>
              <a:gd name="connsiteX748" fmla="*/ 864358 w 1154399"/>
              <a:gd name="connsiteY748" fmla="*/ 461794 h 740098"/>
              <a:gd name="connsiteX749" fmla="*/ 865510 w 1154399"/>
              <a:gd name="connsiteY749" fmla="*/ 462870 h 740098"/>
              <a:gd name="connsiteX750" fmla="*/ 866667 w 1154399"/>
              <a:gd name="connsiteY750" fmla="*/ 463945 h 740098"/>
              <a:gd name="connsiteX751" fmla="*/ 867825 w 1154399"/>
              <a:gd name="connsiteY751" fmla="*/ 465021 h 740098"/>
              <a:gd name="connsiteX752" fmla="*/ 868977 w 1154399"/>
              <a:gd name="connsiteY752" fmla="*/ 466097 h 740098"/>
              <a:gd name="connsiteX753" fmla="*/ 870134 w 1154399"/>
              <a:gd name="connsiteY753" fmla="*/ 467174 h 740098"/>
              <a:gd name="connsiteX754" fmla="*/ 871291 w 1154399"/>
              <a:gd name="connsiteY754" fmla="*/ 468251 h 740098"/>
              <a:gd name="connsiteX755" fmla="*/ 872443 w 1154399"/>
              <a:gd name="connsiteY755" fmla="*/ 469329 h 740098"/>
              <a:gd name="connsiteX756" fmla="*/ 873601 w 1154399"/>
              <a:gd name="connsiteY756" fmla="*/ 470407 h 740098"/>
              <a:gd name="connsiteX757" fmla="*/ 874758 w 1154399"/>
              <a:gd name="connsiteY757" fmla="*/ 471485 h 740098"/>
              <a:gd name="connsiteX758" fmla="*/ 875910 w 1154399"/>
              <a:gd name="connsiteY758" fmla="*/ 472564 h 740098"/>
              <a:gd name="connsiteX759" fmla="*/ 877067 w 1154399"/>
              <a:gd name="connsiteY759" fmla="*/ 473644 h 740098"/>
              <a:gd name="connsiteX760" fmla="*/ 878225 w 1154399"/>
              <a:gd name="connsiteY760" fmla="*/ 474723 h 740098"/>
              <a:gd name="connsiteX761" fmla="*/ 879376 w 1154399"/>
              <a:gd name="connsiteY761" fmla="*/ 475803 h 740098"/>
              <a:gd name="connsiteX762" fmla="*/ 880534 w 1154399"/>
              <a:gd name="connsiteY762" fmla="*/ 476884 h 740098"/>
              <a:gd name="connsiteX763" fmla="*/ 881691 w 1154399"/>
              <a:gd name="connsiteY763" fmla="*/ 477965 h 740098"/>
              <a:gd name="connsiteX764" fmla="*/ 882843 w 1154399"/>
              <a:gd name="connsiteY764" fmla="*/ 479046 h 740098"/>
              <a:gd name="connsiteX765" fmla="*/ 884000 w 1154399"/>
              <a:gd name="connsiteY765" fmla="*/ 480128 h 740098"/>
              <a:gd name="connsiteX766" fmla="*/ 885158 w 1154399"/>
              <a:gd name="connsiteY766" fmla="*/ 481210 h 740098"/>
              <a:gd name="connsiteX767" fmla="*/ 886309 w 1154399"/>
              <a:gd name="connsiteY767" fmla="*/ 482292 h 740098"/>
              <a:gd name="connsiteX768" fmla="*/ 887467 w 1154399"/>
              <a:gd name="connsiteY768" fmla="*/ 483375 h 740098"/>
              <a:gd name="connsiteX769" fmla="*/ 888624 w 1154399"/>
              <a:gd name="connsiteY769" fmla="*/ 484459 h 740098"/>
              <a:gd name="connsiteX770" fmla="*/ 889776 w 1154399"/>
              <a:gd name="connsiteY770" fmla="*/ 485542 h 740098"/>
              <a:gd name="connsiteX771" fmla="*/ 890933 w 1154399"/>
              <a:gd name="connsiteY771" fmla="*/ 486626 h 740098"/>
              <a:gd name="connsiteX772" fmla="*/ 892091 w 1154399"/>
              <a:gd name="connsiteY772" fmla="*/ 487710 h 740098"/>
              <a:gd name="connsiteX773" fmla="*/ 893243 w 1154399"/>
              <a:gd name="connsiteY773" fmla="*/ 488795 h 740098"/>
              <a:gd name="connsiteX774" fmla="*/ 894400 w 1154399"/>
              <a:gd name="connsiteY774" fmla="*/ 489881 h 740098"/>
              <a:gd name="connsiteX775" fmla="*/ 895558 w 1154399"/>
              <a:gd name="connsiteY775" fmla="*/ 490966 h 740098"/>
              <a:gd name="connsiteX776" fmla="*/ 896709 w 1154399"/>
              <a:gd name="connsiteY776" fmla="*/ 492051 h 740098"/>
              <a:gd name="connsiteX777" fmla="*/ 897867 w 1154399"/>
              <a:gd name="connsiteY777" fmla="*/ 493138 h 740098"/>
              <a:gd name="connsiteX778" fmla="*/ 899024 w 1154399"/>
              <a:gd name="connsiteY778" fmla="*/ 494225 h 740098"/>
              <a:gd name="connsiteX779" fmla="*/ 900176 w 1154399"/>
              <a:gd name="connsiteY779" fmla="*/ 495311 h 740098"/>
              <a:gd name="connsiteX780" fmla="*/ 901333 w 1154399"/>
              <a:gd name="connsiteY780" fmla="*/ 496398 h 740098"/>
              <a:gd name="connsiteX781" fmla="*/ 902491 w 1154399"/>
              <a:gd name="connsiteY781" fmla="*/ 497486 h 740098"/>
              <a:gd name="connsiteX782" fmla="*/ 903648 w 1154399"/>
              <a:gd name="connsiteY782" fmla="*/ 498574 h 740098"/>
              <a:gd name="connsiteX783" fmla="*/ 904800 w 1154399"/>
              <a:gd name="connsiteY783" fmla="*/ 499663 h 740098"/>
              <a:gd name="connsiteX784" fmla="*/ 905957 w 1154399"/>
              <a:gd name="connsiteY784" fmla="*/ 500752 h 740098"/>
              <a:gd name="connsiteX785" fmla="*/ 907115 w 1154399"/>
              <a:gd name="connsiteY785" fmla="*/ 501840 h 740098"/>
              <a:gd name="connsiteX786" fmla="*/ 908266 w 1154399"/>
              <a:gd name="connsiteY786" fmla="*/ 502929 h 740098"/>
              <a:gd name="connsiteX787" fmla="*/ 909424 w 1154399"/>
              <a:gd name="connsiteY787" fmla="*/ 504019 h 740098"/>
              <a:gd name="connsiteX788" fmla="*/ 910581 w 1154399"/>
              <a:gd name="connsiteY788" fmla="*/ 505109 h 740098"/>
              <a:gd name="connsiteX789" fmla="*/ 911733 w 1154399"/>
              <a:gd name="connsiteY789" fmla="*/ 506200 h 740098"/>
              <a:gd name="connsiteX790" fmla="*/ 912890 w 1154399"/>
              <a:gd name="connsiteY790" fmla="*/ 507290 h 740098"/>
              <a:gd name="connsiteX791" fmla="*/ 914048 w 1154399"/>
              <a:gd name="connsiteY791" fmla="*/ 508382 h 740098"/>
              <a:gd name="connsiteX792" fmla="*/ 915199 w 1154399"/>
              <a:gd name="connsiteY792" fmla="*/ 509473 h 740098"/>
              <a:gd name="connsiteX793" fmla="*/ 916357 w 1154399"/>
              <a:gd name="connsiteY793" fmla="*/ 510564 h 740098"/>
              <a:gd name="connsiteX794" fmla="*/ 917514 w 1154399"/>
              <a:gd name="connsiteY794" fmla="*/ 511657 h 740098"/>
              <a:gd name="connsiteX795" fmla="*/ 918666 w 1154399"/>
              <a:gd name="connsiteY795" fmla="*/ 512749 h 740098"/>
              <a:gd name="connsiteX796" fmla="*/ 919824 w 1154399"/>
              <a:gd name="connsiteY796" fmla="*/ 513841 h 740098"/>
              <a:gd name="connsiteX797" fmla="*/ 920981 w 1154399"/>
              <a:gd name="connsiteY797" fmla="*/ 514934 h 740098"/>
              <a:gd name="connsiteX798" fmla="*/ 922133 w 1154399"/>
              <a:gd name="connsiteY798" fmla="*/ 516027 h 740098"/>
              <a:gd name="connsiteX799" fmla="*/ 923290 w 1154399"/>
              <a:gd name="connsiteY799" fmla="*/ 517121 h 740098"/>
              <a:gd name="connsiteX800" fmla="*/ 924448 w 1154399"/>
              <a:gd name="connsiteY800" fmla="*/ 518215 h 740098"/>
              <a:gd name="connsiteX801" fmla="*/ 925599 w 1154399"/>
              <a:gd name="connsiteY801" fmla="*/ 519309 h 740098"/>
              <a:gd name="connsiteX802" fmla="*/ 926757 w 1154399"/>
              <a:gd name="connsiteY802" fmla="*/ 520403 h 740098"/>
              <a:gd name="connsiteX803" fmla="*/ 927914 w 1154399"/>
              <a:gd name="connsiteY803" fmla="*/ 521498 h 740098"/>
              <a:gd name="connsiteX804" fmla="*/ 929066 w 1154399"/>
              <a:gd name="connsiteY804" fmla="*/ 522594 h 740098"/>
              <a:gd name="connsiteX805" fmla="*/ 930223 w 1154399"/>
              <a:gd name="connsiteY805" fmla="*/ 523689 h 740098"/>
              <a:gd name="connsiteX806" fmla="*/ 931381 w 1154399"/>
              <a:gd name="connsiteY806" fmla="*/ 524785 h 740098"/>
              <a:gd name="connsiteX807" fmla="*/ 932532 w 1154399"/>
              <a:gd name="connsiteY807" fmla="*/ 525881 h 740098"/>
              <a:gd name="connsiteX808" fmla="*/ 933690 w 1154399"/>
              <a:gd name="connsiteY808" fmla="*/ 526977 h 740098"/>
              <a:gd name="connsiteX809" fmla="*/ 934847 w 1154399"/>
              <a:gd name="connsiteY809" fmla="*/ 528074 h 740098"/>
              <a:gd name="connsiteX810" fmla="*/ 935999 w 1154399"/>
              <a:gd name="connsiteY810" fmla="*/ 529170 h 740098"/>
              <a:gd name="connsiteX811" fmla="*/ 937156 w 1154399"/>
              <a:gd name="connsiteY811" fmla="*/ 530268 h 740098"/>
              <a:gd name="connsiteX812" fmla="*/ 938314 w 1154399"/>
              <a:gd name="connsiteY812" fmla="*/ 531365 h 740098"/>
              <a:gd name="connsiteX813" fmla="*/ 939466 w 1154399"/>
              <a:gd name="connsiteY813" fmla="*/ 532463 h 740098"/>
              <a:gd name="connsiteX814" fmla="*/ 940623 w 1154399"/>
              <a:gd name="connsiteY814" fmla="*/ 533561 h 740098"/>
              <a:gd name="connsiteX815" fmla="*/ 941780 w 1154399"/>
              <a:gd name="connsiteY815" fmla="*/ 534659 h 740098"/>
              <a:gd name="connsiteX816" fmla="*/ 942932 w 1154399"/>
              <a:gd name="connsiteY816" fmla="*/ 535757 h 740098"/>
              <a:gd name="connsiteX817" fmla="*/ 944090 w 1154399"/>
              <a:gd name="connsiteY817" fmla="*/ 536856 h 740098"/>
              <a:gd name="connsiteX818" fmla="*/ 945247 w 1154399"/>
              <a:gd name="connsiteY818" fmla="*/ 537955 h 740098"/>
              <a:gd name="connsiteX819" fmla="*/ 946399 w 1154399"/>
              <a:gd name="connsiteY819" fmla="*/ 539055 h 740098"/>
              <a:gd name="connsiteX820" fmla="*/ 947556 w 1154399"/>
              <a:gd name="connsiteY820" fmla="*/ 540155 h 740098"/>
              <a:gd name="connsiteX821" fmla="*/ 948714 w 1154399"/>
              <a:gd name="connsiteY821" fmla="*/ 541252 h 740098"/>
              <a:gd name="connsiteX822" fmla="*/ 949865 w 1154399"/>
              <a:gd name="connsiteY822" fmla="*/ 542356 h 740098"/>
              <a:gd name="connsiteX823" fmla="*/ 951023 w 1154399"/>
              <a:gd name="connsiteY823" fmla="*/ 543455 h 740098"/>
              <a:gd name="connsiteX824" fmla="*/ 952180 w 1154399"/>
              <a:gd name="connsiteY824" fmla="*/ 544553 h 740098"/>
              <a:gd name="connsiteX825" fmla="*/ 953332 w 1154399"/>
              <a:gd name="connsiteY825" fmla="*/ 545658 h 740098"/>
              <a:gd name="connsiteX826" fmla="*/ 954489 w 1154399"/>
              <a:gd name="connsiteY826" fmla="*/ 546756 h 740098"/>
              <a:gd name="connsiteX827" fmla="*/ 955647 w 1154399"/>
              <a:gd name="connsiteY827" fmla="*/ 547860 h 740098"/>
              <a:gd name="connsiteX828" fmla="*/ 956798 w 1154399"/>
              <a:gd name="connsiteY828" fmla="*/ 548959 h 740098"/>
              <a:gd name="connsiteX829" fmla="*/ 957956 w 1154399"/>
              <a:gd name="connsiteY829" fmla="*/ 550063 h 740098"/>
              <a:gd name="connsiteX830" fmla="*/ 959113 w 1154399"/>
              <a:gd name="connsiteY830" fmla="*/ 551167 h 740098"/>
              <a:gd name="connsiteX831" fmla="*/ 960265 w 1154399"/>
              <a:gd name="connsiteY831" fmla="*/ 552266 h 740098"/>
              <a:gd name="connsiteX832" fmla="*/ 961422 w 1154399"/>
              <a:gd name="connsiteY832" fmla="*/ 553370 h 740098"/>
              <a:gd name="connsiteX833" fmla="*/ 962580 w 1154399"/>
              <a:gd name="connsiteY833" fmla="*/ 554475 h 740098"/>
              <a:gd name="connsiteX834" fmla="*/ 963732 w 1154399"/>
              <a:gd name="connsiteY834" fmla="*/ 555579 h 740098"/>
              <a:gd name="connsiteX835" fmla="*/ 964889 w 1154399"/>
              <a:gd name="connsiteY835" fmla="*/ 556683 h 740098"/>
              <a:gd name="connsiteX836" fmla="*/ 966047 w 1154399"/>
              <a:gd name="connsiteY836" fmla="*/ 557782 h 740098"/>
              <a:gd name="connsiteX837" fmla="*/ 967198 w 1154399"/>
              <a:gd name="connsiteY837" fmla="*/ 558886 h 740098"/>
              <a:gd name="connsiteX838" fmla="*/ 968356 w 1154399"/>
              <a:gd name="connsiteY838" fmla="*/ 559990 h 740098"/>
              <a:gd name="connsiteX839" fmla="*/ 969513 w 1154399"/>
              <a:gd name="connsiteY839" fmla="*/ 561095 h 740098"/>
              <a:gd name="connsiteX840" fmla="*/ 970665 w 1154399"/>
              <a:gd name="connsiteY840" fmla="*/ 562199 h 740098"/>
              <a:gd name="connsiteX841" fmla="*/ 971822 w 1154399"/>
              <a:gd name="connsiteY841" fmla="*/ 563309 h 740098"/>
              <a:gd name="connsiteX842" fmla="*/ 972980 w 1154399"/>
              <a:gd name="connsiteY842" fmla="*/ 564414 h 740098"/>
              <a:gd name="connsiteX843" fmla="*/ 974131 w 1154399"/>
              <a:gd name="connsiteY843" fmla="*/ 565518 h 740098"/>
              <a:gd name="connsiteX844" fmla="*/ 975289 w 1154399"/>
              <a:gd name="connsiteY844" fmla="*/ 566622 h 740098"/>
              <a:gd name="connsiteX845" fmla="*/ 976446 w 1154399"/>
              <a:gd name="connsiteY845" fmla="*/ 567727 h 740098"/>
              <a:gd name="connsiteX846" fmla="*/ 977604 w 1154399"/>
              <a:gd name="connsiteY846" fmla="*/ 568837 h 740098"/>
              <a:gd name="connsiteX847" fmla="*/ 978755 w 1154399"/>
              <a:gd name="connsiteY847" fmla="*/ 569941 h 740098"/>
              <a:gd name="connsiteX848" fmla="*/ 979913 w 1154399"/>
              <a:gd name="connsiteY848" fmla="*/ 571046 h 740098"/>
              <a:gd name="connsiteX849" fmla="*/ 981070 w 1154399"/>
              <a:gd name="connsiteY849" fmla="*/ 572156 h 740098"/>
              <a:gd name="connsiteX850" fmla="*/ 982222 w 1154399"/>
              <a:gd name="connsiteY850" fmla="*/ 573260 h 740098"/>
              <a:gd name="connsiteX851" fmla="*/ 983379 w 1154399"/>
              <a:gd name="connsiteY851" fmla="*/ 574371 h 740098"/>
              <a:gd name="connsiteX852" fmla="*/ 984537 w 1154399"/>
              <a:gd name="connsiteY852" fmla="*/ 575475 h 740098"/>
              <a:gd name="connsiteX853" fmla="*/ 985689 w 1154399"/>
              <a:gd name="connsiteY853" fmla="*/ 576585 h 740098"/>
              <a:gd name="connsiteX854" fmla="*/ 986846 w 1154399"/>
              <a:gd name="connsiteY854" fmla="*/ 577689 h 740098"/>
              <a:gd name="connsiteX855" fmla="*/ 988004 w 1154399"/>
              <a:gd name="connsiteY855" fmla="*/ 578800 h 740098"/>
              <a:gd name="connsiteX856" fmla="*/ 989155 w 1154399"/>
              <a:gd name="connsiteY856" fmla="*/ 579910 h 740098"/>
              <a:gd name="connsiteX857" fmla="*/ 990313 w 1154399"/>
              <a:gd name="connsiteY857" fmla="*/ 581014 h 740098"/>
              <a:gd name="connsiteX858" fmla="*/ 991470 w 1154399"/>
              <a:gd name="connsiteY858" fmla="*/ 582125 h 740098"/>
              <a:gd name="connsiteX859" fmla="*/ 992622 w 1154399"/>
              <a:gd name="connsiteY859" fmla="*/ 583235 h 740098"/>
              <a:gd name="connsiteX860" fmla="*/ 993779 w 1154399"/>
              <a:gd name="connsiteY860" fmla="*/ 584345 h 740098"/>
              <a:gd name="connsiteX861" fmla="*/ 994937 w 1154399"/>
              <a:gd name="connsiteY861" fmla="*/ 585455 h 740098"/>
              <a:gd name="connsiteX862" fmla="*/ 996088 w 1154399"/>
              <a:gd name="connsiteY862" fmla="*/ 586565 h 740098"/>
              <a:gd name="connsiteX863" fmla="*/ 997246 w 1154399"/>
              <a:gd name="connsiteY863" fmla="*/ 587676 h 740098"/>
              <a:gd name="connsiteX864" fmla="*/ 998403 w 1154399"/>
              <a:gd name="connsiteY864" fmla="*/ 588780 h 740098"/>
              <a:gd name="connsiteX865" fmla="*/ 999555 w 1154399"/>
              <a:gd name="connsiteY865" fmla="*/ 589890 h 740098"/>
              <a:gd name="connsiteX866" fmla="*/ 1000712 w 1154399"/>
              <a:gd name="connsiteY866" fmla="*/ 591001 h 740098"/>
              <a:gd name="connsiteX867" fmla="*/ 1001870 w 1154399"/>
              <a:gd name="connsiteY867" fmla="*/ 592117 h 740098"/>
              <a:gd name="connsiteX868" fmla="*/ 1003021 w 1154399"/>
              <a:gd name="connsiteY868" fmla="*/ 593227 h 740098"/>
              <a:gd name="connsiteX869" fmla="*/ 1004179 w 1154399"/>
              <a:gd name="connsiteY869" fmla="*/ 594337 h 740098"/>
              <a:gd name="connsiteX870" fmla="*/ 1005336 w 1154399"/>
              <a:gd name="connsiteY870" fmla="*/ 595448 h 740098"/>
              <a:gd name="connsiteX871" fmla="*/ 1006488 w 1154399"/>
              <a:gd name="connsiteY871" fmla="*/ 596558 h 740098"/>
              <a:gd name="connsiteX872" fmla="*/ 1007645 w 1154399"/>
              <a:gd name="connsiteY872" fmla="*/ 597668 h 740098"/>
              <a:gd name="connsiteX873" fmla="*/ 1008803 w 1154399"/>
              <a:gd name="connsiteY873" fmla="*/ 598784 h 740098"/>
              <a:gd name="connsiteX874" fmla="*/ 1009955 w 1154399"/>
              <a:gd name="connsiteY874" fmla="*/ 599894 h 740098"/>
              <a:gd name="connsiteX875" fmla="*/ 1011112 w 1154399"/>
              <a:gd name="connsiteY875" fmla="*/ 601005 h 740098"/>
              <a:gd name="connsiteX876" fmla="*/ 1012270 w 1154399"/>
              <a:gd name="connsiteY876" fmla="*/ 602121 h 740098"/>
              <a:gd name="connsiteX877" fmla="*/ 1013421 w 1154399"/>
              <a:gd name="connsiteY877" fmla="*/ 603231 h 740098"/>
              <a:gd name="connsiteX878" fmla="*/ 1014579 w 1154399"/>
              <a:gd name="connsiteY878" fmla="*/ 604341 h 740098"/>
              <a:gd name="connsiteX879" fmla="*/ 1015736 w 1154399"/>
              <a:gd name="connsiteY879" fmla="*/ 605457 h 740098"/>
              <a:gd name="connsiteX880" fmla="*/ 1016888 w 1154399"/>
              <a:gd name="connsiteY880" fmla="*/ 606568 h 740098"/>
              <a:gd name="connsiteX881" fmla="*/ 1018045 w 1154399"/>
              <a:gd name="connsiteY881" fmla="*/ 607684 h 740098"/>
              <a:gd name="connsiteX882" fmla="*/ 1019203 w 1154399"/>
              <a:gd name="connsiteY882" fmla="*/ 608794 h 740098"/>
              <a:gd name="connsiteX883" fmla="*/ 1020354 w 1154399"/>
              <a:gd name="connsiteY883" fmla="*/ 609910 h 740098"/>
              <a:gd name="connsiteX884" fmla="*/ 1021512 w 1154399"/>
              <a:gd name="connsiteY884" fmla="*/ 611026 h 740098"/>
              <a:gd name="connsiteX885" fmla="*/ 1022669 w 1154399"/>
              <a:gd name="connsiteY885" fmla="*/ 612137 h 740098"/>
              <a:gd name="connsiteX886" fmla="*/ 1023821 w 1154399"/>
              <a:gd name="connsiteY886" fmla="*/ 613253 h 740098"/>
              <a:gd name="connsiteX887" fmla="*/ 1024978 w 1154399"/>
              <a:gd name="connsiteY887" fmla="*/ 614369 h 740098"/>
              <a:gd name="connsiteX888" fmla="*/ 1026136 w 1154399"/>
              <a:gd name="connsiteY888" fmla="*/ 615479 h 740098"/>
              <a:gd name="connsiteX889" fmla="*/ 1027288 w 1154399"/>
              <a:gd name="connsiteY889" fmla="*/ 616595 h 740098"/>
              <a:gd name="connsiteX890" fmla="*/ 1028445 w 1154399"/>
              <a:gd name="connsiteY890" fmla="*/ 617712 h 740098"/>
              <a:gd name="connsiteX891" fmla="*/ 1029602 w 1154399"/>
              <a:gd name="connsiteY891" fmla="*/ 618828 h 740098"/>
              <a:gd name="connsiteX892" fmla="*/ 1030754 w 1154399"/>
              <a:gd name="connsiteY892" fmla="*/ 619944 h 740098"/>
              <a:gd name="connsiteX893" fmla="*/ 1031912 w 1154399"/>
              <a:gd name="connsiteY893" fmla="*/ 621054 h 740098"/>
              <a:gd name="connsiteX894" fmla="*/ 1033069 w 1154399"/>
              <a:gd name="connsiteY894" fmla="*/ 622170 h 740098"/>
              <a:gd name="connsiteX895" fmla="*/ 1034221 w 1154399"/>
              <a:gd name="connsiteY895" fmla="*/ 623286 h 740098"/>
              <a:gd name="connsiteX896" fmla="*/ 1035378 w 1154399"/>
              <a:gd name="connsiteY896" fmla="*/ 624403 h 740098"/>
              <a:gd name="connsiteX897" fmla="*/ 1036536 w 1154399"/>
              <a:gd name="connsiteY897" fmla="*/ 625519 h 740098"/>
              <a:gd name="connsiteX898" fmla="*/ 1037687 w 1154399"/>
              <a:gd name="connsiteY898" fmla="*/ 626635 h 740098"/>
              <a:gd name="connsiteX899" fmla="*/ 1038845 w 1154399"/>
              <a:gd name="connsiteY899" fmla="*/ 627751 h 740098"/>
              <a:gd name="connsiteX900" fmla="*/ 1040002 w 1154399"/>
              <a:gd name="connsiteY900" fmla="*/ 628867 h 740098"/>
              <a:gd name="connsiteX901" fmla="*/ 1041154 w 1154399"/>
              <a:gd name="connsiteY901" fmla="*/ 629989 h 740098"/>
              <a:gd name="connsiteX902" fmla="*/ 1042311 w 1154399"/>
              <a:gd name="connsiteY902" fmla="*/ 631105 h 740098"/>
              <a:gd name="connsiteX903" fmla="*/ 1043469 w 1154399"/>
              <a:gd name="connsiteY903" fmla="*/ 632222 h 740098"/>
              <a:gd name="connsiteX904" fmla="*/ 1044620 w 1154399"/>
              <a:gd name="connsiteY904" fmla="*/ 633338 h 740098"/>
              <a:gd name="connsiteX905" fmla="*/ 1045778 w 1154399"/>
              <a:gd name="connsiteY905" fmla="*/ 634454 h 740098"/>
              <a:gd name="connsiteX906" fmla="*/ 1046935 w 1154399"/>
              <a:gd name="connsiteY906" fmla="*/ 635576 h 740098"/>
              <a:gd name="connsiteX907" fmla="*/ 1048087 w 1154399"/>
              <a:gd name="connsiteY907" fmla="*/ 636692 h 740098"/>
              <a:gd name="connsiteX908" fmla="*/ 1049244 w 1154399"/>
              <a:gd name="connsiteY908" fmla="*/ 637808 h 740098"/>
              <a:gd name="connsiteX909" fmla="*/ 1050402 w 1154399"/>
              <a:gd name="connsiteY909" fmla="*/ 638924 h 740098"/>
              <a:gd name="connsiteX910" fmla="*/ 1051559 w 1154399"/>
              <a:gd name="connsiteY910" fmla="*/ 640046 h 740098"/>
              <a:gd name="connsiteX911" fmla="*/ 1052711 w 1154399"/>
              <a:gd name="connsiteY911" fmla="*/ 641163 h 740098"/>
              <a:gd name="connsiteX912" fmla="*/ 1053868 w 1154399"/>
              <a:gd name="connsiteY912" fmla="*/ 642285 h 740098"/>
              <a:gd name="connsiteX913" fmla="*/ 1055026 w 1154399"/>
              <a:gd name="connsiteY913" fmla="*/ 643401 h 740098"/>
              <a:gd name="connsiteX914" fmla="*/ 1056178 w 1154399"/>
              <a:gd name="connsiteY914" fmla="*/ 644517 h 740098"/>
              <a:gd name="connsiteX915" fmla="*/ 1057335 w 1154399"/>
              <a:gd name="connsiteY915" fmla="*/ 645639 h 740098"/>
              <a:gd name="connsiteX916" fmla="*/ 1058493 w 1154399"/>
              <a:gd name="connsiteY916" fmla="*/ 646755 h 740098"/>
              <a:gd name="connsiteX917" fmla="*/ 1059644 w 1154399"/>
              <a:gd name="connsiteY917" fmla="*/ 647877 h 740098"/>
              <a:gd name="connsiteX918" fmla="*/ 1060802 w 1154399"/>
              <a:gd name="connsiteY918" fmla="*/ 648999 h 740098"/>
              <a:gd name="connsiteX919" fmla="*/ 1061959 w 1154399"/>
              <a:gd name="connsiteY919" fmla="*/ 650115 h 740098"/>
              <a:gd name="connsiteX920" fmla="*/ 1063111 w 1154399"/>
              <a:gd name="connsiteY920" fmla="*/ 651238 h 740098"/>
              <a:gd name="connsiteX921" fmla="*/ 1064268 w 1154399"/>
              <a:gd name="connsiteY921" fmla="*/ 652354 h 740098"/>
              <a:gd name="connsiteX922" fmla="*/ 1065426 w 1154399"/>
              <a:gd name="connsiteY922" fmla="*/ 653476 h 740098"/>
              <a:gd name="connsiteX923" fmla="*/ 1066577 w 1154399"/>
              <a:gd name="connsiteY923" fmla="*/ 654598 h 740098"/>
              <a:gd name="connsiteX924" fmla="*/ 1067735 w 1154399"/>
              <a:gd name="connsiteY924" fmla="*/ 655714 h 740098"/>
              <a:gd name="connsiteX925" fmla="*/ 1068892 w 1154399"/>
              <a:gd name="connsiteY925" fmla="*/ 656836 h 740098"/>
              <a:gd name="connsiteX926" fmla="*/ 1070044 w 1154399"/>
              <a:gd name="connsiteY926" fmla="*/ 657958 h 740098"/>
              <a:gd name="connsiteX927" fmla="*/ 1071201 w 1154399"/>
              <a:gd name="connsiteY927" fmla="*/ 659080 h 740098"/>
              <a:gd name="connsiteX928" fmla="*/ 1072359 w 1154399"/>
              <a:gd name="connsiteY928" fmla="*/ 660196 h 740098"/>
              <a:gd name="connsiteX929" fmla="*/ 1073510 w 1154399"/>
              <a:gd name="connsiteY929" fmla="*/ 661318 h 740098"/>
              <a:gd name="connsiteX930" fmla="*/ 1074668 w 1154399"/>
              <a:gd name="connsiteY930" fmla="*/ 662440 h 740098"/>
              <a:gd name="connsiteX931" fmla="*/ 1075826 w 1154399"/>
              <a:gd name="connsiteY931" fmla="*/ 663562 h 740098"/>
              <a:gd name="connsiteX932" fmla="*/ 1076977 w 1154399"/>
              <a:gd name="connsiteY932" fmla="*/ 664685 h 740098"/>
              <a:gd name="connsiteX933" fmla="*/ 1078135 w 1154399"/>
              <a:gd name="connsiteY933" fmla="*/ 665807 h 740098"/>
              <a:gd name="connsiteX934" fmla="*/ 1079292 w 1154399"/>
              <a:gd name="connsiteY934" fmla="*/ 666929 h 740098"/>
              <a:gd name="connsiteX935" fmla="*/ 1080444 w 1154399"/>
              <a:gd name="connsiteY935" fmla="*/ 668051 h 740098"/>
              <a:gd name="connsiteX936" fmla="*/ 1081601 w 1154399"/>
              <a:gd name="connsiteY936" fmla="*/ 669173 h 740098"/>
              <a:gd name="connsiteX937" fmla="*/ 1082759 w 1154399"/>
              <a:gd name="connsiteY937" fmla="*/ 670295 h 740098"/>
              <a:gd name="connsiteX938" fmla="*/ 1083910 w 1154399"/>
              <a:gd name="connsiteY938" fmla="*/ 671417 h 740098"/>
              <a:gd name="connsiteX939" fmla="*/ 1085068 w 1154399"/>
              <a:gd name="connsiteY939" fmla="*/ 672539 h 740098"/>
              <a:gd name="connsiteX940" fmla="*/ 1086225 w 1154399"/>
              <a:gd name="connsiteY940" fmla="*/ 673661 h 740098"/>
              <a:gd name="connsiteX941" fmla="*/ 1087377 w 1154399"/>
              <a:gd name="connsiteY941" fmla="*/ 674783 h 740098"/>
              <a:gd name="connsiteX942" fmla="*/ 1088534 w 1154399"/>
              <a:gd name="connsiteY942" fmla="*/ 675905 h 740098"/>
              <a:gd name="connsiteX943" fmla="*/ 1089692 w 1154399"/>
              <a:gd name="connsiteY943" fmla="*/ 677027 h 740098"/>
              <a:gd name="connsiteX944" fmla="*/ 1090843 w 1154399"/>
              <a:gd name="connsiteY944" fmla="*/ 678149 h 740098"/>
              <a:gd name="connsiteX945" fmla="*/ 1092001 w 1154399"/>
              <a:gd name="connsiteY945" fmla="*/ 679277 h 740098"/>
              <a:gd name="connsiteX946" fmla="*/ 1093158 w 1154399"/>
              <a:gd name="connsiteY946" fmla="*/ 680399 h 740098"/>
              <a:gd name="connsiteX947" fmla="*/ 1094310 w 1154399"/>
              <a:gd name="connsiteY947" fmla="*/ 681521 h 740098"/>
              <a:gd name="connsiteX948" fmla="*/ 1095467 w 1154399"/>
              <a:gd name="connsiteY948" fmla="*/ 682643 h 740098"/>
              <a:gd name="connsiteX949" fmla="*/ 1096625 w 1154399"/>
              <a:gd name="connsiteY949" fmla="*/ 683771 h 740098"/>
              <a:gd name="connsiteX950" fmla="*/ 1097777 w 1154399"/>
              <a:gd name="connsiteY950" fmla="*/ 684893 h 740098"/>
              <a:gd name="connsiteX951" fmla="*/ 1098934 w 1154399"/>
              <a:gd name="connsiteY951" fmla="*/ 686015 h 740098"/>
              <a:gd name="connsiteX952" fmla="*/ 1100091 w 1154399"/>
              <a:gd name="connsiteY952" fmla="*/ 687143 h 740098"/>
              <a:gd name="connsiteX953" fmla="*/ 1101243 w 1154399"/>
              <a:gd name="connsiteY953" fmla="*/ 688266 h 740098"/>
              <a:gd name="connsiteX954" fmla="*/ 1102401 w 1154399"/>
              <a:gd name="connsiteY954" fmla="*/ 689388 h 740098"/>
              <a:gd name="connsiteX955" fmla="*/ 1103558 w 1154399"/>
              <a:gd name="connsiteY955" fmla="*/ 690516 h 740098"/>
              <a:gd name="connsiteX956" fmla="*/ 1104710 w 1154399"/>
              <a:gd name="connsiteY956" fmla="*/ 691638 h 740098"/>
              <a:gd name="connsiteX957" fmla="*/ 1105867 w 1154399"/>
              <a:gd name="connsiteY957" fmla="*/ 692766 h 740098"/>
              <a:gd name="connsiteX958" fmla="*/ 1107025 w 1154399"/>
              <a:gd name="connsiteY958" fmla="*/ 693888 h 740098"/>
              <a:gd name="connsiteX959" fmla="*/ 1108176 w 1154399"/>
              <a:gd name="connsiteY959" fmla="*/ 695016 h 740098"/>
              <a:gd name="connsiteX960" fmla="*/ 1109334 w 1154399"/>
              <a:gd name="connsiteY960" fmla="*/ 696138 h 740098"/>
              <a:gd name="connsiteX961" fmla="*/ 1110491 w 1154399"/>
              <a:gd name="connsiteY961" fmla="*/ 697266 h 740098"/>
              <a:gd name="connsiteX962" fmla="*/ 1111643 w 1154399"/>
              <a:gd name="connsiteY962" fmla="*/ 698388 h 740098"/>
              <a:gd name="connsiteX963" fmla="*/ 1112800 w 1154399"/>
              <a:gd name="connsiteY963" fmla="*/ 699516 h 740098"/>
              <a:gd name="connsiteX964" fmla="*/ 1113958 w 1154399"/>
              <a:gd name="connsiteY964" fmla="*/ 700638 h 740098"/>
              <a:gd name="connsiteX965" fmla="*/ 1115109 w 1154399"/>
              <a:gd name="connsiteY965" fmla="*/ 701766 h 740098"/>
              <a:gd name="connsiteX966" fmla="*/ 1116267 w 1154399"/>
              <a:gd name="connsiteY966" fmla="*/ 702888 h 740098"/>
              <a:gd name="connsiteX967" fmla="*/ 1117424 w 1154399"/>
              <a:gd name="connsiteY967" fmla="*/ 704016 h 740098"/>
              <a:gd name="connsiteX968" fmla="*/ 1118576 w 1154399"/>
              <a:gd name="connsiteY968" fmla="*/ 705144 h 740098"/>
              <a:gd name="connsiteX969" fmla="*/ 1119733 w 1154399"/>
              <a:gd name="connsiteY969" fmla="*/ 706266 h 740098"/>
              <a:gd name="connsiteX970" fmla="*/ 1120891 w 1154399"/>
              <a:gd name="connsiteY970" fmla="*/ 707394 h 740098"/>
              <a:gd name="connsiteX971" fmla="*/ 1122043 w 1154399"/>
              <a:gd name="connsiteY971" fmla="*/ 708522 h 740098"/>
              <a:gd name="connsiteX972" fmla="*/ 1123200 w 1154399"/>
              <a:gd name="connsiteY972" fmla="*/ 709650 h 740098"/>
              <a:gd name="connsiteX973" fmla="*/ 1124358 w 1154399"/>
              <a:gd name="connsiteY973" fmla="*/ 710772 h 740098"/>
              <a:gd name="connsiteX974" fmla="*/ 1125515 w 1154399"/>
              <a:gd name="connsiteY974" fmla="*/ 711900 h 740098"/>
              <a:gd name="connsiteX975" fmla="*/ 1126667 w 1154399"/>
              <a:gd name="connsiteY975" fmla="*/ 713028 h 740098"/>
              <a:gd name="connsiteX976" fmla="*/ 1127824 w 1154399"/>
              <a:gd name="connsiteY976" fmla="*/ 714156 h 740098"/>
              <a:gd name="connsiteX977" fmla="*/ 1128982 w 1154399"/>
              <a:gd name="connsiteY977" fmla="*/ 715284 h 740098"/>
              <a:gd name="connsiteX978" fmla="*/ 1130133 w 1154399"/>
              <a:gd name="connsiteY978" fmla="*/ 716406 h 740098"/>
              <a:gd name="connsiteX979" fmla="*/ 1131291 w 1154399"/>
              <a:gd name="connsiteY979" fmla="*/ 717534 h 740098"/>
              <a:gd name="connsiteX980" fmla="*/ 1132448 w 1154399"/>
              <a:gd name="connsiteY980" fmla="*/ 718662 h 740098"/>
              <a:gd name="connsiteX981" fmla="*/ 1133600 w 1154399"/>
              <a:gd name="connsiteY981" fmla="*/ 719790 h 740098"/>
              <a:gd name="connsiteX982" fmla="*/ 1134757 w 1154399"/>
              <a:gd name="connsiteY982" fmla="*/ 720917 h 740098"/>
              <a:gd name="connsiteX983" fmla="*/ 1135915 w 1154399"/>
              <a:gd name="connsiteY983" fmla="*/ 722045 h 740098"/>
              <a:gd name="connsiteX984" fmla="*/ 1137066 w 1154399"/>
              <a:gd name="connsiteY984" fmla="*/ 723173 h 740098"/>
              <a:gd name="connsiteX985" fmla="*/ 1138224 w 1154399"/>
              <a:gd name="connsiteY985" fmla="*/ 724301 h 740098"/>
              <a:gd name="connsiteX986" fmla="*/ 1139381 w 1154399"/>
              <a:gd name="connsiteY986" fmla="*/ 725429 h 740098"/>
              <a:gd name="connsiteX987" fmla="*/ 1140533 w 1154399"/>
              <a:gd name="connsiteY987" fmla="*/ 726557 h 740098"/>
              <a:gd name="connsiteX988" fmla="*/ 1141691 w 1154399"/>
              <a:gd name="connsiteY988" fmla="*/ 727685 h 740098"/>
              <a:gd name="connsiteX989" fmla="*/ 1142848 w 1154399"/>
              <a:gd name="connsiteY989" fmla="*/ 728813 h 740098"/>
              <a:gd name="connsiteX990" fmla="*/ 1144000 w 1154399"/>
              <a:gd name="connsiteY990" fmla="*/ 729941 h 740098"/>
              <a:gd name="connsiteX991" fmla="*/ 1145157 w 1154399"/>
              <a:gd name="connsiteY991" fmla="*/ 731069 h 740098"/>
              <a:gd name="connsiteX992" fmla="*/ 1146314 w 1154399"/>
              <a:gd name="connsiteY992" fmla="*/ 732197 h 740098"/>
              <a:gd name="connsiteX993" fmla="*/ 1147466 w 1154399"/>
              <a:gd name="connsiteY993" fmla="*/ 733325 h 740098"/>
              <a:gd name="connsiteX994" fmla="*/ 1148624 w 1154399"/>
              <a:gd name="connsiteY994" fmla="*/ 734453 h 740098"/>
              <a:gd name="connsiteX995" fmla="*/ 1149781 w 1154399"/>
              <a:gd name="connsiteY995" fmla="*/ 735587 h 740098"/>
              <a:gd name="connsiteX996" fmla="*/ 1150933 w 1154399"/>
              <a:gd name="connsiteY996" fmla="*/ 736715 h 740098"/>
              <a:gd name="connsiteX997" fmla="*/ 1152090 w 1154399"/>
              <a:gd name="connsiteY997" fmla="*/ 737843 h 740098"/>
              <a:gd name="connsiteX998" fmla="*/ 1153248 w 1154399"/>
              <a:gd name="connsiteY998" fmla="*/ 738971 h 740098"/>
              <a:gd name="connsiteX999" fmla="*/ 1154399 w 1154399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54399" h="740098">
                <a:moveTo>
                  <a:pt x="0" y="0"/>
                </a:moveTo>
                <a:lnTo>
                  <a:pt x="1156" y="926"/>
                </a:lnTo>
                <a:lnTo>
                  <a:pt x="2311" y="1850"/>
                </a:lnTo>
                <a:lnTo>
                  <a:pt x="3467" y="2773"/>
                </a:lnTo>
                <a:lnTo>
                  <a:pt x="4622" y="3693"/>
                </a:lnTo>
                <a:lnTo>
                  <a:pt x="5777" y="4613"/>
                </a:lnTo>
                <a:lnTo>
                  <a:pt x="6933" y="5530"/>
                </a:lnTo>
                <a:lnTo>
                  <a:pt x="8089" y="6446"/>
                </a:lnTo>
                <a:lnTo>
                  <a:pt x="9245" y="7360"/>
                </a:lnTo>
                <a:lnTo>
                  <a:pt x="10400" y="8272"/>
                </a:lnTo>
                <a:lnTo>
                  <a:pt x="11555" y="9183"/>
                </a:lnTo>
                <a:lnTo>
                  <a:pt x="12711" y="10092"/>
                </a:lnTo>
                <a:lnTo>
                  <a:pt x="13866" y="10999"/>
                </a:lnTo>
                <a:lnTo>
                  <a:pt x="15022" y="11904"/>
                </a:lnTo>
                <a:lnTo>
                  <a:pt x="16178" y="12808"/>
                </a:lnTo>
                <a:lnTo>
                  <a:pt x="17333" y="13709"/>
                </a:lnTo>
                <a:lnTo>
                  <a:pt x="18489" y="14609"/>
                </a:lnTo>
                <a:lnTo>
                  <a:pt x="19644" y="15507"/>
                </a:lnTo>
                <a:lnTo>
                  <a:pt x="20800" y="16403"/>
                </a:lnTo>
                <a:lnTo>
                  <a:pt x="21955" y="17298"/>
                </a:lnTo>
                <a:lnTo>
                  <a:pt x="23111" y="18190"/>
                </a:lnTo>
                <a:lnTo>
                  <a:pt x="24267" y="19080"/>
                </a:lnTo>
                <a:lnTo>
                  <a:pt x="25422" y="19969"/>
                </a:lnTo>
                <a:lnTo>
                  <a:pt x="26577" y="20855"/>
                </a:lnTo>
                <a:lnTo>
                  <a:pt x="27733" y="21740"/>
                </a:lnTo>
                <a:lnTo>
                  <a:pt x="28889" y="22623"/>
                </a:lnTo>
                <a:lnTo>
                  <a:pt x="30045" y="23503"/>
                </a:lnTo>
                <a:lnTo>
                  <a:pt x="31200" y="24382"/>
                </a:lnTo>
                <a:lnTo>
                  <a:pt x="32356" y="25258"/>
                </a:lnTo>
                <a:lnTo>
                  <a:pt x="33511" y="26133"/>
                </a:lnTo>
                <a:lnTo>
                  <a:pt x="34666" y="27006"/>
                </a:lnTo>
                <a:lnTo>
                  <a:pt x="35822" y="27876"/>
                </a:lnTo>
                <a:lnTo>
                  <a:pt x="36978" y="28744"/>
                </a:lnTo>
                <a:lnTo>
                  <a:pt x="38134" y="29611"/>
                </a:lnTo>
                <a:lnTo>
                  <a:pt x="39289" y="30475"/>
                </a:lnTo>
                <a:lnTo>
                  <a:pt x="40444" y="31337"/>
                </a:lnTo>
                <a:lnTo>
                  <a:pt x="41600" y="32197"/>
                </a:lnTo>
                <a:lnTo>
                  <a:pt x="42755" y="33055"/>
                </a:lnTo>
                <a:lnTo>
                  <a:pt x="43911" y="33911"/>
                </a:lnTo>
                <a:lnTo>
                  <a:pt x="45067" y="34764"/>
                </a:lnTo>
                <a:lnTo>
                  <a:pt x="46222" y="35615"/>
                </a:lnTo>
                <a:lnTo>
                  <a:pt x="47378" y="36464"/>
                </a:lnTo>
                <a:lnTo>
                  <a:pt x="48533" y="37310"/>
                </a:lnTo>
                <a:lnTo>
                  <a:pt x="49689" y="38155"/>
                </a:lnTo>
                <a:lnTo>
                  <a:pt x="50844" y="38997"/>
                </a:lnTo>
                <a:lnTo>
                  <a:pt x="52000" y="39837"/>
                </a:lnTo>
                <a:lnTo>
                  <a:pt x="53156" y="40674"/>
                </a:lnTo>
                <a:lnTo>
                  <a:pt x="54311" y="41509"/>
                </a:lnTo>
                <a:lnTo>
                  <a:pt x="55466" y="42342"/>
                </a:lnTo>
                <a:lnTo>
                  <a:pt x="56622" y="43173"/>
                </a:lnTo>
                <a:lnTo>
                  <a:pt x="57778" y="44001"/>
                </a:lnTo>
                <a:lnTo>
                  <a:pt x="58933" y="44826"/>
                </a:lnTo>
                <a:lnTo>
                  <a:pt x="60089" y="45650"/>
                </a:lnTo>
                <a:lnTo>
                  <a:pt x="61244" y="46471"/>
                </a:lnTo>
                <a:lnTo>
                  <a:pt x="62400" y="47288"/>
                </a:lnTo>
                <a:lnTo>
                  <a:pt x="63555" y="48105"/>
                </a:lnTo>
                <a:lnTo>
                  <a:pt x="64711" y="48918"/>
                </a:lnTo>
                <a:lnTo>
                  <a:pt x="65867" y="49729"/>
                </a:lnTo>
                <a:lnTo>
                  <a:pt x="67022" y="50537"/>
                </a:lnTo>
                <a:lnTo>
                  <a:pt x="68178" y="51343"/>
                </a:lnTo>
                <a:lnTo>
                  <a:pt x="69333" y="52146"/>
                </a:lnTo>
                <a:lnTo>
                  <a:pt x="70489" y="52947"/>
                </a:lnTo>
                <a:lnTo>
                  <a:pt x="71644" y="53744"/>
                </a:lnTo>
                <a:lnTo>
                  <a:pt x="72800" y="54540"/>
                </a:lnTo>
                <a:lnTo>
                  <a:pt x="73956" y="55332"/>
                </a:lnTo>
                <a:lnTo>
                  <a:pt x="75111" y="56123"/>
                </a:lnTo>
                <a:lnTo>
                  <a:pt x="76266" y="56910"/>
                </a:lnTo>
                <a:lnTo>
                  <a:pt x="77422" y="57695"/>
                </a:lnTo>
                <a:lnTo>
                  <a:pt x="78578" y="58477"/>
                </a:lnTo>
                <a:lnTo>
                  <a:pt x="79733" y="59256"/>
                </a:lnTo>
                <a:lnTo>
                  <a:pt x="80889" y="60032"/>
                </a:lnTo>
                <a:lnTo>
                  <a:pt x="82045" y="60806"/>
                </a:lnTo>
                <a:lnTo>
                  <a:pt x="83200" y="61576"/>
                </a:lnTo>
                <a:lnTo>
                  <a:pt x="84355" y="62345"/>
                </a:lnTo>
                <a:lnTo>
                  <a:pt x="85511" y="63110"/>
                </a:lnTo>
                <a:lnTo>
                  <a:pt x="86667" y="63872"/>
                </a:lnTo>
                <a:lnTo>
                  <a:pt x="87822" y="64631"/>
                </a:lnTo>
                <a:lnTo>
                  <a:pt x="88978" y="65388"/>
                </a:lnTo>
                <a:lnTo>
                  <a:pt x="90133" y="66142"/>
                </a:lnTo>
                <a:lnTo>
                  <a:pt x="91289" y="66893"/>
                </a:lnTo>
                <a:lnTo>
                  <a:pt x="92444" y="67640"/>
                </a:lnTo>
                <a:lnTo>
                  <a:pt x="93600" y="68386"/>
                </a:lnTo>
                <a:lnTo>
                  <a:pt x="94756" y="69127"/>
                </a:lnTo>
                <a:lnTo>
                  <a:pt x="95911" y="69866"/>
                </a:lnTo>
                <a:lnTo>
                  <a:pt x="97067" y="70602"/>
                </a:lnTo>
                <a:lnTo>
                  <a:pt x="98222" y="71335"/>
                </a:lnTo>
                <a:lnTo>
                  <a:pt x="99378" y="72065"/>
                </a:lnTo>
                <a:lnTo>
                  <a:pt x="100533" y="72791"/>
                </a:lnTo>
                <a:lnTo>
                  <a:pt x="101689" y="73515"/>
                </a:lnTo>
                <a:lnTo>
                  <a:pt x="102845" y="74235"/>
                </a:lnTo>
                <a:lnTo>
                  <a:pt x="104000" y="74953"/>
                </a:lnTo>
                <a:lnTo>
                  <a:pt x="105155" y="75667"/>
                </a:lnTo>
                <a:lnTo>
                  <a:pt x="106311" y="76378"/>
                </a:lnTo>
                <a:lnTo>
                  <a:pt x="107467" y="77085"/>
                </a:lnTo>
                <a:lnTo>
                  <a:pt x="108622" y="77790"/>
                </a:lnTo>
                <a:lnTo>
                  <a:pt x="109778" y="78491"/>
                </a:lnTo>
                <a:lnTo>
                  <a:pt x="110933" y="79189"/>
                </a:lnTo>
                <a:lnTo>
                  <a:pt x="112089" y="79884"/>
                </a:lnTo>
                <a:lnTo>
                  <a:pt x="113244" y="80575"/>
                </a:lnTo>
                <a:lnTo>
                  <a:pt x="114400" y="81264"/>
                </a:lnTo>
                <a:lnTo>
                  <a:pt x="115556" y="81948"/>
                </a:lnTo>
                <a:lnTo>
                  <a:pt x="116711" y="82630"/>
                </a:lnTo>
                <a:lnTo>
                  <a:pt x="117867" y="83308"/>
                </a:lnTo>
                <a:lnTo>
                  <a:pt x="119022" y="83983"/>
                </a:lnTo>
                <a:lnTo>
                  <a:pt x="120178" y="84654"/>
                </a:lnTo>
                <a:lnTo>
                  <a:pt x="121333" y="85322"/>
                </a:lnTo>
                <a:lnTo>
                  <a:pt x="122489" y="85987"/>
                </a:lnTo>
                <a:lnTo>
                  <a:pt x="123645" y="86648"/>
                </a:lnTo>
                <a:lnTo>
                  <a:pt x="124800" y="87305"/>
                </a:lnTo>
                <a:lnTo>
                  <a:pt x="125955" y="87960"/>
                </a:lnTo>
                <a:lnTo>
                  <a:pt x="127111" y="88610"/>
                </a:lnTo>
                <a:lnTo>
                  <a:pt x="128267" y="89257"/>
                </a:lnTo>
                <a:lnTo>
                  <a:pt x="129422" y="89901"/>
                </a:lnTo>
                <a:lnTo>
                  <a:pt x="130578" y="90541"/>
                </a:lnTo>
                <a:lnTo>
                  <a:pt x="131733" y="91177"/>
                </a:lnTo>
                <a:lnTo>
                  <a:pt x="132889" y="91810"/>
                </a:lnTo>
                <a:lnTo>
                  <a:pt x="134044" y="92439"/>
                </a:lnTo>
                <a:lnTo>
                  <a:pt x="135200" y="93064"/>
                </a:lnTo>
                <a:lnTo>
                  <a:pt x="136356" y="93687"/>
                </a:lnTo>
                <a:lnTo>
                  <a:pt x="137511" y="94305"/>
                </a:lnTo>
                <a:lnTo>
                  <a:pt x="138667" y="94919"/>
                </a:lnTo>
                <a:lnTo>
                  <a:pt x="139822" y="95531"/>
                </a:lnTo>
                <a:lnTo>
                  <a:pt x="140978" y="96138"/>
                </a:lnTo>
                <a:lnTo>
                  <a:pt x="142133" y="96741"/>
                </a:lnTo>
                <a:lnTo>
                  <a:pt x="143289" y="97341"/>
                </a:lnTo>
                <a:lnTo>
                  <a:pt x="144445" y="97937"/>
                </a:lnTo>
                <a:lnTo>
                  <a:pt x="145600" y="98529"/>
                </a:lnTo>
                <a:lnTo>
                  <a:pt x="146756" y="99118"/>
                </a:lnTo>
                <a:lnTo>
                  <a:pt x="147911" y="99702"/>
                </a:lnTo>
                <a:lnTo>
                  <a:pt x="149067" y="100283"/>
                </a:lnTo>
                <a:lnTo>
                  <a:pt x="150222" y="100860"/>
                </a:lnTo>
                <a:lnTo>
                  <a:pt x="151378" y="101433"/>
                </a:lnTo>
                <a:lnTo>
                  <a:pt x="152534" y="102003"/>
                </a:lnTo>
                <a:lnTo>
                  <a:pt x="153689" y="102568"/>
                </a:lnTo>
                <a:lnTo>
                  <a:pt x="154844" y="103130"/>
                </a:lnTo>
                <a:lnTo>
                  <a:pt x="156000" y="103688"/>
                </a:lnTo>
                <a:lnTo>
                  <a:pt x="157156" y="104241"/>
                </a:lnTo>
                <a:lnTo>
                  <a:pt x="158311" y="104792"/>
                </a:lnTo>
                <a:lnTo>
                  <a:pt x="159467" y="105337"/>
                </a:lnTo>
                <a:lnTo>
                  <a:pt x="160622" y="105880"/>
                </a:lnTo>
                <a:lnTo>
                  <a:pt x="161778" y="106418"/>
                </a:lnTo>
                <a:lnTo>
                  <a:pt x="162933" y="106952"/>
                </a:lnTo>
                <a:lnTo>
                  <a:pt x="164089" y="107482"/>
                </a:lnTo>
                <a:lnTo>
                  <a:pt x="165245" y="108008"/>
                </a:lnTo>
                <a:lnTo>
                  <a:pt x="166400" y="108531"/>
                </a:lnTo>
                <a:lnTo>
                  <a:pt x="167556" y="109049"/>
                </a:lnTo>
                <a:lnTo>
                  <a:pt x="168711" y="109563"/>
                </a:lnTo>
                <a:lnTo>
                  <a:pt x="169867" y="110074"/>
                </a:lnTo>
                <a:lnTo>
                  <a:pt x="171022" y="110580"/>
                </a:lnTo>
                <a:lnTo>
                  <a:pt x="172178" y="111082"/>
                </a:lnTo>
                <a:lnTo>
                  <a:pt x="173334" y="111581"/>
                </a:lnTo>
                <a:lnTo>
                  <a:pt x="174489" y="112075"/>
                </a:lnTo>
                <a:lnTo>
                  <a:pt x="175644" y="112565"/>
                </a:lnTo>
                <a:lnTo>
                  <a:pt x="176800" y="113051"/>
                </a:lnTo>
                <a:lnTo>
                  <a:pt x="177956" y="113533"/>
                </a:lnTo>
                <a:lnTo>
                  <a:pt x="179111" y="114012"/>
                </a:lnTo>
                <a:lnTo>
                  <a:pt x="180267" y="114485"/>
                </a:lnTo>
                <a:lnTo>
                  <a:pt x="181422" y="114955"/>
                </a:lnTo>
                <a:lnTo>
                  <a:pt x="182578" y="115421"/>
                </a:lnTo>
                <a:lnTo>
                  <a:pt x="183733" y="115883"/>
                </a:lnTo>
                <a:lnTo>
                  <a:pt x="184889" y="116341"/>
                </a:lnTo>
                <a:lnTo>
                  <a:pt x="186045" y="116794"/>
                </a:lnTo>
                <a:lnTo>
                  <a:pt x="187200" y="117244"/>
                </a:lnTo>
                <a:lnTo>
                  <a:pt x="188356" y="117689"/>
                </a:lnTo>
                <a:lnTo>
                  <a:pt x="189511" y="118131"/>
                </a:lnTo>
                <a:lnTo>
                  <a:pt x="190666" y="118568"/>
                </a:lnTo>
                <a:lnTo>
                  <a:pt x="191822" y="119001"/>
                </a:lnTo>
                <a:lnTo>
                  <a:pt x="192978" y="119430"/>
                </a:lnTo>
                <a:lnTo>
                  <a:pt x="194134" y="119855"/>
                </a:lnTo>
                <a:lnTo>
                  <a:pt x="195289" y="120276"/>
                </a:lnTo>
                <a:lnTo>
                  <a:pt x="196444" y="120693"/>
                </a:lnTo>
                <a:lnTo>
                  <a:pt x="197600" y="121106"/>
                </a:lnTo>
                <a:lnTo>
                  <a:pt x="198755" y="121515"/>
                </a:lnTo>
                <a:lnTo>
                  <a:pt x="199911" y="121919"/>
                </a:lnTo>
                <a:lnTo>
                  <a:pt x="201067" y="122319"/>
                </a:lnTo>
                <a:lnTo>
                  <a:pt x="202223" y="122716"/>
                </a:lnTo>
                <a:lnTo>
                  <a:pt x="203378" y="123108"/>
                </a:lnTo>
                <a:lnTo>
                  <a:pt x="204533" y="123497"/>
                </a:lnTo>
                <a:lnTo>
                  <a:pt x="205689" y="123881"/>
                </a:lnTo>
                <a:lnTo>
                  <a:pt x="206845" y="124262"/>
                </a:lnTo>
                <a:lnTo>
                  <a:pt x="208000" y="124638"/>
                </a:lnTo>
                <a:lnTo>
                  <a:pt x="209156" y="125011"/>
                </a:lnTo>
                <a:lnTo>
                  <a:pt x="210311" y="125379"/>
                </a:lnTo>
                <a:lnTo>
                  <a:pt x="211467" y="125743"/>
                </a:lnTo>
                <a:lnTo>
                  <a:pt x="212622" y="126103"/>
                </a:lnTo>
                <a:lnTo>
                  <a:pt x="213778" y="126460"/>
                </a:lnTo>
                <a:lnTo>
                  <a:pt x="214934" y="126812"/>
                </a:lnTo>
                <a:lnTo>
                  <a:pt x="216089" y="127160"/>
                </a:lnTo>
                <a:lnTo>
                  <a:pt x="217245" y="127505"/>
                </a:lnTo>
                <a:lnTo>
                  <a:pt x="218400" y="127845"/>
                </a:lnTo>
                <a:lnTo>
                  <a:pt x="219555" y="128182"/>
                </a:lnTo>
                <a:lnTo>
                  <a:pt x="220711" y="128515"/>
                </a:lnTo>
                <a:lnTo>
                  <a:pt x="221867" y="128843"/>
                </a:lnTo>
                <a:lnTo>
                  <a:pt x="223023" y="129168"/>
                </a:lnTo>
                <a:lnTo>
                  <a:pt x="224178" y="129489"/>
                </a:lnTo>
                <a:lnTo>
                  <a:pt x="225333" y="129807"/>
                </a:lnTo>
                <a:lnTo>
                  <a:pt x="226489" y="130120"/>
                </a:lnTo>
                <a:lnTo>
                  <a:pt x="227644" y="130430"/>
                </a:lnTo>
                <a:lnTo>
                  <a:pt x="228800" y="130736"/>
                </a:lnTo>
                <a:lnTo>
                  <a:pt x="229956" y="131037"/>
                </a:lnTo>
                <a:lnTo>
                  <a:pt x="231111" y="131336"/>
                </a:lnTo>
                <a:lnTo>
                  <a:pt x="232267" y="131630"/>
                </a:lnTo>
                <a:lnTo>
                  <a:pt x="233422" y="131921"/>
                </a:lnTo>
                <a:lnTo>
                  <a:pt x="234578" y="132208"/>
                </a:lnTo>
                <a:lnTo>
                  <a:pt x="235733" y="132491"/>
                </a:lnTo>
                <a:lnTo>
                  <a:pt x="236889" y="132771"/>
                </a:lnTo>
                <a:lnTo>
                  <a:pt x="238045" y="133048"/>
                </a:lnTo>
                <a:lnTo>
                  <a:pt x="239200" y="133320"/>
                </a:lnTo>
                <a:lnTo>
                  <a:pt x="240355" y="133589"/>
                </a:lnTo>
                <a:lnTo>
                  <a:pt x="241511" y="133854"/>
                </a:lnTo>
                <a:lnTo>
                  <a:pt x="242667" y="134116"/>
                </a:lnTo>
                <a:lnTo>
                  <a:pt x="243823" y="134375"/>
                </a:lnTo>
                <a:lnTo>
                  <a:pt x="244978" y="134629"/>
                </a:lnTo>
                <a:lnTo>
                  <a:pt x="246134" y="134881"/>
                </a:lnTo>
                <a:lnTo>
                  <a:pt x="247289" y="135129"/>
                </a:lnTo>
                <a:lnTo>
                  <a:pt x="248444" y="135373"/>
                </a:lnTo>
                <a:lnTo>
                  <a:pt x="249600" y="135615"/>
                </a:lnTo>
                <a:lnTo>
                  <a:pt x="250756" y="135852"/>
                </a:lnTo>
                <a:lnTo>
                  <a:pt x="251912" y="136087"/>
                </a:lnTo>
                <a:lnTo>
                  <a:pt x="253067" y="136318"/>
                </a:lnTo>
                <a:lnTo>
                  <a:pt x="254222" y="136546"/>
                </a:lnTo>
                <a:lnTo>
                  <a:pt x="255378" y="136771"/>
                </a:lnTo>
                <a:lnTo>
                  <a:pt x="256533" y="136992"/>
                </a:lnTo>
                <a:lnTo>
                  <a:pt x="257689" y="137211"/>
                </a:lnTo>
                <a:lnTo>
                  <a:pt x="258845" y="137427"/>
                </a:lnTo>
                <a:lnTo>
                  <a:pt x="260000" y="137639"/>
                </a:lnTo>
                <a:lnTo>
                  <a:pt x="261156" y="137848"/>
                </a:lnTo>
                <a:lnTo>
                  <a:pt x="262311" y="138054"/>
                </a:lnTo>
                <a:lnTo>
                  <a:pt x="263467" y="138257"/>
                </a:lnTo>
                <a:lnTo>
                  <a:pt x="264622" y="138458"/>
                </a:lnTo>
                <a:lnTo>
                  <a:pt x="265778" y="138655"/>
                </a:lnTo>
                <a:lnTo>
                  <a:pt x="266934" y="138849"/>
                </a:lnTo>
                <a:lnTo>
                  <a:pt x="268089" y="139041"/>
                </a:lnTo>
                <a:lnTo>
                  <a:pt x="269244" y="139230"/>
                </a:lnTo>
                <a:lnTo>
                  <a:pt x="270400" y="139416"/>
                </a:lnTo>
                <a:lnTo>
                  <a:pt x="271556" y="139599"/>
                </a:lnTo>
                <a:lnTo>
                  <a:pt x="272711" y="139780"/>
                </a:lnTo>
                <a:lnTo>
                  <a:pt x="273867" y="139958"/>
                </a:lnTo>
                <a:lnTo>
                  <a:pt x="275022" y="140133"/>
                </a:lnTo>
                <a:lnTo>
                  <a:pt x="276178" y="140306"/>
                </a:lnTo>
                <a:lnTo>
                  <a:pt x="277333" y="140476"/>
                </a:lnTo>
                <a:lnTo>
                  <a:pt x="278489" y="140644"/>
                </a:lnTo>
                <a:lnTo>
                  <a:pt x="279645" y="140809"/>
                </a:lnTo>
                <a:lnTo>
                  <a:pt x="280800" y="140972"/>
                </a:lnTo>
                <a:lnTo>
                  <a:pt x="281956" y="141133"/>
                </a:lnTo>
                <a:lnTo>
                  <a:pt x="283111" y="141291"/>
                </a:lnTo>
                <a:lnTo>
                  <a:pt x="284267" y="141447"/>
                </a:lnTo>
                <a:lnTo>
                  <a:pt x="285422" y="141601"/>
                </a:lnTo>
                <a:lnTo>
                  <a:pt x="286578" y="141752"/>
                </a:lnTo>
                <a:lnTo>
                  <a:pt x="287734" y="141902"/>
                </a:lnTo>
                <a:lnTo>
                  <a:pt x="288889" y="142049"/>
                </a:lnTo>
                <a:lnTo>
                  <a:pt x="290044" y="142194"/>
                </a:lnTo>
                <a:lnTo>
                  <a:pt x="291200" y="142338"/>
                </a:lnTo>
                <a:lnTo>
                  <a:pt x="292356" y="142479"/>
                </a:lnTo>
                <a:lnTo>
                  <a:pt x="293511" y="142618"/>
                </a:lnTo>
                <a:lnTo>
                  <a:pt x="294667" y="142756"/>
                </a:lnTo>
                <a:lnTo>
                  <a:pt x="295822" y="142891"/>
                </a:lnTo>
                <a:lnTo>
                  <a:pt x="296978" y="143025"/>
                </a:lnTo>
                <a:lnTo>
                  <a:pt x="298133" y="143157"/>
                </a:lnTo>
                <a:lnTo>
                  <a:pt x="299289" y="143288"/>
                </a:lnTo>
                <a:lnTo>
                  <a:pt x="300445" y="143417"/>
                </a:lnTo>
                <a:lnTo>
                  <a:pt x="301600" y="143544"/>
                </a:lnTo>
                <a:lnTo>
                  <a:pt x="302756" y="143669"/>
                </a:lnTo>
                <a:lnTo>
                  <a:pt x="303911" y="143793"/>
                </a:lnTo>
                <a:lnTo>
                  <a:pt x="305067" y="143916"/>
                </a:lnTo>
                <a:lnTo>
                  <a:pt x="306222" y="144037"/>
                </a:lnTo>
                <a:lnTo>
                  <a:pt x="307378" y="144157"/>
                </a:lnTo>
                <a:lnTo>
                  <a:pt x="308534" y="144276"/>
                </a:lnTo>
                <a:lnTo>
                  <a:pt x="309689" y="144393"/>
                </a:lnTo>
                <a:lnTo>
                  <a:pt x="310845" y="144510"/>
                </a:lnTo>
                <a:lnTo>
                  <a:pt x="312000" y="144625"/>
                </a:lnTo>
                <a:lnTo>
                  <a:pt x="313156" y="144739"/>
                </a:lnTo>
                <a:lnTo>
                  <a:pt x="314311" y="144852"/>
                </a:lnTo>
                <a:lnTo>
                  <a:pt x="315467" y="144963"/>
                </a:lnTo>
                <a:lnTo>
                  <a:pt x="316623" y="145074"/>
                </a:lnTo>
                <a:lnTo>
                  <a:pt x="317778" y="145185"/>
                </a:lnTo>
                <a:lnTo>
                  <a:pt x="318933" y="145294"/>
                </a:lnTo>
                <a:lnTo>
                  <a:pt x="320089" y="145402"/>
                </a:lnTo>
                <a:lnTo>
                  <a:pt x="321245" y="145510"/>
                </a:lnTo>
                <a:lnTo>
                  <a:pt x="322400" y="145617"/>
                </a:lnTo>
                <a:lnTo>
                  <a:pt x="323556" y="145723"/>
                </a:lnTo>
                <a:lnTo>
                  <a:pt x="324711" y="145829"/>
                </a:lnTo>
                <a:lnTo>
                  <a:pt x="325867" y="145934"/>
                </a:lnTo>
                <a:lnTo>
                  <a:pt x="327022" y="146039"/>
                </a:lnTo>
                <a:lnTo>
                  <a:pt x="328178" y="146143"/>
                </a:lnTo>
                <a:lnTo>
                  <a:pt x="329334" y="146247"/>
                </a:lnTo>
                <a:lnTo>
                  <a:pt x="330489" y="146350"/>
                </a:lnTo>
                <a:lnTo>
                  <a:pt x="331645" y="146454"/>
                </a:lnTo>
                <a:lnTo>
                  <a:pt x="332800" y="146557"/>
                </a:lnTo>
                <a:lnTo>
                  <a:pt x="333956" y="146660"/>
                </a:lnTo>
                <a:lnTo>
                  <a:pt x="335111" y="146763"/>
                </a:lnTo>
                <a:lnTo>
                  <a:pt x="336267" y="146865"/>
                </a:lnTo>
                <a:lnTo>
                  <a:pt x="337423" y="146968"/>
                </a:lnTo>
                <a:lnTo>
                  <a:pt x="338578" y="147071"/>
                </a:lnTo>
                <a:lnTo>
                  <a:pt x="339733" y="147174"/>
                </a:lnTo>
                <a:lnTo>
                  <a:pt x="340889" y="147276"/>
                </a:lnTo>
                <a:lnTo>
                  <a:pt x="342045" y="147380"/>
                </a:lnTo>
                <a:lnTo>
                  <a:pt x="343200" y="147483"/>
                </a:lnTo>
                <a:lnTo>
                  <a:pt x="344356" y="147587"/>
                </a:lnTo>
                <a:lnTo>
                  <a:pt x="345511" y="147690"/>
                </a:lnTo>
                <a:lnTo>
                  <a:pt x="346667" y="147795"/>
                </a:lnTo>
                <a:lnTo>
                  <a:pt x="347822" y="147900"/>
                </a:lnTo>
                <a:lnTo>
                  <a:pt x="348978" y="148005"/>
                </a:lnTo>
                <a:lnTo>
                  <a:pt x="350134" y="148111"/>
                </a:lnTo>
                <a:lnTo>
                  <a:pt x="351289" y="148218"/>
                </a:lnTo>
                <a:lnTo>
                  <a:pt x="352445" y="148325"/>
                </a:lnTo>
                <a:lnTo>
                  <a:pt x="353600" y="148433"/>
                </a:lnTo>
                <a:lnTo>
                  <a:pt x="354756" y="148541"/>
                </a:lnTo>
                <a:lnTo>
                  <a:pt x="355911" y="148651"/>
                </a:lnTo>
                <a:lnTo>
                  <a:pt x="357067" y="148761"/>
                </a:lnTo>
                <a:lnTo>
                  <a:pt x="358223" y="148872"/>
                </a:lnTo>
                <a:lnTo>
                  <a:pt x="359378" y="148984"/>
                </a:lnTo>
                <a:lnTo>
                  <a:pt x="360533" y="149098"/>
                </a:lnTo>
                <a:lnTo>
                  <a:pt x="361689" y="149212"/>
                </a:lnTo>
                <a:lnTo>
                  <a:pt x="362845" y="149327"/>
                </a:lnTo>
                <a:lnTo>
                  <a:pt x="364000" y="149444"/>
                </a:lnTo>
                <a:lnTo>
                  <a:pt x="365156" y="149561"/>
                </a:lnTo>
                <a:lnTo>
                  <a:pt x="366312" y="149681"/>
                </a:lnTo>
                <a:lnTo>
                  <a:pt x="367467" y="149801"/>
                </a:lnTo>
                <a:lnTo>
                  <a:pt x="368622" y="149922"/>
                </a:lnTo>
                <a:lnTo>
                  <a:pt x="369778" y="150046"/>
                </a:lnTo>
                <a:lnTo>
                  <a:pt x="370934" y="150170"/>
                </a:lnTo>
                <a:lnTo>
                  <a:pt x="372089" y="150296"/>
                </a:lnTo>
                <a:lnTo>
                  <a:pt x="373245" y="150424"/>
                </a:lnTo>
                <a:lnTo>
                  <a:pt x="374400" y="150553"/>
                </a:lnTo>
                <a:lnTo>
                  <a:pt x="375556" y="150683"/>
                </a:lnTo>
                <a:lnTo>
                  <a:pt x="376711" y="150816"/>
                </a:lnTo>
                <a:lnTo>
                  <a:pt x="377867" y="150950"/>
                </a:lnTo>
                <a:lnTo>
                  <a:pt x="379023" y="151087"/>
                </a:lnTo>
                <a:lnTo>
                  <a:pt x="380178" y="151224"/>
                </a:lnTo>
                <a:lnTo>
                  <a:pt x="381334" y="151364"/>
                </a:lnTo>
                <a:lnTo>
                  <a:pt x="382489" y="151506"/>
                </a:lnTo>
                <a:lnTo>
                  <a:pt x="383645" y="151650"/>
                </a:lnTo>
                <a:lnTo>
                  <a:pt x="384800" y="151795"/>
                </a:lnTo>
                <a:lnTo>
                  <a:pt x="385956" y="151943"/>
                </a:lnTo>
                <a:lnTo>
                  <a:pt x="387112" y="152093"/>
                </a:lnTo>
                <a:lnTo>
                  <a:pt x="388267" y="152245"/>
                </a:lnTo>
                <a:lnTo>
                  <a:pt x="389422" y="152400"/>
                </a:lnTo>
                <a:lnTo>
                  <a:pt x="390577" y="152556"/>
                </a:lnTo>
                <a:lnTo>
                  <a:pt x="391734" y="152715"/>
                </a:lnTo>
                <a:lnTo>
                  <a:pt x="392892" y="152876"/>
                </a:lnTo>
                <a:lnTo>
                  <a:pt x="394044" y="153040"/>
                </a:lnTo>
                <a:lnTo>
                  <a:pt x="395201" y="153206"/>
                </a:lnTo>
                <a:lnTo>
                  <a:pt x="396359" y="153374"/>
                </a:lnTo>
                <a:lnTo>
                  <a:pt x="397510" y="153545"/>
                </a:lnTo>
                <a:lnTo>
                  <a:pt x="398668" y="153718"/>
                </a:lnTo>
                <a:lnTo>
                  <a:pt x="399825" y="153894"/>
                </a:lnTo>
                <a:lnTo>
                  <a:pt x="400977" y="154073"/>
                </a:lnTo>
                <a:lnTo>
                  <a:pt x="402134" y="154254"/>
                </a:lnTo>
                <a:lnTo>
                  <a:pt x="403292" y="154438"/>
                </a:lnTo>
                <a:lnTo>
                  <a:pt x="404443" y="154625"/>
                </a:lnTo>
                <a:lnTo>
                  <a:pt x="405601" y="154814"/>
                </a:lnTo>
                <a:lnTo>
                  <a:pt x="406758" y="155007"/>
                </a:lnTo>
                <a:lnTo>
                  <a:pt x="407910" y="155202"/>
                </a:lnTo>
                <a:lnTo>
                  <a:pt x="409067" y="155400"/>
                </a:lnTo>
                <a:lnTo>
                  <a:pt x="410225" y="155601"/>
                </a:lnTo>
                <a:lnTo>
                  <a:pt x="411376" y="155805"/>
                </a:lnTo>
                <a:lnTo>
                  <a:pt x="412534" y="156012"/>
                </a:lnTo>
                <a:lnTo>
                  <a:pt x="413691" y="156222"/>
                </a:lnTo>
                <a:lnTo>
                  <a:pt x="414843" y="156435"/>
                </a:lnTo>
                <a:lnTo>
                  <a:pt x="416001" y="156651"/>
                </a:lnTo>
                <a:lnTo>
                  <a:pt x="417158" y="156870"/>
                </a:lnTo>
                <a:lnTo>
                  <a:pt x="418310" y="157093"/>
                </a:lnTo>
                <a:lnTo>
                  <a:pt x="419467" y="157318"/>
                </a:lnTo>
                <a:lnTo>
                  <a:pt x="420625" y="157547"/>
                </a:lnTo>
                <a:lnTo>
                  <a:pt x="421776" y="157779"/>
                </a:lnTo>
                <a:lnTo>
                  <a:pt x="422934" y="158015"/>
                </a:lnTo>
                <a:lnTo>
                  <a:pt x="424091" y="158253"/>
                </a:lnTo>
                <a:lnTo>
                  <a:pt x="425243" y="158495"/>
                </a:lnTo>
                <a:lnTo>
                  <a:pt x="426400" y="158741"/>
                </a:lnTo>
                <a:lnTo>
                  <a:pt x="427558" y="158990"/>
                </a:lnTo>
                <a:lnTo>
                  <a:pt x="428709" y="159242"/>
                </a:lnTo>
                <a:lnTo>
                  <a:pt x="429867" y="159497"/>
                </a:lnTo>
                <a:lnTo>
                  <a:pt x="431024" y="159757"/>
                </a:lnTo>
                <a:lnTo>
                  <a:pt x="432176" y="160020"/>
                </a:lnTo>
                <a:lnTo>
                  <a:pt x="433333" y="160286"/>
                </a:lnTo>
                <a:lnTo>
                  <a:pt x="434491" y="160556"/>
                </a:lnTo>
                <a:lnTo>
                  <a:pt x="435643" y="160829"/>
                </a:lnTo>
                <a:lnTo>
                  <a:pt x="436800" y="161106"/>
                </a:lnTo>
                <a:lnTo>
                  <a:pt x="437957" y="161387"/>
                </a:lnTo>
                <a:lnTo>
                  <a:pt x="439109" y="161671"/>
                </a:lnTo>
                <a:lnTo>
                  <a:pt x="440267" y="161960"/>
                </a:lnTo>
                <a:lnTo>
                  <a:pt x="441424" y="162251"/>
                </a:lnTo>
                <a:lnTo>
                  <a:pt x="442576" y="162547"/>
                </a:lnTo>
                <a:lnTo>
                  <a:pt x="443733" y="162845"/>
                </a:lnTo>
                <a:lnTo>
                  <a:pt x="444891" y="163148"/>
                </a:lnTo>
                <a:lnTo>
                  <a:pt x="446042" y="163455"/>
                </a:lnTo>
                <a:lnTo>
                  <a:pt x="447200" y="163766"/>
                </a:lnTo>
                <a:lnTo>
                  <a:pt x="448357" y="164080"/>
                </a:lnTo>
                <a:lnTo>
                  <a:pt x="449509" y="164399"/>
                </a:lnTo>
                <a:lnTo>
                  <a:pt x="450666" y="164720"/>
                </a:lnTo>
                <a:lnTo>
                  <a:pt x="451824" y="165046"/>
                </a:lnTo>
                <a:lnTo>
                  <a:pt x="452975" y="165376"/>
                </a:lnTo>
                <a:lnTo>
                  <a:pt x="454133" y="165710"/>
                </a:lnTo>
                <a:lnTo>
                  <a:pt x="455290" y="166047"/>
                </a:lnTo>
                <a:lnTo>
                  <a:pt x="456442" y="166389"/>
                </a:lnTo>
                <a:lnTo>
                  <a:pt x="457599" y="166734"/>
                </a:lnTo>
                <a:lnTo>
                  <a:pt x="458757" y="167083"/>
                </a:lnTo>
                <a:lnTo>
                  <a:pt x="459909" y="167437"/>
                </a:lnTo>
                <a:lnTo>
                  <a:pt x="461066" y="167794"/>
                </a:lnTo>
                <a:lnTo>
                  <a:pt x="462224" y="168156"/>
                </a:lnTo>
                <a:lnTo>
                  <a:pt x="463381" y="168521"/>
                </a:lnTo>
                <a:lnTo>
                  <a:pt x="464533" y="168890"/>
                </a:lnTo>
                <a:lnTo>
                  <a:pt x="465690" y="169264"/>
                </a:lnTo>
                <a:lnTo>
                  <a:pt x="466848" y="169641"/>
                </a:lnTo>
                <a:lnTo>
                  <a:pt x="467999" y="170022"/>
                </a:lnTo>
                <a:lnTo>
                  <a:pt x="469157" y="170407"/>
                </a:lnTo>
                <a:lnTo>
                  <a:pt x="470314" y="170797"/>
                </a:lnTo>
                <a:lnTo>
                  <a:pt x="471466" y="171191"/>
                </a:lnTo>
                <a:lnTo>
                  <a:pt x="472623" y="171588"/>
                </a:lnTo>
                <a:lnTo>
                  <a:pt x="473781" y="171990"/>
                </a:lnTo>
                <a:lnTo>
                  <a:pt x="474932" y="172395"/>
                </a:lnTo>
                <a:lnTo>
                  <a:pt x="476090" y="172805"/>
                </a:lnTo>
                <a:lnTo>
                  <a:pt x="477247" y="173218"/>
                </a:lnTo>
                <a:lnTo>
                  <a:pt x="478399" y="173637"/>
                </a:lnTo>
                <a:lnTo>
                  <a:pt x="479556" y="174059"/>
                </a:lnTo>
                <a:lnTo>
                  <a:pt x="480714" y="174485"/>
                </a:lnTo>
                <a:lnTo>
                  <a:pt x="481866" y="174915"/>
                </a:lnTo>
                <a:lnTo>
                  <a:pt x="483023" y="175349"/>
                </a:lnTo>
                <a:lnTo>
                  <a:pt x="484180" y="175787"/>
                </a:lnTo>
                <a:lnTo>
                  <a:pt x="485332" y="176230"/>
                </a:lnTo>
                <a:lnTo>
                  <a:pt x="486490" y="176676"/>
                </a:lnTo>
                <a:lnTo>
                  <a:pt x="487647" y="177127"/>
                </a:lnTo>
                <a:lnTo>
                  <a:pt x="488799" y="177582"/>
                </a:lnTo>
                <a:lnTo>
                  <a:pt x="489956" y="178040"/>
                </a:lnTo>
                <a:lnTo>
                  <a:pt x="491114" y="178503"/>
                </a:lnTo>
                <a:lnTo>
                  <a:pt x="492265" y="178969"/>
                </a:lnTo>
                <a:lnTo>
                  <a:pt x="493423" y="179441"/>
                </a:lnTo>
                <a:lnTo>
                  <a:pt x="494580" y="179915"/>
                </a:lnTo>
                <a:lnTo>
                  <a:pt x="495732" y="180394"/>
                </a:lnTo>
                <a:lnTo>
                  <a:pt x="496889" y="180877"/>
                </a:lnTo>
                <a:lnTo>
                  <a:pt x="498047" y="181365"/>
                </a:lnTo>
                <a:lnTo>
                  <a:pt x="499198" y="181856"/>
                </a:lnTo>
                <a:lnTo>
                  <a:pt x="500356" y="182351"/>
                </a:lnTo>
                <a:lnTo>
                  <a:pt x="501513" y="182850"/>
                </a:lnTo>
                <a:lnTo>
                  <a:pt x="502665" y="183354"/>
                </a:lnTo>
                <a:lnTo>
                  <a:pt x="503822" y="183861"/>
                </a:lnTo>
                <a:lnTo>
                  <a:pt x="504980" y="184372"/>
                </a:lnTo>
                <a:lnTo>
                  <a:pt x="506132" y="184888"/>
                </a:lnTo>
                <a:lnTo>
                  <a:pt x="507289" y="185407"/>
                </a:lnTo>
                <a:lnTo>
                  <a:pt x="508447" y="185930"/>
                </a:lnTo>
                <a:lnTo>
                  <a:pt x="509598" y="186458"/>
                </a:lnTo>
                <a:lnTo>
                  <a:pt x="510756" y="186989"/>
                </a:lnTo>
                <a:lnTo>
                  <a:pt x="511913" y="187524"/>
                </a:lnTo>
                <a:lnTo>
                  <a:pt x="513065" y="188063"/>
                </a:lnTo>
                <a:lnTo>
                  <a:pt x="514222" y="188606"/>
                </a:lnTo>
                <a:lnTo>
                  <a:pt x="515380" y="189154"/>
                </a:lnTo>
                <a:lnTo>
                  <a:pt x="516531" y="189705"/>
                </a:lnTo>
                <a:lnTo>
                  <a:pt x="517689" y="190259"/>
                </a:lnTo>
                <a:lnTo>
                  <a:pt x="518846" y="190818"/>
                </a:lnTo>
                <a:lnTo>
                  <a:pt x="519998" y="191381"/>
                </a:lnTo>
                <a:lnTo>
                  <a:pt x="521155" y="191947"/>
                </a:lnTo>
                <a:lnTo>
                  <a:pt x="522313" y="192517"/>
                </a:lnTo>
                <a:lnTo>
                  <a:pt x="523464" y="193091"/>
                </a:lnTo>
                <a:lnTo>
                  <a:pt x="524622" y="193670"/>
                </a:lnTo>
                <a:lnTo>
                  <a:pt x="525779" y="194251"/>
                </a:lnTo>
                <a:lnTo>
                  <a:pt x="526931" y="194837"/>
                </a:lnTo>
                <a:lnTo>
                  <a:pt x="528088" y="195426"/>
                </a:lnTo>
                <a:lnTo>
                  <a:pt x="529246" y="196019"/>
                </a:lnTo>
                <a:lnTo>
                  <a:pt x="530398" y="196616"/>
                </a:lnTo>
                <a:lnTo>
                  <a:pt x="531555" y="197217"/>
                </a:lnTo>
                <a:lnTo>
                  <a:pt x="532713" y="197822"/>
                </a:lnTo>
                <a:lnTo>
                  <a:pt x="533864" y="198430"/>
                </a:lnTo>
                <a:lnTo>
                  <a:pt x="535022" y="199042"/>
                </a:lnTo>
                <a:lnTo>
                  <a:pt x="536179" y="199657"/>
                </a:lnTo>
                <a:lnTo>
                  <a:pt x="537337" y="200276"/>
                </a:lnTo>
                <a:lnTo>
                  <a:pt x="538488" y="200899"/>
                </a:lnTo>
                <a:lnTo>
                  <a:pt x="539646" y="201526"/>
                </a:lnTo>
                <a:lnTo>
                  <a:pt x="540803" y="202156"/>
                </a:lnTo>
                <a:lnTo>
                  <a:pt x="541955" y="202790"/>
                </a:lnTo>
                <a:lnTo>
                  <a:pt x="543112" y="203427"/>
                </a:lnTo>
                <a:lnTo>
                  <a:pt x="544270" y="204067"/>
                </a:lnTo>
                <a:lnTo>
                  <a:pt x="545421" y="204712"/>
                </a:lnTo>
                <a:lnTo>
                  <a:pt x="546579" y="205360"/>
                </a:lnTo>
                <a:lnTo>
                  <a:pt x="547736" y="206012"/>
                </a:lnTo>
                <a:lnTo>
                  <a:pt x="548888" y="206667"/>
                </a:lnTo>
                <a:lnTo>
                  <a:pt x="550045" y="207325"/>
                </a:lnTo>
                <a:lnTo>
                  <a:pt x="551203" y="207987"/>
                </a:lnTo>
                <a:lnTo>
                  <a:pt x="552355" y="208652"/>
                </a:lnTo>
                <a:lnTo>
                  <a:pt x="553512" y="209321"/>
                </a:lnTo>
                <a:lnTo>
                  <a:pt x="554670" y="209993"/>
                </a:lnTo>
                <a:lnTo>
                  <a:pt x="555821" y="210669"/>
                </a:lnTo>
                <a:lnTo>
                  <a:pt x="556979" y="211348"/>
                </a:lnTo>
                <a:lnTo>
                  <a:pt x="558136" y="212030"/>
                </a:lnTo>
                <a:lnTo>
                  <a:pt x="559288" y="212716"/>
                </a:lnTo>
                <a:lnTo>
                  <a:pt x="560445" y="213405"/>
                </a:lnTo>
                <a:lnTo>
                  <a:pt x="561603" y="214098"/>
                </a:lnTo>
                <a:lnTo>
                  <a:pt x="562754" y="214793"/>
                </a:lnTo>
                <a:lnTo>
                  <a:pt x="563912" y="215492"/>
                </a:lnTo>
                <a:lnTo>
                  <a:pt x="565069" y="216194"/>
                </a:lnTo>
                <a:lnTo>
                  <a:pt x="566221" y="216899"/>
                </a:lnTo>
                <a:lnTo>
                  <a:pt x="567378" y="217608"/>
                </a:lnTo>
                <a:lnTo>
                  <a:pt x="568536" y="218319"/>
                </a:lnTo>
                <a:lnTo>
                  <a:pt x="569687" y="219035"/>
                </a:lnTo>
                <a:lnTo>
                  <a:pt x="570845" y="219753"/>
                </a:lnTo>
                <a:lnTo>
                  <a:pt x="572002" y="220474"/>
                </a:lnTo>
                <a:lnTo>
                  <a:pt x="573154" y="221198"/>
                </a:lnTo>
                <a:lnTo>
                  <a:pt x="574311" y="221925"/>
                </a:lnTo>
                <a:lnTo>
                  <a:pt x="575469" y="222656"/>
                </a:lnTo>
                <a:lnTo>
                  <a:pt x="576621" y="223389"/>
                </a:lnTo>
                <a:lnTo>
                  <a:pt x="577778" y="224126"/>
                </a:lnTo>
                <a:lnTo>
                  <a:pt x="578936" y="224866"/>
                </a:lnTo>
                <a:lnTo>
                  <a:pt x="580087" y="225608"/>
                </a:lnTo>
                <a:lnTo>
                  <a:pt x="581245" y="226354"/>
                </a:lnTo>
                <a:lnTo>
                  <a:pt x="582402" y="227102"/>
                </a:lnTo>
                <a:lnTo>
                  <a:pt x="583554" y="227854"/>
                </a:lnTo>
                <a:lnTo>
                  <a:pt x="584711" y="228608"/>
                </a:lnTo>
                <a:lnTo>
                  <a:pt x="585869" y="229366"/>
                </a:lnTo>
                <a:lnTo>
                  <a:pt x="587020" y="230126"/>
                </a:lnTo>
                <a:lnTo>
                  <a:pt x="588178" y="230889"/>
                </a:lnTo>
                <a:lnTo>
                  <a:pt x="589335" y="231655"/>
                </a:lnTo>
                <a:lnTo>
                  <a:pt x="590487" y="232424"/>
                </a:lnTo>
                <a:lnTo>
                  <a:pt x="591644" y="233196"/>
                </a:lnTo>
                <a:lnTo>
                  <a:pt x="592802" y="233970"/>
                </a:lnTo>
                <a:lnTo>
                  <a:pt x="593953" y="234747"/>
                </a:lnTo>
                <a:lnTo>
                  <a:pt x="595111" y="235527"/>
                </a:lnTo>
                <a:lnTo>
                  <a:pt x="596268" y="236309"/>
                </a:lnTo>
                <a:lnTo>
                  <a:pt x="597420" y="237094"/>
                </a:lnTo>
                <a:lnTo>
                  <a:pt x="598578" y="237883"/>
                </a:lnTo>
                <a:lnTo>
                  <a:pt x="599735" y="238674"/>
                </a:lnTo>
                <a:lnTo>
                  <a:pt x="600887" y="239467"/>
                </a:lnTo>
                <a:lnTo>
                  <a:pt x="602044" y="240263"/>
                </a:lnTo>
                <a:lnTo>
                  <a:pt x="603202" y="241061"/>
                </a:lnTo>
                <a:lnTo>
                  <a:pt x="604353" y="241863"/>
                </a:lnTo>
                <a:lnTo>
                  <a:pt x="605511" y="242666"/>
                </a:lnTo>
                <a:lnTo>
                  <a:pt x="606668" y="243472"/>
                </a:lnTo>
                <a:lnTo>
                  <a:pt x="607820" y="244282"/>
                </a:lnTo>
                <a:lnTo>
                  <a:pt x="608977" y="245093"/>
                </a:lnTo>
                <a:lnTo>
                  <a:pt x="610135" y="245907"/>
                </a:lnTo>
                <a:lnTo>
                  <a:pt x="611292" y="246724"/>
                </a:lnTo>
                <a:lnTo>
                  <a:pt x="612444" y="247543"/>
                </a:lnTo>
                <a:lnTo>
                  <a:pt x="613601" y="248364"/>
                </a:lnTo>
                <a:lnTo>
                  <a:pt x="614759" y="249188"/>
                </a:lnTo>
                <a:lnTo>
                  <a:pt x="615910" y="250014"/>
                </a:lnTo>
                <a:lnTo>
                  <a:pt x="617068" y="250843"/>
                </a:lnTo>
                <a:lnTo>
                  <a:pt x="618225" y="251674"/>
                </a:lnTo>
                <a:lnTo>
                  <a:pt x="619377" y="252507"/>
                </a:lnTo>
                <a:lnTo>
                  <a:pt x="620534" y="253342"/>
                </a:lnTo>
                <a:lnTo>
                  <a:pt x="621692" y="254181"/>
                </a:lnTo>
                <a:lnTo>
                  <a:pt x="622844" y="255021"/>
                </a:lnTo>
                <a:lnTo>
                  <a:pt x="624001" y="255864"/>
                </a:lnTo>
                <a:lnTo>
                  <a:pt x="625159" y="256709"/>
                </a:lnTo>
                <a:lnTo>
                  <a:pt x="626310" y="257556"/>
                </a:lnTo>
                <a:lnTo>
                  <a:pt x="627468" y="258405"/>
                </a:lnTo>
                <a:lnTo>
                  <a:pt x="628625" y="259257"/>
                </a:lnTo>
                <a:lnTo>
                  <a:pt x="629777" y="260111"/>
                </a:lnTo>
                <a:lnTo>
                  <a:pt x="630934" y="260967"/>
                </a:lnTo>
                <a:lnTo>
                  <a:pt x="632092" y="261826"/>
                </a:lnTo>
                <a:lnTo>
                  <a:pt x="633243" y="262686"/>
                </a:lnTo>
                <a:lnTo>
                  <a:pt x="634401" y="263549"/>
                </a:lnTo>
                <a:lnTo>
                  <a:pt x="635558" y="264413"/>
                </a:lnTo>
                <a:lnTo>
                  <a:pt x="636710" y="265280"/>
                </a:lnTo>
                <a:lnTo>
                  <a:pt x="637867" y="266149"/>
                </a:lnTo>
                <a:lnTo>
                  <a:pt x="639025" y="267020"/>
                </a:lnTo>
                <a:lnTo>
                  <a:pt x="640176" y="267893"/>
                </a:lnTo>
                <a:lnTo>
                  <a:pt x="641334" y="268768"/>
                </a:lnTo>
                <a:lnTo>
                  <a:pt x="642491" y="269645"/>
                </a:lnTo>
                <a:lnTo>
                  <a:pt x="643643" y="270525"/>
                </a:lnTo>
                <a:lnTo>
                  <a:pt x="644801" y="271406"/>
                </a:lnTo>
                <a:lnTo>
                  <a:pt x="645958" y="272289"/>
                </a:lnTo>
                <a:lnTo>
                  <a:pt x="647110" y="273174"/>
                </a:lnTo>
                <a:lnTo>
                  <a:pt x="648267" y="274061"/>
                </a:lnTo>
                <a:lnTo>
                  <a:pt x="649425" y="274950"/>
                </a:lnTo>
                <a:lnTo>
                  <a:pt x="650576" y="275841"/>
                </a:lnTo>
                <a:lnTo>
                  <a:pt x="651734" y="276734"/>
                </a:lnTo>
                <a:lnTo>
                  <a:pt x="652891" y="277629"/>
                </a:lnTo>
                <a:lnTo>
                  <a:pt x="654043" y="278525"/>
                </a:lnTo>
                <a:lnTo>
                  <a:pt x="655200" y="279423"/>
                </a:lnTo>
                <a:lnTo>
                  <a:pt x="656358" y="280324"/>
                </a:lnTo>
                <a:lnTo>
                  <a:pt x="657509" y="281226"/>
                </a:lnTo>
                <a:lnTo>
                  <a:pt x="658667" y="282130"/>
                </a:lnTo>
                <a:lnTo>
                  <a:pt x="659824" y="283035"/>
                </a:lnTo>
                <a:lnTo>
                  <a:pt x="660976" y="283943"/>
                </a:lnTo>
                <a:lnTo>
                  <a:pt x="662133" y="284852"/>
                </a:lnTo>
                <a:lnTo>
                  <a:pt x="663291" y="285764"/>
                </a:lnTo>
                <a:lnTo>
                  <a:pt x="664442" y="286676"/>
                </a:lnTo>
                <a:lnTo>
                  <a:pt x="665600" y="287591"/>
                </a:lnTo>
                <a:lnTo>
                  <a:pt x="666758" y="288507"/>
                </a:lnTo>
                <a:lnTo>
                  <a:pt x="667909" y="289425"/>
                </a:lnTo>
                <a:lnTo>
                  <a:pt x="669067" y="290344"/>
                </a:lnTo>
                <a:lnTo>
                  <a:pt x="670224" y="291266"/>
                </a:lnTo>
                <a:lnTo>
                  <a:pt x="671376" y="292189"/>
                </a:lnTo>
                <a:lnTo>
                  <a:pt x="672533" y="293113"/>
                </a:lnTo>
                <a:lnTo>
                  <a:pt x="673691" y="294040"/>
                </a:lnTo>
                <a:lnTo>
                  <a:pt x="674842" y="294967"/>
                </a:lnTo>
                <a:lnTo>
                  <a:pt x="676000" y="295897"/>
                </a:lnTo>
                <a:lnTo>
                  <a:pt x="677157" y="296828"/>
                </a:lnTo>
                <a:lnTo>
                  <a:pt x="678309" y="297761"/>
                </a:lnTo>
                <a:lnTo>
                  <a:pt x="679466" y="298695"/>
                </a:lnTo>
                <a:lnTo>
                  <a:pt x="680624" y="299630"/>
                </a:lnTo>
                <a:lnTo>
                  <a:pt x="681775" y="300568"/>
                </a:lnTo>
                <a:lnTo>
                  <a:pt x="682933" y="301507"/>
                </a:lnTo>
                <a:lnTo>
                  <a:pt x="684090" y="302447"/>
                </a:lnTo>
                <a:lnTo>
                  <a:pt x="685248" y="303389"/>
                </a:lnTo>
                <a:lnTo>
                  <a:pt x="686399" y="304332"/>
                </a:lnTo>
                <a:lnTo>
                  <a:pt x="687557" y="305277"/>
                </a:lnTo>
                <a:lnTo>
                  <a:pt x="688715" y="306224"/>
                </a:lnTo>
                <a:lnTo>
                  <a:pt x="689866" y="307171"/>
                </a:lnTo>
                <a:lnTo>
                  <a:pt x="691024" y="308121"/>
                </a:lnTo>
                <a:lnTo>
                  <a:pt x="692181" y="309072"/>
                </a:lnTo>
                <a:lnTo>
                  <a:pt x="693333" y="310024"/>
                </a:lnTo>
                <a:lnTo>
                  <a:pt x="694490" y="310977"/>
                </a:lnTo>
                <a:lnTo>
                  <a:pt x="695648" y="311932"/>
                </a:lnTo>
                <a:lnTo>
                  <a:pt x="696799" y="312888"/>
                </a:lnTo>
                <a:lnTo>
                  <a:pt x="697957" y="313846"/>
                </a:lnTo>
                <a:lnTo>
                  <a:pt x="699114" y="314805"/>
                </a:lnTo>
                <a:lnTo>
                  <a:pt x="700266" y="315766"/>
                </a:lnTo>
                <a:lnTo>
                  <a:pt x="701423" y="316727"/>
                </a:lnTo>
                <a:lnTo>
                  <a:pt x="702581" y="317690"/>
                </a:lnTo>
                <a:lnTo>
                  <a:pt x="703732" y="318655"/>
                </a:lnTo>
                <a:lnTo>
                  <a:pt x="704890" y="319620"/>
                </a:lnTo>
                <a:lnTo>
                  <a:pt x="706047" y="320588"/>
                </a:lnTo>
                <a:lnTo>
                  <a:pt x="707199" y="321556"/>
                </a:lnTo>
                <a:lnTo>
                  <a:pt x="708356" y="322525"/>
                </a:lnTo>
                <a:lnTo>
                  <a:pt x="709514" y="323496"/>
                </a:lnTo>
                <a:lnTo>
                  <a:pt x="710666" y="324468"/>
                </a:lnTo>
                <a:lnTo>
                  <a:pt x="711823" y="325441"/>
                </a:lnTo>
                <a:lnTo>
                  <a:pt x="712981" y="326416"/>
                </a:lnTo>
                <a:lnTo>
                  <a:pt x="714132" y="327392"/>
                </a:lnTo>
                <a:lnTo>
                  <a:pt x="715290" y="328369"/>
                </a:lnTo>
                <a:lnTo>
                  <a:pt x="716447" y="329347"/>
                </a:lnTo>
                <a:lnTo>
                  <a:pt x="717599" y="330326"/>
                </a:lnTo>
                <a:lnTo>
                  <a:pt x="718756" y="331307"/>
                </a:lnTo>
                <a:lnTo>
                  <a:pt x="719914" y="332289"/>
                </a:lnTo>
                <a:lnTo>
                  <a:pt x="721065" y="333272"/>
                </a:lnTo>
                <a:lnTo>
                  <a:pt x="722223" y="334256"/>
                </a:lnTo>
                <a:lnTo>
                  <a:pt x="723380" y="335242"/>
                </a:lnTo>
                <a:lnTo>
                  <a:pt x="724532" y="336228"/>
                </a:lnTo>
                <a:lnTo>
                  <a:pt x="725689" y="337215"/>
                </a:lnTo>
                <a:lnTo>
                  <a:pt x="726847" y="338204"/>
                </a:lnTo>
                <a:lnTo>
                  <a:pt x="727998" y="339194"/>
                </a:lnTo>
                <a:lnTo>
                  <a:pt x="729156" y="340185"/>
                </a:lnTo>
                <a:lnTo>
                  <a:pt x="730313" y="341177"/>
                </a:lnTo>
                <a:lnTo>
                  <a:pt x="731465" y="342170"/>
                </a:lnTo>
                <a:lnTo>
                  <a:pt x="732622" y="343164"/>
                </a:lnTo>
                <a:lnTo>
                  <a:pt x="733780" y="344159"/>
                </a:lnTo>
                <a:lnTo>
                  <a:pt x="734932" y="345155"/>
                </a:lnTo>
                <a:lnTo>
                  <a:pt x="736089" y="346153"/>
                </a:lnTo>
                <a:lnTo>
                  <a:pt x="737247" y="347151"/>
                </a:lnTo>
                <a:lnTo>
                  <a:pt x="738398" y="348151"/>
                </a:lnTo>
                <a:lnTo>
                  <a:pt x="739556" y="349151"/>
                </a:lnTo>
                <a:lnTo>
                  <a:pt x="740713" y="350153"/>
                </a:lnTo>
                <a:lnTo>
                  <a:pt x="741865" y="351155"/>
                </a:lnTo>
                <a:lnTo>
                  <a:pt x="743022" y="352158"/>
                </a:lnTo>
                <a:lnTo>
                  <a:pt x="744180" y="353163"/>
                </a:lnTo>
                <a:lnTo>
                  <a:pt x="745331" y="354168"/>
                </a:lnTo>
                <a:lnTo>
                  <a:pt x="746489" y="355175"/>
                </a:lnTo>
                <a:lnTo>
                  <a:pt x="747646" y="356182"/>
                </a:lnTo>
                <a:lnTo>
                  <a:pt x="748798" y="357190"/>
                </a:lnTo>
                <a:lnTo>
                  <a:pt x="749955" y="358200"/>
                </a:lnTo>
                <a:lnTo>
                  <a:pt x="751113" y="359210"/>
                </a:lnTo>
                <a:lnTo>
                  <a:pt x="752264" y="360221"/>
                </a:lnTo>
                <a:lnTo>
                  <a:pt x="753422" y="361233"/>
                </a:lnTo>
                <a:lnTo>
                  <a:pt x="754579" y="362246"/>
                </a:lnTo>
                <a:lnTo>
                  <a:pt x="755737" y="363260"/>
                </a:lnTo>
                <a:lnTo>
                  <a:pt x="756889" y="364275"/>
                </a:lnTo>
                <a:lnTo>
                  <a:pt x="758046" y="365291"/>
                </a:lnTo>
                <a:lnTo>
                  <a:pt x="759204" y="366307"/>
                </a:lnTo>
                <a:lnTo>
                  <a:pt x="760355" y="367325"/>
                </a:lnTo>
                <a:lnTo>
                  <a:pt x="761513" y="368344"/>
                </a:lnTo>
                <a:lnTo>
                  <a:pt x="762670" y="369363"/>
                </a:lnTo>
                <a:lnTo>
                  <a:pt x="763822" y="370383"/>
                </a:lnTo>
                <a:lnTo>
                  <a:pt x="764979" y="371404"/>
                </a:lnTo>
                <a:lnTo>
                  <a:pt x="766137" y="372426"/>
                </a:lnTo>
                <a:lnTo>
                  <a:pt x="767288" y="373448"/>
                </a:lnTo>
                <a:lnTo>
                  <a:pt x="768446" y="374472"/>
                </a:lnTo>
                <a:lnTo>
                  <a:pt x="769603" y="375496"/>
                </a:lnTo>
                <a:lnTo>
                  <a:pt x="770755" y="376522"/>
                </a:lnTo>
                <a:lnTo>
                  <a:pt x="771912" y="377548"/>
                </a:lnTo>
                <a:lnTo>
                  <a:pt x="773070" y="378574"/>
                </a:lnTo>
                <a:lnTo>
                  <a:pt x="774221" y="379602"/>
                </a:lnTo>
                <a:lnTo>
                  <a:pt x="775379" y="380631"/>
                </a:lnTo>
                <a:lnTo>
                  <a:pt x="776536" y="381660"/>
                </a:lnTo>
                <a:lnTo>
                  <a:pt x="777688" y="382690"/>
                </a:lnTo>
                <a:lnTo>
                  <a:pt x="778846" y="383721"/>
                </a:lnTo>
                <a:lnTo>
                  <a:pt x="780003" y="384752"/>
                </a:lnTo>
                <a:lnTo>
                  <a:pt x="781155" y="385785"/>
                </a:lnTo>
                <a:lnTo>
                  <a:pt x="782312" y="386818"/>
                </a:lnTo>
                <a:lnTo>
                  <a:pt x="783470" y="387852"/>
                </a:lnTo>
                <a:lnTo>
                  <a:pt x="784621" y="388886"/>
                </a:lnTo>
                <a:lnTo>
                  <a:pt x="785779" y="389921"/>
                </a:lnTo>
                <a:lnTo>
                  <a:pt x="786936" y="390958"/>
                </a:lnTo>
                <a:lnTo>
                  <a:pt x="788088" y="391994"/>
                </a:lnTo>
                <a:lnTo>
                  <a:pt x="789245" y="393032"/>
                </a:lnTo>
                <a:lnTo>
                  <a:pt x="790403" y="394070"/>
                </a:lnTo>
                <a:lnTo>
                  <a:pt x="791554" y="395110"/>
                </a:lnTo>
                <a:lnTo>
                  <a:pt x="792712" y="396149"/>
                </a:lnTo>
                <a:lnTo>
                  <a:pt x="793869" y="397189"/>
                </a:lnTo>
                <a:lnTo>
                  <a:pt x="795021" y="398231"/>
                </a:lnTo>
                <a:lnTo>
                  <a:pt x="796178" y="399272"/>
                </a:lnTo>
                <a:lnTo>
                  <a:pt x="797336" y="400315"/>
                </a:lnTo>
                <a:lnTo>
                  <a:pt x="798487" y="401358"/>
                </a:lnTo>
                <a:lnTo>
                  <a:pt x="799645" y="402402"/>
                </a:lnTo>
                <a:lnTo>
                  <a:pt x="800802" y="403446"/>
                </a:lnTo>
                <a:lnTo>
                  <a:pt x="801954" y="404492"/>
                </a:lnTo>
                <a:lnTo>
                  <a:pt x="803112" y="405538"/>
                </a:lnTo>
                <a:lnTo>
                  <a:pt x="804269" y="406584"/>
                </a:lnTo>
                <a:lnTo>
                  <a:pt x="805421" y="407631"/>
                </a:lnTo>
                <a:lnTo>
                  <a:pt x="806578" y="408679"/>
                </a:lnTo>
                <a:lnTo>
                  <a:pt x="807736" y="409728"/>
                </a:lnTo>
                <a:lnTo>
                  <a:pt x="808887" y="410776"/>
                </a:lnTo>
                <a:lnTo>
                  <a:pt x="810045" y="411826"/>
                </a:lnTo>
                <a:lnTo>
                  <a:pt x="811202" y="412876"/>
                </a:lnTo>
                <a:lnTo>
                  <a:pt x="812354" y="413928"/>
                </a:lnTo>
                <a:lnTo>
                  <a:pt x="813511" y="414979"/>
                </a:lnTo>
                <a:lnTo>
                  <a:pt x="814669" y="416031"/>
                </a:lnTo>
                <a:lnTo>
                  <a:pt x="815820" y="417084"/>
                </a:lnTo>
                <a:lnTo>
                  <a:pt x="816978" y="418137"/>
                </a:lnTo>
                <a:lnTo>
                  <a:pt x="818135" y="419191"/>
                </a:lnTo>
                <a:lnTo>
                  <a:pt x="819287" y="420246"/>
                </a:lnTo>
                <a:lnTo>
                  <a:pt x="820444" y="421301"/>
                </a:lnTo>
                <a:lnTo>
                  <a:pt x="821602" y="422357"/>
                </a:lnTo>
                <a:lnTo>
                  <a:pt x="822754" y="423413"/>
                </a:lnTo>
                <a:lnTo>
                  <a:pt x="823911" y="424470"/>
                </a:lnTo>
                <a:lnTo>
                  <a:pt x="825068" y="425528"/>
                </a:lnTo>
                <a:lnTo>
                  <a:pt x="826220" y="426586"/>
                </a:lnTo>
                <a:lnTo>
                  <a:pt x="827378" y="427645"/>
                </a:lnTo>
                <a:lnTo>
                  <a:pt x="828535" y="428703"/>
                </a:lnTo>
                <a:lnTo>
                  <a:pt x="829693" y="429763"/>
                </a:lnTo>
                <a:lnTo>
                  <a:pt x="830844" y="430823"/>
                </a:lnTo>
                <a:lnTo>
                  <a:pt x="832002" y="431885"/>
                </a:lnTo>
                <a:lnTo>
                  <a:pt x="833159" y="432946"/>
                </a:lnTo>
                <a:lnTo>
                  <a:pt x="834311" y="434008"/>
                </a:lnTo>
                <a:lnTo>
                  <a:pt x="835468" y="435070"/>
                </a:lnTo>
                <a:lnTo>
                  <a:pt x="836626" y="436133"/>
                </a:lnTo>
                <a:lnTo>
                  <a:pt x="837777" y="437197"/>
                </a:lnTo>
                <a:lnTo>
                  <a:pt x="838935" y="438261"/>
                </a:lnTo>
                <a:lnTo>
                  <a:pt x="840092" y="439325"/>
                </a:lnTo>
                <a:lnTo>
                  <a:pt x="841244" y="440391"/>
                </a:lnTo>
                <a:lnTo>
                  <a:pt x="842401" y="441456"/>
                </a:lnTo>
                <a:lnTo>
                  <a:pt x="843559" y="442522"/>
                </a:lnTo>
                <a:lnTo>
                  <a:pt x="844710" y="443588"/>
                </a:lnTo>
                <a:lnTo>
                  <a:pt x="845868" y="444656"/>
                </a:lnTo>
                <a:lnTo>
                  <a:pt x="847025" y="445723"/>
                </a:lnTo>
                <a:lnTo>
                  <a:pt x="848177" y="446792"/>
                </a:lnTo>
                <a:lnTo>
                  <a:pt x="849335" y="447860"/>
                </a:lnTo>
                <a:lnTo>
                  <a:pt x="850492" y="448929"/>
                </a:lnTo>
                <a:lnTo>
                  <a:pt x="851644" y="449998"/>
                </a:lnTo>
                <a:lnTo>
                  <a:pt x="852801" y="451068"/>
                </a:lnTo>
                <a:lnTo>
                  <a:pt x="853959" y="452139"/>
                </a:lnTo>
                <a:lnTo>
                  <a:pt x="855110" y="453210"/>
                </a:lnTo>
                <a:lnTo>
                  <a:pt x="856268" y="454282"/>
                </a:lnTo>
                <a:lnTo>
                  <a:pt x="857425" y="455354"/>
                </a:lnTo>
                <a:lnTo>
                  <a:pt x="858577" y="456426"/>
                </a:lnTo>
                <a:lnTo>
                  <a:pt x="859734" y="457498"/>
                </a:lnTo>
                <a:lnTo>
                  <a:pt x="860892" y="458572"/>
                </a:lnTo>
                <a:lnTo>
                  <a:pt x="862043" y="459646"/>
                </a:lnTo>
                <a:lnTo>
                  <a:pt x="863201" y="460720"/>
                </a:lnTo>
                <a:lnTo>
                  <a:pt x="864358" y="461794"/>
                </a:lnTo>
                <a:lnTo>
                  <a:pt x="865510" y="462870"/>
                </a:lnTo>
                <a:lnTo>
                  <a:pt x="866667" y="463945"/>
                </a:lnTo>
                <a:lnTo>
                  <a:pt x="867825" y="465021"/>
                </a:lnTo>
                <a:lnTo>
                  <a:pt x="868977" y="466097"/>
                </a:lnTo>
                <a:lnTo>
                  <a:pt x="870134" y="467174"/>
                </a:lnTo>
                <a:lnTo>
                  <a:pt x="871291" y="468251"/>
                </a:lnTo>
                <a:lnTo>
                  <a:pt x="872443" y="469329"/>
                </a:lnTo>
                <a:lnTo>
                  <a:pt x="873601" y="470407"/>
                </a:lnTo>
                <a:lnTo>
                  <a:pt x="874758" y="471485"/>
                </a:lnTo>
                <a:lnTo>
                  <a:pt x="875910" y="472564"/>
                </a:lnTo>
                <a:lnTo>
                  <a:pt x="877067" y="473644"/>
                </a:lnTo>
                <a:lnTo>
                  <a:pt x="878225" y="474723"/>
                </a:lnTo>
                <a:lnTo>
                  <a:pt x="879376" y="475803"/>
                </a:lnTo>
                <a:lnTo>
                  <a:pt x="880534" y="476884"/>
                </a:lnTo>
                <a:lnTo>
                  <a:pt x="881691" y="477965"/>
                </a:lnTo>
                <a:lnTo>
                  <a:pt x="882843" y="479046"/>
                </a:lnTo>
                <a:lnTo>
                  <a:pt x="884000" y="480128"/>
                </a:lnTo>
                <a:lnTo>
                  <a:pt x="885158" y="481210"/>
                </a:lnTo>
                <a:lnTo>
                  <a:pt x="886309" y="482292"/>
                </a:lnTo>
                <a:lnTo>
                  <a:pt x="887467" y="483375"/>
                </a:lnTo>
                <a:lnTo>
                  <a:pt x="888624" y="484459"/>
                </a:lnTo>
                <a:lnTo>
                  <a:pt x="889776" y="485542"/>
                </a:lnTo>
                <a:lnTo>
                  <a:pt x="890933" y="486626"/>
                </a:lnTo>
                <a:lnTo>
                  <a:pt x="892091" y="487710"/>
                </a:lnTo>
                <a:lnTo>
                  <a:pt x="893243" y="488795"/>
                </a:lnTo>
                <a:lnTo>
                  <a:pt x="894400" y="489881"/>
                </a:lnTo>
                <a:lnTo>
                  <a:pt x="895558" y="490966"/>
                </a:lnTo>
                <a:lnTo>
                  <a:pt x="896709" y="492051"/>
                </a:lnTo>
                <a:lnTo>
                  <a:pt x="897867" y="493138"/>
                </a:lnTo>
                <a:lnTo>
                  <a:pt x="899024" y="494225"/>
                </a:lnTo>
                <a:lnTo>
                  <a:pt x="900176" y="495311"/>
                </a:lnTo>
                <a:lnTo>
                  <a:pt x="901333" y="496398"/>
                </a:lnTo>
                <a:lnTo>
                  <a:pt x="902491" y="497486"/>
                </a:lnTo>
                <a:lnTo>
                  <a:pt x="903648" y="498574"/>
                </a:lnTo>
                <a:lnTo>
                  <a:pt x="904800" y="499663"/>
                </a:lnTo>
                <a:lnTo>
                  <a:pt x="905957" y="500752"/>
                </a:lnTo>
                <a:lnTo>
                  <a:pt x="907115" y="501840"/>
                </a:lnTo>
                <a:lnTo>
                  <a:pt x="908266" y="502929"/>
                </a:lnTo>
                <a:lnTo>
                  <a:pt x="909424" y="504019"/>
                </a:lnTo>
                <a:lnTo>
                  <a:pt x="910581" y="505109"/>
                </a:lnTo>
                <a:lnTo>
                  <a:pt x="911733" y="506200"/>
                </a:lnTo>
                <a:lnTo>
                  <a:pt x="912890" y="507290"/>
                </a:lnTo>
                <a:lnTo>
                  <a:pt x="914048" y="508382"/>
                </a:lnTo>
                <a:lnTo>
                  <a:pt x="915199" y="509473"/>
                </a:lnTo>
                <a:lnTo>
                  <a:pt x="916357" y="510564"/>
                </a:lnTo>
                <a:lnTo>
                  <a:pt x="917514" y="511657"/>
                </a:lnTo>
                <a:lnTo>
                  <a:pt x="918666" y="512749"/>
                </a:lnTo>
                <a:lnTo>
                  <a:pt x="919824" y="513841"/>
                </a:lnTo>
                <a:lnTo>
                  <a:pt x="920981" y="514934"/>
                </a:lnTo>
                <a:lnTo>
                  <a:pt x="922133" y="516027"/>
                </a:lnTo>
                <a:lnTo>
                  <a:pt x="923290" y="517121"/>
                </a:lnTo>
                <a:lnTo>
                  <a:pt x="924448" y="518215"/>
                </a:lnTo>
                <a:lnTo>
                  <a:pt x="925599" y="519309"/>
                </a:lnTo>
                <a:lnTo>
                  <a:pt x="926757" y="520403"/>
                </a:lnTo>
                <a:lnTo>
                  <a:pt x="927914" y="521498"/>
                </a:lnTo>
                <a:lnTo>
                  <a:pt x="929066" y="522594"/>
                </a:lnTo>
                <a:lnTo>
                  <a:pt x="930223" y="523689"/>
                </a:lnTo>
                <a:lnTo>
                  <a:pt x="931381" y="524785"/>
                </a:lnTo>
                <a:lnTo>
                  <a:pt x="932532" y="525881"/>
                </a:lnTo>
                <a:lnTo>
                  <a:pt x="933690" y="526977"/>
                </a:lnTo>
                <a:lnTo>
                  <a:pt x="934847" y="528074"/>
                </a:lnTo>
                <a:lnTo>
                  <a:pt x="935999" y="529170"/>
                </a:lnTo>
                <a:lnTo>
                  <a:pt x="937156" y="530268"/>
                </a:lnTo>
                <a:lnTo>
                  <a:pt x="938314" y="531365"/>
                </a:lnTo>
                <a:lnTo>
                  <a:pt x="939466" y="532463"/>
                </a:lnTo>
                <a:lnTo>
                  <a:pt x="940623" y="533561"/>
                </a:lnTo>
                <a:lnTo>
                  <a:pt x="941780" y="534659"/>
                </a:lnTo>
                <a:lnTo>
                  <a:pt x="942932" y="535757"/>
                </a:lnTo>
                <a:lnTo>
                  <a:pt x="944090" y="536856"/>
                </a:lnTo>
                <a:lnTo>
                  <a:pt x="945247" y="537955"/>
                </a:lnTo>
                <a:lnTo>
                  <a:pt x="946399" y="539055"/>
                </a:lnTo>
                <a:lnTo>
                  <a:pt x="947556" y="540155"/>
                </a:lnTo>
                <a:lnTo>
                  <a:pt x="948714" y="541252"/>
                </a:lnTo>
                <a:lnTo>
                  <a:pt x="949865" y="542356"/>
                </a:lnTo>
                <a:lnTo>
                  <a:pt x="951023" y="543455"/>
                </a:lnTo>
                <a:lnTo>
                  <a:pt x="952180" y="544553"/>
                </a:lnTo>
                <a:lnTo>
                  <a:pt x="953332" y="545658"/>
                </a:lnTo>
                <a:lnTo>
                  <a:pt x="954489" y="546756"/>
                </a:lnTo>
                <a:lnTo>
                  <a:pt x="955647" y="547860"/>
                </a:lnTo>
                <a:lnTo>
                  <a:pt x="956798" y="548959"/>
                </a:lnTo>
                <a:lnTo>
                  <a:pt x="957956" y="550063"/>
                </a:lnTo>
                <a:lnTo>
                  <a:pt x="959113" y="551167"/>
                </a:lnTo>
                <a:lnTo>
                  <a:pt x="960265" y="552266"/>
                </a:lnTo>
                <a:lnTo>
                  <a:pt x="961422" y="553370"/>
                </a:lnTo>
                <a:lnTo>
                  <a:pt x="962580" y="554475"/>
                </a:lnTo>
                <a:lnTo>
                  <a:pt x="963732" y="555579"/>
                </a:lnTo>
                <a:lnTo>
                  <a:pt x="964889" y="556683"/>
                </a:lnTo>
                <a:lnTo>
                  <a:pt x="966047" y="557782"/>
                </a:lnTo>
                <a:lnTo>
                  <a:pt x="967198" y="558886"/>
                </a:lnTo>
                <a:lnTo>
                  <a:pt x="968356" y="559990"/>
                </a:lnTo>
                <a:lnTo>
                  <a:pt x="969513" y="561095"/>
                </a:lnTo>
                <a:lnTo>
                  <a:pt x="970665" y="562199"/>
                </a:lnTo>
                <a:lnTo>
                  <a:pt x="971822" y="563309"/>
                </a:lnTo>
                <a:lnTo>
                  <a:pt x="972980" y="564414"/>
                </a:lnTo>
                <a:lnTo>
                  <a:pt x="974131" y="565518"/>
                </a:lnTo>
                <a:lnTo>
                  <a:pt x="975289" y="566622"/>
                </a:lnTo>
                <a:lnTo>
                  <a:pt x="976446" y="567727"/>
                </a:lnTo>
                <a:lnTo>
                  <a:pt x="977604" y="568837"/>
                </a:lnTo>
                <a:lnTo>
                  <a:pt x="978755" y="569941"/>
                </a:lnTo>
                <a:lnTo>
                  <a:pt x="979913" y="571046"/>
                </a:lnTo>
                <a:lnTo>
                  <a:pt x="981070" y="572156"/>
                </a:lnTo>
                <a:lnTo>
                  <a:pt x="982222" y="573260"/>
                </a:lnTo>
                <a:lnTo>
                  <a:pt x="983379" y="574371"/>
                </a:lnTo>
                <a:lnTo>
                  <a:pt x="984537" y="575475"/>
                </a:lnTo>
                <a:lnTo>
                  <a:pt x="985689" y="576585"/>
                </a:lnTo>
                <a:lnTo>
                  <a:pt x="986846" y="577689"/>
                </a:lnTo>
                <a:lnTo>
                  <a:pt x="988004" y="578800"/>
                </a:lnTo>
                <a:lnTo>
                  <a:pt x="989155" y="579910"/>
                </a:lnTo>
                <a:lnTo>
                  <a:pt x="990313" y="581014"/>
                </a:lnTo>
                <a:lnTo>
                  <a:pt x="991470" y="582125"/>
                </a:lnTo>
                <a:lnTo>
                  <a:pt x="992622" y="583235"/>
                </a:lnTo>
                <a:lnTo>
                  <a:pt x="993779" y="584345"/>
                </a:lnTo>
                <a:lnTo>
                  <a:pt x="994937" y="585455"/>
                </a:lnTo>
                <a:lnTo>
                  <a:pt x="996088" y="586565"/>
                </a:lnTo>
                <a:lnTo>
                  <a:pt x="997246" y="587676"/>
                </a:lnTo>
                <a:lnTo>
                  <a:pt x="998403" y="588780"/>
                </a:lnTo>
                <a:lnTo>
                  <a:pt x="999555" y="589890"/>
                </a:lnTo>
                <a:lnTo>
                  <a:pt x="1000712" y="591001"/>
                </a:lnTo>
                <a:lnTo>
                  <a:pt x="1001870" y="592117"/>
                </a:lnTo>
                <a:lnTo>
                  <a:pt x="1003021" y="593227"/>
                </a:lnTo>
                <a:lnTo>
                  <a:pt x="1004179" y="594337"/>
                </a:lnTo>
                <a:lnTo>
                  <a:pt x="1005336" y="595448"/>
                </a:lnTo>
                <a:lnTo>
                  <a:pt x="1006488" y="596558"/>
                </a:lnTo>
                <a:lnTo>
                  <a:pt x="1007645" y="597668"/>
                </a:lnTo>
                <a:lnTo>
                  <a:pt x="1008803" y="598784"/>
                </a:lnTo>
                <a:lnTo>
                  <a:pt x="1009955" y="599894"/>
                </a:lnTo>
                <a:lnTo>
                  <a:pt x="1011112" y="601005"/>
                </a:lnTo>
                <a:lnTo>
                  <a:pt x="1012270" y="602121"/>
                </a:lnTo>
                <a:lnTo>
                  <a:pt x="1013421" y="603231"/>
                </a:lnTo>
                <a:lnTo>
                  <a:pt x="1014579" y="604341"/>
                </a:lnTo>
                <a:lnTo>
                  <a:pt x="1015736" y="605457"/>
                </a:lnTo>
                <a:lnTo>
                  <a:pt x="1016888" y="606568"/>
                </a:lnTo>
                <a:lnTo>
                  <a:pt x="1018045" y="607684"/>
                </a:lnTo>
                <a:lnTo>
                  <a:pt x="1019203" y="608794"/>
                </a:lnTo>
                <a:lnTo>
                  <a:pt x="1020354" y="609910"/>
                </a:lnTo>
                <a:lnTo>
                  <a:pt x="1021512" y="611026"/>
                </a:lnTo>
                <a:lnTo>
                  <a:pt x="1022669" y="612137"/>
                </a:lnTo>
                <a:lnTo>
                  <a:pt x="1023821" y="613253"/>
                </a:lnTo>
                <a:lnTo>
                  <a:pt x="1024978" y="614369"/>
                </a:lnTo>
                <a:lnTo>
                  <a:pt x="1026136" y="615479"/>
                </a:lnTo>
                <a:lnTo>
                  <a:pt x="1027288" y="616595"/>
                </a:lnTo>
                <a:lnTo>
                  <a:pt x="1028445" y="617712"/>
                </a:lnTo>
                <a:lnTo>
                  <a:pt x="1029602" y="618828"/>
                </a:lnTo>
                <a:lnTo>
                  <a:pt x="1030754" y="619944"/>
                </a:lnTo>
                <a:lnTo>
                  <a:pt x="1031912" y="621054"/>
                </a:lnTo>
                <a:lnTo>
                  <a:pt x="1033069" y="622170"/>
                </a:lnTo>
                <a:lnTo>
                  <a:pt x="1034221" y="623286"/>
                </a:lnTo>
                <a:lnTo>
                  <a:pt x="1035378" y="624403"/>
                </a:lnTo>
                <a:lnTo>
                  <a:pt x="1036536" y="625519"/>
                </a:lnTo>
                <a:lnTo>
                  <a:pt x="1037687" y="626635"/>
                </a:lnTo>
                <a:lnTo>
                  <a:pt x="1038845" y="627751"/>
                </a:lnTo>
                <a:lnTo>
                  <a:pt x="1040002" y="628867"/>
                </a:lnTo>
                <a:lnTo>
                  <a:pt x="1041154" y="629989"/>
                </a:lnTo>
                <a:lnTo>
                  <a:pt x="1042311" y="631105"/>
                </a:lnTo>
                <a:lnTo>
                  <a:pt x="1043469" y="632222"/>
                </a:lnTo>
                <a:lnTo>
                  <a:pt x="1044620" y="633338"/>
                </a:lnTo>
                <a:lnTo>
                  <a:pt x="1045778" y="634454"/>
                </a:lnTo>
                <a:lnTo>
                  <a:pt x="1046935" y="635576"/>
                </a:lnTo>
                <a:lnTo>
                  <a:pt x="1048087" y="636692"/>
                </a:lnTo>
                <a:lnTo>
                  <a:pt x="1049244" y="637808"/>
                </a:lnTo>
                <a:lnTo>
                  <a:pt x="1050402" y="638924"/>
                </a:lnTo>
                <a:lnTo>
                  <a:pt x="1051559" y="640046"/>
                </a:lnTo>
                <a:lnTo>
                  <a:pt x="1052711" y="641163"/>
                </a:lnTo>
                <a:lnTo>
                  <a:pt x="1053868" y="642285"/>
                </a:lnTo>
                <a:lnTo>
                  <a:pt x="1055026" y="643401"/>
                </a:lnTo>
                <a:lnTo>
                  <a:pt x="1056178" y="644517"/>
                </a:lnTo>
                <a:lnTo>
                  <a:pt x="1057335" y="645639"/>
                </a:lnTo>
                <a:lnTo>
                  <a:pt x="1058493" y="646755"/>
                </a:lnTo>
                <a:lnTo>
                  <a:pt x="1059644" y="647877"/>
                </a:lnTo>
                <a:lnTo>
                  <a:pt x="1060802" y="648999"/>
                </a:lnTo>
                <a:lnTo>
                  <a:pt x="1061959" y="650115"/>
                </a:lnTo>
                <a:lnTo>
                  <a:pt x="1063111" y="651238"/>
                </a:lnTo>
                <a:lnTo>
                  <a:pt x="1064268" y="652354"/>
                </a:lnTo>
                <a:lnTo>
                  <a:pt x="1065426" y="653476"/>
                </a:lnTo>
                <a:lnTo>
                  <a:pt x="1066577" y="654598"/>
                </a:lnTo>
                <a:lnTo>
                  <a:pt x="1067735" y="655714"/>
                </a:lnTo>
                <a:lnTo>
                  <a:pt x="1068892" y="656836"/>
                </a:lnTo>
                <a:lnTo>
                  <a:pt x="1070044" y="657958"/>
                </a:lnTo>
                <a:lnTo>
                  <a:pt x="1071201" y="659080"/>
                </a:lnTo>
                <a:lnTo>
                  <a:pt x="1072359" y="660196"/>
                </a:lnTo>
                <a:lnTo>
                  <a:pt x="1073510" y="661318"/>
                </a:lnTo>
                <a:lnTo>
                  <a:pt x="1074668" y="662440"/>
                </a:lnTo>
                <a:lnTo>
                  <a:pt x="1075826" y="663562"/>
                </a:lnTo>
                <a:lnTo>
                  <a:pt x="1076977" y="664685"/>
                </a:lnTo>
                <a:lnTo>
                  <a:pt x="1078135" y="665807"/>
                </a:lnTo>
                <a:lnTo>
                  <a:pt x="1079292" y="666929"/>
                </a:lnTo>
                <a:lnTo>
                  <a:pt x="1080444" y="668051"/>
                </a:lnTo>
                <a:lnTo>
                  <a:pt x="1081601" y="669173"/>
                </a:lnTo>
                <a:lnTo>
                  <a:pt x="1082759" y="670295"/>
                </a:lnTo>
                <a:lnTo>
                  <a:pt x="1083910" y="671417"/>
                </a:lnTo>
                <a:lnTo>
                  <a:pt x="1085068" y="672539"/>
                </a:lnTo>
                <a:lnTo>
                  <a:pt x="1086225" y="673661"/>
                </a:lnTo>
                <a:lnTo>
                  <a:pt x="1087377" y="674783"/>
                </a:lnTo>
                <a:lnTo>
                  <a:pt x="1088534" y="675905"/>
                </a:lnTo>
                <a:lnTo>
                  <a:pt x="1089692" y="677027"/>
                </a:lnTo>
                <a:lnTo>
                  <a:pt x="1090843" y="678149"/>
                </a:lnTo>
                <a:lnTo>
                  <a:pt x="1092001" y="679277"/>
                </a:lnTo>
                <a:lnTo>
                  <a:pt x="1093158" y="680399"/>
                </a:lnTo>
                <a:lnTo>
                  <a:pt x="1094310" y="681521"/>
                </a:lnTo>
                <a:lnTo>
                  <a:pt x="1095467" y="682643"/>
                </a:lnTo>
                <a:lnTo>
                  <a:pt x="1096625" y="683771"/>
                </a:lnTo>
                <a:lnTo>
                  <a:pt x="1097777" y="684893"/>
                </a:lnTo>
                <a:lnTo>
                  <a:pt x="1098934" y="686015"/>
                </a:lnTo>
                <a:lnTo>
                  <a:pt x="1100091" y="687143"/>
                </a:lnTo>
                <a:lnTo>
                  <a:pt x="1101243" y="688266"/>
                </a:lnTo>
                <a:lnTo>
                  <a:pt x="1102401" y="689388"/>
                </a:lnTo>
                <a:lnTo>
                  <a:pt x="1103558" y="690516"/>
                </a:lnTo>
                <a:lnTo>
                  <a:pt x="1104710" y="691638"/>
                </a:lnTo>
                <a:lnTo>
                  <a:pt x="1105867" y="692766"/>
                </a:lnTo>
                <a:lnTo>
                  <a:pt x="1107025" y="693888"/>
                </a:lnTo>
                <a:lnTo>
                  <a:pt x="1108176" y="695016"/>
                </a:lnTo>
                <a:lnTo>
                  <a:pt x="1109334" y="696138"/>
                </a:lnTo>
                <a:lnTo>
                  <a:pt x="1110491" y="697266"/>
                </a:lnTo>
                <a:lnTo>
                  <a:pt x="1111643" y="698388"/>
                </a:lnTo>
                <a:lnTo>
                  <a:pt x="1112800" y="699516"/>
                </a:lnTo>
                <a:lnTo>
                  <a:pt x="1113958" y="700638"/>
                </a:lnTo>
                <a:lnTo>
                  <a:pt x="1115109" y="701766"/>
                </a:lnTo>
                <a:lnTo>
                  <a:pt x="1116267" y="702888"/>
                </a:lnTo>
                <a:lnTo>
                  <a:pt x="1117424" y="704016"/>
                </a:lnTo>
                <a:lnTo>
                  <a:pt x="1118576" y="705144"/>
                </a:lnTo>
                <a:lnTo>
                  <a:pt x="1119733" y="706266"/>
                </a:lnTo>
                <a:lnTo>
                  <a:pt x="1120891" y="707394"/>
                </a:lnTo>
                <a:lnTo>
                  <a:pt x="1122043" y="708522"/>
                </a:lnTo>
                <a:lnTo>
                  <a:pt x="1123200" y="709650"/>
                </a:lnTo>
                <a:lnTo>
                  <a:pt x="1124358" y="710772"/>
                </a:lnTo>
                <a:lnTo>
                  <a:pt x="1125515" y="711900"/>
                </a:lnTo>
                <a:lnTo>
                  <a:pt x="1126667" y="713028"/>
                </a:lnTo>
                <a:lnTo>
                  <a:pt x="1127824" y="714156"/>
                </a:lnTo>
                <a:lnTo>
                  <a:pt x="1128982" y="715284"/>
                </a:lnTo>
                <a:lnTo>
                  <a:pt x="1130133" y="716406"/>
                </a:lnTo>
                <a:lnTo>
                  <a:pt x="1131291" y="717534"/>
                </a:lnTo>
                <a:lnTo>
                  <a:pt x="1132448" y="718662"/>
                </a:lnTo>
                <a:lnTo>
                  <a:pt x="1133600" y="719790"/>
                </a:lnTo>
                <a:lnTo>
                  <a:pt x="1134757" y="720917"/>
                </a:lnTo>
                <a:lnTo>
                  <a:pt x="1135915" y="722045"/>
                </a:lnTo>
                <a:lnTo>
                  <a:pt x="1137066" y="723173"/>
                </a:lnTo>
                <a:lnTo>
                  <a:pt x="1138224" y="724301"/>
                </a:lnTo>
                <a:lnTo>
                  <a:pt x="1139381" y="725429"/>
                </a:lnTo>
                <a:lnTo>
                  <a:pt x="1140533" y="726557"/>
                </a:lnTo>
                <a:lnTo>
                  <a:pt x="1141691" y="727685"/>
                </a:lnTo>
                <a:lnTo>
                  <a:pt x="1142848" y="728813"/>
                </a:lnTo>
                <a:lnTo>
                  <a:pt x="1144000" y="729941"/>
                </a:lnTo>
                <a:lnTo>
                  <a:pt x="1145157" y="731069"/>
                </a:lnTo>
                <a:lnTo>
                  <a:pt x="1146314" y="732197"/>
                </a:lnTo>
                <a:lnTo>
                  <a:pt x="1147466" y="733325"/>
                </a:lnTo>
                <a:lnTo>
                  <a:pt x="1148624" y="734453"/>
                </a:lnTo>
                <a:lnTo>
                  <a:pt x="1149781" y="735587"/>
                </a:lnTo>
                <a:lnTo>
                  <a:pt x="1150933" y="736715"/>
                </a:lnTo>
                <a:lnTo>
                  <a:pt x="1152090" y="737843"/>
                </a:lnTo>
                <a:lnTo>
                  <a:pt x="1153248" y="738971"/>
                </a:lnTo>
                <a:lnTo>
                  <a:pt x="115439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9FBE7D7-4768-1C25-B03F-B6EE1A6FC6F8}"/>
              </a:ext>
            </a:extLst>
          </p:cNvPr>
          <p:cNvGrpSpPr/>
          <p:nvPr/>
        </p:nvGrpSpPr>
        <p:grpSpPr>
          <a:xfrm>
            <a:off x="512318" y="2901589"/>
            <a:ext cx="1417339" cy="944893"/>
            <a:chOff x="512318" y="2901589"/>
            <a:chExt cx="1417339" cy="944893"/>
          </a:xfrm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004300D-437B-E965-B645-2EC063875A58}"/>
                </a:ext>
              </a:extLst>
            </p:cNvPr>
            <p:cNvSpPr/>
            <p:nvPr/>
          </p:nvSpPr>
          <p:spPr>
            <a:xfrm>
              <a:off x="512318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D26C6D0-9E78-0C8C-C9D9-04C309E9CE4F}"/>
                </a:ext>
              </a:extLst>
            </p:cNvPr>
            <p:cNvSpPr/>
            <p:nvPr/>
          </p:nvSpPr>
          <p:spPr>
            <a:xfrm>
              <a:off x="678092" y="2929489"/>
              <a:ext cx="1223667" cy="784506"/>
            </a:xfrm>
            <a:custGeom>
              <a:avLst/>
              <a:gdLst>
                <a:gd name="connsiteX0" fmla="*/ 0 w 1223667"/>
                <a:gd name="connsiteY0" fmla="*/ 784507 h 784506"/>
                <a:gd name="connsiteX1" fmla="*/ 1223668 w 1223667"/>
                <a:gd name="connsiteY1" fmla="*/ 784507 h 784506"/>
                <a:gd name="connsiteX2" fmla="*/ 1223668 w 1223667"/>
                <a:gd name="connsiteY2" fmla="*/ 0 h 784506"/>
                <a:gd name="connsiteX3" fmla="*/ 0 w 1223667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667" h="784506">
                  <a:moveTo>
                    <a:pt x="0" y="784507"/>
                  </a:moveTo>
                  <a:lnTo>
                    <a:pt x="1223668" y="784507"/>
                  </a:lnTo>
                  <a:lnTo>
                    <a:pt x="12236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A93FCE76-E1D0-04E2-D525-69A78CA8FFF0}"/>
                </a:ext>
              </a:extLst>
            </p:cNvPr>
            <p:cNvSpPr/>
            <p:nvPr/>
          </p:nvSpPr>
          <p:spPr>
            <a:xfrm>
              <a:off x="808924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80D875B-505C-AAED-E12E-D300975DDAD9}"/>
                </a:ext>
              </a:extLst>
            </p:cNvPr>
            <p:cNvSpPr/>
            <p:nvPr/>
          </p:nvSpPr>
          <p:spPr>
            <a:xfrm>
              <a:off x="1049424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9B28D8CB-9003-D0EC-91ED-6E41EB75B034}"/>
                </a:ext>
              </a:extLst>
            </p:cNvPr>
            <p:cNvSpPr/>
            <p:nvPr/>
          </p:nvSpPr>
          <p:spPr>
            <a:xfrm>
              <a:off x="1289923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158BE52-103C-B664-3D64-5DF4AF62BC6D}"/>
                </a:ext>
              </a:extLst>
            </p:cNvPr>
            <p:cNvSpPr/>
            <p:nvPr/>
          </p:nvSpPr>
          <p:spPr>
            <a:xfrm>
              <a:off x="153042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151F39E-A598-B6A5-82C1-DD2B21FDFC68}"/>
                </a:ext>
              </a:extLst>
            </p:cNvPr>
            <p:cNvSpPr/>
            <p:nvPr/>
          </p:nvSpPr>
          <p:spPr>
            <a:xfrm>
              <a:off x="177092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74AD74E-CB91-7F5C-B87F-8FCD5E3CDEFC}"/>
                </a:ext>
              </a:extLst>
            </p:cNvPr>
            <p:cNvSpPr/>
            <p:nvPr/>
          </p:nvSpPr>
          <p:spPr>
            <a:xfrm>
              <a:off x="678092" y="3672745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7A3CA45A-95C2-F061-D0EC-81F4EF4B2E41}"/>
                </a:ext>
              </a:extLst>
            </p:cNvPr>
            <p:cNvSpPr/>
            <p:nvPr/>
          </p:nvSpPr>
          <p:spPr>
            <a:xfrm>
              <a:off x="678092" y="3552573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4CD4E7D-9E81-C58A-EA0E-05F28089A674}"/>
                </a:ext>
              </a:extLst>
            </p:cNvPr>
            <p:cNvSpPr/>
            <p:nvPr/>
          </p:nvSpPr>
          <p:spPr>
            <a:xfrm>
              <a:off x="678092" y="3432395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196635A-1129-FFC5-D6DE-8007067B0568}"/>
                </a:ext>
              </a:extLst>
            </p:cNvPr>
            <p:cNvSpPr/>
            <p:nvPr/>
          </p:nvSpPr>
          <p:spPr>
            <a:xfrm>
              <a:off x="678092" y="3312220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02621B4-E5D3-E50B-5437-2E5793CCE246}"/>
                </a:ext>
              </a:extLst>
            </p:cNvPr>
            <p:cNvSpPr/>
            <p:nvPr/>
          </p:nvSpPr>
          <p:spPr>
            <a:xfrm>
              <a:off x="678092" y="3192043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ADE7370-C4F3-E06C-22B0-43683AF8B25C}"/>
                </a:ext>
              </a:extLst>
            </p:cNvPr>
            <p:cNvSpPr/>
            <p:nvPr/>
          </p:nvSpPr>
          <p:spPr>
            <a:xfrm>
              <a:off x="678092" y="3071868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0E6A6AE-135A-621F-4E3E-3DCB93856F2E}"/>
                </a:ext>
              </a:extLst>
            </p:cNvPr>
            <p:cNvSpPr/>
            <p:nvPr/>
          </p:nvSpPr>
          <p:spPr>
            <a:xfrm>
              <a:off x="678092" y="2951692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BE4886F-8DFD-065E-81F6-77FCAA167A74}"/>
                </a:ext>
              </a:extLst>
            </p:cNvPr>
            <p:cNvSpPr/>
            <p:nvPr/>
          </p:nvSpPr>
          <p:spPr>
            <a:xfrm>
              <a:off x="678092" y="3713996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6738E4B-D91B-42C7-E7B2-778D785619B4}"/>
                </a:ext>
              </a:extLst>
            </p:cNvPr>
            <p:cNvSpPr/>
            <p:nvPr/>
          </p:nvSpPr>
          <p:spPr>
            <a:xfrm>
              <a:off x="808924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6DB78C4-3AB8-C55A-266E-E3A4DF1AF7A5}"/>
                </a:ext>
              </a:extLst>
            </p:cNvPr>
            <p:cNvSpPr/>
            <p:nvPr/>
          </p:nvSpPr>
          <p:spPr>
            <a:xfrm>
              <a:off x="1049424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6D2F456-C47A-4BD7-E845-1E07700CD6C5}"/>
                </a:ext>
              </a:extLst>
            </p:cNvPr>
            <p:cNvSpPr/>
            <p:nvPr/>
          </p:nvSpPr>
          <p:spPr>
            <a:xfrm>
              <a:off x="1289923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F5711C4-CB21-4DB4-0247-044ACBFE5FC6}"/>
                </a:ext>
              </a:extLst>
            </p:cNvPr>
            <p:cNvSpPr/>
            <p:nvPr/>
          </p:nvSpPr>
          <p:spPr>
            <a:xfrm>
              <a:off x="1530422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06C6999F-3804-5201-D4BE-98258386D6BE}"/>
                </a:ext>
              </a:extLst>
            </p:cNvPr>
            <p:cNvSpPr/>
            <p:nvPr/>
          </p:nvSpPr>
          <p:spPr>
            <a:xfrm>
              <a:off x="177092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3A36E3A-71D6-82A4-10CD-DE52F5B51074}"/>
                </a:ext>
              </a:extLst>
            </p:cNvPr>
            <p:cNvSpPr/>
            <p:nvPr/>
          </p:nvSpPr>
          <p:spPr>
            <a:xfrm>
              <a:off x="753662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F138B73F-6111-9D68-94C5-15E41943482C}"/>
                </a:ext>
              </a:extLst>
            </p:cNvPr>
            <p:cNvSpPr/>
            <p:nvPr/>
          </p:nvSpPr>
          <p:spPr>
            <a:xfrm>
              <a:off x="793302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64782C7-D023-BEC6-6500-84843156E7D5}"/>
                </a:ext>
              </a:extLst>
            </p:cNvPr>
            <p:cNvSpPr/>
            <p:nvPr/>
          </p:nvSpPr>
          <p:spPr>
            <a:xfrm>
              <a:off x="825933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7F1ABFD-82CC-21C9-851D-74A444A017AC}"/>
                </a:ext>
              </a:extLst>
            </p:cNvPr>
            <p:cNvSpPr/>
            <p:nvPr/>
          </p:nvSpPr>
          <p:spPr>
            <a:xfrm>
              <a:off x="839497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7 w 24688"/>
                <a:gd name="connsiteY5" fmla="*/ 29569 h 37051"/>
                <a:gd name="connsiteX6" fmla="*/ 19856 w 24688"/>
                <a:gd name="connsiteY6" fmla="*/ 18538 h 37051"/>
                <a:gd name="connsiteX7" fmla="*/ 17967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7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7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2B8A490-BDDA-E918-F62A-261820A81495}"/>
                </a:ext>
              </a:extLst>
            </p:cNvPr>
            <p:cNvSpPr/>
            <p:nvPr/>
          </p:nvSpPr>
          <p:spPr>
            <a:xfrm>
              <a:off x="994677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9259197E-6A08-9A45-571E-9635377E83FC}"/>
                </a:ext>
              </a:extLst>
            </p:cNvPr>
            <p:cNvSpPr/>
            <p:nvPr/>
          </p:nvSpPr>
          <p:spPr>
            <a:xfrm>
              <a:off x="1034125" y="3733620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363A400-C012-7331-1D94-146620057E88}"/>
                </a:ext>
              </a:extLst>
            </p:cNvPr>
            <p:cNvSpPr/>
            <p:nvPr/>
          </p:nvSpPr>
          <p:spPr>
            <a:xfrm>
              <a:off x="1066948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C1437A5-DDCA-B36F-4EF0-7DE33046BE5E}"/>
                </a:ext>
              </a:extLst>
            </p:cNvPr>
            <p:cNvSpPr/>
            <p:nvPr/>
          </p:nvSpPr>
          <p:spPr>
            <a:xfrm>
              <a:off x="1081062" y="3734264"/>
              <a:ext cx="23106" cy="36407"/>
            </a:xfrm>
            <a:custGeom>
              <a:avLst/>
              <a:gdLst>
                <a:gd name="connsiteX0" fmla="*/ 1507 w 23106"/>
                <a:gd name="connsiteY0" fmla="*/ 0 h 36407"/>
                <a:gd name="connsiteX1" fmla="*/ 20478 w 23106"/>
                <a:gd name="connsiteY1" fmla="*/ 0 h 36407"/>
                <a:gd name="connsiteX2" fmla="*/ 20478 w 23106"/>
                <a:gd name="connsiteY2" fmla="*/ 4069 h 36407"/>
                <a:gd name="connsiteX3" fmla="*/ 5933 w 23106"/>
                <a:gd name="connsiteY3" fmla="*/ 4069 h 36407"/>
                <a:gd name="connsiteX4" fmla="*/ 5933 w 23106"/>
                <a:gd name="connsiteY4" fmla="*/ 12821 h 36407"/>
                <a:gd name="connsiteX5" fmla="*/ 8038 w 23106"/>
                <a:gd name="connsiteY5" fmla="*/ 12295 h 36407"/>
                <a:gd name="connsiteX6" fmla="*/ 10143 w 23106"/>
                <a:gd name="connsiteY6" fmla="*/ 12106 h 36407"/>
                <a:gd name="connsiteX7" fmla="*/ 19617 w 23106"/>
                <a:gd name="connsiteY7" fmla="*/ 15384 h 36407"/>
                <a:gd name="connsiteX8" fmla="*/ 23107 w 23106"/>
                <a:gd name="connsiteY8" fmla="*/ 24260 h 36407"/>
                <a:gd name="connsiteX9" fmla="*/ 19521 w 23106"/>
                <a:gd name="connsiteY9" fmla="*/ 33231 h 36407"/>
                <a:gd name="connsiteX10" fmla="*/ 9402 w 23106"/>
                <a:gd name="connsiteY10" fmla="*/ 36408 h 36407"/>
                <a:gd name="connsiteX11" fmla="*/ 4808 w 23106"/>
                <a:gd name="connsiteY11" fmla="*/ 36030 h 36407"/>
                <a:gd name="connsiteX12" fmla="*/ 0 w 23106"/>
                <a:gd name="connsiteY12" fmla="*/ 34878 h 36407"/>
                <a:gd name="connsiteX13" fmla="*/ 0 w 23106"/>
                <a:gd name="connsiteY13" fmla="*/ 30024 h 36407"/>
                <a:gd name="connsiteX14" fmla="*/ 4450 w 23106"/>
                <a:gd name="connsiteY14" fmla="*/ 31772 h 36407"/>
                <a:gd name="connsiteX15" fmla="*/ 9306 w 23106"/>
                <a:gd name="connsiteY15" fmla="*/ 32345 h 36407"/>
                <a:gd name="connsiteX16" fmla="*/ 15861 w 23106"/>
                <a:gd name="connsiteY16" fmla="*/ 30166 h 36407"/>
                <a:gd name="connsiteX17" fmla="*/ 18277 w 23106"/>
                <a:gd name="connsiteY17" fmla="*/ 24260 h 36407"/>
                <a:gd name="connsiteX18" fmla="*/ 15861 w 23106"/>
                <a:gd name="connsiteY18" fmla="*/ 18349 h 36407"/>
                <a:gd name="connsiteX19" fmla="*/ 9306 w 23106"/>
                <a:gd name="connsiteY19" fmla="*/ 16169 h 36407"/>
                <a:gd name="connsiteX20" fmla="*/ 5431 w 23106"/>
                <a:gd name="connsiteY20" fmla="*/ 16601 h 36407"/>
                <a:gd name="connsiteX21" fmla="*/ 1507 w 23106"/>
                <a:gd name="connsiteY21" fmla="*/ 17941 h 36407"/>
                <a:gd name="connsiteX22" fmla="*/ 1507 w 23106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6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3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29B4DF7F-4D55-1E5B-204D-8683ED1C48DD}"/>
                </a:ext>
              </a:extLst>
            </p:cNvPr>
            <p:cNvSpPr/>
            <p:nvPr/>
          </p:nvSpPr>
          <p:spPr>
            <a:xfrm>
              <a:off x="1254206" y="3733620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60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84" y="5055"/>
                    <a:pt x="6721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1" y="29569"/>
                  </a:cubicBezTo>
                  <a:cubicBezTo>
                    <a:pt x="7984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57F4118-974B-D4A0-965F-BD9CB8395101}"/>
                </a:ext>
              </a:extLst>
            </p:cNvPr>
            <p:cNvSpPr/>
            <p:nvPr/>
          </p:nvSpPr>
          <p:spPr>
            <a:xfrm>
              <a:off x="1287390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9C02CB6-9022-C651-C26A-F9D8B0F34239}"/>
                </a:ext>
              </a:extLst>
            </p:cNvPr>
            <p:cNvSpPr/>
            <p:nvPr/>
          </p:nvSpPr>
          <p:spPr>
            <a:xfrm>
              <a:off x="1300955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DF3D46B-12BC-965B-D906-25E23EBBA452}"/>
                </a:ext>
              </a:extLst>
            </p:cNvPr>
            <p:cNvSpPr/>
            <p:nvPr/>
          </p:nvSpPr>
          <p:spPr>
            <a:xfrm>
              <a:off x="1495402" y="3733620"/>
              <a:ext cx="22677" cy="36360"/>
            </a:xfrm>
            <a:custGeom>
              <a:avLst/>
              <a:gdLst>
                <a:gd name="connsiteX0" fmla="*/ 5811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695 w 22677"/>
                <a:gd name="connsiteY7" fmla="*/ 14067 h 36360"/>
                <a:gd name="connsiteX8" fmla="*/ 17628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36 w 22677"/>
                <a:gd name="connsiteY12" fmla="*/ 7246 h 36360"/>
                <a:gd name="connsiteX13" fmla="*/ 236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2 w 22677"/>
                <a:gd name="connsiteY20" fmla="*/ 23038 h 36360"/>
                <a:gd name="connsiteX21" fmla="*/ 5811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1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2" y="16725"/>
                    <a:pt x="16087" y="15260"/>
                    <a:pt x="16695" y="14067"/>
                  </a:cubicBezTo>
                  <a:cubicBezTo>
                    <a:pt x="17315" y="12856"/>
                    <a:pt x="17628" y="11664"/>
                    <a:pt x="17628" y="10500"/>
                  </a:cubicBezTo>
                  <a:cubicBezTo>
                    <a:pt x="17628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2" y="4063"/>
                    <a:pt x="7311" y="4329"/>
                    <a:pt x="5622" y="4854"/>
                  </a:cubicBezTo>
                  <a:cubicBezTo>
                    <a:pt x="3945" y="5380"/>
                    <a:pt x="2150" y="6177"/>
                    <a:pt x="236" y="7246"/>
                  </a:cubicBezTo>
                  <a:lnTo>
                    <a:pt x="236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2" y="201"/>
                    <a:pt x="8929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07" y="15679"/>
                    <a:pt x="20108" y="17227"/>
                    <a:pt x="18662" y="19016"/>
                  </a:cubicBezTo>
                  <a:cubicBezTo>
                    <a:pt x="18260" y="19483"/>
                    <a:pt x="16990" y="20823"/>
                    <a:pt x="14852" y="23038"/>
                  </a:cubicBezTo>
                  <a:cubicBezTo>
                    <a:pt x="12721" y="25240"/>
                    <a:pt x="9703" y="28323"/>
                    <a:pt x="5811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7AC98130-7264-F85B-DEF6-363506EC2478}"/>
                </a:ext>
              </a:extLst>
            </p:cNvPr>
            <p:cNvSpPr/>
            <p:nvPr/>
          </p:nvSpPr>
          <p:spPr>
            <a:xfrm>
              <a:off x="1528225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95E6BC4-48BD-AE23-F548-D46733819C19}"/>
                </a:ext>
              </a:extLst>
            </p:cNvPr>
            <p:cNvSpPr/>
            <p:nvPr/>
          </p:nvSpPr>
          <p:spPr>
            <a:xfrm>
              <a:off x="1542340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9C59160-7CB8-EF2C-1F1B-4491DEB4AD68}"/>
                </a:ext>
              </a:extLst>
            </p:cNvPr>
            <p:cNvSpPr/>
            <p:nvPr/>
          </p:nvSpPr>
          <p:spPr>
            <a:xfrm>
              <a:off x="1735482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92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E76BB2A-F73F-3E7B-50FF-A809A0EA8400}"/>
                </a:ext>
              </a:extLst>
            </p:cNvPr>
            <p:cNvSpPr/>
            <p:nvPr/>
          </p:nvSpPr>
          <p:spPr>
            <a:xfrm>
              <a:off x="1768116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60C6E27D-462F-2CB3-7108-6E0E8E7F2FF4}"/>
                </a:ext>
              </a:extLst>
            </p:cNvPr>
            <p:cNvSpPr/>
            <p:nvPr/>
          </p:nvSpPr>
          <p:spPr>
            <a:xfrm>
              <a:off x="1781681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7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7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26B9817-5A34-AD98-E70B-C9B517DB7A91}"/>
                </a:ext>
              </a:extLst>
            </p:cNvPr>
            <p:cNvSpPr/>
            <p:nvPr/>
          </p:nvSpPr>
          <p:spPr>
            <a:xfrm>
              <a:off x="1276884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7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7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80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7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7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CA809B5-E742-7834-4900-348C09204836}"/>
                </a:ext>
              </a:extLst>
            </p:cNvPr>
            <p:cNvSpPr/>
            <p:nvPr/>
          </p:nvSpPr>
          <p:spPr>
            <a:xfrm>
              <a:off x="67809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C57DD30-7D29-9D1D-9DA1-D3EA5E1FD5A4}"/>
                </a:ext>
              </a:extLst>
            </p:cNvPr>
            <p:cNvSpPr/>
            <p:nvPr/>
          </p:nvSpPr>
          <p:spPr>
            <a:xfrm>
              <a:off x="678092" y="367274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DE7E3383-AE5D-559D-449F-F8F5A98DC2B2}"/>
                </a:ext>
              </a:extLst>
            </p:cNvPr>
            <p:cNvSpPr/>
            <p:nvPr/>
          </p:nvSpPr>
          <p:spPr>
            <a:xfrm>
              <a:off x="678092" y="355257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884F905-2E1F-4E42-787E-CD0FA33721CD}"/>
                </a:ext>
              </a:extLst>
            </p:cNvPr>
            <p:cNvSpPr/>
            <p:nvPr/>
          </p:nvSpPr>
          <p:spPr>
            <a:xfrm>
              <a:off x="678092" y="343239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AB79D07A-6F8C-F3E9-6920-77C65D305989}"/>
                </a:ext>
              </a:extLst>
            </p:cNvPr>
            <p:cNvSpPr/>
            <p:nvPr/>
          </p:nvSpPr>
          <p:spPr>
            <a:xfrm>
              <a:off x="678092" y="331222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2D13CE0C-9F3C-1572-308E-273125DEC466}"/>
                </a:ext>
              </a:extLst>
            </p:cNvPr>
            <p:cNvSpPr/>
            <p:nvPr/>
          </p:nvSpPr>
          <p:spPr>
            <a:xfrm>
              <a:off x="678092" y="319204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27DA4B9-E85C-6F1E-458B-8327E41B0224}"/>
                </a:ext>
              </a:extLst>
            </p:cNvPr>
            <p:cNvSpPr/>
            <p:nvPr/>
          </p:nvSpPr>
          <p:spPr>
            <a:xfrm>
              <a:off x="678092" y="307186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B7D2817-EB59-F90B-149D-DF9F73BB4CE0}"/>
                </a:ext>
              </a:extLst>
            </p:cNvPr>
            <p:cNvSpPr/>
            <p:nvPr/>
          </p:nvSpPr>
          <p:spPr>
            <a:xfrm>
              <a:off x="678092" y="2951692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31191F40-2A39-FBA5-30D5-3594868770A7}"/>
                </a:ext>
              </a:extLst>
            </p:cNvPr>
            <p:cNvSpPr/>
            <p:nvPr/>
          </p:nvSpPr>
          <p:spPr>
            <a:xfrm>
              <a:off x="592886" y="3673212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ED6EED45-7F5A-66E8-7D44-19F1D6873892}"/>
                </a:ext>
              </a:extLst>
            </p:cNvPr>
            <p:cNvSpPr/>
            <p:nvPr/>
          </p:nvSpPr>
          <p:spPr>
            <a:xfrm>
              <a:off x="632167" y="3654243"/>
              <a:ext cx="24664" cy="37057"/>
            </a:xfrm>
            <a:custGeom>
              <a:avLst/>
              <a:gdLst>
                <a:gd name="connsiteX0" fmla="*/ 12751 w 24664"/>
                <a:gd name="connsiteY0" fmla="*/ 16577 h 37057"/>
                <a:gd name="connsiteX1" fmla="*/ 7583 w 24664"/>
                <a:gd name="connsiteY1" fmla="*/ 18803 h 37057"/>
                <a:gd name="connsiteX2" fmla="*/ 5694 w 24664"/>
                <a:gd name="connsiteY2" fmla="*/ 24904 h 37057"/>
                <a:gd name="connsiteX3" fmla="*/ 7583 w 24664"/>
                <a:gd name="connsiteY3" fmla="*/ 31004 h 37057"/>
                <a:gd name="connsiteX4" fmla="*/ 12751 w 24664"/>
                <a:gd name="connsiteY4" fmla="*/ 33231 h 37057"/>
                <a:gd name="connsiteX5" fmla="*/ 17895 w 24664"/>
                <a:gd name="connsiteY5" fmla="*/ 31004 h 37057"/>
                <a:gd name="connsiteX6" fmla="*/ 19809 w 24664"/>
                <a:gd name="connsiteY6" fmla="*/ 24904 h 37057"/>
                <a:gd name="connsiteX7" fmla="*/ 17895 w 24664"/>
                <a:gd name="connsiteY7" fmla="*/ 18803 h 37057"/>
                <a:gd name="connsiteX8" fmla="*/ 12751 w 24664"/>
                <a:gd name="connsiteY8" fmla="*/ 16577 h 37057"/>
                <a:gd name="connsiteX9" fmla="*/ 22344 w 24664"/>
                <a:gd name="connsiteY9" fmla="*/ 1435 h 37057"/>
                <a:gd name="connsiteX10" fmla="*/ 22344 w 24664"/>
                <a:gd name="connsiteY10" fmla="*/ 5835 h 37057"/>
                <a:gd name="connsiteX11" fmla="*/ 18660 w 24664"/>
                <a:gd name="connsiteY11" fmla="*/ 4524 h 37057"/>
                <a:gd name="connsiteX12" fmla="*/ 15000 w 24664"/>
                <a:gd name="connsiteY12" fmla="*/ 4069 h 37057"/>
                <a:gd name="connsiteX13" fmla="*/ 7680 w 24664"/>
                <a:gd name="connsiteY13" fmla="*/ 7293 h 37057"/>
                <a:gd name="connsiteX14" fmla="*/ 4808 w 24664"/>
                <a:gd name="connsiteY14" fmla="*/ 17055 h 37057"/>
                <a:gd name="connsiteX15" fmla="*/ 8349 w 24664"/>
                <a:gd name="connsiteY15" fmla="*/ 13872 h 37057"/>
                <a:gd name="connsiteX16" fmla="*/ 13038 w 24664"/>
                <a:gd name="connsiteY16" fmla="*/ 12750 h 37057"/>
                <a:gd name="connsiteX17" fmla="*/ 21531 w 24664"/>
                <a:gd name="connsiteY17" fmla="*/ 16028 h 37057"/>
                <a:gd name="connsiteX18" fmla="*/ 24665 w 24664"/>
                <a:gd name="connsiteY18" fmla="*/ 24904 h 37057"/>
                <a:gd name="connsiteX19" fmla="*/ 21411 w 24664"/>
                <a:gd name="connsiteY19" fmla="*/ 33733 h 37057"/>
                <a:gd name="connsiteX20" fmla="*/ 12751 w 24664"/>
                <a:gd name="connsiteY20" fmla="*/ 37058 h 37057"/>
                <a:gd name="connsiteX21" fmla="*/ 3278 w 24664"/>
                <a:gd name="connsiteY21" fmla="*/ 32321 h 37057"/>
                <a:gd name="connsiteX22" fmla="*/ 0 w 24664"/>
                <a:gd name="connsiteY22" fmla="*/ 18538 h 37057"/>
                <a:gd name="connsiteX23" fmla="*/ 4019 w 24664"/>
                <a:gd name="connsiteY23" fmla="*/ 5049 h 37057"/>
                <a:gd name="connsiteX24" fmla="*/ 14808 w 24664"/>
                <a:gd name="connsiteY24" fmla="*/ 0 h 37057"/>
                <a:gd name="connsiteX25" fmla="*/ 18469 w 24664"/>
                <a:gd name="connsiteY25" fmla="*/ 360 h 37057"/>
                <a:gd name="connsiteX26" fmla="*/ 22344 w 24664"/>
                <a:gd name="connsiteY26" fmla="*/ 1435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7">
                  <a:moveTo>
                    <a:pt x="12751" y="16577"/>
                  </a:moveTo>
                  <a:cubicBezTo>
                    <a:pt x="10582" y="16577"/>
                    <a:pt x="8860" y="17321"/>
                    <a:pt x="7583" y="18803"/>
                  </a:cubicBezTo>
                  <a:cubicBezTo>
                    <a:pt x="6324" y="20286"/>
                    <a:pt x="5694" y="22323"/>
                    <a:pt x="5694" y="24904"/>
                  </a:cubicBezTo>
                  <a:cubicBezTo>
                    <a:pt x="5694" y="27473"/>
                    <a:pt x="6324" y="29504"/>
                    <a:pt x="7583" y="31004"/>
                  </a:cubicBezTo>
                  <a:cubicBezTo>
                    <a:pt x="8860" y="32487"/>
                    <a:pt x="10582" y="33231"/>
                    <a:pt x="12751" y="33231"/>
                  </a:cubicBezTo>
                  <a:cubicBezTo>
                    <a:pt x="14920" y="33231"/>
                    <a:pt x="16635" y="32487"/>
                    <a:pt x="17895" y="31004"/>
                  </a:cubicBezTo>
                  <a:cubicBezTo>
                    <a:pt x="19171" y="29504"/>
                    <a:pt x="19809" y="27473"/>
                    <a:pt x="19809" y="24904"/>
                  </a:cubicBezTo>
                  <a:cubicBezTo>
                    <a:pt x="19809" y="22323"/>
                    <a:pt x="19171" y="20286"/>
                    <a:pt x="17895" y="18803"/>
                  </a:cubicBezTo>
                  <a:cubicBezTo>
                    <a:pt x="16635" y="17321"/>
                    <a:pt x="14920" y="16577"/>
                    <a:pt x="12751" y="16577"/>
                  </a:cubicBezTo>
                  <a:moveTo>
                    <a:pt x="22344" y="1435"/>
                  </a:moveTo>
                  <a:lnTo>
                    <a:pt x="22344" y="5835"/>
                  </a:lnTo>
                  <a:cubicBezTo>
                    <a:pt x="21132" y="5262"/>
                    <a:pt x="19904" y="4825"/>
                    <a:pt x="18660" y="4524"/>
                  </a:cubicBezTo>
                  <a:cubicBezTo>
                    <a:pt x="17432" y="4223"/>
                    <a:pt x="16212" y="4069"/>
                    <a:pt x="15000" y="4069"/>
                  </a:cubicBezTo>
                  <a:cubicBezTo>
                    <a:pt x="11810" y="4069"/>
                    <a:pt x="9370" y="5144"/>
                    <a:pt x="7680" y="7293"/>
                  </a:cubicBezTo>
                  <a:cubicBezTo>
                    <a:pt x="6005" y="9449"/>
                    <a:pt x="5048" y="12703"/>
                    <a:pt x="4808" y="17055"/>
                  </a:cubicBezTo>
                  <a:cubicBezTo>
                    <a:pt x="5749" y="15668"/>
                    <a:pt x="6930" y="14610"/>
                    <a:pt x="8349" y="13872"/>
                  </a:cubicBezTo>
                  <a:cubicBezTo>
                    <a:pt x="9768" y="13122"/>
                    <a:pt x="11332" y="12750"/>
                    <a:pt x="13038" y="12750"/>
                  </a:cubicBezTo>
                  <a:cubicBezTo>
                    <a:pt x="16627" y="12750"/>
                    <a:pt x="19457" y="13843"/>
                    <a:pt x="21531" y="16028"/>
                  </a:cubicBezTo>
                  <a:cubicBezTo>
                    <a:pt x="23620" y="18195"/>
                    <a:pt x="24665" y="21154"/>
                    <a:pt x="24665" y="24904"/>
                  </a:cubicBezTo>
                  <a:cubicBezTo>
                    <a:pt x="24665" y="28571"/>
                    <a:pt x="23580" y="31518"/>
                    <a:pt x="21411" y="33733"/>
                  </a:cubicBezTo>
                  <a:cubicBezTo>
                    <a:pt x="19242" y="35947"/>
                    <a:pt x="16355" y="37058"/>
                    <a:pt x="12751" y="37058"/>
                  </a:cubicBezTo>
                  <a:cubicBezTo>
                    <a:pt x="8620" y="37058"/>
                    <a:pt x="5463" y="35481"/>
                    <a:pt x="3278" y="32321"/>
                  </a:cubicBezTo>
                  <a:cubicBezTo>
                    <a:pt x="1093" y="29150"/>
                    <a:pt x="0" y="24555"/>
                    <a:pt x="0" y="18538"/>
                  </a:cubicBezTo>
                  <a:cubicBezTo>
                    <a:pt x="0" y="12892"/>
                    <a:pt x="1340" y="8398"/>
                    <a:pt x="4019" y="5049"/>
                  </a:cubicBezTo>
                  <a:cubicBezTo>
                    <a:pt x="6699" y="1683"/>
                    <a:pt x="10295" y="0"/>
                    <a:pt x="14808" y="0"/>
                  </a:cubicBezTo>
                  <a:cubicBezTo>
                    <a:pt x="16021" y="0"/>
                    <a:pt x="17241" y="118"/>
                    <a:pt x="18469" y="360"/>
                  </a:cubicBezTo>
                  <a:cubicBezTo>
                    <a:pt x="19713" y="596"/>
                    <a:pt x="21004" y="957"/>
                    <a:pt x="22344" y="143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AECCD55-A348-47D8-D026-D11195D73454}"/>
                </a:ext>
              </a:extLst>
            </p:cNvPr>
            <p:cNvSpPr/>
            <p:nvPr/>
          </p:nvSpPr>
          <p:spPr>
            <a:xfrm>
              <a:off x="594082" y="3553039"/>
              <a:ext cx="30668" cy="4063"/>
            </a:xfrm>
            <a:custGeom>
              <a:avLst/>
              <a:gdLst>
                <a:gd name="connsiteX0" fmla="*/ 0 w 30668"/>
                <a:gd name="connsiteY0" fmla="*/ 0 h 4063"/>
                <a:gd name="connsiteX1" fmla="*/ 30669 w 30668"/>
                <a:gd name="connsiteY1" fmla="*/ 0 h 4063"/>
                <a:gd name="connsiteX2" fmla="*/ 30669 w 30668"/>
                <a:gd name="connsiteY2" fmla="*/ 4063 h 4063"/>
                <a:gd name="connsiteX3" fmla="*/ 0 w 30668"/>
                <a:gd name="connsiteY3" fmla="*/ 4063 h 4063"/>
                <a:gd name="connsiteX4" fmla="*/ 0 w 30668"/>
                <a:gd name="connsiteY4" fmla="*/ 0 h 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3">
                  <a:moveTo>
                    <a:pt x="0" y="0"/>
                  </a:moveTo>
                  <a:lnTo>
                    <a:pt x="30669" y="0"/>
                  </a:lnTo>
                  <a:lnTo>
                    <a:pt x="30669" y="4063"/>
                  </a:lnTo>
                  <a:lnTo>
                    <a:pt x="0" y="40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0EB04920-D408-BADA-E577-8542C15F7044}"/>
                </a:ext>
              </a:extLst>
            </p:cNvPr>
            <p:cNvSpPr/>
            <p:nvPr/>
          </p:nvSpPr>
          <p:spPr>
            <a:xfrm>
              <a:off x="633722" y="353471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3 h 36407"/>
                <a:gd name="connsiteX3" fmla="*/ 5933 w 23109"/>
                <a:gd name="connsiteY3" fmla="*/ 4063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1 h 36407"/>
                <a:gd name="connsiteX7" fmla="*/ 19617 w 23109"/>
                <a:gd name="connsiteY7" fmla="*/ 15378 h 36407"/>
                <a:gd name="connsiteX8" fmla="*/ 23110 w 23109"/>
                <a:gd name="connsiteY8" fmla="*/ 24254 h 36407"/>
                <a:gd name="connsiteX9" fmla="*/ 19521 w 23109"/>
                <a:gd name="connsiteY9" fmla="*/ 33225 h 36407"/>
                <a:gd name="connsiteX10" fmla="*/ 9402 w 23109"/>
                <a:gd name="connsiteY10" fmla="*/ 36408 h 36407"/>
                <a:gd name="connsiteX11" fmla="*/ 4809 w 23109"/>
                <a:gd name="connsiteY11" fmla="*/ 36024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66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54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3"/>
                  </a:lnTo>
                  <a:lnTo>
                    <a:pt x="5933" y="4063"/>
                  </a:lnTo>
                  <a:lnTo>
                    <a:pt x="5933" y="12821"/>
                  </a:lnTo>
                  <a:cubicBezTo>
                    <a:pt x="6635" y="12579"/>
                    <a:pt x="7336" y="12408"/>
                    <a:pt x="8038" y="12295"/>
                  </a:cubicBezTo>
                  <a:cubicBezTo>
                    <a:pt x="8740" y="12166"/>
                    <a:pt x="9442" y="12101"/>
                    <a:pt x="10143" y="12101"/>
                  </a:cubicBezTo>
                  <a:cubicBezTo>
                    <a:pt x="14130" y="12101"/>
                    <a:pt x="17289" y="13193"/>
                    <a:pt x="19617" y="15378"/>
                  </a:cubicBezTo>
                  <a:cubicBezTo>
                    <a:pt x="21946" y="17563"/>
                    <a:pt x="23110" y="20522"/>
                    <a:pt x="23110" y="24254"/>
                  </a:cubicBezTo>
                  <a:cubicBezTo>
                    <a:pt x="23110" y="28099"/>
                    <a:pt x="21914" y="31093"/>
                    <a:pt x="19521" y="33225"/>
                  </a:cubicBezTo>
                  <a:cubicBezTo>
                    <a:pt x="17129" y="35345"/>
                    <a:pt x="13756" y="36408"/>
                    <a:pt x="9402" y="36408"/>
                  </a:cubicBezTo>
                  <a:cubicBezTo>
                    <a:pt x="7902" y="36408"/>
                    <a:pt x="6372" y="36278"/>
                    <a:pt x="4809" y="36024"/>
                  </a:cubicBezTo>
                  <a:cubicBezTo>
                    <a:pt x="3262" y="35770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2"/>
                    <a:pt x="4450" y="31766"/>
                  </a:cubicBezTo>
                  <a:cubicBezTo>
                    <a:pt x="5981" y="32150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3"/>
                    <a:pt x="18277" y="26740"/>
                    <a:pt x="18277" y="24254"/>
                  </a:cubicBezTo>
                  <a:cubicBezTo>
                    <a:pt x="18277" y="21768"/>
                    <a:pt x="17472" y="19796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62CBCD4-998F-BDF3-A65D-DD7C35FC22F2}"/>
                </a:ext>
              </a:extLst>
            </p:cNvPr>
            <p:cNvSpPr/>
            <p:nvPr/>
          </p:nvSpPr>
          <p:spPr>
            <a:xfrm>
              <a:off x="592551" y="3432862"/>
              <a:ext cx="30669" cy="4067"/>
            </a:xfrm>
            <a:custGeom>
              <a:avLst/>
              <a:gdLst>
                <a:gd name="connsiteX0" fmla="*/ 0 w 30669"/>
                <a:gd name="connsiteY0" fmla="*/ 0 h 4067"/>
                <a:gd name="connsiteX1" fmla="*/ 30669 w 30669"/>
                <a:gd name="connsiteY1" fmla="*/ 0 h 4067"/>
                <a:gd name="connsiteX2" fmla="*/ 30669 w 30669"/>
                <a:gd name="connsiteY2" fmla="*/ 4067 h 4067"/>
                <a:gd name="connsiteX3" fmla="*/ 0 w 30669"/>
                <a:gd name="connsiteY3" fmla="*/ 4067 h 4067"/>
                <a:gd name="connsiteX4" fmla="*/ 0 w 30669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C4CE3143-A46B-A4A5-F2B1-0F58B616D18D}"/>
                </a:ext>
              </a:extLst>
            </p:cNvPr>
            <p:cNvSpPr/>
            <p:nvPr/>
          </p:nvSpPr>
          <p:spPr>
            <a:xfrm>
              <a:off x="630804" y="3414537"/>
              <a:ext cx="26028" cy="35716"/>
            </a:xfrm>
            <a:custGeom>
              <a:avLst/>
              <a:gdLst>
                <a:gd name="connsiteX0" fmla="*/ 16124 w 26028"/>
                <a:gd name="connsiteY0" fmla="*/ 4211 h 35716"/>
                <a:gd name="connsiteX1" fmla="*/ 3924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1 h 35716"/>
                <a:gd name="connsiteX4" fmla="*/ 14856 w 26028"/>
                <a:gd name="connsiteY4" fmla="*/ 0 h 35716"/>
                <a:gd name="connsiteX5" fmla="*/ 20933 w 26028"/>
                <a:gd name="connsiteY5" fmla="*/ 0 h 35716"/>
                <a:gd name="connsiteX6" fmla="*/ 20933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3 w 26028"/>
                <a:gd name="connsiteY9" fmla="*/ 27296 h 35716"/>
                <a:gd name="connsiteX10" fmla="*/ 20933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1"/>
                  </a:moveTo>
                  <a:lnTo>
                    <a:pt x="3924" y="23277"/>
                  </a:lnTo>
                  <a:lnTo>
                    <a:pt x="16124" y="23277"/>
                  </a:lnTo>
                  <a:lnTo>
                    <a:pt x="16124" y="4211"/>
                  </a:lnTo>
                  <a:moveTo>
                    <a:pt x="14856" y="0"/>
                  </a:moveTo>
                  <a:lnTo>
                    <a:pt x="20933" y="0"/>
                  </a:lnTo>
                  <a:lnTo>
                    <a:pt x="20933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3" y="27296"/>
                  </a:lnTo>
                  <a:lnTo>
                    <a:pt x="20933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E6D9FBB-D9AE-BD88-D5DE-AF7D27584A42}"/>
                </a:ext>
              </a:extLst>
            </p:cNvPr>
            <p:cNvSpPr/>
            <p:nvPr/>
          </p:nvSpPr>
          <p:spPr>
            <a:xfrm>
              <a:off x="593723" y="3312686"/>
              <a:ext cx="30669" cy="4066"/>
            </a:xfrm>
            <a:custGeom>
              <a:avLst/>
              <a:gdLst>
                <a:gd name="connsiteX0" fmla="*/ 0 w 30669"/>
                <a:gd name="connsiteY0" fmla="*/ 0 h 4066"/>
                <a:gd name="connsiteX1" fmla="*/ 30669 w 30669"/>
                <a:gd name="connsiteY1" fmla="*/ 0 h 4066"/>
                <a:gd name="connsiteX2" fmla="*/ 30669 w 30669"/>
                <a:gd name="connsiteY2" fmla="*/ 4067 h 4066"/>
                <a:gd name="connsiteX3" fmla="*/ 0 w 30669"/>
                <a:gd name="connsiteY3" fmla="*/ 4067 h 4066"/>
                <a:gd name="connsiteX4" fmla="*/ 0 w 30669"/>
                <a:gd name="connsiteY4" fmla="*/ 0 h 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6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E9F364A7-B793-1FF8-18EE-A2F2FE4F9221}"/>
                </a:ext>
              </a:extLst>
            </p:cNvPr>
            <p:cNvSpPr/>
            <p:nvPr/>
          </p:nvSpPr>
          <p:spPr>
            <a:xfrm>
              <a:off x="633316" y="3293715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4 w 23516"/>
                <a:gd name="connsiteY1" fmla="*/ 20191 h 37056"/>
                <a:gd name="connsiteX2" fmla="*/ 23516 w 23516"/>
                <a:gd name="connsiteY2" fmla="*/ 25980 h 37056"/>
                <a:gd name="connsiteX3" fmla="*/ 19880 w 23516"/>
                <a:gd name="connsiteY3" fmla="*/ 34162 h 37056"/>
                <a:gd name="connsiteX4" fmla="*/ 9545 w 23516"/>
                <a:gd name="connsiteY4" fmla="*/ 37056 h 37056"/>
                <a:gd name="connsiteX5" fmla="*/ 4904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1 w 23516"/>
                <a:gd name="connsiteY8" fmla="*/ 32392 h 37056"/>
                <a:gd name="connsiteX9" fmla="*/ 9402 w 23516"/>
                <a:gd name="connsiteY9" fmla="*/ 32990 h 37056"/>
                <a:gd name="connsiteX10" fmla="*/ 16315 w 23516"/>
                <a:gd name="connsiteY10" fmla="*/ 31196 h 37056"/>
                <a:gd name="connsiteX11" fmla="*/ 18708 w 23516"/>
                <a:gd name="connsiteY11" fmla="*/ 25980 h 37056"/>
                <a:gd name="connsiteX12" fmla="*/ 16482 w 23516"/>
                <a:gd name="connsiteY12" fmla="*/ 21052 h 37056"/>
                <a:gd name="connsiteX13" fmla="*/ 10334 w 23516"/>
                <a:gd name="connsiteY13" fmla="*/ 19258 h 37056"/>
                <a:gd name="connsiteX14" fmla="*/ 6172 w 23516"/>
                <a:gd name="connsiteY14" fmla="*/ 19258 h 37056"/>
                <a:gd name="connsiteX15" fmla="*/ 6172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5 h 37056"/>
                <a:gd name="connsiteX18" fmla="*/ 17870 w 23516"/>
                <a:gd name="connsiteY18" fmla="*/ 9761 h 37056"/>
                <a:gd name="connsiteX19" fmla="*/ 15908 w 23516"/>
                <a:gd name="connsiteY19" fmla="*/ 5550 h 37056"/>
                <a:gd name="connsiteX20" fmla="*/ 10334 w 23516"/>
                <a:gd name="connsiteY20" fmla="*/ 4067 h 37056"/>
                <a:gd name="connsiteX21" fmla="*/ 6076 w 23516"/>
                <a:gd name="connsiteY21" fmla="*/ 4498 h 37056"/>
                <a:gd name="connsiteX22" fmla="*/ 1076 w 23516"/>
                <a:gd name="connsiteY22" fmla="*/ 5837 h 37056"/>
                <a:gd name="connsiteX23" fmla="*/ 1076 w 23516"/>
                <a:gd name="connsiteY23" fmla="*/ 1531 h 37056"/>
                <a:gd name="connsiteX24" fmla="*/ 6220 w 23516"/>
                <a:gd name="connsiteY24" fmla="*/ 383 h 37056"/>
                <a:gd name="connsiteX25" fmla="*/ 10765 w 23516"/>
                <a:gd name="connsiteY25" fmla="*/ 0 h 37056"/>
                <a:gd name="connsiteX26" fmla="*/ 19473 w 23516"/>
                <a:gd name="connsiteY26" fmla="*/ 2512 h 37056"/>
                <a:gd name="connsiteX27" fmla="*/ 22679 w 23516"/>
                <a:gd name="connsiteY27" fmla="*/ 9258 h 37056"/>
                <a:gd name="connsiteX28" fmla="*/ 20980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0" y="17599"/>
                    <a:pt x="20263" y="18628"/>
                    <a:pt x="21554" y="20191"/>
                  </a:cubicBezTo>
                  <a:cubicBezTo>
                    <a:pt x="22862" y="21754"/>
                    <a:pt x="23516" y="23684"/>
                    <a:pt x="23516" y="25980"/>
                  </a:cubicBezTo>
                  <a:cubicBezTo>
                    <a:pt x="23516" y="29505"/>
                    <a:pt x="22304" y="32232"/>
                    <a:pt x="19880" y="34162"/>
                  </a:cubicBezTo>
                  <a:cubicBezTo>
                    <a:pt x="17456" y="36091"/>
                    <a:pt x="14010" y="37056"/>
                    <a:pt x="9545" y="37056"/>
                  </a:cubicBezTo>
                  <a:cubicBezTo>
                    <a:pt x="8046" y="37056"/>
                    <a:pt x="6499" y="36905"/>
                    <a:pt x="4904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39" y="31403"/>
                    <a:pt x="2806" y="31993"/>
                    <a:pt x="4401" y="32392"/>
                  </a:cubicBezTo>
                  <a:cubicBezTo>
                    <a:pt x="5997" y="32790"/>
                    <a:pt x="7663" y="32990"/>
                    <a:pt x="9402" y="32990"/>
                  </a:cubicBezTo>
                  <a:cubicBezTo>
                    <a:pt x="12432" y="32990"/>
                    <a:pt x="14736" y="32392"/>
                    <a:pt x="16315" y="31196"/>
                  </a:cubicBezTo>
                  <a:cubicBezTo>
                    <a:pt x="17910" y="30000"/>
                    <a:pt x="18708" y="28261"/>
                    <a:pt x="18708" y="25980"/>
                  </a:cubicBezTo>
                  <a:cubicBezTo>
                    <a:pt x="18708" y="23875"/>
                    <a:pt x="17966" y="22233"/>
                    <a:pt x="16482" y="21052"/>
                  </a:cubicBezTo>
                  <a:cubicBezTo>
                    <a:pt x="15015" y="19856"/>
                    <a:pt x="12966" y="19258"/>
                    <a:pt x="10334" y="19258"/>
                  </a:cubicBezTo>
                  <a:lnTo>
                    <a:pt x="6172" y="19258"/>
                  </a:lnTo>
                  <a:lnTo>
                    <a:pt x="6172" y="15287"/>
                  </a:lnTo>
                  <a:lnTo>
                    <a:pt x="10526" y="15287"/>
                  </a:lnTo>
                  <a:cubicBezTo>
                    <a:pt x="12902" y="15287"/>
                    <a:pt x="14720" y="14816"/>
                    <a:pt x="15981" y="13875"/>
                  </a:cubicBezTo>
                  <a:cubicBezTo>
                    <a:pt x="17240" y="12918"/>
                    <a:pt x="17870" y="11547"/>
                    <a:pt x="17870" y="9761"/>
                  </a:cubicBezTo>
                  <a:cubicBezTo>
                    <a:pt x="17870" y="7926"/>
                    <a:pt x="17217" y="6523"/>
                    <a:pt x="15908" y="5550"/>
                  </a:cubicBezTo>
                  <a:cubicBezTo>
                    <a:pt x="14617" y="4561"/>
                    <a:pt x="12758" y="4067"/>
                    <a:pt x="10334" y="4067"/>
                  </a:cubicBezTo>
                  <a:cubicBezTo>
                    <a:pt x="9011" y="4067"/>
                    <a:pt x="7591" y="4211"/>
                    <a:pt x="6076" y="4498"/>
                  </a:cubicBezTo>
                  <a:cubicBezTo>
                    <a:pt x="4561" y="4785"/>
                    <a:pt x="2894" y="5231"/>
                    <a:pt x="1076" y="5837"/>
                  </a:cubicBezTo>
                  <a:lnTo>
                    <a:pt x="1076" y="1531"/>
                  </a:lnTo>
                  <a:cubicBezTo>
                    <a:pt x="2910" y="1021"/>
                    <a:pt x="4625" y="638"/>
                    <a:pt x="6220" y="383"/>
                  </a:cubicBezTo>
                  <a:cubicBezTo>
                    <a:pt x="7830" y="128"/>
                    <a:pt x="9346" y="0"/>
                    <a:pt x="10765" y="0"/>
                  </a:cubicBezTo>
                  <a:cubicBezTo>
                    <a:pt x="14433" y="0"/>
                    <a:pt x="17336" y="837"/>
                    <a:pt x="19473" y="2512"/>
                  </a:cubicBezTo>
                  <a:cubicBezTo>
                    <a:pt x="21610" y="4171"/>
                    <a:pt x="22679" y="6419"/>
                    <a:pt x="22679" y="9258"/>
                  </a:cubicBezTo>
                  <a:cubicBezTo>
                    <a:pt x="22679" y="11236"/>
                    <a:pt x="22112" y="12910"/>
                    <a:pt x="20980" y="14282"/>
                  </a:cubicBezTo>
                  <a:cubicBezTo>
                    <a:pt x="19848" y="15637"/>
                    <a:pt x="18237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D8DDD53-1819-8834-7FC1-EA99C032184D}"/>
                </a:ext>
              </a:extLst>
            </p:cNvPr>
            <p:cNvSpPr/>
            <p:nvPr/>
          </p:nvSpPr>
          <p:spPr>
            <a:xfrm>
              <a:off x="594704" y="3192510"/>
              <a:ext cx="30669" cy="4067"/>
            </a:xfrm>
            <a:custGeom>
              <a:avLst/>
              <a:gdLst>
                <a:gd name="connsiteX0" fmla="*/ 0 w 30669"/>
                <a:gd name="connsiteY0" fmla="*/ 0 h 4067"/>
                <a:gd name="connsiteX1" fmla="*/ 30669 w 30669"/>
                <a:gd name="connsiteY1" fmla="*/ 0 h 4067"/>
                <a:gd name="connsiteX2" fmla="*/ 30669 w 30669"/>
                <a:gd name="connsiteY2" fmla="*/ 4067 h 4067"/>
                <a:gd name="connsiteX3" fmla="*/ 0 w 30669"/>
                <a:gd name="connsiteY3" fmla="*/ 4067 h 4067"/>
                <a:gd name="connsiteX4" fmla="*/ 0 w 30669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616AC31-6421-725C-DC86-374402693586}"/>
                </a:ext>
              </a:extLst>
            </p:cNvPr>
            <p:cNvSpPr/>
            <p:nvPr/>
          </p:nvSpPr>
          <p:spPr>
            <a:xfrm>
              <a:off x="634153" y="3173539"/>
              <a:ext cx="22679" cy="36362"/>
            </a:xfrm>
            <a:custGeom>
              <a:avLst/>
              <a:gdLst>
                <a:gd name="connsiteX0" fmla="*/ 5813 w 22679"/>
                <a:gd name="connsiteY0" fmla="*/ 32296 h 36362"/>
                <a:gd name="connsiteX1" fmla="*/ 22679 w 22679"/>
                <a:gd name="connsiteY1" fmla="*/ 32296 h 36362"/>
                <a:gd name="connsiteX2" fmla="*/ 22679 w 22679"/>
                <a:gd name="connsiteY2" fmla="*/ 36362 h 36362"/>
                <a:gd name="connsiteX3" fmla="*/ 0 w 22679"/>
                <a:gd name="connsiteY3" fmla="*/ 36362 h 36362"/>
                <a:gd name="connsiteX4" fmla="*/ 0 w 22679"/>
                <a:gd name="connsiteY4" fmla="*/ 32296 h 36362"/>
                <a:gd name="connsiteX5" fmla="*/ 7488 w 22679"/>
                <a:gd name="connsiteY5" fmla="*/ 24664 h 36362"/>
                <a:gd name="connsiteX6" fmla="*/ 13469 w 22679"/>
                <a:gd name="connsiteY6" fmla="*/ 18469 h 36362"/>
                <a:gd name="connsiteX7" fmla="*/ 16699 w 22679"/>
                <a:gd name="connsiteY7" fmla="*/ 14067 h 36362"/>
                <a:gd name="connsiteX8" fmla="*/ 17632 w 22679"/>
                <a:gd name="connsiteY8" fmla="*/ 10502 h 36362"/>
                <a:gd name="connsiteX9" fmla="*/ 15622 w 22679"/>
                <a:gd name="connsiteY9" fmla="*/ 5861 h 36362"/>
                <a:gd name="connsiteX10" fmla="*/ 10430 w 22679"/>
                <a:gd name="connsiteY10" fmla="*/ 4067 h 36362"/>
                <a:gd name="connsiteX11" fmla="*/ 5622 w 22679"/>
                <a:gd name="connsiteY11" fmla="*/ 4856 h 36362"/>
                <a:gd name="connsiteX12" fmla="*/ 239 w 22679"/>
                <a:gd name="connsiteY12" fmla="*/ 7249 h 36362"/>
                <a:gd name="connsiteX13" fmla="*/ 239 w 22679"/>
                <a:gd name="connsiteY13" fmla="*/ 2368 h 36362"/>
                <a:gd name="connsiteX14" fmla="*/ 5694 w 22679"/>
                <a:gd name="connsiteY14" fmla="*/ 598 h 36362"/>
                <a:gd name="connsiteX15" fmla="*/ 10335 w 22679"/>
                <a:gd name="connsiteY15" fmla="*/ 0 h 36362"/>
                <a:gd name="connsiteX16" fmla="*/ 19187 w 22679"/>
                <a:gd name="connsiteY16" fmla="*/ 2775 h 36362"/>
                <a:gd name="connsiteX17" fmla="*/ 22488 w 22679"/>
                <a:gd name="connsiteY17" fmla="*/ 10191 h 36362"/>
                <a:gd name="connsiteX18" fmla="*/ 21650 w 22679"/>
                <a:gd name="connsiteY18" fmla="*/ 14378 h 36362"/>
                <a:gd name="connsiteX19" fmla="*/ 18660 w 22679"/>
                <a:gd name="connsiteY19" fmla="*/ 19018 h 36362"/>
                <a:gd name="connsiteX20" fmla="*/ 14856 w 22679"/>
                <a:gd name="connsiteY20" fmla="*/ 23038 h 36362"/>
                <a:gd name="connsiteX21" fmla="*/ 5813 w 22679"/>
                <a:gd name="connsiteY21" fmla="*/ 32296 h 3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2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2"/>
                  </a:lnTo>
                  <a:lnTo>
                    <a:pt x="0" y="36362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4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7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6"/>
                    <a:pt x="5694" y="598"/>
                  </a:cubicBezTo>
                  <a:cubicBezTo>
                    <a:pt x="7384" y="199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8"/>
                    <a:pt x="22209" y="13054"/>
                    <a:pt x="21650" y="14378"/>
                  </a:cubicBezTo>
                  <a:cubicBezTo>
                    <a:pt x="21108" y="15685"/>
                    <a:pt x="20111" y="17232"/>
                    <a:pt x="18660" y="19018"/>
                  </a:cubicBezTo>
                  <a:cubicBezTo>
                    <a:pt x="18261" y="19481"/>
                    <a:pt x="16993" y="20821"/>
                    <a:pt x="14856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EFA49E25-51E3-7DD2-7AC7-EA467DD72304}"/>
                </a:ext>
              </a:extLst>
            </p:cNvPr>
            <p:cNvSpPr/>
            <p:nvPr/>
          </p:nvSpPr>
          <p:spPr>
            <a:xfrm>
              <a:off x="594321" y="3072334"/>
              <a:ext cx="30668" cy="4067"/>
            </a:xfrm>
            <a:custGeom>
              <a:avLst/>
              <a:gdLst>
                <a:gd name="connsiteX0" fmla="*/ 0 w 30668"/>
                <a:gd name="connsiteY0" fmla="*/ 0 h 4067"/>
                <a:gd name="connsiteX1" fmla="*/ 30669 w 30668"/>
                <a:gd name="connsiteY1" fmla="*/ 0 h 4067"/>
                <a:gd name="connsiteX2" fmla="*/ 30669 w 30668"/>
                <a:gd name="connsiteY2" fmla="*/ 4067 h 4067"/>
                <a:gd name="connsiteX3" fmla="*/ 0 w 30668"/>
                <a:gd name="connsiteY3" fmla="*/ 4067 h 4067"/>
                <a:gd name="connsiteX4" fmla="*/ 0 w 30668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ECABDA33-66A4-07EC-26D3-2EAE7D070706}"/>
                </a:ext>
              </a:extLst>
            </p:cNvPr>
            <p:cNvSpPr/>
            <p:nvPr/>
          </p:nvSpPr>
          <p:spPr>
            <a:xfrm>
              <a:off x="635564" y="3054009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3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3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930D477-CC6C-440B-C443-AADA9E8DBE0F}"/>
                </a:ext>
              </a:extLst>
            </p:cNvPr>
            <p:cNvSpPr/>
            <p:nvPr/>
          </p:nvSpPr>
          <p:spPr>
            <a:xfrm>
              <a:off x="632144" y="2933187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8A20FC77-DA87-0834-5D3E-B80A50F0D1E9}"/>
                </a:ext>
              </a:extLst>
            </p:cNvPr>
            <p:cNvSpPr/>
            <p:nvPr/>
          </p:nvSpPr>
          <p:spPr>
            <a:xfrm>
              <a:off x="535793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C5004A61-EBA9-984E-5571-84EDB5596AD1}"/>
                </a:ext>
              </a:extLst>
            </p:cNvPr>
            <p:cNvSpPr/>
            <p:nvPr/>
          </p:nvSpPr>
          <p:spPr>
            <a:xfrm>
              <a:off x="518337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41207603-4DF1-D3A6-5F5D-8A9BDC899642}"/>
                </a:ext>
              </a:extLst>
            </p:cNvPr>
            <p:cNvSpPr/>
            <p:nvPr/>
          </p:nvSpPr>
          <p:spPr>
            <a:xfrm>
              <a:off x="535793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59B744F-5EE2-A514-33E7-A68591C9B1F2}"/>
                </a:ext>
              </a:extLst>
            </p:cNvPr>
            <p:cNvSpPr/>
            <p:nvPr/>
          </p:nvSpPr>
          <p:spPr>
            <a:xfrm>
              <a:off x="518337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B6BD955-B44A-18BE-40F0-1F7A5286A150}"/>
              </a:ext>
            </a:extLst>
          </p:cNvPr>
          <p:cNvGrpSpPr/>
          <p:nvPr/>
        </p:nvGrpSpPr>
        <p:grpSpPr>
          <a:xfrm>
            <a:off x="712724" y="2951692"/>
            <a:ext cx="577789" cy="740098"/>
            <a:chOff x="712724" y="2951692"/>
            <a:chExt cx="577789" cy="740098"/>
          </a:xfrm>
        </p:grpSpPr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7B57C7B-FAC1-DEF6-6D8F-DA71957C90D3}"/>
                </a:ext>
              </a:extLst>
            </p:cNvPr>
            <p:cNvSpPr/>
            <p:nvPr/>
          </p:nvSpPr>
          <p:spPr>
            <a:xfrm>
              <a:off x="712724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67E1208B-3839-D9DA-6ADD-2BA8D9721687}"/>
                </a:ext>
              </a:extLst>
            </p:cNvPr>
            <p:cNvSpPr/>
            <p:nvPr/>
          </p:nvSpPr>
          <p:spPr>
            <a:xfrm>
              <a:off x="1289923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9AF4503-9E11-65D9-9ACB-52746154015B}"/>
                </a:ext>
              </a:extLst>
            </p:cNvPr>
            <p:cNvSpPr/>
            <p:nvPr/>
          </p:nvSpPr>
          <p:spPr>
            <a:xfrm>
              <a:off x="712724" y="2951692"/>
              <a:ext cx="577199" cy="740098"/>
            </a:xfrm>
            <a:custGeom>
              <a:avLst/>
              <a:gdLst>
                <a:gd name="connsiteX0" fmla="*/ 0 w 577199"/>
                <a:gd name="connsiteY0" fmla="*/ 740099 h 740098"/>
                <a:gd name="connsiteX1" fmla="*/ 0 w 577199"/>
                <a:gd name="connsiteY1" fmla="*/ 0 h 740098"/>
                <a:gd name="connsiteX2" fmla="*/ 577199 w 577199"/>
                <a:gd name="connsiteY2" fmla="*/ 0 h 740098"/>
                <a:gd name="connsiteX3" fmla="*/ 577199 w 577199"/>
                <a:gd name="connsiteY3" fmla="*/ 740099 h 740098"/>
                <a:gd name="connsiteX4" fmla="*/ 0 w 577199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199" h="740098">
                  <a:moveTo>
                    <a:pt x="0" y="740099"/>
                  </a:moveTo>
                  <a:lnTo>
                    <a:pt x="0" y="0"/>
                  </a:lnTo>
                  <a:lnTo>
                    <a:pt x="577199" y="0"/>
                  </a:lnTo>
                  <a:lnTo>
                    <a:pt x="577199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17" name="Freeform 116">
            <a:extLst>
              <a:ext uri="{FF2B5EF4-FFF2-40B4-BE49-F238E27FC236}">
                <a16:creationId xmlns:a16="http://schemas.microsoft.com/office/drawing/2014/main" id="{92CC02B2-B178-E302-E002-7D5891C349CE}"/>
              </a:ext>
            </a:extLst>
          </p:cNvPr>
          <p:cNvSpPr/>
          <p:nvPr/>
        </p:nvSpPr>
        <p:spPr>
          <a:xfrm>
            <a:off x="712724" y="2951692"/>
            <a:ext cx="1154399" cy="740098"/>
          </a:xfrm>
          <a:custGeom>
            <a:avLst/>
            <a:gdLst>
              <a:gd name="connsiteX0" fmla="*/ 0 w 1154399"/>
              <a:gd name="connsiteY0" fmla="*/ 0 h 740098"/>
              <a:gd name="connsiteX1" fmla="*/ 1156 w 1154399"/>
              <a:gd name="connsiteY1" fmla="*/ 0 h 740098"/>
              <a:gd name="connsiteX2" fmla="*/ 2311 w 1154399"/>
              <a:gd name="connsiteY2" fmla="*/ 0 h 740098"/>
              <a:gd name="connsiteX3" fmla="*/ 3467 w 1154399"/>
              <a:gd name="connsiteY3" fmla="*/ 0 h 740098"/>
              <a:gd name="connsiteX4" fmla="*/ 4622 w 1154399"/>
              <a:gd name="connsiteY4" fmla="*/ 0 h 740098"/>
              <a:gd name="connsiteX5" fmla="*/ 5777 w 1154399"/>
              <a:gd name="connsiteY5" fmla="*/ 0 h 740098"/>
              <a:gd name="connsiteX6" fmla="*/ 6933 w 1154399"/>
              <a:gd name="connsiteY6" fmla="*/ 0 h 740098"/>
              <a:gd name="connsiteX7" fmla="*/ 8089 w 1154399"/>
              <a:gd name="connsiteY7" fmla="*/ 0 h 740098"/>
              <a:gd name="connsiteX8" fmla="*/ 9245 w 1154399"/>
              <a:gd name="connsiteY8" fmla="*/ 0 h 740098"/>
              <a:gd name="connsiteX9" fmla="*/ 10400 w 1154399"/>
              <a:gd name="connsiteY9" fmla="*/ 0 h 740098"/>
              <a:gd name="connsiteX10" fmla="*/ 11555 w 1154399"/>
              <a:gd name="connsiteY10" fmla="*/ 0 h 740098"/>
              <a:gd name="connsiteX11" fmla="*/ 12711 w 1154399"/>
              <a:gd name="connsiteY11" fmla="*/ 0 h 740098"/>
              <a:gd name="connsiteX12" fmla="*/ 13866 w 1154399"/>
              <a:gd name="connsiteY12" fmla="*/ 0 h 740098"/>
              <a:gd name="connsiteX13" fmla="*/ 15022 w 1154399"/>
              <a:gd name="connsiteY13" fmla="*/ 0 h 740098"/>
              <a:gd name="connsiteX14" fmla="*/ 16178 w 1154399"/>
              <a:gd name="connsiteY14" fmla="*/ 0 h 740098"/>
              <a:gd name="connsiteX15" fmla="*/ 17333 w 1154399"/>
              <a:gd name="connsiteY15" fmla="*/ 0 h 740098"/>
              <a:gd name="connsiteX16" fmla="*/ 18489 w 1154399"/>
              <a:gd name="connsiteY16" fmla="*/ 0 h 740098"/>
              <a:gd name="connsiteX17" fmla="*/ 19644 w 1154399"/>
              <a:gd name="connsiteY17" fmla="*/ 0 h 740098"/>
              <a:gd name="connsiteX18" fmla="*/ 20800 w 1154399"/>
              <a:gd name="connsiteY18" fmla="*/ 0 h 740098"/>
              <a:gd name="connsiteX19" fmla="*/ 21955 w 1154399"/>
              <a:gd name="connsiteY19" fmla="*/ 0 h 740098"/>
              <a:gd name="connsiteX20" fmla="*/ 23111 w 1154399"/>
              <a:gd name="connsiteY20" fmla="*/ 0 h 740098"/>
              <a:gd name="connsiteX21" fmla="*/ 24267 w 1154399"/>
              <a:gd name="connsiteY21" fmla="*/ 0 h 740098"/>
              <a:gd name="connsiteX22" fmla="*/ 25422 w 1154399"/>
              <a:gd name="connsiteY22" fmla="*/ 0 h 740098"/>
              <a:gd name="connsiteX23" fmla="*/ 26577 w 1154399"/>
              <a:gd name="connsiteY23" fmla="*/ 0 h 740098"/>
              <a:gd name="connsiteX24" fmla="*/ 27733 w 1154399"/>
              <a:gd name="connsiteY24" fmla="*/ 0 h 740098"/>
              <a:gd name="connsiteX25" fmla="*/ 28889 w 1154399"/>
              <a:gd name="connsiteY25" fmla="*/ 0 h 740098"/>
              <a:gd name="connsiteX26" fmla="*/ 30045 w 1154399"/>
              <a:gd name="connsiteY26" fmla="*/ 0 h 740098"/>
              <a:gd name="connsiteX27" fmla="*/ 31200 w 1154399"/>
              <a:gd name="connsiteY27" fmla="*/ 0 h 740098"/>
              <a:gd name="connsiteX28" fmla="*/ 32356 w 1154399"/>
              <a:gd name="connsiteY28" fmla="*/ 0 h 740098"/>
              <a:gd name="connsiteX29" fmla="*/ 33511 w 1154399"/>
              <a:gd name="connsiteY29" fmla="*/ 0 h 740098"/>
              <a:gd name="connsiteX30" fmla="*/ 34666 w 1154399"/>
              <a:gd name="connsiteY30" fmla="*/ 0 h 740098"/>
              <a:gd name="connsiteX31" fmla="*/ 35822 w 1154399"/>
              <a:gd name="connsiteY31" fmla="*/ 0 h 740098"/>
              <a:gd name="connsiteX32" fmla="*/ 36978 w 1154399"/>
              <a:gd name="connsiteY32" fmla="*/ 0 h 740098"/>
              <a:gd name="connsiteX33" fmla="*/ 38134 w 1154399"/>
              <a:gd name="connsiteY33" fmla="*/ 0 h 740098"/>
              <a:gd name="connsiteX34" fmla="*/ 39289 w 1154399"/>
              <a:gd name="connsiteY34" fmla="*/ 0 h 740098"/>
              <a:gd name="connsiteX35" fmla="*/ 40444 w 1154399"/>
              <a:gd name="connsiteY35" fmla="*/ 0 h 740098"/>
              <a:gd name="connsiteX36" fmla="*/ 41600 w 1154399"/>
              <a:gd name="connsiteY36" fmla="*/ 0 h 740098"/>
              <a:gd name="connsiteX37" fmla="*/ 42755 w 1154399"/>
              <a:gd name="connsiteY37" fmla="*/ 0 h 740098"/>
              <a:gd name="connsiteX38" fmla="*/ 43911 w 1154399"/>
              <a:gd name="connsiteY38" fmla="*/ 0 h 740098"/>
              <a:gd name="connsiteX39" fmla="*/ 45067 w 1154399"/>
              <a:gd name="connsiteY39" fmla="*/ 0 h 740098"/>
              <a:gd name="connsiteX40" fmla="*/ 46222 w 1154399"/>
              <a:gd name="connsiteY40" fmla="*/ 0 h 740098"/>
              <a:gd name="connsiteX41" fmla="*/ 47378 w 1154399"/>
              <a:gd name="connsiteY41" fmla="*/ 0 h 740098"/>
              <a:gd name="connsiteX42" fmla="*/ 48533 w 1154399"/>
              <a:gd name="connsiteY42" fmla="*/ 0 h 740098"/>
              <a:gd name="connsiteX43" fmla="*/ 49689 w 1154399"/>
              <a:gd name="connsiteY43" fmla="*/ 0 h 740098"/>
              <a:gd name="connsiteX44" fmla="*/ 50844 w 1154399"/>
              <a:gd name="connsiteY44" fmla="*/ 0 h 740098"/>
              <a:gd name="connsiteX45" fmla="*/ 52000 w 1154399"/>
              <a:gd name="connsiteY45" fmla="*/ 0 h 740098"/>
              <a:gd name="connsiteX46" fmla="*/ 53156 w 1154399"/>
              <a:gd name="connsiteY46" fmla="*/ 0 h 740098"/>
              <a:gd name="connsiteX47" fmla="*/ 54311 w 1154399"/>
              <a:gd name="connsiteY47" fmla="*/ 0 h 740098"/>
              <a:gd name="connsiteX48" fmla="*/ 55466 w 1154399"/>
              <a:gd name="connsiteY48" fmla="*/ 0 h 740098"/>
              <a:gd name="connsiteX49" fmla="*/ 56622 w 1154399"/>
              <a:gd name="connsiteY49" fmla="*/ 0 h 740098"/>
              <a:gd name="connsiteX50" fmla="*/ 57778 w 1154399"/>
              <a:gd name="connsiteY50" fmla="*/ 0 h 740098"/>
              <a:gd name="connsiteX51" fmla="*/ 58933 w 1154399"/>
              <a:gd name="connsiteY51" fmla="*/ 0 h 740098"/>
              <a:gd name="connsiteX52" fmla="*/ 60089 w 1154399"/>
              <a:gd name="connsiteY52" fmla="*/ 0 h 740098"/>
              <a:gd name="connsiteX53" fmla="*/ 61244 w 1154399"/>
              <a:gd name="connsiteY53" fmla="*/ 0 h 740098"/>
              <a:gd name="connsiteX54" fmla="*/ 62400 w 1154399"/>
              <a:gd name="connsiteY54" fmla="*/ 0 h 740098"/>
              <a:gd name="connsiteX55" fmla="*/ 63555 w 1154399"/>
              <a:gd name="connsiteY55" fmla="*/ 0 h 740098"/>
              <a:gd name="connsiteX56" fmla="*/ 64711 w 1154399"/>
              <a:gd name="connsiteY56" fmla="*/ 0 h 740098"/>
              <a:gd name="connsiteX57" fmla="*/ 65867 w 1154399"/>
              <a:gd name="connsiteY57" fmla="*/ 0 h 740098"/>
              <a:gd name="connsiteX58" fmla="*/ 67022 w 1154399"/>
              <a:gd name="connsiteY58" fmla="*/ 0 h 740098"/>
              <a:gd name="connsiteX59" fmla="*/ 68178 w 1154399"/>
              <a:gd name="connsiteY59" fmla="*/ 0 h 740098"/>
              <a:gd name="connsiteX60" fmla="*/ 69333 w 1154399"/>
              <a:gd name="connsiteY60" fmla="*/ 0 h 740098"/>
              <a:gd name="connsiteX61" fmla="*/ 70489 w 1154399"/>
              <a:gd name="connsiteY61" fmla="*/ 0 h 740098"/>
              <a:gd name="connsiteX62" fmla="*/ 71644 w 1154399"/>
              <a:gd name="connsiteY62" fmla="*/ 0 h 740098"/>
              <a:gd name="connsiteX63" fmla="*/ 72800 w 1154399"/>
              <a:gd name="connsiteY63" fmla="*/ 0 h 740098"/>
              <a:gd name="connsiteX64" fmla="*/ 73956 w 1154399"/>
              <a:gd name="connsiteY64" fmla="*/ 0 h 740098"/>
              <a:gd name="connsiteX65" fmla="*/ 75111 w 1154399"/>
              <a:gd name="connsiteY65" fmla="*/ 0 h 740098"/>
              <a:gd name="connsiteX66" fmla="*/ 76266 w 1154399"/>
              <a:gd name="connsiteY66" fmla="*/ 0 h 740098"/>
              <a:gd name="connsiteX67" fmla="*/ 77422 w 1154399"/>
              <a:gd name="connsiteY67" fmla="*/ 0 h 740098"/>
              <a:gd name="connsiteX68" fmla="*/ 78578 w 1154399"/>
              <a:gd name="connsiteY68" fmla="*/ 0 h 740098"/>
              <a:gd name="connsiteX69" fmla="*/ 79733 w 1154399"/>
              <a:gd name="connsiteY69" fmla="*/ 0 h 740098"/>
              <a:gd name="connsiteX70" fmla="*/ 80889 w 1154399"/>
              <a:gd name="connsiteY70" fmla="*/ 0 h 740098"/>
              <a:gd name="connsiteX71" fmla="*/ 82045 w 1154399"/>
              <a:gd name="connsiteY71" fmla="*/ 0 h 740098"/>
              <a:gd name="connsiteX72" fmla="*/ 83200 w 1154399"/>
              <a:gd name="connsiteY72" fmla="*/ 0 h 740098"/>
              <a:gd name="connsiteX73" fmla="*/ 84355 w 1154399"/>
              <a:gd name="connsiteY73" fmla="*/ 0 h 740098"/>
              <a:gd name="connsiteX74" fmla="*/ 85511 w 1154399"/>
              <a:gd name="connsiteY74" fmla="*/ 0 h 740098"/>
              <a:gd name="connsiteX75" fmla="*/ 86667 w 1154399"/>
              <a:gd name="connsiteY75" fmla="*/ 0 h 740098"/>
              <a:gd name="connsiteX76" fmla="*/ 87822 w 1154399"/>
              <a:gd name="connsiteY76" fmla="*/ 0 h 740098"/>
              <a:gd name="connsiteX77" fmla="*/ 88978 w 1154399"/>
              <a:gd name="connsiteY77" fmla="*/ 0 h 740098"/>
              <a:gd name="connsiteX78" fmla="*/ 90133 w 1154399"/>
              <a:gd name="connsiteY78" fmla="*/ 0 h 740098"/>
              <a:gd name="connsiteX79" fmla="*/ 91289 w 1154399"/>
              <a:gd name="connsiteY79" fmla="*/ 0 h 740098"/>
              <a:gd name="connsiteX80" fmla="*/ 92444 w 1154399"/>
              <a:gd name="connsiteY80" fmla="*/ 0 h 740098"/>
              <a:gd name="connsiteX81" fmla="*/ 93600 w 1154399"/>
              <a:gd name="connsiteY81" fmla="*/ 0 h 740098"/>
              <a:gd name="connsiteX82" fmla="*/ 94756 w 1154399"/>
              <a:gd name="connsiteY82" fmla="*/ 0 h 740098"/>
              <a:gd name="connsiteX83" fmla="*/ 95911 w 1154399"/>
              <a:gd name="connsiteY83" fmla="*/ 0 h 740098"/>
              <a:gd name="connsiteX84" fmla="*/ 97067 w 1154399"/>
              <a:gd name="connsiteY84" fmla="*/ 0 h 740098"/>
              <a:gd name="connsiteX85" fmla="*/ 98222 w 1154399"/>
              <a:gd name="connsiteY85" fmla="*/ 0 h 740098"/>
              <a:gd name="connsiteX86" fmla="*/ 99378 w 1154399"/>
              <a:gd name="connsiteY86" fmla="*/ 0 h 740098"/>
              <a:gd name="connsiteX87" fmla="*/ 100533 w 1154399"/>
              <a:gd name="connsiteY87" fmla="*/ 0 h 740098"/>
              <a:gd name="connsiteX88" fmla="*/ 101689 w 1154399"/>
              <a:gd name="connsiteY88" fmla="*/ 0 h 740098"/>
              <a:gd name="connsiteX89" fmla="*/ 102845 w 1154399"/>
              <a:gd name="connsiteY89" fmla="*/ 0 h 740098"/>
              <a:gd name="connsiteX90" fmla="*/ 104000 w 1154399"/>
              <a:gd name="connsiteY90" fmla="*/ 0 h 740098"/>
              <a:gd name="connsiteX91" fmla="*/ 105155 w 1154399"/>
              <a:gd name="connsiteY91" fmla="*/ 0 h 740098"/>
              <a:gd name="connsiteX92" fmla="*/ 106311 w 1154399"/>
              <a:gd name="connsiteY92" fmla="*/ 0 h 740098"/>
              <a:gd name="connsiteX93" fmla="*/ 107467 w 1154399"/>
              <a:gd name="connsiteY93" fmla="*/ 0 h 740098"/>
              <a:gd name="connsiteX94" fmla="*/ 108622 w 1154399"/>
              <a:gd name="connsiteY94" fmla="*/ 0 h 740098"/>
              <a:gd name="connsiteX95" fmla="*/ 109778 w 1154399"/>
              <a:gd name="connsiteY95" fmla="*/ 0 h 740098"/>
              <a:gd name="connsiteX96" fmla="*/ 110933 w 1154399"/>
              <a:gd name="connsiteY96" fmla="*/ 0 h 740098"/>
              <a:gd name="connsiteX97" fmla="*/ 112089 w 1154399"/>
              <a:gd name="connsiteY97" fmla="*/ 0 h 740098"/>
              <a:gd name="connsiteX98" fmla="*/ 113244 w 1154399"/>
              <a:gd name="connsiteY98" fmla="*/ 0 h 740098"/>
              <a:gd name="connsiteX99" fmla="*/ 114400 w 1154399"/>
              <a:gd name="connsiteY99" fmla="*/ 0 h 740098"/>
              <a:gd name="connsiteX100" fmla="*/ 115556 w 1154399"/>
              <a:gd name="connsiteY100" fmla="*/ 0 h 740098"/>
              <a:gd name="connsiteX101" fmla="*/ 116711 w 1154399"/>
              <a:gd name="connsiteY101" fmla="*/ 0 h 740098"/>
              <a:gd name="connsiteX102" fmla="*/ 117867 w 1154399"/>
              <a:gd name="connsiteY102" fmla="*/ 1 h 740098"/>
              <a:gd name="connsiteX103" fmla="*/ 119022 w 1154399"/>
              <a:gd name="connsiteY103" fmla="*/ 1 h 740098"/>
              <a:gd name="connsiteX104" fmla="*/ 120178 w 1154399"/>
              <a:gd name="connsiteY104" fmla="*/ 1 h 740098"/>
              <a:gd name="connsiteX105" fmla="*/ 121333 w 1154399"/>
              <a:gd name="connsiteY105" fmla="*/ 1 h 740098"/>
              <a:gd name="connsiteX106" fmla="*/ 122489 w 1154399"/>
              <a:gd name="connsiteY106" fmla="*/ 1 h 740098"/>
              <a:gd name="connsiteX107" fmla="*/ 123645 w 1154399"/>
              <a:gd name="connsiteY107" fmla="*/ 1 h 740098"/>
              <a:gd name="connsiteX108" fmla="*/ 124800 w 1154399"/>
              <a:gd name="connsiteY108" fmla="*/ 1 h 740098"/>
              <a:gd name="connsiteX109" fmla="*/ 125955 w 1154399"/>
              <a:gd name="connsiteY109" fmla="*/ 1 h 740098"/>
              <a:gd name="connsiteX110" fmla="*/ 127111 w 1154399"/>
              <a:gd name="connsiteY110" fmla="*/ 1 h 740098"/>
              <a:gd name="connsiteX111" fmla="*/ 128267 w 1154399"/>
              <a:gd name="connsiteY111" fmla="*/ 1 h 740098"/>
              <a:gd name="connsiteX112" fmla="*/ 129422 w 1154399"/>
              <a:gd name="connsiteY112" fmla="*/ 1 h 740098"/>
              <a:gd name="connsiteX113" fmla="*/ 130578 w 1154399"/>
              <a:gd name="connsiteY113" fmla="*/ 1 h 740098"/>
              <a:gd name="connsiteX114" fmla="*/ 131733 w 1154399"/>
              <a:gd name="connsiteY114" fmla="*/ 1 h 740098"/>
              <a:gd name="connsiteX115" fmla="*/ 132889 w 1154399"/>
              <a:gd name="connsiteY115" fmla="*/ 1 h 740098"/>
              <a:gd name="connsiteX116" fmla="*/ 134044 w 1154399"/>
              <a:gd name="connsiteY116" fmla="*/ 1 h 740098"/>
              <a:gd name="connsiteX117" fmla="*/ 135200 w 1154399"/>
              <a:gd name="connsiteY117" fmla="*/ 1 h 740098"/>
              <a:gd name="connsiteX118" fmla="*/ 136356 w 1154399"/>
              <a:gd name="connsiteY118" fmla="*/ 1 h 740098"/>
              <a:gd name="connsiteX119" fmla="*/ 137511 w 1154399"/>
              <a:gd name="connsiteY119" fmla="*/ 1 h 740098"/>
              <a:gd name="connsiteX120" fmla="*/ 138667 w 1154399"/>
              <a:gd name="connsiteY120" fmla="*/ 1 h 740098"/>
              <a:gd name="connsiteX121" fmla="*/ 139822 w 1154399"/>
              <a:gd name="connsiteY121" fmla="*/ 2 h 740098"/>
              <a:gd name="connsiteX122" fmla="*/ 140978 w 1154399"/>
              <a:gd name="connsiteY122" fmla="*/ 2 h 740098"/>
              <a:gd name="connsiteX123" fmla="*/ 142133 w 1154399"/>
              <a:gd name="connsiteY123" fmla="*/ 2 h 740098"/>
              <a:gd name="connsiteX124" fmla="*/ 143289 w 1154399"/>
              <a:gd name="connsiteY124" fmla="*/ 2 h 740098"/>
              <a:gd name="connsiteX125" fmla="*/ 144445 w 1154399"/>
              <a:gd name="connsiteY125" fmla="*/ 2 h 740098"/>
              <a:gd name="connsiteX126" fmla="*/ 145600 w 1154399"/>
              <a:gd name="connsiteY126" fmla="*/ 2 h 740098"/>
              <a:gd name="connsiteX127" fmla="*/ 146756 w 1154399"/>
              <a:gd name="connsiteY127" fmla="*/ 2 h 740098"/>
              <a:gd name="connsiteX128" fmla="*/ 147911 w 1154399"/>
              <a:gd name="connsiteY128" fmla="*/ 2 h 740098"/>
              <a:gd name="connsiteX129" fmla="*/ 149067 w 1154399"/>
              <a:gd name="connsiteY129" fmla="*/ 2 h 740098"/>
              <a:gd name="connsiteX130" fmla="*/ 150222 w 1154399"/>
              <a:gd name="connsiteY130" fmla="*/ 2 h 740098"/>
              <a:gd name="connsiteX131" fmla="*/ 151378 w 1154399"/>
              <a:gd name="connsiteY131" fmla="*/ 3 h 740098"/>
              <a:gd name="connsiteX132" fmla="*/ 152534 w 1154399"/>
              <a:gd name="connsiteY132" fmla="*/ 3 h 740098"/>
              <a:gd name="connsiteX133" fmla="*/ 153689 w 1154399"/>
              <a:gd name="connsiteY133" fmla="*/ 3 h 740098"/>
              <a:gd name="connsiteX134" fmla="*/ 154844 w 1154399"/>
              <a:gd name="connsiteY134" fmla="*/ 3 h 740098"/>
              <a:gd name="connsiteX135" fmla="*/ 156000 w 1154399"/>
              <a:gd name="connsiteY135" fmla="*/ 3 h 740098"/>
              <a:gd name="connsiteX136" fmla="*/ 157156 w 1154399"/>
              <a:gd name="connsiteY136" fmla="*/ 3 h 740098"/>
              <a:gd name="connsiteX137" fmla="*/ 158311 w 1154399"/>
              <a:gd name="connsiteY137" fmla="*/ 4 h 740098"/>
              <a:gd name="connsiteX138" fmla="*/ 159467 w 1154399"/>
              <a:gd name="connsiteY138" fmla="*/ 4 h 740098"/>
              <a:gd name="connsiteX139" fmla="*/ 160622 w 1154399"/>
              <a:gd name="connsiteY139" fmla="*/ 4 h 740098"/>
              <a:gd name="connsiteX140" fmla="*/ 161778 w 1154399"/>
              <a:gd name="connsiteY140" fmla="*/ 4 h 740098"/>
              <a:gd name="connsiteX141" fmla="*/ 162933 w 1154399"/>
              <a:gd name="connsiteY141" fmla="*/ 4 h 740098"/>
              <a:gd name="connsiteX142" fmla="*/ 164089 w 1154399"/>
              <a:gd name="connsiteY142" fmla="*/ 5 h 740098"/>
              <a:gd name="connsiteX143" fmla="*/ 165245 w 1154399"/>
              <a:gd name="connsiteY143" fmla="*/ 5 h 740098"/>
              <a:gd name="connsiteX144" fmla="*/ 166400 w 1154399"/>
              <a:gd name="connsiteY144" fmla="*/ 5 h 740098"/>
              <a:gd name="connsiteX145" fmla="*/ 167556 w 1154399"/>
              <a:gd name="connsiteY145" fmla="*/ 5 h 740098"/>
              <a:gd name="connsiteX146" fmla="*/ 168711 w 1154399"/>
              <a:gd name="connsiteY146" fmla="*/ 6 h 740098"/>
              <a:gd name="connsiteX147" fmla="*/ 169867 w 1154399"/>
              <a:gd name="connsiteY147" fmla="*/ 6 h 740098"/>
              <a:gd name="connsiteX148" fmla="*/ 171022 w 1154399"/>
              <a:gd name="connsiteY148" fmla="*/ 6 h 740098"/>
              <a:gd name="connsiteX149" fmla="*/ 172178 w 1154399"/>
              <a:gd name="connsiteY149" fmla="*/ 7 h 740098"/>
              <a:gd name="connsiteX150" fmla="*/ 173334 w 1154399"/>
              <a:gd name="connsiteY150" fmla="*/ 7 h 740098"/>
              <a:gd name="connsiteX151" fmla="*/ 174489 w 1154399"/>
              <a:gd name="connsiteY151" fmla="*/ 8 h 740098"/>
              <a:gd name="connsiteX152" fmla="*/ 175644 w 1154399"/>
              <a:gd name="connsiteY152" fmla="*/ 8 h 740098"/>
              <a:gd name="connsiteX153" fmla="*/ 176800 w 1154399"/>
              <a:gd name="connsiteY153" fmla="*/ 8 h 740098"/>
              <a:gd name="connsiteX154" fmla="*/ 177956 w 1154399"/>
              <a:gd name="connsiteY154" fmla="*/ 9 h 740098"/>
              <a:gd name="connsiteX155" fmla="*/ 179111 w 1154399"/>
              <a:gd name="connsiteY155" fmla="*/ 9 h 740098"/>
              <a:gd name="connsiteX156" fmla="*/ 180267 w 1154399"/>
              <a:gd name="connsiteY156" fmla="*/ 10 h 740098"/>
              <a:gd name="connsiteX157" fmla="*/ 181422 w 1154399"/>
              <a:gd name="connsiteY157" fmla="*/ 10 h 740098"/>
              <a:gd name="connsiteX158" fmla="*/ 182578 w 1154399"/>
              <a:gd name="connsiteY158" fmla="*/ 11 h 740098"/>
              <a:gd name="connsiteX159" fmla="*/ 183733 w 1154399"/>
              <a:gd name="connsiteY159" fmla="*/ 11 h 740098"/>
              <a:gd name="connsiteX160" fmla="*/ 184889 w 1154399"/>
              <a:gd name="connsiteY160" fmla="*/ 12 h 740098"/>
              <a:gd name="connsiteX161" fmla="*/ 186045 w 1154399"/>
              <a:gd name="connsiteY161" fmla="*/ 12 h 740098"/>
              <a:gd name="connsiteX162" fmla="*/ 187200 w 1154399"/>
              <a:gd name="connsiteY162" fmla="*/ 13 h 740098"/>
              <a:gd name="connsiteX163" fmla="*/ 188356 w 1154399"/>
              <a:gd name="connsiteY163" fmla="*/ 14 h 740098"/>
              <a:gd name="connsiteX164" fmla="*/ 189511 w 1154399"/>
              <a:gd name="connsiteY164" fmla="*/ 14 h 740098"/>
              <a:gd name="connsiteX165" fmla="*/ 190666 w 1154399"/>
              <a:gd name="connsiteY165" fmla="*/ 15 h 740098"/>
              <a:gd name="connsiteX166" fmla="*/ 191822 w 1154399"/>
              <a:gd name="connsiteY166" fmla="*/ 16 h 740098"/>
              <a:gd name="connsiteX167" fmla="*/ 192978 w 1154399"/>
              <a:gd name="connsiteY167" fmla="*/ 16 h 740098"/>
              <a:gd name="connsiteX168" fmla="*/ 194134 w 1154399"/>
              <a:gd name="connsiteY168" fmla="*/ 17 h 740098"/>
              <a:gd name="connsiteX169" fmla="*/ 195289 w 1154399"/>
              <a:gd name="connsiteY169" fmla="*/ 18 h 740098"/>
              <a:gd name="connsiteX170" fmla="*/ 196444 w 1154399"/>
              <a:gd name="connsiteY170" fmla="*/ 19 h 740098"/>
              <a:gd name="connsiteX171" fmla="*/ 197600 w 1154399"/>
              <a:gd name="connsiteY171" fmla="*/ 20 h 740098"/>
              <a:gd name="connsiteX172" fmla="*/ 198755 w 1154399"/>
              <a:gd name="connsiteY172" fmla="*/ 21 h 740098"/>
              <a:gd name="connsiteX173" fmla="*/ 199911 w 1154399"/>
              <a:gd name="connsiteY173" fmla="*/ 22 h 740098"/>
              <a:gd name="connsiteX174" fmla="*/ 201067 w 1154399"/>
              <a:gd name="connsiteY174" fmla="*/ 23 h 740098"/>
              <a:gd name="connsiteX175" fmla="*/ 202223 w 1154399"/>
              <a:gd name="connsiteY175" fmla="*/ 24 h 740098"/>
              <a:gd name="connsiteX176" fmla="*/ 203378 w 1154399"/>
              <a:gd name="connsiteY176" fmla="*/ 25 h 740098"/>
              <a:gd name="connsiteX177" fmla="*/ 204533 w 1154399"/>
              <a:gd name="connsiteY177" fmla="*/ 26 h 740098"/>
              <a:gd name="connsiteX178" fmla="*/ 205689 w 1154399"/>
              <a:gd name="connsiteY178" fmla="*/ 28 h 740098"/>
              <a:gd name="connsiteX179" fmla="*/ 206845 w 1154399"/>
              <a:gd name="connsiteY179" fmla="*/ 29 h 740098"/>
              <a:gd name="connsiteX180" fmla="*/ 208000 w 1154399"/>
              <a:gd name="connsiteY180" fmla="*/ 30 h 740098"/>
              <a:gd name="connsiteX181" fmla="*/ 209156 w 1154399"/>
              <a:gd name="connsiteY181" fmla="*/ 32 h 740098"/>
              <a:gd name="connsiteX182" fmla="*/ 210311 w 1154399"/>
              <a:gd name="connsiteY182" fmla="*/ 33 h 740098"/>
              <a:gd name="connsiteX183" fmla="*/ 211467 w 1154399"/>
              <a:gd name="connsiteY183" fmla="*/ 35 h 740098"/>
              <a:gd name="connsiteX184" fmla="*/ 212622 w 1154399"/>
              <a:gd name="connsiteY184" fmla="*/ 36 h 740098"/>
              <a:gd name="connsiteX185" fmla="*/ 213778 w 1154399"/>
              <a:gd name="connsiteY185" fmla="*/ 38 h 740098"/>
              <a:gd name="connsiteX186" fmla="*/ 214934 w 1154399"/>
              <a:gd name="connsiteY186" fmla="*/ 40 h 740098"/>
              <a:gd name="connsiteX187" fmla="*/ 216089 w 1154399"/>
              <a:gd name="connsiteY187" fmla="*/ 42 h 740098"/>
              <a:gd name="connsiteX188" fmla="*/ 217245 w 1154399"/>
              <a:gd name="connsiteY188" fmla="*/ 44 h 740098"/>
              <a:gd name="connsiteX189" fmla="*/ 218400 w 1154399"/>
              <a:gd name="connsiteY189" fmla="*/ 46 h 740098"/>
              <a:gd name="connsiteX190" fmla="*/ 219555 w 1154399"/>
              <a:gd name="connsiteY190" fmla="*/ 48 h 740098"/>
              <a:gd name="connsiteX191" fmla="*/ 220711 w 1154399"/>
              <a:gd name="connsiteY191" fmla="*/ 50 h 740098"/>
              <a:gd name="connsiteX192" fmla="*/ 221867 w 1154399"/>
              <a:gd name="connsiteY192" fmla="*/ 52 h 740098"/>
              <a:gd name="connsiteX193" fmla="*/ 223023 w 1154399"/>
              <a:gd name="connsiteY193" fmla="*/ 55 h 740098"/>
              <a:gd name="connsiteX194" fmla="*/ 224178 w 1154399"/>
              <a:gd name="connsiteY194" fmla="*/ 57 h 740098"/>
              <a:gd name="connsiteX195" fmla="*/ 225333 w 1154399"/>
              <a:gd name="connsiteY195" fmla="*/ 60 h 740098"/>
              <a:gd name="connsiteX196" fmla="*/ 226489 w 1154399"/>
              <a:gd name="connsiteY196" fmla="*/ 62 h 740098"/>
              <a:gd name="connsiteX197" fmla="*/ 227644 w 1154399"/>
              <a:gd name="connsiteY197" fmla="*/ 65 h 740098"/>
              <a:gd name="connsiteX198" fmla="*/ 228800 w 1154399"/>
              <a:gd name="connsiteY198" fmla="*/ 68 h 740098"/>
              <a:gd name="connsiteX199" fmla="*/ 229956 w 1154399"/>
              <a:gd name="connsiteY199" fmla="*/ 71 h 740098"/>
              <a:gd name="connsiteX200" fmla="*/ 231111 w 1154399"/>
              <a:gd name="connsiteY200" fmla="*/ 74 h 740098"/>
              <a:gd name="connsiteX201" fmla="*/ 232267 w 1154399"/>
              <a:gd name="connsiteY201" fmla="*/ 77 h 740098"/>
              <a:gd name="connsiteX202" fmla="*/ 233422 w 1154399"/>
              <a:gd name="connsiteY202" fmla="*/ 81 h 740098"/>
              <a:gd name="connsiteX203" fmla="*/ 234578 w 1154399"/>
              <a:gd name="connsiteY203" fmla="*/ 84 h 740098"/>
              <a:gd name="connsiteX204" fmla="*/ 235733 w 1154399"/>
              <a:gd name="connsiteY204" fmla="*/ 88 h 740098"/>
              <a:gd name="connsiteX205" fmla="*/ 236889 w 1154399"/>
              <a:gd name="connsiteY205" fmla="*/ 92 h 740098"/>
              <a:gd name="connsiteX206" fmla="*/ 238045 w 1154399"/>
              <a:gd name="connsiteY206" fmla="*/ 96 h 740098"/>
              <a:gd name="connsiteX207" fmla="*/ 239200 w 1154399"/>
              <a:gd name="connsiteY207" fmla="*/ 100 h 740098"/>
              <a:gd name="connsiteX208" fmla="*/ 240355 w 1154399"/>
              <a:gd name="connsiteY208" fmla="*/ 104 h 740098"/>
              <a:gd name="connsiteX209" fmla="*/ 241511 w 1154399"/>
              <a:gd name="connsiteY209" fmla="*/ 109 h 740098"/>
              <a:gd name="connsiteX210" fmla="*/ 242667 w 1154399"/>
              <a:gd name="connsiteY210" fmla="*/ 113 h 740098"/>
              <a:gd name="connsiteX211" fmla="*/ 243823 w 1154399"/>
              <a:gd name="connsiteY211" fmla="*/ 118 h 740098"/>
              <a:gd name="connsiteX212" fmla="*/ 244978 w 1154399"/>
              <a:gd name="connsiteY212" fmla="*/ 123 h 740098"/>
              <a:gd name="connsiteX213" fmla="*/ 246134 w 1154399"/>
              <a:gd name="connsiteY213" fmla="*/ 129 h 740098"/>
              <a:gd name="connsiteX214" fmla="*/ 247289 w 1154399"/>
              <a:gd name="connsiteY214" fmla="*/ 134 h 740098"/>
              <a:gd name="connsiteX215" fmla="*/ 248444 w 1154399"/>
              <a:gd name="connsiteY215" fmla="*/ 140 h 740098"/>
              <a:gd name="connsiteX216" fmla="*/ 249600 w 1154399"/>
              <a:gd name="connsiteY216" fmla="*/ 145 h 740098"/>
              <a:gd name="connsiteX217" fmla="*/ 250756 w 1154399"/>
              <a:gd name="connsiteY217" fmla="*/ 151 h 740098"/>
              <a:gd name="connsiteX218" fmla="*/ 251912 w 1154399"/>
              <a:gd name="connsiteY218" fmla="*/ 158 h 740098"/>
              <a:gd name="connsiteX219" fmla="*/ 253067 w 1154399"/>
              <a:gd name="connsiteY219" fmla="*/ 164 h 740098"/>
              <a:gd name="connsiteX220" fmla="*/ 254222 w 1154399"/>
              <a:gd name="connsiteY220" fmla="*/ 171 h 740098"/>
              <a:gd name="connsiteX221" fmla="*/ 255378 w 1154399"/>
              <a:gd name="connsiteY221" fmla="*/ 178 h 740098"/>
              <a:gd name="connsiteX222" fmla="*/ 256533 w 1154399"/>
              <a:gd name="connsiteY222" fmla="*/ 185 h 740098"/>
              <a:gd name="connsiteX223" fmla="*/ 257689 w 1154399"/>
              <a:gd name="connsiteY223" fmla="*/ 193 h 740098"/>
              <a:gd name="connsiteX224" fmla="*/ 258845 w 1154399"/>
              <a:gd name="connsiteY224" fmla="*/ 201 h 740098"/>
              <a:gd name="connsiteX225" fmla="*/ 260000 w 1154399"/>
              <a:gd name="connsiteY225" fmla="*/ 209 h 740098"/>
              <a:gd name="connsiteX226" fmla="*/ 261156 w 1154399"/>
              <a:gd name="connsiteY226" fmla="*/ 217 h 740098"/>
              <a:gd name="connsiteX227" fmla="*/ 262311 w 1154399"/>
              <a:gd name="connsiteY227" fmla="*/ 226 h 740098"/>
              <a:gd name="connsiteX228" fmla="*/ 263467 w 1154399"/>
              <a:gd name="connsiteY228" fmla="*/ 235 h 740098"/>
              <a:gd name="connsiteX229" fmla="*/ 264622 w 1154399"/>
              <a:gd name="connsiteY229" fmla="*/ 245 h 740098"/>
              <a:gd name="connsiteX230" fmla="*/ 265778 w 1154399"/>
              <a:gd name="connsiteY230" fmla="*/ 254 h 740098"/>
              <a:gd name="connsiteX231" fmla="*/ 266934 w 1154399"/>
              <a:gd name="connsiteY231" fmla="*/ 264 h 740098"/>
              <a:gd name="connsiteX232" fmla="*/ 268089 w 1154399"/>
              <a:gd name="connsiteY232" fmla="*/ 275 h 740098"/>
              <a:gd name="connsiteX233" fmla="*/ 269244 w 1154399"/>
              <a:gd name="connsiteY233" fmla="*/ 286 h 740098"/>
              <a:gd name="connsiteX234" fmla="*/ 270400 w 1154399"/>
              <a:gd name="connsiteY234" fmla="*/ 297 h 740098"/>
              <a:gd name="connsiteX235" fmla="*/ 271556 w 1154399"/>
              <a:gd name="connsiteY235" fmla="*/ 308 h 740098"/>
              <a:gd name="connsiteX236" fmla="*/ 272711 w 1154399"/>
              <a:gd name="connsiteY236" fmla="*/ 320 h 740098"/>
              <a:gd name="connsiteX237" fmla="*/ 273867 w 1154399"/>
              <a:gd name="connsiteY237" fmla="*/ 333 h 740098"/>
              <a:gd name="connsiteX238" fmla="*/ 275022 w 1154399"/>
              <a:gd name="connsiteY238" fmla="*/ 346 h 740098"/>
              <a:gd name="connsiteX239" fmla="*/ 276178 w 1154399"/>
              <a:gd name="connsiteY239" fmla="*/ 359 h 740098"/>
              <a:gd name="connsiteX240" fmla="*/ 277333 w 1154399"/>
              <a:gd name="connsiteY240" fmla="*/ 373 h 740098"/>
              <a:gd name="connsiteX241" fmla="*/ 278489 w 1154399"/>
              <a:gd name="connsiteY241" fmla="*/ 387 h 740098"/>
              <a:gd name="connsiteX242" fmla="*/ 279645 w 1154399"/>
              <a:gd name="connsiteY242" fmla="*/ 401 h 740098"/>
              <a:gd name="connsiteX243" fmla="*/ 280800 w 1154399"/>
              <a:gd name="connsiteY243" fmla="*/ 417 h 740098"/>
              <a:gd name="connsiteX244" fmla="*/ 281956 w 1154399"/>
              <a:gd name="connsiteY244" fmla="*/ 432 h 740098"/>
              <a:gd name="connsiteX245" fmla="*/ 283111 w 1154399"/>
              <a:gd name="connsiteY245" fmla="*/ 449 h 740098"/>
              <a:gd name="connsiteX246" fmla="*/ 284267 w 1154399"/>
              <a:gd name="connsiteY246" fmla="*/ 465 h 740098"/>
              <a:gd name="connsiteX247" fmla="*/ 285422 w 1154399"/>
              <a:gd name="connsiteY247" fmla="*/ 483 h 740098"/>
              <a:gd name="connsiteX248" fmla="*/ 286578 w 1154399"/>
              <a:gd name="connsiteY248" fmla="*/ 501 h 740098"/>
              <a:gd name="connsiteX249" fmla="*/ 287734 w 1154399"/>
              <a:gd name="connsiteY249" fmla="*/ 519 h 740098"/>
              <a:gd name="connsiteX250" fmla="*/ 288889 w 1154399"/>
              <a:gd name="connsiteY250" fmla="*/ 538 h 740098"/>
              <a:gd name="connsiteX251" fmla="*/ 290044 w 1154399"/>
              <a:gd name="connsiteY251" fmla="*/ 558 h 740098"/>
              <a:gd name="connsiteX252" fmla="*/ 291200 w 1154399"/>
              <a:gd name="connsiteY252" fmla="*/ 578 h 740098"/>
              <a:gd name="connsiteX253" fmla="*/ 292356 w 1154399"/>
              <a:gd name="connsiteY253" fmla="*/ 599 h 740098"/>
              <a:gd name="connsiteX254" fmla="*/ 293511 w 1154399"/>
              <a:gd name="connsiteY254" fmla="*/ 621 h 740098"/>
              <a:gd name="connsiteX255" fmla="*/ 294667 w 1154399"/>
              <a:gd name="connsiteY255" fmla="*/ 643 h 740098"/>
              <a:gd name="connsiteX256" fmla="*/ 295822 w 1154399"/>
              <a:gd name="connsiteY256" fmla="*/ 666 h 740098"/>
              <a:gd name="connsiteX257" fmla="*/ 296978 w 1154399"/>
              <a:gd name="connsiteY257" fmla="*/ 690 h 740098"/>
              <a:gd name="connsiteX258" fmla="*/ 298133 w 1154399"/>
              <a:gd name="connsiteY258" fmla="*/ 715 h 740098"/>
              <a:gd name="connsiteX259" fmla="*/ 299289 w 1154399"/>
              <a:gd name="connsiteY259" fmla="*/ 740 h 740098"/>
              <a:gd name="connsiteX260" fmla="*/ 300445 w 1154399"/>
              <a:gd name="connsiteY260" fmla="*/ 766 h 740098"/>
              <a:gd name="connsiteX261" fmla="*/ 301600 w 1154399"/>
              <a:gd name="connsiteY261" fmla="*/ 793 h 740098"/>
              <a:gd name="connsiteX262" fmla="*/ 302756 w 1154399"/>
              <a:gd name="connsiteY262" fmla="*/ 821 h 740098"/>
              <a:gd name="connsiteX263" fmla="*/ 303911 w 1154399"/>
              <a:gd name="connsiteY263" fmla="*/ 850 h 740098"/>
              <a:gd name="connsiteX264" fmla="*/ 305067 w 1154399"/>
              <a:gd name="connsiteY264" fmla="*/ 879 h 740098"/>
              <a:gd name="connsiteX265" fmla="*/ 306222 w 1154399"/>
              <a:gd name="connsiteY265" fmla="*/ 910 h 740098"/>
              <a:gd name="connsiteX266" fmla="*/ 307378 w 1154399"/>
              <a:gd name="connsiteY266" fmla="*/ 941 h 740098"/>
              <a:gd name="connsiteX267" fmla="*/ 308534 w 1154399"/>
              <a:gd name="connsiteY267" fmla="*/ 973 h 740098"/>
              <a:gd name="connsiteX268" fmla="*/ 309689 w 1154399"/>
              <a:gd name="connsiteY268" fmla="*/ 1006 h 740098"/>
              <a:gd name="connsiteX269" fmla="*/ 310845 w 1154399"/>
              <a:gd name="connsiteY269" fmla="*/ 1041 h 740098"/>
              <a:gd name="connsiteX270" fmla="*/ 312000 w 1154399"/>
              <a:gd name="connsiteY270" fmla="*/ 1076 h 740098"/>
              <a:gd name="connsiteX271" fmla="*/ 313156 w 1154399"/>
              <a:gd name="connsiteY271" fmla="*/ 1112 h 740098"/>
              <a:gd name="connsiteX272" fmla="*/ 314311 w 1154399"/>
              <a:gd name="connsiteY272" fmla="*/ 1149 h 740098"/>
              <a:gd name="connsiteX273" fmla="*/ 315467 w 1154399"/>
              <a:gd name="connsiteY273" fmla="*/ 1188 h 740098"/>
              <a:gd name="connsiteX274" fmla="*/ 316623 w 1154399"/>
              <a:gd name="connsiteY274" fmla="*/ 1227 h 740098"/>
              <a:gd name="connsiteX275" fmla="*/ 317778 w 1154399"/>
              <a:gd name="connsiteY275" fmla="*/ 1268 h 740098"/>
              <a:gd name="connsiteX276" fmla="*/ 318933 w 1154399"/>
              <a:gd name="connsiteY276" fmla="*/ 1310 h 740098"/>
              <a:gd name="connsiteX277" fmla="*/ 320089 w 1154399"/>
              <a:gd name="connsiteY277" fmla="*/ 1353 h 740098"/>
              <a:gd name="connsiteX278" fmla="*/ 321245 w 1154399"/>
              <a:gd name="connsiteY278" fmla="*/ 1397 h 740098"/>
              <a:gd name="connsiteX279" fmla="*/ 322400 w 1154399"/>
              <a:gd name="connsiteY279" fmla="*/ 1442 h 740098"/>
              <a:gd name="connsiteX280" fmla="*/ 323556 w 1154399"/>
              <a:gd name="connsiteY280" fmla="*/ 1489 h 740098"/>
              <a:gd name="connsiteX281" fmla="*/ 324711 w 1154399"/>
              <a:gd name="connsiteY281" fmla="*/ 1537 h 740098"/>
              <a:gd name="connsiteX282" fmla="*/ 325867 w 1154399"/>
              <a:gd name="connsiteY282" fmla="*/ 1587 h 740098"/>
              <a:gd name="connsiteX283" fmla="*/ 327022 w 1154399"/>
              <a:gd name="connsiteY283" fmla="*/ 1637 h 740098"/>
              <a:gd name="connsiteX284" fmla="*/ 328178 w 1154399"/>
              <a:gd name="connsiteY284" fmla="*/ 1690 h 740098"/>
              <a:gd name="connsiteX285" fmla="*/ 329334 w 1154399"/>
              <a:gd name="connsiteY285" fmla="*/ 1743 h 740098"/>
              <a:gd name="connsiteX286" fmla="*/ 330489 w 1154399"/>
              <a:gd name="connsiteY286" fmla="*/ 1798 h 740098"/>
              <a:gd name="connsiteX287" fmla="*/ 331645 w 1154399"/>
              <a:gd name="connsiteY287" fmla="*/ 1854 h 740098"/>
              <a:gd name="connsiteX288" fmla="*/ 332800 w 1154399"/>
              <a:gd name="connsiteY288" fmla="*/ 1912 h 740098"/>
              <a:gd name="connsiteX289" fmla="*/ 333956 w 1154399"/>
              <a:gd name="connsiteY289" fmla="*/ 1972 h 740098"/>
              <a:gd name="connsiteX290" fmla="*/ 335111 w 1154399"/>
              <a:gd name="connsiteY290" fmla="*/ 2033 h 740098"/>
              <a:gd name="connsiteX291" fmla="*/ 336267 w 1154399"/>
              <a:gd name="connsiteY291" fmla="*/ 2096 h 740098"/>
              <a:gd name="connsiteX292" fmla="*/ 337423 w 1154399"/>
              <a:gd name="connsiteY292" fmla="*/ 2160 h 740098"/>
              <a:gd name="connsiteX293" fmla="*/ 338578 w 1154399"/>
              <a:gd name="connsiteY293" fmla="*/ 2226 h 740098"/>
              <a:gd name="connsiteX294" fmla="*/ 339733 w 1154399"/>
              <a:gd name="connsiteY294" fmla="*/ 2294 h 740098"/>
              <a:gd name="connsiteX295" fmla="*/ 340889 w 1154399"/>
              <a:gd name="connsiteY295" fmla="*/ 2363 h 740098"/>
              <a:gd name="connsiteX296" fmla="*/ 342045 w 1154399"/>
              <a:gd name="connsiteY296" fmla="*/ 2434 h 740098"/>
              <a:gd name="connsiteX297" fmla="*/ 343200 w 1154399"/>
              <a:gd name="connsiteY297" fmla="*/ 2507 h 740098"/>
              <a:gd name="connsiteX298" fmla="*/ 344356 w 1154399"/>
              <a:gd name="connsiteY298" fmla="*/ 2582 h 740098"/>
              <a:gd name="connsiteX299" fmla="*/ 345511 w 1154399"/>
              <a:gd name="connsiteY299" fmla="*/ 2659 h 740098"/>
              <a:gd name="connsiteX300" fmla="*/ 346667 w 1154399"/>
              <a:gd name="connsiteY300" fmla="*/ 2737 h 740098"/>
              <a:gd name="connsiteX301" fmla="*/ 347822 w 1154399"/>
              <a:gd name="connsiteY301" fmla="*/ 2818 h 740098"/>
              <a:gd name="connsiteX302" fmla="*/ 348978 w 1154399"/>
              <a:gd name="connsiteY302" fmla="*/ 2900 h 740098"/>
              <a:gd name="connsiteX303" fmla="*/ 350134 w 1154399"/>
              <a:gd name="connsiteY303" fmla="*/ 2985 h 740098"/>
              <a:gd name="connsiteX304" fmla="*/ 351289 w 1154399"/>
              <a:gd name="connsiteY304" fmla="*/ 3071 h 740098"/>
              <a:gd name="connsiteX305" fmla="*/ 352445 w 1154399"/>
              <a:gd name="connsiteY305" fmla="*/ 3160 h 740098"/>
              <a:gd name="connsiteX306" fmla="*/ 353600 w 1154399"/>
              <a:gd name="connsiteY306" fmla="*/ 3251 h 740098"/>
              <a:gd name="connsiteX307" fmla="*/ 354756 w 1154399"/>
              <a:gd name="connsiteY307" fmla="*/ 3344 h 740098"/>
              <a:gd name="connsiteX308" fmla="*/ 355911 w 1154399"/>
              <a:gd name="connsiteY308" fmla="*/ 3439 h 740098"/>
              <a:gd name="connsiteX309" fmla="*/ 357067 w 1154399"/>
              <a:gd name="connsiteY309" fmla="*/ 3536 h 740098"/>
              <a:gd name="connsiteX310" fmla="*/ 358223 w 1154399"/>
              <a:gd name="connsiteY310" fmla="*/ 3636 h 740098"/>
              <a:gd name="connsiteX311" fmla="*/ 359378 w 1154399"/>
              <a:gd name="connsiteY311" fmla="*/ 3737 h 740098"/>
              <a:gd name="connsiteX312" fmla="*/ 360533 w 1154399"/>
              <a:gd name="connsiteY312" fmla="*/ 3842 h 740098"/>
              <a:gd name="connsiteX313" fmla="*/ 361689 w 1154399"/>
              <a:gd name="connsiteY313" fmla="*/ 3948 h 740098"/>
              <a:gd name="connsiteX314" fmla="*/ 362845 w 1154399"/>
              <a:gd name="connsiteY314" fmla="*/ 4057 h 740098"/>
              <a:gd name="connsiteX315" fmla="*/ 364000 w 1154399"/>
              <a:gd name="connsiteY315" fmla="*/ 4169 h 740098"/>
              <a:gd name="connsiteX316" fmla="*/ 365156 w 1154399"/>
              <a:gd name="connsiteY316" fmla="*/ 4283 h 740098"/>
              <a:gd name="connsiteX317" fmla="*/ 366312 w 1154399"/>
              <a:gd name="connsiteY317" fmla="*/ 4399 h 740098"/>
              <a:gd name="connsiteX318" fmla="*/ 367467 w 1154399"/>
              <a:gd name="connsiteY318" fmla="*/ 4518 h 740098"/>
              <a:gd name="connsiteX319" fmla="*/ 368622 w 1154399"/>
              <a:gd name="connsiteY319" fmla="*/ 4640 h 740098"/>
              <a:gd name="connsiteX320" fmla="*/ 369778 w 1154399"/>
              <a:gd name="connsiteY320" fmla="*/ 4764 h 740098"/>
              <a:gd name="connsiteX321" fmla="*/ 370934 w 1154399"/>
              <a:gd name="connsiteY321" fmla="*/ 4891 h 740098"/>
              <a:gd name="connsiteX322" fmla="*/ 372089 w 1154399"/>
              <a:gd name="connsiteY322" fmla="*/ 5021 h 740098"/>
              <a:gd name="connsiteX323" fmla="*/ 373245 w 1154399"/>
              <a:gd name="connsiteY323" fmla="*/ 5154 h 740098"/>
              <a:gd name="connsiteX324" fmla="*/ 374400 w 1154399"/>
              <a:gd name="connsiteY324" fmla="*/ 5289 h 740098"/>
              <a:gd name="connsiteX325" fmla="*/ 375556 w 1154399"/>
              <a:gd name="connsiteY325" fmla="*/ 5427 h 740098"/>
              <a:gd name="connsiteX326" fmla="*/ 376711 w 1154399"/>
              <a:gd name="connsiteY326" fmla="*/ 5568 h 740098"/>
              <a:gd name="connsiteX327" fmla="*/ 377867 w 1154399"/>
              <a:gd name="connsiteY327" fmla="*/ 5712 h 740098"/>
              <a:gd name="connsiteX328" fmla="*/ 379023 w 1154399"/>
              <a:gd name="connsiteY328" fmla="*/ 5859 h 740098"/>
              <a:gd name="connsiteX329" fmla="*/ 380178 w 1154399"/>
              <a:gd name="connsiteY329" fmla="*/ 6009 h 740098"/>
              <a:gd name="connsiteX330" fmla="*/ 381334 w 1154399"/>
              <a:gd name="connsiteY330" fmla="*/ 6162 h 740098"/>
              <a:gd name="connsiteX331" fmla="*/ 382489 w 1154399"/>
              <a:gd name="connsiteY331" fmla="*/ 6318 h 740098"/>
              <a:gd name="connsiteX332" fmla="*/ 383645 w 1154399"/>
              <a:gd name="connsiteY332" fmla="*/ 6477 h 740098"/>
              <a:gd name="connsiteX333" fmla="*/ 384800 w 1154399"/>
              <a:gd name="connsiteY333" fmla="*/ 6639 h 740098"/>
              <a:gd name="connsiteX334" fmla="*/ 385956 w 1154399"/>
              <a:gd name="connsiteY334" fmla="*/ 6805 h 740098"/>
              <a:gd name="connsiteX335" fmla="*/ 387112 w 1154399"/>
              <a:gd name="connsiteY335" fmla="*/ 6974 h 740098"/>
              <a:gd name="connsiteX336" fmla="*/ 388267 w 1154399"/>
              <a:gd name="connsiteY336" fmla="*/ 7146 h 740098"/>
              <a:gd name="connsiteX337" fmla="*/ 389422 w 1154399"/>
              <a:gd name="connsiteY337" fmla="*/ 7321 h 740098"/>
              <a:gd name="connsiteX338" fmla="*/ 390577 w 1154399"/>
              <a:gd name="connsiteY338" fmla="*/ 7500 h 740098"/>
              <a:gd name="connsiteX339" fmla="*/ 391734 w 1154399"/>
              <a:gd name="connsiteY339" fmla="*/ 7682 h 740098"/>
              <a:gd name="connsiteX340" fmla="*/ 392892 w 1154399"/>
              <a:gd name="connsiteY340" fmla="*/ 7867 h 740098"/>
              <a:gd name="connsiteX341" fmla="*/ 394044 w 1154399"/>
              <a:gd name="connsiteY341" fmla="*/ 8056 h 740098"/>
              <a:gd name="connsiteX342" fmla="*/ 395201 w 1154399"/>
              <a:gd name="connsiteY342" fmla="*/ 8249 h 740098"/>
              <a:gd name="connsiteX343" fmla="*/ 396359 w 1154399"/>
              <a:gd name="connsiteY343" fmla="*/ 8445 h 740098"/>
              <a:gd name="connsiteX344" fmla="*/ 397510 w 1154399"/>
              <a:gd name="connsiteY344" fmla="*/ 8645 h 740098"/>
              <a:gd name="connsiteX345" fmla="*/ 398668 w 1154399"/>
              <a:gd name="connsiteY345" fmla="*/ 8848 h 740098"/>
              <a:gd name="connsiteX346" fmla="*/ 399825 w 1154399"/>
              <a:gd name="connsiteY346" fmla="*/ 9055 h 740098"/>
              <a:gd name="connsiteX347" fmla="*/ 400977 w 1154399"/>
              <a:gd name="connsiteY347" fmla="*/ 9265 h 740098"/>
              <a:gd name="connsiteX348" fmla="*/ 402134 w 1154399"/>
              <a:gd name="connsiteY348" fmla="*/ 9480 h 740098"/>
              <a:gd name="connsiteX349" fmla="*/ 403292 w 1154399"/>
              <a:gd name="connsiteY349" fmla="*/ 9698 h 740098"/>
              <a:gd name="connsiteX350" fmla="*/ 404443 w 1154399"/>
              <a:gd name="connsiteY350" fmla="*/ 9920 h 740098"/>
              <a:gd name="connsiteX351" fmla="*/ 405601 w 1154399"/>
              <a:gd name="connsiteY351" fmla="*/ 10145 h 740098"/>
              <a:gd name="connsiteX352" fmla="*/ 406758 w 1154399"/>
              <a:gd name="connsiteY352" fmla="*/ 10375 h 740098"/>
              <a:gd name="connsiteX353" fmla="*/ 407910 w 1154399"/>
              <a:gd name="connsiteY353" fmla="*/ 10608 h 740098"/>
              <a:gd name="connsiteX354" fmla="*/ 409067 w 1154399"/>
              <a:gd name="connsiteY354" fmla="*/ 10846 h 740098"/>
              <a:gd name="connsiteX355" fmla="*/ 410225 w 1154399"/>
              <a:gd name="connsiteY355" fmla="*/ 11087 h 740098"/>
              <a:gd name="connsiteX356" fmla="*/ 411376 w 1154399"/>
              <a:gd name="connsiteY356" fmla="*/ 11333 h 740098"/>
              <a:gd name="connsiteX357" fmla="*/ 412534 w 1154399"/>
              <a:gd name="connsiteY357" fmla="*/ 11582 h 740098"/>
              <a:gd name="connsiteX358" fmla="*/ 413691 w 1154399"/>
              <a:gd name="connsiteY358" fmla="*/ 11836 h 740098"/>
              <a:gd name="connsiteX359" fmla="*/ 414843 w 1154399"/>
              <a:gd name="connsiteY359" fmla="*/ 12094 h 740098"/>
              <a:gd name="connsiteX360" fmla="*/ 416001 w 1154399"/>
              <a:gd name="connsiteY360" fmla="*/ 12356 h 740098"/>
              <a:gd name="connsiteX361" fmla="*/ 417158 w 1154399"/>
              <a:gd name="connsiteY361" fmla="*/ 12622 h 740098"/>
              <a:gd name="connsiteX362" fmla="*/ 418310 w 1154399"/>
              <a:gd name="connsiteY362" fmla="*/ 12892 h 740098"/>
              <a:gd name="connsiteX363" fmla="*/ 419467 w 1154399"/>
              <a:gd name="connsiteY363" fmla="*/ 13167 h 740098"/>
              <a:gd name="connsiteX364" fmla="*/ 420625 w 1154399"/>
              <a:gd name="connsiteY364" fmla="*/ 13445 h 740098"/>
              <a:gd name="connsiteX365" fmla="*/ 421776 w 1154399"/>
              <a:gd name="connsiteY365" fmla="*/ 13728 h 740098"/>
              <a:gd name="connsiteX366" fmla="*/ 422934 w 1154399"/>
              <a:gd name="connsiteY366" fmla="*/ 14016 h 740098"/>
              <a:gd name="connsiteX367" fmla="*/ 424091 w 1154399"/>
              <a:gd name="connsiteY367" fmla="*/ 14308 h 740098"/>
              <a:gd name="connsiteX368" fmla="*/ 425243 w 1154399"/>
              <a:gd name="connsiteY368" fmla="*/ 14603 h 740098"/>
              <a:gd name="connsiteX369" fmla="*/ 426400 w 1154399"/>
              <a:gd name="connsiteY369" fmla="*/ 14905 h 740098"/>
              <a:gd name="connsiteX370" fmla="*/ 427558 w 1154399"/>
              <a:gd name="connsiteY370" fmla="*/ 15209 h 740098"/>
              <a:gd name="connsiteX371" fmla="*/ 428709 w 1154399"/>
              <a:gd name="connsiteY371" fmla="*/ 15519 h 740098"/>
              <a:gd name="connsiteX372" fmla="*/ 429867 w 1154399"/>
              <a:gd name="connsiteY372" fmla="*/ 15833 h 740098"/>
              <a:gd name="connsiteX373" fmla="*/ 431024 w 1154399"/>
              <a:gd name="connsiteY373" fmla="*/ 16152 h 740098"/>
              <a:gd name="connsiteX374" fmla="*/ 432176 w 1154399"/>
              <a:gd name="connsiteY374" fmla="*/ 16475 h 740098"/>
              <a:gd name="connsiteX375" fmla="*/ 433333 w 1154399"/>
              <a:gd name="connsiteY375" fmla="*/ 16803 h 740098"/>
              <a:gd name="connsiteX376" fmla="*/ 434491 w 1154399"/>
              <a:gd name="connsiteY376" fmla="*/ 17135 h 740098"/>
              <a:gd name="connsiteX377" fmla="*/ 435643 w 1154399"/>
              <a:gd name="connsiteY377" fmla="*/ 17472 h 740098"/>
              <a:gd name="connsiteX378" fmla="*/ 436800 w 1154399"/>
              <a:gd name="connsiteY378" fmla="*/ 17814 h 740098"/>
              <a:gd name="connsiteX379" fmla="*/ 437957 w 1154399"/>
              <a:gd name="connsiteY379" fmla="*/ 18160 h 740098"/>
              <a:gd name="connsiteX380" fmla="*/ 439109 w 1154399"/>
              <a:gd name="connsiteY380" fmla="*/ 18511 h 740098"/>
              <a:gd name="connsiteX381" fmla="*/ 440267 w 1154399"/>
              <a:gd name="connsiteY381" fmla="*/ 18867 h 740098"/>
              <a:gd name="connsiteX382" fmla="*/ 441424 w 1154399"/>
              <a:gd name="connsiteY382" fmla="*/ 19228 h 740098"/>
              <a:gd name="connsiteX383" fmla="*/ 442576 w 1154399"/>
              <a:gd name="connsiteY383" fmla="*/ 19592 h 740098"/>
              <a:gd name="connsiteX384" fmla="*/ 443733 w 1154399"/>
              <a:gd name="connsiteY384" fmla="*/ 19963 h 740098"/>
              <a:gd name="connsiteX385" fmla="*/ 444891 w 1154399"/>
              <a:gd name="connsiteY385" fmla="*/ 20338 h 740098"/>
              <a:gd name="connsiteX386" fmla="*/ 446042 w 1154399"/>
              <a:gd name="connsiteY386" fmla="*/ 20717 h 740098"/>
              <a:gd name="connsiteX387" fmla="*/ 447200 w 1154399"/>
              <a:gd name="connsiteY387" fmla="*/ 21102 h 740098"/>
              <a:gd name="connsiteX388" fmla="*/ 448357 w 1154399"/>
              <a:gd name="connsiteY388" fmla="*/ 21492 h 740098"/>
              <a:gd name="connsiteX389" fmla="*/ 449509 w 1154399"/>
              <a:gd name="connsiteY389" fmla="*/ 21886 h 740098"/>
              <a:gd name="connsiteX390" fmla="*/ 450666 w 1154399"/>
              <a:gd name="connsiteY390" fmla="*/ 22285 h 740098"/>
              <a:gd name="connsiteX391" fmla="*/ 451824 w 1154399"/>
              <a:gd name="connsiteY391" fmla="*/ 22689 h 740098"/>
              <a:gd name="connsiteX392" fmla="*/ 452975 w 1154399"/>
              <a:gd name="connsiteY392" fmla="*/ 23099 h 740098"/>
              <a:gd name="connsiteX393" fmla="*/ 454133 w 1154399"/>
              <a:gd name="connsiteY393" fmla="*/ 23513 h 740098"/>
              <a:gd name="connsiteX394" fmla="*/ 455290 w 1154399"/>
              <a:gd name="connsiteY394" fmla="*/ 23932 h 740098"/>
              <a:gd name="connsiteX395" fmla="*/ 456442 w 1154399"/>
              <a:gd name="connsiteY395" fmla="*/ 24356 h 740098"/>
              <a:gd name="connsiteX396" fmla="*/ 457599 w 1154399"/>
              <a:gd name="connsiteY396" fmla="*/ 24785 h 740098"/>
              <a:gd name="connsiteX397" fmla="*/ 458757 w 1154399"/>
              <a:gd name="connsiteY397" fmla="*/ 25219 h 740098"/>
              <a:gd name="connsiteX398" fmla="*/ 459909 w 1154399"/>
              <a:gd name="connsiteY398" fmla="*/ 25658 h 740098"/>
              <a:gd name="connsiteX399" fmla="*/ 461066 w 1154399"/>
              <a:gd name="connsiteY399" fmla="*/ 26102 h 740098"/>
              <a:gd name="connsiteX400" fmla="*/ 462224 w 1154399"/>
              <a:gd name="connsiteY400" fmla="*/ 26551 h 740098"/>
              <a:gd name="connsiteX401" fmla="*/ 463381 w 1154399"/>
              <a:gd name="connsiteY401" fmla="*/ 27005 h 740098"/>
              <a:gd name="connsiteX402" fmla="*/ 464533 w 1154399"/>
              <a:gd name="connsiteY402" fmla="*/ 27465 h 740098"/>
              <a:gd name="connsiteX403" fmla="*/ 465690 w 1154399"/>
              <a:gd name="connsiteY403" fmla="*/ 27929 h 740098"/>
              <a:gd name="connsiteX404" fmla="*/ 466848 w 1154399"/>
              <a:gd name="connsiteY404" fmla="*/ 28398 h 740098"/>
              <a:gd name="connsiteX405" fmla="*/ 467999 w 1154399"/>
              <a:gd name="connsiteY405" fmla="*/ 28873 h 740098"/>
              <a:gd name="connsiteX406" fmla="*/ 469157 w 1154399"/>
              <a:gd name="connsiteY406" fmla="*/ 29353 h 740098"/>
              <a:gd name="connsiteX407" fmla="*/ 470314 w 1154399"/>
              <a:gd name="connsiteY407" fmla="*/ 29837 h 740098"/>
              <a:gd name="connsiteX408" fmla="*/ 471466 w 1154399"/>
              <a:gd name="connsiteY408" fmla="*/ 30327 h 740098"/>
              <a:gd name="connsiteX409" fmla="*/ 472623 w 1154399"/>
              <a:gd name="connsiteY409" fmla="*/ 30821 h 740098"/>
              <a:gd name="connsiteX410" fmla="*/ 473781 w 1154399"/>
              <a:gd name="connsiteY410" fmla="*/ 31322 h 740098"/>
              <a:gd name="connsiteX411" fmla="*/ 474932 w 1154399"/>
              <a:gd name="connsiteY411" fmla="*/ 31826 h 740098"/>
              <a:gd name="connsiteX412" fmla="*/ 476090 w 1154399"/>
              <a:gd name="connsiteY412" fmla="*/ 32337 h 740098"/>
              <a:gd name="connsiteX413" fmla="*/ 477247 w 1154399"/>
              <a:gd name="connsiteY413" fmla="*/ 32852 h 740098"/>
              <a:gd name="connsiteX414" fmla="*/ 478399 w 1154399"/>
              <a:gd name="connsiteY414" fmla="*/ 33373 h 740098"/>
              <a:gd name="connsiteX415" fmla="*/ 479556 w 1154399"/>
              <a:gd name="connsiteY415" fmla="*/ 33898 h 740098"/>
              <a:gd name="connsiteX416" fmla="*/ 480714 w 1154399"/>
              <a:gd name="connsiteY416" fmla="*/ 34429 h 740098"/>
              <a:gd name="connsiteX417" fmla="*/ 481866 w 1154399"/>
              <a:gd name="connsiteY417" fmla="*/ 34965 h 740098"/>
              <a:gd name="connsiteX418" fmla="*/ 483023 w 1154399"/>
              <a:gd name="connsiteY418" fmla="*/ 35506 h 740098"/>
              <a:gd name="connsiteX419" fmla="*/ 484180 w 1154399"/>
              <a:gd name="connsiteY419" fmla="*/ 36052 h 740098"/>
              <a:gd name="connsiteX420" fmla="*/ 485332 w 1154399"/>
              <a:gd name="connsiteY420" fmla="*/ 36604 h 740098"/>
              <a:gd name="connsiteX421" fmla="*/ 486490 w 1154399"/>
              <a:gd name="connsiteY421" fmla="*/ 37160 h 740098"/>
              <a:gd name="connsiteX422" fmla="*/ 487647 w 1154399"/>
              <a:gd name="connsiteY422" fmla="*/ 37721 h 740098"/>
              <a:gd name="connsiteX423" fmla="*/ 488799 w 1154399"/>
              <a:gd name="connsiteY423" fmla="*/ 38288 h 740098"/>
              <a:gd name="connsiteX424" fmla="*/ 489956 w 1154399"/>
              <a:gd name="connsiteY424" fmla="*/ 38859 h 740098"/>
              <a:gd name="connsiteX425" fmla="*/ 491114 w 1154399"/>
              <a:gd name="connsiteY425" fmla="*/ 39436 h 740098"/>
              <a:gd name="connsiteX426" fmla="*/ 492265 w 1154399"/>
              <a:gd name="connsiteY426" fmla="*/ 40018 h 740098"/>
              <a:gd name="connsiteX427" fmla="*/ 493423 w 1154399"/>
              <a:gd name="connsiteY427" fmla="*/ 40605 h 740098"/>
              <a:gd name="connsiteX428" fmla="*/ 494580 w 1154399"/>
              <a:gd name="connsiteY428" fmla="*/ 41197 h 740098"/>
              <a:gd name="connsiteX429" fmla="*/ 495732 w 1154399"/>
              <a:gd name="connsiteY429" fmla="*/ 41795 h 740098"/>
              <a:gd name="connsiteX430" fmla="*/ 496889 w 1154399"/>
              <a:gd name="connsiteY430" fmla="*/ 42397 h 740098"/>
              <a:gd name="connsiteX431" fmla="*/ 498047 w 1154399"/>
              <a:gd name="connsiteY431" fmla="*/ 43004 h 740098"/>
              <a:gd name="connsiteX432" fmla="*/ 499198 w 1154399"/>
              <a:gd name="connsiteY432" fmla="*/ 43616 h 740098"/>
              <a:gd name="connsiteX433" fmla="*/ 500356 w 1154399"/>
              <a:gd name="connsiteY433" fmla="*/ 44234 h 740098"/>
              <a:gd name="connsiteX434" fmla="*/ 501513 w 1154399"/>
              <a:gd name="connsiteY434" fmla="*/ 44857 h 740098"/>
              <a:gd name="connsiteX435" fmla="*/ 502665 w 1154399"/>
              <a:gd name="connsiteY435" fmla="*/ 45484 h 740098"/>
              <a:gd name="connsiteX436" fmla="*/ 503822 w 1154399"/>
              <a:gd name="connsiteY436" fmla="*/ 46117 h 740098"/>
              <a:gd name="connsiteX437" fmla="*/ 504980 w 1154399"/>
              <a:gd name="connsiteY437" fmla="*/ 46754 h 740098"/>
              <a:gd name="connsiteX438" fmla="*/ 506132 w 1154399"/>
              <a:gd name="connsiteY438" fmla="*/ 47397 h 740098"/>
              <a:gd name="connsiteX439" fmla="*/ 507289 w 1154399"/>
              <a:gd name="connsiteY439" fmla="*/ 48044 h 740098"/>
              <a:gd name="connsiteX440" fmla="*/ 508447 w 1154399"/>
              <a:gd name="connsiteY440" fmla="*/ 48697 h 740098"/>
              <a:gd name="connsiteX441" fmla="*/ 509598 w 1154399"/>
              <a:gd name="connsiteY441" fmla="*/ 49355 h 740098"/>
              <a:gd name="connsiteX442" fmla="*/ 510756 w 1154399"/>
              <a:gd name="connsiteY442" fmla="*/ 50017 h 740098"/>
              <a:gd name="connsiteX443" fmla="*/ 511913 w 1154399"/>
              <a:gd name="connsiteY443" fmla="*/ 50685 h 740098"/>
              <a:gd name="connsiteX444" fmla="*/ 513065 w 1154399"/>
              <a:gd name="connsiteY444" fmla="*/ 51357 h 740098"/>
              <a:gd name="connsiteX445" fmla="*/ 514222 w 1154399"/>
              <a:gd name="connsiteY445" fmla="*/ 52035 h 740098"/>
              <a:gd name="connsiteX446" fmla="*/ 515380 w 1154399"/>
              <a:gd name="connsiteY446" fmla="*/ 52717 h 740098"/>
              <a:gd name="connsiteX447" fmla="*/ 516531 w 1154399"/>
              <a:gd name="connsiteY447" fmla="*/ 53404 h 740098"/>
              <a:gd name="connsiteX448" fmla="*/ 517689 w 1154399"/>
              <a:gd name="connsiteY448" fmla="*/ 54096 h 740098"/>
              <a:gd name="connsiteX449" fmla="*/ 518846 w 1154399"/>
              <a:gd name="connsiteY449" fmla="*/ 54793 h 740098"/>
              <a:gd name="connsiteX450" fmla="*/ 519998 w 1154399"/>
              <a:gd name="connsiteY450" fmla="*/ 55495 h 740098"/>
              <a:gd name="connsiteX451" fmla="*/ 521155 w 1154399"/>
              <a:gd name="connsiteY451" fmla="*/ 56201 h 740098"/>
              <a:gd name="connsiteX452" fmla="*/ 522313 w 1154399"/>
              <a:gd name="connsiteY452" fmla="*/ 56913 h 740098"/>
              <a:gd name="connsiteX453" fmla="*/ 523464 w 1154399"/>
              <a:gd name="connsiteY453" fmla="*/ 57629 h 740098"/>
              <a:gd name="connsiteX454" fmla="*/ 524622 w 1154399"/>
              <a:gd name="connsiteY454" fmla="*/ 58350 h 740098"/>
              <a:gd name="connsiteX455" fmla="*/ 525779 w 1154399"/>
              <a:gd name="connsiteY455" fmla="*/ 59076 h 740098"/>
              <a:gd name="connsiteX456" fmla="*/ 526931 w 1154399"/>
              <a:gd name="connsiteY456" fmla="*/ 59807 h 740098"/>
              <a:gd name="connsiteX457" fmla="*/ 528088 w 1154399"/>
              <a:gd name="connsiteY457" fmla="*/ 60542 h 740098"/>
              <a:gd name="connsiteX458" fmla="*/ 529246 w 1154399"/>
              <a:gd name="connsiteY458" fmla="*/ 61282 h 740098"/>
              <a:gd name="connsiteX459" fmla="*/ 530398 w 1154399"/>
              <a:gd name="connsiteY459" fmla="*/ 62026 h 740098"/>
              <a:gd name="connsiteX460" fmla="*/ 531555 w 1154399"/>
              <a:gd name="connsiteY460" fmla="*/ 62775 h 740098"/>
              <a:gd name="connsiteX461" fmla="*/ 532713 w 1154399"/>
              <a:gd name="connsiteY461" fmla="*/ 63529 h 740098"/>
              <a:gd name="connsiteX462" fmla="*/ 533864 w 1154399"/>
              <a:gd name="connsiteY462" fmla="*/ 64288 h 740098"/>
              <a:gd name="connsiteX463" fmla="*/ 535022 w 1154399"/>
              <a:gd name="connsiteY463" fmla="*/ 65051 h 740098"/>
              <a:gd name="connsiteX464" fmla="*/ 536179 w 1154399"/>
              <a:gd name="connsiteY464" fmla="*/ 65819 h 740098"/>
              <a:gd name="connsiteX465" fmla="*/ 537337 w 1154399"/>
              <a:gd name="connsiteY465" fmla="*/ 66591 h 740098"/>
              <a:gd name="connsiteX466" fmla="*/ 538488 w 1154399"/>
              <a:gd name="connsiteY466" fmla="*/ 67369 h 740098"/>
              <a:gd name="connsiteX467" fmla="*/ 539646 w 1154399"/>
              <a:gd name="connsiteY467" fmla="*/ 68151 h 740098"/>
              <a:gd name="connsiteX468" fmla="*/ 540803 w 1154399"/>
              <a:gd name="connsiteY468" fmla="*/ 68937 h 740098"/>
              <a:gd name="connsiteX469" fmla="*/ 541955 w 1154399"/>
              <a:gd name="connsiteY469" fmla="*/ 69727 h 740098"/>
              <a:gd name="connsiteX470" fmla="*/ 543112 w 1154399"/>
              <a:gd name="connsiteY470" fmla="*/ 70522 h 740098"/>
              <a:gd name="connsiteX471" fmla="*/ 544270 w 1154399"/>
              <a:gd name="connsiteY471" fmla="*/ 71321 h 740098"/>
              <a:gd name="connsiteX472" fmla="*/ 545421 w 1154399"/>
              <a:gd name="connsiteY472" fmla="*/ 72126 h 740098"/>
              <a:gd name="connsiteX473" fmla="*/ 546579 w 1154399"/>
              <a:gd name="connsiteY473" fmla="*/ 72934 h 740098"/>
              <a:gd name="connsiteX474" fmla="*/ 547736 w 1154399"/>
              <a:gd name="connsiteY474" fmla="*/ 73747 h 740098"/>
              <a:gd name="connsiteX475" fmla="*/ 548888 w 1154399"/>
              <a:gd name="connsiteY475" fmla="*/ 74563 h 740098"/>
              <a:gd name="connsiteX476" fmla="*/ 550045 w 1154399"/>
              <a:gd name="connsiteY476" fmla="*/ 75385 h 740098"/>
              <a:gd name="connsiteX477" fmla="*/ 551203 w 1154399"/>
              <a:gd name="connsiteY477" fmla="*/ 76211 h 740098"/>
              <a:gd name="connsiteX478" fmla="*/ 552355 w 1154399"/>
              <a:gd name="connsiteY478" fmla="*/ 77041 h 740098"/>
              <a:gd name="connsiteX479" fmla="*/ 553512 w 1154399"/>
              <a:gd name="connsiteY479" fmla="*/ 77875 h 740098"/>
              <a:gd name="connsiteX480" fmla="*/ 554670 w 1154399"/>
              <a:gd name="connsiteY480" fmla="*/ 78714 h 740098"/>
              <a:gd name="connsiteX481" fmla="*/ 555821 w 1154399"/>
              <a:gd name="connsiteY481" fmla="*/ 79557 h 740098"/>
              <a:gd name="connsiteX482" fmla="*/ 556979 w 1154399"/>
              <a:gd name="connsiteY482" fmla="*/ 80404 h 740098"/>
              <a:gd name="connsiteX483" fmla="*/ 558136 w 1154399"/>
              <a:gd name="connsiteY483" fmla="*/ 81256 h 740098"/>
              <a:gd name="connsiteX484" fmla="*/ 559288 w 1154399"/>
              <a:gd name="connsiteY484" fmla="*/ 82111 h 740098"/>
              <a:gd name="connsiteX485" fmla="*/ 560445 w 1154399"/>
              <a:gd name="connsiteY485" fmla="*/ 82971 h 740098"/>
              <a:gd name="connsiteX486" fmla="*/ 561603 w 1154399"/>
              <a:gd name="connsiteY486" fmla="*/ 83834 h 740098"/>
              <a:gd name="connsiteX487" fmla="*/ 562754 w 1154399"/>
              <a:gd name="connsiteY487" fmla="*/ 84702 h 740098"/>
              <a:gd name="connsiteX488" fmla="*/ 563912 w 1154399"/>
              <a:gd name="connsiteY488" fmla="*/ 85574 h 740098"/>
              <a:gd name="connsiteX489" fmla="*/ 565069 w 1154399"/>
              <a:gd name="connsiteY489" fmla="*/ 86450 h 740098"/>
              <a:gd name="connsiteX490" fmla="*/ 566221 w 1154399"/>
              <a:gd name="connsiteY490" fmla="*/ 87330 h 740098"/>
              <a:gd name="connsiteX491" fmla="*/ 567378 w 1154399"/>
              <a:gd name="connsiteY491" fmla="*/ 88214 h 740098"/>
              <a:gd name="connsiteX492" fmla="*/ 568536 w 1154399"/>
              <a:gd name="connsiteY492" fmla="*/ 89102 h 740098"/>
              <a:gd name="connsiteX493" fmla="*/ 569687 w 1154399"/>
              <a:gd name="connsiteY493" fmla="*/ 89994 h 740098"/>
              <a:gd name="connsiteX494" fmla="*/ 570845 w 1154399"/>
              <a:gd name="connsiteY494" fmla="*/ 90890 h 740098"/>
              <a:gd name="connsiteX495" fmla="*/ 572002 w 1154399"/>
              <a:gd name="connsiteY495" fmla="*/ 91789 h 740098"/>
              <a:gd name="connsiteX496" fmla="*/ 573154 w 1154399"/>
              <a:gd name="connsiteY496" fmla="*/ 92694 h 740098"/>
              <a:gd name="connsiteX497" fmla="*/ 574311 w 1154399"/>
              <a:gd name="connsiteY497" fmla="*/ 93601 h 740098"/>
              <a:gd name="connsiteX498" fmla="*/ 575469 w 1154399"/>
              <a:gd name="connsiteY498" fmla="*/ 94512 h 740098"/>
              <a:gd name="connsiteX499" fmla="*/ 576621 w 1154399"/>
              <a:gd name="connsiteY499" fmla="*/ 95427 h 740098"/>
              <a:gd name="connsiteX500" fmla="*/ 577778 w 1154399"/>
              <a:gd name="connsiteY500" fmla="*/ 96346 h 740098"/>
              <a:gd name="connsiteX501" fmla="*/ 578936 w 1154399"/>
              <a:gd name="connsiteY501" fmla="*/ 97269 h 740098"/>
              <a:gd name="connsiteX502" fmla="*/ 580087 w 1154399"/>
              <a:gd name="connsiteY502" fmla="*/ 98196 h 740098"/>
              <a:gd name="connsiteX503" fmla="*/ 581245 w 1154399"/>
              <a:gd name="connsiteY503" fmla="*/ 99126 h 740098"/>
              <a:gd name="connsiteX504" fmla="*/ 582402 w 1154399"/>
              <a:gd name="connsiteY504" fmla="*/ 100060 h 740098"/>
              <a:gd name="connsiteX505" fmla="*/ 583554 w 1154399"/>
              <a:gd name="connsiteY505" fmla="*/ 100997 h 740098"/>
              <a:gd name="connsiteX506" fmla="*/ 584711 w 1154399"/>
              <a:gd name="connsiteY506" fmla="*/ 101939 h 740098"/>
              <a:gd name="connsiteX507" fmla="*/ 585869 w 1154399"/>
              <a:gd name="connsiteY507" fmla="*/ 102884 h 740098"/>
              <a:gd name="connsiteX508" fmla="*/ 587020 w 1154399"/>
              <a:gd name="connsiteY508" fmla="*/ 103832 h 740098"/>
              <a:gd name="connsiteX509" fmla="*/ 588178 w 1154399"/>
              <a:gd name="connsiteY509" fmla="*/ 104784 h 740098"/>
              <a:gd name="connsiteX510" fmla="*/ 589335 w 1154399"/>
              <a:gd name="connsiteY510" fmla="*/ 105740 h 740098"/>
              <a:gd name="connsiteX511" fmla="*/ 590487 w 1154399"/>
              <a:gd name="connsiteY511" fmla="*/ 106699 h 740098"/>
              <a:gd name="connsiteX512" fmla="*/ 591644 w 1154399"/>
              <a:gd name="connsiteY512" fmla="*/ 107661 h 740098"/>
              <a:gd name="connsiteX513" fmla="*/ 592802 w 1154399"/>
              <a:gd name="connsiteY513" fmla="*/ 108627 h 740098"/>
              <a:gd name="connsiteX514" fmla="*/ 593953 w 1154399"/>
              <a:gd name="connsiteY514" fmla="*/ 109597 h 740098"/>
              <a:gd name="connsiteX515" fmla="*/ 595111 w 1154399"/>
              <a:gd name="connsiteY515" fmla="*/ 110570 h 740098"/>
              <a:gd name="connsiteX516" fmla="*/ 596268 w 1154399"/>
              <a:gd name="connsiteY516" fmla="*/ 111547 h 740098"/>
              <a:gd name="connsiteX517" fmla="*/ 597420 w 1154399"/>
              <a:gd name="connsiteY517" fmla="*/ 112526 h 740098"/>
              <a:gd name="connsiteX518" fmla="*/ 598578 w 1154399"/>
              <a:gd name="connsiteY518" fmla="*/ 113510 h 740098"/>
              <a:gd name="connsiteX519" fmla="*/ 599735 w 1154399"/>
              <a:gd name="connsiteY519" fmla="*/ 114496 h 740098"/>
              <a:gd name="connsiteX520" fmla="*/ 600887 w 1154399"/>
              <a:gd name="connsiteY520" fmla="*/ 115486 h 740098"/>
              <a:gd name="connsiteX521" fmla="*/ 602044 w 1154399"/>
              <a:gd name="connsiteY521" fmla="*/ 116479 h 740098"/>
              <a:gd name="connsiteX522" fmla="*/ 603202 w 1154399"/>
              <a:gd name="connsiteY522" fmla="*/ 117475 h 740098"/>
              <a:gd name="connsiteX523" fmla="*/ 604353 w 1154399"/>
              <a:gd name="connsiteY523" fmla="*/ 118475 h 740098"/>
              <a:gd name="connsiteX524" fmla="*/ 605511 w 1154399"/>
              <a:gd name="connsiteY524" fmla="*/ 119478 h 740098"/>
              <a:gd name="connsiteX525" fmla="*/ 606668 w 1154399"/>
              <a:gd name="connsiteY525" fmla="*/ 120484 h 740098"/>
              <a:gd name="connsiteX526" fmla="*/ 607820 w 1154399"/>
              <a:gd name="connsiteY526" fmla="*/ 121493 h 740098"/>
              <a:gd name="connsiteX527" fmla="*/ 608977 w 1154399"/>
              <a:gd name="connsiteY527" fmla="*/ 122506 h 740098"/>
              <a:gd name="connsiteX528" fmla="*/ 610135 w 1154399"/>
              <a:gd name="connsiteY528" fmla="*/ 123521 h 740098"/>
              <a:gd name="connsiteX529" fmla="*/ 611292 w 1154399"/>
              <a:gd name="connsiteY529" fmla="*/ 124540 h 740098"/>
              <a:gd name="connsiteX530" fmla="*/ 612444 w 1154399"/>
              <a:gd name="connsiteY530" fmla="*/ 125562 h 740098"/>
              <a:gd name="connsiteX531" fmla="*/ 613601 w 1154399"/>
              <a:gd name="connsiteY531" fmla="*/ 126586 h 740098"/>
              <a:gd name="connsiteX532" fmla="*/ 614759 w 1154399"/>
              <a:gd name="connsiteY532" fmla="*/ 127614 h 740098"/>
              <a:gd name="connsiteX533" fmla="*/ 615910 w 1154399"/>
              <a:gd name="connsiteY533" fmla="*/ 128645 h 740098"/>
              <a:gd name="connsiteX534" fmla="*/ 617068 w 1154399"/>
              <a:gd name="connsiteY534" fmla="*/ 129679 h 740098"/>
              <a:gd name="connsiteX535" fmla="*/ 618225 w 1154399"/>
              <a:gd name="connsiteY535" fmla="*/ 130715 h 740098"/>
              <a:gd name="connsiteX536" fmla="*/ 619377 w 1154399"/>
              <a:gd name="connsiteY536" fmla="*/ 131755 h 740098"/>
              <a:gd name="connsiteX537" fmla="*/ 620534 w 1154399"/>
              <a:gd name="connsiteY537" fmla="*/ 132798 h 740098"/>
              <a:gd name="connsiteX538" fmla="*/ 621692 w 1154399"/>
              <a:gd name="connsiteY538" fmla="*/ 133844 h 740098"/>
              <a:gd name="connsiteX539" fmla="*/ 622844 w 1154399"/>
              <a:gd name="connsiteY539" fmla="*/ 134892 h 740098"/>
              <a:gd name="connsiteX540" fmla="*/ 624001 w 1154399"/>
              <a:gd name="connsiteY540" fmla="*/ 135944 h 740098"/>
              <a:gd name="connsiteX541" fmla="*/ 625159 w 1154399"/>
              <a:gd name="connsiteY541" fmla="*/ 136998 h 740098"/>
              <a:gd name="connsiteX542" fmla="*/ 626310 w 1154399"/>
              <a:gd name="connsiteY542" fmla="*/ 138055 h 740098"/>
              <a:gd name="connsiteX543" fmla="*/ 627468 w 1154399"/>
              <a:gd name="connsiteY543" fmla="*/ 139115 h 740098"/>
              <a:gd name="connsiteX544" fmla="*/ 628625 w 1154399"/>
              <a:gd name="connsiteY544" fmla="*/ 140177 h 740098"/>
              <a:gd name="connsiteX545" fmla="*/ 629777 w 1154399"/>
              <a:gd name="connsiteY545" fmla="*/ 141243 h 740098"/>
              <a:gd name="connsiteX546" fmla="*/ 630934 w 1154399"/>
              <a:gd name="connsiteY546" fmla="*/ 142311 h 740098"/>
              <a:gd name="connsiteX547" fmla="*/ 632092 w 1154399"/>
              <a:gd name="connsiteY547" fmla="*/ 143382 h 740098"/>
              <a:gd name="connsiteX548" fmla="*/ 633243 w 1154399"/>
              <a:gd name="connsiteY548" fmla="*/ 144455 h 740098"/>
              <a:gd name="connsiteX549" fmla="*/ 634401 w 1154399"/>
              <a:gd name="connsiteY549" fmla="*/ 145531 h 740098"/>
              <a:gd name="connsiteX550" fmla="*/ 635558 w 1154399"/>
              <a:gd name="connsiteY550" fmla="*/ 146610 h 740098"/>
              <a:gd name="connsiteX551" fmla="*/ 636710 w 1154399"/>
              <a:gd name="connsiteY551" fmla="*/ 147692 h 740098"/>
              <a:gd name="connsiteX552" fmla="*/ 637867 w 1154399"/>
              <a:gd name="connsiteY552" fmla="*/ 148776 h 740098"/>
              <a:gd name="connsiteX553" fmla="*/ 639025 w 1154399"/>
              <a:gd name="connsiteY553" fmla="*/ 149863 h 740098"/>
              <a:gd name="connsiteX554" fmla="*/ 640176 w 1154399"/>
              <a:gd name="connsiteY554" fmla="*/ 150952 h 740098"/>
              <a:gd name="connsiteX555" fmla="*/ 641334 w 1154399"/>
              <a:gd name="connsiteY555" fmla="*/ 152044 h 740098"/>
              <a:gd name="connsiteX556" fmla="*/ 642491 w 1154399"/>
              <a:gd name="connsiteY556" fmla="*/ 153138 h 740098"/>
              <a:gd name="connsiteX557" fmla="*/ 643643 w 1154399"/>
              <a:gd name="connsiteY557" fmla="*/ 154235 h 740098"/>
              <a:gd name="connsiteX558" fmla="*/ 644801 w 1154399"/>
              <a:gd name="connsiteY558" fmla="*/ 155335 h 740098"/>
              <a:gd name="connsiteX559" fmla="*/ 645958 w 1154399"/>
              <a:gd name="connsiteY559" fmla="*/ 156436 h 740098"/>
              <a:gd name="connsiteX560" fmla="*/ 647110 w 1154399"/>
              <a:gd name="connsiteY560" fmla="*/ 157540 h 740098"/>
              <a:gd name="connsiteX561" fmla="*/ 648267 w 1154399"/>
              <a:gd name="connsiteY561" fmla="*/ 158647 h 740098"/>
              <a:gd name="connsiteX562" fmla="*/ 649425 w 1154399"/>
              <a:gd name="connsiteY562" fmla="*/ 159756 h 740098"/>
              <a:gd name="connsiteX563" fmla="*/ 650576 w 1154399"/>
              <a:gd name="connsiteY563" fmla="*/ 160868 h 740098"/>
              <a:gd name="connsiteX564" fmla="*/ 651734 w 1154399"/>
              <a:gd name="connsiteY564" fmla="*/ 161982 h 740098"/>
              <a:gd name="connsiteX565" fmla="*/ 652891 w 1154399"/>
              <a:gd name="connsiteY565" fmla="*/ 163098 h 740098"/>
              <a:gd name="connsiteX566" fmla="*/ 654043 w 1154399"/>
              <a:gd name="connsiteY566" fmla="*/ 164217 h 740098"/>
              <a:gd name="connsiteX567" fmla="*/ 655200 w 1154399"/>
              <a:gd name="connsiteY567" fmla="*/ 165337 h 740098"/>
              <a:gd name="connsiteX568" fmla="*/ 656358 w 1154399"/>
              <a:gd name="connsiteY568" fmla="*/ 166461 h 740098"/>
              <a:gd name="connsiteX569" fmla="*/ 657509 w 1154399"/>
              <a:gd name="connsiteY569" fmla="*/ 167586 h 740098"/>
              <a:gd name="connsiteX570" fmla="*/ 658667 w 1154399"/>
              <a:gd name="connsiteY570" fmla="*/ 168714 h 740098"/>
              <a:gd name="connsiteX571" fmla="*/ 659824 w 1154399"/>
              <a:gd name="connsiteY571" fmla="*/ 169844 h 740098"/>
              <a:gd name="connsiteX572" fmla="*/ 660976 w 1154399"/>
              <a:gd name="connsiteY572" fmla="*/ 170976 h 740098"/>
              <a:gd name="connsiteX573" fmla="*/ 662133 w 1154399"/>
              <a:gd name="connsiteY573" fmla="*/ 172111 h 740098"/>
              <a:gd name="connsiteX574" fmla="*/ 663291 w 1154399"/>
              <a:gd name="connsiteY574" fmla="*/ 173247 h 740098"/>
              <a:gd name="connsiteX575" fmla="*/ 664442 w 1154399"/>
              <a:gd name="connsiteY575" fmla="*/ 174387 h 740098"/>
              <a:gd name="connsiteX576" fmla="*/ 665600 w 1154399"/>
              <a:gd name="connsiteY576" fmla="*/ 175528 h 740098"/>
              <a:gd name="connsiteX577" fmla="*/ 666758 w 1154399"/>
              <a:gd name="connsiteY577" fmla="*/ 176670 h 740098"/>
              <a:gd name="connsiteX578" fmla="*/ 667909 w 1154399"/>
              <a:gd name="connsiteY578" fmla="*/ 177816 h 740098"/>
              <a:gd name="connsiteX579" fmla="*/ 669067 w 1154399"/>
              <a:gd name="connsiteY579" fmla="*/ 178963 h 740098"/>
              <a:gd name="connsiteX580" fmla="*/ 670224 w 1154399"/>
              <a:gd name="connsiteY580" fmla="*/ 180113 h 740098"/>
              <a:gd name="connsiteX581" fmla="*/ 671376 w 1154399"/>
              <a:gd name="connsiteY581" fmla="*/ 181264 h 740098"/>
              <a:gd name="connsiteX582" fmla="*/ 672533 w 1154399"/>
              <a:gd name="connsiteY582" fmla="*/ 182418 h 740098"/>
              <a:gd name="connsiteX583" fmla="*/ 673691 w 1154399"/>
              <a:gd name="connsiteY583" fmla="*/ 183573 h 740098"/>
              <a:gd name="connsiteX584" fmla="*/ 674842 w 1154399"/>
              <a:gd name="connsiteY584" fmla="*/ 184731 h 740098"/>
              <a:gd name="connsiteX585" fmla="*/ 676000 w 1154399"/>
              <a:gd name="connsiteY585" fmla="*/ 185891 h 740098"/>
              <a:gd name="connsiteX586" fmla="*/ 677157 w 1154399"/>
              <a:gd name="connsiteY586" fmla="*/ 187052 h 740098"/>
              <a:gd name="connsiteX587" fmla="*/ 678309 w 1154399"/>
              <a:gd name="connsiteY587" fmla="*/ 188216 h 740098"/>
              <a:gd name="connsiteX588" fmla="*/ 679466 w 1154399"/>
              <a:gd name="connsiteY588" fmla="*/ 189381 h 740098"/>
              <a:gd name="connsiteX589" fmla="*/ 680624 w 1154399"/>
              <a:gd name="connsiteY589" fmla="*/ 190549 h 740098"/>
              <a:gd name="connsiteX590" fmla="*/ 681775 w 1154399"/>
              <a:gd name="connsiteY590" fmla="*/ 191719 h 740098"/>
              <a:gd name="connsiteX591" fmla="*/ 682933 w 1154399"/>
              <a:gd name="connsiteY591" fmla="*/ 192890 h 740098"/>
              <a:gd name="connsiteX592" fmla="*/ 684090 w 1154399"/>
              <a:gd name="connsiteY592" fmla="*/ 194063 h 740098"/>
              <a:gd name="connsiteX593" fmla="*/ 685248 w 1154399"/>
              <a:gd name="connsiteY593" fmla="*/ 195239 h 740098"/>
              <a:gd name="connsiteX594" fmla="*/ 686399 w 1154399"/>
              <a:gd name="connsiteY594" fmla="*/ 196416 h 740098"/>
              <a:gd name="connsiteX595" fmla="*/ 687557 w 1154399"/>
              <a:gd name="connsiteY595" fmla="*/ 197594 h 740098"/>
              <a:gd name="connsiteX596" fmla="*/ 688715 w 1154399"/>
              <a:gd name="connsiteY596" fmla="*/ 198775 h 740098"/>
              <a:gd name="connsiteX597" fmla="*/ 689866 w 1154399"/>
              <a:gd name="connsiteY597" fmla="*/ 199958 h 740098"/>
              <a:gd name="connsiteX598" fmla="*/ 691024 w 1154399"/>
              <a:gd name="connsiteY598" fmla="*/ 201142 h 740098"/>
              <a:gd name="connsiteX599" fmla="*/ 692181 w 1154399"/>
              <a:gd name="connsiteY599" fmla="*/ 202328 h 740098"/>
              <a:gd name="connsiteX600" fmla="*/ 693333 w 1154399"/>
              <a:gd name="connsiteY600" fmla="*/ 203516 h 740098"/>
              <a:gd name="connsiteX601" fmla="*/ 694490 w 1154399"/>
              <a:gd name="connsiteY601" fmla="*/ 204705 h 740098"/>
              <a:gd name="connsiteX602" fmla="*/ 695648 w 1154399"/>
              <a:gd name="connsiteY602" fmla="*/ 205897 h 740098"/>
              <a:gd name="connsiteX603" fmla="*/ 696799 w 1154399"/>
              <a:gd name="connsiteY603" fmla="*/ 207090 h 740098"/>
              <a:gd name="connsiteX604" fmla="*/ 697957 w 1154399"/>
              <a:gd name="connsiteY604" fmla="*/ 208285 h 740098"/>
              <a:gd name="connsiteX605" fmla="*/ 699114 w 1154399"/>
              <a:gd name="connsiteY605" fmla="*/ 209482 h 740098"/>
              <a:gd name="connsiteX606" fmla="*/ 700266 w 1154399"/>
              <a:gd name="connsiteY606" fmla="*/ 210680 h 740098"/>
              <a:gd name="connsiteX607" fmla="*/ 701423 w 1154399"/>
              <a:gd name="connsiteY607" fmla="*/ 211879 h 740098"/>
              <a:gd name="connsiteX608" fmla="*/ 702581 w 1154399"/>
              <a:gd name="connsiteY608" fmla="*/ 213081 h 740098"/>
              <a:gd name="connsiteX609" fmla="*/ 703732 w 1154399"/>
              <a:gd name="connsiteY609" fmla="*/ 214284 h 740098"/>
              <a:gd name="connsiteX610" fmla="*/ 704890 w 1154399"/>
              <a:gd name="connsiteY610" fmla="*/ 215489 h 740098"/>
              <a:gd name="connsiteX611" fmla="*/ 706047 w 1154399"/>
              <a:gd name="connsiteY611" fmla="*/ 216696 h 740098"/>
              <a:gd name="connsiteX612" fmla="*/ 707199 w 1154399"/>
              <a:gd name="connsiteY612" fmla="*/ 217904 h 740098"/>
              <a:gd name="connsiteX613" fmla="*/ 708356 w 1154399"/>
              <a:gd name="connsiteY613" fmla="*/ 219114 h 740098"/>
              <a:gd name="connsiteX614" fmla="*/ 709514 w 1154399"/>
              <a:gd name="connsiteY614" fmla="*/ 220325 h 740098"/>
              <a:gd name="connsiteX615" fmla="*/ 710666 w 1154399"/>
              <a:gd name="connsiteY615" fmla="*/ 221537 h 740098"/>
              <a:gd name="connsiteX616" fmla="*/ 711823 w 1154399"/>
              <a:gd name="connsiteY616" fmla="*/ 222752 h 740098"/>
              <a:gd name="connsiteX617" fmla="*/ 712981 w 1154399"/>
              <a:gd name="connsiteY617" fmla="*/ 223968 h 740098"/>
              <a:gd name="connsiteX618" fmla="*/ 714132 w 1154399"/>
              <a:gd name="connsiteY618" fmla="*/ 225185 h 740098"/>
              <a:gd name="connsiteX619" fmla="*/ 715290 w 1154399"/>
              <a:gd name="connsiteY619" fmla="*/ 226405 h 740098"/>
              <a:gd name="connsiteX620" fmla="*/ 716447 w 1154399"/>
              <a:gd name="connsiteY620" fmla="*/ 227625 h 740098"/>
              <a:gd name="connsiteX621" fmla="*/ 717599 w 1154399"/>
              <a:gd name="connsiteY621" fmla="*/ 228847 h 740098"/>
              <a:gd name="connsiteX622" fmla="*/ 718756 w 1154399"/>
              <a:gd name="connsiteY622" fmla="*/ 230070 h 740098"/>
              <a:gd name="connsiteX623" fmla="*/ 719914 w 1154399"/>
              <a:gd name="connsiteY623" fmla="*/ 231295 h 740098"/>
              <a:gd name="connsiteX624" fmla="*/ 721065 w 1154399"/>
              <a:gd name="connsiteY624" fmla="*/ 232522 h 740098"/>
              <a:gd name="connsiteX625" fmla="*/ 722223 w 1154399"/>
              <a:gd name="connsiteY625" fmla="*/ 233750 h 740098"/>
              <a:gd name="connsiteX626" fmla="*/ 723380 w 1154399"/>
              <a:gd name="connsiteY626" fmla="*/ 234979 h 740098"/>
              <a:gd name="connsiteX627" fmla="*/ 724532 w 1154399"/>
              <a:gd name="connsiteY627" fmla="*/ 236210 h 740098"/>
              <a:gd name="connsiteX628" fmla="*/ 725689 w 1154399"/>
              <a:gd name="connsiteY628" fmla="*/ 237442 h 740098"/>
              <a:gd name="connsiteX629" fmla="*/ 726847 w 1154399"/>
              <a:gd name="connsiteY629" fmla="*/ 238675 h 740098"/>
              <a:gd name="connsiteX630" fmla="*/ 727998 w 1154399"/>
              <a:gd name="connsiteY630" fmla="*/ 239910 h 740098"/>
              <a:gd name="connsiteX631" fmla="*/ 729156 w 1154399"/>
              <a:gd name="connsiteY631" fmla="*/ 241146 h 740098"/>
              <a:gd name="connsiteX632" fmla="*/ 730313 w 1154399"/>
              <a:gd name="connsiteY632" fmla="*/ 242384 h 740098"/>
              <a:gd name="connsiteX633" fmla="*/ 731465 w 1154399"/>
              <a:gd name="connsiteY633" fmla="*/ 243623 h 740098"/>
              <a:gd name="connsiteX634" fmla="*/ 732622 w 1154399"/>
              <a:gd name="connsiteY634" fmla="*/ 244864 h 740098"/>
              <a:gd name="connsiteX635" fmla="*/ 733780 w 1154399"/>
              <a:gd name="connsiteY635" fmla="*/ 246105 h 740098"/>
              <a:gd name="connsiteX636" fmla="*/ 734932 w 1154399"/>
              <a:gd name="connsiteY636" fmla="*/ 247348 h 740098"/>
              <a:gd name="connsiteX637" fmla="*/ 736089 w 1154399"/>
              <a:gd name="connsiteY637" fmla="*/ 248593 h 740098"/>
              <a:gd name="connsiteX638" fmla="*/ 737247 w 1154399"/>
              <a:gd name="connsiteY638" fmla="*/ 249838 h 740098"/>
              <a:gd name="connsiteX639" fmla="*/ 738398 w 1154399"/>
              <a:gd name="connsiteY639" fmla="*/ 251085 h 740098"/>
              <a:gd name="connsiteX640" fmla="*/ 739556 w 1154399"/>
              <a:gd name="connsiteY640" fmla="*/ 252333 h 740098"/>
              <a:gd name="connsiteX641" fmla="*/ 740713 w 1154399"/>
              <a:gd name="connsiteY641" fmla="*/ 253583 h 740098"/>
              <a:gd name="connsiteX642" fmla="*/ 741865 w 1154399"/>
              <a:gd name="connsiteY642" fmla="*/ 254834 h 740098"/>
              <a:gd name="connsiteX643" fmla="*/ 743022 w 1154399"/>
              <a:gd name="connsiteY643" fmla="*/ 256086 h 740098"/>
              <a:gd name="connsiteX644" fmla="*/ 744180 w 1154399"/>
              <a:gd name="connsiteY644" fmla="*/ 257339 h 740098"/>
              <a:gd name="connsiteX645" fmla="*/ 745331 w 1154399"/>
              <a:gd name="connsiteY645" fmla="*/ 258593 h 740098"/>
              <a:gd name="connsiteX646" fmla="*/ 746489 w 1154399"/>
              <a:gd name="connsiteY646" fmla="*/ 259849 h 740098"/>
              <a:gd name="connsiteX647" fmla="*/ 747646 w 1154399"/>
              <a:gd name="connsiteY647" fmla="*/ 261105 h 740098"/>
              <a:gd name="connsiteX648" fmla="*/ 748798 w 1154399"/>
              <a:gd name="connsiteY648" fmla="*/ 262364 h 740098"/>
              <a:gd name="connsiteX649" fmla="*/ 749955 w 1154399"/>
              <a:gd name="connsiteY649" fmla="*/ 263623 h 740098"/>
              <a:gd name="connsiteX650" fmla="*/ 751113 w 1154399"/>
              <a:gd name="connsiteY650" fmla="*/ 264883 h 740098"/>
              <a:gd name="connsiteX651" fmla="*/ 752264 w 1154399"/>
              <a:gd name="connsiteY651" fmla="*/ 266145 h 740098"/>
              <a:gd name="connsiteX652" fmla="*/ 753422 w 1154399"/>
              <a:gd name="connsiteY652" fmla="*/ 267408 h 740098"/>
              <a:gd name="connsiteX653" fmla="*/ 754579 w 1154399"/>
              <a:gd name="connsiteY653" fmla="*/ 268672 h 740098"/>
              <a:gd name="connsiteX654" fmla="*/ 755737 w 1154399"/>
              <a:gd name="connsiteY654" fmla="*/ 269937 h 740098"/>
              <a:gd name="connsiteX655" fmla="*/ 756889 w 1154399"/>
              <a:gd name="connsiteY655" fmla="*/ 271203 h 740098"/>
              <a:gd name="connsiteX656" fmla="*/ 758046 w 1154399"/>
              <a:gd name="connsiteY656" fmla="*/ 272470 h 740098"/>
              <a:gd name="connsiteX657" fmla="*/ 759204 w 1154399"/>
              <a:gd name="connsiteY657" fmla="*/ 273739 h 740098"/>
              <a:gd name="connsiteX658" fmla="*/ 760355 w 1154399"/>
              <a:gd name="connsiteY658" fmla="*/ 275008 h 740098"/>
              <a:gd name="connsiteX659" fmla="*/ 761513 w 1154399"/>
              <a:gd name="connsiteY659" fmla="*/ 276279 h 740098"/>
              <a:gd name="connsiteX660" fmla="*/ 762670 w 1154399"/>
              <a:gd name="connsiteY660" fmla="*/ 277551 h 740098"/>
              <a:gd name="connsiteX661" fmla="*/ 763822 w 1154399"/>
              <a:gd name="connsiteY661" fmla="*/ 278823 h 740098"/>
              <a:gd name="connsiteX662" fmla="*/ 764979 w 1154399"/>
              <a:gd name="connsiteY662" fmla="*/ 280097 h 740098"/>
              <a:gd name="connsiteX663" fmla="*/ 766137 w 1154399"/>
              <a:gd name="connsiteY663" fmla="*/ 281372 h 740098"/>
              <a:gd name="connsiteX664" fmla="*/ 767288 w 1154399"/>
              <a:gd name="connsiteY664" fmla="*/ 282648 h 740098"/>
              <a:gd name="connsiteX665" fmla="*/ 768446 w 1154399"/>
              <a:gd name="connsiteY665" fmla="*/ 283925 h 740098"/>
              <a:gd name="connsiteX666" fmla="*/ 769603 w 1154399"/>
              <a:gd name="connsiteY666" fmla="*/ 285203 h 740098"/>
              <a:gd name="connsiteX667" fmla="*/ 770755 w 1154399"/>
              <a:gd name="connsiteY667" fmla="*/ 286482 h 740098"/>
              <a:gd name="connsiteX668" fmla="*/ 771912 w 1154399"/>
              <a:gd name="connsiteY668" fmla="*/ 287763 h 740098"/>
              <a:gd name="connsiteX669" fmla="*/ 773070 w 1154399"/>
              <a:gd name="connsiteY669" fmla="*/ 289043 h 740098"/>
              <a:gd name="connsiteX670" fmla="*/ 774221 w 1154399"/>
              <a:gd name="connsiteY670" fmla="*/ 290326 h 740098"/>
              <a:gd name="connsiteX671" fmla="*/ 775379 w 1154399"/>
              <a:gd name="connsiteY671" fmla="*/ 291609 h 740098"/>
              <a:gd name="connsiteX672" fmla="*/ 776536 w 1154399"/>
              <a:gd name="connsiteY672" fmla="*/ 292893 h 740098"/>
              <a:gd name="connsiteX673" fmla="*/ 777688 w 1154399"/>
              <a:gd name="connsiteY673" fmla="*/ 294178 h 740098"/>
              <a:gd name="connsiteX674" fmla="*/ 778846 w 1154399"/>
              <a:gd name="connsiteY674" fmla="*/ 295464 h 740098"/>
              <a:gd name="connsiteX675" fmla="*/ 780003 w 1154399"/>
              <a:gd name="connsiteY675" fmla="*/ 296751 h 740098"/>
              <a:gd name="connsiteX676" fmla="*/ 781155 w 1154399"/>
              <a:gd name="connsiteY676" fmla="*/ 298039 h 740098"/>
              <a:gd name="connsiteX677" fmla="*/ 782312 w 1154399"/>
              <a:gd name="connsiteY677" fmla="*/ 299328 h 740098"/>
              <a:gd name="connsiteX678" fmla="*/ 783470 w 1154399"/>
              <a:gd name="connsiteY678" fmla="*/ 300618 h 740098"/>
              <a:gd name="connsiteX679" fmla="*/ 784621 w 1154399"/>
              <a:gd name="connsiteY679" fmla="*/ 301909 h 740098"/>
              <a:gd name="connsiteX680" fmla="*/ 785779 w 1154399"/>
              <a:gd name="connsiteY680" fmla="*/ 303200 h 740098"/>
              <a:gd name="connsiteX681" fmla="*/ 786936 w 1154399"/>
              <a:gd name="connsiteY681" fmla="*/ 304493 h 740098"/>
              <a:gd name="connsiteX682" fmla="*/ 788088 w 1154399"/>
              <a:gd name="connsiteY682" fmla="*/ 305787 h 740098"/>
              <a:gd name="connsiteX683" fmla="*/ 789245 w 1154399"/>
              <a:gd name="connsiteY683" fmla="*/ 307081 h 740098"/>
              <a:gd name="connsiteX684" fmla="*/ 790403 w 1154399"/>
              <a:gd name="connsiteY684" fmla="*/ 308377 h 740098"/>
              <a:gd name="connsiteX685" fmla="*/ 791554 w 1154399"/>
              <a:gd name="connsiteY685" fmla="*/ 309673 h 740098"/>
              <a:gd name="connsiteX686" fmla="*/ 792712 w 1154399"/>
              <a:gd name="connsiteY686" fmla="*/ 310970 h 740098"/>
              <a:gd name="connsiteX687" fmla="*/ 793869 w 1154399"/>
              <a:gd name="connsiteY687" fmla="*/ 312268 h 740098"/>
              <a:gd name="connsiteX688" fmla="*/ 795021 w 1154399"/>
              <a:gd name="connsiteY688" fmla="*/ 313567 h 740098"/>
              <a:gd name="connsiteX689" fmla="*/ 796178 w 1154399"/>
              <a:gd name="connsiteY689" fmla="*/ 314867 h 740098"/>
              <a:gd name="connsiteX690" fmla="*/ 797336 w 1154399"/>
              <a:gd name="connsiteY690" fmla="*/ 316168 h 740098"/>
              <a:gd name="connsiteX691" fmla="*/ 798487 w 1154399"/>
              <a:gd name="connsiteY691" fmla="*/ 317469 h 740098"/>
              <a:gd name="connsiteX692" fmla="*/ 799645 w 1154399"/>
              <a:gd name="connsiteY692" fmla="*/ 318772 h 740098"/>
              <a:gd name="connsiteX693" fmla="*/ 800802 w 1154399"/>
              <a:gd name="connsiteY693" fmla="*/ 320075 h 740098"/>
              <a:gd name="connsiteX694" fmla="*/ 801954 w 1154399"/>
              <a:gd name="connsiteY694" fmla="*/ 321379 h 740098"/>
              <a:gd name="connsiteX695" fmla="*/ 803112 w 1154399"/>
              <a:gd name="connsiteY695" fmla="*/ 322683 h 740098"/>
              <a:gd name="connsiteX696" fmla="*/ 804269 w 1154399"/>
              <a:gd name="connsiteY696" fmla="*/ 323989 h 740098"/>
              <a:gd name="connsiteX697" fmla="*/ 805421 w 1154399"/>
              <a:gd name="connsiteY697" fmla="*/ 325296 h 740098"/>
              <a:gd name="connsiteX698" fmla="*/ 806578 w 1154399"/>
              <a:gd name="connsiteY698" fmla="*/ 326603 h 740098"/>
              <a:gd name="connsiteX699" fmla="*/ 807736 w 1154399"/>
              <a:gd name="connsiteY699" fmla="*/ 327911 h 740098"/>
              <a:gd name="connsiteX700" fmla="*/ 808887 w 1154399"/>
              <a:gd name="connsiteY700" fmla="*/ 329220 h 740098"/>
              <a:gd name="connsiteX701" fmla="*/ 810045 w 1154399"/>
              <a:gd name="connsiteY701" fmla="*/ 330530 h 740098"/>
              <a:gd name="connsiteX702" fmla="*/ 811202 w 1154399"/>
              <a:gd name="connsiteY702" fmla="*/ 331840 h 740098"/>
              <a:gd name="connsiteX703" fmla="*/ 812354 w 1154399"/>
              <a:gd name="connsiteY703" fmla="*/ 333151 h 740098"/>
              <a:gd name="connsiteX704" fmla="*/ 813511 w 1154399"/>
              <a:gd name="connsiteY704" fmla="*/ 334463 h 740098"/>
              <a:gd name="connsiteX705" fmla="*/ 814669 w 1154399"/>
              <a:gd name="connsiteY705" fmla="*/ 335776 h 740098"/>
              <a:gd name="connsiteX706" fmla="*/ 815820 w 1154399"/>
              <a:gd name="connsiteY706" fmla="*/ 337090 h 740098"/>
              <a:gd name="connsiteX707" fmla="*/ 816978 w 1154399"/>
              <a:gd name="connsiteY707" fmla="*/ 338404 h 740098"/>
              <a:gd name="connsiteX708" fmla="*/ 818135 w 1154399"/>
              <a:gd name="connsiteY708" fmla="*/ 339719 h 740098"/>
              <a:gd name="connsiteX709" fmla="*/ 819287 w 1154399"/>
              <a:gd name="connsiteY709" fmla="*/ 341034 h 740098"/>
              <a:gd name="connsiteX710" fmla="*/ 820444 w 1154399"/>
              <a:gd name="connsiteY710" fmla="*/ 342351 h 740098"/>
              <a:gd name="connsiteX711" fmla="*/ 821602 w 1154399"/>
              <a:gd name="connsiteY711" fmla="*/ 343668 h 740098"/>
              <a:gd name="connsiteX712" fmla="*/ 822754 w 1154399"/>
              <a:gd name="connsiteY712" fmla="*/ 344986 h 740098"/>
              <a:gd name="connsiteX713" fmla="*/ 823911 w 1154399"/>
              <a:gd name="connsiteY713" fmla="*/ 346305 h 740098"/>
              <a:gd name="connsiteX714" fmla="*/ 825068 w 1154399"/>
              <a:gd name="connsiteY714" fmla="*/ 347625 h 740098"/>
              <a:gd name="connsiteX715" fmla="*/ 826220 w 1154399"/>
              <a:gd name="connsiteY715" fmla="*/ 348944 h 740098"/>
              <a:gd name="connsiteX716" fmla="*/ 827378 w 1154399"/>
              <a:gd name="connsiteY716" fmla="*/ 350265 h 740098"/>
              <a:gd name="connsiteX717" fmla="*/ 828535 w 1154399"/>
              <a:gd name="connsiteY717" fmla="*/ 351587 h 740098"/>
              <a:gd name="connsiteX718" fmla="*/ 829693 w 1154399"/>
              <a:gd name="connsiteY718" fmla="*/ 352909 h 740098"/>
              <a:gd name="connsiteX719" fmla="*/ 830844 w 1154399"/>
              <a:gd name="connsiteY719" fmla="*/ 354232 h 740098"/>
              <a:gd name="connsiteX720" fmla="*/ 832002 w 1154399"/>
              <a:gd name="connsiteY720" fmla="*/ 355555 h 740098"/>
              <a:gd name="connsiteX721" fmla="*/ 833159 w 1154399"/>
              <a:gd name="connsiteY721" fmla="*/ 356880 h 740098"/>
              <a:gd name="connsiteX722" fmla="*/ 834311 w 1154399"/>
              <a:gd name="connsiteY722" fmla="*/ 358204 h 740098"/>
              <a:gd name="connsiteX723" fmla="*/ 835468 w 1154399"/>
              <a:gd name="connsiteY723" fmla="*/ 359530 h 740098"/>
              <a:gd name="connsiteX724" fmla="*/ 836626 w 1154399"/>
              <a:gd name="connsiteY724" fmla="*/ 360857 h 740098"/>
              <a:gd name="connsiteX725" fmla="*/ 837777 w 1154399"/>
              <a:gd name="connsiteY725" fmla="*/ 362184 h 740098"/>
              <a:gd name="connsiteX726" fmla="*/ 838935 w 1154399"/>
              <a:gd name="connsiteY726" fmla="*/ 363511 h 740098"/>
              <a:gd name="connsiteX727" fmla="*/ 840092 w 1154399"/>
              <a:gd name="connsiteY727" fmla="*/ 364839 h 740098"/>
              <a:gd name="connsiteX728" fmla="*/ 841244 w 1154399"/>
              <a:gd name="connsiteY728" fmla="*/ 366168 h 740098"/>
              <a:gd name="connsiteX729" fmla="*/ 842401 w 1154399"/>
              <a:gd name="connsiteY729" fmla="*/ 367497 h 740098"/>
              <a:gd name="connsiteX730" fmla="*/ 843559 w 1154399"/>
              <a:gd name="connsiteY730" fmla="*/ 368827 h 740098"/>
              <a:gd name="connsiteX731" fmla="*/ 844710 w 1154399"/>
              <a:gd name="connsiteY731" fmla="*/ 370158 h 740098"/>
              <a:gd name="connsiteX732" fmla="*/ 845868 w 1154399"/>
              <a:gd name="connsiteY732" fmla="*/ 371490 h 740098"/>
              <a:gd name="connsiteX733" fmla="*/ 847025 w 1154399"/>
              <a:gd name="connsiteY733" fmla="*/ 372821 h 740098"/>
              <a:gd name="connsiteX734" fmla="*/ 848177 w 1154399"/>
              <a:gd name="connsiteY734" fmla="*/ 374154 h 740098"/>
              <a:gd name="connsiteX735" fmla="*/ 849335 w 1154399"/>
              <a:gd name="connsiteY735" fmla="*/ 375487 h 740098"/>
              <a:gd name="connsiteX736" fmla="*/ 850492 w 1154399"/>
              <a:gd name="connsiteY736" fmla="*/ 376821 h 740098"/>
              <a:gd name="connsiteX737" fmla="*/ 851644 w 1154399"/>
              <a:gd name="connsiteY737" fmla="*/ 378155 h 740098"/>
              <a:gd name="connsiteX738" fmla="*/ 852801 w 1154399"/>
              <a:gd name="connsiteY738" fmla="*/ 379490 h 740098"/>
              <a:gd name="connsiteX739" fmla="*/ 853959 w 1154399"/>
              <a:gd name="connsiteY739" fmla="*/ 380826 h 740098"/>
              <a:gd name="connsiteX740" fmla="*/ 855110 w 1154399"/>
              <a:gd name="connsiteY740" fmla="*/ 382162 h 740098"/>
              <a:gd name="connsiteX741" fmla="*/ 856268 w 1154399"/>
              <a:gd name="connsiteY741" fmla="*/ 383499 h 740098"/>
              <a:gd name="connsiteX742" fmla="*/ 857425 w 1154399"/>
              <a:gd name="connsiteY742" fmla="*/ 384836 h 740098"/>
              <a:gd name="connsiteX743" fmla="*/ 858577 w 1154399"/>
              <a:gd name="connsiteY743" fmla="*/ 386174 h 740098"/>
              <a:gd name="connsiteX744" fmla="*/ 859734 w 1154399"/>
              <a:gd name="connsiteY744" fmla="*/ 387513 h 740098"/>
              <a:gd name="connsiteX745" fmla="*/ 860892 w 1154399"/>
              <a:gd name="connsiteY745" fmla="*/ 388852 h 740098"/>
              <a:gd name="connsiteX746" fmla="*/ 862043 w 1154399"/>
              <a:gd name="connsiteY746" fmla="*/ 390191 h 740098"/>
              <a:gd name="connsiteX747" fmla="*/ 863201 w 1154399"/>
              <a:gd name="connsiteY747" fmla="*/ 391532 h 740098"/>
              <a:gd name="connsiteX748" fmla="*/ 864358 w 1154399"/>
              <a:gd name="connsiteY748" fmla="*/ 392872 h 740098"/>
              <a:gd name="connsiteX749" fmla="*/ 865510 w 1154399"/>
              <a:gd name="connsiteY749" fmla="*/ 394214 h 740098"/>
              <a:gd name="connsiteX750" fmla="*/ 866667 w 1154399"/>
              <a:gd name="connsiteY750" fmla="*/ 395555 h 740098"/>
              <a:gd name="connsiteX751" fmla="*/ 867825 w 1154399"/>
              <a:gd name="connsiteY751" fmla="*/ 396898 h 740098"/>
              <a:gd name="connsiteX752" fmla="*/ 868977 w 1154399"/>
              <a:gd name="connsiteY752" fmla="*/ 398241 h 740098"/>
              <a:gd name="connsiteX753" fmla="*/ 870134 w 1154399"/>
              <a:gd name="connsiteY753" fmla="*/ 399584 h 740098"/>
              <a:gd name="connsiteX754" fmla="*/ 871291 w 1154399"/>
              <a:gd name="connsiteY754" fmla="*/ 400928 h 740098"/>
              <a:gd name="connsiteX755" fmla="*/ 872443 w 1154399"/>
              <a:gd name="connsiteY755" fmla="*/ 402273 h 740098"/>
              <a:gd name="connsiteX756" fmla="*/ 873601 w 1154399"/>
              <a:gd name="connsiteY756" fmla="*/ 403618 h 740098"/>
              <a:gd name="connsiteX757" fmla="*/ 874758 w 1154399"/>
              <a:gd name="connsiteY757" fmla="*/ 404964 h 740098"/>
              <a:gd name="connsiteX758" fmla="*/ 875910 w 1154399"/>
              <a:gd name="connsiteY758" fmla="*/ 406309 h 740098"/>
              <a:gd name="connsiteX759" fmla="*/ 877067 w 1154399"/>
              <a:gd name="connsiteY759" fmla="*/ 407656 h 740098"/>
              <a:gd name="connsiteX760" fmla="*/ 878225 w 1154399"/>
              <a:gd name="connsiteY760" fmla="*/ 409003 h 740098"/>
              <a:gd name="connsiteX761" fmla="*/ 879376 w 1154399"/>
              <a:gd name="connsiteY761" fmla="*/ 410351 h 740098"/>
              <a:gd name="connsiteX762" fmla="*/ 880534 w 1154399"/>
              <a:gd name="connsiteY762" fmla="*/ 411699 h 740098"/>
              <a:gd name="connsiteX763" fmla="*/ 881691 w 1154399"/>
              <a:gd name="connsiteY763" fmla="*/ 413047 h 740098"/>
              <a:gd name="connsiteX764" fmla="*/ 882843 w 1154399"/>
              <a:gd name="connsiteY764" fmla="*/ 414397 h 740098"/>
              <a:gd name="connsiteX765" fmla="*/ 884000 w 1154399"/>
              <a:gd name="connsiteY765" fmla="*/ 415746 h 740098"/>
              <a:gd name="connsiteX766" fmla="*/ 885158 w 1154399"/>
              <a:gd name="connsiteY766" fmla="*/ 417096 h 740098"/>
              <a:gd name="connsiteX767" fmla="*/ 886309 w 1154399"/>
              <a:gd name="connsiteY767" fmla="*/ 418447 h 740098"/>
              <a:gd name="connsiteX768" fmla="*/ 887467 w 1154399"/>
              <a:gd name="connsiteY768" fmla="*/ 419798 h 740098"/>
              <a:gd name="connsiteX769" fmla="*/ 888624 w 1154399"/>
              <a:gd name="connsiteY769" fmla="*/ 421149 h 740098"/>
              <a:gd name="connsiteX770" fmla="*/ 889776 w 1154399"/>
              <a:gd name="connsiteY770" fmla="*/ 422501 h 740098"/>
              <a:gd name="connsiteX771" fmla="*/ 890933 w 1154399"/>
              <a:gd name="connsiteY771" fmla="*/ 423854 h 740098"/>
              <a:gd name="connsiteX772" fmla="*/ 892091 w 1154399"/>
              <a:gd name="connsiteY772" fmla="*/ 425207 h 740098"/>
              <a:gd name="connsiteX773" fmla="*/ 893243 w 1154399"/>
              <a:gd name="connsiteY773" fmla="*/ 426560 h 740098"/>
              <a:gd name="connsiteX774" fmla="*/ 894400 w 1154399"/>
              <a:gd name="connsiteY774" fmla="*/ 427914 h 740098"/>
              <a:gd name="connsiteX775" fmla="*/ 895558 w 1154399"/>
              <a:gd name="connsiteY775" fmla="*/ 429268 h 740098"/>
              <a:gd name="connsiteX776" fmla="*/ 896709 w 1154399"/>
              <a:gd name="connsiteY776" fmla="*/ 430623 h 740098"/>
              <a:gd name="connsiteX777" fmla="*/ 897867 w 1154399"/>
              <a:gd name="connsiteY777" fmla="*/ 431978 h 740098"/>
              <a:gd name="connsiteX778" fmla="*/ 899024 w 1154399"/>
              <a:gd name="connsiteY778" fmla="*/ 433334 h 740098"/>
              <a:gd name="connsiteX779" fmla="*/ 900176 w 1154399"/>
              <a:gd name="connsiteY779" fmla="*/ 434690 h 740098"/>
              <a:gd name="connsiteX780" fmla="*/ 901333 w 1154399"/>
              <a:gd name="connsiteY780" fmla="*/ 436046 h 740098"/>
              <a:gd name="connsiteX781" fmla="*/ 902491 w 1154399"/>
              <a:gd name="connsiteY781" fmla="*/ 437404 h 740098"/>
              <a:gd name="connsiteX782" fmla="*/ 903648 w 1154399"/>
              <a:gd name="connsiteY782" fmla="*/ 438761 h 740098"/>
              <a:gd name="connsiteX783" fmla="*/ 904800 w 1154399"/>
              <a:gd name="connsiteY783" fmla="*/ 440119 h 740098"/>
              <a:gd name="connsiteX784" fmla="*/ 905957 w 1154399"/>
              <a:gd name="connsiteY784" fmla="*/ 441477 h 740098"/>
              <a:gd name="connsiteX785" fmla="*/ 907115 w 1154399"/>
              <a:gd name="connsiteY785" fmla="*/ 442835 h 740098"/>
              <a:gd name="connsiteX786" fmla="*/ 908266 w 1154399"/>
              <a:gd name="connsiteY786" fmla="*/ 444195 h 740098"/>
              <a:gd name="connsiteX787" fmla="*/ 909424 w 1154399"/>
              <a:gd name="connsiteY787" fmla="*/ 445554 h 740098"/>
              <a:gd name="connsiteX788" fmla="*/ 910581 w 1154399"/>
              <a:gd name="connsiteY788" fmla="*/ 446914 h 740098"/>
              <a:gd name="connsiteX789" fmla="*/ 911733 w 1154399"/>
              <a:gd name="connsiteY789" fmla="*/ 448274 h 740098"/>
              <a:gd name="connsiteX790" fmla="*/ 912890 w 1154399"/>
              <a:gd name="connsiteY790" fmla="*/ 449636 h 740098"/>
              <a:gd name="connsiteX791" fmla="*/ 914048 w 1154399"/>
              <a:gd name="connsiteY791" fmla="*/ 450996 h 740098"/>
              <a:gd name="connsiteX792" fmla="*/ 915199 w 1154399"/>
              <a:gd name="connsiteY792" fmla="*/ 452358 h 740098"/>
              <a:gd name="connsiteX793" fmla="*/ 916357 w 1154399"/>
              <a:gd name="connsiteY793" fmla="*/ 453720 h 740098"/>
              <a:gd name="connsiteX794" fmla="*/ 917514 w 1154399"/>
              <a:gd name="connsiteY794" fmla="*/ 455083 h 740098"/>
              <a:gd name="connsiteX795" fmla="*/ 918666 w 1154399"/>
              <a:gd name="connsiteY795" fmla="*/ 456445 h 740098"/>
              <a:gd name="connsiteX796" fmla="*/ 919824 w 1154399"/>
              <a:gd name="connsiteY796" fmla="*/ 457809 h 740098"/>
              <a:gd name="connsiteX797" fmla="*/ 920981 w 1154399"/>
              <a:gd name="connsiteY797" fmla="*/ 459173 h 740098"/>
              <a:gd name="connsiteX798" fmla="*/ 922133 w 1154399"/>
              <a:gd name="connsiteY798" fmla="*/ 460536 h 740098"/>
              <a:gd name="connsiteX799" fmla="*/ 923290 w 1154399"/>
              <a:gd name="connsiteY799" fmla="*/ 461901 h 740098"/>
              <a:gd name="connsiteX800" fmla="*/ 924448 w 1154399"/>
              <a:gd name="connsiteY800" fmla="*/ 463266 h 740098"/>
              <a:gd name="connsiteX801" fmla="*/ 925599 w 1154399"/>
              <a:gd name="connsiteY801" fmla="*/ 464631 h 740098"/>
              <a:gd name="connsiteX802" fmla="*/ 926757 w 1154399"/>
              <a:gd name="connsiteY802" fmla="*/ 465997 h 740098"/>
              <a:gd name="connsiteX803" fmla="*/ 927914 w 1154399"/>
              <a:gd name="connsiteY803" fmla="*/ 467363 h 740098"/>
              <a:gd name="connsiteX804" fmla="*/ 929066 w 1154399"/>
              <a:gd name="connsiteY804" fmla="*/ 468728 h 740098"/>
              <a:gd name="connsiteX805" fmla="*/ 930223 w 1154399"/>
              <a:gd name="connsiteY805" fmla="*/ 470095 h 740098"/>
              <a:gd name="connsiteX806" fmla="*/ 931381 w 1154399"/>
              <a:gd name="connsiteY806" fmla="*/ 471462 h 740098"/>
              <a:gd name="connsiteX807" fmla="*/ 932532 w 1154399"/>
              <a:gd name="connsiteY807" fmla="*/ 472830 h 740098"/>
              <a:gd name="connsiteX808" fmla="*/ 933690 w 1154399"/>
              <a:gd name="connsiteY808" fmla="*/ 474198 h 740098"/>
              <a:gd name="connsiteX809" fmla="*/ 934847 w 1154399"/>
              <a:gd name="connsiteY809" fmla="*/ 475565 h 740098"/>
              <a:gd name="connsiteX810" fmla="*/ 935999 w 1154399"/>
              <a:gd name="connsiteY810" fmla="*/ 476934 h 740098"/>
              <a:gd name="connsiteX811" fmla="*/ 937156 w 1154399"/>
              <a:gd name="connsiteY811" fmla="*/ 478303 h 740098"/>
              <a:gd name="connsiteX812" fmla="*/ 938314 w 1154399"/>
              <a:gd name="connsiteY812" fmla="*/ 479672 h 740098"/>
              <a:gd name="connsiteX813" fmla="*/ 939466 w 1154399"/>
              <a:gd name="connsiteY813" fmla="*/ 481042 h 740098"/>
              <a:gd name="connsiteX814" fmla="*/ 940623 w 1154399"/>
              <a:gd name="connsiteY814" fmla="*/ 482412 h 740098"/>
              <a:gd name="connsiteX815" fmla="*/ 941780 w 1154399"/>
              <a:gd name="connsiteY815" fmla="*/ 483782 h 740098"/>
              <a:gd name="connsiteX816" fmla="*/ 942932 w 1154399"/>
              <a:gd name="connsiteY816" fmla="*/ 485153 h 740098"/>
              <a:gd name="connsiteX817" fmla="*/ 944090 w 1154399"/>
              <a:gd name="connsiteY817" fmla="*/ 486524 h 740098"/>
              <a:gd name="connsiteX818" fmla="*/ 945247 w 1154399"/>
              <a:gd name="connsiteY818" fmla="*/ 487895 h 740098"/>
              <a:gd name="connsiteX819" fmla="*/ 946399 w 1154399"/>
              <a:gd name="connsiteY819" fmla="*/ 489266 h 740098"/>
              <a:gd name="connsiteX820" fmla="*/ 947556 w 1154399"/>
              <a:gd name="connsiteY820" fmla="*/ 490638 h 740098"/>
              <a:gd name="connsiteX821" fmla="*/ 948714 w 1154399"/>
              <a:gd name="connsiteY821" fmla="*/ 492011 h 740098"/>
              <a:gd name="connsiteX822" fmla="*/ 949865 w 1154399"/>
              <a:gd name="connsiteY822" fmla="*/ 493383 h 740098"/>
              <a:gd name="connsiteX823" fmla="*/ 951023 w 1154399"/>
              <a:gd name="connsiteY823" fmla="*/ 494756 h 740098"/>
              <a:gd name="connsiteX824" fmla="*/ 952180 w 1154399"/>
              <a:gd name="connsiteY824" fmla="*/ 496130 h 740098"/>
              <a:gd name="connsiteX825" fmla="*/ 953332 w 1154399"/>
              <a:gd name="connsiteY825" fmla="*/ 497503 h 740098"/>
              <a:gd name="connsiteX826" fmla="*/ 954489 w 1154399"/>
              <a:gd name="connsiteY826" fmla="*/ 498877 h 740098"/>
              <a:gd name="connsiteX827" fmla="*/ 955647 w 1154399"/>
              <a:gd name="connsiteY827" fmla="*/ 500251 h 740098"/>
              <a:gd name="connsiteX828" fmla="*/ 956798 w 1154399"/>
              <a:gd name="connsiteY828" fmla="*/ 501626 h 740098"/>
              <a:gd name="connsiteX829" fmla="*/ 957956 w 1154399"/>
              <a:gd name="connsiteY829" fmla="*/ 503001 h 740098"/>
              <a:gd name="connsiteX830" fmla="*/ 959113 w 1154399"/>
              <a:gd name="connsiteY830" fmla="*/ 504376 h 740098"/>
              <a:gd name="connsiteX831" fmla="*/ 960265 w 1154399"/>
              <a:gd name="connsiteY831" fmla="*/ 505752 h 740098"/>
              <a:gd name="connsiteX832" fmla="*/ 961422 w 1154399"/>
              <a:gd name="connsiteY832" fmla="*/ 507128 h 740098"/>
              <a:gd name="connsiteX833" fmla="*/ 962580 w 1154399"/>
              <a:gd name="connsiteY833" fmla="*/ 508504 h 740098"/>
              <a:gd name="connsiteX834" fmla="*/ 963732 w 1154399"/>
              <a:gd name="connsiteY834" fmla="*/ 509880 h 740098"/>
              <a:gd name="connsiteX835" fmla="*/ 964889 w 1154399"/>
              <a:gd name="connsiteY835" fmla="*/ 511257 h 740098"/>
              <a:gd name="connsiteX836" fmla="*/ 966047 w 1154399"/>
              <a:gd name="connsiteY836" fmla="*/ 512634 h 740098"/>
              <a:gd name="connsiteX837" fmla="*/ 967198 w 1154399"/>
              <a:gd name="connsiteY837" fmla="*/ 514012 h 740098"/>
              <a:gd name="connsiteX838" fmla="*/ 968356 w 1154399"/>
              <a:gd name="connsiteY838" fmla="*/ 515390 h 740098"/>
              <a:gd name="connsiteX839" fmla="*/ 969513 w 1154399"/>
              <a:gd name="connsiteY839" fmla="*/ 516767 h 740098"/>
              <a:gd name="connsiteX840" fmla="*/ 970665 w 1154399"/>
              <a:gd name="connsiteY840" fmla="*/ 518146 h 740098"/>
              <a:gd name="connsiteX841" fmla="*/ 971822 w 1154399"/>
              <a:gd name="connsiteY841" fmla="*/ 519524 h 740098"/>
              <a:gd name="connsiteX842" fmla="*/ 972980 w 1154399"/>
              <a:gd name="connsiteY842" fmla="*/ 520903 h 740098"/>
              <a:gd name="connsiteX843" fmla="*/ 974131 w 1154399"/>
              <a:gd name="connsiteY843" fmla="*/ 522282 h 740098"/>
              <a:gd name="connsiteX844" fmla="*/ 975289 w 1154399"/>
              <a:gd name="connsiteY844" fmla="*/ 523662 h 740098"/>
              <a:gd name="connsiteX845" fmla="*/ 976446 w 1154399"/>
              <a:gd name="connsiteY845" fmla="*/ 525042 h 740098"/>
              <a:gd name="connsiteX846" fmla="*/ 977604 w 1154399"/>
              <a:gd name="connsiteY846" fmla="*/ 526422 h 740098"/>
              <a:gd name="connsiteX847" fmla="*/ 978755 w 1154399"/>
              <a:gd name="connsiteY847" fmla="*/ 527802 h 740098"/>
              <a:gd name="connsiteX848" fmla="*/ 979913 w 1154399"/>
              <a:gd name="connsiteY848" fmla="*/ 529183 h 740098"/>
              <a:gd name="connsiteX849" fmla="*/ 981070 w 1154399"/>
              <a:gd name="connsiteY849" fmla="*/ 530563 h 740098"/>
              <a:gd name="connsiteX850" fmla="*/ 982222 w 1154399"/>
              <a:gd name="connsiteY850" fmla="*/ 531945 h 740098"/>
              <a:gd name="connsiteX851" fmla="*/ 983379 w 1154399"/>
              <a:gd name="connsiteY851" fmla="*/ 533326 h 740098"/>
              <a:gd name="connsiteX852" fmla="*/ 984537 w 1154399"/>
              <a:gd name="connsiteY852" fmla="*/ 534708 h 740098"/>
              <a:gd name="connsiteX853" fmla="*/ 985689 w 1154399"/>
              <a:gd name="connsiteY853" fmla="*/ 536090 h 740098"/>
              <a:gd name="connsiteX854" fmla="*/ 986846 w 1154399"/>
              <a:gd name="connsiteY854" fmla="*/ 537472 h 740098"/>
              <a:gd name="connsiteX855" fmla="*/ 988004 w 1154399"/>
              <a:gd name="connsiteY855" fmla="*/ 538854 h 740098"/>
              <a:gd name="connsiteX856" fmla="*/ 989155 w 1154399"/>
              <a:gd name="connsiteY856" fmla="*/ 540237 h 740098"/>
              <a:gd name="connsiteX857" fmla="*/ 990313 w 1154399"/>
              <a:gd name="connsiteY857" fmla="*/ 541618 h 740098"/>
              <a:gd name="connsiteX858" fmla="*/ 991470 w 1154399"/>
              <a:gd name="connsiteY858" fmla="*/ 543006 h 740098"/>
              <a:gd name="connsiteX859" fmla="*/ 992622 w 1154399"/>
              <a:gd name="connsiteY859" fmla="*/ 544388 h 740098"/>
              <a:gd name="connsiteX860" fmla="*/ 993779 w 1154399"/>
              <a:gd name="connsiteY860" fmla="*/ 545770 h 740098"/>
              <a:gd name="connsiteX861" fmla="*/ 994937 w 1154399"/>
              <a:gd name="connsiteY861" fmla="*/ 547158 h 740098"/>
              <a:gd name="connsiteX862" fmla="*/ 996088 w 1154399"/>
              <a:gd name="connsiteY862" fmla="*/ 548539 h 740098"/>
              <a:gd name="connsiteX863" fmla="*/ 997246 w 1154399"/>
              <a:gd name="connsiteY863" fmla="*/ 549927 h 740098"/>
              <a:gd name="connsiteX864" fmla="*/ 998403 w 1154399"/>
              <a:gd name="connsiteY864" fmla="*/ 551309 h 740098"/>
              <a:gd name="connsiteX865" fmla="*/ 999555 w 1154399"/>
              <a:gd name="connsiteY865" fmla="*/ 552697 h 740098"/>
              <a:gd name="connsiteX866" fmla="*/ 1000712 w 1154399"/>
              <a:gd name="connsiteY866" fmla="*/ 554079 h 740098"/>
              <a:gd name="connsiteX867" fmla="*/ 1001870 w 1154399"/>
              <a:gd name="connsiteY867" fmla="*/ 555467 h 740098"/>
              <a:gd name="connsiteX868" fmla="*/ 1003021 w 1154399"/>
              <a:gd name="connsiteY868" fmla="*/ 556849 h 740098"/>
              <a:gd name="connsiteX869" fmla="*/ 1004179 w 1154399"/>
              <a:gd name="connsiteY869" fmla="*/ 558236 h 740098"/>
              <a:gd name="connsiteX870" fmla="*/ 1005336 w 1154399"/>
              <a:gd name="connsiteY870" fmla="*/ 559624 h 740098"/>
              <a:gd name="connsiteX871" fmla="*/ 1006488 w 1154399"/>
              <a:gd name="connsiteY871" fmla="*/ 561012 h 740098"/>
              <a:gd name="connsiteX872" fmla="*/ 1007645 w 1154399"/>
              <a:gd name="connsiteY872" fmla="*/ 562400 h 740098"/>
              <a:gd name="connsiteX873" fmla="*/ 1008803 w 1154399"/>
              <a:gd name="connsiteY873" fmla="*/ 563782 h 740098"/>
              <a:gd name="connsiteX874" fmla="*/ 1009955 w 1154399"/>
              <a:gd name="connsiteY874" fmla="*/ 565170 h 740098"/>
              <a:gd name="connsiteX875" fmla="*/ 1011112 w 1154399"/>
              <a:gd name="connsiteY875" fmla="*/ 566557 h 740098"/>
              <a:gd name="connsiteX876" fmla="*/ 1012270 w 1154399"/>
              <a:gd name="connsiteY876" fmla="*/ 567945 h 740098"/>
              <a:gd name="connsiteX877" fmla="*/ 1013421 w 1154399"/>
              <a:gd name="connsiteY877" fmla="*/ 569333 h 740098"/>
              <a:gd name="connsiteX878" fmla="*/ 1014579 w 1154399"/>
              <a:gd name="connsiteY878" fmla="*/ 570727 h 740098"/>
              <a:gd name="connsiteX879" fmla="*/ 1015736 w 1154399"/>
              <a:gd name="connsiteY879" fmla="*/ 572115 h 740098"/>
              <a:gd name="connsiteX880" fmla="*/ 1016888 w 1154399"/>
              <a:gd name="connsiteY880" fmla="*/ 573502 h 740098"/>
              <a:gd name="connsiteX881" fmla="*/ 1018045 w 1154399"/>
              <a:gd name="connsiteY881" fmla="*/ 574890 h 740098"/>
              <a:gd name="connsiteX882" fmla="*/ 1019203 w 1154399"/>
              <a:gd name="connsiteY882" fmla="*/ 576278 h 740098"/>
              <a:gd name="connsiteX883" fmla="*/ 1020354 w 1154399"/>
              <a:gd name="connsiteY883" fmla="*/ 577672 h 740098"/>
              <a:gd name="connsiteX884" fmla="*/ 1021512 w 1154399"/>
              <a:gd name="connsiteY884" fmla="*/ 579060 h 740098"/>
              <a:gd name="connsiteX885" fmla="*/ 1022669 w 1154399"/>
              <a:gd name="connsiteY885" fmla="*/ 580447 h 740098"/>
              <a:gd name="connsiteX886" fmla="*/ 1023821 w 1154399"/>
              <a:gd name="connsiteY886" fmla="*/ 581841 h 740098"/>
              <a:gd name="connsiteX887" fmla="*/ 1024978 w 1154399"/>
              <a:gd name="connsiteY887" fmla="*/ 583229 h 740098"/>
              <a:gd name="connsiteX888" fmla="*/ 1026136 w 1154399"/>
              <a:gd name="connsiteY888" fmla="*/ 584623 h 740098"/>
              <a:gd name="connsiteX889" fmla="*/ 1027288 w 1154399"/>
              <a:gd name="connsiteY889" fmla="*/ 586010 h 740098"/>
              <a:gd name="connsiteX890" fmla="*/ 1028445 w 1154399"/>
              <a:gd name="connsiteY890" fmla="*/ 587404 h 740098"/>
              <a:gd name="connsiteX891" fmla="*/ 1029602 w 1154399"/>
              <a:gd name="connsiteY891" fmla="*/ 588792 h 740098"/>
              <a:gd name="connsiteX892" fmla="*/ 1030754 w 1154399"/>
              <a:gd name="connsiteY892" fmla="*/ 590186 h 740098"/>
              <a:gd name="connsiteX893" fmla="*/ 1031912 w 1154399"/>
              <a:gd name="connsiteY893" fmla="*/ 591573 h 740098"/>
              <a:gd name="connsiteX894" fmla="*/ 1033069 w 1154399"/>
              <a:gd name="connsiteY894" fmla="*/ 592967 h 740098"/>
              <a:gd name="connsiteX895" fmla="*/ 1034221 w 1154399"/>
              <a:gd name="connsiteY895" fmla="*/ 594361 h 740098"/>
              <a:gd name="connsiteX896" fmla="*/ 1035378 w 1154399"/>
              <a:gd name="connsiteY896" fmla="*/ 595755 h 740098"/>
              <a:gd name="connsiteX897" fmla="*/ 1036536 w 1154399"/>
              <a:gd name="connsiteY897" fmla="*/ 597142 h 740098"/>
              <a:gd name="connsiteX898" fmla="*/ 1037687 w 1154399"/>
              <a:gd name="connsiteY898" fmla="*/ 598536 h 740098"/>
              <a:gd name="connsiteX899" fmla="*/ 1038845 w 1154399"/>
              <a:gd name="connsiteY899" fmla="*/ 599930 h 740098"/>
              <a:gd name="connsiteX900" fmla="*/ 1040002 w 1154399"/>
              <a:gd name="connsiteY900" fmla="*/ 601324 h 740098"/>
              <a:gd name="connsiteX901" fmla="*/ 1041154 w 1154399"/>
              <a:gd name="connsiteY901" fmla="*/ 602717 h 740098"/>
              <a:gd name="connsiteX902" fmla="*/ 1042311 w 1154399"/>
              <a:gd name="connsiteY902" fmla="*/ 604111 h 740098"/>
              <a:gd name="connsiteX903" fmla="*/ 1043469 w 1154399"/>
              <a:gd name="connsiteY903" fmla="*/ 605505 h 740098"/>
              <a:gd name="connsiteX904" fmla="*/ 1044620 w 1154399"/>
              <a:gd name="connsiteY904" fmla="*/ 606898 h 740098"/>
              <a:gd name="connsiteX905" fmla="*/ 1045778 w 1154399"/>
              <a:gd name="connsiteY905" fmla="*/ 608292 h 740098"/>
              <a:gd name="connsiteX906" fmla="*/ 1046935 w 1154399"/>
              <a:gd name="connsiteY906" fmla="*/ 609686 h 740098"/>
              <a:gd name="connsiteX907" fmla="*/ 1048087 w 1154399"/>
              <a:gd name="connsiteY907" fmla="*/ 611080 h 740098"/>
              <a:gd name="connsiteX908" fmla="*/ 1049244 w 1154399"/>
              <a:gd name="connsiteY908" fmla="*/ 612479 h 740098"/>
              <a:gd name="connsiteX909" fmla="*/ 1050402 w 1154399"/>
              <a:gd name="connsiteY909" fmla="*/ 613873 h 740098"/>
              <a:gd name="connsiteX910" fmla="*/ 1051559 w 1154399"/>
              <a:gd name="connsiteY910" fmla="*/ 615267 h 740098"/>
              <a:gd name="connsiteX911" fmla="*/ 1052711 w 1154399"/>
              <a:gd name="connsiteY911" fmla="*/ 616660 h 740098"/>
              <a:gd name="connsiteX912" fmla="*/ 1053868 w 1154399"/>
              <a:gd name="connsiteY912" fmla="*/ 618060 h 740098"/>
              <a:gd name="connsiteX913" fmla="*/ 1055026 w 1154399"/>
              <a:gd name="connsiteY913" fmla="*/ 619454 h 740098"/>
              <a:gd name="connsiteX914" fmla="*/ 1056178 w 1154399"/>
              <a:gd name="connsiteY914" fmla="*/ 620847 h 740098"/>
              <a:gd name="connsiteX915" fmla="*/ 1057335 w 1154399"/>
              <a:gd name="connsiteY915" fmla="*/ 622247 h 740098"/>
              <a:gd name="connsiteX916" fmla="*/ 1058493 w 1154399"/>
              <a:gd name="connsiteY916" fmla="*/ 623641 h 740098"/>
              <a:gd name="connsiteX917" fmla="*/ 1059644 w 1154399"/>
              <a:gd name="connsiteY917" fmla="*/ 625040 h 740098"/>
              <a:gd name="connsiteX918" fmla="*/ 1060802 w 1154399"/>
              <a:gd name="connsiteY918" fmla="*/ 626434 h 740098"/>
              <a:gd name="connsiteX919" fmla="*/ 1061959 w 1154399"/>
              <a:gd name="connsiteY919" fmla="*/ 627834 h 740098"/>
              <a:gd name="connsiteX920" fmla="*/ 1063111 w 1154399"/>
              <a:gd name="connsiteY920" fmla="*/ 629227 h 740098"/>
              <a:gd name="connsiteX921" fmla="*/ 1064268 w 1154399"/>
              <a:gd name="connsiteY921" fmla="*/ 630627 h 740098"/>
              <a:gd name="connsiteX922" fmla="*/ 1065426 w 1154399"/>
              <a:gd name="connsiteY922" fmla="*/ 632021 h 740098"/>
              <a:gd name="connsiteX923" fmla="*/ 1066577 w 1154399"/>
              <a:gd name="connsiteY923" fmla="*/ 633420 h 740098"/>
              <a:gd name="connsiteX924" fmla="*/ 1067735 w 1154399"/>
              <a:gd name="connsiteY924" fmla="*/ 634820 h 740098"/>
              <a:gd name="connsiteX925" fmla="*/ 1068892 w 1154399"/>
              <a:gd name="connsiteY925" fmla="*/ 636214 h 740098"/>
              <a:gd name="connsiteX926" fmla="*/ 1070044 w 1154399"/>
              <a:gd name="connsiteY926" fmla="*/ 637613 h 740098"/>
              <a:gd name="connsiteX927" fmla="*/ 1071201 w 1154399"/>
              <a:gd name="connsiteY927" fmla="*/ 639013 h 740098"/>
              <a:gd name="connsiteX928" fmla="*/ 1072359 w 1154399"/>
              <a:gd name="connsiteY928" fmla="*/ 640413 h 740098"/>
              <a:gd name="connsiteX929" fmla="*/ 1073510 w 1154399"/>
              <a:gd name="connsiteY929" fmla="*/ 641812 h 740098"/>
              <a:gd name="connsiteX930" fmla="*/ 1074668 w 1154399"/>
              <a:gd name="connsiteY930" fmla="*/ 643212 h 740098"/>
              <a:gd name="connsiteX931" fmla="*/ 1075826 w 1154399"/>
              <a:gd name="connsiteY931" fmla="*/ 644606 h 740098"/>
              <a:gd name="connsiteX932" fmla="*/ 1076977 w 1154399"/>
              <a:gd name="connsiteY932" fmla="*/ 646005 h 740098"/>
              <a:gd name="connsiteX933" fmla="*/ 1078135 w 1154399"/>
              <a:gd name="connsiteY933" fmla="*/ 647405 h 740098"/>
              <a:gd name="connsiteX934" fmla="*/ 1079292 w 1154399"/>
              <a:gd name="connsiteY934" fmla="*/ 648804 h 740098"/>
              <a:gd name="connsiteX935" fmla="*/ 1080444 w 1154399"/>
              <a:gd name="connsiteY935" fmla="*/ 650204 h 740098"/>
              <a:gd name="connsiteX936" fmla="*/ 1081601 w 1154399"/>
              <a:gd name="connsiteY936" fmla="*/ 651604 h 740098"/>
              <a:gd name="connsiteX937" fmla="*/ 1082759 w 1154399"/>
              <a:gd name="connsiteY937" fmla="*/ 653003 h 740098"/>
              <a:gd name="connsiteX938" fmla="*/ 1083910 w 1154399"/>
              <a:gd name="connsiteY938" fmla="*/ 654403 h 740098"/>
              <a:gd name="connsiteX939" fmla="*/ 1085068 w 1154399"/>
              <a:gd name="connsiteY939" fmla="*/ 655808 h 740098"/>
              <a:gd name="connsiteX940" fmla="*/ 1086225 w 1154399"/>
              <a:gd name="connsiteY940" fmla="*/ 657208 h 740098"/>
              <a:gd name="connsiteX941" fmla="*/ 1087377 w 1154399"/>
              <a:gd name="connsiteY941" fmla="*/ 658608 h 740098"/>
              <a:gd name="connsiteX942" fmla="*/ 1088534 w 1154399"/>
              <a:gd name="connsiteY942" fmla="*/ 660007 h 740098"/>
              <a:gd name="connsiteX943" fmla="*/ 1089692 w 1154399"/>
              <a:gd name="connsiteY943" fmla="*/ 661407 h 740098"/>
              <a:gd name="connsiteX944" fmla="*/ 1090843 w 1154399"/>
              <a:gd name="connsiteY944" fmla="*/ 662812 h 740098"/>
              <a:gd name="connsiteX945" fmla="*/ 1092001 w 1154399"/>
              <a:gd name="connsiteY945" fmla="*/ 664212 h 740098"/>
              <a:gd name="connsiteX946" fmla="*/ 1093158 w 1154399"/>
              <a:gd name="connsiteY946" fmla="*/ 665612 h 740098"/>
              <a:gd name="connsiteX947" fmla="*/ 1094310 w 1154399"/>
              <a:gd name="connsiteY947" fmla="*/ 667017 h 740098"/>
              <a:gd name="connsiteX948" fmla="*/ 1095467 w 1154399"/>
              <a:gd name="connsiteY948" fmla="*/ 668417 h 740098"/>
              <a:gd name="connsiteX949" fmla="*/ 1096625 w 1154399"/>
              <a:gd name="connsiteY949" fmla="*/ 669817 h 740098"/>
              <a:gd name="connsiteX950" fmla="*/ 1097777 w 1154399"/>
              <a:gd name="connsiteY950" fmla="*/ 671222 h 740098"/>
              <a:gd name="connsiteX951" fmla="*/ 1098934 w 1154399"/>
              <a:gd name="connsiteY951" fmla="*/ 672622 h 740098"/>
              <a:gd name="connsiteX952" fmla="*/ 1100091 w 1154399"/>
              <a:gd name="connsiteY952" fmla="*/ 674027 h 740098"/>
              <a:gd name="connsiteX953" fmla="*/ 1101243 w 1154399"/>
              <a:gd name="connsiteY953" fmla="*/ 675427 h 740098"/>
              <a:gd name="connsiteX954" fmla="*/ 1102401 w 1154399"/>
              <a:gd name="connsiteY954" fmla="*/ 676832 h 740098"/>
              <a:gd name="connsiteX955" fmla="*/ 1103558 w 1154399"/>
              <a:gd name="connsiteY955" fmla="*/ 678232 h 740098"/>
              <a:gd name="connsiteX956" fmla="*/ 1104710 w 1154399"/>
              <a:gd name="connsiteY956" fmla="*/ 679638 h 740098"/>
              <a:gd name="connsiteX957" fmla="*/ 1105867 w 1154399"/>
              <a:gd name="connsiteY957" fmla="*/ 681043 h 740098"/>
              <a:gd name="connsiteX958" fmla="*/ 1107025 w 1154399"/>
              <a:gd name="connsiteY958" fmla="*/ 682443 h 740098"/>
              <a:gd name="connsiteX959" fmla="*/ 1108176 w 1154399"/>
              <a:gd name="connsiteY959" fmla="*/ 683848 h 740098"/>
              <a:gd name="connsiteX960" fmla="*/ 1109334 w 1154399"/>
              <a:gd name="connsiteY960" fmla="*/ 685248 h 740098"/>
              <a:gd name="connsiteX961" fmla="*/ 1110491 w 1154399"/>
              <a:gd name="connsiteY961" fmla="*/ 686653 h 740098"/>
              <a:gd name="connsiteX962" fmla="*/ 1111643 w 1154399"/>
              <a:gd name="connsiteY962" fmla="*/ 688059 h 740098"/>
              <a:gd name="connsiteX963" fmla="*/ 1112800 w 1154399"/>
              <a:gd name="connsiteY963" fmla="*/ 689464 h 740098"/>
              <a:gd name="connsiteX964" fmla="*/ 1113958 w 1154399"/>
              <a:gd name="connsiteY964" fmla="*/ 690864 h 740098"/>
              <a:gd name="connsiteX965" fmla="*/ 1115109 w 1154399"/>
              <a:gd name="connsiteY965" fmla="*/ 692269 h 740098"/>
              <a:gd name="connsiteX966" fmla="*/ 1116267 w 1154399"/>
              <a:gd name="connsiteY966" fmla="*/ 693675 h 740098"/>
              <a:gd name="connsiteX967" fmla="*/ 1117424 w 1154399"/>
              <a:gd name="connsiteY967" fmla="*/ 695081 h 740098"/>
              <a:gd name="connsiteX968" fmla="*/ 1118576 w 1154399"/>
              <a:gd name="connsiteY968" fmla="*/ 696486 h 740098"/>
              <a:gd name="connsiteX969" fmla="*/ 1119733 w 1154399"/>
              <a:gd name="connsiteY969" fmla="*/ 697892 h 740098"/>
              <a:gd name="connsiteX970" fmla="*/ 1120891 w 1154399"/>
              <a:gd name="connsiteY970" fmla="*/ 699297 h 740098"/>
              <a:gd name="connsiteX971" fmla="*/ 1122043 w 1154399"/>
              <a:gd name="connsiteY971" fmla="*/ 700703 h 740098"/>
              <a:gd name="connsiteX972" fmla="*/ 1123200 w 1154399"/>
              <a:gd name="connsiteY972" fmla="*/ 702108 h 740098"/>
              <a:gd name="connsiteX973" fmla="*/ 1124358 w 1154399"/>
              <a:gd name="connsiteY973" fmla="*/ 703514 h 740098"/>
              <a:gd name="connsiteX974" fmla="*/ 1125515 w 1154399"/>
              <a:gd name="connsiteY974" fmla="*/ 704919 h 740098"/>
              <a:gd name="connsiteX975" fmla="*/ 1126667 w 1154399"/>
              <a:gd name="connsiteY975" fmla="*/ 706325 h 740098"/>
              <a:gd name="connsiteX976" fmla="*/ 1127824 w 1154399"/>
              <a:gd name="connsiteY976" fmla="*/ 707730 h 740098"/>
              <a:gd name="connsiteX977" fmla="*/ 1128982 w 1154399"/>
              <a:gd name="connsiteY977" fmla="*/ 709136 h 740098"/>
              <a:gd name="connsiteX978" fmla="*/ 1130133 w 1154399"/>
              <a:gd name="connsiteY978" fmla="*/ 710541 h 740098"/>
              <a:gd name="connsiteX979" fmla="*/ 1131291 w 1154399"/>
              <a:gd name="connsiteY979" fmla="*/ 711947 h 740098"/>
              <a:gd name="connsiteX980" fmla="*/ 1132448 w 1154399"/>
              <a:gd name="connsiteY980" fmla="*/ 713352 h 740098"/>
              <a:gd name="connsiteX981" fmla="*/ 1133600 w 1154399"/>
              <a:gd name="connsiteY981" fmla="*/ 714758 h 740098"/>
              <a:gd name="connsiteX982" fmla="*/ 1134757 w 1154399"/>
              <a:gd name="connsiteY982" fmla="*/ 716169 h 740098"/>
              <a:gd name="connsiteX983" fmla="*/ 1135915 w 1154399"/>
              <a:gd name="connsiteY983" fmla="*/ 717575 h 740098"/>
              <a:gd name="connsiteX984" fmla="*/ 1137066 w 1154399"/>
              <a:gd name="connsiteY984" fmla="*/ 718980 h 740098"/>
              <a:gd name="connsiteX985" fmla="*/ 1138224 w 1154399"/>
              <a:gd name="connsiteY985" fmla="*/ 720386 h 740098"/>
              <a:gd name="connsiteX986" fmla="*/ 1139381 w 1154399"/>
              <a:gd name="connsiteY986" fmla="*/ 721797 h 740098"/>
              <a:gd name="connsiteX987" fmla="*/ 1140533 w 1154399"/>
              <a:gd name="connsiteY987" fmla="*/ 723203 h 740098"/>
              <a:gd name="connsiteX988" fmla="*/ 1141691 w 1154399"/>
              <a:gd name="connsiteY988" fmla="*/ 724608 h 740098"/>
              <a:gd name="connsiteX989" fmla="*/ 1142848 w 1154399"/>
              <a:gd name="connsiteY989" fmla="*/ 726020 h 740098"/>
              <a:gd name="connsiteX990" fmla="*/ 1144000 w 1154399"/>
              <a:gd name="connsiteY990" fmla="*/ 727425 h 740098"/>
              <a:gd name="connsiteX991" fmla="*/ 1145157 w 1154399"/>
              <a:gd name="connsiteY991" fmla="*/ 728831 h 740098"/>
              <a:gd name="connsiteX992" fmla="*/ 1146314 w 1154399"/>
              <a:gd name="connsiteY992" fmla="*/ 730242 h 740098"/>
              <a:gd name="connsiteX993" fmla="*/ 1147466 w 1154399"/>
              <a:gd name="connsiteY993" fmla="*/ 731648 h 740098"/>
              <a:gd name="connsiteX994" fmla="*/ 1148624 w 1154399"/>
              <a:gd name="connsiteY994" fmla="*/ 733059 h 740098"/>
              <a:gd name="connsiteX995" fmla="*/ 1149781 w 1154399"/>
              <a:gd name="connsiteY995" fmla="*/ 734465 h 740098"/>
              <a:gd name="connsiteX996" fmla="*/ 1150933 w 1154399"/>
              <a:gd name="connsiteY996" fmla="*/ 735876 h 740098"/>
              <a:gd name="connsiteX997" fmla="*/ 1152090 w 1154399"/>
              <a:gd name="connsiteY997" fmla="*/ 737282 h 740098"/>
              <a:gd name="connsiteX998" fmla="*/ 1153248 w 1154399"/>
              <a:gd name="connsiteY998" fmla="*/ 738693 h 740098"/>
              <a:gd name="connsiteX999" fmla="*/ 1154399 w 1154399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54399" h="740098">
                <a:moveTo>
                  <a:pt x="0" y="0"/>
                </a:moveTo>
                <a:lnTo>
                  <a:pt x="1156" y="0"/>
                </a:lnTo>
                <a:lnTo>
                  <a:pt x="2311" y="0"/>
                </a:lnTo>
                <a:lnTo>
                  <a:pt x="3467" y="0"/>
                </a:lnTo>
                <a:lnTo>
                  <a:pt x="4622" y="0"/>
                </a:lnTo>
                <a:lnTo>
                  <a:pt x="5777" y="0"/>
                </a:lnTo>
                <a:lnTo>
                  <a:pt x="6933" y="0"/>
                </a:lnTo>
                <a:lnTo>
                  <a:pt x="8089" y="0"/>
                </a:lnTo>
                <a:lnTo>
                  <a:pt x="9245" y="0"/>
                </a:lnTo>
                <a:lnTo>
                  <a:pt x="10400" y="0"/>
                </a:lnTo>
                <a:lnTo>
                  <a:pt x="11555" y="0"/>
                </a:lnTo>
                <a:lnTo>
                  <a:pt x="12711" y="0"/>
                </a:lnTo>
                <a:lnTo>
                  <a:pt x="13866" y="0"/>
                </a:lnTo>
                <a:lnTo>
                  <a:pt x="15022" y="0"/>
                </a:lnTo>
                <a:lnTo>
                  <a:pt x="16178" y="0"/>
                </a:lnTo>
                <a:lnTo>
                  <a:pt x="17333" y="0"/>
                </a:lnTo>
                <a:lnTo>
                  <a:pt x="18489" y="0"/>
                </a:lnTo>
                <a:lnTo>
                  <a:pt x="19644" y="0"/>
                </a:lnTo>
                <a:lnTo>
                  <a:pt x="20800" y="0"/>
                </a:lnTo>
                <a:lnTo>
                  <a:pt x="21955" y="0"/>
                </a:lnTo>
                <a:lnTo>
                  <a:pt x="23111" y="0"/>
                </a:lnTo>
                <a:lnTo>
                  <a:pt x="24267" y="0"/>
                </a:lnTo>
                <a:lnTo>
                  <a:pt x="25422" y="0"/>
                </a:lnTo>
                <a:lnTo>
                  <a:pt x="26577" y="0"/>
                </a:lnTo>
                <a:lnTo>
                  <a:pt x="27733" y="0"/>
                </a:lnTo>
                <a:lnTo>
                  <a:pt x="28889" y="0"/>
                </a:lnTo>
                <a:lnTo>
                  <a:pt x="30045" y="0"/>
                </a:lnTo>
                <a:lnTo>
                  <a:pt x="31200" y="0"/>
                </a:lnTo>
                <a:lnTo>
                  <a:pt x="32356" y="0"/>
                </a:lnTo>
                <a:lnTo>
                  <a:pt x="33511" y="0"/>
                </a:lnTo>
                <a:lnTo>
                  <a:pt x="34666" y="0"/>
                </a:lnTo>
                <a:lnTo>
                  <a:pt x="35822" y="0"/>
                </a:lnTo>
                <a:lnTo>
                  <a:pt x="36978" y="0"/>
                </a:lnTo>
                <a:lnTo>
                  <a:pt x="38134" y="0"/>
                </a:lnTo>
                <a:lnTo>
                  <a:pt x="39289" y="0"/>
                </a:lnTo>
                <a:lnTo>
                  <a:pt x="40444" y="0"/>
                </a:lnTo>
                <a:lnTo>
                  <a:pt x="41600" y="0"/>
                </a:lnTo>
                <a:lnTo>
                  <a:pt x="42755" y="0"/>
                </a:lnTo>
                <a:lnTo>
                  <a:pt x="43911" y="0"/>
                </a:lnTo>
                <a:lnTo>
                  <a:pt x="45067" y="0"/>
                </a:lnTo>
                <a:lnTo>
                  <a:pt x="46222" y="0"/>
                </a:lnTo>
                <a:lnTo>
                  <a:pt x="47378" y="0"/>
                </a:lnTo>
                <a:lnTo>
                  <a:pt x="48533" y="0"/>
                </a:lnTo>
                <a:lnTo>
                  <a:pt x="49689" y="0"/>
                </a:lnTo>
                <a:lnTo>
                  <a:pt x="50844" y="0"/>
                </a:lnTo>
                <a:lnTo>
                  <a:pt x="52000" y="0"/>
                </a:lnTo>
                <a:lnTo>
                  <a:pt x="53156" y="0"/>
                </a:lnTo>
                <a:lnTo>
                  <a:pt x="54311" y="0"/>
                </a:lnTo>
                <a:lnTo>
                  <a:pt x="55466" y="0"/>
                </a:lnTo>
                <a:lnTo>
                  <a:pt x="56622" y="0"/>
                </a:lnTo>
                <a:lnTo>
                  <a:pt x="57778" y="0"/>
                </a:lnTo>
                <a:lnTo>
                  <a:pt x="58933" y="0"/>
                </a:lnTo>
                <a:lnTo>
                  <a:pt x="60089" y="0"/>
                </a:lnTo>
                <a:lnTo>
                  <a:pt x="61244" y="0"/>
                </a:lnTo>
                <a:lnTo>
                  <a:pt x="62400" y="0"/>
                </a:lnTo>
                <a:lnTo>
                  <a:pt x="63555" y="0"/>
                </a:lnTo>
                <a:lnTo>
                  <a:pt x="64711" y="0"/>
                </a:lnTo>
                <a:lnTo>
                  <a:pt x="65867" y="0"/>
                </a:lnTo>
                <a:lnTo>
                  <a:pt x="67022" y="0"/>
                </a:lnTo>
                <a:lnTo>
                  <a:pt x="68178" y="0"/>
                </a:lnTo>
                <a:lnTo>
                  <a:pt x="69333" y="0"/>
                </a:lnTo>
                <a:lnTo>
                  <a:pt x="70489" y="0"/>
                </a:lnTo>
                <a:lnTo>
                  <a:pt x="71644" y="0"/>
                </a:lnTo>
                <a:lnTo>
                  <a:pt x="72800" y="0"/>
                </a:lnTo>
                <a:lnTo>
                  <a:pt x="73956" y="0"/>
                </a:lnTo>
                <a:lnTo>
                  <a:pt x="75111" y="0"/>
                </a:lnTo>
                <a:lnTo>
                  <a:pt x="76266" y="0"/>
                </a:lnTo>
                <a:lnTo>
                  <a:pt x="77422" y="0"/>
                </a:lnTo>
                <a:lnTo>
                  <a:pt x="78578" y="0"/>
                </a:lnTo>
                <a:lnTo>
                  <a:pt x="79733" y="0"/>
                </a:lnTo>
                <a:lnTo>
                  <a:pt x="80889" y="0"/>
                </a:lnTo>
                <a:lnTo>
                  <a:pt x="82045" y="0"/>
                </a:lnTo>
                <a:lnTo>
                  <a:pt x="83200" y="0"/>
                </a:lnTo>
                <a:lnTo>
                  <a:pt x="84355" y="0"/>
                </a:lnTo>
                <a:lnTo>
                  <a:pt x="85511" y="0"/>
                </a:lnTo>
                <a:lnTo>
                  <a:pt x="86667" y="0"/>
                </a:lnTo>
                <a:lnTo>
                  <a:pt x="87822" y="0"/>
                </a:lnTo>
                <a:lnTo>
                  <a:pt x="88978" y="0"/>
                </a:lnTo>
                <a:lnTo>
                  <a:pt x="90133" y="0"/>
                </a:lnTo>
                <a:lnTo>
                  <a:pt x="91289" y="0"/>
                </a:lnTo>
                <a:lnTo>
                  <a:pt x="92444" y="0"/>
                </a:lnTo>
                <a:lnTo>
                  <a:pt x="93600" y="0"/>
                </a:lnTo>
                <a:lnTo>
                  <a:pt x="94756" y="0"/>
                </a:lnTo>
                <a:lnTo>
                  <a:pt x="95911" y="0"/>
                </a:lnTo>
                <a:lnTo>
                  <a:pt x="97067" y="0"/>
                </a:lnTo>
                <a:lnTo>
                  <a:pt x="98222" y="0"/>
                </a:lnTo>
                <a:lnTo>
                  <a:pt x="99378" y="0"/>
                </a:lnTo>
                <a:lnTo>
                  <a:pt x="100533" y="0"/>
                </a:lnTo>
                <a:lnTo>
                  <a:pt x="101689" y="0"/>
                </a:lnTo>
                <a:lnTo>
                  <a:pt x="102845" y="0"/>
                </a:lnTo>
                <a:lnTo>
                  <a:pt x="104000" y="0"/>
                </a:lnTo>
                <a:lnTo>
                  <a:pt x="105155" y="0"/>
                </a:lnTo>
                <a:lnTo>
                  <a:pt x="106311" y="0"/>
                </a:lnTo>
                <a:lnTo>
                  <a:pt x="107467" y="0"/>
                </a:lnTo>
                <a:lnTo>
                  <a:pt x="108622" y="0"/>
                </a:lnTo>
                <a:lnTo>
                  <a:pt x="109778" y="0"/>
                </a:lnTo>
                <a:lnTo>
                  <a:pt x="110933" y="0"/>
                </a:lnTo>
                <a:lnTo>
                  <a:pt x="112089" y="0"/>
                </a:lnTo>
                <a:lnTo>
                  <a:pt x="113244" y="0"/>
                </a:lnTo>
                <a:lnTo>
                  <a:pt x="114400" y="0"/>
                </a:lnTo>
                <a:lnTo>
                  <a:pt x="115556" y="0"/>
                </a:lnTo>
                <a:lnTo>
                  <a:pt x="116711" y="0"/>
                </a:lnTo>
                <a:lnTo>
                  <a:pt x="117867" y="1"/>
                </a:lnTo>
                <a:lnTo>
                  <a:pt x="119022" y="1"/>
                </a:lnTo>
                <a:lnTo>
                  <a:pt x="120178" y="1"/>
                </a:lnTo>
                <a:lnTo>
                  <a:pt x="121333" y="1"/>
                </a:lnTo>
                <a:lnTo>
                  <a:pt x="122489" y="1"/>
                </a:lnTo>
                <a:lnTo>
                  <a:pt x="123645" y="1"/>
                </a:lnTo>
                <a:lnTo>
                  <a:pt x="124800" y="1"/>
                </a:lnTo>
                <a:lnTo>
                  <a:pt x="125955" y="1"/>
                </a:lnTo>
                <a:lnTo>
                  <a:pt x="127111" y="1"/>
                </a:lnTo>
                <a:lnTo>
                  <a:pt x="128267" y="1"/>
                </a:lnTo>
                <a:lnTo>
                  <a:pt x="129422" y="1"/>
                </a:lnTo>
                <a:lnTo>
                  <a:pt x="130578" y="1"/>
                </a:lnTo>
                <a:lnTo>
                  <a:pt x="131733" y="1"/>
                </a:lnTo>
                <a:lnTo>
                  <a:pt x="132889" y="1"/>
                </a:lnTo>
                <a:lnTo>
                  <a:pt x="134044" y="1"/>
                </a:lnTo>
                <a:lnTo>
                  <a:pt x="135200" y="1"/>
                </a:lnTo>
                <a:lnTo>
                  <a:pt x="136356" y="1"/>
                </a:lnTo>
                <a:lnTo>
                  <a:pt x="137511" y="1"/>
                </a:lnTo>
                <a:lnTo>
                  <a:pt x="138667" y="1"/>
                </a:lnTo>
                <a:lnTo>
                  <a:pt x="139822" y="2"/>
                </a:lnTo>
                <a:lnTo>
                  <a:pt x="140978" y="2"/>
                </a:lnTo>
                <a:lnTo>
                  <a:pt x="142133" y="2"/>
                </a:lnTo>
                <a:lnTo>
                  <a:pt x="143289" y="2"/>
                </a:lnTo>
                <a:lnTo>
                  <a:pt x="144445" y="2"/>
                </a:lnTo>
                <a:lnTo>
                  <a:pt x="145600" y="2"/>
                </a:lnTo>
                <a:lnTo>
                  <a:pt x="146756" y="2"/>
                </a:lnTo>
                <a:lnTo>
                  <a:pt x="147911" y="2"/>
                </a:lnTo>
                <a:lnTo>
                  <a:pt x="149067" y="2"/>
                </a:lnTo>
                <a:lnTo>
                  <a:pt x="150222" y="2"/>
                </a:lnTo>
                <a:lnTo>
                  <a:pt x="151378" y="3"/>
                </a:lnTo>
                <a:lnTo>
                  <a:pt x="152534" y="3"/>
                </a:lnTo>
                <a:lnTo>
                  <a:pt x="153689" y="3"/>
                </a:lnTo>
                <a:lnTo>
                  <a:pt x="154844" y="3"/>
                </a:lnTo>
                <a:lnTo>
                  <a:pt x="156000" y="3"/>
                </a:lnTo>
                <a:lnTo>
                  <a:pt x="157156" y="3"/>
                </a:lnTo>
                <a:lnTo>
                  <a:pt x="158311" y="4"/>
                </a:lnTo>
                <a:lnTo>
                  <a:pt x="159467" y="4"/>
                </a:lnTo>
                <a:lnTo>
                  <a:pt x="160622" y="4"/>
                </a:lnTo>
                <a:lnTo>
                  <a:pt x="161778" y="4"/>
                </a:lnTo>
                <a:lnTo>
                  <a:pt x="162933" y="4"/>
                </a:lnTo>
                <a:lnTo>
                  <a:pt x="164089" y="5"/>
                </a:lnTo>
                <a:lnTo>
                  <a:pt x="165245" y="5"/>
                </a:lnTo>
                <a:lnTo>
                  <a:pt x="166400" y="5"/>
                </a:lnTo>
                <a:lnTo>
                  <a:pt x="167556" y="5"/>
                </a:lnTo>
                <a:lnTo>
                  <a:pt x="168711" y="6"/>
                </a:lnTo>
                <a:lnTo>
                  <a:pt x="169867" y="6"/>
                </a:lnTo>
                <a:lnTo>
                  <a:pt x="171022" y="6"/>
                </a:lnTo>
                <a:lnTo>
                  <a:pt x="172178" y="7"/>
                </a:lnTo>
                <a:lnTo>
                  <a:pt x="173334" y="7"/>
                </a:lnTo>
                <a:lnTo>
                  <a:pt x="174489" y="8"/>
                </a:lnTo>
                <a:lnTo>
                  <a:pt x="175644" y="8"/>
                </a:lnTo>
                <a:lnTo>
                  <a:pt x="176800" y="8"/>
                </a:lnTo>
                <a:lnTo>
                  <a:pt x="177956" y="9"/>
                </a:lnTo>
                <a:lnTo>
                  <a:pt x="179111" y="9"/>
                </a:lnTo>
                <a:lnTo>
                  <a:pt x="180267" y="10"/>
                </a:lnTo>
                <a:lnTo>
                  <a:pt x="181422" y="10"/>
                </a:lnTo>
                <a:lnTo>
                  <a:pt x="182578" y="11"/>
                </a:lnTo>
                <a:lnTo>
                  <a:pt x="183733" y="11"/>
                </a:lnTo>
                <a:lnTo>
                  <a:pt x="184889" y="12"/>
                </a:lnTo>
                <a:lnTo>
                  <a:pt x="186045" y="12"/>
                </a:lnTo>
                <a:lnTo>
                  <a:pt x="187200" y="13"/>
                </a:lnTo>
                <a:lnTo>
                  <a:pt x="188356" y="14"/>
                </a:lnTo>
                <a:lnTo>
                  <a:pt x="189511" y="14"/>
                </a:lnTo>
                <a:lnTo>
                  <a:pt x="190666" y="15"/>
                </a:lnTo>
                <a:lnTo>
                  <a:pt x="191822" y="16"/>
                </a:lnTo>
                <a:lnTo>
                  <a:pt x="192978" y="16"/>
                </a:lnTo>
                <a:lnTo>
                  <a:pt x="194134" y="17"/>
                </a:lnTo>
                <a:lnTo>
                  <a:pt x="195289" y="18"/>
                </a:lnTo>
                <a:lnTo>
                  <a:pt x="196444" y="19"/>
                </a:lnTo>
                <a:lnTo>
                  <a:pt x="197600" y="20"/>
                </a:lnTo>
                <a:lnTo>
                  <a:pt x="198755" y="21"/>
                </a:lnTo>
                <a:lnTo>
                  <a:pt x="199911" y="22"/>
                </a:lnTo>
                <a:lnTo>
                  <a:pt x="201067" y="23"/>
                </a:lnTo>
                <a:lnTo>
                  <a:pt x="202223" y="24"/>
                </a:lnTo>
                <a:lnTo>
                  <a:pt x="203378" y="25"/>
                </a:lnTo>
                <a:lnTo>
                  <a:pt x="204533" y="26"/>
                </a:lnTo>
                <a:lnTo>
                  <a:pt x="205689" y="28"/>
                </a:lnTo>
                <a:lnTo>
                  <a:pt x="206845" y="29"/>
                </a:lnTo>
                <a:lnTo>
                  <a:pt x="208000" y="30"/>
                </a:lnTo>
                <a:lnTo>
                  <a:pt x="209156" y="32"/>
                </a:lnTo>
                <a:lnTo>
                  <a:pt x="210311" y="33"/>
                </a:lnTo>
                <a:lnTo>
                  <a:pt x="211467" y="35"/>
                </a:lnTo>
                <a:lnTo>
                  <a:pt x="212622" y="36"/>
                </a:lnTo>
                <a:lnTo>
                  <a:pt x="213778" y="38"/>
                </a:lnTo>
                <a:lnTo>
                  <a:pt x="214934" y="40"/>
                </a:lnTo>
                <a:lnTo>
                  <a:pt x="216089" y="42"/>
                </a:lnTo>
                <a:lnTo>
                  <a:pt x="217245" y="44"/>
                </a:lnTo>
                <a:lnTo>
                  <a:pt x="218400" y="46"/>
                </a:lnTo>
                <a:lnTo>
                  <a:pt x="219555" y="48"/>
                </a:lnTo>
                <a:lnTo>
                  <a:pt x="220711" y="50"/>
                </a:lnTo>
                <a:lnTo>
                  <a:pt x="221867" y="52"/>
                </a:lnTo>
                <a:lnTo>
                  <a:pt x="223023" y="55"/>
                </a:lnTo>
                <a:lnTo>
                  <a:pt x="224178" y="57"/>
                </a:lnTo>
                <a:lnTo>
                  <a:pt x="225333" y="60"/>
                </a:lnTo>
                <a:lnTo>
                  <a:pt x="226489" y="62"/>
                </a:lnTo>
                <a:lnTo>
                  <a:pt x="227644" y="65"/>
                </a:lnTo>
                <a:lnTo>
                  <a:pt x="228800" y="68"/>
                </a:lnTo>
                <a:lnTo>
                  <a:pt x="229956" y="71"/>
                </a:lnTo>
                <a:lnTo>
                  <a:pt x="231111" y="74"/>
                </a:lnTo>
                <a:lnTo>
                  <a:pt x="232267" y="77"/>
                </a:lnTo>
                <a:lnTo>
                  <a:pt x="233422" y="81"/>
                </a:lnTo>
                <a:lnTo>
                  <a:pt x="234578" y="84"/>
                </a:lnTo>
                <a:lnTo>
                  <a:pt x="235733" y="88"/>
                </a:lnTo>
                <a:lnTo>
                  <a:pt x="236889" y="92"/>
                </a:lnTo>
                <a:lnTo>
                  <a:pt x="238045" y="96"/>
                </a:lnTo>
                <a:lnTo>
                  <a:pt x="239200" y="100"/>
                </a:lnTo>
                <a:lnTo>
                  <a:pt x="240355" y="104"/>
                </a:lnTo>
                <a:lnTo>
                  <a:pt x="241511" y="109"/>
                </a:lnTo>
                <a:lnTo>
                  <a:pt x="242667" y="113"/>
                </a:lnTo>
                <a:lnTo>
                  <a:pt x="243823" y="118"/>
                </a:lnTo>
                <a:lnTo>
                  <a:pt x="244978" y="123"/>
                </a:lnTo>
                <a:lnTo>
                  <a:pt x="246134" y="129"/>
                </a:lnTo>
                <a:lnTo>
                  <a:pt x="247289" y="134"/>
                </a:lnTo>
                <a:lnTo>
                  <a:pt x="248444" y="140"/>
                </a:lnTo>
                <a:lnTo>
                  <a:pt x="249600" y="145"/>
                </a:lnTo>
                <a:lnTo>
                  <a:pt x="250756" y="151"/>
                </a:lnTo>
                <a:lnTo>
                  <a:pt x="251912" y="158"/>
                </a:lnTo>
                <a:lnTo>
                  <a:pt x="253067" y="164"/>
                </a:lnTo>
                <a:lnTo>
                  <a:pt x="254222" y="171"/>
                </a:lnTo>
                <a:lnTo>
                  <a:pt x="255378" y="178"/>
                </a:lnTo>
                <a:lnTo>
                  <a:pt x="256533" y="185"/>
                </a:lnTo>
                <a:lnTo>
                  <a:pt x="257689" y="193"/>
                </a:lnTo>
                <a:lnTo>
                  <a:pt x="258845" y="201"/>
                </a:lnTo>
                <a:lnTo>
                  <a:pt x="260000" y="209"/>
                </a:lnTo>
                <a:lnTo>
                  <a:pt x="261156" y="217"/>
                </a:lnTo>
                <a:lnTo>
                  <a:pt x="262311" y="226"/>
                </a:lnTo>
                <a:lnTo>
                  <a:pt x="263467" y="235"/>
                </a:lnTo>
                <a:lnTo>
                  <a:pt x="264622" y="245"/>
                </a:lnTo>
                <a:lnTo>
                  <a:pt x="265778" y="254"/>
                </a:lnTo>
                <a:lnTo>
                  <a:pt x="266934" y="264"/>
                </a:lnTo>
                <a:lnTo>
                  <a:pt x="268089" y="275"/>
                </a:lnTo>
                <a:lnTo>
                  <a:pt x="269244" y="286"/>
                </a:lnTo>
                <a:lnTo>
                  <a:pt x="270400" y="297"/>
                </a:lnTo>
                <a:lnTo>
                  <a:pt x="271556" y="308"/>
                </a:lnTo>
                <a:lnTo>
                  <a:pt x="272711" y="320"/>
                </a:lnTo>
                <a:lnTo>
                  <a:pt x="273867" y="333"/>
                </a:lnTo>
                <a:lnTo>
                  <a:pt x="275022" y="346"/>
                </a:lnTo>
                <a:lnTo>
                  <a:pt x="276178" y="359"/>
                </a:lnTo>
                <a:lnTo>
                  <a:pt x="277333" y="373"/>
                </a:lnTo>
                <a:lnTo>
                  <a:pt x="278489" y="387"/>
                </a:lnTo>
                <a:lnTo>
                  <a:pt x="279645" y="401"/>
                </a:lnTo>
                <a:lnTo>
                  <a:pt x="280800" y="417"/>
                </a:lnTo>
                <a:lnTo>
                  <a:pt x="281956" y="432"/>
                </a:lnTo>
                <a:lnTo>
                  <a:pt x="283111" y="449"/>
                </a:lnTo>
                <a:lnTo>
                  <a:pt x="284267" y="465"/>
                </a:lnTo>
                <a:lnTo>
                  <a:pt x="285422" y="483"/>
                </a:lnTo>
                <a:lnTo>
                  <a:pt x="286578" y="501"/>
                </a:lnTo>
                <a:lnTo>
                  <a:pt x="287734" y="519"/>
                </a:lnTo>
                <a:lnTo>
                  <a:pt x="288889" y="538"/>
                </a:lnTo>
                <a:lnTo>
                  <a:pt x="290044" y="558"/>
                </a:lnTo>
                <a:lnTo>
                  <a:pt x="291200" y="578"/>
                </a:lnTo>
                <a:lnTo>
                  <a:pt x="292356" y="599"/>
                </a:lnTo>
                <a:lnTo>
                  <a:pt x="293511" y="621"/>
                </a:lnTo>
                <a:lnTo>
                  <a:pt x="294667" y="643"/>
                </a:lnTo>
                <a:lnTo>
                  <a:pt x="295822" y="666"/>
                </a:lnTo>
                <a:lnTo>
                  <a:pt x="296978" y="690"/>
                </a:lnTo>
                <a:lnTo>
                  <a:pt x="298133" y="715"/>
                </a:lnTo>
                <a:lnTo>
                  <a:pt x="299289" y="740"/>
                </a:lnTo>
                <a:lnTo>
                  <a:pt x="300445" y="766"/>
                </a:lnTo>
                <a:lnTo>
                  <a:pt x="301600" y="793"/>
                </a:lnTo>
                <a:lnTo>
                  <a:pt x="302756" y="821"/>
                </a:lnTo>
                <a:lnTo>
                  <a:pt x="303911" y="850"/>
                </a:lnTo>
                <a:lnTo>
                  <a:pt x="305067" y="879"/>
                </a:lnTo>
                <a:lnTo>
                  <a:pt x="306222" y="910"/>
                </a:lnTo>
                <a:lnTo>
                  <a:pt x="307378" y="941"/>
                </a:lnTo>
                <a:lnTo>
                  <a:pt x="308534" y="973"/>
                </a:lnTo>
                <a:lnTo>
                  <a:pt x="309689" y="1006"/>
                </a:lnTo>
                <a:lnTo>
                  <a:pt x="310845" y="1041"/>
                </a:lnTo>
                <a:lnTo>
                  <a:pt x="312000" y="1076"/>
                </a:lnTo>
                <a:lnTo>
                  <a:pt x="313156" y="1112"/>
                </a:lnTo>
                <a:lnTo>
                  <a:pt x="314311" y="1149"/>
                </a:lnTo>
                <a:lnTo>
                  <a:pt x="315467" y="1188"/>
                </a:lnTo>
                <a:lnTo>
                  <a:pt x="316623" y="1227"/>
                </a:lnTo>
                <a:lnTo>
                  <a:pt x="317778" y="1268"/>
                </a:lnTo>
                <a:lnTo>
                  <a:pt x="318933" y="1310"/>
                </a:lnTo>
                <a:lnTo>
                  <a:pt x="320089" y="1353"/>
                </a:lnTo>
                <a:lnTo>
                  <a:pt x="321245" y="1397"/>
                </a:lnTo>
                <a:lnTo>
                  <a:pt x="322400" y="1442"/>
                </a:lnTo>
                <a:lnTo>
                  <a:pt x="323556" y="1489"/>
                </a:lnTo>
                <a:lnTo>
                  <a:pt x="324711" y="1537"/>
                </a:lnTo>
                <a:lnTo>
                  <a:pt x="325867" y="1587"/>
                </a:lnTo>
                <a:lnTo>
                  <a:pt x="327022" y="1637"/>
                </a:lnTo>
                <a:lnTo>
                  <a:pt x="328178" y="1690"/>
                </a:lnTo>
                <a:lnTo>
                  <a:pt x="329334" y="1743"/>
                </a:lnTo>
                <a:lnTo>
                  <a:pt x="330489" y="1798"/>
                </a:lnTo>
                <a:lnTo>
                  <a:pt x="331645" y="1854"/>
                </a:lnTo>
                <a:lnTo>
                  <a:pt x="332800" y="1912"/>
                </a:lnTo>
                <a:lnTo>
                  <a:pt x="333956" y="1972"/>
                </a:lnTo>
                <a:lnTo>
                  <a:pt x="335111" y="2033"/>
                </a:lnTo>
                <a:lnTo>
                  <a:pt x="336267" y="2096"/>
                </a:lnTo>
                <a:lnTo>
                  <a:pt x="337423" y="2160"/>
                </a:lnTo>
                <a:lnTo>
                  <a:pt x="338578" y="2226"/>
                </a:lnTo>
                <a:lnTo>
                  <a:pt x="339733" y="2294"/>
                </a:lnTo>
                <a:lnTo>
                  <a:pt x="340889" y="2363"/>
                </a:lnTo>
                <a:lnTo>
                  <a:pt x="342045" y="2434"/>
                </a:lnTo>
                <a:lnTo>
                  <a:pt x="343200" y="2507"/>
                </a:lnTo>
                <a:lnTo>
                  <a:pt x="344356" y="2582"/>
                </a:lnTo>
                <a:lnTo>
                  <a:pt x="345511" y="2659"/>
                </a:lnTo>
                <a:lnTo>
                  <a:pt x="346667" y="2737"/>
                </a:lnTo>
                <a:lnTo>
                  <a:pt x="347822" y="2818"/>
                </a:lnTo>
                <a:lnTo>
                  <a:pt x="348978" y="2900"/>
                </a:lnTo>
                <a:lnTo>
                  <a:pt x="350134" y="2985"/>
                </a:lnTo>
                <a:lnTo>
                  <a:pt x="351289" y="3071"/>
                </a:lnTo>
                <a:lnTo>
                  <a:pt x="352445" y="3160"/>
                </a:lnTo>
                <a:lnTo>
                  <a:pt x="353600" y="3251"/>
                </a:lnTo>
                <a:lnTo>
                  <a:pt x="354756" y="3344"/>
                </a:lnTo>
                <a:lnTo>
                  <a:pt x="355911" y="3439"/>
                </a:lnTo>
                <a:lnTo>
                  <a:pt x="357067" y="3536"/>
                </a:lnTo>
                <a:lnTo>
                  <a:pt x="358223" y="3636"/>
                </a:lnTo>
                <a:lnTo>
                  <a:pt x="359378" y="3737"/>
                </a:lnTo>
                <a:lnTo>
                  <a:pt x="360533" y="3842"/>
                </a:lnTo>
                <a:lnTo>
                  <a:pt x="361689" y="3948"/>
                </a:lnTo>
                <a:lnTo>
                  <a:pt x="362845" y="4057"/>
                </a:lnTo>
                <a:lnTo>
                  <a:pt x="364000" y="4169"/>
                </a:lnTo>
                <a:lnTo>
                  <a:pt x="365156" y="4283"/>
                </a:lnTo>
                <a:lnTo>
                  <a:pt x="366312" y="4399"/>
                </a:lnTo>
                <a:lnTo>
                  <a:pt x="367467" y="4518"/>
                </a:lnTo>
                <a:lnTo>
                  <a:pt x="368622" y="4640"/>
                </a:lnTo>
                <a:lnTo>
                  <a:pt x="369778" y="4764"/>
                </a:lnTo>
                <a:lnTo>
                  <a:pt x="370934" y="4891"/>
                </a:lnTo>
                <a:lnTo>
                  <a:pt x="372089" y="5021"/>
                </a:lnTo>
                <a:lnTo>
                  <a:pt x="373245" y="5154"/>
                </a:lnTo>
                <a:lnTo>
                  <a:pt x="374400" y="5289"/>
                </a:lnTo>
                <a:lnTo>
                  <a:pt x="375556" y="5427"/>
                </a:lnTo>
                <a:lnTo>
                  <a:pt x="376711" y="5568"/>
                </a:lnTo>
                <a:lnTo>
                  <a:pt x="377867" y="5712"/>
                </a:lnTo>
                <a:lnTo>
                  <a:pt x="379023" y="5859"/>
                </a:lnTo>
                <a:lnTo>
                  <a:pt x="380178" y="6009"/>
                </a:lnTo>
                <a:lnTo>
                  <a:pt x="381334" y="6162"/>
                </a:lnTo>
                <a:lnTo>
                  <a:pt x="382489" y="6318"/>
                </a:lnTo>
                <a:lnTo>
                  <a:pt x="383645" y="6477"/>
                </a:lnTo>
                <a:lnTo>
                  <a:pt x="384800" y="6639"/>
                </a:lnTo>
                <a:lnTo>
                  <a:pt x="385956" y="6805"/>
                </a:lnTo>
                <a:lnTo>
                  <a:pt x="387112" y="6974"/>
                </a:lnTo>
                <a:lnTo>
                  <a:pt x="388267" y="7146"/>
                </a:lnTo>
                <a:lnTo>
                  <a:pt x="389422" y="7321"/>
                </a:lnTo>
                <a:lnTo>
                  <a:pt x="390577" y="7500"/>
                </a:lnTo>
                <a:lnTo>
                  <a:pt x="391734" y="7682"/>
                </a:lnTo>
                <a:lnTo>
                  <a:pt x="392892" y="7867"/>
                </a:lnTo>
                <a:lnTo>
                  <a:pt x="394044" y="8056"/>
                </a:lnTo>
                <a:lnTo>
                  <a:pt x="395201" y="8249"/>
                </a:lnTo>
                <a:lnTo>
                  <a:pt x="396359" y="8445"/>
                </a:lnTo>
                <a:lnTo>
                  <a:pt x="397510" y="8645"/>
                </a:lnTo>
                <a:lnTo>
                  <a:pt x="398668" y="8848"/>
                </a:lnTo>
                <a:lnTo>
                  <a:pt x="399825" y="9055"/>
                </a:lnTo>
                <a:lnTo>
                  <a:pt x="400977" y="9265"/>
                </a:lnTo>
                <a:lnTo>
                  <a:pt x="402134" y="9480"/>
                </a:lnTo>
                <a:lnTo>
                  <a:pt x="403292" y="9698"/>
                </a:lnTo>
                <a:lnTo>
                  <a:pt x="404443" y="9920"/>
                </a:lnTo>
                <a:lnTo>
                  <a:pt x="405601" y="10145"/>
                </a:lnTo>
                <a:lnTo>
                  <a:pt x="406758" y="10375"/>
                </a:lnTo>
                <a:lnTo>
                  <a:pt x="407910" y="10608"/>
                </a:lnTo>
                <a:lnTo>
                  <a:pt x="409067" y="10846"/>
                </a:lnTo>
                <a:lnTo>
                  <a:pt x="410225" y="11087"/>
                </a:lnTo>
                <a:lnTo>
                  <a:pt x="411376" y="11333"/>
                </a:lnTo>
                <a:lnTo>
                  <a:pt x="412534" y="11582"/>
                </a:lnTo>
                <a:lnTo>
                  <a:pt x="413691" y="11836"/>
                </a:lnTo>
                <a:lnTo>
                  <a:pt x="414843" y="12094"/>
                </a:lnTo>
                <a:lnTo>
                  <a:pt x="416001" y="12356"/>
                </a:lnTo>
                <a:lnTo>
                  <a:pt x="417158" y="12622"/>
                </a:lnTo>
                <a:lnTo>
                  <a:pt x="418310" y="12892"/>
                </a:lnTo>
                <a:lnTo>
                  <a:pt x="419467" y="13167"/>
                </a:lnTo>
                <a:lnTo>
                  <a:pt x="420625" y="13445"/>
                </a:lnTo>
                <a:lnTo>
                  <a:pt x="421776" y="13728"/>
                </a:lnTo>
                <a:lnTo>
                  <a:pt x="422934" y="14016"/>
                </a:lnTo>
                <a:lnTo>
                  <a:pt x="424091" y="14308"/>
                </a:lnTo>
                <a:lnTo>
                  <a:pt x="425243" y="14603"/>
                </a:lnTo>
                <a:lnTo>
                  <a:pt x="426400" y="14905"/>
                </a:lnTo>
                <a:lnTo>
                  <a:pt x="427558" y="15209"/>
                </a:lnTo>
                <a:lnTo>
                  <a:pt x="428709" y="15519"/>
                </a:lnTo>
                <a:lnTo>
                  <a:pt x="429867" y="15833"/>
                </a:lnTo>
                <a:lnTo>
                  <a:pt x="431024" y="16152"/>
                </a:lnTo>
                <a:lnTo>
                  <a:pt x="432176" y="16475"/>
                </a:lnTo>
                <a:lnTo>
                  <a:pt x="433333" y="16803"/>
                </a:lnTo>
                <a:lnTo>
                  <a:pt x="434491" y="17135"/>
                </a:lnTo>
                <a:lnTo>
                  <a:pt x="435643" y="17472"/>
                </a:lnTo>
                <a:lnTo>
                  <a:pt x="436800" y="17814"/>
                </a:lnTo>
                <a:lnTo>
                  <a:pt x="437957" y="18160"/>
                </a:lnTo>
                <a:lnTo>
                  <a:pt x="439109" y="18511"/>
                </a:lnTo>
                <a:lnTo>
                  <a:pt x="440267" y="18867"/>
                </a:lnTo>
                <a:lnTo>
                  <a:pt x="441424" y="19228"/>
                </a:lnTo>
                <a:lnTo>
                  <a:pt x="442576" y="19592"/>
                </a:lnTo>
                <a:lnTo>
                  <a:pt x="443733" y="19963"/>
                </a:lnTo>
                <a:lnTo>
                  <a:pt x="444891" y="20338"/>
                </a:lnTo>
                <a:lnTo>
                  <a:pt x="446042" y="20717"/>
                </a:lnTo>
                <a:lnTo>
                  <a:pt x="447200" y="21102"/>
                </a:lnTo>
                <a:lnTo>
                  <a:pt x="448357" y="21492"/>
                </a:lnTo>
                <a:lnTo>
                  <a:pt x="449509" y="21886"/>
                </a:lnTo>
                <a:lnTo>
                  <a:pt x="450666" y="22285"/>
                </a:lnTo>
                <a:lnTo>
                  <a:pt x="451824" y="22689"/>
                </a:lnTo>
                <a:lnTo>
                  <a:pt x="452975" y="23099"/>
                </a:lnTo>
                <a:lnTo>
                  <a:pt x="454133" y="23513"/>
                </a:lnTo>
                <a:lnTo>
                  <a:pt x="455290" y="23932"/>
                </a:lnTo>
                <a:lnTo>
                  <a:pt x="456442" y="24356"/>
                </a:lnTo>
                <a:lnTo>
                  <a:pt x="457599" y="24785"/>
                </a:lnTo>
                <a:lnTo>
                  <a:pt x="458757" y="25219"/>
                </a:lnTo>
                <a:lnTo>
                  <a:pt x="459909" y="25658"/>
                </a:lnTo>
                <a:lnTo>
                  <a:pt x="461066" y="26102"/>
                </a:lnTo>
                <a:lnTo>
                  <a:pt x="462224" y="26551"/>
                </a:lnTo>
                <a:lnTo>
                  <a:pt x="463381" y="27005"/>
                </a:lnTo>
                <a:lnTo>
                  <a:pt x="464533" y="27465"/>
                </a:lnTo>
                <a:lnTo>
                  <a:pt x="465690" y="27929"/>
                </a:lnTo>
                <a:lnTo>
                  <a:pt x="466848" y="28398"/>
                </a:lnTo>
                <a:lnTo>
                  <a:pt x="467999" y="28873"/>
                </a:lnTo>
                <a:lnTo>
                  <a:pt x="469157" y="29353"/>
                </a:lnTo>
                <a:lnTo>
                  <a:pt x="470314" y="29837"/>
                </a:lnTo>
                <a:lnTo>
                  <a:pt x="471466" y="30327"/>
                </a:lnTo>
                <a:lnTo>
                  <a:pt x="472623" y="30821"/>
                </a:lnTo>
                <a:lnTo>
                  <a:pt x="473781" y="31322"/>
                </a:lnTo>
                <a:lnTo>
                  <a:pt x="474932" y="31826"/>
                </a:lnTo>
                <a:lnTo>
                  <a:pt x="476090" y="32337"/>
                </a:lnTo>
                <a:lnTo>
                  <a:pt x="477247" y="32852"/>
                </a:lnTo>
                <a:lnTo>
                  <a:pt x="478399" y="33373"/>
                </a:lnTo>
                <a:lnTo>
                  <a:pt x="479556" y="33898"/>
                </a:lnTo>
                <a:lnTo>
                  <a:pt x="480714" y="34429"/>
                </a:lnTo>
                <a:lnTo>
                  <a:pt x="481866" y="34965"/>
                </a:lnTo>
                <a:lnTo>
                  <a:pt x="483023" y="35506"/>
                </a:lnTo>
                <a:lnTo>
                  <a:pt x="484180" y="36052"/>
                </a:lnTo>
                <a:lnTo>
                  <a:pt x="485332" y="36604"/>
                </a:lnTo>
                <a:lnTo>
                  <a:pt x="486490" y="37160"/>
                </a:lnTo>
                <a:lnTo>
                  <a:pt x="487647" y="37721"/>
                </a:lnTo>
                <a:lnTo>
                  <a:pt x="488799" y="38288"/>
                </a:lnTo>
                <a:lnTo>
                  <a:pt x="489956" y="38859"/>
                </a:lnTo>
                <a:lnTo>
                  <a:pt x="491114" y="39436"/>
                </a:lnTo>
                <a:lnTo>
                  <a:pt x="492265" y="40018"/>
                </a:lnTo>
                <a:lnTo>
                  <a:pt x="493423" y="40605"/>
                </a:lnTo>
                <a:lnTo>
                  <a:pt x="494580" y="41197"/>
                </a:lnTo>
                <a:lnTo>
                  <a:pt x="495732" y="41795"/>
                </a:lnTo>
                <a:lnTo>
                  <a:pt x="496889" y="42397"/>
                </a:lnTo>
                <a:lnTo>
                  <a:pt x="498047" y="43004"/>
                </a:lnTo>
                <a:lnTo>
                  <a:pt x="499198" y="43616"/>
                </a:lnTo>
                <a:lnTo>
                  <a:pt x="500356" y="44234"/>
                </a:lnTo>
                <a:lnTo>
                  <a:pt x="501513" y="44857"/>
                </a:lnTo>
                <a:lnTo>
                  <a:pt x="502665" y="45484"/>
                </a:lnTo>
                <a:lnTo>
                  <a:pt x="503822" y="46117"/>
                </a:lnTo>
                <a:lnTo>
                  <a:pt x="504980" y="46754"/>
                </a:lnTo>
                <a:lnTo>
                  <a:pt x="506132" y="47397"/>
                </a:lnTo>
                <a:lnTo>
                  <a:pt x="507289" y="48044"/>
                </a:lnTo>
                <a:lnTo>
                  <a:pt x="508447" y="48697"/>
                </a:lnTo>
                <a:lnTo>
                  <a:pt x="509598" y="49355"/>
                </a:lnTo>
                <a:lnTo>
                  <a:pt x="510756" y="50017"/>
                </a:lnTo>
                <a:lnTo>
                  <a:pt x="511913" y="50685"/>
                </a:lnTo>
                <a:lnTo>
                  <a:pt x="513065" y="51357"/>
                </a:lnTo>
                <a:lnTo>
                  <a:pt x="514222" y="52035"/>
                </a:lnTo>
                <a:lnTo>
                  <a:pt x="515380" y="52717"/>
                </a:lnTo>
                <a:lnTo>
                  <a:pt x="516531" y="53404"/>
                </a:lnTo>
                <a:lnTo>
                  <a:pt x="517689" y="54096"/>
                </a:lnTo>
                <a:lnTo>
                  <a:pt x="518846" y="54793"/>
                </a:lnTo>
                <a:lnTo>
                  <a:pt x="519998" y="55495"/>
                </a:lnTo>
                <a:lnTo>
                  <a:pt x="521155" y="56201"/>
                </a:lnTo>
                <a:lnTo>
                  <a:pt x="522313" y="56913"/>
                </a:lnTo>
                <a:lnTo>
                  <a:pt x="523464" y="57629"/>
                </a:lnTo>
                <a:lnTo>
                  <a:pt x="524622" y="58350"/>
                </a:lnTo>
                <a:lnTo>
                  <a:pt x="525779" y="59076"/>
                </a:lnTo>
                <a:lnTo>
                  <a:pt x="526931" y="59807"/>
                </a:lnTo>
                <a:lnTo>
                  <a:pt x="528088" y="60542"/>
                </a:lnTo>
                <a:lnTo>
                  <a:pt x="529246" y="61282"/>
                </a:lnTo>
                <a:lnTo>
                  <a:pt x="530398" y="62026"/>
                </a:lnTo>
                <a:lnTo>
                  <a:pt x="531555" y="62775"/>
                </a:lnTo>
                <a:lnTo>
                  <a:pt x="532713" y="63529"/>
                </a:lnTo>
                <a:lnTo>
                  <a:pt x="533864" y="64288"/>
                </a:lnTo>
                <a:lnTo>
                  <a:pt x="535022" y="65051"/>
                </a:lnTo>
                <a:lnTo>
                  <a:pt x="536179" y="65819"/>
                </a:lnTo>
                <a:lnTo>
                  <a:pt x="537337" y="66591"/>
                </a:lnTo>
                <a:lnTo>
                  <a:pt x="538488" y="67369"/>
                </a:lnTo>
                <a:lnTo>
                  <a:pt x="539646" y="68151"/>
                </a:lnTo>
                <a:lnTo>
                  <a:pt x="540803" y="68937"/>
                </a:lnTo>
                <a:lnTo>
                  <a:pt x="541955" y="69727"/>
                </a:lnTo>
                <a:lnTo>
                  <a:pt x="543112" y="70522"/>
                </a:lnTo>
                <a:lnTo>
                  <a:pt x="544270" y="71321"/>
                </a:lnTo>
                <a:lnTo>
                  <a:pt x="545421" y="72126"/>
                </a:lnTo>
                <a:lnTo>
                  <a:pt x="546579" y="72934"/>
                </a:lnTo>
                <a:lnTo>
                  <a:pt x="547736" y="73747"/>
                </a:lnTo>
                <a:lnTo>
                  <a:pt x="548888" y="74563"/>
                </a:lnTo>
                <a:lnTo>
                  <a:pt x="550045" y="75385"/>
                </a:lnTo>
                <a:lnTo>
                  <a:pt x="551203" y="76211"/>
                </a:lnTo>
                <a:lnTo>
                  <a:pt x="552355" y="77041"/>
                </a:lnTo>
                <a:lnTo>
                  <a:pt x="553512" y="77875"/>
                </a:lnTo>
                <a:lnTo>
                  <a:pt x="554670" y="78714"/>
                </a:lnTo>
                <a:lnTo>
                  <a:pt x="555821" y="79557"/>
                </a:lnTo>
                <a:lnTo>
                  <a:pt x="556979" y="80404"/>
                </a:lnTo>
                <a:lnTo>
                  <a:pt x="558136" y="81256"/>
                </a:lnTo>
                <a:lnTo>
                  <a:pt x="559288" y="82111"/>
                </a:lnTo>
                <a:lnTo>
                  <a:pt x="560445" y="82971"/>
                </a:lnTo>
                <a:lnTo>
                  <a:pt x="561603" y="83834"/>
                </a:lnTo>
                <a:lnTo>
                  <a:pt x="562754" y="84702"/>
                </a:lnTo>
                <a:lnTo>
                  <a:pt x="563912" y="85574"/>
                </a:lnTo>
                <a:lnTo>
                  <a:pt x="565069" y="86450"/>
                </a:lnTo>
                <a:lnTo>
                  <a:pt x="566221" y="87330"/>
                </a:lnTo>
                <a:lnTo>
                  <a:pt x="567378" y="88214"/>
                </a:lnTo>
                <a:lnTo>
                  <a:pt x="568536" y="89102"/>
                </a:lnTo>
                <a:lnTo>
                  <a:pt x="569687" y="89994"/>
                </a:lnTo>
                <a:lnTo>
                  <a:pt x="570845" y="90890"/>
                </a:lnTo>
                <a:lnTo>
                  <a:pt x="572002" y="91789"/>
                </a:lnTo>
                <a:lnTo>
                  <a:pt x="573154" y="92694"/>
                </a:lnTo>
                <a:lnTo>
                  <a:pt x="574311" y="93601"/>
                </a:lnTo>
                <a:lnTo>
                  <a:pt x="575469" y="94512"/>
                </a:lnTo>
                <a:lnTo>
                  <a:pt x="576621" y="95427"/>
                </a:lnTo>
                <a:lnTo>
                  <a:pt x="577778" y="96346"/>
                </a:lnTo>
                <a:lnTo>
                  <a:pt x="578936" y="97269"/>
                </a:lnTo>
                <a:lnTo>
                  <a:pt x="580087" y="98196"/>
                </a:lnTo>
                <a:lnTo>
                  <a:pt x="581245" y="99126"/>
                </a:lnTo>
                <a:lnTo>
                  <a:pt x="582402" y="100060"/>
                </a:lnTo>
                <a:lnTo>
                  <a:pt x="583554" y="100997"/>
                </a:lnTo>
                <a:lnTo>
                  <a:pt x="584711" y="101939"/>
                </a:lnTo>
                <a:lnTo>
                  <a:pt x="585869" y="102884"/>
                </a:lnTo>
                <a:lnTo>
                  <a:pt x="587020" y="103832"/>
                </a:lnTo>
                <a:lnTo>
                  <a:pt x="588178" y="104784"/>
                </a:lnTo>
                <a:lnTo>
                  <a:pt x="589335" y="105740"/>
                </a:lnTo>
                <a:lnTo>
                  <a:pt x="590487" y="106699"/>
                </a:lnTo>
                <a:lnTo>
                  <a:pt x="591644" y="107661"/>
                </a:lnTo>
                <a:lnTo>
                  <a:pt x="592802" y="108627"/>
                </a:lnTo>
                <a:lnTo>
                  <a:pt x="593953" y="109597"/>
                </a:lnTo>
                <a:lnTo>
                  <a:pt x="595111" y="110570"/>
                </a:lnTo>
                <a:lnTo>
                  <a:pt x="596268" y="111547"/>
                </a:lnTo>
                <a:lnTo>
                  <a:pt x="597420" y="112526"/>
                </a:lnTo>
                <a:lnTo>
                  <a:pt x="598578" y="113510"/>
                </a:lnTo>
                <a:lnTo>
                  <a:pt x="599735" y="114496"/>
                </a:lnTo>
                <a:lnTo>
                  <a:pt x="600887" y="115486"/>
                </a:lnTo>
                <a:lnTo>
                  <a:pt x="602044" y="116479"/>
                </a:lnTo>
                <a:lnTo>
                  <a:pt x="603202" y="117475"/>
                </a:lnTo>
                <a:lnTo>
                  <a:pt x="604353" y="118475"/>
                </a:lnTo>
                <a:lnTo>
                  <a:pt x="605511" y="119478"/>
                </a:lnTo>
                <a:lnTo>
                  <a:pt x="606668" y="120484"/>
                </a:lnTo>
                <a:lnTo>
                  <a:pt x="607820" y="121493"/>
                </a:lnTo>
                <a:lnTo>
                  <a:pt x="608977" y="122506"/>
                </a:lnTo>
                <a:lnTo>
                  <a:pt x="610135" y="123521"/>
                </a:lnTo>
                <a:lnTo>
                  <a:pt x="611292" y="124540"/>
                </a:lnTo>
                <a:lnTo>
                  <a:pt x="612444" y="125562"/>
                </a:lnTo>
                <a:lnTo>
                  <a:pt x="613601" y="126586"/>
                </a:lnTo>
                <a:lnTo>
                  <a:pt x="614759" y="127614"/>
                </a:lnTo>
                <a:lnTo>
                  <a:pt x="615910" y="128645"/>
                </a:lnTo>
                <a:lnTo>
                  <a:pt x="617068" y="129679"/>
                </a:lnTo>
                <a:lnTo>
                  <a:pt x="618225" y="130715"/>
                </a:lnTo>
                <a:lnTo>
                  <a:pt x="619377" y="131755"/>
                </a:lnTo>
                <a:lnTo>
                  <a:pt x="620534" y="132798"/>
                </a:lnTo>
                <a:lnTo>
                  <a:pt x="621692" y="133844"/>
                </a:lnTo>
                <a:lnTo>
                  <a:pt x="622844" y="134892"/>
                </a:lnTo>
                <a:lnTo>
                  <a:pt x="624001" y="135944"/>
                </a:lnTo>
                <a:lnTo>
                  <a:pt x="625159" y="136998"/>
                </a:lnTo>
                <a:lnTo>
                  <a:pt x="626310" y="138055"/>
                </a:lnTo>
                <a:lnTo>
                  <a:pt x="627468" y="139115"/>
                </a:lnTo>
                <a:lnTo>
                  <a:pt x="628625" y="140177"/>
                </a:lnTo>
                <a:lnTo>
                  <a:pt x="629777" y="141243"/>
                </a:lnTo>
                <a:lnTo>
                  <a:pt x="630934" y="142311"/>
                </a:lnTo>
                <a:lnTo>
                  <a:pt x="632092" y="143382"/>
                </a:lnTo>
                <a:lnTo>
                  <a:pt x="633243" y="144455"/>
                </a:lnTo>
                <a:lnTo>
                  <a:pt x="634401" y="145531"/>
                </a:lnTo>
                <a:lnTo>
                  <a:pt x="635558" y="146610"/>
                </a:lnTo>
                <a:lnTo>
                  <a:pt x="636710" y="147692"/>
                </a:lnTo>
                <a:lnTo>
                  <a:pt x="637867" y="148776"/>
                </a:lnTo>
                <a:lnTo>
                  <a:pt x="639025" y="149863"/>
                </a:lnTo>
                <a:lnTo>
                  <a:pt x="640176" y="150952"/>
                </a:lnTo>
                <a:lnTo>
                  <a:pt x="641334" y="152044"/>
                </a:lnTo>
                <a:lnTo>
                  <a:pt x="642491" y="153138"/>
                </a:lnTo>
                <a:lnTo>
                  <a:pt x="643643" y="154235"/>
                </a:lnTo>
                <a:lnTo>
                  <a:pt x="644801" y="155335"/>
                </a:lnTo>
                <a:lnTo>
                  <a:pt x="645958" y="156436"/>
                </a:lnTo>
                <a:lnTo>
                  <a:pt x="647110" y="157540"/>
                </a:lnTo>
                <a:lnTo>
                  <a:pt x="648267" y="158647"/>
                </a:lnTo>
                <a:lnTo>
                  <a:pt x="649425" y="159756"/>
                </a:lnTo>
                <a:lnTo>
                  <a:pt x="650576" y="160868"/>
                </a:lnTo>
                <a:lnTo>
                  <a:pt x="651734" y="161982"/>
                </a:lnTo>
                <a:lnTo>
                  <a:pt x="652891" y="163098"/>
                </a:lnTo>
                <a:lnTo>
                  <a:pt x="654043" y="164217"/>
                </a:lnTo>
                <a:lnTo>
                  <a:pt x="655200" y="165337"/>
                </a:lnTo>
                <a:lnTo>
                  <a:pt x="656358" y="166461"/>
                </a:lnTo>
                <a:lnTo>
                  <a:pt x="657509" y="167586"/>
                </a:lnTo>
                <a:lnTo>
                  <a:pt x="658667" y="168714"/>
                </a:lnTo>
                <a:lnTo>
                  <a:pt x="659824" y="169844"/>
                </a:lnTo>
                <a:lnTo>
                  <a:pt x="660976" y="170976"/>
                </a:lnTo>
                <a:lnTo>
                  <a:pt x="662133" y="172111"/>
                </a:lnTo>
                <a:lnTo>
                  <a:pt x="663291" y="173247"/>
                </a:lnTo>
                <a:lnTo>
                  <a:pt x="664442" y="174387"/>
                </a:lnTo>
                <a:lnTo>
                  <a:pt x="665600" y="175528"/>
                </a:lnTo>
                <a:lnTo>
                  <a:pt x="666758" y="176670"/>
                </a:lnTo>
                <a:lnTo>
                  <a:pt x="667909" y="177816"/>
                </a:lnTo>
                <a:lnTo>
                  <a:pt x="669067" y="178963"/>
                </a:lnTo>
                <a:lnTo>
                  <a:pt x="670224" y="180113"/>
                </a:lnTo>
                <a:lnTo>
                  <a:pt x="671376" y="181264"/>
                </a:lnTo>
                <a:lnTo>
                  <a:pt x="672533" y="182418"/>
                </a:lnTo>
                <a:lnTo>
                  <a:pt x="673691" y="183573"/>
                </a:lnTo>
                <a:lnTo>
                  <a:pt x="674842" y="184731"/>
                </a:lnTo>
                <a:lnTo>
                  <a:pt x="676000" y="185891"/>
                </a:lnTo>
                <a:lnTo>
                  <a:pt x="677157" y="187052"/>
                </a:lnTo>
                <a:lnTo>
                  <a:pt x="678309" y="188216"/>
                </a:lnTo>
                <a:lnTo>
                  <a:pt x="679466" y="189381"/>
                </a:lnTo>
                <a:lnTo>
                  <a:pt x="680624" y="190549"/>
                </a:lnTo>
                <a:lnTo>
                  <a:pt x="681775" y="191719"/>
                </a:lnTo>
                <a:lnTo>
                  <a:pt x="682933" y="192890"/>
                </a:lnTo>
                <a:lnTo>
                  <a:pt x="684090" y="194063"/>
                </a:lnTo>
                <a:lnTo>
                  <a:pt x="685248" y="195239"/>
                </a:lnTo>
                <a:lnTo>
                  <a:pt x="686399" y="196416"/>
                </a:lnTo>
                <a:lnTo>
                  <a:pt x="687557" y="197594"/>
                </a:lnTo>
                <a:lnTo>
                  <a:pt x="688715" y="198775"/>
                </a:lnTo>
                <a:lnTo>
                  <a:pt x="689866" y="199958"/>
                </a:lnTo>
                <a:lnTo>
                  <a:pt x="691024" y="201142"/>
                </a:lnTo>
                <a:lnTo>
                  <a:pt x="692181" y="202328"/>
                </a:lnTo>
                <a:lnTo>
                  <a:pt x="693333" y="203516"/>
                </a:lnTo>
                <a:lnTo>
                  <a:pt x="694490" y="204705"/>
                </a:lnTo>
                <a:lnTo>
                  <a:pt x="695648" y="205897"/>
                </a:lnTo>
                <a:lnTo>
                  <a:pt x="696799" y="207090"/>
                </a:lnTo>
                <a:lnTo>
                  <a:pt x="697957" y="208285"/>
                </a:lnTo>
                <a:lnTo>
                  <a:pt x="699114" y="209482"/>
                </a:lnTo>
                <a:lnTo>
                  <a:pt x="700266" y="210680"/>
                </a:lnTo>
                <a:lnTo>
                  <a:pt x="701423" y="211879"/>
                </a:lnTo>
                <a:lnTo>
                  <a:pt x="702581" y="213081"/>
                </a:lnTo>
                <a:lnTo>
                  <a:pt x="703732" y="214284"/>
                </a:lnTo>
                <a:lnTo>
                  <a:pt x="704890" y="215489"/>
                </a:lnTo>
                <a:lnTo>
                  <a:pt x="706047" y="216696"/>
                </a:lnTo>
                <a:lnTo>
                  <a:pt x="707199" y="217904"/>
                </a:lnTo>
                <a:lnTo>
                  <a:pt x="708356" y="219114"/>
                </a:lnTo>
                <a:lnTo>
                  <a:pt x="709514" y="220325"/>
                </a:lnTo>
                <a:lnTo>
                  <a:pt x="710666" y="221537"/>
                </a:lnTo>
                <a:lnTo>
                  <a:pt x="711823" y="222752"/>
                </a:lnTo>
                <a:lnTo>
                  <a:pt x="712981" y="223968"/>
                </a:lnTo>
                <a:lnTo>
                  <a:pt x="714132" y="225185"/>
                </a:lnTo>
                <a:lnTo>
                  <a:pt x="715290" y="226405"/>
                </a:lnTo>
                <a:lnTo>
                  <a:pt x="716447" y="227625"/>
                </a:lnTo>
                <a:lnTo>
                  <a:pt x="717599" y="228847"/>
                </a:lnTo>
                <a:lnTo>
                  <a:pt x="718756" y="230070"/>
                </a:lnTo>
                <a:lnTo>
                  <a:pt x="719914" y="231295"/>
                </a:lnTo>
                <a:lnTo>
                  <a:pt x="721065" y="232522"/>
                </a:lnTo>
                <a:lnTo>
                  <a:pt x="722223" y="233750"/>
                </a:lnTo>
                <a:lnTo>
                  <a:pt x="723380" y="234979"/>
                </a:lnTo>
                <a:lnTo>
                  <a:pt x="724532" y="236210"/>
                </a:lnTo>
                <a:lnTo>
                  <a:pt x="725689" y="237442"/>
                </a:lnTo>
                <a:lnTo>
                  <a:pt x="726847" y="238675"/>
                </a:lnTo>
                <a:lnTo>
                  <a:pt x="727998" y="239910"/>
                </a:lnTo>
                <a:lnTo>
                  <a:pt x="729156" y="241146"/>
                </a:lnTo>
                <a:lnTo>
                  <a:pt x="730313" y="242384"/>
                </a:lnTo>
                <a:lnTo>
                  <a:pt x="731465" y="243623"/>
                </a:lnTo>
                <a:lnTo>
                  <a:pt x="732622" y="244864"/>
                </a:lnTo>
                <a:lnTo>
                  <a:pt x="733780" y="246105"/>
                </a:lnTo>
                <a:lnTo>
                  <a:pt x="734932" y="247348"/>
                </a:lnTo>
                <a:lnTo>
                  <a:pt x="736089" y="248593"/>
                </a:lnTo>
                <a:lnTo>
                  <a:pt x="737247" y="249838"/>
                </a:lnTo>
                <a:lnTo>
                  <a:pt x="738398" y="251085"/>
                </a:lnTo>
                <a:lnTo>
                  <a:pt x="739556" y="252333"/>
                </a:lnTo>
                <a:lnTo>
                  <a:pt x="740713" y="253583"/>
                </a:lnTo>
                <a:lnTo>
                  <a:pt x="741865" y="254834"/>
                </a:lnTo>
                <a:lnTo>
                  <a:pt x="743022" y="256086"/>
                </a:lnTo>
                <a:lnTo>
                  <a:pt x="744180" y="257339"/>
                </a:lnTo>
                <a:lnTo>
                  <a:pt x="745331" y="258593"/>
                </a:lnTo>
                <a:lnTo>
                  <a:pt x="746489" y="259849"/>
                </a:lnTo>
                <a:lnTo>
                  <a:pt x="747646" y="261105"/>
                </a:lnTo>
                <a:lnTo>
                  <a:pt x="748798" y="262364"/>
                </a:lnTo>
                <a:lnTo>
                  <a:pt x="749955" y="263623"/>
                </a:lnTo>
                <a:lnTo>
                  <a:pt x="751113" y="264883"/>
                </a:lnTo>
                <a:lnTo>
                  <a:pt x="752264" y="266145"/>
                </a:lnTo>
                <a:lnTo>
                  <a:pt x="753422" y="267408"/>
                </a:lnTo>
                <a:lnTo>
                  <a:pt x="754579" y="268672"/>
                </a:lnTo>
                <a:lnTo>
                  <a:pt x="755737" y="269937"/>
                </a:lnTo>
                <a:lnTo>
                  <a:pt x="756889" y="271203"/>
                </a:lnTo>
                <a:lnTo>
                  <a:pt x="758046" y="272470"/>
                </a:lnTo>
                <a:lnTo>
                  <a:pt x="759204" y="273739"/>
                </a:lnTo>
                <a:lnTo>
                  <a:pt x="760355" y="275008"/>
                </a:lnTo>
                <a:lnTo>
                  <a:pt x="761513" y="276279"/>
                </a:lnTo>
                <a:lnTo>
                  <a:pt x="762670" y="277551"/>
                </a:lnTo>
                <a:lnTo>
                  <a:pt x="763822" y="278823"/>
                </a:lnTo>
                <a:lnTo>
                  <a:pt x="764979" y="280097"/>
                </a:lnTo>
                <a:lnTo>
                  <a:pt x="766137" y="281372"/>
                </a:lnTo>
                <a:lnTo>
                  <a:pt x="767288" y="282648"/>
                </a:lnTo>
                <a:lnTo>
                  <a:pt x="768446" y="283925"/>
                </a:lnTo>
                <a:lnTo>
                  <a:pt x="769603" y="285203"/>
                </a:lnTo>
                <a:lnTo>
                  <a:pt x="770755" y="286482"/>
                </a:lnTo>
                <a:lnTo>
                  <a:pt x="771912" y="287763"/>
                </a:lnTo>
                <a:lnTo>
                  <a:pt x="773070" y="289043"/>
                </a:lnTo>
                <a:lnTo>
                  <a:pt x="774221" y="290326"/>
                </a:lnTo>
                <a:lnTo>
                  <a:pt x="775379" y="291609"/>
                </a:lnTo>
                <a:lnTo>
                  <a:pt x="776536" y="292893"/>
                </a:lnTo>
                <a:lnTo>
                  <a:pt x="777688" y="294178"/>
                </a:lnTo>
                <a:lnTo>
                  <a:pt x="778846" y="295464"/>
                </a:lnTo>
                <a:lnTo>
                  <a:pt x="780003" y="296751"/>
                </a:lnTo>
                <a:lnTo>
                  <a:pt x="781155" y="298039"/>
                </a:lnTo>
                <a:lnTo>
                  <a:pt x="782312" y="299328"/>
                </a:lnTo>
                <a:lnTo>
                  <a:pt x="783470" y="300618"/>
                </a:lnTo>
                <a:lnTo>
                  <a:pt x="784621" y="301909"/>
                </a:lnTo>
                <a:lnTo>
                  <a:pt x="785779" y="303200"/>
                </a:lnTo>
                <a:lnTo>
                  <a:pt x="786936" y="304493"/>
                </a:lnTo>
                <a:lnTo>
                  <a:pt x="788088" y="305787"/>
                </a:lnTo>
                <a:lnTo>
                  <a:pt x="789245" y="307081"/>
                </a:lnTo>
                <a:lnTo>
                  <a:pt x="790403" y="308377"/>
                </a:lnTo>
                <a:lnTo>
                  <a:pt x="791554" y="309673"/>
                </a:lnTo>
                <a:lnTo>
                  <a:pt x="792712" y="310970"/>
                </a:lnTo>
                <a:lnTo>
                  <a:pt x="793869" y="312268"/>
                </a:lnTo>
                <a:lnTo>
                  <a:pt x="795021" y="313567"/>
                </a:lnTo>
                <a:lnTo>
                  <a:pt x="796178" y="314867"/>
                </a:lnTo>
                <a:lnTo>
                  <a:pt x="797336" y="316168"/>
                </a:lnTo>
                <a:lnTo>
                  <a:pt x="798487" y="317469"/>
                </a:lnTo>
                <a:lnTo>
                  <a:pt x="799645" y="318772"/>
                </a:lnTo>
                <a:lnTo>
                  <a:pt x="800802" y="320075"/>
                </a:lnTo>
                <a:lnTo>
                  <a:pt x="801954" y="321379"/>
                </a:lnTo>
                <a:lnTo>
                  <a:pt x="803112" y="322683"/>
                </a:lnTo>
                <a:lnTo>
                  <a:pt x="804269" y="323989"/>
                </a:lnTo>
                <a:lnTo>
                  <a:pt x="805421" y="325296"/>
                </a:lnTo>
                <a:lnTo>
                  <a:pt x="806578" y="326603"/>
                </a:lnTo>
                <a:lnTo>
                  <a:pt x="807736" y="327911"/>
                </a:lnTo>
                <a:lnTo>
                  <a:pt x="808887" y="329220"/>
                </a:lnTo>
                <a:lnTo>
                  <a:pt x="810045" y="330530"/>
                </a:lnTo>
                <a:lnTo>
                  <a:pt x="811202" y="331840"/>
                </a:lnTo>
                <a:lnTo>
                  <a:pt x="812354" y="333151"/>
                </a:lnTo>
                <a:lnTo>
                  <a:pt x="813511" y="334463"/>
                </a:lnTo>
                <a:lnTo>
                  <a:pt x="814669" y="335776"/>
                </a:lnTo>
                <a:lnTo>
                  <a:pt x="815820" y="337090"/>
                </a:lnTo>
                <a:lnTo>
                  <a:pt x="816978" y="338404"/>
                </a:lnTo>
                <a:lnTo>
                  <a:pt x="818135" y="339719"/>
                </a:lnTo>
                <a:lnTo>
                  <a:pt x="819287" y="341034"/>
                </a:lnTo>
                <a:lnTo>
                  <a:pt x="820444" y="342351"/>
                </a:lnTo>
                <a:lnTo>
                  <a:pt x="821602" y="343668"/>
                </a:lnTo>
                <a:lnTo>
                  <a:pt x="822754" y="344986"/>
                </a:lnTo>
                <a:lnTo>
                  <a:pt x="823911" y="346305"/>
                </a:lnTo>
                <a:lnTo>
                  <a:pt x="825068" y="347625"/>
                </a:lnTo>
                <a:lnTo>
                  <a:pt x="826220" y="348944"/>
                </a:lnTo>
                <a:lnTo>
                  <a:pt x="827378" y="350265"/>
                </a:lnTo>
                <a:lnTo>
                  <a:pt x="828535" y="351587"/>
                </a:lnTo>
                <a:lnTo>
                  <a:pt x="829693" y="352909"/>
                </a:lnTo>
                <a:lnTo>
                  <a:pt x="830844" y="354232"/>
                </a:lnTo>
                <a:lnTo>
                  <a:pt x="832002" y="355555"/>
                </a:lnTo>
                <a:lnTo>
                  <a:pt x="833159" y="356880"/>
                </a:lnTo>
                <a:lnTo>
                  <a:pt x="834311" y="358204"/>
                </a:lnTo>
                <a:lnTo>
                  <a:pt x="835468" y="359530"/>
                </a:lnTo>
                <a:lnTo>
                  <a:pt x="836626" y="360857"/>
                </a:lnTo>
                <a:lnTo>
                  <a:pt x="837777" y="362184"/>
                </a:lnTo>
                <a:lnTo>
                  <a:pt x="838935" y="363511"/>
                </a:lnTo>
                <a:lnTo>
                  <a:pt x="840092" y="364839"/>
                </a:lnTo>
                <a:lnTo>
                  <a:pt x="841244" y="366168"/>
                </a:lnTo>
                <a:lnTo>
                  <a:pt x="842401" y="367497"/>
                </a:lnTo>
                <a:lnTo>
                  <a:pt x="843559" y="368827"/>
                </a:lnTo>
                <a:lnTo>
                  <a:pt x="844710" y="370158"/>
                </a:lnTo>
                <a:lnTo>
                  <a:pt x="845868" y="371490"/>
                </a:lnTo>
                <a:lnTo>
                  <a:pt x="847025" y="372821"/>
                </a:lnTo>
                <a:lnTo>
                  <a:pt x="848177" y="374154"/>
                </a:lnTo>
                <a:lnTo>
                  <a:pt x="849335" y="375487"/>
                </a:lnTo>
                <a:lnTo>
                  <a:pt x="850492" y="376821"/>
                </a:lnTo>
                <a:lnTo>
                  <a:pt x="851644" y="378155"/>
                </a:lnTo>
                <a:lnTo>
                  <a:pt x="852801" y="379490"/>
                </a:lnTo>
                <a:lnTo>
                  <a:pt x="853959" y="380826"/>
                </a:lnTo>
                <a:lnTo>
                  <a:pt x="855110" y="382162"/>
                </a:lnTo>
                <a:lnTo>
                  <a:pt x="856268" y="383499"/>
                </a:lnTo>
                <a:lnTo>
                  <a:pt x="857425" y="384836"/>
                </a:lnTo>
                <a:lnTo>
                  <a:pt x="858577" y="386174"/>
                </a:lnTo>
                <a:lnTo>
                  <a:pt x="859734" y="387513"/>
                </a:lnTo>
                <a:lnTo>
                  <a:pt x="860892" y="388852"/>
                </a:lnTo>
                <a:lnTo>
                  <a:pt x="862043" y="390191"/>
                </a:lnTo>
                <a:lnTo>
                  <a:pt x="863201" y="391532"/>
                </a:lnTo>
                <a:lnTo>
                  <a:pt x="864358" y="392872"/>
                </a:lnTo>
                <a:lnTo>
                  <a:pt x="865510" y="394214"/>
                </a:lnTo>
                <a:lnTo>
                  <a:pt x="866667" y="395555"/>
                </a:lnTo>
                <a:lnTo>
                  <a:pt x="867825" y="396898"/>
                </a:lnTo>
                <a:lnTo>
                  <a:pt x="868977" y="398241"/>
                </a:lnTo>
                <a:lnTo>
                  <a:pt x="870134" y="399584"/>
                </a:lnTo>
                <a:lnTo>
                  <a:pt x="871291" y="400928"/>
                </a:lnTo>
                <a:lnTo>
                  <a:pt x="872443" y="402273"/>
                </a:lnTo>
                <a:lnTo>
                  <a:pt x="873601" y="403618"/>
                </a:lnTo>
                <a:lnTo>
                  <a:pt x="874758" y="404964"/>
                </a:lnTo>
                <a:lnTo>
                  <a:pt x="875910" y="406309"/>
                </a:lnTo>
                <a:lnTo>
                  <a:pt x="877067" y="407656"/>
                </a:lnTo>
                <a:lnTo>
                  <a:pt x="878225" y="409003"/>
                </a:lnTo>
                <a:lnTo>
                  <a:pt x="879376" y="410351"/>
                </a:lnTo>
                <a:lnTo>
                  <a:pt x="880534" y="411699"/>
                </a:lnTo>
                <a:lnTo>
                  <a:pt x="881691" y="413047"/>
                </a:lnTo>
                <a:lnTo>
                  <a:pt x="882843" y="414397"/>
                </a:lnTo>
                <a:lnTo>
                  <a:pt x="884000" y="415746"/>
                </a:lnTo>
                <a:lnTo>
                  <a:pt x="885158" y="417096"/>
                </a:lnTo>
                <a:lnTo>
                  <a:pt x="886309" y="418447"/>
                </a:lnTo>
                <a:lnTo>
                  <a:pt x="887467" y="419798"/>
                </a:lnTo>
                <a:lnTo>
                  <a:pt x="888624" y="421149"/>
                </a:lnTo>
                <a:lnTo>
                  <a:pt x="889776" y="422501"/>
                </a:lnTo>
                <a:lnTo>
                  <a:pt x="890933" y="423854"/>
                </a:lnTo>
                <a:lnTo>
                  <a:pt x="892091" y="425207"/>
                </a:lnTo>
                <a:lnTo>
                  <a:pt x="893243" y="426560"/>
                </a:lnTo>
                <a:lnTo>
                  <a:pt x="894400" y="427914"/>
                </a:lnTo>
                <a:lnTo>
                  <a:pt x="895558" y="429268"/>
                </a:lnTo>
                <a:lnTo>
                  <a:pt x="896709" y="430623"/>
                </a:lnTo>
                <a:lnTo>
                  <a:pt x="897867" y="431978"/>
                </a:lnTo>
                <a:lnTo>
                  <a:pt x="899024" y="433334"/>
                </a:lnTo>
                <a:lnTo>
                  <a:pt x="900176" y="434690"/>
                </a:lnTo>
                <a:lnTo>
                  <a:pt x="901333" y="436046"/>
                </a:lnTo>
                <a:lnTo>
                  <a:pt x="902491" y="437404"/>
                </a:lnTo>
                <a:lnTo>
                  <a:pt x="903648" y="438761"/>
                </a:lnTo>
                <a:lnTo>
                  <a:pt x="904800" y="440119"/>
                </a:lnTo>
                <a:lnTo>
                  <a:pt x="905957" y="441477"/>
                </a:lnTo>
                <a:lnTo>
                  <a:pt x="907115" y="442835"/>
                </a:lnTo>
                <a:lnTo>
                  <a:pt x="908266" y="444195"/>
                </a:lnTo>
                <a:lnTo>
                  <a:pt x="909424" y="445554"/>
                </a:lnTo>
                <a:lnTo>
                  <a:pt x="910581" y="446914"/>
                </a:lnTo>
                <a:lnTo>
                  <a:pt x="911733" y="448274"/>
                </a:lnTo>
                <a:lnTo>
                  <a:pt x="912890" y="449636"/>
                </a:lnTo>
                <a:lnTo>
                  <a:pt x="914048" y="450996"/>
                </a:lnTo>
                <a:lnTo>
                  <a:pt x="915199" y="452358"/>
                </a:lnTo>
                <a:lnTo>
                  <a:pt x="916357" y="453720"/>
                </a:lnTo>
                <a:lnTo>
                  <a:pt x="917514" y="455083"/>
                </a:lnTo>
                <a:lnTo>
                  <a:pt x="918666" y="456445"/>
                </a:lnTo>
                <a:lnTo>
                  <a:pt x="919824" y="457809"/>
                </a:lnTo>
                <a:lnTo>
                  <a:pt x="920981" y="459173"/>
                </a:lnTo>
                <a:lnTo>
                  <a:pt x="922133" y="460536"/>
                </a:lnTo>
                <a:lnTo>
                  <a:pt x="923290" y="461901"/>
                </a:lnTo>
                <a:lnTo>
                  <a:pt x="924448" y="463266"/>
                </a:lnTo>
                <a:lnTo>
                  <a:pt x="925599" y="464631"/>
                </a:lnTo>
                <a:lnTo>
                  <a:pt x="926757" y="465997"/>
                </a:lnTo>
                <a:lnTo>
                  <a:pt x="927914" y="467363"/>
                </a:lnTo>
                <a:lnTo>
                  <a:pt x="929066" y="468728"/>
                </a:lnTo>
                <a:lnTo>
                  <a:pt x="930223" y="470095"/>
                </a:lnTo>
                <a:lnTo>
                  <a:pt x="931381" y="471462"/>
                </a:lnTo>
                <a:lnTo>
                  <a:pt x="932532" y="472830"/>
                </a:lnTo>
                <a:lnTo>
                  <a:pt x="933690" y="474198"/>
                </a:lnTo>
                <a:lnTo>
                  <a:pt x="934847" y="475565"/>
                </a:lnTo>
                <a:lnTo>
                  <a:pt x="935999" y="476934"/>
                </a:lnTo>
                <a:lnTo>
                  <a:pt x="937156" y="478303"/>
                </a:lnTo>
                <a:lnTo>
                  <a:pt x="938314" y="479672"/>
                </a:lnTo>
                <a:lnTo>
                  <a:pt x="939466" y="481042"/>
                </a:lnTo>
                <a:lnTo>
                  <a:pt x="940623" y="482412"/>
                </a:lnTo>
                <a:lnTo>
                  <a:pt x="941780" y="483782"/>
                </a:lnTo>
                <a:lnTo>
                  <a:pt x="942932" y="485153"/>
                </a:lnTo>
                <a:lnTo>
                  <a:pt x="944090" y="486524"/>
                </a:lnTo>
                <a:lnTo>
                  <a:pt x="945247" y="487895"/>
                </a:lnTo>
                <a:lnTo>
                  <a:pt x="946399" y="489266"/>
                </a:lnTo>
                <a:lnTo>
                  <a:pt x="947556" y="490638"/>
                </a:lnTo>
                <a:lnTo>
                  <a:pt x="948714" y="492011"/>
                </a:lnTo>
                <a:lnTo>
                  <a:pt x="949865" y="493383"/>
                </a:lnTo>
                <a:lnTo>
                  <a:pt x="951023" y="494756"/>
                </a:lnTo>
                <a:lnTo>
                  <a:pt x="952180" y="496130"/>
                </a:lnTo>
                <a:lnTo>
                  <a:pt x="953332" y="497503"/>
                </a:lnTo>
                <a:lnTo>
                  <a:pt x="954489" y="498877"/>
                </a:lnTo>
                <a:lnTo>
                  <a:pt x="955647" y="500251"/>
                </a:lnTo>
                <a:lnTo>
                  <a:pt x="956798" y="501626"/>
                </a:lnTo>
                <a:lnTo>
                  <a:pt x="957956" y="503001"/>
                </a:lnTo>
                <a:lnTo>
                  <a:pt x="959113" y="504376"/>
                </a:lnTo>
                <a:lnTo>
                  <a:pt x="960265" y="505752"/>
                </a:lnTo>
                <a:lnTo>
                  <a:pt x="961422" y="507128"/>
                </a:lnTo>
                <a:lnTo>
                  <a:pt x="962580" y="508504"/>
                </a:lnTo>
                <a:lnTo>
                  <a:pt x="963732" y="509880"/>
                </a:lnTo>
                <a:lnTo>
                  <a:pt x="964889" y="511257"/>
                </a:lnTo>
                <a:lnTo>
                  <a:pt x="966047" y="512634"/>
                </a:lnTo>
                <a:lnTo>
                  <a:pt x="967198" y="514012"/>
                </a:lnTo>
                <a:lnTo>
                  <a:pt x="968356" y="515390"/>
                </a:lnTo>
                <a:lnTo>
                  <a:pt x="969513" y="516767"/>
                </a:lnTo>
                <a:lnTo>
                  <a:pt x="970665" y="518146"/>
                </a:lnTo>
                <a:lnTo>
                  <a:pt x="971822" y="519524"/>
                </a:lnTo>
                <a:lnTo>
                  <a:pt x="972980" y="520903"/>
                </a:lnTo>
                <a:lnTo>
                  <a:pt x="974131" y="522282"/>
                </a:lnTo>
                <a:lnTo>
                  <a:pt x="975289" y="523662"/>
                </a:lnTo>
                <a:lnTo>
                  <a:pt x="976446" y="525042"/>
                </a:lnTo>
                <a:lnTo>
                  <a:pt x="977604" y="526422"/>
                </a:lnTo>
                <a:lnTo>
                  <a:pt x="978755" y="527802"/>
                </a:lnTo>
                <a:lnTo>
                  <a:pt x="979913" y="529183"/>
                </a:lnTo>
                <a:lnTo>
                  <a:pt x="981070" y="530563"/>
                </a:lnTo>
                <a:lnTo>
                  <a:pt x="982222" y="531945"/>
                </a:lnTo>
                <a:lnTo>
                  <a:pt x="983379" y="533326"/>
                </a:lnTo>
                <a:lnTo>
                  <a:pt x="984537" y="534708"/>
                </a:lnTo>
                <a:lnTo>
                  <a:pt x="985689" y="536090"/>
                </a:lnTo>
                <a:lnTo>
                  <a:pt x="986846" y="537472"/>
                </a:lnTo>
                <a:lnTo>
                  <a:pt x="988004" y="538854"/>
                </a:lnTo>
                <a:lnTo>
                  <a:pt x="989155" y="540237"/>
                </a:lnTo>
                <a:lnTo>
                  <a:pt x="990313" y="541618"/>
                </a:lnTo>
                <a:lnTo>
                  <a:pt x="991470" y="543006"/>
                </a:lnTo>
                <a:lnTo>
                  <a:pt x="992622" y="544388"/>
                </a:lnTo>
                <a:lnTo>
                  <a:pt x="993779" y="545770"/>
                </a:lnTo>
                <a:lnTo>
                  <a:pt x="994937" y="547158"/>
                </a:lnTo>
                <a:lnTo>
                  <a:pt x="996088" y="548539"/>
                </a:lnTo>
                <a:lnTo>
                  <a:pt x="997246" y="549927"/>
                </a:lnTo>
                <a:lnTo>
                  <a:pt x="998403" y="551309"/>
                </a:lnTo>
                <a:lnTo>
                  <a:pt x="999555" y="552697"/>
                </a:lnTo>
                <a:lnTo>
                  <a:pt x="1000712" y="554079"/>
                </a:lnTo>
                <a:lnTo>
                  <a:pt x="1001870" y="555467"/>
                </a:lnTo>
                <a:lnTo>
                  <a:pt x="1003021" y="556849"/>
                </a:lnTo>
                <a:lnTo>
                  <a:pt x="1004179" y="558236"/>
                </a:lnTo>
                <a:lnTo>
                  <a:pt x="1005336" y="559624"/>
                </a:lnTo>
                <a:lnTo>
                  <a:pt x="1006488" y="561012"/>
                </a:lnTo>
                <a:lnTo>
                  <a:pt x="1007645" y="562400"/>
                </a:lnTo>
                <a:lnTo>
                  <a:pt x="1008803" y="563782"/>
                </a:lnTo>
                <a:lnTo>
                  <a:pt x="1009955" y="565170"/>
                </a:lnTo>
                <a:lnTo>
                  <a:pt x="1011112" y="566557"/>
                </a:lnTo>
                <a:lnTo>
                  <a:pt x="1012270" y="567945"/>
                </a:lnTo>
                <a:lnTo>
                  <a:pt x="1013421" y="569333"/>
                </a:lnTo>
                <a:lnTo>
                  <a:pt x="1014579" y="570727"/>
                </a:lnTo>
                <a:lnTo>
                  <a:pt x="1015736" y="572115"/>
                </a:lnTo>
                <a:lnTo>
                  <a:pt x="1016888" y="573502"/>
                </a:lnTo>
                <a:lnTo>
                  <a:pt x="1018045" y="574890"/>
                </a:lnTo>
                <a:lnTo>
                  <a:pt x="1019203" y="576278"/>
                </a:lnTo>
                <a:lnTo>
                  <a:pt x="1020354" y="577672"/>
                </a:lnTo>
                <a:lnTo>
                  <a:pt x="1021512" y="579060"/>
                </a:lnTo>
                <a:lnTo>
                  <a:pt x="1022669" y="580447"/>
                </a:lnTo>
                <a:lnTo>
                  <a:pt x="1023821" y="581841"/>
                </a:lnTo>
                <a:lnTo>
                  <a:pt x="1024978" y="583229"/>
                </a:lnTo>
                <a:lnTo>
                  <a:pt x="1026136" y="584623"/>
                </a:lnTo>
                <a:lnTo>
                  <a:pt x="1027288" y="586010"/>
                </a:lnTo>
                <a:lnTo>
                  <a:pt x="1028445" y="587404"/>
                </a:lnTo>
                <a:lnTo>
                  <a:pt x="1029602" y="588792"/>
                </a:lnTo>
                <a:lnTo>
                  <a:pt x="1030754" y="590186"/>
                </a:lnTo>
                <a:lnTo>
                  <a:pt x="1031912" y="591573"/>
                </a:lnTo>
                <a:lnTo>
                  <a:pt x="1033069" y="592967"/>
                </a:lnTo>
                <a:lnTo>
                  <a:pt x="1034221" y="594361"/>
                </a:lnTo>
                <a:lnTo>
                  <a:pt x="1035378" y="595755"/>
                </a:lnTo>
                <a:lnTo>
                  <a:pt x="1036536" y="597142"/>
                </a:lnTo>
                <a:lnTo>
                  <a:pt x="1037687" y="598536"/>
                </a:lnTo>
                <a:lnTo>
                  <a:pt x="1038845" y="599930"/>
                </a:lnTo>
                <a:lnTo>
                  <a:pt x="1040002" y="601324"/>
                </a:lnTo>
                <a:lnTo>
                  <a:pt x="1041154" y="602717"/>
                </a:lnTo>
                <a:lnTo>
                  <a:pt x="1042311" y="604111"/>
                </a:lnTo>
                <a:lnTo>
                  <a:pt x="1043469" y="605505"/>
                </a:lnTo>
                <a:lnTo>
                  <a:pt x="1044620" y="606898"/>
                </a:lnTo>
                <a:lnTo>
                  <a:pt x="1045778" y="608292"/>
                </a:lnTo>
                <a:lnTo>
                  <a:pt x="1046935" y="609686"/>
                </a:lnTo>
                <a:lnTo>
                  <a:pt x="1048087" y="611080"/>
                </a:lnTo>
                <a:lnTo>
                  <a:pt x="1049244" y="612479"/>
                </a:lnTo>
                <a:lnTo>
                  <a:pt x="1050402" y="613873"/>
                </a:lnTo>
                <a:lnTo>
                  <a:pt x="1051559" y="615267"/>
                </a:lnTo>
                <a:lnTo>
                  <a:pt x="1052711" y="616660"/>
                </a:lnTo>
                <a:lnTo>
                  <a:pt x="1053868" y="618060"/>
                </a:lnTo>
                <a:lnTo>
                  <a:pt x="1055026" y="619454"/>
                </a:lnTo>
                <a:lnTo>
                  <a:pt x="1056178" y="620847"/>
                </a:lnTo>
                <a:lnTo>
                  <a:pt x="1057335" y="622247"/>
                </a:lnTo>
                <a:lnTo>
                  <a:pt x="1058493" y="623641"/>
                </a:lnTo>
                <a:lnTo>
                  <a:pt x="1059644" y="625040"/>
                </a:lnTo>
                <a:lnTo>
                  <a:pt x="1060802" y="626434"/>
                </a:lnTo>
                <a:lnTo>
                  <a:pt x="1061959" y="627834"/>
                </a:lnTo>
                <a:lnTo>
                  <a:pt x="1063111" y="629227"/>
                </a:lnTo>
                <a:lnTo>
                  <a:pt x="1064268" y="630627"/>
                </a:lnTo>
                <a:lnTo>
                  <a:pt x="1065426" y="632021"/>
                </a:lnTo>
                <a:lnTo>
                  <a:pt x="1066577" y="633420"/>
                </a:lnTo>
                <a:lnTo>
                  <a:pt x="1067735" y="634820"/>
                </a:lnTo>
                <a:lnTo>
                  <a:pt x="1068892" y="636214"/>
                </a:lnTo>
                <a:lnTo>
                  <a:pt x="1070044" y="637613"/>
                </a:lnTo>
                <a:lnTo>
                  <a:pt x="1071201" y="639013"/>
                </a:lnTo>
                <a:lnTo>
                  <a:pt x="1072359" y="640413"/>
                </a:lnTo>
                <a:lnTo>
                  <a:pt x="1073510" y="641812"/>
                </a:lnTo>
                <a:lnTo>
                  <a:pt x="1074668" y="643212"/>
                </a:lnTo>
                <a:lnTo>
                  <a:pt x="1075826" y="644606"/>
                </a:lnTo>
                <a:lnTo>
                  <a:pt x="1076977" y="646005"/>
                </a:lnTo>
                <a:lnTo>
                  <a:pt x="1078135" y="647405"/>
                </a:lnTo>
                <a:lnTo>
                  <a:pt x="1079292" y="648804"/>
                </a:lnTo>
                <a:lnTo>
                  <a:pt x="1080444" y="650204"/>
                </a:lnTo>
                <a:lnTo>
                  <a:pt x="1081601" y="651604"/>
                </a:lnTo>
                <a:lnTo>
                  <a:pt x="1082759" y="653003"/>
                </a:lnTo>
                <a:lnTo>
                  <a:pt x="1083910" y="654403"/>
                </a:lnTo>
                <a:lnTo>
                  <a:pt x="1085068" y="655808"/>
                </a:lnTo>
                <a:lnTo>
                  <a:pt x="1086225" y="657208"/>
                </a:lnTo>
                <a:lnTo>
                  <a:pt x="1087377" y="658608"/>
                </a:lnTo>
                <a:lnTo>
                  <a:pt x="1088534" y="660007"/>
                </a:lnTo>
                <a:lnTo>
                  <a:pt x="1089692" y="661407"/>
                </a:lnTo>
                <a:lnTo>
                  <a:pt x="1090843" y="662812"/>
                </a:lnTo>
                <a:lnTo>
                  <a:pt x="1092001" y="664212"/>
                </a:lnTo>
                <a:lnTo>
                  <a:pt x="1093158" y="665612"/>
                </a:lnTo>
                <a:lnTo>
                  <a:pt x="1094310" y="667017"/>
                </a:lnTo>
                <a:lnTo>
                  <a:pt x="1095467" y="668417"/>
                </a:lnTo>
                <a:lnTo>
                  <a:pt x="1096625" y="669817"/>
                </a:lnTo>
                <a:lnTo>
                  <a:pt x="1097777" y="671222"/>
                </a:lnTo>
                <a:lnTo>
                  <a:pt x="1098934" y="672622"/>
                </a:lnTo>
                <a:lnTo>
                  <a:pt x="1100091" y="674027"/>
                </a:lnTo>
                <a:lnTo>
                  <a:pt x="1101243" y="675427"/>
                </a:lnTo>
                <a:lnTo>
                  <a:pt x="1102401" y="676832"/>
                </a:lnTo>
                <a:lnTo>
                  <a:pt x="1103558" y="678232"/>
                </a:lnTo>
                <a:lnTo>
                  <a:pt x="1104710" y="679638"/>
                </a:lnTo>
                <a:lnTo>
                  <a:pt x="1105867" y="681043"/>
                </a:lnTo>
                <a:lnTo>
                  <a:pt x="1107025" y="682443"/>
                </a:lnTo>
                <a:lnTo>
                  <a:pt x="1108176" y="683848"/>
                </a:lnTo>
                <a:lnTo>
                  <a:pt x="1109334" y="685248"/>
                </a:lnTo>
                <a:lnTo>
                  <a:pt x="1110491" y="686653"/>
                </a:lnTo>
                <a:lnTo>
                  <a:pt x="1111643" y="688059"/>
                </a:lnTo>
                <a:lnTo>
                  <a:pt x="1112800" y="689464"/>
                </a:lnTo>
                <a:lnTo>
                  <a:pt x="1113958" y="690864"/>
                </a:lnTo>
                <a:lnTo>
                  <a:pt x="1115109" y="692269"/>
                </a:lnTo>
                <a:lnTo>
                  <a:pt x="1116267" y="693675"/>
                </a:lnTo>
                <a:lnTo>
                  <a:pt x="1117424" y="695081"/>
                </a:lnTo>
                <a:lnTo>
                  <a:pt x="1118576" y="696486"/>
                </a:lnTo>
                <a:lnTo>
                  <a:pt x="1119733" y="697892"/>
                </a:lnTo>
                <a:lnTo>
                  <a:pt x="1120891" y="699297"/>
                </a:lnTo>
                <a:lnTo>
                  <a:pt x="1122043" y="700703"/>
                </a:lnTo>
                <a:lnTo>
                  <a:pt x="1123200" y="702108"/>
                </a:lnTo>
                <a:lnTo>
                  <a:pt x="1124358" y="703514"/>
                </a:lnTo>
                <a:lnTo>
                  <a:pt x="1125515" y="704919"/>
                </a:lnTo>
                <a:lnTo>
                  <a:pt x="1126667" y="706325"/>
                </a:lnTo>
                <a:lnTo>
                  <a:pt x="1127824" y="707730"/>
                </a:lnTo>
                <a:lnTo>
                  <a:pt x="1128982" y="709136"/>
                </a:lnTo>
                <a:lnTo>
                  <a:pt x="1130133" y="710541"/>
                </a:lnTo>
                <a:lnTo>
                  <a:pt x="1131291" y="711947"/>
                </a:lnTo>
                <a:lnTo>
                  <a:pt x="1132448" y="713352"/>
                </a:lnTo>
                <a:lnTo>
                  <a:pt x="1133600" y="714758"/>
                </a:lnTo>
                <a:lnTo>
                  <a:pt x="1134757" y="716169"/>
                </a:lnTo>
                <a:lnTo>
                  <a:pt x="1135915" y="717575"/>
                </a:lnTo>
                <a:lnTo>
                  <a:pt x="1137066" y="718980"/>
                </a:lnTo>
                <a:lnTo>
                  <a:pt x="1138224" y="720386"/>
                </a:lnTo>
                <a:lnTo>
                  <a:pt x="1139381" y="721797"/>
                </a:lnTo>
                <a:lnTo>
                  <a:pt x="1140533" y="723203"/>
                </a:lnTo>
                <a:lnTo>
                  <a:pt x="1141691" y="724608"/>
                </a:lnTo>
                <a:lnTo>
                  <a:pt x="1142848" y="726020"/>
                </a:lnTo>
                <a:lnTo>
                  <a:pt x="1144000" y="727425"/>
                </a:lnTo>
                <a:lnTo>
                  <a:pt x="1145157" y="728831"/>
                </a:lnTo>
                <a:lnTo>
                  <a:pt x="1146314" y="730242"/>
                </a:lnTo>
                <a:lnTo>
                  <a:pt x="1147466" y="731648"/>
                </a:lnTo>
                <a:lnTo>
                  <a:pt x="1148624" y="733059"/>
                </a:lnTo>
                <a:lnTo>
                  <a:pt x="1149781" y="734465"/>
                </a:lnTo>
                <a:lnTo>
                  <a:pt x="1150933" y="735876"/>
                </a:lnTo>
                <a:lnTo>
                  <a:pt x="1152090" y="737282"/>
                </a:lnTo>
                <a:lnTo>
                  <a:pt x="1153248" y="738693"/>
                </a:lnTo>
                <a:lnTo>
                  <a:pt x="115439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9668845-B411-D83A-B864-184E9372D5D9}"/>
              </a:ext>
            </a:extLst>
          </p:cNvPr>
          <p:cNvGrpSpPr/>
          <p:nvPr/>
        </p:nvGrpSpPr>
        <p:grpSpPr>
          <a:xfrm>
            <a:off x="5940652" y="4078118"/>
            <a:ext cx="1417339" cy="944893"/>
            <a:chOff x="5940652" y="4078118"/>
            <a:chExt cx="1417339" cy="944893"/>
          </a:xfrm>
        </p:grpSpPr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2BDDD36E-89C7-F38D-E262-06AD79A06DB5}"/>
                </a:ext>
              </a:extLst>
            </p:cNvPr>
            <p:cNvSpPr/>
            <p:nvPr/>
          </p:nvSpPr>
          <p:spPr>
            <a:xfrm>
              <a:off x="5940652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7339FB50-B4FE-8461-97A5-1A342ACCABDC}"/>
                </a:ext>
              </a:extLst>
            </p:cNvPr>
            <p:cNvSpPr/>
            <p:nvPr/>
          </p:nvSpPr>
          <p:spPr>
            <a:xfrm>
              <a:off x="6144750" y="4106018"/>
              <a:ext cx="1185343" cy="784506"/>
            </a:xfrm>
            <a:custGeom>
              <a:avLst/>
              <a:gdLst>
                <a:gd name="connsiteX0" fmla="*/ 0 w 1185343"/>
                <a:gd name="connsiteY0" fmla="*/ 784507 h 784506"/>
                <a:gd name="connsiteX1" fmla="*/ 1185343 w 1185343"/>
                <a:gd name="connsiteY1" fmla="*/ 784507 h 784506"/>
                <a:gd name="connsiteX2" fmla="*/ 1185343 w 1185343"/>
                <a:gd name="connsiteY2" fmla="*/ 0 h 784506"/>
                <a:gd name="connsiteX3" fmla="*/ 0 w 1185343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5343" h="784506">
                  <a:moveTo>
                    <a:pt x="0" y="784507"/>
                  </a:moveTo>
                  <a:lnTo>
                    <a:pt x="1185343" y="784507"/>
                  </a:lnTo>
                  <a:lnTo>
                    <a:pt x="11853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939B15B4-984F-1BD0-3CE5-28464179618D}"/>
                </a:ext>
              </a:extLst>
            </p:cNvPr>
            <p:cNvSpPr/>
            <p:nvPr/>
          </p:nvSpPr>
          <p:spPr>
            <a:xfrm>
              <a:off x="6271485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9C705C54-CE91-7A6F-BA10-7CC5D177F20D}"/>
                </a:ext>
              </a:extLst>
            </p:cNvPr>
            <p:cNvSpPr/>
            <p:nvPr/>
          </p:nvSpPr>
          <p:spPr>
            <a:xfrm>
              <a:off x="6504453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1C71D793-3BC3-BA07-F7DE-DBDCB3F2B8B6}"/>
                </a:ext>
              </a:extLst>
            </p:cNvPr>
            <p:cNvSpPr/>
            <p:nvPr/>
          </p:nvSpPr>
          <p:spPr>
            <a:xfrm>
              <a:off x="6737421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3CA5B0B5-8D65-57AF-49C4-31D230CBE926}"/>
                </a:ext>
              </a:extLst>
            </p:cNvPr>
            <p:cNvSpPr/>
            <p:nvPr/>
          </p:nvSpPr>
          <p:spPr>
            <a:xfrm>
              <a:off x="697039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27DD3051-3CC5-9DAF-67BA-B625BAED5DF9}"/>
                </a:ext>
              </a:extLst>
            </p:cNvPr>
            <p:cNvSpPr/>
            <p:nvPr/>
          </p:nvSpPr>
          <p:spPr>
            <a:xfrm>
              <a:off x="7203354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C3EED644-BA6C-D9D4-D954-CE391F5300D5}"/>
                </a:ext>
              </a:extLst>
            </p:cNvPr>
            <p:cNvSpPr/>
            <p:nvPr/>
          </p:nvSpPr>
          <p:spPr>
            <a:xfrm>
              <a:off x="6144750" y="4868320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DBB2B4CD-A9F8-E184-66A8-F65B054DF04D}"/>
                </a:ext>
              </a:extLst>
            </p:cNvPr>
            <p:cNvSpPr/>
            <p:nvPr/>
          </p:nvSpPr>
          <p:spPr>
            <a:xfrm>
              <a:off x="6144750" y="4678751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18A3F6B-671B-9237-590B-52E59AB95F2A}"/>
                </a:ext>
              </a:extLst>
            </p:cNvPr>
            <p:cNvSpPr/>
            <p:nvPr/>
          </p:nvSpPr>
          <p:spPr>
            <a:xfrm>
              <a:off x="6144750" y="4489175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A59BF259-2A85-5C21-3773-330F3044F7D1}"/>
                </a:ext>
              </a:extLst>
            </p:cNvPr>
            <p:cNvSpPr/>
            <p:nvPr/>
          </p:nvSpPr>
          <p:spPr>
            <a:xfrm>
              <a:off x="6144750" y="4299603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E0EAEDAB-AAA0-56D6-5FA2-CC0F078483E2}"/>
                </a:ext>
              </a:extLst>
            </p:cNvPr>
            <p:cNvSpPr/>
            <p:nvPr/>
          </p:nvSpPr>
          <p:spPr>
            <a:xfrm>
              <a:off x="6144750" y="4110030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444A2B6D-D6DE-9055-7D04-86DD879788E0}"/>
                </a:ext>
              </a:extLst>
            </p:cNvPr>
            <p:cNvSpPr/>
            <p:nvPr/>
          </p:nvSpPr>
          <p:spPr>
            <a:xfrm>
              <a:off x="6144750" y="4890525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3FA7297E-C764-CA57-7EE0-FAE2C940B817}"/>
                </a:ext>
              </a:extLst>
            </p:cNvPr>
            <p:cNvSpPr/>
            <p:nvPr/>
          </p:nvSpPr>
          <p:spPr>
            <a:xfrm>
              <a:off x="6271485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C5635D3E-FD80-F9F1-3180-2907A822F667}"/>
                </a:ext>
              </a:extLst>
            </p:cNvPr>
            <p:cNvSpPr/>
            <p:nvPr/>
          </p:nvSpPr>
          <p:spPr>
            <a:xfrm>
              <a:off x="6504453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29AE1F29-BCFC-60D4-9C3E-6B7A760EC0BB}"/>
                </a:ext>
              </a:extLst>
            </p:cNvPr>
            <p:cNvSpPr/>
            <p:nvPr/>
          </p:nvSpPr>
          <p:spPr>
            <a:xfrm>
              <a:off x="6737421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BF4C508A-44B1-3FBB-F256-D292E63D39A9}"/>
                </a:ext>
              </a:extLst>
            </p:cNvPr>
            <p:cNvSpPr/>
            <p:nvPr/>
          </p:nvSpPr>
          <p:spPr>
            <a:xfrm>
              <a:off x="6970390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14ADB29F-78FB-E2AC-5606-F7BDFFEA23AD}"/>
                </a:ext>
              </a:extLst>
            </p:cNvPr>
            <p:cNvSpPr/>
            <p:nvPr/>
          </p:nvSpPr>
          <p:spPr>
            <a:xfrm>
              <a:off x="7203354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40160D3E-2867-46EA-B580-BFA89E358601}"/>
                </a:ext>
              </a:extLst>
            </p:cNvPr>
            <p:cNvSpPr/>
            <p:nvPr/>
          </p:nvSpPr>
          <p:spPr>
            <a:xfrm>
              <a:off x="6216223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E08931ED-AB42-6822-B8CF-13E82D8826CE}"/>
                </a:ext>
              </a:extLst>
            </p:cNvPr>
            <p:cNvSpPr/>
            <p:nvPr/>
          </p:nvSpPr>
          <p:spPr>
            <a:xfrm>
              <a:off x="6255863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0299EFB2-B6AC-DD4C-4D85-188C932776D4}"/>
                </a:ext>
              </a:extLst>
            </p:cNvPr>
            <p:cNvSpPr/>
            <p:nvPr/>
          </p:nvSpPr>
          <p:spPr>
            <a:xfrm>
              <a:off x="6288495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75880FF5-8DCB-CECE-A069-1CC89B936C12}"/>
                </a:ext>
              </a:extLst>
            </p:cNvPr>
            <p:cNvSpPr/>
            <p:nvPr/>
          </p:nvSpPr>
          <p:spPr>
            <a:xfrm>
              <a:off x="6302058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9BEF3B68-D437-9E72-0620-9FF13415DC51}"/>
                </a:ext>
              </a:extLst>
            </p:cNvPr>
            <p:cNvSpPr/>
            <p:nvPr/>
          </p:nvSpPr>
          <p:spPr>
            <a:xfrm>
              <a:off x="6449705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5975426B-C88D-2074-D21A-CE9946B8E385}"/>
                </a:ext>
              </a:extLst>
            </p:cNvPr>
            <p:cNvSpPr/>
            <p:nvPr/>
          </p:nvSpPr>
          <p:spPr>
            <a:xfrm>
              <a:off x="6489154" y="4910149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0C65E1CD-EC8D-3603-6274-A18CC3D6B693}"/>
                </a:ext>
              </a:extLst>
            </p:cNvPr>
            <p:cNvSpPr/>
            <p:nvPr/>
          </p:nvSpPr>
          <p:spPr>
            <a:xfrm>
              <a:off x="6521976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04D9D6C8-02E0-97F3-9645-586FC7FF973F}"/>
                </a:ext>
              </a:extLst>
            </p:cNvPr>
            <p:cNvSpPr/>
            <p:nvPr/>
          </p:nvSpPr>
          <p:spPr>
            <a:xfrm>
              <a:off x="6536094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2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5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2" y="26746"/>
                    <a:pt x="18272" y="24260"/>
                  </a:cubicBezTo>
                  <a:cubicBezTo>
                    <a:pt x="18272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4905C7C1-E6D6-B778-41D8-706B1D6BE5E3}"/>
                </a:ext>
              </a:extLst>
            </p:cNvPr>
            <p:cNvSpPr/>
            <p:nvPr/>
          </p:nvSpPr>
          <p:spPr>
            <a:xfrm>
              <a:off x="6701704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54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60 w 24691"/>
                <a:gd name="connsiteY14" fmla="*/ 32315 h 37051"/>
                <a:gd name="connsiteX15" fmla="*/ 0 w 24691"/>
                <a:gd name="connsiteY15" fmla="*/ 18538 h 37051"/>
                <a:gd name="connsiteX16" fmla="*/ 3160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3293B1ED-AF4A-AF02-FB4D-954A10DCF45B}"/>
                </a:ext>
              </a:extLst>
            </p:cNvPr>
            <p:cNvSpPr/>
            <p:nvPr/>
          </p:nvSpPr>
          <p:spPr>
            <a:xfrm>
              <a:off x="6734888" y="4940433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F5F3C121-080C-986C-2F1C-0F8FE03C8F9E}"/>
                </a:ext>
              </a:extLst>
            </p:cNvPr>
            <p:cNvSpPr/>
            <p:nvPr/>
          </p:nvSpPr>
          <p:spPr>
            <a:xfrm>
              <a:off x="6748447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349F5211-2BB9-BAFF-E33D-0458B1946040}"/>
                </a:ext>
              </a:extLst>
            </p:cNvPr>
            <p:cNvSpPr/>
            <p:nvPr/>
          </p:nvSpPr>
          <p:spPr>
            <a:xfrm>
              <a:off x="6935364" y="4910149"/>
              <a:ext cx="22677" cy="36360"/>
            </a:xfrm>
            <a:custGeom>
              <a:avLst/>
              <a:gdLst>
                <a:gd name="connsiteX0" fmla="*/ 5817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701 w 22677"/>
                <a:gd name="connsiteY7" fmla="*/ 14067 h 36360"/>
                <a:gd name="connsiteX8" fmla="*/ 17634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42 w 22677"/>
                <a:gd name="connsiteY12" fmla="*/ 7246 h 36360"/>
                <a:gd name="connsiteX13" fmla="*/ 242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8 w 22677"/>
                <a:gd name="connsiteY20" fmla="*/ 23038 h 36360"/>
                <a:gd name="connsiteX21" fmla="*/ 5817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7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C51A9F68-4F54-8A75-B366-E34F435D78A4}"/>
                </a:ext>
              </a:extLst>
            </p:cNvPr>
            <p:cNvSpPr/>
            <p:nvPr/>
          </p:nvSpPr>
          <p:spPr>
            <a:xfrm>
              <a:off x="6968188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D5FE4D52-CAB3-70F9-39F0-74CAEFD22174}"/>
                </a:ext>
              </a:extLst>
            </p:cNvPr>
            <p:cNvSpPr/>
            <p:nvPr/>
          </p:nvSpPr>
          <p:spPr>
            <a:xfrm>
              <a:off x="6982302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51407818-2763-7640-991E-669A767FE0E5}"/>
                </a:ext>
              </a:extLst>
            </p:cNvPr>
            <p:cNvSpPr/>
            <p:nvPr/>
          </p:nvSpPr>
          <p:spPr>
            <a:xfrm>
              <a:off x="7167914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7A4D0B5B-A482-BF2C-1B1A-1FA3DFA4544C}"/>
                </a:ext>
              </a:extLst>
            </p:cNvPr>
            <p:cNvSpPr/>
            <p:nvPr/>
          </p:nvSpPr>
          <p:spPr>
            <a:xfrm>
              <a:off x="7200543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EAA16FAA-2463-E9B3-6755-64B47F2EC274}"/>
                </a:ext>
              </a:extLst>
            </p:cNvPr>
            <p:cNvSpPr/>
            <p:nvPr/>
          </p:nvSpPr>
          <p:spPr>
            <a:xfrm>
              <a:off x="7214108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2" y="33225"/>
                    <a:pt x="16725" y="32008"/>
                    <a:pt x="17971" y="29569"/>
                  </a:cubicBezTo>
                  <a:cubicBezTo>
                    <a:pt x="19228" y="27113"/>
                    <a:pt x="19860" y="23433"/>
                    <a:pt x="19860" y="18538"/>
                  </a:cubicBezTo>
                  <a:cubicBezTo>
                    <a:pt x="19860" y="13624"/>
                    <a:pt x="19228" y="9951"/>
                    <a:pt x="17971" y="7512"/>
                  </a:cubicBezTo>
                  <a:cubicBezTo>
                    <a:pt x="16725" y="5055"/>
                    <a:pt x="14852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E986A5C4-6BE1-F95F-07F8-BB69E88ED79D}"/>
                </a:ext>
              </a:extLst>
            </p:cNvPr>
            <p:cNvSpPr/>
            <p:nvPr/>
          </p:nvSpPr>
          <p:spPr>
            <a:xfrm>
              <a:off x="6724381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1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16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2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58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2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8 w 24012"/>
                <a:gd name="connsiteY43" fmla="*/ 3815 h 25671"/>
                <a:gd name="connsiteX44" fmla="*/ 9295 w 24012"/>
                <a:gd name="connsiteY44" fmla="*/ 3980 h 25671"/>
                <a:gd name="connsiteX45" fmla="*/ 8073 w 24012"/>
                <a:gd name="connsiteY45" fmla="*/ 4400 h 25671"/>
                <a:gd name="connsiteX46" fmla="*/ 6939 w 24012"/>
                <a:gd name="connsiteY46" fmla="*/ 5197 h 25671"/>
                <a:gd name="connsiteX47" fmla="*/ 6053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3 w 24012"/>
                <a:gd name="connsiteY54" fmla="*/ 2793 h 25671"/>
                <a:gd name="connsiteX55" fmla="*/ 8658 w 24012"/>
                <a:gd name="connsiteY55" fmla="*/ 827 h 25671"/>
                <a:gd name="connsiteX56" fmla="*/ 11504 w 24012"/>
                <a:gd name="connsiteY56" fmla="*/ 0 h 25671"/>
                <a:gd name="connsiteX57" fmla="*/ 13140 w 24012"/>
                <a:gd name="connsiteY57" fmla="*/ 384 h 25671"/>
                <a:gd name="connsiteX58" fmla="*/ 14297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2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74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1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595" y="20168"/>
                    <a:pt x="8912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47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16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2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7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07" y="21414"/>
                    <a:pt x="3106" y="22583"/>
                    <a:pt x="1577" y="24927"/>
                  </a:cubicBezTo>
                  <a:cubicBezTo>
                    <a:pt x="1406" y="25258"/>
                    <a:pt x="1270" y="25459"/>
                    <a:pt x="1158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28" y="23238"/>
                    <a:pt x="1713" y="22323"/>
                    <a:pt x="2652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8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3" y="4400"/>
                  </a:cubicBezTo>
                  <a:cubicBezTo>
                    <a:pt x="7707" y="4565"/>
                    <a:pt x="7329" y="4831"/>
                    <a:pt x="6939" y="5197"/>
                  </a:cubicBezTo>
                  <a:cubicBezTo>
                    <a:pt x="6555" y="5551"/>
                    <a:pt x="6260" y="5965"/>
                    <a:pt x="6053" y="6443"/>
                  </a:cubicBezTo>
                  <a:cubicBezTo>
                    <a:pt x="6000" y="6591"/>
                    <a:pt x="5953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14" y="7081"/>
                    <a:pt x="4937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3" y="2793"/>
                  </a:cubicBezTo>
                  <a:cubicBezTo>
                    <a:pt x="7022" y="2037"/>
                    <a:pt x="7754" y="1382"/>
                    <a:pt x="8658" y="827"/>
                  </a:cubicBezTo>
                  <a:cubicBezTo>
                    <a:pt x="9561" y="278"/>
                    <a:pt x="10506" y="0"/>
                    <a:pt x="11504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297" y="1187"/>
                  </a:cubicBezTo>
                  <a:cubicBezTo>
                    <a:pt x="14575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2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89BD7A80-231E-FB27-7299-9582E4503809}"/>
                </a:ext>
              </a:extLst>
            </p:cNvPr>
            <p:cNvSpPr/>
            <p:nvPr/>
          </p:nvSpPr>
          <p:spPr>
            <a:xfrm>
              <a:off x="614475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95F4CF88-8404-91AC-F8CF-2BBEB1DFED08}"/>
                </a:ext>
              </a:extLst>
            </p:cNvPr>
            <p:cNvSpPr/>
            <p:nvPr/>
          </p:nvSpPr>
          <p:spPr>
            <a:xfrm>
              <a:off x="6144750" y="486832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89AB6810-ADA0-CE87-818F-7A9585A15019}"/>
                </a:ext>
              </a:extLst>
            </p:cNvPr>
            <p:cNvSpPr/>
            <p:nvPr/>
          </p:nvSpPr>
          <p:spPr>
            <a:xfrm>
              <a:off x="6144750" y="467875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A122D640-707E-AA4E-BA62-6AC515B7BBD8}"/>
                </a:ext>
              </a:extLst>
            </p:cNvPr>
            <p:cNvSpPr/>
            <p:nvPr/>
          </p:nvSpPr>
          <p:spPr>
            <a:xfrm>
              <a:off x="6144750" y="448917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5554B0ED-3C23-83E8-B83E-F23EE1409513}"/>
                </a:ext>
              </a:extLst>
            </p:cNvPr>
            <p:cNvSpPr/>
            <p:nvPr/>
          </p:nvSpPr>
          <p:spPr>
            <a:xfrm>
              <a:off x="6144750" y="429960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F091627A-3EC8-4C7E-2C22-0338A18EE62D}"/>
                </a:ext>
              </a:extLst>
            </p:cNvPr>
            <p:cNvSpPr/>
            <p:nvPr/>
          </p:nvSpPr>
          <p:spPr>
            <a:xfrm>
              <a:off x="6144750" y="411003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3EF853E4-B47E-4CD6-470C-B13432E16F69}"/>
                </a:ext>
              </a:extLst>
            </p:cNvPr>
            <p:cNvSpPr/>
            <p:nvPr/>
          </p:nvSpPr>
          <p:spPr>
            <a:xfrm>
              <a:off x="6020885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AD472E69-C4AE-F835-4553-E4CF746C4703}"/>
                </a:ext>
              </a:extLst>
            </p:cNvPr>
            <p:cNvSpPr/>
            <p:nvPr/>
          </p:nvSpPr>
          <p:spPr>
            <a:xfrm>
              <a:off x="6054066" y="488010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50A7663A-67C3-9DDC-DBD1-482E37C83EEE}"/>
                </a:ext>
              </a:extLst>
            </p:cNvPr>
            <p:cNvSpPr/>
            <p:nvPr/>
          </p:nvSpPr>
          <p:spPr>
            <a:xfrm>
              <a:off x="6067630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C2D248E5-BE59-DB79-F419-68491954D77D}"/>
                </a:ext>
              </a:extLst>
            </p:cNvPr>
            <p:cNvSpPr/>
            <p:nvPr/>
          </p:nvSpPr>
          <p:spPr>
            <a:xfrm>
              <a:off x="6098802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D9E1CD9-3B30-AEFF-7B9E-AB555A077B75}"/>
                </a:ext>
              </a:extLst>
            </p:cNvPr>
            <p:cNvSpPr/>
            <p:nvPr/>
          </p:nvSpPr>
          <p:spPr>
            <a:xfrm>
              <a:off x="6021914" y="4660244"/>
              <a:ext cx="24688" cy="37055"/>
            </a:xfrm>
            <a:custGeom>
              <a:avLst/>
              <a:gdLst>
                <a:gd name="connsiteX0" fmla="*/ 12344 w 24688"/>
                <a:gd name="connsiteY0" fmla="*/ 3827 h 37055"/>
                <a:gd name="connsiteX1" fmla="*/ 6722 w 24688"/>
                <a:gd name="connsiteY1" fmla="*/ 7512 h 37055"/>
                <a:gd name="connsiteX2" fmla="*/ 4856 w 24688"/>
                <a:gd name="connsiteY2" fmla="*/ 18542 h 37055"/>
                <a:gd name="connsiteX3" fmla="*/ 6722 w 24688"/>
                <a:gd name="connsiteY3" fmla="*/ 29567 h 37055"/>
                <a:gd name="connsiteX4" fmla="*/ 12344 w 24688"/>
                <a:gd name="connsiteY4" fmla="*/ 33229 h 37055"/>
                <a:gd name="connsiteX5" fmla="*/ 17966 w 24688"/>
                <a:gd name="connsiteY5" fmla="*/ 29567 h 37055"/>
                <a:gd name="connsiteX6" fmla="*/ 19856 w 24688"/>
                <a:gd name="connsiteY6" fmla="*/ 18542 h 37055"/>
                <a:gd name="connsiteX7" fmla="*/ 17966 w 24688"/>
                <a:gd name="connsiteY7" fmla="*/ 7512 h 37055"/>
                <a:gd name="connsiteX8" fmla="*/ 12344 w 24688"/>
                <a:gd name="connsiteY8" fmla="*/ 3827 h 37055"/>
                <a:gd name="connsiteX9" fmla="*/ 12344 w 24688"/>
                <a:gd name="connsiteY9" fmla="*/ 0 h 37055"/>
                <a:gd name="connsiteX10" fmla="*/ 21507 w 24688"/>
                <a:gd name="connsiteY10" fmla="*/ 4760 h 37055"/>
                <a:gd name="connsiteX11" fmla="*/ 24688 w 24688"/>
                <a:gd name="connsiteY11" fmla="*/ 18542 h 37055"/>
                <a:gd name="connsiteX12" fmla="*/ 21507 w 24688"/>
                <a:gd name="connsiteY12" fmla="*/ 32319 h 37055"/>
                <a:gd name="connsiteX13" fmla="*/ 12344 w 24688"/>
                <a:gd name="connsiteY13" fmla="*/ 37056 h 37055"/>
                <a:gd name="connsiteX14" fmla="*/ 3158 w 24688"/>
                <a:gd name="connsiteY14" fmla="*/ 32319 h 37055"/>
                <a:gd name="connsiteX15" fmla="*/ 0 w 24688"/>
                <a:gd name="connsiteY15" fmla="*/ 18542 h 37055"/>
                <a:gd name="connsiteX16" fmla="*/ 3158 w 24688"/>
                <a:gd name="connsiteY16" fmla="*/ 4760 h 37055"/>
                <a:gd name="connsiteX17" fmla="*/ 12344 w 24688"/>
                <a:gd name="connsiteY17" fmla="*/ 0 h 3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5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49"/>
                    <a:pt x="4856" y="13628"/>
                    <a:pt x="4856" y="18542"/>
                  </a:cubicBezTo>
                  <a:cubicBezTo>
                    <a:pt x="4856" y="23437"/>
                    <a:pt x="5478" y="27111"/>
                    <a:pt x="6722" y="29567"/>
                  </a:cubicBezTo>
                  <a:cubicBezTo>
                    <a:pt x="7982" y="32006"/>
                    <a:pt x="9856" y="33229"/>
                    <a:pt x="12344" y="33229"/>
                  </a:cubicBezTo>
                  <a:cubicBezTo>
                    <a:pt x="14848" y="33229"/>
                    <a:pt x="16722" y="32006"/>
                    <a:pt x="17966" y="29567"/>
                  </a:cubicBezTo>
                  <a:cubicBezTo>
                    <a:pt x="19226" y="27111"/>
                    <a:pt x="19856" y="23437"/>
                    <a:pt x="19856" y="18542"/>
                  </a:cubicBezTo>
                  <a:cubicBezTo>
                    <a:pt x="19856" y="13628"/>
                    <a:pt x="19226" y="9949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21"/>
                    <a:pt x="24688" y="12512"/>
                    <a:pt x="24688" y="18542"/>
                  </a:cubicBezTo>
                  <a:cubicBezTo>
                    <a:pt x="24688" y="24554"/>
                    <a:pt x="23628" y="29148"/>
                    <a:pt x="21507" y="32319"/>
                  </a:cubicBezTo>
                  <a:cubicBezTo>
                    <a:pt x="19402" y="35479"/>
                    <a:pt x="16347" y="37056"/>
                    <a:pt x="12344" y="37056"/>
                  </a:cubicBezTo>
                  <a:cubicBezTo>
                    <a:pt x="8341" y="37056"/>
                    <a:pt x="5279" y="35479"/>
                    <a:pt x="3158" y="32319"/>
                  </a:cubicBezTo>
                  <a:cubicBezTo>
                    <a:pt x="1052" y="29148"/>
                    <a:pt x="0" y="24554"/>
                    <a:pt x="0" y="18542"/>
                  </a:cubicBezTo>
                  <a:cubicBezTo>
                    <a:pt x="0" y="12512"/>
                    <a:pt x="1052" y="7921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6751429A-2E7D-C7A8-9CD9-B1FB54EB3DDA}"/>
                </a:ext>
              </a:extLst>
            </p:cNvPr>
            <p:cNvSpPr/>
            <p:nvPr/>
          </p:nvSpPr>
          <p:spPr>
            <a:xfrm>
              <a:off x="6055095" y="4690532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884B8CFE-2D9A-4CE0-8A04-074B9E1C0E89}"/>
                </a:ext>
              </a:extLst>
            </p:cNvPr>
            <p:cNvSpPr/>
            <p:nvPr/>
          </p:nvSpPr>
          <p:spPr>
            <a:xfrm>
              <a:off x="6069018" y="4660244"/>
              <a:ext cx="22679" cy="36364"/>
            </a:xfrm>
            <a:custGeom>
              <a:avLst/>
              <a:gdLst>
                <a:gd name="connsiteX0" fmla="*/ 5813 w 22679"/>
                <a:gd name="connsiteY0" fmla="*/ 32296 h 36364"/>
                <a:gd name="connsiteX1" fmla="*/ 22679 w 22679"/>
                <a:gd name="connsiteY1" fmla="*/ 32296 h 36364"/>
                <a:gd name="connsiteX2" fmla="*/ 22679 w 22679"/>
                <a:gd name="connsiteY2" fmla="*/ 36365 h 36364"/>
                <a:gd name="connsiteX3" fmla="*/ 0 w 22679"/>
                <a:gd name="connsiteY3" fmla="*/ 36365 h 36364"/>
                <a:gd name="connsiteX4" fmla="*/ 0 w 22679"/>
                <a:gd name="connsiteY4" fmla="*/ 32296 h 36364"/>
                <a:gd name="connsiteX5" fmla="*/ 7488 w 22679"/>
                <a:gd name="connsiteY5" fmla="*/ 24666 h 36364"/>
                <a:gd name="connsiteX6" fmla="*/ 13469 w 22679"/>
                <a:gd name="connsiteY6" fmla="*/ 18471 h 36364"/>
                <a:gd name="connsiteX7" fmla="*/ 16699 w 22679"/>
                <a:gd name="connsiteY7" fmla="*/ 14065 h 36364"/>
                <a:gd name="connsiteX8" fmla="*/ 17632 w 22679"/>
                <a:gd name="connsiteY8" fmla="*/ 10504 h 36364"/>
                <a:gd name="connsiteX9" fmla="*/ 15622 w 22679"/>
                <a:gd name="connsiteY9" fmla="*/ 5861 h 36364"/>
                <a:gd name="connsiteX10" fmla="*/ 10430 w 22679"/>
                <a:gd name="connsiteY10" fmla="*/ 4067 h 36364"/>
                <a:gd name="connsiteX11" fmla="*/ 5622 w 22679"/>
                <a:gd name="connsiteY11" fmla="*/ 4856 h 36364"/>
                <a:gd name="connsiteX12" fmla="*/ 239 w 22679"/>
                <a:gd name="connsiteY12" fmla="*/ 7249 h 36364"/>
                <a:gd name="connsiteX13" fmla="*/ 239 w 22679"/>
                <a:gd name="connsiteY13" fmla="*/ 2368 h 36364"/>
                <a:gd name="connsiteX14" fmla="*/ 5694 w 22679"/>
                <a:gd name="connsiteY14" fmla="*/ 598 h 36364"/>
                <a:gd name="connsiteX15" fmla="*/ 10335 w 22679"/>
                <a:gd name="connsiteY15" fmla="*/ 0 h 36364"/>
                <a:gd name="connsiteX16" fmla="*/ 19187 w 22679"/>
                <a:gd name="connsiteY16" fmla="*/ 2775 h 36364"/>
                <a:gd name="connsiteX17" fmla="*/ 22488 w 22679"/>
                <a:gd name="connsiteY17" fmla="*/ 10191 h 36364"/>
                <a:gd name="connsiteX18" fmla="*/ 21650 w 22679"/>
                <a:gd name="connsiteY18" fmla="*/ 14378 h 36364"/>
                <a:gd name="connsiteX19" fmla="*/ 18660 w 22679"/>
                <a:gd name="connsiteY19" fmla="*/ 19020 h 36364"/>
                <a:gd name="connsiteX20" fmla="*/ 14856 w 22679"/>
                <a:gd name="connsiteY20" fmla="*/ 23036 h 36364"/>
                <a:gd name="connsiteX21" fmla="*/ 5813 w 22679"/>
                <a:gd name="connsiteY21" fmla="*/ 32296 h 3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4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5"/>
                  </a:lnTo>
                  <a:lnTo>
                    <a:pt x="0" y="36365"/>
                  </a:lnTo>
                  <a:lnTo>
                    <a:pt x="0" y="32296"/>
                  </a:lnTo>
                  <a:cubicBezTo>
                    <a:pt x="1834" y="30400"/>
                    <a:pt x="4331" y="27855"/>
                    <a:pt x="7488" y="24666"/>
                  </a:cubicBezTo>
                  <a:cubicBezTo>
                    <a:pt x="10662" y="21459"/>
                    <a:pt x="12656" y="19398"/>
                    <a:pt x="13469" y="18471"/>
                  </a:cubicBezTo>
                  <a:cubicBezTo>
                    <a:pt x="15016" y="16729"/>
                    <a:pt x="16092" y="15264"/>
                    <a:pt x="16699" y="14065"/>
                  </a:cubicBezTo>
                  <a:cubicBezTo>
                    <a:pt x="17320" y="12855"/>
                    <a:pt x="17632" y="11668"/>
                    <a:pt x="17632" y="10504"/>
                  </a:cubicBezTo>
                  <a:cubicBezTo>
                    <a:pt x="17632" y="8603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7"/>
                    <a:pt x="5694" y="598"/>
                  </a:cubicBezTo>
                  <a:cubicBezTo>
                    <a:pt x="7384" y="200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62"/>
                    <a:pt x="22209" y="13055"/>
                    <a:pt x="21650" y="14378"/>
                  </a:cubicBezTo>
                  <a:cubicBezTo>
                    <a:pt x="21108" y="15683"/>
                    <a:pt x="20111" y="17231"/>
                    <a:pt x="18660" y="19020"/>
                  </a:cubicBezTo>
                  <a:cubicBezTo>
                    <a:pt x="18261" y="19481"/>
                    <a:pt x="16993" y="20821"/>
                    <a:pt x="14856" y="23036"/>
                  </a:cubicBezTo>
                  <a:cubicBezTo>
                    <a:pt x="12719" y="25239"/>
                    <a:pt x="9705" y="28321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B69A5BB1-6005-B1BB-B387-509C8CB1D7B7}"/>
                </a:ext>
              </a:extLst>
            </p:cNvPr>
            <p:cNvSpPr/>
            <p:nvPr/>
          </p:nvSpPr>
          <p:spPr>
            <a:xfrm>
              <a:off x="6100381" y="4660890"/>
              <a:ext cx="23109" cy="36409"/>
            </a:xfrm>
            <a:custGeom>
              <a:avLst/>
              <a:gdLst>
                <a:gd name="connsiteX0" fmla="*/ 1507 w 23109"/>
                <a:gd name="connsiteY0" fmla="*/ 0 h 36409"/>
                <a:gd name="connsiteX1" fmla="*/ 20478 w 23109"/>
                <a:gd name="connsiteY1" fmla="*/ 0 h 36409"/>
                <a:gd name="connsiteX2" fmla="*/ 20478 w 23109"/>
                <a:gd name="connsiteY2" fmla="*/ 4067 h 36409"/>
                <a:gd name="connsiteX3" fmla="*/ 5933 w 23109"/>
                <a:gd name="connsiteY3" fmla="*/ 4067 h 36409"/>
                <a:gd name="connsiteX4" fmla="*/ 5933 w 23109"/>
                <a:gd name="connsiteY4" fmla="*/ 12823 h 36409"/>
                <a:gd name="connsiteX5" fmla="*/ 8038 w 23109"/>
                <a:gd name="connsiteY5" fmla="*/ 12297 h 36409"/>
                <a:gd name="connsiteX6" fmla="*/ 10143 w 23109"/>
                <a:gd name="connsiteY6" fmla="*/ 12102 h 36409"/>
                <a:gd name="connsiteX7" fmla="*/ 19617 w 23109"/>
                <a:gd name="connsiteY7" fmla="*/ 15380 h 36409"/>
                <a:gd name="connsiteX8" fmla="*/ 23109 w 23109"/>
                <a:gd name="connsiteY8" fmla="*/ 24256 h 36409"/>
                <a:gd name="connsiteX9" fmla="*/ 19521 w 23109"/>
                <a:gd name="connsiteY9" fmla="*/ 33227 h 36409"/>
                <a:gd name="connsiteX10" fmla="*/ 9402 w 23109"/>
                <a:gd name="connsiteY10" fmla="*/ 36410 h 36409"/>
                <a:gd name="connsiteX11" fmla="*/ 4808 w 23109"/>
                <a:gd name="connsiteY11" fmla="*/ 36026 h 36409"/>
                <a:gd name="connsiteX12" fmla="*/ 0 w 23109"/>
                <a:gd name="connsiteY12" fmla="*/ 34880 h 36409"/>
                <a:gd name="connsiteX13" fmla="*/ 0 w 23109"/>
                <a:gd name="connsiteY13" fmla="*/ 30026 h 36409"/>
                <a:gd name="connsiteX14" fmla="*/ 4449 w 23109"/>
                <a:gd name="connsiteY14" fmla="*/ 31768 h 36409"/>
                <a:gd name="connsiteX15" fmla="*/ 9306 w 23109"/>
                <a:gd name="connsiteY15" fmla="*/ 32341 h 36409"/>
                <a:gd name="connsiteX16" fmla="*/ 15861 w 23109"/>
                <a:gd name="connsiteY16" fmla="*/ 30167 h 36409"/>
                <a:gd name="connsiteX17" fmla="*/ 18277 w 23109"/>
                <a:gd name="connsiteY17" fmla="*/ 24256 h 36409"/>
                <a:gd name="connsiteX18" fmla="*/ 15861 w 23109"/>
                <a:gd name="connsiteY18" fmla="*/ 18350 h 36409"/>
                <a:gd name="connsiteX19" fmla="*/ 9306 w 23109"/>
                <a:gd name="connsiteY19" fmla="*/ 16171 h 36409"/>
                <a:gd name="connsiteX20" fmla="*/ 5430 w 23109"/>
                <a:gd name="connsiteY20" fmla="*/ 16602 h 36409"/>
                <a:gd name="connsiteX21" fmla="*/ 1507 w 23109"/>
                <a:gd name="connsiteY21" fmla="*/ 17943 h 36409"/>
                <a:gd name="connsiteX22" fmla="*/ 1507 w 23109"/>
                <a:gd name="connsiteY22" fmla="*/ 0 h 3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9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1"/>
                    <a:pt x="7336" y="12409"/>
                    <a:pt x="8038" y="12297"/>
                  </a:cubicBezTo>
                  <a:cubicBezTo>
                    <a:pt x="8740" y="12167"/>
                    <a:pt x="9441" y="12102"/>
                    <a:pt x="10143" y="12102"/>
                  </a:cubicBezTo>
                  <a:cubicBezTo>
                    <a:pt x="14130" y="12102"/>
                    <a:pt x="17288" y="13195"/>
                    <a:pt x="19617" y="15380"/>
                  </a:cubicBezTo>
                  <a:cubicBezTo>
                    <a:pt x="21945" y="17565"/>
                    <a:pt x="23109" y="20524"/>
                    <a:pt x="23109" y="24256"/>
                  </a:cubicBezTo>
                  <a:cubicBezTo>
                    <a:pt x="23109" y="28101"/>
                    <a:pt x="21913" y="31095"/>
                    <a:pt x="19521" y="33227"/>
                  </a:cubicBezTo>
                  <a:cubicBezTo>
                    <a:pt x="17129" y="35347"/>
                    <a:pt x="13756" y="36410"/>
                    <a:pt x="9402" y="36410"/>
                  </a:cubicBezTo>
                  <a:cubicBezTo>
                    <a:pt x="7902" y="36410"/>
                    <a:pt x="6372" y="36280"/>
                    <a:pt x="4808" y="36026"/>
                  </a:cubicBezTo>
                  <a:cubicBezTo>
                    <a:pt x="3262" y="35772"/>
                    <a:pt x="1659" y="35394"/>
                    <a:pt x="0" y="34880"/>
                  </a:cubicBezTo>
                  <a:lnTo>
                    <a:pt x="0" y="30026"/>
                  </a:lnTo>
                  <a:cubicBezTo>
                    <a:pt x="1436" y="30805"/>
                    <a:pt x="2919" y="31384"/>
                    <a:pt x="4449" y="31768"/>
                  </a:cubicBezTo>
                  <a:cubicBezTo>
                    <a:pt x="5981" y="32152"/>
                    <a:pt x="7599" y="32341"/>
                    <a:pt x="9306" y="32341"/>
                  </a:cubicBezTo>
                  <a:cubicBezTo>
                    <a:pt x="12065" y="32341"/>
                    <a:pt x="14250" y="31614"/>
                    <a:pt x="15861" y="30167"/>
                  </a:cubicBezTo>
                  <a:cubicBezTo>
                    <a:pt x="17472" y="28715"/>
                    <a:pt x="18277" y="26742"/>
                    <a:pt x="18277" y="24256"/>
                  </a:cubicBezTo>
                  <a:cubicBezTo>
                    <a:pt x="18277" y="21770"/>
                    <a:pt x="17472" y="19797"/>
                    <a:pt x="15861" y="18350"/>
                  </a:cubicBezTo>
                  <a:cubicBezTo>
                    <a:pt x="14250" y="16898"/>
                    <a:pt x="12065" y="16171"/>
                    <a:pt x="9306" y="16171"/>
                  </a:cubicBezTo>
                  <a:cubicBezTo>
                    <a:pt x="8014" y="16171"/>
                    <a:pt x="6722" y="16313"/>
                    <a:pt x="5430" y="16602"/>
                  </a:cubicBezTo>
                  <a:cubicBezTo>
                    <a:pt x="4155" y="16892"/>
                    <a:pt x="2847" y="17335"/>
                    <a:pt x="1507" y="17943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D8B5DEDC-020B-303F-3B1E-0C7D199A767F}"/>
                </a:ext>
              </a:extLst>
            </p:cNvPr>
            <p:cNvSpPr/>
            <p:nvPr/>
          </p:nvSpPr>
          <p:spPr>
            <a:xfrm>
              <a:off x="6020885" y="4470671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5E4CBE46-C1E9-3A19-83F0-4C82A9EF7078}"/>
                </a:ext>
              </a:extLst>
            </p:cNvPr>
            <p:cNvSpPr/>
            <p:nvPr/>
          </p:nvSpPr>
          <p:spPr>
            <a:xfrm>
              <a:off x="6054066" y="4500958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8DEC837A-7FE6-0D35-87D6-38361DAFE17C}"/>
                </a:ext>
              </a:extLst>
            </p:cNvPr>
            <p:cNvSpPr/>
            <p:nvPr/>
          </p:nvSpPr>
          <p:spPr>
            <a:xfrm>
              <a:off x="6068181" y="4471317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3 h 36410"/>
                <a:gd name="connsiteX5" fmla="*/ 8038 w 23109"/>
                <a:gd name="connsiteY5" fmla="*/ 12297 h 36410"/>
                <a:gd name="connsiteX6" fmla="*/ 10143 w 23109"/>
                <a:gd name="connsiteY6" fmla="*/ 12105 h 36410"/>
                <a:gd name="connsiteX7" fmla="*/ 19617 w 23109"/>
                <a:gd name="connsiteY7" fmla="*/ 15383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1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4"/>
                    <a:pt x="7336" y="12408"/>
                    <a:pt x="8038" y="12297"/>
                  </a:cubicBezTo>
                  <a:cubicBezTo>
                    <a:pt x="8740" y="12169"/>
                    <a:pt x="9441" y="12105"/>
                    <a:pt x="10143" y="12105"/>
                  </a:cubicBezTo>
                  <a:cubicBezTo>
                    <a:pt x="14130" y="12105"/>
                    <a:pt x="17288" y="13198"/>
                    <a:pt x="19617" y="15383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2"/>
                    <a:pt x="21913" y="31092"/>
                    <a:pt x="19521" y="33229"/>
                  </a:cubicBezTo>
                  <a:cubicBezTo>
                    <a:pt x="17129" y="35350"/>
                    <a:pt x="13756" y="36411"/>
                    <a:pt x="9402" y="36411"/>
                  </a:cubicBezTo>
                  <a:cubicBezTo>
                    <a:pt x="7902" y="36411"/>
                    <a:pt x="6372" y="36283"/>
                    <a:pt x="4808" y="36028"/>
                  </a:cubicBezTo>
                  <a:cubicBezTo>
                    <a:pt x="3261" y="35773"/>
                    <a:pt x="1658" y="35390"/>
                    <a:pt x="0" y="34880"/>
                  </a:cubicBezTo>
                  <a:lnTo>
                    <a:pt x="0" y="30023"/>
                  </a:lnTo>
                  <a:cubicBezTo>
                    <a:pt x="1435" y="30805"/>
                    <a:pt x="2918" y="31387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1" y="28716"/>
                    <a:pt x="18277" y="26746"/>
                    <a:pt x="18277" y="24258"/>
                  </a:cubicBezTo>
                  <a:cubicBezTo>
                    <a:pt x="18277" y="21770"/>
                    <a:pt x="17471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4" y="16890"/>
                    <a:pt x="2846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5750E035-686D-92D1-0B12-BAAF23339ED2}"/>
                </a:ext>
              </a:extLst>
            </p:cNvPr>
            <p:cNvSpPr/>
            <p:nvPr/>
          </p:nvSpPr>
          <p:spPr>
            <a:xfrm>
              <a:off x="6098802" y="4470671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8172A240-5D98-3623-491F-098E3697725F}"/>
                </a:ext>
              </a:extLst>
            </p:cNvPr>
            <p:cNvSpPr/>
            <p:nvPr/>
          </p:nvSpPr>
          <p:spPr>
            <a:xfrm>
              <a:off x="6021914" y="4281098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6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20"/>
                  </a:cubicBezTo>
                  <a:cubicBezTo>
                    <a:pt x="19402" y="35478"/>
                    <a:pt x="16347" y="37056"/>
                    <a:pt x="12344" y="37056"/>
                  </a:cubicBezTo>
                  <a:cubicBezTo>
                    <a:pt x="8341" y="37056"/>
                    <a:pt x="5279" y="35478"/>
                    <a:pt x="3158" y="32320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518360AD-A0B6-A4EA-E892-55D4B0FD9C30}"/>
                </a:ext>
              </a:extLst>
            </p:cNvPr>
            <p:cNvSpPr/>
            <p:nvPr/>
          </p:nvSpPr>
          <p:spPr>
            <a:xfrm>
              <a:off x="6055095" y="431138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154ABF04-199A-01D3-A68C-A1C19AA2DA0B}"/>
                </a:ext>
              </a:extLst>
            </p:cNvPr>
            <p:cNvSpPr/>
            <p:nvPr/>
          </p:nvSpPr>
          <p:spPr>
            <a:xfrm>
              <a:off x="6069449" y="4281744"/>
              <a:ext cx="22965" cy="35716"/>
            </a:xfrm>
            <a:custGeom>
              <a:avLst/>
              <a:gdLst>
                <a:gd name="connsiteX0" fmla="*/ 0 w 22965"/>
                <a:gd name="connsiteY0" fmla="*/ 0 h 35716"/>
                <a:gd name="connsiteX1" fmla="*/ 22966 w 22965"/>
                <a:gd name="connsiteY1" fmla="*/ 0 h 35716"/>
                <a:gd name="connsiteX2" fmla="*/ 22966 w 22965"/>
                <a:gd name="connsiteY2" fmla="*/ 2057 h 35716"/>
                <a:gd name="connsiteX3" fmla="*/ 9999 w 22965"/>
                <a:gd name="connsiteY3" fmla="*/ 35717 h 35716"/>
                <a:gd name="connsiteX4" fmla="*/ 4952 w 22965"/>
                <a:gd name="connsiteY4" fmla="*/ 35717 h 35716"/>
                <a:gd name="connsiteX5" fmla="*/ 17152 w 22965"/>
                <a:gd name="connsiteY5" fmla="*/ 4067 h 35716"/>
                <a:gd name="connsiteX6" fmla="*/ 0 w 22965"/>
                <a:gd name="connsiteY6" fmla="*/ 4067 h 35716"/>
                <a:gd name="connsiteX7" fmla="*/ 0 w 22965"/>
                <a:gd name="connsiteY7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65" h="35716">
                  <a:moveTo>
                    <a:pt x="0" y="0"/>
                  </a:moveTo>
                  <a:lnTo>
                    <a:pt x="22966" y="0"/>
                  </a:lnTo>
                  <a:lnTo>
                    <a:pt x="22966" y="2057"/>
                  </a:lnTo>
                  <a:lnTo>
                    <a:pt x="9999" y="35717"/>
                  </a:lnTo>
                  <a:lnTo>
                    <a:pt x="4952" y="35717"/>
                  </a:lnTo>
                  <a:lnTo>
                    <a:pt x="17152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EA00C76C-01D1-DF66-B552-D020834D7DE0}"/>
                </a:ext>
              </a:extLst>
            </p:cNvPr>
            <p:cNvSpPr/>
            <p:nvPr/>
          </p:nvSpPr>
          <p:spPr>
            <a:xfrm>
              <a:off x="6100381" y="4281744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3 h 36410"/>
                <a:gd name="connsiteX5" fmla="*/ 8038 w 23109"/>
                <a:gd name="connsiteY5" fmla="*/ 12296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0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4"/>
                    <a:pt x="7336" y="12408"/>
                    <a:pt x="8038" y="12296"/>
                  </a:cubicBezTo>
                  <a:cubicBezTo>
                    <a:pt x="8740" y="12168"/>
                    <a:pt x="9441" y="12105"/>
                    <a:pt x="10143" y="12105"/>
                  </a:cubicBezTo>
                  <a:cubicBezTo>
                    <a:pt x="14130" y="12105"/>
                    <a:pt x="17288" y="13197"/>
                    <a:pt x="19617" y="15382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2"/>
                    <a:pt x="21913" y="31092"/>
                    <a:pt x="19521" y="33229"/>
                  </a:cubicBezTo>
                  <a:cubicBezTo>
                    <a:pt x="17129" y="35350"/>
                    <a:pt x="13756" y="36410"/>
                    <a:pt x="9402" y="36410"/>
                  </a:cubicBezTo>
                  <a:cubicBezTo>
                    <a:pt x="7902" y="36410"/>
                    <a:pt x="6372" y="36283"/>
                    <a:pt x="4808" y="36028"/>
                  </a:cubicBezTo>
                  <a:cubicBezTo>
                    <a:pt x="3262" y="35772"/>
                    <a:pt x="1659" y="35390"/>
                    <a:pt x="0" y="34880"/>
                  </a:cubicBezTo>
                  <a:lnTo>
                    <a:pt x="0" y="30023"/>
                  </a:lnTo>
                  <a:cubicBezTo>
                    <a:pt x="1436" y="30805"/>
                    <a:pt x="2919" y="31387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2" y="28715"/>
                    <a:pt x="18277" y="26746"/>
                    <a:pt x="18277" y="24258"/>
                  </a:cubicBezTo>
                  <a:cubicBezTo>
                    <a:pt x="18277" y="21770"/>
                    <a:pt x="17472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5" y="16889"/>
                    <a:pt x="2847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BEE9BAB3-2F06-26DF-C941-DF11F3286E00}"/>
                </a:ext>
              </a:extLst>
            </p:cNvPr>
            <p:cNvSpPr/>
            <p:nvPr/>
          </p:nvSpPr>
          <p:spPr>
            <a:xfrm>
              <a:off x="6023038" y="4092171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965C724D-5258-B2A9-E8C4-B75B7D4B36AA}"/>
                </a:ext>
              </a:extLst>
            </p:cNvPr>
            <p:cNvSpPr/>
            <p:nvPr/>
          </p:nvSpPr>
          <p:spPr>
            <a:xfrm>
              <a:off x="6054066" y="4121812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CC424BE-12A3-C45C-C6F6-C2DEC6E20A7C}"/>
                </a:ext>
              </a:extLst>
            </p:cNvPr>
            <p:cNvSpPr/>
            <p:nvPr/>
          </p:nvSpPr>
          <p:spPr>
            <a:xfrm>
              <a:off x="6067630" y="40915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752F3E7A-052A-A1FC-CA78-890D32429E39}"/>
                </a:ext>
              </a:extLst>
            </p:cNvPr>
            <p:cNvSpPr/>
            <p:nvPr/>
          </p:nvSpPr>
          <p:spPr>
            <a:xfrm>
              <a:off x="6098802" y="40915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CE0ECAE6-B7D5-BC2A-3BC5-627FE7709B45}"/>
                </a:ext>
              </a:extLst>
            </p:cNvPr>
            <p:cNvSpPr/>
            <p:nvPr/>
          </p:nvSpPr>
          <p:spPr>
            <a:xfrm>
              <a:off x="5964127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7604977A-2D88-EB0C-13A9-D942E9F1B2AE}"/>
                </a:ext>
              </a:extLst>
            </p:cNvPr>
            <p:cNvSpPr/>
            <p:nvPr/>
          </p:nvSpPr>
          <p:spPr>
            <a:xfrm>
              <a:off x="5946671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BD27AB82-C495-88E0-374A-7EA54670B8A7}"/>
                </a:ext>
              </a:extLst>
            </p:cNvPr>
            <p:cNvSpPr/>
            <p:nvPr/>
          </p:nvSpPr>
          <p:spPr>
            <a:xfrm>
              <a:off x="5964127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6CE179EA-0943-102A-2AEB-60A70B75CAE2}"/>
                </a:ext>
              </a:extLst>
            </p:cNvPr>
            <p:cNvSpPr/>
            <p:nvPr/>
          </p:nvSpPr>
          <p:spPr>
            <a:xfrm>
              <a:off x="5946671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E90DC882-A82F-EC43-6CCB-769561018156}"/>
              </a:ext>
            </a:extLst>
          </p:cNvPr>
          <p:cNvGrpSpPr/>
          <p:nvPr/>
        </p:nvGrpSpPr>
        <p:grpSpPr>
          <a:xfrm>
            <a:off x="6737421" y="4128221"/>
            <a:ext cx="559713" cy="740098"/>
            <a:chOff x="6737421" y="4128221"/>
            <a:chExt cx="559713" cy="740098"/>
          </a:xfrm>
        </p:grpSpPr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7B60FCF9-4C49-254B-B7FD-40C586F9294D}"/>
                </a:ext>
              </a:extLst>
            </p:cNvPr>
            <p:cNvSpPr/>
            <p:nvPr/>
          </p:nvSpPr>
          <p:spPr>
            <a:xfrm>
              <a:off x="6737421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E4EA8778-7301-C5CB-D114-CAE17FE49586}"/>
                </a:ext>
              </a:extLst>
            </p:cNvPr>
            <p:cNvSpPr/>
            <p:nvPr/>
          </p:nvSpPr>
          <p:spPr>
            <a:xfrm>
              <a:off x="7296544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B1D1BF25-9035-53A0-CBB7-5AADB8D341A3}"/>
                </a:ext>
              </a:extLst>
            </p:cNvPr>
            <p:cNvSpPr/>
            <p:nvPr/>
          </p:nvSpPr>
          <p:spPr>
            <a:xfrm>
              <a:off x="6737421" y="4128221"/>
              <a:ext cx="559122" cy="740098"/>
            </a:xfrm>
            <a:custGeom>
              <a:avLst/>
              <a:gdLst>
                <a:gd name="connsiteX0" fmla="*/ 0 w 559122"/>
                <a:gd name="connsiteY0" fmla="*/ 740099 h 740098"/>
                <a:gd name="connsiteX1" fmla="*/ 0 w 559122"/>
                <a:gd name="connsiteY1" fmla="*/ 0 h 740098"/>
                <a:gd name="connsiteX2" fmla="*/ 559123 w 559122"/>
                <a:gd name="connsiteY2" fmla="*/ 0 h 740098"/>
                <a:gd name="connsiteX3" fmla="*/ 559123 w 559122"/>
                <a:gd name="connsiteY3" fmla="*/ 740099 h 740098"/>
                <a:gd name="connsiteX4" fmla="*/ 0 w 559122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122" h="740098">
                  <a:moveTo>
                    <a:pt x="0" y="740099"/>
                  </a:moveTo>
                  <a:lnTo>
                    <a:pt x="0" y="0"/>
                  </a:lnTo>
                  <a:lnTo>
                    <a:pt x="559123" y="0"/>
                  </a:lnTo>
                  <a:lnTo>
                    <a:pt x="559123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83" name="Freeform 382">
            <a:extLst>
              <a:ext uri="{FF2B5EF4-FFF2-40B4-BE49-F238E27FC236}">
                <a16:creationId xmlns:a16="http://schemas.microsoft.com/office/drawing/2014/main" id="{0C248C8A-7401-B124-1286-6FE78BBD8E19}"/>
              </a:ext>
            </a:extLst>
          </p:cNvPr>
          <p:cNvSpPr/>
          <p:nvPr/>
        </p:nvSpPr>
        <p:spPr>
          <a:xfrm>
            <a:off x="6178298" y="4128221"/>
            <a:ext cx="1118245" cy="740098"/>
          </a:xfrm>
          <a:custGeom>
            <a:avLst/>
            <a:gdLst>
              <a:gd name="connsiteX0" fmla="*/ 0 w 1118245"/>
              <a:gd name="connsiteY0" fmla="*/ 0 h 740098"/>
              <a:gd name="connsiteX1" fmla="*/ 1119 w 1118245"/>
              <a:gd name="connsiteY1" fmla="*/ 61 h 740098"/>
              <a:gd name="connsiteX2" fmla="*/ 2239 w 1118245"/>
              <a:gd name="connsiteY2" fmla="*/ 126 h 740098"/>
              <a:gd name="connsiteX3" fmla="*/ 3358 w 1118245"/>
              <a:gd name="connsiteY3" fmla="*/ 188 h 740098"/>
              <a:gd name="connsiteX4" fmla="*/ 4477 w 1118245"/>
              <a:gd name="connsiteY4" fmla="*/ 253 h 740098"/>
              <a:gd name="connsiteX5" fmla="*/ 5597 w 1118245"/>
              <a:gd name="connsiteY5" fmla="*/ 320 h 740098"/>
              <a:gd name="connsiteX6" fmla="*/ 6716 w 1118245"/>
              <a:gd name="connsiteY6" fmla="*/ 385 h 740098"/>
              <a:gd name="connsiteX7" fmla="*/ 7836 w 1118245"/>
              <a:gd name="connsiteY7" fmla="*/ 450 h 740098"/>
              <a:gd name="connsiteX8" fmla="*/ 8955 w 1118245"/>
              <a:gd name="connsiteY8" fmla="*/ 515 h 740098"/>
              <a:gd name="connsiteX9" fmla="*/ 10074 w 1118245"/>
              <a:gd name="connsiteY9" fmla="*/ 582 h 740098"/>
              <a:gd name="connsiteX10" fmla="*/ 11193 w 1118245"/>
              <a:gd name="connsiteY10" fmla="*/ 648 h 740098"/>
              <a:gd name="connsiteX11" fmla="*/ 12313 w 1118245"/>
              <a:gd name="connsiteY11" fmla="*/ 714 h 740098"/>
              <a:gd name="connsiteX12" fmla="*/ 13432 w 1118245"/>
              <a:gd name="connsiteY12" fmla="*/ 782 h 740098"/>
              <a:gd name="connsiteX13" fmla="*/ 14551 w 1118245"/>
              <a:gd name="connsiteY13" fmla="*/ 849 h 740098"/>
              <a:gd name="connsiteX14" fmla="*/ 15671 w 1118245"/>
              <a:gd name="connsiteY14" fmla="*/ 918 h 740098"/>
              <a:gd name="connsiteX15" fmla="*/ 16790 w 1118245"/>
              <a:gd name="connsiteY15" fmla="*/ 985 h 740098"/>
              <a:gd name="connsiteX16" fmla="*/ 17910 w 1118245"/>
              <a:gd name="connsiteY16" fmla="*/ 1053 h 740098"/>
              <a:gd name="connsiteX17" fmla="*/ 19029 w 1118245"/>
              <a:gd name="connsiteY17" fmla="*/ 1123 h 740098"/>
              <a:gd name="connsiteX18" fmla="*/ 20148 w 1118245"/>
              <a:gd name="connsiteY18" fmla="*/ 1192 h 740098"/>
              <a:gd name="connsiteX19" fmla="*/ 21268 w 1118245"/>
              <a:gd name="connsiteY19" fmla="*/ 1261 h 740098"/>
              <a:gd name="connsiteX20" fmla="*/ 22387 w 1118245"/>
              <a:gd name="connsiteY20" fmla="*/ 1331 h 740098"/>
              <a:gd name="connsiteX21" fmla="*/ 23507 w 1118245"/>
              <a:gd name="connsiteY21" fmla="*/ 1402 h 740098"/>
              <a:gd name="connsiteX22" fmla="*/ 24626 w 1118245"/>
              <a:gd name="connsiteY22" fmla="*/ 1472 h 740098"/>
              <a:gd name="connsiteX23" fmla="*/ 25745 w 1118245"/>
              <a:gd name="connsiteY23" fmla="*/ 1544 h 740098"/>
              <a:gd name="connsiteX24" fmla="*/ 26864 w 1118245"/>
              <a:gd name="connsiteY24" fmla="*/ 1615 h 740098"/>
              <a:gd name="connsiteX25" fmla="*/ 27984 w 1118245"/>
              <a:gd name="connsiteY25" fmla="*/ 1686 h 740098"/>
              <a:gd name="connsiteX26" fmla="*/ 29103 w 1118245"/>
              <a:gd name="connsiteY26" fmla="*/ 1758 h 740098"/>
              <a:gd name="connsiteX27" fmla="*/ 30222 w 1118245"/>
              <a:gd name="connsiteY27" fmla="*/ 1831 h 740098"/>
              <a:gd name="connsiteX28" fmla="*/ 31342 w 1118245"/>
              <a:gd name="connsiteY28" fmla="*/ 1904 h 740098"/>
              <a:gd name="connsiteX29" fmla="*/ 32461 w 1118245"/>
              <a:gd name="connsiteY29" fmla="*/ 1977 h 740098"/>
              <a:gd name="connsiteX30" fmla="*/ 33581 w 1118245"/>
              <a:gd name="connsiteY30" fmla="*/ 2051 h 740098"/>
              <a:gd name="connsiteX31" fmla="*/ 34700 w 1118245"/>
              <a:gd name="connsiteY31" fmla="*/ 2125 h 740098"/>
              <a:gd name="connsiteX32" fmla="*/ 35820 w 1118245"/>
              <a:gd name="connsiteY32" fmla="*/ 2199 h 740098"/>
              <a:gd name="connsiteX33" fmla="*/ 36939 w 1118245"/>
              <a:gd name="connsiteY33" fmla="*/ 2274 h 740098"/>
              <a:gd name="connsiteX34" fmla="*/ 38058 w 1118245"/>
              <a:gd name="connsiteY34" fmla="*/ 2349 h 740098"/>
              <a:gd name="connsiteX35" fmla="*/ 39178 w 1118245"/>
              <a:gd name="connsiteY35" fmla="*/ 2425 h 740098"/>
              <a:gd name="connsiteX36" fmla="*/ 40297 w 1118245"/>
              <a:gd name="connsiteY36" fmla="*/ 2501 h 740098"/>
              <a:gd name="connsiteX37" fmla="*/ 41416 w 1118245"/>
              <a:gd name="connsiteY37" fmla="*/ 2577 h 740098"/>
              <a:gd name="connsiteX38" fmla="*/ 42536 w 1118245"/>
              <a:gd name="connsiteY38" fmla="*/ 2654 h 740098"/>
              <a:gd name="connsiteX39" fmla="*/ 43655 w 1118245"/>
              <a:gd name="connsiteY39" fmla="*/ 2731 h 740098"/>
              <a:gd name="connsiteX40" fmla="*/ 44774 w 1118245"/>
              <a:gd name="connsiteY40" fmla="*/ 2809 h 740098"/>
              <a:gd name="connsiteX41" fmla="*/ 45893 w 1118245"/>
              <a:gd name="connsiteY41" fmla="*/ 2887 h 740098"/>
              <a:gd name="connsiteX42" fmla="*/ 47013 w 1118245"/>
              <a:gd name="connsiteY42" fmla="*/ 2965 h 740098"/>
              <a:gd name="connsiteX43" fmla="*/ 48132 w 1118245"/>
              <a:gd name="connsiteY43" fmla="*/ 3044 h 740098"/>
              <a:gd name="connsiteX44" fmla="*/ 49252 w 1118245"/>
              <a:gd name="connsiteY44" fmla="*/ 3124 h 740098"/>
              <a:gd name="connsiteX45" fmla="*/ 50371 w 1118245"/>
              <a:gd name="connsiteY45" fmla="*/ 3203 h 740098"/>
              <a:gd name="connsiteX46" fmla="*/ 51491 w 1118245"/>
              <a:gd name="connsiteY46" fmla="*/ 3284 h 740098"/>
              <a:gd name="connsiteX47" fmla="*/ 52610 w 1118245"/>
              <a:gd name="connsiteY47" fmla="*/ 3364 h 740098"/>
              <a:gd name="connsiteX48" fmla="*/ 53730 w 1118245"/>
              <a:gd name="connsiteY48" fmla="*/ 3445 h 740098"/>
              <a:gd name="connsiteX49" fmla="*/ 54849 w 1118245"/>
              <a:gd name="connsiteY49" fmla="*/ 3527 h 740098"/>
              <a:gd name="connsiteX50" fmla="*/ 55968 w 1118245"/>
              <a:gd name="connsiteY50" fmla="*/ 3608 h 740098"/>
              <a:gd name="connsiteX51" fmla="*/ 57087 w 1118245"/>
              <a:gd name="connsiteY51" fmla="*/ 3691 h 740098"/>
              <a:gd name="connsiteX52" fmla="*/ 58207 w 1118245"/>
              <a:gd name="connsiteY52" fmla="*/ 3774 h 740098"/>
              <a:gd name="connsiteX53" fmla="*/ 59326 w 1118245"/>
              <a:gd name="connsiteY53" fmla="*/ 3857 h 740098"/>
              <a:gd name="connsiteX54" fmla="*/ 60445 w 1118245"/>
              <a:gd name="connsiteY54" fmla="*/ 3940 h 740098"/>
              <a:gd name="connsiteX55" fmla="*/ 61565 w 1118245"/>
              <a:gd name="connsiteY55" fmla="*/ 4025 h 740098"/>
              <a:gd name="connsiteX56" fmla="*/ 62684 w 1118245"/>
              <a:gd name="connsiteY56" fmla="*/ 4109 h 740098"/>
              <a:gd name="connsiteX57" fmla="*/ 63803 w 1118245"/>
              <a:gd name="connsiteY57" fmla="*/ 4194 h 740098"/>
              <a:gd name="connsiteX58" fmla="*/ 64923 w 1118245"/>
              <a:gd name="connsiteY58" fmla="*/ 4280 h 740098"/>
              <a:gd name="connsiteX59" fmla="*/ 66042 w 1118245"/>
              <a:gd name="connsiteY59" fmla="*/ 4366 h 740098"/>
              <a:gd name="connsiteX60" fmla="*/ 67162 w 1118245"/>
              <a:gd name="connsiteY60" fmla="*/ 4452 h 740098"/>
              <a:gd name="connsiteX61" fmla="*/ 68281 w 1118245"/>
              <a:gd name="connsiteY61" fmla="*/ 4539 h 740098"/>
              <a:gd name="connsiteX62" fmla="*/ 69401 w 1118245"/>
              <a:gd name="connsiteY62" fmla="*/ 4626 h 740098"/>
              <a:gd name="connsiteX63" fmla="*/ 70520 w 1118245"/>
              <a:gd name="connsiteY63" fmla="*/ 4714 h 740098"/>
              <a:gd name="connsiteX64" fmla="*/ 71639 w 1118245"/>
              <a:gd name="connsiteY64" fmla="*/ 4803 h 740098"/>
              <a:gd name="connsiteX65" fmla="*/ 72759 w 1118245"/>
              <a:gd name="connsiteY65" fmla="*/ 4891 h 740098"/>
              <a:gd name="connsiteX66" fmla="*/ 73878 w 1118245"/>
              <a:gd name="connsiteY66" fmla="*/ 4981 h 740098"/>
              <a:gd name="connsiteX67" fmla="*/ 74997 w 1118245"/>
              <a:gd name="connsiteY67" fmla="*/ 5071 h 740098"/>
              <a:gd name="connsiteX68" fmla="*/ 76116 w 1118245"/>
              <a:gd name="connsiteY68" fmla="*/ 5161 h 740098"/>
              <a:gd name="connsiteX69" fmla="*/ 77236 w 1118245"/>
              <a:gd name="connsiteY69" fmla="*/ 5252 h 740098"/>
              <a:gd name="connsiteX70" fmla="*/ 78355 w 1118245"/>
              <a:gd name="connsiteY70" fmla="*/ 5343 h 740098"/>
              <a:gd name="connsiteX71" fmla="*/ 79475 w 1118245"/>
              <a:gd name="connsiteY71" fmla="*/ 5435 h 740098"/>
              <a:gd name="connsiteX72" fmla="*/ 80594 w 1118245"/>
              <a:gd name="connsiteY72" fmla="*/ 5527 h 740098"/>
              <a:gd name="connsiteX73" fmla="*/ 81713 w 1118245"/>
              <a:gd name="connsiteY73" fmla="*/ 5620 h 740098"/>
              <a:gd name="connsiteX74" fmla="*/ 82833 w 1118245"/>
              <a:gd name="connsiteY74" fmla="*/ 5713 h 740098"/>
              <a:gd name="connsiteX75" fmla="*/ 83952 w 1118245"/>
              <a:gd name="connsiteY75" fmla="*/ 5807 h 740098"/>
              <a:gd name="connsiteX76" fmla="*/ 85072 w 1118245"/>
              <a:gd name="connsiteY76" fmla="*/ 5902 h 740098"/>
              <a:gd name="connsiteX77" fmla="*/ 86191 w 1118245"/>
              <a:gd name="connsiteY77" fmla="*/ 5997 h 740098"/>
              <a:gd name="connsiteX78" fmla="*/ 87311 w 1118245"/>
              <a:gd name="connsiteY78" fmla="*/ 6092 h 740098"/>
              <a:gd name="connsiteX79" fmla="*/ 88430 w 1118245"/>
              <a:gd name="connsiteY79" fmla="*/ 6188 h 740098"/>
              <a:gd name="connsiteX80" fmla="*/ 89549 w 1118245"/>
              <a:gd name="connsiteY80" fmla="*/ 6285 h 740098"/>
              <a:gd name="connsiteX81" fmla="*/ 90668 w 1118245"/>
              <a:gd name="connsiteY81" fmla="*/ 6382 h 740098"/>
              <a:gd name="connsiteX82" fmla="*/ 91788 w 1118245"/>
              <a:gd name="connsiteY82" fmla="*/ 6479 h 740098"/>
              <a:gd name="connsiteX83" fmla="*/ 92907 w 1118245"/>
              <a:gd name="connsiteY83" fmla="*/ 6578 h 740098"/>
              <a:gd name="connsiteX84" fmla="*/ 94026 w 1118245"/>
              <a:gd name="connsiteY84" fmla="*/ 6676 h 740098"/>
              <a:gd name="connsiteX85" fmla="*/ 95146 w 1118245"/>
              <a:gd name="connsiteY85" fmla="*/ 6776 h 740098"/>
              <a:gd name="connsiteX86" fmla="*/ 96265 w 1118245"/>
              <a:gd name="connsiteY86" fmla="*/ 6875 h 740098"/>
              <a:gd name="connsiteX87" fmla="*/ 97385 w 1118245"/>
              <a:gd name="connsiteY87" fmla="*/ 6976 h 740098"/>
              <a:gd name="connsiteX88" fmla="*/ 98504 w 1118245"/>
              <a:gd name="connsiteY88" fmla="*/ 7077 h 740098"/>
              <a:gd name="connsiteX89" fmla="*/ 99623 w 1118245"/>
              <a:gd name="connsiteY89" fmla="*/ 7178 h 740098"/>
              <a:gd name="connsiteX90" fmla="*/ 100743 w 1118245"/>
              <a:gd name="connsiteY90" fmla="*/ 7281 h 740098"/>
              <a:gd name="connsiteX91" fmla="*/ 101862 w 1118245"/>
              <a:gd name="connsiteY91" fmla="*/ 7383 h 740098"/>
              <a:gd name="connsiteX92" fmla="*/ 102982 w 1118245"/>
              <a:gd name="connsiteY92" fmla="*/ 7487 h 740098"/>
              <a:gd name="connsiteX93" fmla="*/ 104101 w 1118245"/>
              <a:gd name="connsiteY93" fmla="*/ 7591 h 740098"/>
              <a:gd name="connsiteX94" fmla="*/ 105220 w 1118245"/>
              <a:gd name="connsiteY94" fmla="*/ 7695 h 740098"/>
              <a:gd name="connsiteX95" fmla="*/ 106339 w 1118245"/>
              <a:gd name="connsiteY95" fmla="*/ 7800 h 740098"/>
              <a:gd name="connsiteX96" fmla="*/ 107459 w 1118245"/>
              <a:gd name="connsiteY96" fmla="*/ 7906 h 740098"/>
              <a:gd name="connsiteX97" fmla="*/ 108578 w 1118245"/>
              <a:gd name="connsiteY97" fmla="*/ 8012 h 740098"/>
              <a:gd name="connsiteX98" fmla="*/ 109697 w 1118245"/>
              <a:gd name="connsiteY98" fmla="*/ 8119 h 740098"/>
              <a:gd name="connsiteX99" fmla="*/ 110817 w 1118245"/>
              <a:gd name="connsiteY99" fmla="*/ 8227 h 740098"/>
              <a:gd name="connsiteX100" fmla="*/ 111936 w 1118245"/>
              <a:gd name="connsiteY100" fmla="*/ 8335 h 740098"/>
              <a:gd name="connsiteX101" fmla="*/ 113056 w 1118245"/>
              <a:gd name="connsiteY101" fmla="*/ 8444 h 740098"/>
              <a:gd name="connsiteX102" fmla="*/ 114175 w 1118245"/>
              <a:gd name="connsiteY102" fmla="*/ 8553 h 740098"/>
              <a:gd name="connsiteX103" fmla="*/ 115294 w 1118245"/>
              <a:gd name="connsiteY103" fmla="*/ 8664 h 740098"/>
              <a:gd name="connsiteX104" fmla="*/ 116414 w 1118245"/>
              <a:gd name="connsiteY104" fmla="*/ 8774 h 740098"/>
              <a:gd name="connsiteX105" fmla="*/ 117533 w 1118245"/>
              <a:gd name="connsiteY105" fmla="*/ 8886 h 740098"/>
              <a:gd name="connsiteX106" fmla="*/ 118653 w 1118245"/>
              <a:gd name="connsiteY106" fmla="*/ 8998 h 740098"/>
              <a:gd name="connsiteX107" fmla="*/ 119772 w 1118245"/>
              <a:gd name="connsiteY107" fmla="*/ 9111 h 740098"/>
              <a:gd name="connsiteX108" fmla="*/ 120891 w 1118245"/>
              <a:gd name="connsiteY108" fmla="*/ 9223 h 740098"/>
              <a:gd name="connsiteX109" fmla="*/ 122011 w 1118245"/>
              <a:gd name="connsiteY109" fmla="*/ 9338 h 740098"/>
              <a:gd name="connsiteX110" fmla="*/ 123130 w 1118245"/>
              <a:gd name="connsiteY110" fmla="*/ 9453 h 740098"/>
              <a:gd name="connsiteX111" fmla="*/ 124249 w 1118245"/>
              <a:gd name="connsiteY111" fmla="*/ 9568 h 740098"/>
              <a:gd name="connsiteX112" fmla="*/ 125368 w 1118245"/>
              <a:gd name="connsiteY112" fmla="*/ 9684 h 740098"/>
              <a:gd name="connsiteX113" fmla="*/ 126488 w 1118245"/>
              <a:gd name="connsiteY113" fmla="*/ 9800 h 740098"/>
              <a:gd name="connsiteX114" fmla="*/ 127607 w 1118245"/>
              <a:gd name="connsiteY114" fmla="*/ 9918 h 740098"/>
              <a:gd name="connsiteX115" fmla="*/ 128727 w 1118245"/>
              <a:gd name="connsiteY115" fmla="*/ 10036 h 740098"/>
              <a:gd name="connsiteX116" fmla="*/ 129846 w 1118245"/>
              <a:gd name="connsiteY116" fmla="*/ 10155 h 740098"/>
              <a:gd name="connsiteX117" fmla="*/ 130966 w 1118245"/>
              <a:gd name="connsiteY117" fmla="*/ 10275 h 740098"/>
              <a:gd name="connsiteX118" fmla="*/ 132085 w 1118245"/>
              <a:gd name="connsiteY118" fmla="*/ 10395 h 740098"/>
              <a:gd name="connsiteX119" fmla="*/ 133204 w 1118245"/>
              <a:gd name="connsiteY119" fmla="*/ 10516 h 740098"/>
              <a:gd name="connsiteX120" fmla="*/ 134324 w 1118245"/>
              <a:gd name="connsiteY120" fmla="*/ 10637 h 740098"/>
              <a:gd name="connsiteX121" fmla="*/ 135443 w 1118245"/>
              <a:gd name="connsiteY121" fmla="*/ 10760 h 740098"/>
              <a:gd name="connsiteX122" fmla="*/ 136562 w 1118245"/>
              <a:gd name="connsiteY122" fmla="*/ 10883 h 740098"/>
              <a:gd name="connsiteX123" fmla="*/ 137682 w 1118245"/>
              <a:gd name="connsiteY123" fmla="*/ 11007 h 740098"/>
              <a:gd name="connsiteX124" fmla="*/ 138801 w 1118245"/>
              <a:gd name="connsiteY124" fmla="*/ 11132 h 740098"/>
              <a:gd name="connsiteX125" fmla="*/ 139920 w 1118245"/>
              <a:gd name="connsiteY125" fmla="*/ 11257 h 740098"/>
              <a:gd name="connsiteX126" fmla="*/ 141040 w 1118245"/>
              <a:gd name="connsiteY126" fmla="*/ 11383 h 740098"/>
              <a:gd name="connsiteX127" fmla="*/ 142159 w 1118245"/>
              <a:gd name="connsiteY127" fmla="*/ 11510 h 740098"/>
              <a:gd name="connsiteX128" fmla="*/ 143278 w 1118245"/>
              <a:gd name="connsiteY128" fmla="*/ 11638 h 740098"/>
              <a:gd name="connsiteX129" fmla="*/ 144398 w 1118245"/>
              <a:gd name="connsiteY129" fmla="*/ 11766 h 740098"/>
              <a:gd name="connsiteX130" fmla="*/ 145517 w 1118245"/>
              <a:gd name="connsiteY130" fmla="*/ 11895 h 740098"/>
              <a:gd name="connsiteX131" fmla="*/ 146637 w 1118245"/>
              <a:gd name="connsiteY131" fmla="*/ 12025 h 740098"/>
              <a:gd name="connsiteX132" fmla="*/ 147756 w 1118245"/>
              <a:gd name="connsiteY132" fmla="*/ 12156 h 740098"/>
              <a:gd name="connsiteX133" fmla="*/ 148876 w 1118245"/>
              <a:gd name="connsiteY133" fmla="*/ 12287 h 740098"/>
              <a:gd name="connsiteX134" fmla="*/ 149995 w 1118245"/>
              <a:gd name="connsiteY134" fmla="*/ 12420 h 740098"/>
              <a:gd name="connsiteX135" fmla="*/ 151114 w 1118245"/>
              <a:gd name="connsiteY135" fmla="*/ 12553 h 740098"/>
              <a:gd name="connsiteX136" fmla="*/ 152234 w 1118245"/>
              <a:gd name="connsiteY136" fmla="*/ 12687 h 740098"/>
              <a:gd name="connsiteX137" fmla="*/ 153353 w 1118245"/>
              <a:gd name="connsiteY137" fmla="*/ 12822 h 740098"/>
              <a:gd name="connsiteX138" fmla="*/ 154472 w 1118245"/>
              <a:gd name="connsiteY138" fmla="*/ 12958 h 740098"/>
              <a:gd name="connsiteX139" fmla="*/ 155591 w 1118245"/>
              <a:gd name="connsiteY139" fmla="*/ 13094 h 740098"/>
              <a:gd name="connsiteX140" fmla="*/ 156711 w 1118245"/>
              <a:gd name="connsiteY140" fmla="*/ 13232 h 740098"/>
              <a:gd name="connsiteX141" fmla="*/ 157830 w 1118245"/>
              <a:gd name="connsiteY141" fmla="*/ 13370 h 740098"/>
              <a:gd name="connsiteX142" fmla="*/ 158949 w 1118245"/>
              <a:gd name="connsiteY142" fmla="*/ 13509 h 740098"/>
              <a:gd name="connsiteX143" fmla="*/ 160069 w 1118245"/>
              <a:gd name="connsiteY143" fmla="*/ 13649 h 740098"/>
              <a:gd name="connsiteX144" fmla="*/ 161188 w 1118245"/>
              <a:gd name="connsiteY144" fmla="*/ 13789 h 740098"/>
              <a:gd name="connsiteX145" fmla="*/ 162308 w 1118245"/>
              <a:gd name="connsiteY145" fmla="*/ 13931 h 740098"/>
              <a:gd name="connsiteX146" fmla="*/ 163427 w 1118245"/>
              <a:gd name="connsiteY146" fmla="*/ 14073 h 740098"/>
              <a:gd name="connsiteX147" fmla="*/ 164547 w 1118245"/>
              <a:gd name="connsiteY147" fmla="*/ 14217 h 740098"/>
              <a:gd name="connsiteX148" fmla="*/ 165666 w 1118245"/>
              <a:gd name="connsiteY148" fmla="*/ 14361 h 740098"/>
              <a:gd name="connsiteX149" fmla="*/ 166786 w 1118245"/>
              <a:gd name="connsiteY149" fmla="*/ 14506 h 740098"/>
              <a:gd name="connsiteX150" fmla="*/ 167905 w 1118245"/>
              <a:gd name="connsiteY150" fmla="*/ 14652 h 740098"/>
              <a:gd name="connsiteX151" fmla="*/ 169024 w 1118245"/>
              <a:gd name="connsiteY151" fmla="*/ 14800 h 740098"/>
              <a:gd name="connsiteX152" fmla="*/ 170143 w 1118245"/>
              <a:gd name="connsiteY152" fmla="*/ 14947 h 740098"/>
              <a:gd name="connsiteX153" fmla="*/ 171263 w 1118245"/>
              <a:gd name="connsiteY153" fmla="*/ 15096 h 740098"/>
              <a:gd name="connsiteX154" fmla="*/ 172382 w 1118245"/>
              <a:gd name="connsiteY154" fmla="*/ 15246 h 740098"/>
              <a:gd name="connsiteX155" fmla="*/ 173501 w 1118245"/>
              <a:gd name="connsiteY155" fmla="*/ 15397 h 740098"/>
              <a:gd name="connsiteX156" fmla="*/ 174621 w 1118245"/>
              <a:gd name="connsiteY156" fmla="*/ 15548 h 740098"/>
              <a:gd name="connsiteX157" fmla="*/ 175740 w 1118245"/>
              <a:gd name="connsiteY157" fmla="*/ 15701 h 740098"/>
              <a:gd name="connsiteX158" fmla="*/ 176859 w 1118245"/>
              <a:gd name="connsiteY158" fmla="*/ 15855 h 740098"/>
              <a:gd name="connsiteX159" fmla="*/ 177979 w 1118245"/>
              <a:gd name="connsiteY159" fmla="*/ 16009 h 740098"/>
              <a:gd name="connsiteX160" fmla="*/ 179098 w 1118245"/>
              <a:gd name="connsiteY160" fmla="*/ 16165 h 740098"/>
              <a:gd name="connsiteX161" fmla="*/ 180218 w 1118245"/>
              <a:gd name="connsiteY161" fmla="*/ 16321 h 740098"/>
              <a:gd name="connsiteX162" fmla="*/ 181337 w 1118245"/>
              <a:gd name="connsiteY162" fmla="*/ 16479 h 740098"/>
              <a:gd name="connsiteX163" fmla="*/ 182457 w 1118245"/>
              <a:gd name="connsiteY163" fmla="*/ 16637 h 740098"/>
              <a:gd name="connsiteX164" fmla="*/ 183576 w 1118245"/>
              <a:gd name="connsiteY164" fmla="*/ 16797 h 740098"/>
              <a:gd name="connsiteX165" fmla="*/ 184695 w 1118245"/>
              <a:gd name="connsiteY165" fmla="*/ 16957 h 740098"/>
              <a:gd name="connsiteX166" fmla="*/ 185814 w 1118245"/>
              <a:gd name="connsiteY166" fmla="*/ 17119 h 740098"/>
              <a:gd name="connsiteX167" fmla="*/ 186934 w 1118245"/>
              <a:gd name="connsiteY167" fmla="*/ 17282 h 740098"/>
              <a:gd name="connsiteX168" fmla="*/ 188053 w 1118245"/>
              <a:gd name="connsiteY168" fmla="*/ 17445 h 740098"/>
              <a:gd name="connsiteX169" fmla="*/ 189172 w 1118245"/>
              <a:gd name="connsiteY169" fmla="*/ 17610 h 740098"/>
              <a:gd name="connsiteX170" fmla="*/ 190292 w 1118245"/>
              <a:gd name="connsiteY170" fmla="*/ 17776 h 740098"/>
              <a:gd name="connsiteX171" fmla="*/ 191411 w 1118245"/>
              <a:gd name="connsiteY171" fmla="*/ 17943 h 740098"/>
              <a:gd name="connsiteX172" fmla="*/ 192531 w 1118245"/>
              <a:gd name="connsiteY172" fmla="*/ 18111 h 740098"/>
              <a:gd name="connsiteX173" fmla="*/ 193650 w 1118245"/>
              <a:gd name="connsiteY173" fmla="*/ 18280 h 740098"/>
              <a:gd name="connsiteX174" fmla="*/ 194769 w 1118245"/>
              <a:gd name="connsiteY174" fmla="*/ 18450 h 740098"/>
              <a:gd name="connsiteX175" fmla="*/ 195889 w 1118245"/>
              <a:gd name="connsiteY175" fmla="*/ 18621 h 740098"/>
              <a:gd name="connsiteX176" fmla="*/ 197008 w 1118245"/>
              <a:gd name="connsiteY176" fmla="*/ 18793 h 740098"/>
              <a:gd name="connsiteX177" fmla="*/ 198128 w 1118245"/>
              <a:gd name="connsiteY177" fmla="*/ 18967 h 740098"/>
              <a:gd name="connsiteX178" fmla="*/ 199247 w 1118245"/>
              <a:gd name="connsiteY178" fmla="*/ 19142 h 740098"/>
              <a:gd name="connsiteX179" fmla="*/ 200366 w 1118245"/>
              <a:gd name="connsiteY179" fmla="*/ 19317 h 740098"/>
              <a:gd name="connsiteX180" fmla="*/ 201486 w 1118245"/>
              <a:gd name="connsiteY180" fmla="*/ 19494 h 740098"/>
              <a:gd name="connsiteX181" fmla="*/ 202605 w 1118245"/>
              <a:gd name="connsiteY181" fmla="*/ 19672 h 740098"/>
              <a:gd name="connsiteX182" fmla="*/ 203724 w 1118245"/>
              <a:gd name="connsiteY182" fmla="*/ 19852 h 740098"/>
              <a:gd name="connsiteX183" fmla="*/ 204843 w 1118245"/>
              <a:gd name="connsiteY183" fmla="*/ 20032 h 740098"/>
              <a:gd name="connsiteX184" fmla="*/ 205963 w 1118245"/>
              <a:gd name="connsiteY184" fmla="*/ 20214 h 740098"/>
              <a:gd name="connsiteX185" fmla="*/ 207082 w 1118245"/>
              <a:gd name="connsiteY185" fmla="*/ 20396 h 740098"/>
              <a:gd name="connsiteX186" fmla="*/ 208202 w 1118245"/>
              <a:gd name="connsiteY186" fmla="*/ 20580 h 740098"/>
              <a:gd name="connsiteX187" fmla="*/ 209321 w 1118245"/>
              <a:gd name="connsiteY187" fmla="*/ 20765 h 740098"/>
              <a:gd name="connsiteX188" fmla="*/ 210441 w 1118245"/>
              <a:gd name="connsiteY188" fmla="*/ 20952 h 740098"/>
              <a:gd name="connsiteX189" fmla="*/ 211560 w 1118245"/>
              <a:gd name="connsiteY189" fmla="*/ 21140 h 740098"/>
              <a:gd name="connsiteX190" fmla="*/ 212679 w 1118245"/>
              <a:gd name="connsiteY190" fmla="*/ 21329 h 740098"/>
              <a:gd name="connsiteX191" fmla="*/ 213799 w 1118245"/>
              <a:gd name="connsiteY191" fmla="*/ 21519 h 740098"/>
              <a:gd name="connsiteX192" fmla="*/ 214918 w 1118245"/>
              <a:gd name="connsiteY192" fmla="*/ 21710 h 740098"/>
              <a:gd name="connsiteX193" fmla="*/ 216037 w 1118245"/>
              <a:gd name="connsiteY193" fmla="*/ 21903 h 740098"/>
              <a:gd name="connsiteX194" fmla="*/ 217157 w 1118245"/>
              <a:gd name="connsiteY194" fmla="*/ 22097 h 740098"/>
              <a:gd name="connsiteX195" fmla="*/ 218276 w 1118245"/>
              <a:gd name="connsiteY195" fmla="*/ 22292 h 740098"/>
              <a:gd name="connsiteX196" fmla="*/ 219395 w 1118245"/>
              <a:gd name="connsiteY196" fmla="*/ 22489 h 740098"/>
              <a:gd name="connsiteX197" fmla="*/ 220514 w 1118245"/>
              <a:gd name="connsiteY197" fmla="*/ 22686 h 740098"/>
              <a:gd name="connsiteX198" fmla="*/ 221634 w 1118245"/>
              <a:gd name="connsiteY198" fmla="*/ 22886 h 740098"/>
              <a:gd name="connsiteX199" fmla="*/ 222753 w 1118245"/>
              <a:gd name="connsiteY199" fmla="*/ 23086 h 740098"/>
              <a:gd name="connsiteX200" fmla="*/ 223873 w 1118245"/>
              <a:gd name="connsiteY200" fmla="*/ 23288 h 740098"/>
              <a:gd name="connsiteX201" fmla="*/ 224992 w 1118245"/>
              <a:gd name="connsiteY201" fmla="*/ 23491 h 740098"/>
              <a:gd name="connsiteX202" fmla="*/ 226112 w 1118245"/>
              <a:gd name="connsiteY202" fmla="*/ 23696 h 740098"/>
              <a:gd name="connsiteX203" fmla="*/ 227231 w 1118245"/>
              <a:gd name="connsiteY203" fmla="*/ 23902 h 740098"/>
              <a:gd name="connsiteX204" fmla="*/ 228350 w 1118245"/>
              <a:gd name="connsiteY204" fmla="*/ 24110 h 740098"/>
              <a:gd name="connsiteX205" fmla="*/ 229470 w 1118245"/>
              <a:gd name="connsiteY205" fmla="*/ 24319 h 740098"/>
              <a:gd name="connsiteX206" fmla="*/ 230589 w 1118245"/>
              <a:gd name="connsiteY206" fmla="*/ 24529 h 740098"/>
              <a:gd name="connsiteX207" fmla="*/ 231709 w 1118245"/>
              <a:gd name="connsiteY207" fmla="*/ 24740 h 740098"/>
              <a:gd name="connsiteX208" fmla="*/ 232828 w 1118245"/>
              <a:gd name="connsiteY208" fmla="*/ 24954 h 740098"/>
              <a:gd name="connsiteX209" fmla="*/ 233947 w 1118245"/>
              <a:gd name="connsiteY209" fmla="*/ 25169 h 740098"/>
              <a:gd name="connsiteX210" fmla="*/ 235066 w 1118245"/>
              <a:gd name="connsiteY210" fmla="*/ 25385 h 740098"/>
              <a:gd name="connsiteX211" fmla="*/ 236186 w 1118245"/>
              <a:gd name="connsiteY211" fmla="*/ 25602 h 740098"/>
              <a:gd name="connsiteX212" fmla="*/ 237305 w 1118245"/>
              <a:gd name="connsiteY212" fmla="*/ 25821 h 740098"/>
              <a:gd name="connsiteX213" fmla="*/ 238424 w 1118245"/>
              <a:gd name="connsiteY213" fmla="*/ 26041 h 740098"/>
              <a:gd name="connsiteX214" fmla="*/ 239544 w 1118245"/>
              <a:gd name="connsiteY214" fmla="*/ 26263 h 740098"/>
              <a:gd name="connsiteX215" fmla="*/ 240663 w 1118245"/>
              <a:gd name="connsiteY215" fmla="*/ 26487 h 740098"/>
              <a:gd name="connsiteX216" fmla="*/ 241783 w 1118245"/>
              <a:gd name="connsiteY216" fmla="*/ 26712 h 740098"/>
              <a:gd name="connsiteX217" fmla="*/ 242902 w 1118245"/>
              <a:gd name="connsiteY217" fmla="*/ 26939 h 740098"/>
              <a:gd name="connsiteX218" fmla="*/ 244022 w 1118245"/>
              <a:gd name="connsiteY218" fmla="*/ 27168 h 740098"/>
              <a:gd name="connsiteX219" fmla="*/ 245141 w 1118245"/>
              <a:gd name="connsiteY219" fmla="*/ 27397 h 740098"/>
              <a:gd name="connsiteX220" fmla="*/ 246260 w 1118245"/>
              <a:gd name="connsiteY220" fmla="*/ 27629 h 740098"/>
              <a:gd name="connsiteX221" fmla="*/ 247380 w 1118245"/>
              <a:gd name="connsiteY221" fmla="*/ 27861 h 740098"/>
              <a:gd name="connsiteX222" fmla="*/ 248499 w 1118245"/>
              <a:gd name="connsiteY222" fmla="*/ 28097 h 740098"/>
              <a:gd name="connsiteX223" fmla="*/ 249618 w 1118245"/>
              <a:gd name="connsiteY223" fmla="*/ 28333 h 740098"/>
              <a:gd name="connsiteX224" fmla="*/ 250737 w 1118245"/>
              <a:gd name="connsiteY224" fmla="*/ 28571 h 740098"/>
              <a:gd name="connsiteX225" fmla="*/ 251857 w 1118245"/>
              <a:gd name="connsiteY225" fmla="*/ 28811 h 740098"/>
              <a:gd name="connsiteX226" fmla="*/ 252976 w 1118245"/>
              <a:gd name="connsiteY226" fmla="*/ 29051 h 740098"/>
              <a:gd name="connsiteX227" fmla="*/ 254095 w 1118245"/>
              <a:gd name="connsiteY227" fmla="*/ 29295 h 740098"/>
              <a:gd name="connsiteX228" fmla="*/ 255215 w 1118245"/>
              <a:gd name="connsiteY228" fmla="*/ 29539 h 740098"/>
              <a:gd name="connsiteX229" fmla="*/ 256334 w 1118245"/>
              <a:gd name="connsiteY229" fmla="*/ 29786 h 740098"/>
              <a:gd name="connsiteX230" fmla="*/ 257454 w 1118245"/>
              <a:gd name="connsiteY230" fmla="*/ 30034 h 740098"/>
              <a:gd name="connsiteX231" fmla="*/ 258573 w 1118245"/>
              <a:gd name="connsiteY231" fmla="*/ 30284 h 740098"/>
              <a:gd name="connsiteX232" fmla="*/ 259693 w 1118245"/>
              <a:gd name="connsiteY232" fmla="*/ 30536 h 740098"/>
              <a:gd name="connsiteX233" fmla="*/ 260812 w 1118245"/>
              <a:gd name="connsiteY233" fmla="*/ 30789 h 740098"/>
              <a:gd name="connsiteX234" fmla="*/ 261932 w 1118245"/>
              <a:gd name="connsiteY234" fmla="*/ 31044 h 740098"/>
              <a:gd name="connsiteX235" fmla="*/ 263051 w 1118245"/>
              <a:gd name="connsiteY235" fmla="*/ 31301 h 740098"/>
              <a:gd name="connsiteX236" fmla="*/ 264170 w 1118245"/>
              <a:gd name="connsiteY236" fmla="*/ 31560 h 740098"/>
              <a:gd name="connsiteX237" fmla="*/ 265289 w 1118245"/>
              <a:gd name="connsiteY237" fmla="*/ 31821 h 740098"/>
              <a:gd name="connsiteX238" fmla="*/ 266409 w 1118245"/>
              <a:gd name="connsiteY238" fmla="*/ 32083 h 740098"/>
              <a:gd name="connsiteX239" fmla="*/ 267528 w 1118245"/>
              <a:gd name="connsiteY239" fmla="*/ 32348 h 740098"/>
              <a:gd name="connsiteX240" fmla="*/ 268647 w 1118245"/>
              <a:gd name="connsiteY240" fmla="*/ 32614 h 740098"/>
              <a:gd name="connsiteX241" fmla="*/ 269767 w 1118245"/>
              <a:gd name="connsiteY241" fmla="*/ 32882 h 740098"/>
              <a:gd name="connsiteX242" fmla="*/ 270886 w 1118245"/>
              <a:gd name="connsiteY242" fmla="*/ 33152 h 740098"/>
              <a:gd name="connsiteX243" fmla="*/ 272005 w 1118245"/>
              <a:gd name="connsiteY243" fmla="*/ 33425 h 740098"/>
              <a:gd name="connsiteX244" fmla="*/ 273125 w 1118245"/>
              <a:gd name="connsiteY244" fmla="*/ 33699 h 740098"/>
              <a:gd name="connsiteX245" fmla="*/ 274244 w 1118245"/>
              <a:gd name="connsiteY245" fmla="*/ 33974 h 740098"/>
              <a:gd name="connsiteX246" fmla="*/ 275364 w 1118245"/>
              <a:gd name="connsiteY246" fmla="*/ 34252 h 740098"/>
              <a:gd name="connsiteX247" fmla="*/ 276483 w 1118245"/>
              <a:gd name="connsiteY247" fmla="*/ 34532 h 740098"/>
              <a:gd name="connsiteX248" fmla="*/ 277603 w 1118245"/>
              <a:gd name="connsiteY248" fmla="*/ 34815 h 740098"/>
              <a:gd name="connsiteX249" fmla="*/ 278722 w 1118245"/>
              <a:gd name="connsiteY249" fmla="*/ 35099 h 740098"/>
              <a:gd name="connsiteX250" fmla="*/ 279841 w 1118245"/>
              <a:gd name="connsiteY250" fmla="*/ 35385 h 740098"/>
              <a:gd name="connsiteX251" fmla="*/ 280961 w 1118245"/>
              <a:gd name="connsiteY251" fmla="*/ 35673 h 740098"/>
              <a:gd name="connsiteX252" fmla="*/ 282080 w 1118245"/>
              <a:gd name="connsiteY252" fmla="*/ 35963 h 740098"/>
              <a:gd name="connsiteX253" fmla="*/ 283199 w 1118245"/>
              <a:gd name="connsiteY253" fmla="*/ 36256 h 740098"/>
              <a:gd name="connsiteX254" fmla="*/ 284318 w 1118245"/>
              <a:gd name="connsiteY254" fmla="*/ 36550 h 740098"/>
              <a:gd name="connsiteX255" fmla="*/ 285438 w 1118245"/>
              <a:gd name="connsiteY255" fmla="*/ 36847 h 740098"/>
              <a:gd name="connsiteX256" fmla="*/ 286557 w 1118245"/>
              <a:gd name="connsiteY256" fmla="*/ 37146 h 740098"/>
              <a:gd name="connsiteX257" fmla="*/ 287677 w 1118245"/>
              <a:gd name="connsiteY257" fmla="*/ 37447 h 740098"/>
              <a:gd name="connsiteX258" fmla="*/ 288796 w 1118245"/>
              <a:gd name="connsiteY258" fmla="*/ 37750 h 740098"/>
              <a:gd name="connsiteX259" fmla="*/ 289915 w 1118245"/>
              <a:gd name="connsiteY259" fmla="*/ 38056 h 740098"/>
              <a:gd name="connsiteX260" fmla="*/ 291035 w 1118245"/>
              <a:gd name="connsiteY260" fmla="*/ 38363 h 740098"/>
              <a:gd name="connsiteX261" fmla="*/ 292154 w 1118245"/>
              <a:gd name="connsiteY261" fmla="*/ 38673 h 740098"/>
              <a:gd name="connsiteX262" fmla="*/ 293274 w 1118245"/>
              <a:gd name="connsiteY262" fmla="*/ 38986 h 740098"/>
              <a:gd name="connsiteX263" fmla="*/ 294393 w 1118245"/>
              <a:gd name="connsiteY263" fmla="*/ 39300 h 740098"/>
              <a:gd name="connsiteX264" fmla="*/ 295512 w 1118245"/>
              <a:gd name="connsiteY264" fmla="*/ 39617 h 740098"/>
              <a:gd name="connsiteX265" fmla="*/ 296632 w 1118245"/>
              <a:gd name="connsiteY265" fmla="*/ 39937 h 740098"/>
              <a:gd name="connsiteX266" fmla="*/ 297751 w 1118245"/>
              <a:gd name="connsiteY266" fmla="*/ 40258 h 740098"/>
              <a:gd name="connsiteX267" fmla="*/ 298870 w 1118245"/>
              <a:gd name="connsiteY267" fmla="*/ 40582 h 740098"/>
              <a:gd name="connsiteX268" fmla="*/ 299989 w 1118245"/>
              <a:gd name="connsiteY268" fmla="*/ 40909 h 740098"/>
              <a:gd name="connsiteX269" fmla="*/ 301109 w 1118245"/>
              <a:gd name="connsiteY269" fmla="*/ 41237 h 740098"/>
              <a:gd name="connsiteX270" fmla="*/ 302228 w 1118245"/>
              <a:gd name="connsiteY270" fmla="*/ 41568 h 740098"/>
              <a:gd name="connsiteX271" fmla="*/ 303348 w 1118245"/>
              <a:gd name="connsiteY271" fmla="*/ 41902 h 740098"/>
              <a:gd name="connsiteX272" fmla="*/ 304467 w 1118245"/>
              <a:gd name="connsiteY272" fmla="*/ 42239 h 740098"/>
              <a:gd name="connsiteX273" fmla="*/ 305587 w 1118245"/>
              <a:gd name="connsiteY273" fmla="*/ 42577 h 740098"/>
              <a:gd name="connsiteX274" fmla="*/ 306706 w 1118245"/>
              <a:gd name="connsiteY274" fmla="*/ 42918 h 740098"/>
              <a:gd name="connsiteX275" fmla="*/ 307825 w 1118245"/>
              <a:gd name="connsiteY275" fmla="*/ 43262 h 740098"/>
              <a:gd name="connsiteX276" fmla="*/ 308945 w 1118245"/>
              <a:gd name="connsiteY276" fmla="*/ 43609 h 740098"/>
              <a:gd name="connsiteX277" fmla="*/ 310064 w 1118245"/>
              <a:gd name="connsiteY277" fmla="*/ 43958 h 740098"/>
              <a:gd name="connsiteX278" fmla="*/ 311184 w 1118245"/>
              <a:gd name="connsiteY278" fmla="*/ 44310 h 740098"/>
              <a:gd name="connsiteX279" fmla="*/ 312303 w 1118245"/>
              <a:gd name="connsiteY279" fmla="*/ 44663 h 740098"/>
              <a:gd name="connsiteX280" fmla="*/ 313422 w 1118245"/>
              <a:gd name="connsiteY280" fmla="*/ 45021 h 740098"/>
              <a:gd name="connsiteX281" fmla="*/ 314541 w 1118245"/>
              <a:gd name="connsiteY281" fmla="*/ 45380 h 740098"/>
              <a:gd name="connsiteX282" fmla="*/ 315661 w 1118245"/>
              <a:gd name="connsiteY282" fmla="*/ 45743 h 740098"/>
              <a:gd name="connsiteX283" fmla="*/ 316780 w 1118245"/>
              <a:gd name="connsiteY283" fmla="*/ 46108 h 740098"/>
              <a:gd name="connsiteX284" fmla="*/ 317899 w 1118245"/>
              <a:gd name="connsiteY284" fmla="*/ 46476 h 740098"/>
              <a:gd name="connsiteX285" fmla="*/ 319019 w 1118245"/>
              <a:gd name="connsiteY285" fmla="*/ 46846 h 740098"/>
              <a:gd name="connsiteX286" fmla="*/ 320138 w 1118245"/>
              <a:gd name="connsiteY286" fmla="*/ 47220 h 740098"/>
              <a:gd name="connsiteX287" fmla="*/ 321258 w 1118245"/>
              <a:gd name="connsiteY287" fmla="*/ 47596 h 740098"/>
              <a:gd name="connsiteX288" fmla="*/ 322377 w 1118245"/>
              <a:gd name="connsiteY288" fmla="*/ 47975 h 740098"/>
              <a:gd name="connsiteX289" fmla="*/ 323497 w 1118245"/>
              <a:gd name="connsiteY289" fmla="*/ 48357 h 740098"/>
              <a:gd name="connsiteX290" fmla="*/ 324616 w 1118245"/>
              <a:gd name="connsiteY290" fmla="*/ 48742 h 740098"/>
              <a:gd name="connsiteX291" fmla="*/ 325735 w 1118245"/>
              <a:gd name="connsiteY291" fmla="*/ 49130 h 740098"/>
              <a:gd name="connsiteX292" fmla="*/ 326855 w 1118245"/>
              <a:gd name="connsiteY292" fmla="*/ 49521 h 740098"/>
              <a:gd name="connsiteX293" fmla="*/ 327974 w 1118245"/>
              <a:gd name="connsiteY293" fmla="*/ 49915 h 740098"/>
              <a:gd name="connsiteX294" fmla="*/ 329093 w 1118245"/>
              <a:gd name="connsiteY294" fmla="*/ 50312 h 740098"/>
              <a:gd name="connsiteX295" fmla="*/ 330212 w 1118245"/>
              <a:gd name="connsiteY295" fmla="*/ 50713 h 740098"/>
              <a:gd name="connsiteX296" fmla="*/ 331332 w 1118245"/>
              <a:gd name="connsiteY296" fmla="*/ 51115 h 740098"/>
              <a:gd name="connsiteX297" fmla="*/ 332451 w 1118245"/>
              <a:gd name="connsiteY297" fmla="*/ 51522 h 740098"/>
              <a:gd name="connsiteX298" fmla="*/ 333570 w 1118245"/>
              <a:gd name="connsiteY298" fmla="*/ 51931 h 740098"/>
              <a:gd name="connsiteX299" fmla="*/ 334690 w 1118245"/>
              <a:gd name="connsiteY299" fmla="*/ 52344 h 740098"/>
              <a:gd name="connsiteX300" fmla="*/ 335809 w 1118245"/>
              <a:gd name="connsiteY300" fmla="*/ 52759 h 740098"/>
              <a:gd name="connsiteX301" fmla="*/ 336929 w 1118245"/>
              <a:gd name="connsiteY301" fmla="*/ 53178 h 740098"/>
              <a:gd name="connsiteX302" fmla="*/ 338048 w 1118245"/>
              <a:gd name="connsiteY302" fmla="*/ 53600 h 740098"/>
              <a:gd name="connsiteX303" fmla="*/ 339168 w 1118245"/>
              <a:gd name="connsiteY303" fmla="*/ 54026 h 740098"/>
              <a:gd name="connsiteX304" fmla="*/ 340287 w 1118245"/>
              <a:gd name="connsiteY304" fmla="*/ 54454 h 740098"/>
              <a:gd name="connsiteX305" fmla="*/ 341406 w 1118245"/>
              <a:gd name="connsiteY305" fmla="*/ 54887 h 740098"/>
              <a:gd name="connsiteX306" fmla="*/ 342526 w 1118245"/>
              <a:gd name="connsiteY306" fmla="*/ 55322 h 740098"/>
              <a:gd name="connsiteX307" fmla="*/ 343645 w 1118245"/>
              <a:gd name="connsiteY307" fmla="*/ 55761 h 740098"/>
              <a:gd name="connsiteX308" fmla="*/ 344764 w 1118245"/>
              <a:gd name="connsiteY308" fmla="*/ 56203 h 740098"/>
              <a:gd name="connsiteX309" fmla="*/ 345884 w 1118245"/>
              <a:gd name="connsiteY309" fmla="*/ 56648 h 740098"/>
              <a:gd name="connsiteX310" fmla="*/ 347003 w 1118245"/>
              <a:gd name="connsiteY310" fmla="*/ 57098 h 740098"/>
              <a:gd name="connsiteX311" fmla="*/ 348122 w 1118245"/>
              <a:gd name="connsiteY311" fmla="*/ 57551 h 740098"/>
              <a:gd name="connsiteX312" fmla="*/ 349242 w 1118245"/>
              <a:gd name="connsiteY312" fmla="*/ 58007 h 740098"/>
              <a:gd name="connsiteX313" fmla="*/ 350361 w 1118245"/>
              <a:gd name="connsiteY313" fmla="*/ 58467 h 740098"/>
              <a:gd name="connsiteX314" fmla="*/ 351480 w 1118245"/>
              <a:gd name="connsiteY314" fmla="*/ 58930 h 740098"/>
              <a:gd name="connsiteX315" fmla="*/ 352600 w 1118245"/>
              <a:gd name="connsiteY315" fmla="*/ 59397 h 740098"/>
              <a:gd name="connsiteX316" fmla="*/ 353721 w 1118245"/>
              <a:gd name="connsiteY316" fmla="*/ 59867 h 740098"/>
              <a:gd name="connsiteX317" fmla="*/ 354837 w 1118245"/>
              <a:gd name="connsiteY317" fmla="*/ 60342 h 740098"/>
              <a:gd name="connsiteX318" fmla="*/ 355959 w 1118245"/>
              <a:gd name="connsiteY318" fmla="*/ 60821 h 740098"/>
              <a:gd name="connsiteX319" fmla="*/ 357075 w 1118245"/>
              <a:gd name="connsiteY319" fmla="*/ 61302 h 740098"/>
              <a:gd name="connsiteX320" fmla="*/ 358197 w 1118245"/>
              <a:gd name="connsiteY320" fmla="*/ 61788 h 740098"/>
              <a:gd name="connsiteX321" fmla="*/ 359313 w 1118245"/>
              <a:gd name="connsiteY321" fmla="*/ 62277 h 740098"/>
              <a:gd name="connsiteX322" fmla="*/ 360435 w 1118245"/>
              <a:gd name="connsiteY322" fmla="*/ 62771 h 740098"/>
              <a:gd name="connsiteX323" fmla="*/ 361558 w 1118245"/>
              <a:gd name="connsiteY323" fmla="*/ 63268 h 740098"/>
              <a:gd name="connsiteX324" fmla="*/ 362674 w 1118245"/>
              <a:gd name="connsiteY324" fmla="*/ 63770 h 740098"/>
              <a:gd name="connsiteX325" fmla="*/ 363796 w 1118245"/>
              <a:gd name="connsiteY325" fmla="*/ 64275 h 740098"/>
              <a:gd name="connsiteX326" fmla="*/ 364912 w 1118245"/>
              <a:gd name="connsiteY326" fmla="*/ 64784 h 740098"/>
              <a:gd name="connsiteX327" fmla="*/ 366034 w 1118245"/>
              <a:gd name="connsiteY327" fmla="*/ 65298 h 740098"/>
              <a:gd name="connsiteX328" fmla="*/ 367150 w 1118245"/>
              <a:gd name="connsiteY328" fmla="*/ 65815 h 740098"/>
              <a:gd name="connsiteX329" fmla="*/ 368272 w 1118245"/>
              <a:gd name="connsiteY329" fmla="*/ 66337 h 740098"/>
              <a:gd name="connsiteX330" fmla="*/ 369388 w 1118245"/>
              <a:gd name="connsiteY330" fmla="*/ 66863 h 740098"/>
              <a:gd name="connsiteX331" fmla="*/ 370510 w 1118245"/>
              <a:gd name="connsiteY331" fmla="*/ 67393 h 740098"/>
              <a:gd name="connsiteX332" fmla="*/ 371627 w 1118245"/>
              <a:gd name="connsiteY332" fmla="*/ 67927 h 740098"/>
              <a:gd name="connsiteX333" fmla="*/ 372749 w 1118245"/>
              <a:gd name="connsiteY333" fmla="*/ 68466 h 740098"/>
              <a:gd name="connsiteX334" fmla="*/ 373871 w 1118245"/>
              <a:gd name="connsiteY334" fmla="*/ 69009 h 740098"/>
              <a:gd name="connsiteX335" fmla="*/ 374987 w 1118245"/>
              <a:gd name="connsiteY335" fmla="*/ 69555 h 740098"/>
              <a:gd name="connsiteX336" fmla="*/ 376109 w 1118245"/>
              <a:gd name="connsiteY336" fmla="*/ 70107 h 740098"/>
              <a:gd name="connsiteX337" fmla="*/ 377225 w 1118245"/>
              <a:gd name="connsiteY337" fmla="*/ 70663 h 740098"/>
              <a:gd name="connsiteX338" fmla="*/ 378347 w 1118245"/>
              <a:gd name="connsiteY338" fmla="*/ 71224 h 740098"/>
              <a:gd name="connsiteX339" fmla="*/ 379463 w 1118245"/>
              <a:gd name="connsiteY339" fmla="*/ 71788 h 740098"/>
              <a:gd name="connsiteX340" fmla="*/ 380585 w 1118245"/>
              <a:gd name="connsiteY340" fmla="*/ 72358 h 740098"/>
              <a:gd name="connsiteX341" fmla="*/ 381701 w 1118245"/>
              <a:gd name="connsiteY341" fmla="*/ 72932 h 740098"/>
              <a:gd name="connsiteX342" fmla="*/ 382824 w 1118245"/>
              <a:gd name="connsiteY342" fmla="*/ 73511 h 740098"/>
              <a:gd name="connsiteX343" fmla="*/ 383940 w 1118245"/>
              <a:gd name="connsiteY343" fmla="*/ 74094 h 740098"/>
              <a:gd name="connsiteX344" fmla="*/ 385062 w 1118245"/>
              <a:gd name="connsiteY344" fmla="*/ 74683 h 740098"/>
              <a:gd name="connsiteX345" fmla="*/ 386178 w 1118245"/>
              <a:gd name="connsiteY345" fmla="*/ 75275 h 740098"/>
              <a:gd name="connsiteX346" fmla="*/ 387300 w 1118245"/>
              <a:gd name="connsiteY346" fmla="*/ 75873 h 740098"/>
              <a:gd name="connsiteX347" fmla="*/ 388422 w 1118245"/>
              <a:gd name="connsiteY347" fmla="*/ 76476 h 740098"/>
              <a:gd name="connsiteX348" fmla="*/ 389538 w 1118245"/>
              <a:gd name="connsiteY348" fmla="*/ 77083 h 740098"/>
              <a:gd name="connsiteX349" fmla="*/ 390660 w 1118245"/>
              <a:gd name="connsiteY349" fmla="*/ 77695 h 740098"/>
              <a:gd name="connsiteX350" fmla="*/ 391776 w 1118245"/>
              <a:gd name="connsiteY350" fmla="*/ 78312 h 740098"/>
              <a:gd name="connsiteX351" fmla="*/ 392898 w 1118245"/>
              <a:gd name="connsiteY351" fmla="*/ 78935 h 740098"/>
              <a:gd name="connsiteX352" fmla="*/ 394015 w 1118245"/>
              <a:gd name="connsiteY352" fmla="*/ 79562 h 740098"/>
              <a:gd name="connsiteX353" fmla="*/ 395137 w 1118245"/>
              <a:gd name="connsiteY353" fmla="*/ 80194 h 740098"/>
              <a:gd name="connsiteX354" fmla="*/ 396253 w 1118245"/>
              <a:gd name="connsiteY354" fmla="*/ 80832 h 740098"/>
              <a:gd name="connsiteX355" fmla="*/ 397375 w 1118245"/>
              <a:gd name="connsiteY355" fmla="*/ 81475 h 740098"/>
              <a:gd name="connsiteX356" fmla="*/ 398491 w 1118245"/>
              <a:gd name="connsiteY356" fmla="*/ 82123 h 740098"/>
              <a:gd name="connsiteX357" fmla="*/ 399613 w 1118245"/>
              <a:gd name="connsiteY357" fmla="*/ 82776 h 740098"/>
              <a:gd name="connsiteX358" fmla="*/ 400735 w 1118245"/>
              <a:gd name="connsiteY358" fmla="*/ 83435 h 740098"/>
              <a:gd name="connsiteX359" fmla="*/ 401851 w 1118245"/>
              <a:gd name="connsiteY359" fmla="*/ 84099 h 740098"/>
              <a:gd name="connsiteX360" fmla="*/ 402973 w 1118245"/>
              <a:gd name="connsiteY360" fmla="*/ 84768 h 740098"/>
              <a:gd name="connsiteX361" fmla="*/ 404090 w 1118245"/>
              <a:gd name="connsiteY361" fmla="*/ 85443 h 740098"/>
              <a:gd name="connsiteX362" fmla="*/ 405212 w 1118245"/>
              <a:gd name="connsiteY362" fmla="*/ 86124 h 740098"/>
              <a:gd name="connsiteX363" fmla="*/ 406328 w 1118245"/>
              <a:gd name="connsiteY363" fmla="*/ 86809 h 740098"/>
              <a:gd name="connsiteX364" fmla="*/ 407450 w 1118245"/>
              <a:gd name="connsiteY364" fmla="*/ 87501 h 740098"/>
              <a:gd name="connsiteX365" fmla="*/ 408566 w 1118245"/>
              <a:gd name="connsiteY365" fmla="*/ 88198 h 740098"/>
              <a:gd name="connsiteX366" fmla="*/ 409688 w 1118245"/>
              <a:gd name="connsiteY366" fmla="*/ 88901 h 740098"/>
              <a:gd name="connsiteX367" fmla="*/ 410804 w 1118245"/>
              <a:gd name="connsiteY367" fmla="*/ 89610 h 740098"/>
              <a:gd name="connsiteX368" fmla="*/ 411926 w 1118245"/>
              <a:gd name="connsiteY368" fmla="*/ 90324 h 740098"/>
              <a:gd name="connsiteX369" fmla="*/ 413048 w 1118245"/>
              <a:gd name="connsiteY369" fmla="*/ 91045 h 740098"/>
              <a:gd name="connsiteX370" fmla="*/ 414164 w 1118245"/>
              <a:gd name="connsiteY370" fmla="*/ 91771 h 740098"/>
              <a:gd name="connsiteX371" fmla="*/ 415287 w 1118245"/>
              <a:gd name="connsiteY371" fmla="*/ 92503 h 740098"/>
              <a:gd name="connsiteX372" fmla="*/ 416403 w 1118245"/>
              <a:gd name="connsiteY372" fmla="*/ 93242 h 740098"/>
              <a:gd name="connsiteX373" fmla="*/ 417525 w 1118245"/>
              <a:gd name="connsiteY373" fmla="*/ 93986 h 740098"/>
              <a:gd name="connsiteX374" fmla="*/ 418641 w 1118245"/>
              <a:gd name="connsiteY374" fmla="*/ 94736 h 740098"/>
              <a:gd name="connsiteX375" fmla="*/ 419763 w 1118245"/>
              <a:gd name="connsiteY375" fmla="*/ 95493 h 740098"/>
              <a:gd name="connsiteX376" fmla="*/ 420879 w 1118245"/>
              <a:gd name="connsiteY376" fmla="*/ 96256 h 740098"/>
              <a:gd name="connsiteX377" fmla="*/ 422001 w 1118245"/>
              <a:gd name="connsiteY377" fmla="*/ 97025 h 740098"/>
              <a:gd name="connsiteX378" fmla="*/ 423117 w 1118245"/>
              <a:gd name="connsiteY378" fmla="*/ 97801 h 740098"/>
              <a:gd name="connsiteX379" fmla="*/ 424239 w 1118245"/>
              <a:gd name="connsiteY379" fmla="*/ 98583 h 740098"/>
              <a:gd name="connsiteX380" fmla="*/ 425361 w 1118245"/>
              <a:gd name="connsiteY380" fmla="*/ 99370 h 740098"/>
              <a:gd name="connsiteX381" fmla="*/ 426478 w 1118245"/>
              <a:gd name="connsiteY381" fmla="*/ 100165 h 740098"/>
              <a:gd name="connsiteX382" fmla="*/ 427600 w 1118245"/>
              <a:gd name="connsiteY382" fmla="*/ 100967 h 740098"/>
              <a:gd name="connsiteX383" fmla="*/ 428716 w 1118245"/>
              <a:gd name="connsiteY383" fmla="*/ 101775 h 740098"/>
              <a:gd name="connsiteX384" fmla="*/ 429838 w 1118245"/>
              <a:gd name="connsiteY384" fmla="*/ 102589 h 740098"/>
              <a:gd name="connsiteX385" fmla="*/ 430954 w 1118245"/>
              <a:gd name="connsiteY385" fmla="*/ 103410 h 740098"/>
              <a:gd name="connsiteX386" fmla="*/ 432076 w 1118245"/>
              <a:gd name="connsiteY386" fmla="*/ 104238 h 740098"/>
              <a:gd name="connsiteX387" fmla="*/ 433192 w 1118245"/>
              <a:gd name="connsiteY387" fmla="*/ 105073 h 740098"/>
              <a:gd name="connsiteX388" fmla="*/ 434314 w 1118245"/>
              <a:gd name="connsiteY388" fmla="*/ 105915 h 740098"/>
              <a:gd name="connsiteX389" fmla="*/ 435430 w 1118245"/>
              <a:gd name="connsiteY389" fmla="*/ 106764 h 740098"/>
              <a:gd name="connsiteX390" fmla="*/ 436553 w 1118245"/>
              <a:gd name="connsiteY390" fmla="*/ 107619 h 740098"/>
              <a:gd name="connsiteX391" fmla="*/ 437669 w 1118245"/>
              <a:gd name="connsiteY391" fmla="*/ 108482 h 740098"/>
              <a:gd name="connsiteX392" fmla="*/ 438791 w 1118245"/>
              <a:gd name="connsiteY392" fmla="*/ 109352 h 740098"/>
              <a:gd name="connsiteX393" fmla="*/ 439913 w 1118245"/>
              <a:gd name="connsiteY393" fmla="*/ 110229 h 740098"/>
              <a:gd name="connsiteX394" fmla="*/ 441029 w 1118245"/>
              <a:gd name="connsiteY394" fmla="*/ 111113 h 740098"/>
              <a:gd name="connsiteX395" fmla="*/ 442151 w 1118245"/>
              <a:gd name="connsiteY395" fmla="*/ 112005 h 740098"/>
              <a:gd name="connsiteX396" fmla="*/ 443267 w 1118245"/>
              <a:gd name="connsiteY396" fmla="*/ 112904 h 740098"/>
              <a:gd name="connsiteX397" fmla="*/ 444389 w 1118245"/>
              <a:gd name="connsiteY397" fmla="*/ 113810 h 740098"/>
              <a:gd name="connsiteX398" fmla="*/ 445505 w 1118245"/>
              <a:gd name="connsiteY398" fmla="*/ 114724 h 740098"/>
              <a:gd name="connsiteX399" fmla="*/ 446627 w 1118245"/>
              <a:gd name="connsiteY399" fmla="*/ 115645 h 740098"/>
              <a:gd name="connsiteX400" fmla="*/ 447744 w 1118245"/>
              <a:gd name="connsiteY400" fmla="*/ 116574 h 740098"/>
              <a:gd name="connsiteX401" fmla="*/ 448866 w 1118245"/>
              <a:gd name="connsiteY401" fmla="*/ 117510 h 740098"/>
              <a:gd name="connsiteX402" fmla="*/ 449982 w 1118245"/>
              <a:gd name="connsiteY402" fmla="*/ 118454 h 740098"/>
              <a:gd name="connsiteX403" fmla="*/ 451104 w 1118245"/>
              <a:gd name="connsiteY403" fmla="*/ 119406 h 740098"/>
              <a:gd name="connsiteX404" fmla="*/ 452226 w 1118245"/>
              <a:gd name="connsiteY404" fmla="*/ 120366 h 740098"/>
              <a:gd name="connsiteX405" fmla="*/ 453342 w 1118245"/>
              <a:gd name="connsiteY405" fmla="*/ 121334 h 740098"/>
              <a:gd name="connsiteX406" fmla="*/ 454464 w 1118245"/>
              <a:gd name="connsiteY406" fmla="*/ 122309 h 740098"/>
              <a:gd name="connsiteX407" fmla="*/ 455580 w 1118245"/>
              <a:gd name="connsiteY407" fmla="*/ 123293 h 740098"/>
              <a:gd name="connsiteX408" fmla="*/ 456702 w 1118245"/>
              <a:gd name="connsiteY408" fmla="*/ 124285 h 740098"/>
              <a:gd name="connsiteX409" fmla="*/ 457819 w 1118245"/>
              <a:gd name="connsiteY409" fmla="*/ 125285 h 740098"/>
              <a:gd name="connsiteX410" fmla="*/ 458941 w 1118245"/>
              <a:gd name="connsiteY410" fmla="*/ 126293 h 740098"/>
              <a:gd name="connsiteX411" fmla="*/ 460057 w 1118245"/>
              <a:gd name="connsiteY411" fmla="*/ 127309 h 740098"/>
              <a:gd name="connsiteX412" fmla="*/ 461179 w 1118245"/>
              <a:gd name="connsiteY412" fmla="*/ 128334 h 740098"/>
              <a:gd name="connsiteX413" fmla="*/ 462295 w 1118245"/>
              <a:gd name="connsiteY413" fmla="*/ 129367 h 740098"/>
              <a:gd name="connsiteX414" fmla="*/ 463417 w 1118245"/>
              <a:gd name="connsiteY414" fmla="*/ 130408 h 740098"/>
              <a:gd name="connsiteX415" fmla="*/ 464539 w 1118245"/>
              <a:gd name="connsiteY415" fmla="*/ 131458 h 740098"/>
              <a:gd name="connsiteX416" fmla="*/ 465655 w 1118245"/>
              <a:gd name="connsiteY416" fmla="*/ 132517 h 740098"/>
              <a:gd name="connsiteX417" fmla="*/ 466777 w 1118245"/>
              <a:gd name="connsiteY417" fmla="*/ 133584 h 740098"/>
              <a:gd name="connsiteX418" fmla="*/ 467893 w 1118245"/>
              <a:gd name="connsiteY418" fmla="*/ 134660 h 740098"/>
              <a:gd name="connsiteX419" fmla="*/ 469016 w 1118245"/>
              <a:gd name="connsiteY419" fmla="*/ 135745 h 740098"/>
              <a:gd name="connsiteX420" fmla="*/ 470132 w 1118245"/>
              <a:gd name="connsiteY420" fmla="*/ 136838 h 740098"/>
              <a:gd name="connsiteX421" fmla="*/ 471254 w 1118245"/>
              <a:gd name="connsiteY421" fmla="*/ 137941 h 740098"/>
              <a:gd name="connsiteX422" fmla="*/ 472370 w 1118245"/>
              <a:gd name="connsiteY422" fmla="*/ 139052 h 740098"/>
              <a:gd name="connsiteX423" fmla="*/ 473492 w 1118245"/>
              <a:gd name="connsiteY423" fmla="*/ 140173 h 740098"/>
              <a:gd name="connsiteX424" fmla="*/ 474608 w 1118245"/>
              <a:gd name="connsiteY424" fmla="*/ 141302 h 740098"/>
              <a:gd name="connsiteX425" fmla="*/ 475730 w 1118245"/>
              <a:gd name="connsiteY425" fmla="*/ 142441 h 740098"/>
              <a:gd name="connsiteX426" fmla="*/ 476852 w 1118245"/>
              <a:gd name="connsiteY426" fmla="*/ 143589 h 740098"/>
              <a:gd name="connsiteX427" fmla="*/ 477968 w 1118245"/>
              <a:gd name="connsiteY427" fmla="*/ 144747 h 740098"/>
              <a:gd name="connsiteX428" fmla="*/ 479090 w 1118245"/>
              <a:gd name="connsiteY428" fmla="*/ 145913 h 740098"/>
              <a:gd name="connsiteX429" fmla="*/ 480207 w 1118245"/>
              <a:gd name="connsiteY429" fmla="*/ 147089 h 740098"/>
              <a:gd name="connsiteX430" fmla="*/ 481329 w 1118245"/>
              <a:gd name="connsiteY430" fmla="*/ 148274 h 740098"/>
              <a:gd name="connsiteX431" fmla="*/ 482445 w 1118245"/>
              <a:gd name="connsiteY431" fmla="*/ 149470 h 740098"/>
              <a:gd name="connsiteX432" fmla="*/ 483567 w 1118245"/>
              <a:gd name="connsiteY432" fmla="*/ 150675 h 740098"/>
              <a:gd name="connsiteX433" fmla="*/ 484683 w 1118245"/>
              <a:gd name="connsiteY433" fmla="*/ 151889 h 740098"/>
              <a:gd name="connsiteX434" fmla="*/ 485805 w 1118245"/>
              <a:gd name="connsiteY434" fmla="*/ 153113 h 740098"/>
              <a:gd name="connsiteX435" fmla="*/ 486921 w 1118245"/>
              <a:gd name="connsiteY435" fmla="*/ 154347 h 740098"/>
              <a:gd name="connsiteX436" fmla="*/ 488043 w 1118245"/>
              <a:gd name="connsiteY436" fmla="*/ 155590 h 740098"/>
              <a:gd name="connsiteX437" fmla="*/ 489159 w 1118245"/>
              <a:gd name="connsiteY437" fmla="*/ 156844 h 740098"/>
              <a:gd name="connsiteX438" fmla="*/ 490282 w 1118245"/>
              <a:gd name="connsiteY438" fmla="*/ 158108 h 740098"/>
              <a:gd name="connsiteX439" fmla="*/ 491404 w 1118245"/>
              <a:gd name="connsiteY439" fmla="*/ 159382 h 740098"/>
              <a:gd name="connsiteX440" fmla="*/ 492520 w 1118245"/>
              <a:gd name="connsiteY440" fmla="*/ 160666 h 740098"/>
              <a:gd name="connsiteX441" fmla="*/ 493642 w 1118245"/>
              <a:gd name="connsiteY441" fmla="*/ 161960 h 740098"/>
              <a:gd name="connsiteX442" fmla="*/ 494758 w 1118245"/>
              <a:gd name="connsiteY442" fmla="*/ 163265 h 740098"/>
              <a:gd name="connsiteX443" fmla="*/ 495880 w 1118245"/>
              <a:gd name="connsiteY443" fmla="*/ 164579 h 740098"/>
              <a:gd name="connsiteX444" fmla="*/ 496996 w 1118245"/>
              <a:gd name="connsiteY444" fmla="*/ 165904 h 740098"/>
              <a:gd name="connsiteX445" fmla="*/ 498118 w 1118245"/>
              <a:gd name="connsiteY445" fmla="*/ 167240 h 740098"/>
              <a:gd name="connsiteX446" fmla="*/ 499234 w 1118245"/>
              <a:gd name="connsiteY446" fmla="*/ 168586 h 740098"/>
              <a:gd name="connsiteX447" fmla="*/ 500356 w 1118245"/>
              <a:gd name="connsiteY447" fmla="*/ 169943 h 740098"/>
              <a:gd name="connsiteX448" fmla="*/ 501473 w 1118245"/>
              <a:gd name="connsiteY448" fmla="*/ 171310 h 740098"/>
              <a:gd name="connsiteX449" fmla="*/ 502595 w 1118245"/>
              <a:gd name="connsiteY449" fmla="*/ 172688 h 740098"/>
              <a:gd name="connsiteX450" fmla="*/ 503717 w 1118245"/>
              <a:gd name="connsiteY450" fmla="*/ 174077 h 740098"/>
              <a:gd name="connsiteX451" fmla="*/ 504833 w 1118245"/>
              <a:gd name="connsiteY451" fmla="*/ 175476 h 740098"/>
              <a:gd name="connsiteX452" fmla="*/ 505955 w 1118245"/>
              <a:gd name="connsiteY452" fmla="*/ 176886 h 740098"/>
              <a:gd name="connsiteX453" fmla="*/ 507071 w 1118245"/>
              <a:gd name="connsiteY453" fmla="*/ 178308 h 740098"/>
              <a:gd name="connsiteX454" fmla="*/ 508193 w 1118245"/>
              <a:gd name="connsiteY454" fmla="*/ 179740 h 740098"/>
              <a:gd name="connsiteX455" fmla="*/ 509309 w 1118245"/>
              <a:gd name="connsiteY455" fmla="*/ 181183 h 740098"/>
              <a:gd name="connsiteX456" fmla="*/ 510431 w 1118245"/>
              <a:gd name="connsiteY456" fmla="*/ 182638 h 740098"/>
              <a:gd name="connsiteX457" fmla="*/ 511548 w 1118245"/>
              <a:gd name="connsiteY457" fmla="*/ 184104 h 740098"/>
              <a:gd name="connsiteX458" fmla="*/ 512670 w 1118245"/>
              <a:gd name="connsiteY458" fmla="*/ 185581 h 740098"/>
              <a:gd name="connsiteX459" fmla="*/ 513786 w 1118245"/>
              <a:gd name="connsiteY459" fmla="*/ 187069 h 740098"/>
              <a:gd name="connsiteX460" fmla="*/ 514908 w 1118245"/>
              <a:gd name="connsiteY460" fmla="*/ 188568 h 740098"/>
              <a:gd name="connsiteX461" fmla="*/ 516030 w 1118245"/>
              <a:gd name="connsiteY461" fmla="*/ 190079 h 740098"/>
              <a:gd name="connsiteX462" fmla="*/ 517146 w 1118245"/>
              <a:gd name="connsiteY462" fmla="*/ 191601 h 740098"/>
              <a:gd name="connsiteX463" fmla="*/ 518268 w 1118245"/>
              <a:gd name="connsiteY463" fmla="*/ 193135 h 740098"/>
              <a:gd name="connsiteX464" fmla="*/ 519384 w 1118245"/>
              <a:gd name="connsiteY464" fmla="*/ 194681 h 740098"/>
              <a:gd name="connsiteX465" fmla="*/ 520506 w 1118245"/>
              <a:gd name="connsiteY465" fmla="*/ 196237 h 740098"/>
              <a:gd name="connsiteX466" fmla="*/ 521623 w 1118245"/>
              <a:gd name="connsiteY466" fmla="*/ 197806 h 740098"/>
              <a:gd name="connsiteX467" fmla="*/ 522745 w 1118245"/>
              <a:gd name="connsiteY467" fmla="*/ 199386 h 740098"/>
              <a:gd name="connsiteX468" fmla="*/ 523861 w 1118245"/>
              <a:gd name="connsiteY468" fmla="*/ 200978 h 740098"/>
              <a:gd name="connsiteX469" fmla="*/ 524983 w 1118245"/>
              <a:gd name="connsiteY469" fmla="*/ 202582 h 740098"/>
              <a:gd name="connsiteX470" fmla="*/ 526099 w 1118245"/>
              <a:gd name="connsiteY470" fmla="*/ 204198 h 740098"/>
              <a:gd name="connsiteX471" fmla="*/ 527221 w 1118245"/>
              <a:gd name="connsiteY471" fmla="*/ 205826 h 740098"/>
              <a:gd name="connsiteX472" fmla="*/ 528343 w 1118245"/>
              <a:gd name="connsiteY472" fmla="*/ 207465 h 740098"/>
              <a:gd name="connsiteX473" fmla="*/ 529459 w 1118245"/>
              <a:gd name="connsiteY473" fmla="*/ 209116 h 740098"/>
              <a:gd name="connsiteX474" fmla="*/ 530581 w 1118245"/>
              <a:gd name="connsiteY474" fmla="*/ 210780 h 740098"/>
              <a:gd name="connsiteX475" fmla="*/ 531697 w 1118245"/>
              <a:gd name="connsiteY475" fmla="*/ 212455 h 740098"/>
              <a:gd name="connsiteX476" fmla="*/ 532819 w 1118245"/>
              <a:gd name="connsiteY476" fmla="*/ 214143 h 740098"/>
              <a:gd name="connsiteX477" fmla="*/ 533936 w 1118245"/>
              <a:gd name="connsiteY477" fmla="*/ 215843 h 740098"/>
              <a:gd name="connsiteX478" fmla="*/ 535058 w 1118245"/>
              <a:gd name="connsiteY478" fmla="*/ 217555 h 740098"/>
              <a:gd name="connsiteX479" fmla="*/ 536174 w 1118245"/>
              <a:gd name="connsiteY479" fmla="*/ 219279 h 740098"/>
              <a:gd name="connsiteX480" fmla="*/ 537296 w 1118245"/>
              <a:gd name="connsiteY480" fmla="*/ 221015 h 740098"/>
              <a:gd name="connsiteX481" fmla="*/ 538412 w 1118245"/>
              <a:gd name="connsiteY481" fmla="*/ 222764 h 740098"/>
              <a:gd name="connsiteX482" fmla="*/ 539534 w 1118245"/>
              <a:gd name="connsiteY482" fmla="*/ 224525 h 740098"/>
              <a:gd name="connsiteX483" fmla="*/ 540650 w 1118245"/>
              <a:gd name="connsiteY483" fmla="*/ 226298 h 740098"/>
              <a:gd name="connsiteX484" fmla="*/ 541772 w 1118245"/>
              <a:gd name="connsiteY484" fmla="*/ 228084 h 740098"/>
              <a:gd name="connsiteX485" fmla="*/ 542894 w 1118245"/>
              <a:gd name="connsiteY485" fmla="*/ 229882 h 740098"/>
              <a:gd name="connsiteX486" fmla="*/ 544011 w 1118245"/>
              <a:gd name="connsiteY486" fmla="*/ 231692 h 740098"/>
              <a:gd name="connsiteX487" fmla="*/ 545133 w 1118245"/>
              <a:gd name="connsiteY487" fmla="*/ 233515 h 740098"/>
              <a:gd name="connsiteX488" fmla="*/ 546249 w 1118245"/>
              <a:gd name="connsiteY488" fmla="*/ 235351 h 740098"/>
              <a:gd name="connsiteX489" fmla="*/ 547371 w 1118245"/>
              <a:gd name="connsiteY489" fmla="*/ 237198 h 740098"/>
              <a:gd name="connsiteX490" fmla="*/ 548487 w 1118245"/>
              <a:gd name="connsiteY490" fmla="*/ 239059 h 740098"/>
              <a:gd name="connsiteX491" fmla="*/ 549609 w 1118245"/>
              <a:gd name="connsiteY491" fmla="*/ 240931 h 740098"/>
              <a:gd name="connsiteX492" fmla="*/ 550725 w 1118245"/>
              <a:gd name="connsiteY492" fmla="*/ 242817 h 740098"/>
              <a:gd name="connsiteX493" fmla="*/ 551847 w 1118245"/>
              <a:gd name="connsiteY493" fmla="*/ 244714 h 740098"/>
              <a:gd name="connsiteX494" fmla="*/ 552963 w 1118245"/>
              <a:gd name="connsiteY494" fmla="*/ 246625 h 740098"/>
              <a:gd name="connsiteX495" fmla="*/ 554085 w 1118245"/>
              <a:gd name="connsiteY495" fmla="*/ 248548 h 740098"/>
              <a:gd name="connsiteX496" fmla="*/ 555208 w 1118245"/>
              <a:gd name="connsiteY496" fmla="*/ 250484 h 740098"/>
              <a:gd name="connsiteX497" fmla="*/ 556324 w 1118245"/>
              <a:gd name="connsiteY497" fmla="*/ 252432 h 740098"/>
              <a:gd name="connsiteX498" fmla="*/ 557446 w 1118245"/>
              <a:gd name="connsiteY498" fmla="*/ 254392 h 740098"/>
              <a:gd name="connsiteX499" fmla="*/ 558562 w 1118245"/>
              <a:gd name="connsiteY499" fmla="*/ 256366 h 740098"/>
              <a:gd name="connsiteX500" fmla="*/ 559684 w 1118245"/>
              <a:gd name="connsiteY500" fmla="*/ 258352 h 740098"/>
              <a:gd name="connsiteX501" fmla="*/ 560800 w 1118245"/>
              <a:gd name="connsiteY501" fmla="*/ 260350 h 740098"/>
              <a:gd name="connsiteX502" fmla="*/ 561922 w 1118245"/>
              <a:gd name="connsiteY502" fmla="*/ 262361 h 740098"/>
              <a:gd name="connsiteX503" fmla="*/ 563038 w 1118245"/>
              <a:gd name="connsiteY503" fmla="*/ 264384 h 740098"/>
              <a:gd name="connsiteX504" fmla="*/ 564160 w 1118245"/>
              <a:gd name="connsiteY504" fmla="*/ 266420 h 740098"/>
              <a:gd name="connsiteX505" fmla="*/ 565277 w 1118245"/>
              <a:gd name="connsiteY505" fmla="*/ 268468 h 740098"/>
              <a:gd name="connsiteX506" fmla="*/ 566399 w 1118245"/>
              <a:gd name="connsiteY506" fmla="*/ 270530 h 740098"/>
              <a:gd name="connsiteX507" fmla="*/ 567521 w 1118245"/>
              <a:gd name="connsiteY507" fmla="*/ 272603 h 740098"/>
              <a:gd name="connsiteX508" fmla="*/ 568637 w 1118245"/>
              <a:gd name="connsiteY508" fmla="*/ 274689 h 740098"/>
              <a:gd name="connsiteX509" fmla="*/ 569759 w 1118245"/>
              <a:gd name="connsiteY509" fmla="*/ 276787 h 740098"/>
              <a:gd name="connsiteX510" fmla="*/ 570875 w 1118245"/>
              <a:gd name="connsiteY510" fmla="*/ 278898 h 740098"/>
              <a:gd name="connsiteX511" fmla="*/ 571997 w 1118245"/>
              <a:gd name="connsiteY511" fmla="*/ 281021 h 740098"/>
              <a:gd name="connsiteX512" fmla="*/ 573113 w 1118245"/>
              <a:gd name="connsiteY512" fmla="*/ 283156 h 740098"/>
              <a:gd name="connsiteX513" fmla="*/ 574235 w 1118245"/>
              <a:gd name="connsiteY513" fmla="*/ 285303 h 740098"/>
              <a:gd name="connsiteX514" fmla="*/ 575352 w 1118245"/>
              <a:gd name="connsiteY514" fmla="*/ 287464 h 740098"/>
              <a:gd name="connsiteX515" fmla="*/ 576474 w 1118245"/>
              <a:gd name="connsiteY515" fmla="*/ 289636 h 740098"/>
              <a:gd name="connsiteX516" fmla="*/ 577590 w 1118245"/>
              <a:gd name="connsiteY516" fmla="*/ 291820 h 740098"/>
              <a:gd name="connsiteX517" fmla="*/ 578712 w 1118245"/>
              <a:gd name="connsiteY517" fmla="*/ 294016 h 740098"/>
              <a:gd name="connsiteX518" fmla="*/ 579834 w 1118245"/>
              <a:gd name="connsiteY518" fmla="*/ 296225 h 740098"/>
              <a:gd name="connsiteX519" fmla="*/ 580950 w 1118245"/>
              <a:gd name="connsiteY519" fmla="*/ 298445 h 740098"/>
              <a:gd name="connsiteX520" fmla="*/ 582072 w 1118245"/>
              <a:gd name="connsiteY520" fmla="*/ 300677 h 740098"/>
              <a:gd name="connsiteX521" fmla="*/ 583188 w 1118245"/>
              <a:gd name="connsiteY521" fmla="*/ 302921 h 740098"/>
              <a:gd name="connsiteX522" fmla="*/ 584310 w 1118245"/>
              <a:gd name="connsiteY522" fmla="*/ 305177 h 740098"/>
              <a:gd name="connsiteX523" fmla="*/ 585426 w 1118245"/>
              <a:gd name="connsiteY523" fmla="*/ 307445 h 740098"/>
              <a:gd name="connsiteX524" fmla="*/ 586548 w 1118245"/>
              <a:gd name="connsiteY524" fmla="*/ 309724 h 740098"/>
              <a:gd name="connsiteX525" fmla="*/ 587665 w 1118245"/>
              <a:gd name="connsiteY525" fmla="*/ 312014 h 740098"/>
              <a:gd name="connsiteX526" fmla="*/ 588787 w 1118245"/>
              <a:gd name="connsiteY526" fmla="*/ 314317 h 740098"/>
              <a:gd name="connsiteX527" fmla="*/ 589903 w 1118245"/>
              <a:gd name="connsiteY527" fmla="*/ 316631 h 740098"/>
              <a:gd name="connsiteX528" fmla="*/ 591025 w 1118245"/>
              <a:gd name="connsiteY528" fmla="*/ 318956 h 740098"/>
              <a:gd name="connsiteX529" fmla="*/ 592147 w 1118245"/>
              <a:gd name="connsiteY529" fmla="*/ 321292 h 740098"/>
              <a:gd name="connsiteX530" fmla="*/ 593263 w 1118245"/>
              <a:gd name="connsiteY530" fmla="*/ 323639 h 740098"/>
              <a:gd name="connsiteX531" fmla="*/ 594385 w 1118245"/>
              <a:gd name="connsiteY531" fmla="*/ 325998 h 740098"/>
              <a:gd name="connsiteX532" fmla="*/ 595501 w 1118245"/>
              <a:gd name="connsiteY532" fmla="*/ 328367 h 740098"/>
              <a:gd name="connsiteX533" fmla="*/ 596623 w 1118245"/>
              <a:gd name="connsiteY533" fmla="*/ 330747 h 740098"/>
              <a:gd name="connsiteX534" fmla="*/ 597740 w 1118245"/>
              <a:gd name="connsiteY534" fmla="*/ 333138 h 740098"/>
              <a:gd name="connsiteX535" fmla="*/ 598862 w 1118245"/>
              <a:gd name="connsiteY535" fmla="*/ 335539 h 740098"/>
              <a:gd name="connsiteX536" fmla="*/ 599978 w 1118245"/>
              <a:gd name="connsiteY536" fmla="*/ 337951 h 740098"/>
              <a:gd name="connsiteX537" fmla="*/ 601100 w 1118245"/>
              <a:gd name="connsiteY537" fmla="*/ 340374 h 740098"/>
              <a:gd name="connsiteX538" fmla="*/ 602216 w 1118245"/>
              <a:gd name="connsiteY538" fmla="*/ 342806 h 740098"/>
              <a:gd name="connsiteX539" fmla="*/ 603338 w 1118245"/>
              <a:gd name="connsiteY539" fmla="*/ 345249 h 740098"/>
              <a:gd name="connsiteX540" fmla="*/ 604454 w 1118245"/>
              <a:gd name="connsiteY540" fmla="*/ 347701 h 740098"/>
              <a:gd name="connsiteX541" fmla="*/ 605576 w 1118245"/>
              <a:gd name="connsiteY541" fmla="*/ 350163 h 740098"/>
              <a:gd name="connsiteX542" fmla="*/ 606698 w 1118245"/>
              <a:gd name="connsiteY542" fmla="*/ 352635 h 740098"/>
              <a:gd name="connsiteX543" fmla="*/ 607814 w 1118245"/>
              <a:gd name="connsiteY543" fmla="*/ 355116 h 740098"/>
              <a:gd name="connsiteX544" fmla="*/ 608937 w 1118245"/>
              <a:gd name="connsiteY544" fmla="*/ 357607 h 740098"/>
              <a:gd name="connsiteX545" fmla="*/ 610053 w 1118245"/>
              <a:gd name="connsiteY545" fmla="*/ 360108 h 740098"/>
              <a:gd name="connsiteX546" fmla="*/ 611175 w 1118245"/>
              <a:gd name="connsiteY546" fmla="*/ 362616 h 740098"/>
              <a:gd name="connsiteX547" fmla="*/ 612291 w 1118245"/>
              <a:gd name="connsiteY547" fmla="*/ 365135 h 740098"/>
              <a:gd name="connsiteX548" fmla="*/ 613413 w 1118245"/>
              <a:gd name="connsiteY548" fmla="*/ 367661 h 740098"/>
              <a:gd name="connsiteX549" fmla="*/ 614529 w 1118245"/>
              <a:gd name="connsiteY549" fmla="*/ 370196 h 740098"/>
              <a:gd name="connsiteX550" fmla="*/ 615651 w 1118245"/>
              <a:gd name="connsiteY550" fmla="*/ 372740 h 740098"/>
              <a:gd name="connsiteX551" fmla="*/ 616767 w 1118245"/>
              <a:gd name="connsiteY551" fmla="*/ 375292 h 740098"/>
              <a:gd name="connsiteX552" fmla="*/ 617889 w 1118245"/>
              <a:gd name="connsiteY552" fmla="*/ 377852 h 740098"/>
              <a:gd name="connsiteX553" fmla="*/ 619011 w 1118245"/>
              <a:gd name="connsiteY553" fmla="*/ 380419 h 740098"/>
              <a:gd name="connsiteX554" fmla="*/ 620128 w 1118245"/>
              <a:gd name="connsiteY554" fmla="*/ 382994 h 740098"/>
              <a:gd name="connsiteX555" fmla="*/ 621250 w 1118245"/>
              <a:gd name="connsiteY555" fmla="*/ 385577 h 740098"/>
              <a:gd name="connsiteX556" fmla="*/ 622366 w 1118245"/>
              <a:gd name="connsiteY556" fmla="*/ 388167 h 740098"/>
              <a:gd name="connsiteX557" fmla="*/ 623488 w 1118245"/>
              <a:gd name="connsiteY557" fmla="*/ 390764 h 740098"/>
              <a:gd name="connsiteX558" fmla="*/ 624604 w 1118245"/>
              <a:gd name="connsiteY558" fmla="*/ 393367 h 740098"/>
              <a:gd name="connsiteX559" fmla="*/ 625726 w 1118245"/>
              <a:gd name="connsiteY559" fmla="*/ 395977 h 740098"/>
              <a:gd name="connsiteX560" fmla="*/ 626842 w 1118245"/>
              <a:gd name="connsiteY560" fmla="*/ 398594 h 740098"/>
              <a:gd name="connsiteX561" fmla="*/ 627964 w 1118245"/>
              <a:gd name="connsiteY561" fmla="*/ 401216 h 740098"/>
              <a:gd name="connsiteX562" fmla="*/ 629080 w 1118245"/>
              <a:gd name="connsiteY562" fmla="*/ 403845 h 740098"/>
              <a:gd name="connsiteX563" fmla="*/ 630203 w 1118245"/>
              <a:gd name="connsiteY563" fmla="*/ 406480 h 740098"/>
              <a:gd name="connsiteX564" fmla="*/ 631325 w 1118245"/>
              <a:gd name="connsiteY564" fmla="*/ 409119 h 740098"/>
              <a:gd name="connsiteX565" fmla="*/ 632441 w 1118245"/>
              <a:gd name="connsiteY565" fmla="*/ 411764 h 740098"/>
              <a:gd name="connsiteX566" fmla="*/ 633563 w 1118245"/>
              <a:gd name="connsiteY566" fmla="*/ 414414 h 740098"/>
              <a:gd name="connsiteX567" fmla="*/ 634679 w 1118245"/>
              <a:gd name="connsiteY567" fmla="*/ 417069 h 740098"/>
              <a:gd name="connsiteX568" fmla="*/ 635801 w 1118245"/>
              <a:gd name="connsiteY568" fmla="*/ 419728 h 740098"/>
              <a:gd name="connsiteX569" fmla="*/ 636917 w 1118245"/>
              <a:gd name="connsiteY569" fmla="*/ 422391 h 740098"/>
              <a:gd name="connsiteX570" fmla="*/ 638039 w 1118245"/>
              <a:gd name="connsiteY570" fmla="*/ 425058 h 740098"/>
              <a:gd name="connsiteX571" fmla="*/ 639155 w 1118245"/>
              <a:gd name="connsiteY571" fmla="*/ 427729 h 740098"/>
              <a:gd name="connsiteX572" fmla="*/ 640277 w 1118245"/>
              <a:gd name="connsiteY572" fmla="*/ 430404 h 740098"/>
              <a:gd name="connsiteX573" fmla="*/ 641394 w 1118245"/>
              <a:gd name="connsiteY573" fmla="*/ 433081 h 740098"/>
              <a:gd name="connsiteX574" fmla="*/ 642516 w 1118245"/>
              <a:gd name="connsiteY574" fmla="*/ 435761 h 740098"/>
              <a:gd name="connsiteX575" fmla="*/ 643638 w 1118245"/>
              <a:gd name="connsiteY575" fmla="*/ 438445 h 740098"/>
              <a:gd name="connsiteX576" fmla="*/ 644754 w 1118245"/>
              <a:gd name="connsiteY576" fmla="*/ 441130 h 740098"/>
              <a:gd name="connsiteX577" fmla="*/ 645876 w 1118245"/>
              <a:gd name="connsiteY577" fmla="*/ 443817 h 740098"/>
              <a:gd name="connsiteX578" fmla="*/ 646992 w 1118245"/>
              <a:gd name="connsiteY578" fmla="*/ 446506 h 740098"/>
              <a:gd name="connsiteX579" fmla="*/ 648114 w 1118245"/>
              <a:gd name="connsiteY579" fmla="*/ 449197 h 740098"/>
              <a:gd name="connsiteX580" fmla="*/ 649230 w 1118245"/>
              <a:gd name="connsiteY580" fmla="*/ 451889 h 740098"/>
              <a:gd name="connsiteX581" fmla="*/ 650352 w 1118245"/>
              <a:gd name="connsiteY581" fmla="*/ 454582 h 740098"/>
              <a:gd name="connsiteX582" fmla="*/ 651469 w 1118245"/>
              <a:gd name="connsiteY582" fmla="*/ 457275 h 740098"/>
              <a:gd name="connsiteX583" fmla="*/ 652591 w 1118245"/>
              <a:gd name="connsiteY583" fmla="*/ 459968 h 740098"/>
              <a:gd name="connsiteX584" fmla="*/ 653707 w 1118245"/>
              <a:gd name="connsiteY584" fmla="*/ 462662 h 740098"/>
              <a:gd name="connsiteX585" fmla="*/ 654829 w 1118245"/>
              <a:gd name="connsiteY585" fmla="*/ 465355 h 740098"/>
              <a:gd name="connsiteX586" fmla="*/ 655945 w 1118245"/>
              <a:gd name="connsiteY586" fmla="*/ 468048 h 740098"/>
              <a:gd name="connsiteX587" fmla="*/ 657067 w 1118245"/>
              <a:gd name="connsiteY587" fmla="*/ 470739 h 740098"/>
              <a:gd name="connsiteX588" fmla="*/ 658189 w 1118245"/>
              <a:gd name="connsiteY588" fmla="*/ 473429 h 740098"/>
              <a:gd name="connsiteX589" fmla="*/ 659305 w 1118245"/>
              <a:gd name="connsiteY589" fmla="*/ 476118 h 740098"/>
              <a:gd name="connsiteX590" fmla="*/ 660427 w 1118245"/>
              <a:gd name="connsiteY590" fmla="*/ 478805 h 740098"/>
              <a:gd name="connsiteX591" fmla="*/ 661543 w 1118245"/>
              <a:gd name="connsiteY591" fmla="*/ 481490 h 740098"/>
              <a:gd name="connsiteX592" fmla="*/ 662666 w 1118245"/>
              <a:gd name="connsiteY592" fmla="*/ 484172 h 740098"/>
              <a:gd name="connsiteX593" fmla="*/ 663782 w 1118245"/>
              <a:gd name="connsiteY593" fmla="*/ 486852 h 740098"/>
              <a:gd name="connsiteX594" fmla="*/ 664904 w 1118245"/>
              <a:gd name="connsiteY594" fmla="*/ 489528 h 740098"/>
              <a:gd name="connsiteX595" fmla="*/ 666020 w 1118245"/>
              <a:gd name="connsiteY595" fmla="*/ 492201 h 740098"/>
              <a:gd name="connsiteX596" fmla="*/ 667142 w 1118245"/>
              <a:gd name="connsiteY596" fmla="*/ 494870 h 740098"/>
              <a:gd name="connsiteX597" fmla="*/ 668258 w 1118245"/>
              <a:gd name="connsiteY597" fmla="*/ 497534 h 740098"/>
              <a:gd name="connsiteX598" fmla="*/ 669380 w 1118245"/>
              <a:gd name="connsiteY598" fmla="*/ 500195 h 740098"/>
              <a:gd name="connsiteX599" fmla="*/ 670502 w 1118245"/>
              <a:gd name="connsiteY599" fmla="*/ 502850 h 740098"/>
              <a:gd name="connsiteX600" fmla="*/ 671618 w 1118245"/>
              <a:gd name="connsiteY600" fmla="*/ 505500 h 740098"/>
              <a:gd name="connsiteX601" fmla="*/ 672740 w 1118245"/>
              <a:gd name="connsiteY601" fmla="*/ 508145 h 740098"/>
              <a:gd name="connsiteX602" fmla="*/ 673857 w 1118245"/>
              <a:gd name="connsiteY602" fmla="*/ 510784 h 740098"/>
              <a:gd name="connsiteX603" fmla="*/ 674979 w 1118245"/>
              <a:gd name="connsiteY603" fmla="*/ 513417 h 740098"/>
              <a:gd name="connsiteX604" fmla="*/ 676095 w 1118245"/>
              <a:gd name="connsiteY604" fmla="*/ 516044 h 740098"/>
              <a:gd name="connsiteX605" fmla="*/ 677217 w 1118245"/>
              <a:gd name="connsiteY605" fmla="*/ 518664 h 740098"/>
              <a:gd name="connsiteX606" fmla="*/ 678333 w 1118245"/>
              <a:gd name="connsiteY606" fmla="*/ 521276 h 740098"/>
              <a:gd name="connsiteX607" fmla="*/ 679455 w 1118245"/>
              <a:gd name="connsiteY607" fmla="*/ 523882 h 740098"/>
              <a:gd name="connsiteX608" fmla="*/ 680571 w 1118245"/>
              <a:gd name="connsiteY608" fmla="*/ 526479 h 740098"/>
              <a:gd name="connsiteX609" fmla="*/ 681693 w 1118245"/>
              <a:gd name="connsiteY609" fmla="*/ 529069 h 740098"/>
              <a:gd name="connsiteX610" fmla="*/ 682815 w 1118245"/>
              <a:gd name="connsiteY610" fmla="*/ 531650 h 740098"/>
              <a:gd name="connsiteX611" fmla="*/ 683932 w 1118245"/>
              <a:gd name="connsiteY611" fmla="*/ 534222 h 740098"/>
              <a:gd name="connsiteX612" fmla="*/ 685054 w 1118245"/>
              <a:gd name="connsiteY612" fmla="*/ 536785 h 740098"/>
              <a:gd name="connsiteX613" fmla="*/ 686170 w 1118245"/>
              <a:gd name="connsiteY613" fmla="*/ 539339 h 740098"/>
              <a:gd name="connsiteX614" fmla="*/ 687292 w 1118245"/>
              <a:gd name="connsiteY614" fmla="*/ 541884 h 740098"/>
              <a:gd name="connsiteX615" fmla="*/ 688408 w 1118245"/>
              <a:gd name="connsiteY615" fmla="*/ 544417 h 740098"/>
              <a:gd name="connsiteX616" fmla="*/ 689530 w 1118245"/>
              <a:gd name="connsiteY616" fmla="*/ 546939 h 740098"/>
              <a:gd name="connsiteX617" fmla="*/ 690646 w 1118245"/>
              <a:gd name="connsiteY617" fmla="*/ 549455 h 740098"/>
              <a:gd name="connsiteX618" fmla="*/ 691768 w 1118245"/>
              <a:gd name="connsiteY618" fmla="*/ 551959 h 740098"/>
              <a:gd name="connsiteX619" fmla="*/ 692884 w 1118245"/>
              <a:gd name="connsiteY619" fmla="*/ 554445 h 740098"/>
              <a:gd name="connsiteX620" fmla="*/ 694006 w 1118245"/>
              <a:gd name="connsiteY620" fmla="*/ 556925 h 740098"/>
              <a:gd name="connsiteX621" fmla="*/ 695129 w 1118245"/>
              <a:gd name="connsiteY621" fmla="*/ 559394 h 740098"/>
              <a:gd name="connsiteX622" fmla="*/ 696245 w 1118245"/>
              <a:gd name="connsiteY622" fmla="*/ 561851 h 740098"/>
              <a:gd name="connsiteX623" fmla="*/ 697367 w 1118245"/>
              <a:gd name="connsiteY623" fmla="*/ 564290 h 740098"/>
              <a:gd name="connsiteX624" fmla="*/ 698483 w 1118245"/>
              <a:gd name="connsiteY624" fmla="*/ 566723 h 740098"/>
              <a:gd name="connsiteX625" fmla="*/ 699605 w 1118245"/>
              <a:gd name="connsiteY625" fmla="*/ 569138 h 740098"/>
              <a:gd name="connsiteX626" fmla="*/ 700721 w 1118245"/>
              <a:gd name="connsiteY626" fmla="*/ 571542 h 740098"/>
              <a:gd name="connsiteX627" fmla="*/ 701843 w 1118245"/>
              <a:gd name="connsiteY627" fmla="*/ 573933 h 740098"/>
              <a:gd name="connsiteX628" fmla="*/ 702959 w 1118245"/>
              <a:gd name="connsiteY628" fmla="*/ 576307 h 740098"/>
              <a:gd name="connsiteX629" fmla="*/ 704081 w 1118245"/>
              <a:gd name="connsiteY629" fmla="*/ 578670 h 740098"/>
              <a:gd name="connsiteX630" fmla="*/ 705198 w 1118245"/>
              <a:gd name="connsiteY630" fmla="*/ 581014 h 740098"/>
              <a:gd name="connsiteX631" fmla="*/ 706320 w 1118245"/>
              <a:gd name="connsiteY631" fmla="*/ 583347 h 740098"/>
              <a:gd name="connsiteX632" fmla="*/ 707436 w 1118245"/>
              <a:gd name="connsiteY632" fmla="*/ 585668 h 740098"/>
              <a:gd name="connsiteX633" fmla="*/ 708558 w 1118245"/>
              <a:gd name="connsiteY633" fmla="*/ 587971 h 740098"/>
              <a:gd name="connsiteX634" fmla="*/ 709680 w 1118245"/>
              <a:gd name="connsiteY634" fmla="*/ 590256 h 740098"/>
              <a:gd name="connsiteX635" fmla="*/ 710796 w 1118245"/>
              <a:gd name="connsiteY635" fmla="*/ 592524 h 740098"/>
              <a:gd name="connsiteX636" fmla="*/ 711918 w 1118245"/>
              <a:gd name="connsiteY636" fmla="*/ 594780 h 740098"/>
              <a:gd name="connsiteX637" fmla="*/ 713034 w 1118245"/>
              <a:gd name="connsiteY637" fmla="*/ 597018 h 740098"/>
              <a:gd name="connsiteX638" fmla="*/ 714156 w 1118245"/>
              <a:gd name="connsiteY638" fmla="*/ 599239 h 740098"/>
              <a:gd name="connsiteX639" fmla="*/ 715272 w 1118245"/>
              <a:gd name="connsiteY639" fmla="*/ 601448 h 740098"/>
              <a:gd name="connsiteX640" fmla="*/ 716395 w 1118245"/>
              <a:gd name="connsiteY640" fmla="*/ 603633 h 740098"/>
              <a:gd name="connsiteX641" fmla="*/ 717511 w 1118245"/>
              <a:gd name="connsiteY641" fmla="*/ 605806 h 740098"/>
              <a:gd name="connsiteX642" fmla="*/ 718633 w 1118245"/>
              <a:gd name="connsiteY642" fmla="*/ 607961 h 740098"/>
              <a:gd name="connsiteX643" fmla="*/ 719749 w 1118245"/>
              <a:gd name="connsiteY643" fmla="*/ 610093 h 740098"/>
              <a:gd name="connsiteX644" fmla="*/ 720871 w 1118245"/>
              <a:gd name="connsiteY644" fmla="*/ 612213 h 740098"/>
              <a:gd name="connsiteX645" fmla="*/ 721993 w 1118245"/>
              <a:gd name="connsiteY645" fmla="*/ 614316 h 740098"/>
              <a:gd name="connsiteX646" fmla="*/ 723109 w 1118245"/>
              <a:gd name="connsiteY646" fmla="*/ 616395 h 740098"/>
              <a:gd name="connsiteX647" fmla="*/ 724231 w 1118245"/>
              <a:gd name="connsiteY647" fmla="*/ 618462 h 740098"/>
              <a:gd name="connsiteX648" fmla="*/ 725347 w 1118245"/>
              <a:gd name="connsiteY648" fmla="*/ 620505 h 740098"/>
              <a:gd name="connsiteX649" fmla="*/ 726469 w 1118245"/>
              <a:gd name="connsiteY649" fmla="*/ 622530 h 740098"/>
              <a:gd name="connsiteX650" fmla="*/ 727586 w 1118245"/>
              <a:gd name="connsiteY650" fmla="*/ 624538 h 740098"/>
              <a:gd name="connsiteX651" fmla="*/ 728708 w 1118245"/>
              <a:gd name="connsiteY651" fmla="*/ 626529 h 740098"/>
              <a:gd name="connsiteX652" fmla="*/ 729824 w 1118245"/>
              <a:gd name="connsiteY652" fmla="*/ 628501 h 740098"/>
              <a:gd name="connsiteX653" fmla="*/ 730946 w 1118245"/>
              <a:gd name="connsiteY653" fmla="*/ 630450 h 740098"/>
              <a:gd name="connsiteX654" fmla="*/ 732062 w 1118245"/>
              <a:gd name="connsiteY654" fmla="*/ 632381 h 740098"/>
              <a:gd name="connsiteX655" fmla="*/ 733184 w 1118245"/>
              <a:gd name="connsiteY655" fmla="*/ 634294 h 740098"/>
              <a:gd name="connsiteX656" fmla="*/ 734306 w 1118245"/>
              <a:gd name="connsiteY656" fmla="*/ 636184 h 740098"/>
              <a:gd name="connsiteX657" fmla="*/ 735422 w 1118245"/>
              <a:gd name="connsiteY657" fmla="*/ 638056 h 740098"/>
              <a:gd name="connsiteX658" fmla="*/ 736544 w 1118245"/>
              <a:gd name="connsiteY658" fmla="*/ 639911 h 740098"/>
              <a:gd name="connsiteX659" fmla="*/ 737661 w 1118245"/>
              <a:gd name="connsiteY659" fmla="*/ 641741 h 740098"/>
              <a:gd name="connsiteX660" fmla="*/ 738783 w 1118245"/>
              <a:gd name="connsiteY660" fmla="*/ 643554 h 740098"/>
              <a:gd name="connsiteX661" fmla="*/ 739899 w 1118245"/>
              <a:gd name="connsiteY661" fmla="*/ 645344 h 740098"/>
              <a:gd name="connsiteX662" fmla="*/ 741021 w 1118245"/>
              <a:gd name="connsiteY662" fmla="*/ 647115 h 740098"/>
              <a:gd name="connsiteX663" fmla="*/ 742137 w 1118245"/>
              <a:gd name="connsiteY663" fmla="*/ 648869 h 740098"/>
              <a:gd name="connsiteX664" fmla="*/ 743259 w 1118245"/>
              <a:gd name="connsiteY664" fmla="*/ 650600 h 740098"/>
              <a:gd name="connsiteX665" fmla="*/ 744375 w 1118245"/>
              <a:gd name="connsiteY665" fmla="*/ 652306 h 740098"/>
              <a:gd name="connsiteX666" fmla="*/ 745497 w 1118245"/>
              <a:gd name="connsiteY666" fmla="*/ 653995 h 740098"/>
              <a:gd name="connsiteX667" fmla="*/ 746619 w 1118245"/>
              <a:gd name="connsiteY667" fmla="*/ 655667 h 740098"/>
              <a:gd name="connsiteX668" fmla="*/ 747735 w 1118245"/>
              <a:gd name="connsiteY668" fmla="*/ 657314 h 740098"/>
              <a:gd name="connsiteX669" fmla="*/ 748858 w 1118245"/>
              <a:gd name="connsiteY669" fmla="*/ 658944 h 740098"/>
              <a:gd name="connsiteX670" fmla="*/ 749974 w 1118245"/>
              <a:gd name="connsiteY670" fmla="*/ 660551 h 740098"/>
              <a:gd name="connsiteX671" fmla="*/ 751096 w 1118245"/>
              <a:gd name="connsiteY671" fmla="*/ 662139 h 740098"/>
              <a:gd name="connsiteX672" fmla="*/ 752212 w 1118245"/>
              <a:gd name="connsiteY672" fmla="*/ 663704 h 740098"/>
              <a:gd name="connsiteX673" fmla="*/ 753334 w 1118245"/>
              <a:gd name="connsiteY673" fmla="*/ 665251 h 740098"/>
              <a:gd name="connsiteX674" fmla="*/ 754450 w 1118245"/>
              <a:gd name="connsiteY674" fmla="*/ 666775 h 740098"/>
              <a:gd name="connsiteX675" fmla="*/ 755572 w 1118245"/>
              <a:gd name="connsiteY675" fmla="*/ 668281 h 740098"/>
              <a:gd name="connsiteX676" fmla="*/ 756688 w 1118245"/>
              <a:gd name="connsiteY676" fmla="*/ 669763 h 740098"/>
              <a:gd name="connsiteX677" fmla="*/ 757810 w 1118245"/>
              <a:gd name="connsiteY677" fmla="*/ 671228 h 740098"/>
              <a:gd name="connsiteX678" fmla="*/ 758927 w 1118245"/>
              <a:gd name="connsiteY678" fmla="*/ 672669 h 740098"/>
              <a:gd name="connsiteX679" fmla="*/ 760049 w 1118245"/>
              <a:gd name="connsiteY679" fmla="*/ 674086 h 740098"/>
              <a:gd name="connsiteX680" fmla="*/ 761171 w 1118245"/>
              <a:gd name="connsiteY680" fmla="*/ 675492 h 740098"/>
              <a:gd name="connsiteX681" fmla="*/ 762287 w 1118245"/>
              <a:gd name="connsiteY681" fmla="*/ 676874 h 740098"/>
              <a:gd name="connsiteX682" fmla="*/ 763409 w 1118245"/>
              <a:gd name="connsiteY682" fmla="*/ 678232 h 740098"/>
              <a:gd name="connsiteX683" fmla="*/ 764525 w 1118245"/>
              <a:gd name="connsiteY683" fmla="*/ 679572 h 740098"/>
              <a:gd name="connsiteX684" fmla="*/ 765647 w 1118245"/>
              <a:gd name="connsiteY684" fmla="*/ 680889 h 740098"/>
              <a:gd name="connsiteX685" fmla="*/ 766763 w 1118245"/>
              <a:gd name="connsiteY685" fmla="*/ 682189 h 740098"/>
              <a:gd name="connsiteX686" fmla="*/ 767885 w 1118245"/>
              <a:gd name="connsiteY686" fmla="*/ 683470 h 740098"/>
              <a:gd name="connsiteX687" fmla="*/ 769001 w 1118245"/>
              <a:gd name="connsiteY687" fmla="*/ 684728 h 740098"/>
              <a:gd name="connsiteX688" fmla="*/ 770124 w 1118245"/>
              <a:gd name="connsiteY688" fmla="*/ 685968 h 740098"/>
              <a:gd name="connsiteX689" fmla="*/ 771240 w 1118245"/>
              <a:gd name="connsiteY689" fmla="*/ 687191 h 740098"/>
              <a:gd name="connsiteX690" fmla="*/ 772362 w 1118245"/>
              <a:gd name="connsiteY690" fmla="*/ 688390 h 740098"/>
              <a:gd name="connsiteX691" fmla="*/ 773484 w 1118245"/>
              <a:gd name="connsiteY691" fmla="*/ 689571 h 740098"/>
              <a:gd name="connsiteX692" fmla="*/ 774600 w 1118245"/>
              <a:gd name="connsiteY692" fmla="*/ 690728 h 740098"/>
              <a:gd name="connsiteX693" fmla="*/ 775722 w 1118245"/>
              <a:gd name="connsiteY693" fmla="*/ 691868 h 740098"/>
              <a:gd name="connsiteX694" fmla="*/ 776838 w 1118245"/>
              <a:gd name="connsiteY694" fmla="*/ 692990 h 740098"/>
              <a:gd name="connsiteX695" fmla="*/ 777960 w 1118245"/>
              <a:gd name="connsiteY695" fmla="*/ 694094 h 740098"/>
              <a:gd name="connsiteX696" fmla="*/ 779076 w 1118245"/>
              <a:gd name="connsiteY696" fmla="*/ 695181 h 740098"/>
              <a:gd name="connsiteX697" fmla="*/ 780198 w 1118245"/>
              <a:gd name="connsiteY697" fmla="*/ 696244 h 740098"/>
              <a:gd name="connsiteX698" fmla="*/ 781315 w 1118245"/>
              <a:gd name="connsiteY698" fmla="*/ 697289 h 740098"/>
              <a:gd name="connsiteX699" fmla="*/ 782437 w 1118245"/>
              <a:gd name="connsiteY699" fmla="*/ 698317 h 740098"/>
              <a:gd name="connsiteX700" fmla="*/ 783553 w 1118245"/>
              <a:gd name="connsiteY700" fmla="*/ 699327 h 740098"/>
              <a:gd name="connsiteX701" fmla="*/ 784675 w 1118245"/>
              <a:gd name="connsiteY701" fmla="*/ 700319 h 740098"/>
              <a:gd name="connsiteX702" fmla="*/ 785797 w 1118245"/>
              <a:gd name="connsiteY702" fmla="*/ 701287 h 740098"/>
              <a:gd name="connsiteX703" fmla="*/ 786913 w 1118245"/>
              <a:gd name="connsiteY703" fmla="*/ 702244 h 740098"/>
              <a:gd name="connsiteX704" fmla="*/ 788035 w 1118245"/>
              <a:gd name="connsiteY704" fmla="*/ 703177 h 740098"/>
              <a:gd name="connsiteX705" fmla="*/ 789151 w 1118245"/>
              <a:gd name="connsiteY705" fmla="*/ 704098 h 740098"/>
              <a:gd name="connsiteX706" fmla="*/ 790273 w 1118245"/>
              <a:gd name="connsiteY706" fmla="*/ 705002 h 740098"/>
              <a:gd name="connsiteX707" fmla="*/ 791390 w 1118245"/>
              <a:gd name="connsiteY707" fmla="*/ 705882 h 740098"/>
              <a:gd name="connsiteX708" fmla="*/ 792512 w 1118245"/>
              <a:gd name="connsiteY708" fmla="*/ 706750 h 740098"/>
              <a:gd name="connsiteX709" fmla="*/ 793628 w 1118245"/>
              <a:gd name="connsiteY709" fmla="*/ 707600 h 740098"/>
              <a:gd name="connsiteX710" fmla="*/ 794750 w 1118245"/>
              <a:gd name="connsiteY710" fmla="*/ 708433 h 740098"/>
              <a:gd name="connsiteX711" fmla="*/ 795866 w 1118245"/>
              <a:gd name="connsiteY711" fmla="*/ 709248 h 740098"/>
              <a:gd name="connsiteX712" fmla="*/ 796988 w 1118245"/>
              <a:gd name="connsiteY712" fmla="*/ 710051 h 740098"/>
              <a:gd name="connsiteX713" fmla="*/ 798110 w 1118245"/>
              <a:gd name="connsiteY713" fmla="*/ 710837 h 740098"/>
              <a:gd name="connsiteX714" fmla="*/ 799226 w 1118245"/>
              <a:gd name="connsiteY714" fmla="*/ 711604 h 740098"/>
              <a:gd name="connsiteX715" fmla="*/ 800348 w 1118245"/>
              <a:gd name="connsiteY715" fmla="*/ 712354 h 740098"/>
              <a:gd name="connsiteX716" fmla="*/ 801464 w 1118245"/>
              <a:gd name="connsiteY716" fmla="*/ 713093 h 740098"/>
              <a:gd name="connsiteX717" fmla="*/ 802586 w 1118245"/>
              <a:gd name="connsiteY717" fmla="*/ 713813 h 740098"/>
              <a:gd name="connsiteX718" fmla="*/ 803703 w 1118245"/>
              <a:gd name="connsiteY718" fmla="*/ 714516 h 740098"/>
              <a:gd name="connsiteX719" fmla="*/ 804825 w 1118245"/>
              <a:gd name="connsiteY719" fmla="*/ 715207 h 740098"/>
              <a:gd name="connsiteX720" fmla="*/ 805941 w 1118245"/>
              <a:gd name="connsiteY720" fmla="*/ 715886 h 740098"/>
              <a:gd name="connsiteX721" fmla="*/ 807063 w 1118245"/>
              <a:gd name="connsiteY721" fmla="*/ 716541 h 740098"/>
              <a:gd name="connsiteX722" fmla="*/ 808179 w 1118245"/>
              <a:gd name="connsiteY722" fmla="*/ 717191 h 740098"/>
              <a:gd name="connsiteX723" fmla="*/ 809301 w 1118245"/>
              <a:gd name="connsiteY723" fmla="*/ 717823 h 740098"/>
              <a:gd name="connsiteX724" fmla="*/ 810417 w 1118245"/>
              <a:gd name="connsiteY724" fmla="*/ 718443 h 740098"/>
              <a:gd name="connsiteX725" fmla="*/ 811539 w 1118245"/>
              <a:gd name="connsiteY725" fmla="*/ 719045 h 740098"/>
              <a:gd name="connsiteX726" fmla="*/ 812661 w 1118245"/>
              <a:gd name="connsiteY726" fmla="*/ 719636 h 740098"/>
              <a:gd name="connsiteX727" fmla="*/ 813778 w 1118245"/>
              <a:gd name="connsiteY727" fmla="*/ 720215 h 740098"/>
              <a:gd name="connsiteX728" fmla="*/ 814900 w 1118245"/>
              <a:gd name="connsiteY728" fmla="*/ 720776 h 740098"/>
              <a:gd name="connsiteX729" fmla="*/ 816016 w 1118245"/>
              <a:gd name="connsiteY729" fmla="*/ 721325 h 740098"/>
              <a:gd name="connsiteX730" fmla="*/ 817138 w 1118245"/>
              <a:gd name="connsiteY730" fmla="*/ 721862 h 740098"/>
              <a:gd name="connsiteX731" fmla="*/ 818254 w 1118245"/>
              <a:gd name="connsiteY731" fmla="*/ 722388 h 740098"/>
              <a:gd name="connsiteX732" fmla="*/ 819376 w 1118245"/>
              <a:gd name="connsiteY732" fmla="*/ 722902 h 740098"/>
              <a:gd name="connsiteX733" fmla="*/ 820492 w 1118245"/>
              <a:gd name="connsiteY733" fmla="*/ 723404 h 740098"/>
              <a:gd name="connsiteX734" fmla="*/ 821614 w 1118245"/>
              <a:gd name="connsiteY734" fmla="*/ 723888 h 740098"/>
              <a:gd name="connsiteX735" fmla="*/ 822730 w 1118245"/>
              <a:gd name="connsiteY735" fmla="*/ 724366 h 740098"/>
              <a:gd name="connsiteX736" fmla="*/ 823852 w 1118245"/>
              <a:gd name="connsiteY736" fmla="*/ 724833 h 740098"/>
              <a:gd name="connsiteX737" fmla="*/ 824975 w 1118245"/>
              <a:gd name="connsiteY737" fmla="*/ 725288 h 740098"/>
              <a:gd name="connsiteX738" fmla="*/ 826091 w 1118245"/>
              <a:gd name="connsiteY738" fmla="*/ 725731 h 740098"/>
              <a:gd name="connsiteX739" fmla="*/ 827213 w 1118245"/>
              <a:gd name="connsiteY739" fmla="*/ 726162 h 740098"/>
              <a:gd name="connsiteX740" fmla="*/ 828329 w 1118245"/>
              <a:gd name="connsiteY740" fmla="*/ 726581 h 740098"/>
              <a:gd name="connsiteX741" fmla="*/ 829451 w 1118245"/>
              <a:gd name="connsiteY741" fmla="*/ 726988 h 740098"/>
              <a:gd name="connsiteX742" fmla="*/ 830567 w 1118245"/>
              <a:gd name="connsiteY742" fmla="*/ 727390 h 740098"/>
              <a:gd name="connsiteX743" fmla="*/ 831689 w 1118245"/>
              <a:gd name="connsiteY743" fmla="*/ 727780 h 740098"/>
              <a:gd name="connsiteX744" fmla="*/ 832805 w 1118245"/>
              <a:gd name="connsiteY744" fmla="*/ 728158 h 740098"/>
              <a:gd name="connsiteX745" fmla="*/ 833927 w 1118245"/>
              <a:gd name="connsiteY745" fmla="*/ 728524 h 740098"/>
              <a:gd name="connsiteX746" fmla="*/ 835044 w 1118245"/>
              <a:gd name="connsiteY746" fmla="*/ 728884 h 740098"/>
              <a:gd name="connsiteX747" fmla="*/ 836166 w 1118245"/>
              <a:gd name="connsiteY747" fmla="*/ 729238 h 740098"/>
              <a:gd name="connsiteX748" fmla="*/ 837288 w 1118245"/>
              <a:gd name="connsiteY748" fmla="*/ 729575 h 740098"/>
              <a:gd name="connsiteX749" fmla="*/ 838404 w 1118245"/>
              <a:gd name="connsiteY749" fmla="*/ 729906 h 740098"/>
              <a:gd name="connsiteX750" fmla="*/ 839526 w 1118245"/>
              <a:gd name="connsiteY750" fmla="*/ 730231 h 740098"/>
              <a:gd name="connsiteX751" fmla="*/ 840642 w 1118245"/>
              <a:gd name="connsiteY751" fmla="*/ 730544 h 740098"/>
              <a:gd name="connsiteX752" fmla="*/ 841764 w 1118245"/>
              <a:gd name="connsiteY752" fmla="*/ 730851 h 740098"/>
              <a:gd name="connsiteX753" fmla="*/ 842880 w 1118245"/>
              <a:gd name="connsiteY753" fmla="*/ 731146 h 740098"/>
              <a:gd name="connsiteX754" fmla="*/ 844002 w 1118245"/>
              <a:gd name="connsiteY754" fmla="*/ 731435 h 740098"/>
              <a:gd name="connsiteX755" fmla="*/ 845119 w 1118245"/>
              <a:gd name="connsiteY755" fmla="*/ 731719 h 740098"/>
              <a:gd name="connsiteX756" fmla="*/ 846241 w 1118245"/>
              <a:gd name="connsiteY756" fmla="*/ 731990 h 740098"/>
              <a:gd name="connsiteX757" fmla="*/ 847357 w 1118245"/>
              <a:gd name="connsiteY757" fmla="*/ 732256 h 740098"/>
              <a:gd name="connsiteX758" fmla="*/ 848479 w 1118245"/>
              <a:gd name="connsiteY758" fmla="*/ 732516 h 740098"/>
              <a:gd name="connsiteX759" fmla="*/ 849601 w 1118245"/>
              <a:gd name="connsiteY759" fmla="*/ 732764 h 740098"/>
              <a:gd name="connsiteX760" fmla="*/ 850717 w 1118245"/>
              <a:gd name="connsiteY760" fmla="*/ 733006 h 740098"/>
              <a:gd name="connsiteX761" fmla="*/ 851839 w 1118245"/>
              <a:gd name="connsiteY761" fmla="*/ 733242 h 740098"/>
              <a:gd name="connsiteX762" fmla="*/ 852955 w 1118245"/>
              <a:gd name="connsiteY762" fmla="*/ 733473 h 740098"/>
              <a:gd name="connsiteX763" fmla="*/ 854077 w 1118245"/>
              <a:gd name="connsiteY763" fmla="*/ 733697 h 740098"/>
              <a:gd name="connsiteX764" fmla="*/ 855193 w 1118245"/>
              <a:gd name="connsiteY764" fmla="*/ 733916 h 740098"/>
              <a:gd name="connsiteX765" fmla="*/ 856316 w 1118245"/>
              <a:gd name="connsiteY765" fmla="*/ 734122 h 740098"/>
              <a:gd name="connsiteX766" fmla="*/ 857432 w 1118245"/>
              <a:gd name="connsiteY766" fmla="*/ 734329 h 740098"/>
              <a:gd name="connsiteX767" fmla="*/ 858554 w 1118245"/>
              <a:gd name="connsiteY767" fmla="*/ 734524 h 740098"/>
              <a:gd name="connsiteX768" fmla="*/ 859670 w 1118245"/>
              <a:gd name="connsiteY768" fmla="*/ 734719 h 740098"/>
              <a:gd name="connsiteX769" fmla="*/ 860792 w 1118245"/>
              <a:gd name="connsiteY769" fmla="*/ 734902 h 740098"/>
              <a:gd name="connsiteX770" fmla="*/ 861908 w 1118245"/>
              <a:gd name="connsiteY770" fmla="*/ 735085 h 740098"/>
              <a:gd name="connsiteX771" fmla="*/ 863030 w 1118245"/>
              <a:gd name="connsiteY771" fmla="*/ 735256 h 740098"/>
              <a:gd name="connsiteX772" fmla="*/ 864152 w 1118245"/>
              <a:gd name="connsiteY772" fmla="*/ 735428 h 740098"/>
              <a:gd name="connsiteX773" fmla="*/ 865268 w 1118245"/>
              <a:gd name="connsiteY773" fmla="*/ 735593 h 740098"/>
              <a:gd name="connsiteX774" fmla="*/ 866390 w 1118245"/>
              <a:gd name="connsiteY774" fmla="*/ 735752 h 740098"/>
              <a:gd name="connsiteX775" fmla="*/ 867507 w 1118245"/>
              <a:gd name="connsiteY775" fmla="*/ 735906 h 740098"/>
              <a:gd name="connsiteX776" fmla="*/ 868629 w 1118245"/>
              <a:gd name="connsiteY776" fmla="*/ 736053 h 740098"/>
              <a:gd name="connsiteX777" fmla="*/ 869745 w 1118245"/>
              <a:gd name="connsiteY777" fmla="*/ 736201 h 740098"/>
              <a:gd name="connsiteX778" fmla="*/ 870867 w 1118245"/>
              <a:gd name="connsiteY778" fmla="*/ 736337 h 740098"/>
              <a:gd name="connsiteX779" fmla="*/ 871983 w 1118245"/>
              <a:gd name="connsiteY779" fmla="*/ 736473 h 740098"/>
              <a:gd name="connsiteX780" fmla="*/ 873105 w 1118245"/>
              <a:gd name="connsiteY780" fmla="*/ 736609 h 740098"/>
              <a:gd name="connsiteX781" fmla="*/ 874221 w 1118245"/>
              <a:gd name="connsiteY781" fmla="*/ 736733 h 740098"/>
              <a:gd name="connsiteX782" fmla="*/ 875343 w 1118245"/>
              <a:gd name="connsiteY782" fmla="*/ 736857 h 740098"/>
              <a:gd name="connsiteX783" fmla="*/ 876465 w 1118245"/>
              <a:gd name="connsiteY783" fmla="*/ 736975 h 740098"/>
              <a:gd name="connsiteX784" fmla="*/ 877582 w 1118245"/>
              <a:gd name="connsiteY784" fmla="*/ 737087 h 740098"/>
              <a:gd name="connsiteX785" fmla="*/ 878704 w 1118245"/>
              <a:gd name="connsiteY785" fmla="*/ 737199 h 740098"/>
              <a:gd name="connsiteX786" fmla="*/ 879820 w 1118245"/>
              <a:gd name="connsiteY786" fmla="*/ 737311 h 740098"/>
              <a:gd name="connsiteX787" fmla="*/ 880942 w 1118245"/>
              <a:gd name="connsiteY787" fmla="*/ 737412 h 740098"/>
              <a:gd name="connsiteX788" fmla="*/ 882058 w 1118245"/>
              <a:gd name="connsiteY788" fmla="*/ 737512 h 740098"/>
              <a:gd name="connsiteX789" fmla="*/ 883180 w 1118245"/>
              <a:gd name="connsiteY789" fmla="*/ 737613 h 740098"/>
              <a:gd name="connsiteX790" fmla="*/ 884296 w 1118245"/>
              <a:gd name="connsiteY790" fmla="*/ 737701 h 740098"/>
              <a:gd name="connsiteX791" fmla="*/ 885418 w 1118245"/>
              <a:gd name="connsiteY791" fmla="*/ 737796 h 740098"/>
              <a:gd name="connsiteX792" fmla="*/ 886534 w 1118245"/>
              <a:gd name="connsiteY792" fmla="*/ 737884 h 740098"/>
              <a:gd name="connsiteX793" fmla="*/ 887656 w 1118245"/>
              <a:gd name="connsiteY793" fmla="*/ 737967 h 740098"/>
              <a:gd name="connsiteX794" fmla="*/ 888779 w 1118245"/>
              <a:gd name="connsiteY794" fmla="*/ 738050 h 740098"/>
              <a:gd name="connsiteX795" fmla="*/ 889895 w 1118245"/>
              <a:gd name="connsiteY795" fmla="*/ 738126 h 740098"/>
              <a:gd name="connsiteX796" fmla="*/ 891017 w 1118245"/>
              <a:gd name="connsiteY796" fmla="*/ 738203 h 740098"/>
              <a:gd name="connsiteX797" fmla="*/ 892133 w 1118245"/>
              <a:gd name="connsiteY797" fmla="*/ 738280 h 740098"/>
              <a:gd name="connsiteX798" fmla="*/ 893255 w 1118245"/>
              <a:gd name="connsiteY798" fmla="*/ 738351 h 740098"/>
              <a:gd name="connsiteX799" fmla="*/ 894371 w 1118245"/>
              <a:gd name="connsiteY799" fmla="*/ 738416 h 740098"/>
              <a:gd name="connsiteX800" fmla="*/ 895493 w 1118245"/>
              <a:gd name="connsiteY800" fmla="*/ 738481 h 740098"/>
              <a:gd name="connsiteX801" fmla="*/ 896609 w 1118245"/>
              <a:gd name="connsiteY801" fmla="*/ 738546 h 740098"/>
              <a:gd name="connsiteX802" fmla="*/ 897731 w 1118245"/>
              <a:gd name="connsiteY802" fmla="*/ 738605 h 740098"/>
              <a:gd name="connsiteX803" fmla="*/ 898847 w 1118245"/>
              <a:gd name="connsiteY803" fmla="*/ 738664 h 740098"/>
              <a:gd name="connsiteX804" fmla="*/ 899970 w 1118245"/>
              <a:gd name="connsiteY804" fmla="*/ 738723 h 740098"/>
              <a:gd name="connsiteX805" fmla="*/ 901092 w 1118245"/>
              <a:gd name="connsiteY805" fmla="*/ 738776 h 740098"/>
              <a:gd name="connsiteX806" fmla="*/ 902208 w 1118245"/>
              <a:gd name="connsiteY806" fmla="*/ 738829 h 740098"/>
              <a:gd name="connsiteX807" fmla="*/ 903330 w 1118245"/>
              <a:gd name="connsiteY807" fmla="*/ 738882 h 740098"/>
              <a:gd name="connsiteX808" fmla="*/ 904446 w 1118245"/>
              <a:gd name="connsiteY808" fmla="*/ 738929 h 740098"/>
              <a:gd name="connsiteX809" fmla="*/ 905568 w 1118245"/>
              <a:gd name="connsiteY809" fmla="*/ 738977 h 740098"/>
              <a:gd name="connsiteX810" fmla="*/ 906684 w 1118245"/>
              <a:gd name="connsiteY810" fmla="*/ 739024 h 740098"/>
              <a:gd name="connsiteX811" fmla="*/ 907806 w 1118245"/>
              <a:gd name="connsiteY811" fmla="*/ 739071 h 740098"/>
              <a:gd name="connsiteX812" fmla="*/ 908922 w 1118245"/>
              <a:gd name="connsiteY812" fmla="*/ 739113 h 740098"/>
              <a:gd name="connsiteX813" fmla="*/ 910045 w 1118245"/>
              <a:gd name="connsiteY813" fmla="*/ 739154 h 740098"/>
              <a:gd name="connsiteX814" fmla="*/ 911161 w 1118245"/>
              <a:gd name="connsiteY814" fmla="*/ 739189 h 740098"/>
              <a:gd name="connsiteX815" fmla="*/ 912283 w 1118245"/>
              <a:gd name="connsiteY815" fmla="*/ 739231 h 740098"/>
              <a:gd name="connsiteX816" fmla="*/ 913405 w 1118245"/>
              <a:gd name="connsiteY816" fmla="*/ 739266 h 740098"/>
              <a:gd name="connsiteX817" fmla="*/ 914521 w 1118245"/>
              <a:gd name="connsiteY817" fmla="*/ 739302 h 740098"/>
              <a:gd name="connsiteX818" fmla="*/ 915643 w 1118245"/>
              <a:gd name="connsiteY818" fmla="*/ 739331 h 740098"/>
              <a:gd name="connsiteX819" fmla="*/ 916759 w 1118245"/>
              <a:gd name="connsiteY819" fmla="*/ 739366 h 740098"/>
              <a:gd name="connsiteX820" fmla="*/ 917881 w 1118245"/>
              <a:gd name="connsiteY820" fmla="*/ 739396 h 740098"/>
              <a:gd name="connsiteX821" fmla="*/ 918997 w 1118245"/>
              <a:gd name="connsiteY821" fmla="*/ 739426 h 740098"/>
              <a:gd name="connsiteX822" fmla="*/ 920119 w 1118245"/>
              <a:gd name="connsiteY822" fmla="*/ 739455 h 740098"/>
              <a:gd name="connsiteX823" fmla="*/ 921236 w 1118245"/>
              <a:gd name="connsiteY823" fmla="*/ 739485 h 740098"/>
              <a:gd name="connsiteX824" fmla="*/ 922358 w 1118245"/>
              <a:gd name="connsiteY824" fmla="*/ 739508 h 740098"/>
              <a:gd name="connsiteX825" fmla="*/ 923474 w 1118245"/>
              <a:gd name="connsiteY825" fmla="*/ 739532 h 740098"/>
              <a:gd name="connsiteX826" fmla="*/ 924596 w 1118245"/>
              <a:gd name="connsiteY826" fmla="*/ 739556 h 740098"/>
              <a:gd name="connsiteX827" fmla="*/ 925712 w 1118245"/>
              <a:gd name="connsiteY827" fmla="*/ 739579 h 740098"/>
              <a:gd name="connsiteX828" fmla="*/ 926834 w 1118245"/>
              <a:gd name="connsiteY828" fmla="*/ 739603 h 740098"/>
              <a:gd name="connsiteX829" fmla="*/ 927956 w 1118245"/>
              <a:gd name="connsiteY829" fmla="*/ 739626 h 740098"/>
              <a:gd name="connsiteX830" fmla="*/ 929072 w 1118245"/>
              <a:gd name="connsiteY830" fmla="*/ 739644 h 740098"/>
              <a:gd name="connsiteX831" fmla="*/ 930194 w 1118245"/>
              <a:gd name="connsiteY831" fmla="*/ 739668 h 740098"/>
              <a:gd name="connsiteX832" fmla="*/ 931311 w 1118245"/>
              <a:gd name="connsiteY832" fmla="*/ 739685 h 740098"/>
              <a:gd name="connsiteX833" fmla="*/ 932433 w 1118245"/>
              <a:gd name="connsiteY833" fmla="*/ 739703 h 740098"/>
              <a:gd name="connsiteX834" fmla="*/ 933549 w 1118245"/>
              <a:gd name="connsiteY834" fmla="*/ 739721 h 740098"/>
              <a:gd name="connsiteX835" fmla="*/ 934671 w 1118245"/>
              <a:gd name="connsiteY835" fmla="*/ 739739 h 740098"/>
              <a:gd name="connsiteX836" fmla="*/ 935787 w 1118245"/>
              <a:gd name="connsiteY836" fmla="*/ 739756 h 740098"/>
              <a:gd name="connsiteX837" fmla="*/ 936909 w 1118245"/>
              <a:gd name="connsiteY837" fmla="*/ 739768 h 740098"/>
              <a:gd name="connsiteX838" fmla="*/ 938025 w 1118245"/>
              <a:gd name="connsiteY838" fmla="*/ 739786 h 740098"/>
              <a:gd name="connsiteX839" fmla="*/ 939147 w 1118245"/>
              <a:gd name="connsiteY839" fmla="*/ 739798 h 740098"/>
              <a:gd name="connsiteX840" fmla="*/ 940269 w 1118245"/>
              <a:gd name="connsiteY840" fmla="*/ 739809 h 740098"/>
              <a:gd name="connsiteX841" fmla="*/ 941385 w 1118245"/>
              <a:gd name="connsiteY841" fmla="*/ 739827 h 740098"/>
              <a:gd name="connsiteX842" fmla="*/ 942508 w 1118245"/>
              <a:gd name="connsiteY842" fmla="*/ 739839 h 740098"/>
              <a:gd name="connsiteX843" fmla="*/ 943624 w 1118245"/>
              <a:gd name="connsiteY843" fmla="*/ 739851 h 740098"/>
              <a:gd name="connsiteX844" fmla="*/ 944746 w 1118245"/>
              <a:gd name="connsiteY844" fmla="*/ 739863 h 740098"/>
              <a:gd name="connsiteX845" fmla="*/ 945862 w 1118245"/>
              <a:gd name="connsiteY845" fmla="*/ 739874 h 740098"/>
              <a:gd name="connsiteX846" fmla="*/ 946984 w 1118245"/>
              <a:gd name="connsiteY846" fmla="*/ 739880 h 740098"/>
              <a:gd name="connsiteX847" fmla="*/ 948100 w 1118245"/>
              <a:gd name="connsiteY847" fmla="*/ 739892 h 740098"/>
              <a:gd name="connsiteX848" fmla="*/ 949222 w 1118245"/>
              <a:gd name="connsiteY848" fmla="*/ 739904 h 740098"/>
              <a:gd name="connsiteX849" fmla="*/ 950338 w 1118245"/>
              <a:gd name="connsiteY849" fmla="*/ 739910 h 740098"/>
              <a:gd name="connsiteX850" fmla="*/ 951460 w 1118245"/>
              <a:gd name="connsiteY850" fmla="*/ 739922 h 740098"/>
              <a:gd name="connsiteX851" fmla="*/ 952582 w 1118245"/>
              <a:gd name="connsiteY851" fmla="*/ 739928 h 740098"/>
              <a:gd name="connsiteX852" fmla="*/ 953699 w 1118245"/>
              <a:gd name="connsiteY852" fmla="*/ 739939 h 740098"/>
              <a:gd name="connsiteX853" fmla="*/ 954821 w 1118245"/>
              <a:gd name="connsiteY853" fmla="*/ 739945 h 740098"/>
              <a:gd name="connsiteX854" fmla="*/ 955937 w 1118245"/>
              <a:gd name="connsiteY854" fmla="*/ 739951 h 740098"/>
              <a:gd name="connsiteX855" fmla="*/ 957059 w 1118245"/>
              <a:gd name="connsiteY855" fmla="*/ 739957 h 740098"/>
              <a:gd name="connsiteX856" fmla="*/ 958175 w 1118245"/>
              <a:gd name="connsiteY856" fmla="*/ 739963 h 740098"/>
              <a:gd name="connsiteX857" fmla="*/ 959297 w 1118245"/>
              <a:gd name="connsiteY857" fmla="*/ 739975 h 740098"/>
              <a:gd name="connsiteX858" fmla="*/ 960413 w 1118245"/>
              <a:gd name="connsiteY858" fmla="*/ 739981 h 740098"/>
              <a:gd name="connsiteX859" fmla="*/ 961535 w 1118245"/>
              <a:gd name="connsiteY859" fmla="*/ 739987 h 740098"/>
              <a:gd name="connsiteX860" fmla="*/ 962651 w 1118245"/>
              <a:gd name="connsiteY860" fmla="*/ 739993 h 740098"/>
              <a:gd name="connsiteX861" fmla="*/ 963774 w 1118245"/>
              <a:gd name="connsiteY861" fmla="*/ 739993 h 740098"/>
              <a:gd name="connsiteX862" fmla="*/ 964896 w 1118245"/>
              <a:gd name="connsiteY862" fmla="*/ 739998 h 740098"/>
              <a:gd name="connsiteX863" fmla="*/ 966012 w 1118245"/>
              <a:gd name="connsiteY863" fmla="*/ 740004 h 740098"/>
              <a:gd name="connsiteX864" fmla="*/ 967134 w 1118245"/>
              <a:gd name="connsiteY864" fmla="*/ 740010 h 740098"/>
              <a:gd name="connsiteX865" fmla="*/ 968250 w 1118245"/>
              <a:gd name="connsiteY865" fmla="*/ 740016 h 740098"/>
              <a:gd name="connsiteX866" fmla="*/ 969372 w 1118245"/>
              <a:gd name="connsiteY866" fmla="*/ 740016 h 740098"/>
              <a:gd name="connsiteX867" fmla="*/ 970488 w 1118245"/>
              <a:gd name="connsiteY867" fmla="*/ 740022 h 740098"/>
              <a:gd name="connsiteX868" fmla="*/ 971610 w 1118245"/>
              <a:gd name="connsiteY868" fmla="*/ 740028 h 740098"/>
              <a:gd name="connsiteX869" fmla="*/ 972726 w 1118245"/>
              <a:gd name="connsiteY869" fmla="*/ 740028 h 740098"/>
              <a:gd name="connsiteX870" fmla="*/ 973848 w 1118245"/>
              <a:gd name="connsiteY870" fmla="*/ 740034 h 740098"/>
              <a:gd name="connsiteX871" fmla="*/ 974965 w 1118245"/>
              <a:gd name="connsiteY871" fmla="*/ 740034 h 740098"/>
              <a:gd name="connsiteX872" fmla="*/ 976087 w 1118245"/>
              <a:gd name="connsiteY872" fmla="*/ 740040 h 740098"/>
              <a:gd name="connsiteX873" fmla="*/ 977203 w 1118245"/>
              <a:gd name="connsiteY873" fmla="*/ 740046 h 740098"/>
              <a:gd name="connsiteX874" fmla="*/ 978325 w 1118245"/>
              <a:gd name="connsiteY874" fmla="*/ 740046 h 740098"/>
              <a:gd name="connsiteX875" fmla="*/ 979447 w 1118245"/>
              <a:gd name="connsiteY875" fmla="*/ 740046 h 740098"/>
              <a:gd name="connsiteX876" fmla="*/ 980563 w 1118245"/>
              <a:gd name="connsiteY876" fmla="*/ 740052 h 740098"/>
              <a:gd name="connsiteX877" fmla="*/ 981685 w 1118245"/>
              <a:gd name="connsiteY877" fmla="*/ 740052 h 740098"/>
              <a:gd name="connsiteX878" fmla="*/ 982801 w 1118245"/>
              <a:gd name="connsiteY878" fmla="*/ 740057 h 740098"/>
              <a:gd name="connsiteX879" fmla="*/ 983923 w 1118245"/>
              <a:gd name="connsiteY879" fmla="*/ 740057 h 740098"/>
              <a:gd name="connsiteX880" fmla="*/ 985039 w 1118245"/>
              <a:gd name="connsiteY880" fmla="*/ 740063 h 740098"/>
              <a:gd name="connsiteX881" fmla="*/ 986162 w 1118245"/>
              <a:gd name="connsiteY881" fmla="*/ 740063 h 740098"/>
              <a:gd name="connsiteX882" fmla="*/ 987278 w 1118245"/>
              <a:gd name="connsiteY882" fmla="*/ 740063 h 740098"/>
              <a:gd name="connsiteX883" fmla="*/ 988400 w 1118245"/>
              <a:gd name="connsiteY883" fmla="*/ 740069 h 740098"/>
              <a:gd name="connsiteX884" fmla="*/ 989516 w 1118245"/>
              <a:gd name="connsiteY884" fmla="*/ 740069 h 740098"/>
              <a:gd name="connsiteX885" fmla="*/ 990638 w 1118245"/>
              <a:gd name="connsiteY885" fmla="*/ 740069 h 740098"/>
              <a:gd name="connsiteX886" fmla="*/ 991760 w 1118245"/>
              <a:gd name="connsiteY886" fmla="*/ 740069 h 740098"/>
              <a:gd name="connsiteX887" fmla="*/ 992876 w 1118245"/>
              <a:gd name="connsiteY887" fmla="*/ 740075 h 740098"/>
              <a:gd name="connsiteX888" fmla="*/ 993998 w 1118245"/>
              <a:gd name="connsiteY888" fmla="*/ 740075 h 740098"/>
              <a:gd name="connsiteX889" fmla="*/ 995114 w 1118245"/>
              <a:gd name="connsiteY889" fmla="*/ 740075 h 740098"/>
              <a:gd name="connsiteX890" fmla="*/ 996237 w 1118245"/>
              <a:gd name="connsiteY890" fmla="*/ 740075 h 740098"/>
              <a:gd name="connsiteX891" fmla="*/ 997353 w 1118245"/>
              <a:gd name="connsiteY891" fmla="*/ 740081 h 740098"/>
              <a:gd name="connsiteX892" fmla="*/ 998475 w 1118245"/>
              <a:gd name="connsiteY892" fmla="*/ 740081 h 740098"/>
              <a:gd name="connsiteX893" fmla="*/ 999591 w 1118245"/>
              <a:gd name="connsiteY893" fmla="*/ 740081 h 740098"/>
              <a:gd name="connsiteX894" fmla="*/ 1000713 w 1118245"/>
              <a:gd name="connsiteY894" fmla="*/ 740081 h 740098"/>
              <a:gd name="connsiteX895" fmla="*/ 1001829 w 1118245"/>
              <a:gd name="connsiteY895" fmla="*/ 740081 h 740098"/>
              <a:gd name="connsiteX896" fmla="*/ 1002951 w 1118245"/>
              <a:gd name="connsiteY896" fmla="*/ 740081 h 740098"/>
              <a:gd name="connsiteX897" fmla="*/ 1004073 w 1118245"/>
              <a:gd name="connsiteY897" fmla="*/ 740087 h 740098"/>
              <a:gd name="connsiteX898" fmla="*/ 1005189 w 1118245"/>
              <a:gd name="connsiteY898" fmla="*/ 740087 h 740098"/>
              <a:gd name="connsiteX899" fmla="*/ 1006311 w 1118245"/>
              <a:gd name="connsiteY899" fmla="*/ 740087 h 740098"/>
              <a:gd name="connsiteX900" fmla="*/ 1007428 w 1118245"/>
              <a:gd name="connsiteY900" fmla="*/ 740087 h 740098"/>
              <a:gd name="connsiteX901" fmla="*/ 1008550 w 1118245"/>
              <a:gd name="connsiteY901" fmla="*/ 740087 h 740098"/>
              <a:gd name="connsiteX902" fmla="*/ 1009666 w 1118245"/>
              <a:gd name="connsiteY902" fmla="*/ 740087 h 740098"/>
              <a:gd name="connsiteX903" fmla="*/ 1010788 w 1118245"/>
              <a:gd name="connsiteY903" fmla="*/ 740087 h 740098"/>
              <a:gd name="connsiteX904" fmla="*/ 1011904 w 1118245"/>
              <a:gd name="connsiteY904" fmla="*/ 740087 h 740098"/>
              <a:gd name="connsiteX905" fmla="*/ 1013026 w 1118245"/>
              <a:gd name="connsiteY905" fmla="*/ 740093 h 740098"/>
              <a:gd name="connsiteX906" fmla="*/ 1014142 w 1118245"/>
              <a:gd name="connsiteY906" fmla="*/ 740093 h 740098"/>
              <a:gd name="connsiteX907" fmla="*/ 1015264 w 1118245"/>
              <a:gd name="connsiteY907" fmla="*/ 740093 h 740098"/>
              <a:gd name="connsiteX908" fmla="*/ 1016386 w 1118245"/>
              <a:gd name="connsiteY908" fmla="*/ 740093 h 740098"/>
              <a:gd name="connsiteX909" fmla="*/ 1017503 w 1118245"/>
              <a:gd name="connsiteY909" fmla="*/ 740093 h 740098"/>
              <a:gd name="connsiteX910" fmla="*/ 1018625 w 1118245"/>
              <a:gd name="connsiteY910" fmla="*/ 740093 h 740098"/>
              <a:gd name="connsiteX911" fmla="*/ 1019741 w 1118245"/>
              <a:gd name="connsiteY911" fmla="*/ 740093 h 740098"/>
              <a:gd name="connsiteX912" fmla="*/ 1020863 w 1118245"/>
              <a:gd name="connsiteY912" fmla="*/ 740093 h 740098"/>
              <a:gd name="connsiteX913" fmla="*/ 1021979 w 1118245"/>
              <a:gd name="connsiteY913" fmla="*/ 740093 h 740098"/>
              <a:gd name="connsiteX914" fmla="*/ 1023101 w 1118245"/>
              <a:gd name="connsiteY914" fmla="*/ 740093 h 740098"/>
              <a:gd name="connsiteX915" fmla="*/ 1024217 w 1118245"/>
              <a:gd name="connsiteY915" fmla="*/ 740093 h 740098"/>
              <a:gd name="connsiteX916" fmla="*/ 1025339 w 1118245"/>
              <a:gd name="connsiteY916" fmla="*/ 740093 h 740098"/>
              <a:gd name="connsiteX917" fmla="*/ 1026455 w 1118245"/>
              <a:gd name="connsiteY917" fmla="*/ 740093 h 740098"/>
              <a:gd name="connsiteX918" fmla="*/ 1027577 w 1118245"/>
              <a:gd name="connsiteY918" fmla="*/ 740093 h 740098"/>
              <a:gd name="connsiteX919" fmla="*/ 1028694 w 1118245"/>
              <a:gd name="connsiteY919" fmla="*/ 740099 h 740098"/>
              <a:gd name="connsiteX920" fmla="*/ 1029816 w 1118245"/>
              <a:gd name="connsiteY920" fmla="*/ 740099 h 740098"/>
              <a:gd name="connsiteX921" fmla="*/ 1030938 w 1118245"/>
              <a:gd name="connsiteY921" fmla="*/ 740099 h 740098"/>
              <a:gd name="connsiteX922" fmla="*/ 1032054 w 1118245"/>
              <a:gd name="connsiteY922" fmla="*/ 740099 h 740098"/>
              <a:gd name="connsiteX923" fmla="*/ 1033176 w 1118245"/>
              <a:gd name="connsiteY923" fmla="*/ 740099 h 740098"/>
              <a:gd name="connsiteX924" fmla="*/ 1034292 w 1118245"/>
              <a:gd name="connsiteY924" fmla="*/ 740099 h 740098"/>
              <a:gd name="connsiteX925" fmla="*/ 1035414 w 1118245"/>
              <a:gd name="connsiteY925" fmla="*/ 740099 h 740098"/>
              <a:gd name="connsiteX926" fmla="*/ 1036530 w 1118245"/>
              <a:gd name="connsiteY926" fmla="*/ 740099 h 740098"/>
              <a:gd name="connsiteX927" fmla="*/ 1037652 w 1118245"/>
              <a:gd name="connsiteY927" fmla="*/ 740099 h 740098"/>
              <a:gd name="connsiteX928" fmla="*/ 1038769 w 1118245"/>
              <a:gd name="connsiteY928" fmla="*/ 740099 h 740098"/>
              <a:gd name="connsiteX929" fmla="*/ 1039891 w 1118245"/>
              <a:gd name="connsiteY929" fmla="*/ 740099 h 740098"/>
              <a:gd name="connsiteX930" fmla="*/ 1041007 w 1118245"/>
              <a:gd name="connsiteY930" fmla="*/ 740099 h 740098"/>
              <a:gd name="connsiteX931" fmla="*/ 1042129 w 1118245"/>
              <a:gd name="connsiteY931" fmla="*/ 740099 h 740098"/>
              <a:gd name="connsiteX932" fmla="*/ 1043251 w 1118245"/>
              <a:gd name="connsiteY932" fmla="*/ 740099 h 740098"/>
              <a:gd name="connsiteX933" fmla="*/ 1044367 w 1118245"/>
              <a:gd name="connsiteY933" fmla="*/ 740099 h 740098"/>
              <a:gd name="connsiteX934" fmla="*/ 1045489 w 1118245"/>
              <a:gd name="connsiteY934" fmla="*/ 740099 h 740098"/>
              <a:gd name="connsiteX935" fmla="*/ 1046605 w 1118245"/>
              <a:gd name="connsiteY935" fmla="*/ 740099 h 740098"/>
              <a:gd name="connsiteX936" fmla="*/ 1047727 w 1118245"/>
              <a:gd name="connsiteY936" fmla="*/ 740099 h 740098"/>
              <a:gd name="connsiteX937" fmla="*/ 1048843 w 1118245"/>
              <a:gd name="connsiteY937" fmla="*/ 740099 h 740098"/>
              <a:gd name="connsiteX938" fmla="*/ 1049966 w 1118245"/>
              <a:gd name="connsiteY938" fmla="*/ 740099 h 740098"/>
              <a:gd name="connsiteX939" fmla="*/ 1051082 w 1118245"/>
              <a:gd name="connsiteY939" fmla="*/ 740099 h 740098"/>
              <a:gd name="connsiteX940" fmla="*/ 1052204 w 1118245"/>
              <a:gd name="connsiteY940" fmla="*/ 740099 h 740098"/>
              <a:gd name="connsiteX941" fmla="*/ 1053320 w 1118245"/>
              <a:gd name="connsiteY941" fmla="*/ 740099 h 740098"/>
              <a:gd name="connsiteX942" fmla="*/ 1054442 w 1118245"/>
              <a:gd name="connsiteY942" fmla="*/ 740099 h 740098"/>
              <a:gd name="connsiteX943" fmla="*/ 1055564 w 1118245"/>
              <a:gd name="connsiteY943" fmla="*/ 740099 h 740098"/>
              <a:gd name="connsiteX944" fmla="*/ 1056680 w 1118245"/>
              <a:gd name="connsiteY944" fmla="*/ 740099 h 740098"/>
              <a:gd name="connsiteX945" fmla="*/ 1057802 w 1118245"/>
              <a:gd name="connsiteY945" fmla="*/ 740099 h 740098"/>
              <a:gd name="connsiteX946" fmla="*/ 1058918 w 1118245"/>
              <a:gd name="connsiteY946" fmla="*/ 740099 h 740098"/>
              <a:gd name="connsiteX947" fmla="*/ 1060040 w 1118245"/>
              <a:gd name="connsiteY947" fmla="*/ 740099 h 740098"/>
              <a:gd name="connsiteX948" fmla="*/ 1061157 w 1118245"/>
              <a:gd name="connsiteY948" fmla="*/ 740099 h 740098"/>
              <a:gd name="connsiteX949" fmla="*/ 1062279 w 1118245"/>
              <a:gd name="connsiteY949" fmla="*/ 740099 h 740098"/>
              <a:gd name="connsiteX950" fmla="*/ 1063395 w 1118245"/>
              <a:gd name="connsiteY950" fmla="*/ 740099 h 740098"/>
              <a:gd name="connsiteX951" fmla="*/ 1064517 w 1118245"/>
              <a:gd name="connsiteY951" fmla="*/ 740099 h 740098"/>
              <a:gd name="connsiteX952" fmla="*/ 1065633 w 1118245"/>
              <a:gd name="connsiteY952" fmla="*/ 740099 h 740098"/>
              <a:gd name="connsiteX953" fmla="*/ 1066755 w 1118245"/>
              <a:gd name="connsiteY953" fmla="*/ 740099 h 740098"/>
              <a:gd name="connsiteX954" fmla="*/ 1067877 w 1118245"/>
              <a:gd name="connsiteY954" fmla="*/ 740099 h 740098"/>
              <a:gd name="connsiteX955" fmla="*/ 1068993 w 1118245"/>
              <a:gd name="connsiteY955" fmla="*/ 740099 h 740098"/>
              <a:gd name="connsiteX956" fmla="*/ 1070115 w 1118245"/>
              <a:gd name="connsiteY956" fmla="*/ 740099 h 740098"/>
              <a:gd name="connsiteX957" fmla="*/ 1071232 w 1118245"/>
              <a:gd name="connsiteY957" fmla="*/ 740099 h 740098"/>
              <a:gd name="connsiteX958" fmla="*/ 1072354 w 1118245"/>
              <a:gd name="connsiteY958" fmla="*/ 740099 h 740098"/>
              <a:gd name="connsiteX959" fmla="*/ 1073470 w 1118245"/>
              <a:gd name="connsiteY959" fmla="*/ 740099 h 740098"/>
              <a:gd name="connsiteX960" fmla="*/ 1074592 w 1118245"/>
              <a:gd name="connsiteY960" fmla="*/ 740099 h 740098"/>
              <a:gd name="connsiteX961" fmla="*/ 1075708 w 1118245"/>
              <a:gd name="connsiteY961" fmla="*/ 740099 h 740098"/>
              <a:gd name="connsiteX962" fmla="*/ 1076830 w 1118245"/>
              <a:gd name="connsiteY962" fmla="*/ 740099 h 740098"/>
              <a:gd name="connsiteX963" fmla="*/ 1077946 w 1118245"/>
              <a:gd name="connsiteY963" fmla="*/ 740099 h 740098"/>
              <a:gd name="connsiteX964" fmla="*/ 1079068 w 1118245"/>
              <a:gd name="connsiteY964" fmla="*/ 740099 h 740098"/>
              <a:gd name="connsiteX965" fmla="*/ 1080184 w 1118245"/>
              <a:gd name="connsiteY965" fmla="*/ 740099 h 740098"/>
              <a:gd name="connsiteX966" fmla="*/ 1081306 w 1118245"/>
              <a:gd name="connsiteY966" fmla="*/ 740099 h 740098"/>
              <a:gd name="connsiteX967" fmla="*/ 1082429 w 1118245"/>
              <a:gd name="connsiteY967" fmla="*/ 740099 h 740098"/>
              <a:gd name="connsiteX968" fmla="*/ 1083545 w 1118245"/>
              <a:gd name="connsiteY968" fmla="*/ 740099 h 740098"/>
              <a:gd name="connsiteX969" fmla="*/ 1084667 w 1118245"/>
              <a:gd name="connsiteY969" fmla="*/ 740099 h 740098"/>
              <a:gd name="connsiteX970" fmla="*/ 1085783 w 1118245"/>
              <a:gd name="connsiteY970" fmla="*/ 740099 h 740098"/>
              <a:gd name="connsiteX971" fmla="*/ 1086905 w 1118245"/>
              <a:gd name="connsiteY971" fmla="*/ 740099 h 740098"/>
              <a:gd name="connsiteX972" fmla="*/ 1088021 w 1118245"/>
              <a:gd name="connsiteY972" fmla="*/ 740099 h 740098"/>
              <a:gd name="connsiteX973" fmla="*/ 1089143 w 1118245"/>
              <a:gd name="connsiteY973" fmla="*/ 740099 h 740098"/>
              <a:gd name="connsiteX974" fmla="*/ 1090259 w 1118245"/>
              <a:gd name="connsiteY974" fmla="*/ 740099 h 740098"/>
              <a:gd name="connsiteX975" fmla="*/ 1091381 w 1118245"/>
              <a:gd name="connsiteY975" fmla="*/ 740099 h 740098"/>
              <a:gd name="connsiteX976" fmla="*/ 1092498 w 1118245"/>
              <a:gd name="connsiteY976" fmla="*/ 740099 h 740098"/>
              <a:gd name="connsiteX977" fmla="*/ 1093620 w 1118245"/>
              <a:gd name="connsiteY977" fmla="*/ 740099 h 740098"/>
              <a:gd name="connsiteX978" fmla="*/ 1094742 w 1118245"/>
              <a:gd name="connsiteY978" fmla="*/ 740099 h 740098"/>
              <a:gd name="connsiteX979" fmla="*/ 1095858 w 1118245"/>
              <a:gd name="connsiteY979" fmla="*/ 740099 h 740098"/>
              <a:gd name="connsiteX980" fmla="*/ 1096980 w 1118245"/>
              <a:gd name="connsiteY980" fmla="*/ 740099 h 740098"/>
              <a:gd name="connsiteX981" fmla="*/ 1098096 w 1118245"/>
              <a:gd name="connsiteY981" fmla="*/ 740099 h 740098"/>
              <a:gd name="connsiteX982" fmla="*/ 1099218 w 1118245"/>
              <a:gd name="connsiteY982" fmla="*/ 740099 h 740098"/>
              <a:gd name="connsiteX983" fmla="*/ 1100334 w 1118245"/>
              <a:gd name="connsiteY983" fmla="*/ 740099 h 740098"/>
              <a:gd name="connsiteX984" fmla="*/ 1101456 w 1118245"/>
              <a:gd name="connsiteY984" fmla="*/ 740099 h 740098"/>
              <a:gd name="connsiteX985" fmla="*/ 1102572 w 1118245"/>
              <a:gd name="connsiteY985" fmla="*/ 740099 h 740098"/>
              <a:gd name="connsiteX986" fmla="*/ 1103695 w 1118245"/>
              <a:gd name="connsiteY986" fmla="*/ 740099 h 740098"/>
              <a:gd name="connsiteX987" fmla="*/ 1104811 w 1118245"/>
              <a:gd name="connsiteY987" fmla="*/ 740099 h 740098"/>
              <a:gd name="connsiteX988" fmla="*/ 1105933 w 1118245"/>
              <a:gd name="connsiteY988" fmla="*/ 740099 h 740098"/>
              <a:gd name="connsiteX989" fmla="*/ 1107055 w 1118245"/>
              <a:gd name="connsiteY989" fmla="*/ 740099 h 740098"/>
              <a:gd name="connsiteX990" fmla="*/ 1108171 w 1118245"/>
              <a:gd name="connsiteY990" fmla="*/ 740099 h 740098"/>
              <a:gd name="connsiteX991" fmla="*/ 1109293 w 1118245"/>
              <a:gd name="connsiteY991" fmla="*/ 740099 h 740098"/>
              <a:gd name="connsiteX992" fmla="*/ 1110409 w 1118245"/>
              <a:gd name="connsiteY992" fmla="*/ 740099 h 740098"/>
              <a:gd name="connsiteX993" fmla="*/ 1111531 w 1118245"/>
              <a:gd name="connsiteY993" fmla="*/ 740099 h 740098"/>
              <a:gd name="connsiteX994" fmla="*/ 1112647 w 1118245"/>
              <a:gd name="connsiteY994" fmla="*/ 740099 h 740098"/>
              <a:gd name="connsiteX995" fmla="*/ 1113770 w 1118245"/>
              <a:gd name="connsiteY995" fmla="*/ 740099 h 740098"/>
              <a:gd name="connsiteX996" fmla="*/ 1114886 w 1118245"/>
              <a:gd name="connsiteY996" fmla="*/ 740099 h 740098"/>
              <a:gd name="connsiteX997" fmla="*/ 1116008 w 1118245"/>
              <a:gd name="connsiteY997" fmla="*/ 740099 h 740098"/>
              <a:gd name="connsiteX998" fmla="*/ 1117124 w 1118245"/>
              <a:gd name="connsiteY998" fmla="*/ 740099 h 740098"/>
              <a:gd name="connsiteX999" fmla="*/ 1118246 w 1118245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18245" h="740098">
                <a:moveTo>
                  <a:pt x="0" y="0"/>
                </a:moveTo>
                <a:lnTo>
                  <a:pt x="1119" y="61"/>
                </a:lnTo>
                <a:lnTo>
                  <a:pt x="2239" y="126"/>
                </a:lnTo>
                <a:lnTo>
                  <a:pt x="3358" y="188"/>
                </a:lnTo>
                <a:lnTo>
                  <a:pt x="4477" y="253"/>
                </a:lnTo>
                <a:lnTo>
                  <a:pt x="5597" y="320"/>
                </a:lnTo>
                <a:lnTo>
                  <a:pt x="6716" y="385"/>
                </a:lnTo>
                <a:lnTo>
                  <a:pt x="7836" y="450"/>
                </a:lnTo>
                <a:lnTo>
                  <a:pt x="8955" y="515"/>
                </a:lnTo>
                <a:lnTo>
                  <a:pt x="10074" y="582"/>
                </a:lnTo>
                <a:lnTo>
                  <a:pt x="11193" y="648"/>
                </a:lnTo>
                <a:lnTo>
                  <a:pt x="12313" y="714"/>
                </a:lnTo>
                <a:lnTo>
                  <a:pt x="13432" y="782"/>
                </a:lnTo>
                <a:lnTo>
                  <a:pt x="14551" y="849"/>
                </a:lnTo>
                <a:lnTo>
                  <a:pt x="15671" y="918"/>
                </a:lnTo>
                <a:lnTo>
                  <a:pt x="16790" y="985"/>
                </a:lnTo>
                <a:lnTo>
                  <a:pt x="17910" y="1053"/>
                </a:lnTo>
                <a:lnTo>
                  <a:pt x="19029" y="1123"/>
                </a:lnTo>
                <a:lnTo>
                  <a:pt x="20148" y="1192"/>
                </a:lnTo>
                <a:lnTo>
                  <a:pt x="21268" y="1261"/>
                </a:lnTo>
                <a:lnTo>
                  <a:pt x="22387" y="1331"/>
                </a:lnTo>
                <a:lnTo>
                  <a:pt x="23507" y="1402"/>
                </a:lnTo>
                <a:lnTo>
                  <a:pt x="24626" y="1472"/>
                </a:lnTo>
                <a:lnTo>
                  <a:pt x="25745" y="1544"/>
                </a:lnTo>
                <a:lnTo>
                  <a:pt x="26864" y="1615"/>
                </a:lnTo>
                <a:lnTo>
                  <a:pt x="27984" y="1686"/>
                </a:lnTo>
                <a:lnTo>
                  <a:pt x="29103" y="1758"/>
                </a:lnTo>
                <a:lnTo>
                  <a:pt x="30222" y="1831"/>
                </a:lnTo>
                <a:lnTo>
                  <a:pt x="31342" y="1904"/>
                </a:lnTo>
                <a:lnTo>
                  <a:pt x="32461" y="1977"/>
                </a:lnTo>
                <a:lnTo>
                  <a:pt x="33581" y="2051"/>
                </a:lnTo>
                <a:lnTo>
                  <a:pt x="34700" y="2125"/>
                </a:lnTo>
                <a:lnTo>
                  <a:pt x="35820" y="2199"/>
                </a:lnTo>
                <a:lnTo>
                  <a:pt x="36939" y="2274"/>
                </a:lnTo>
                <a:lnTo>
                  <a:pt x="38058" y="2349"/>
                </a:lnTo>
                <a:lnTo>
                  <a:pt x="39178" y="2425"/>
                </a:lnTo>
                <a:lnTo>
                  <a:pt x="40297" y="2501"/>
                </a:lnTo>
                <a:lnTo>
                  <a:pt x="41416" y="2577"/>
                </a:lnTo>
                <a:lnTo>
                  <a:pt x="42536" y="2654"/>
                </a:lnTo>
                <a:lnTo>
                  <a:pt x="43655" y="2731"/>
                </a:lnTo>
                <a:lnTo>
                  <a:pt x="44774" y="2809"/>
                </a:lnTo>
                <a:lnTo>
                  <a:pt x="45893" y="2887"/>
                </a:lnTo>
                <a:lnTo>
                  <a:pt x="47013" y="2965"/>
                </a:lnTo>
                <a:lnTo>
                  <a:pt x="48132" y="3044"/>
                </a:lnTo>
                <a:lnTo>
                  <a:pt x="49252" y="3124"/>
                </a:lnTo>
                <a:lnTo>
                  <a:pt x="50371" y="3203"/>
                </a:lnTo>
                <a:lnTo>
                  <a:pt x="51491" y="3284"/>
                </a:lnTo>
                <a:lnTo>
                  <a:pt x="52610" y="3364"/>
                </a:lnTo>
                <a:lnTo>
                  <a:pt x="53730" y="3445"/>
                </a:lnTo>
                <a:lnTo>
                  <a:pt x="54849" y="3527"/>
                </a:lnTo>
                <a:lnTo>
                  <a:pt x="55968" y="3608"/>
                </a:lnTo>
                <a:lnTo>
                  <a:pt x="57087" y="3691"/>
                </a:lnTo>
                <a:lnTo>
                  <a:pt x="58207" y="3774"/>
                </a:lnTo>
                <a:lnTo>
                  <a:pt x="59326" y="3857"/>
                </a:lnTo>
                <a:lnTo>
                  <a:pt x="60445" y="3940"/>
                </a:lnTo>
                <a:lnTo>
                  <a:pt x="61565" y="4025"/>
                </a:lnTo>
                <a:lnTo>
                  <a:pt x="62684" y="4109"/>
                </a:lnTo>
                <a:lnTo>
                  <a:pt x="63803" y="4194"/>
                </a:lnTo>
                <a:lnTo>
                  <a:pt x="64923" y="4280"/>
                </a:lnTo>
                <a:lnTo>
                  <a:pt x="66042" y="4366"/>
                </a:lnTo>
                <a:lnTo>
                  <a:pt x="67162" y="4452"/>
                </a:lnTo>
                <a:lnTo>
                  <a:pt x="68281" y="4539"/>
                </a:lnTo>
                <a:lnTo>
                  <a:pt x="69401" y="4626"/>
                </a:lnTo>
                <a:lnTo>
                  <a:pt x="70520" y="4714"/>
                </a:lnTo>
                <a:lnTo>
                  <a:pt x="71639" y="4803"/>
                </a:lnTo>
                <a:lnTo>
                  <a:pt x="72759" y="4891"/>
                </a:lnTo>
                <a:lnTo>
                  <a:pt x="73878" y="4981"/>
                </a:lnTo>
                <a:lnTo>
                  <a:pt x="74997" y="5071"/>
                </a:lnTo>
                <a:lnTo>
                  <a:pt x="76116" y="5161"/>
                </a:lnTo>
                <a:lnTo>
                  <a:pt x="77236" y="5252"/>
                </a:lnTo>
                <a:lnTo>
                  <a:pt x="78355" y="5343"/>
                </a:lnTo>
                <a:lnTo>
                  <a:pt x="79475" y="5435"/>
                </a:lnTo>
                <a:lnTo>
                  <a:pt x="80594" y="5527"/>
                </a:lnTo>
                <a:lnTo>
                  <a:pt x="81713" y="5620"/>
                </a:lnTo>
                <a:lnTo>
                  <a:pt x="82833" y="5713"/>
                </a:lnTo>
                <a:lnTo>
                  <a:pt x="83952" y="5807"/>
                </a:lnTo>
                <a:lnTo>
                  <a:pt x="85072" y="5902"/>
                </a:lnTo>
                <a:lnTo>
                  <a:pt x="86191" y="5997"/>
                </a:lnTo>
                <a:lnTo>
                  <a:pt x="87311" y="6092"/>
                </a:lnTo>
                <a:lnTo>
                  <a:pt x="88430" y="6188"/>
                </a:lnTo>
                <a:lnTo>
                  <a:pt x="89549" y="6285"/>
                </a:lnTo>
                <a:lnTo>
                  <a:pt x="90668" y="6382"/>
                </a:lnTo>
                <a:lnTo>
                  <a:pt x="91788" y="6479"/>
                </a:lnTo>
                <a:lnTo>
                  <a:pt x="92907" y="6578"/>
                </a:lnTo>
                <a:lnTo>
                  <a:pt x="94026" y="6676"/>
                </a:lnTo>
                <a:lnTo>
                  <a:pt x="95146" y="6776"/>
                </a:lnTo>
                <a:lnTo>
                  <a:pt x="96265" y="6875"/>
                </a:lnTo>
                <a:lnTo>
                  <a:pt x="97385" y="6976"/>
                </a:lnTo>
                <a:lnTo>
                  <a:pt x="98504" y="7077"/>
                </a:lnTo>
                <a:lnTo>
                  <a:pt x="99623" y="7178"/>
                </a:lnTo>
                <a:lnTo>
                  <a:pt x="100743" y="7281"/>
                </a:lnTo>
                <a:lnTo>
                  <a:pt x="101862" y="7383"/>
                </a:lnTo>
                <a:lnTo>
                  <a:pt x="102982" y="7487"/>
                </a:lnTo>
                <a:lnTo>
                  <a:pt x="104101" y="7591"/>
                </a:lnTo>
                <a:lnTo>
                  <a:pt x="105220" y="7695"/>
                </a:lnTo>
                <a:lnTo>
                  <a:pt x="106339" y="7800"/>
                </a:lnTo>
                <a:lnTo>
                  <a:pt x="107459" y="7906"/>
                </a:lnTo>
                <a:lnTo>
                  <a:pt x="108578" y="8012"/>
                </a:lnTo>
                <a:lnTo>
                  <a:pt x="109697" y="8119"/>
                </a:lnTo>
                <a:lnTo>
                  <a:pt x="110817" y="8227"/>
                </a:lnTo>
                <a:lnTo>
                  <a:pt x="111936" y="8335"/>
                </a:lnTo>
                <a:lnTo>
                  <a:pt x="113056" y="8444"/>
                </a:lnTo>
                <a:lnTo>
                  <a:pt x="114175" y="8553"/>
                </a:lnTo>
                <a:lnTo>
                  <a:pt x="115294" y="8664"/>
                </a:lnTo>
                <a:lnTo>
                  <a:pt x="116414" y="8774"/>
                </a:lnTo>
                <a:lnTo>
                  <a:pt x="117533" y="8886"/>
                </a:lnTo>
                <a:lnTo>
                  <a:pt x="118653" y="8998"/>
                </a:lnTo>
                <a:lnTo>
                  <a:pt x="119772" y="9111"/>
                </a:lnTo>
                <a:lnTo>
                  <a:pt x="120891" y="9223"/>
                </a:lnTo>
                <a:lnTo>
                  <a:pt x="122011" y="9338"/>
                </a:lnTo>
                <a:lnTo>
                  <a:pt x="123130" y="9453"/>
                </a:lnTo>
                <a:lnTo>
                  <a:pt x="124249" y="9568"/>
                </a:lnTo>
                <a:lnTo>
                  <a:pt x="125368" y="9684"/>
                </a:lnTo>
                <a:lnTo>
                  <a:pt x="126488" y="9800"/>
                </a:lnTo>
                <a:lnTo>
                  <a:pt x="127607" y="9918"/>
                </a:lnTo>
                <a:lnTo>
                  <a:pt x="128727" y="10036"/>
                </a:lnTo>
                <a:lnTo>
                  <a:pt x="129846" y="10155"/>
                </a:lnTo>
                <a:lnTo>
                  <a:pt x="130966" y="10275"/>
                </a:lnTo>
                <a:lnTo>
                  <a:pt x="132085" y="10395"/>
                </a:lnTo>
                <a:lnTo>
                  <a:pt x="133204" y="10516"/>
                </a:lnTo>
                <a:lnTo>
                  <a:pt x="134324" y="10637"/>
                </a:lnTo>
                <a:lnTo>
                  <a:pt x="135443" y="10760"/>
                </a:lnTo>
                <a:lnTo>
                  <a:pt x="136562" y="10883"/>
                </a:lnTo>
                <a:lnTo>
                  <a:pt x="137682" y="11007"/>
                </a:lnTo>
                <a:lnTo>
                  <a:pt x="138801" y="11132"/>
                </a:lnTo>
                <a:lnTo>
                  <a:pt x="139920" y="11257"/>
                </a:lnTo>
                <a:lnTo>
                  <a:pt x="141040" y="11383"/>
                </a:lnTo>
                <a:lnTo>
                  <a:pt x="142159" y="11510"/>
                </a:lnTo>
                <a:lnTo>
                  <a:pt x="143278" y="11638"/>
                </a:lnTo>
                <a:lnTo>
                  <a:pt x="144398" y="11766"/>
                </a:lnTo>
                <a:lnTo>
                  <a:pt x="145517" y="11895"/>
                </a:lnTo>
                <a:lnTo>
                  <a:pt x="146637" y="12025"/>
                </a:lnTo>
                <a:lnTo>
                  <a:pt x="147756" y="12156"/>
                </a:lnTo>
                <a:lnTo>
                  <a:pt x="148876" y="12287"/>
                </a:lnTo>
                <a:lnTo>
                  <a:pt x="149995" y="12420"/>
                </a:lnTo>
                <a:lnTo>
                  <a:pt x="151114" y="12553"/>
                </a:lnTo>
                <a:lnTo>
                  <a:pt x="152234" y="12687"/>
                </a:lnTo>
                <a:lnTo>
                  <a:pt x="153353" y="12822"/>
                </a:lnTo>
                <a:lnTo>
                  <a:pt x="154472" y="12958"/>
                </a:lnTo>
                <a:lnTo>
                  <a:pt x="155591" y="13094"/>
                </a:lnTo>
                <a:lnTo>
                  <a:pt x="156711" y="13232"/>
                </a:lnTo>
                <a:lnTo>
                  <a:pt x="157830" y="13370"/>
                </a:lnTo>
                <a:lnTo>
                  <a:pt x="158949" y="13509"/>
                </a:lnTo>
                <a:lnTo>
                  <a:pt x="160069" y="13649"/>
                </a:lnTo>
                <a:lnTo>
                  <a:pt x="161188" y="13789"/>
                </a:lnTo>
                <a:lnTo>
                  <a:pt x="162308" y="13931"/>
                </a:lnTo>
                <a:lnTo>
                  <a:pt x="163427" y="14073"/>
                </a:lnTo>
                <a:lnTo>
                  <a:pt x="164547" y="14217"/>
                </a:lnTo>
                <a:lnTo>
                  <a:pt x="165666" y="14361"/>
                </a:lnTo>
                <a:lnTo>
                  <a:pt x="166786" y="14506"/>
                </a:lnTo>
                <a:lnTo>
                  <a:pt x="167905" y="14652"/>
                </a:lnTo>
                <a:lnTo>
                  <a:pt x="169024" y="14800"/>
                </a:lnTo>
                <a:lnTo>
                  <a:pt x="170143" y="14947"/>
                </a:lnTo>
                <a:lnTo>
                  <a:pt x="171263" y="15096"/>
                </a:lnTo>
                <a:lnTo>
                  <a:pt x="172382" y="15246"/>
                </a:lnTo>
                <a:lnTo>
                  <a:pt x="173501" y="15397"/>
                </a:lnTo>
                <a:lnTo>
                  <a:pt x="174621" y="15548"/>
                </a:lnTo>
                <a:lnTo>
                  <a:pt x="175740" y="15701"/>
                </a:lnTo>
                <a:lnTo>
                  <a:pt x="176859" y="15855"/>
                </a:lnTo>
                <a:lnTo>
                  <a:pt x="177979" y="16009"/>
                </a:lnTo>
                <a:lnTo>
                  <a:pt x="179098" y="16165"/>
                </a:lnTo>
                <a:lnTo>
                  <a:pt x="180218" y="16321"/>
                </a:lnTo>
                <a:lnTo>
                  <a:pt x="181337" y="16479"/>
                </a:lnTo>
                <a:lnTo>
                  <a:pt x="182457" y="16637"/>
                </a:lnTo>
                <a:lnTo>
                  <a:pt x="183576" y="16797"/>
                </a:lnTo>
                <a:lnTo>
                  <a:pt x="184695" y="16957"/>
                </a:lnTo>
                <a:lnTo>
                  <a:pt x="185814" y="17119"/>
                </a:lnTo>
                <a:lnTo>
                  <a:pt x="186934" y="17282"/>
                </a:lnTo>
                <a:lnTo>
                  <a:pt x="188053" y="17445"/>
                </a:lnTo>
                <a:lnTo>
                  <a:pt x="189172" y="17610"/>
                </a:lnTo>
                <a:lnTo>
                  <a:pt x="190292" y="17776"/>
                </a:lnTo>
                <a:lnTo>
                  <a:pt x="191411" y="17943"/>
                </a:lnTo>
                <a:lnTo>
                  <a:pt x="192531" y="18111"/>
                </a:lnTo>
                <a:lnTo>
                  <a:pt x="193650" y="18280"/>
                </a:lnTo>
                <a:lnTo>
                  <a:pt x="194769" y="18450"/>
                </a:lnTo>
                <a:lnTo>
                  <a:pt x="195889" y="18621"/>
                </a:lnTo>
                <a:lnTo>
                  <a:pt x="197008" y="18793"/>
                </a:lnTo>
                <a:lnTo>
                  <a:pt x="198128" y="18967"/>
                </a:lnTo>
                <a:lnTo>
                  <a:pt x="199247" y="19142"/>
                </a:lnTo>
                <a:lnTo>
                  <a:pt x="200366" y="19317"/>
                </a:lnTo>
                <a:lnTo>
                  <a:pt x="201486" y="19494"/>
                </a:lnTo>
                <a:lnTo>
                  <a:pt x="202605" y="19672"/>
                </a:lnTo>
                <a:lnTo>
                  <a:pt x="203724" y="19852"/>
                </a:lnTo>
                <a:lnTo>
                  <a:pt x="204843" y="20032"/>
                </a:lnTo>
                <a:lnTo>
                  <a:pt x="205963" y="20214"/>
                </a:lnTo>
                <a:lnTo>
                  <a:pt x="207082" y="20396"/>
                </a:lnTo>
                <a:lnTo>
                  <a:pt x="208202" y="20580"/>
                </a:lnTo>
                <a:lnTo>
                  <a:pt x="209321" y="20765"/>
                </a:lnTo>
                <a:lnTo>
                  <a:pt x="210441" y="20952"/>
                </a:lnTo>
                <a:lnTo>
                  <a:pt x="211560" y="21140"/>
                </a:lnTo>
                <a:lnTo>
                  <a:pt x="212679" y="21329"/>
                </a:lnTo>
                <a:lnTo>
                  <a:pt x="213799" y="21519"/>
                </a:lnTo>
                <a:lnTo>
                  <a:pt x="214918" y="21710"/>
                </a:lnTo>
                <a:lnTo>
                  <a:pt x="216037" y="21903"/>
                </a:lnTo>
                <a:lnTo>
                  <a:pt x="217157" y="22097"/>
                </a:lnTo>
                <a:lnTo>
                  <a:pt x="218276" y="22292"/>
                </a:lnTo>
                <a:lnTo>
                  <a:pt x="219395" y="22489"/>
                </a:lnTo>
                <a:lnTo>
                  <a:pt x="220514" y="22686"/>
                </a:lnTo>
                <a:lnTo>
                  <a:pt x="221634" y="22886"/>
                </a:lnTo>
                <a:lnTo>
                  <a:pt x="222753" y="23086"/>
                </a:lnTo>
                <a:lnTo>
                  <a:pt x="223873" y="23288"/>
                </a:lnTo>
                <a:lnTo>
                  <a:pt x="224992" y="23491"/>
                </a:lnTo>
                <a:lnTo>
                  <a:pt x="226112" y="23696"/>
                </a:lnTo>
                <a:lnTo>
                  <a:pt x="227231" y="23902"/>
                </a:lnTo>
                <a:lnTo>
                  <a:pt x="228350" y="24110"/>
                </a:lnTo>
                <a:lnTo>
                  <a:pt x="229470" y="24319"/>
                </a:lnTo>
                <a:lnTo>
                  <a:pt x="230589" y="24529"/>
                </a:lnTo>
                <a:lnTo>
                  <a:pt x="231709" y="24740"/>
                </a:lnTo>
                <a:lnTo>
                  <a:pt x="232828" y="24954"/>
                </a:lnTo>
                <a:lnTo>
                  <a:pt x="233947" y="25169"/>
                </a:lnTo>
                <a:lnTo>
                  <a:pt x="235066" y="25385"/>
                </a:lnTo>
                <a:lnTo>
                  <a:pt x="236186" y="25602"/>
                </a:lnTo>
                <a:lnTo>
                  <a:pt x="237305" y="25821"/>
                </a:lnTo>
                <a:lnTo>
                  <a:pt x="238424" y="26041"/>
                </a:lnTo>
                <a:lnTo>
                  <a:pt x="239544" y="26263"/>
                </a:lnTo>
                <a:lnTo>
                  <a:pt x="240663" y="26487"/>
                </a:lnTo>
                <a:lnTo>
                  <a:pt x="241783" y="26712"/>
                </a:lnTo>
                <a:lnTo>
                  <a:pt x="242902" y="26939"/>
                </a:lnTo>
                <a:lnTo>
                  <a:pt x="244022" y="27168"/>
                </a:lnTo>
                <a:lnTo>
                  <a:pt x="245141" y="27397"/>
                </a:lnTo>
                <a:lnTo>
                  <a:pt x="246260" y="27629"/>
                </a:lnTo>
                <a:lnTo>
                  <a:pt x="247380" y="27861"/>
                </a:lnTo>
                <a:lnTo>
                  <a:pt x="248499" y="28097"/>
                </a:lnTo>
                <a:lnTo>
                  <a:pt x="249618" y="28333"/>
                </a:lnTo>
                <a:lnTo>
                  <a:pt x="250737" y="28571"/>
                </a:lnTo>
                <a:lnTo>
                  <a:pt x="251857" y="28811"/>
                </a:lnTo>
                <a:lnTo>
                  <a:pt x="252976" y="29051"/>
                </a:lnTo>
                <a:lnTo>
                  <a:pt x="254095" y="29295"/>
                </a:lnTo>
                <a:lnTo>
                  <a:pt x="255215" y="29539"/>
                </a:lnTo>
                <a:lnTo>
                  <a:pt x="256334" y="29786"/>
                </a:lnTo>
                <a:lnTo>
                  <a:pt x="257454" y="30034"/>
                </a:lnTo>
                <a:lnTo>
                  <a:pt x="258573" y="30284"/>
                </a:lnTo>
                <a:lnTo>
                  <a:pt x="259693" y="30536"/>
                </a:lnTo>
                <a:lnTo>
                  <a:pt x="260812" y="30789"/>
                </a:lnTo>
                <a:lnTo>
                  <a:pt x="261932" y="31044"/>
                </a:lnTo>
                <a:lnTo>
                  <a:pt x="263051" y="31301"/>
                </a:lnTo>
                <a:lnTo>
                  <a:pt x="264170" y="31560"/>
                </a:lnTo>
                <a:lnTo>
                  <a:pt x="265289" y="31821"/>
                </a:lnTo>
                <a:lnTo>
                  <a:pt x="266409" y="32083"/>
                </a:lnTo>
                <a:lnTo>
                  <a:pt x="267528" y="32348"/>
                </a:lnTo>
                <a:lnTo>
                  <a:pt x="268647" y="32614"/>
                </a:lnTo>
                <a:lnTo>
                  <a:pt x="269767" y="32882"/>
                </a:lnTo>
                <a:lnTo>
                  <a:pt x="270886" y="33152"/>
                </a:lnTo>
                <a:lnTo>
                  <a:pt x="272005" y="33425"/>
                </a:lnTo>
                <a:lnTo>
                  <a:pt x="273125" y="33699"/>
                </a:lnTo>
                <a:lnTo>
                  <a:pt x="274244" y="33974"/>
                </a:lnTo>
                <a:lnTo>
                  <a:pt x="275364" y="34252"/>
                </a:lnTo>
                <a:lnTo>
                  <a:pt x="276483" y="34532"/>
                </a:lnTo>
                <a:lnTo>
                  <a:pt x="277603" y="34815"/>
                </a:lnTo>
                <a:lnTo>
                  <a:pt x="278722" y="35099"/>
                </a:lnTo>
                <a:lnTo>
                  <a:pt x="279841" y="35385"/>
                </a:lnTo>
                <a:lnTo>
                  <a:pt x="280961" y="35673"/>
                </a:lnTo>
                <a:lnTo>
                  <a:pt x="282080" y="35963"/>
                </a:lnTo>
                <a:lnTo>
                  <a:pt x="283199" y="36256"/>
                </a:lnTo>
                <a:lnTo>
                  <a:pt x="284318" y="36550"/>
                </a:lnTo>
                <a:lnTo>
                  <a:pt x="285438" y="36847"/>
                </a:lnTo>
                <a:lnTo>
                  <a:pt x="286557" y="37146"/>
                </a:lnTo>
                <a:lnTo>
                  <a:pt x="287677" y="37447"/>
                </a:lnTo>
                <a:lnTo>
                  <a:pt x="288796" y="37750"/>
                </a:lnTo>
                <a:lnTo>
                  <a:pt x="289915" y="38056"/>
                </a:lnTo>
                <a:lnTo>
                  <a:pt x="291035" y="38363"/>
                </a:lnTo>
                <a:lnTo>
                  <a:pt x="292154" y="38673"/>
                </a:lnTo>
                <a:lnTo>
                  <a:pt x="293274" y="38986"/>
                </a:lnTo>
                <a:lnTo>
                  <a:pt x="294393" y="39300"/>
                </a:lnTo>
                <a:lnTo>
                  <a:pt x="295512" y="39617"/>
                </a:lnTo>
                <a:lnTo>
                  <a:pt x="296632" y="39937"/>
                </a:lnTo>
                <a:lnTo>
                  <a:pt x="297751" y="40258"/>
                </a:lnTo>
                <a:lnTo>
                  <a:pt x="298870" y="40582"/>
                </a:lnTo>
                <a:lnTo>
                  <a:pt x="299989" y="40909"/>
                </a:lnTo>
                <a:lnTo>
                  <a:pt x="301109" y="41237"/>
                </a:lnTo>
                <a:lnTo>
                  <a:pt x="302228" y="41568"/>
                </a:lnTo>
                <a:lnTo>
                  <a:pt x="303348" y="41902"/>
                </a:lnTo>
                <a:lnTo>
                  <a:pt x="304467" y="42239"/>
                </a:lnTo>
                <a:lnTo>
                  <a:pt x="305587" y="42577"/>
                </a:lnTo>
                <a:lnTo>
                  <a:pt x="306706" y="42918"/>
                </a:lnTo>
                <a:lnTo>
                  <a:pt x="307825" y="43262"/>
                </a:lnTo>
                <a:lnTo>
                  <a:pt x="308945" y="43609"/>
                </a:lnTo>
                <a:lnTo>
                  <a:pt x="310064" y="43958"/>
                </a:lnTo>
                <a:lnTo>
                  <a:pt x="311184" y="44310"/>
                </a:lnTo>
                <a:lnTo>
                  <a:pt x="312303" y="44663"/>
                </a:lnTo>
                <a:lnTo>
                  <a:pt x="313422" y="45021"/>
                </a:lnTo>
                <a:lnTo>
                  <a:pt x="314541" y="45380"/>
                </a:lnTo>
                <a:lnTo>
                  <a:pt x="315661" y="45743"/>
                </a:lnTo>
                <a:lnTo>
                  <a:pt x="316780" y="46108"/>
                </a:lnTo>
                <a:lnTo>
                  <a:pt x="317899" y="46476"/>
                </a:lnTo>
                <a:lnTo>
                  <a:pt x="319019" y="46846"/>
                </a:lnTo>
                <a:lnTo>
                  <a:pt x="320138" y="47220"/>
                </a:lnTo>
                <a:lnTo>
                  <a:pt x="321258" y="47596"/>
                </a:lnTo>
                <a:lnTo>
                  <a:pt x="322377" y="47975"/>
                </a:lnTo>
                <a:lnTo>
                  <a:pt x="323497" y="48357"/>
                </a:lnTo>
                <a:lnTo>
                  <a:pt x="324616" y="48742"/>
                </a:lnTo>
                <a:lnTo>
                  <a:pt x="325735" y="49130"/>
                </a:lnTo>
                <a:lnTo>
                  <a:pt x="326855" y="49521"/>
                </a:lnTo>
                <a:lnTo>
                  <a:pt x="327974" y="49915"/>
                </a:lnTo>
                <a:lnTo>
                  <a:pt x="329093" y="50312"/>
                </a:lnTo>
                <a:lnTo>
                  <a:pt x="330212" y="50713"/>
                </a:lnTo>
                <a:lnTo>
                  <a:pt x="331332" y="51115"/>
                </a:lnTo>
                <a:lnTo>
                  <a:pt x="332451" y="51522"/>
                </a:lnTo>
                <a:lnTo>
                  <a:pt x="333570" y="51931"/>
                </a:lnTo>
                <a:lnTo>
                  <a:pt x="334690" y="52344"/>
                </a:lnTo>
                <a:lnTo>
                  <a:pt x="335809" y="52759"/>
                </a:lnTo>
                <a:lnTo>
                  <a:pt x="336929" y="53178"/>
                </a:lnTo>
                <a:lnTo>
                  <a:pt x="338048" y="53600"/>
                </a:lnTo>
                <a:lnTo>
                  <a:pt x="339168" y="54026"/>
                </a:lnTo>
                <a:lnTo>
                  <a:pt x="340287" y="54454"/>
                </a:lnTo>
                <a:lnTo>
                  <a:pt x="341406" y="54887"/>
                </a:lnTo>
                <a:lnTo>
                  <a:pt x="342526" y="55322"/>
                </a:lnTo>
                <a:lnTo>
                  <a:pt x="343645" y="55761"/>
                </a:lnTo>
                <a:lnTo>
                  <a:pt x="344764" y="56203"/>
                </a:lnTo>
                <a:lnTo>
                  <a:pt x="345884" y="56648"/>
                </a:lnTo>
                <a:lnTo>
                  <a:pt x="347003" y="57098"/>
                </a:lnTo>
                <a:lnTo>
                  <a:pt x="348122" y="57551"/>
                </a:lnTo>
                <a:lnTo>
                  <a:pt x="349242" y="58007"/>
                </a:lnTo>
                <a:lnTo>
                  <a:pt x="350361" y="58467"/>
                </a:lnTo>
                <a:lnTo>
                  <a:pt x="351480" y="58930"/>
                </a:lnTo>
                <a:lnTo>
                  <a:pt x="352600" y="59397"/>
                </a:lnTo>
                <a:lnTo>
                  <a:pt x="353721" y="59867"/>
                </a:lnTo>
                <a:lnTo>
                  <a:pt x="354837" y="60342"/>
                </a:lnTo>
                <a:lnTo>
                  <a:pt x="355959" y="60821"/>
                </a:lnTo>
                <a:lnTo>
                  <a:pt x="357075" y="61302"/>
                </a:lnTo>
                <a:lnTo>
                  <a:pt x="358197" y="61788"/>
                </a:lnTo>
                <a:lnTo>
                  <a:pt x="359313" y="62277"/>
                </a:lnTo>
                <a:lnTo>
                  <a:pt x="360435" y="62771"/>
                </a:lnTo>
                <a:lnTo>
                  <a:pt x="361558" y="63268"/>
                </a:lnTo>
                <a:lnTo>
                  <a:pt x="362674" y="63770"/>
                </a:lnTo>
                <a:lnTo>
                  <a:pt x="363796" y="64275"/>
                </a:lnTo>
                <a:lnTo>
                  <a:pt x="364912" y="64784"/>
                </a:lnTo>
                <a:lnTo>
                  <a:pt x="366034" y="65298"/>
                </a:lnTo>
                <a:lnTo>
                  <a:pt x="367150" y="65815"/>
                </a:lnTo>
                <a:lnTo>
                  <a:pt x="368272" y="66337"/>
                </a:lnTo>
                <a:lnTo>
                  <a:pt x="369388" y="66863"/>
                </a:lnTo>
                <a:lnTo>
                  <a:pt x="370510" y="67393"/>
                </a:lnTo>
                <a:lnTo>
                  <a:pt x="371627" y="67927"/>
                </a:lnTo>
                <a:lnTo>
                  <a:pt x="372749" y="68466"/>
                </a:lnTo>
                <a:lnTo>
                  <a:pt x="373871" y="69009"/>
                </a:lnTo>
                <a:lnTo>
                  <a:pt x="374987" y="69555"/>
                </a:lnTo>
                <a:lnTo>
                  <a:pt x="376109" y="70107"/>
                </a:lnTo>
                <a:lnTo>
                  <a:pt x="377225" y="70663"/>
                </a:lnTo>
                <a:lnTo>
                  <a:pt x="378347" y="71224"/>
                </a:lnTo>
                <a:lnTo>
                  <a:pt x="379463" y="71788"/>
                </a:lnTo>
                <a:lnTo>
                  <a:pt x="380585" y="72358"/>
                </a:lnTo>
                <a:lnTo>
                  <a:pt x="381701" y="72932"/>
                </a:lnTo>
                <a:lnTo>
                  <a:pt x="382824" y="73511"/>
                </a:lnTo>
                <a:lnTo>
                  <a:pt x="383940" y="74094"/>
                </a:lnTo>
                <a:lnTo>
                  <a:pt x="385062" y="74683"/>
                </a:lnTo>
                <a:lnTo>
                  <a:pt x="386178" y="75275"/>
                </a:lnTo>
                <a:lnTo>
                  <a:pt x="387300" y="75873"/>
                </a:lnTo>
                <a:lnTo>
                  <a:pt x="388422" y="76476"/>
                </a:lnTo>
                <a:lnTo>
                  <a:pt x="389538" y="77083"/>
                </a:lnTo>
                <a:lnTo>
                  <a:pt x="390660" y="77695"/>
                </a:lnTo>
                <a:lnTo>
                  <a:pt x="391776" y="78312"/>
                </a:lnTo>
                <a:lnTo>
                  <a:pt x="392898" y="78935"/>
                </a:lnTo>
                <a:lnTo>
                  <a:pt x="394015" y="79562"/>
                </a:lnTo>
                <a:lnTo>
                  <a:pt x="395137" y="80194"/>
                </a:lnTo>
                <a:lnTo>
                  <a:pt x="396253" y="80832"/>
                </a:lnTo>
                <a:lnTo>
                  <a:pt x="397375" y="81475"/>
                </a:lnTo>
                <a:lnTo>
                  <a:pt x="398491" y="82123"/>
                </a:lnTo>
                <a:lnTo>
                  <a:pt x="399613" y="82776"/>
                </a:lnTo>
                <a:lnTo>
                  <a:pt x="400735" y="83435"/>
                </a:lnTo>
                <a:lnTo>
                  <a:pt x="401851" y="84099"/>
                </a:lnTo>
                <a:lnTo>
                  <a:pt x="402973" y="84768"/>
                </a:lnTo>
                <a:lnTo>
                  <a:pt x="404090" y="85443"/>
                </a:lnTo>
                <a:lnTo>
                  <a:pt x="405212" y="86124"/>
                </a:lnTo>
                <a:lnTo>
                  <a:pt x="406328" y="86809"/>
                </a:lnTo>
                <a:lnTo>
                  <a:pt x="407450" y="87501"/>
                </a:lnTo>
                <a:lnTo>
                  <a:pt x="408566" y="88198"/>
                </a:lnTo>
                <a:lnTo>
                  <a:pt x="409688" y="88901"/>
                </a:lnTo>
                <a:lnTo>
                  <a:pt x="410804" y="89610"/>
                </a:lnTo>
                <a:lnTo>
                  <a:pt x="411926" y="90324"/>
                </a:lnTo>
                <a:lnTo>
                  <a:pt x="413048" y="91045"/>
                </a:lnTo>
                <a:lnTo>
                  <a:pt x="414164" y="91771"/>
                </a:lnTo>
                <a:lnTo>
                  <a:pt x="415287" y="92503"/>
                </a:lnTo>
                <a:lnTo>
                  <a:pt x="416403" y="93242"/>
                </a:lnTo>
                <a:lnTo>
                  <a:pt x="417525" y="93986"/>
                </a:lnTo>
                <a:lnTo>
                  <a:pt x="418641" y="94736"/>
                </a:lnTo>
                <a:lnTo>
                  <a:pt x="419763" y="95493"/>
                </a:lnTo>
                <a:lnTo>
                  <a:pt x="420879" y="96256"/>
                </a:lnTo>
                <a:lnTo>
                  <a:pt x="422001" y="97025"/>
                </a:lnTo>
                <a:lnTo>
                  <a:pt x="423117" y="97801"/>
                </a:lnTo>
                <a:lnTo>
                  <a:pt x="424239" y="98583"/>
                </a:lnTo>
                <a:lnTo>
                  <a:pt x="425361" y="99370"/>
                </a:lnTo>
                <a:lnTo>
                  <a:pt x="426478" y="100165"/>
                </a:lnTo>
                <a:lnTo>
                  <a:pt x="427600" y="100967"/>
                </a:lnTo>
                <a:lnTo>
                  <a:pt x="428716" y="101775"/>
                </a:lnTo>
                <a:lnTo>
                  <a:pt x="429838" y="102589"/>
                </a:lnTo>
                <a:lnTo>
                  <a:pt x="430954" y="103410"/>
                </a:lnTo>
                <a:lnTo>
                  <a:pt x="432076" y="104238"/>
                </a:lnTo>
                <a:lnTo>
                  <a:pt x="433192" y="105073"/>
                </a:lnTo>
                <a:lnTo>
                  <a:pt x="434314" y="105915"/>
                </a:lnTo>
                <a:lnTo>
                  <a:pt x="435430" y="106764"/>
                </a:lnTo>
                <a:lnTo>
                  <a:pt x="436553" y="107619"/>
                </a:lnTo>
                <a:lnTo>
                  <a:pt x="437669" y="108482"/>
                </a:lnTo>
                <a:lnTo>
                  <a:pt x="438791" y="109352"/>
                </a:lnTo>
                <a:lnTo>
                  <a:pt x="439913" y="110229"/>
                </a:lnTo>
                <a:lnTo>
                  <a:pt x="441029" y="111113"/>
                </a:lnTo>
                <a:lnTo>
                  <a:pt x="442151" y="112005"/>
                </a:lnTo>
                <a:lnTo>
                  <a:pt x="443267" y="112904"/>
                </a:lnTo>
                <a:lnTo>
                  <a:pt x="444389" y="113810"/>
                </a:lnTo>
                <a:lnTo>
                  <a:pt x="445505" y="114724"/>
                </a:lnTo>
                <a:lnTo>
                  <a:pt x="446627" y="115645"/>
                </a:lnTo>
                <a:lnTo>
                  <a:pt x="447744" y="116574"/>
                </a:lnTo>
                <a:lnTo>
                  <a:pt x="448866" y="117510"/>
                </a:lnTo>
                <a:lnTo>
                  <a:pt x="449982" y="118454"/>
                </a:lnTo>
                <a:lnTo>
                  <a:pt x="451104" y="119406"/>
                </a:lnTo>
                <a:lnTo>
                  <a:pt x="452226" y="120366"/>
                </a:lnTo>
                <a:lnTo>
                  <a:pt x="453342" y="121334"/>
                </a:lnTo>
                <a:lnTo>
                  <a:pt x="454464" y="122309"/>
                </a:lnTo>
                <a:lnTo>
                  <a:pt x="455580" y="123293"/>
                </a:lnTo>
                <a:lnTo>
                  <a:pt x="456702" y="124285"/>
                </a:lnTo>
                <a:lnTo>
                  <a:pt x="457819" y="125285"/>
                </a:lnTo>
                <a:lnTo>
                  <a:pt x="458941" y="126293"/>
                </a:lnTo>
                <a:lnTo>
                  <a:pt x="460057" y="127309"/>
                </a:lnTo>
                <a:lnTo>
                  <a:pt x="461179" y="128334"/>
                </a:lnTo>
                <a:lnTo>
                  <a:pt x="462295" y="129367"/>
                </a:lnTo>
                <a:lnTo>
                  <a:pt x="463417" y="130408"/>
                </a:lnTo>
                <a:lnTo>
                  <a:pt x="464539" y="131458"/>
                </a:lnTo>
                <a:lnTo>
                  <a:pt x="465655" y="132517"/>
                </a:lnTo>
                <a:lnTo>
                  <a:pt x="466777" y="133584"/>
                </a:lnTo>
                <a:lnTo>
                  <a:pt x="467893" y="134660"/>
                </a:lnTo>
                <a:lnTo>
                  <a:pt x="469016" y="135745"/>
                </a:lnTo>
                <a:lnTo>
                  <a:pt x="470132" y="136838"/>
                </a:lnTo>
                <a:lnTo>
                  <a:pt x="471254" y="137941"/>
                </a:lnTo>
                <a:lnTo>
                  <a:pt x="472370" y="139052"/>
                </a:lnTo>
                <a:lnTo>
                  <a:pt x="473492" y="140173"/>
                </a:lnTo>
                <a:lnTo>
                  <a:pt x="474608" y="141302"/>
                </a:lnTo>
                <a:lnTo>
                  <a:pt x="475730" y="142441"/>
                </a:lnTo>
                <a:lnTo>
                  <a:pt x="476852" y="143589"/>
                </a:lnTo>
                <a:lnTo>
                  <a:pt x="477968" y="144747"/>
                </a:lnTo>
                <a:lnTo>
                  <a:pt x="479090" y="145913"/>
                </a:lnTo>
                <a:lnTo>
                  <a:pt x="480207" y="147089"/>
                </a:lnTo>
                <a:lnTo>
                  <a:pt x="481329" y="148274"/>
                </a:lnTo>
                <a:lnTo>
                  <a:pt x="482445" y="149470"/>
                </a:lnTo>
                <a:lnTo>
                  <a:pt x="483567" y="150675"/>
                </a:lnTo>
                <a:lnTo>
                  <a:pt x="484683" y="151889"/>
                </a:lnTo>
                <a:lnTo>
                  <a:pt x="485805" y="153113"/>
                </a:lnTo>
                <a:lnTo>
                  <a:pt x="486921" y="154347"/>
                </a:lnTo>
                <a:lnTo>
                  <a:pt x="488043" y="155590"/>
                </a:lnTo>
                <a:lnTo>
                  <a:pt x="489159" y="156844"/>
                </a:lnTo>
                <a:lnTo>
                  <a:pt x="490282" y="158108"/>
                </a:lnTo>
                <a:lnTo>
                  <a:pt x="491404" y="159382"/>
                </a:lnTo>
                <a:lnTo>
                  <a:pt x="492520" y="160666"/>
                </a:lnTo>
                <a:lnTo>
                  <a:pt x="493642" y="161960"/>
                </a:lnTo>
                <a:lnTo>
                  <a:pt x="494758" y="163265"/>
                </a:lnTo>
                <a:lnTo>
                  <a:pt x="495880" y="164579"/>
                </a:lnTo>
                <a:lnTo>
                  <a:pt x="496996" y="165904"/>
                </a:lnTo>
                <a:lnTo>
                  <a:pt x="498118" y="167240"/>
                </a:lnTo>
                <a:lnTo>
                  <a:pt x="499234" y="168586"/>
                </a:lnTo>
                <a:lnTo>
                  <a:pt x="500356" y="169943"/>
                </a:lnTo>
                <a:lnTo>
                  <a:pt x="501473" y="171310"/>
                </a:lnTo>
                <a:lnTo>
                  <a:pt x="502595" y="172688"/>
                </a:lnTo>
                <a:lnTo>
                  <a:pt x="503717" y="174077"/>
                </a:lnTo>
                <a:lnTo>
                  <a:pt x="504833" y="175476"/>
                </a:lnTo>
                <a:lnTo>
                  <a:pt x="505955" y="176886"/>
                </a:lnTo>
                <a:lnTo>
                  <a:pt x="507071" y="178308"/>
                </a:lnTo>
                <a:lnTo>
                  <a:pt x="508193" y="179740"/>
                </a:lnTo>
                <a:lnTo>
                  <a:pt x="509309" y="181183"/>
                </a:lnTo>
                <a:lnTo>
                  <a:pt x="510431" y="182638"/>
                </a:lnTo>
                <a:lnTo>
                  <a:pt x="511548" y="184104"/>
                </a:lnTo>
                <a:lnTo>
                  <a:pt x="512670" y="185581"/>
                </a:lnTo>
                <a:lnTo>
                  <a:pt x="513786" y="187069"/>
                </a:lnTo>
                <a:lnTo>
                  <a:pt x="514908" y="188568"/>
                </a:lnTo>
                <a:lnTo>
                  <a:pt x="516030" y="190079"/>
                </a:lnTo>
                <a:lnTo>
                  <a:pt x="517146" y="191601"/>
                </a:lnTo>
                <a:lnTo>
                  <a:pt x="518268" y="193135"/>
                </a:lnTo>
                <a:lnTo>
                  <a:pt x="519384" y="194681"/>
                </a:lnTo>
                <a:lnTo>
                  <a:pt x="520506" y="196237"/>
                </a:lnTo>
                <a:lnTo>
                  <a:pt x="521623" y="197806"/>
                </a:lnTo>
                <a:lnTo>
                  <a:pt x="522745" y="199386"/>
                </a:lnTo>
                <a:lnTo>
                  <a:pt x="523861" y="200978"/>
                </a:lnTo>
                <a:lnTo>
                  <a:pt x="524983" y="202582"/>
                </a:lnTo>
                <a:lnTo>
                  <a:pt x="526099" y="204198"/>
                </a:lnTo>
                <a:lnTo>
                  <a:pt x="527221" y="205826"/>
                </a:lnTo>
                <a:lnTo>
                  <a:pt x="528343" y="207465"/>
                </a:lnTo>
                <a:lnTo>
                  <a:pt x="529459" y="209116"/>
                </a:lnTo>
                <a:lnTo>
                  <a:pt x="530581" y="210780"/>
                </a:lnTo>
                <a:lnTo>
                  <a:pt x="531697" y="212455"/>
                </a:lnTo>
                <a:lnTo>
                  <a:pt x="532819" y="214143"/>
                </a:lnTo>
                <a:lnTo>
                  <a:pt x="533936" y="215843"/>
                </a:lnTo>
                <a:lnTo>
                  <a:pt x="535058" y="217555"/>
                </a:lnTo>
                <a:lnTo>
                  <a:pt x="536174" y="219279"/>
                </a:lnTo>
                <a:lnTo>
                  <a:pt x="537296" y="221015"/>
                </a:lnTo>
                <a:lnTo>
                  <a:pt x="538412" y="222764"/>
                </a:lnTo>
                <a:lnTo>
                  <a:pt x="539534" y="224525"/>
                </a:lnTo>
                <a:lnTo>
                  <a:pt x="540650" y="226298"/>
                </a:lnTo>
                <a:lnTo>
                  <a:pt x="541772" y="228084"/>
                </a:lnTo>
                <a:lnTo>
                  <a:pt x="542894" y="229882"/>
                </a:lnTo>
                <a:lnTo>
                  <a:pt x="544011" y="231692"/>
                </a:lnTo>
                <a:lnTo>
                  <a:pt x="545133" y="233515"/>
                </a:lnTo>
                <a:lnTo>
                  <a:pt x="546249" y="235351"/>
                </a:lnTo>
                <a:lnTo>
                  <a:pt x="547371" y="237198"/>
                </a:lnTo>
                <a:lnTo>
                  <a:pt x="548487" y="239059"/>
                </a:lnTo>
                <a:lnTo>
                  <a:pt x="549609" y="240931"/>
                </a:lnTo>
                <a:lnTo>
                  <a:pt x="550725" y="242817"/>
                </a:lnTo>
                <a:lnTo>
                  <a:pt x="551847" y="244714"/>
                </a:lnTo>
                <a:lnTo>
                  <a:pt x="552963" y="246625"/>
                </a:lnTo>
                <a:lnTo>
                  <a:pt x="554085" y="248548"/>
                </a:lnTo>
                <a:lnTo>
                  <a:pt x="555208" y="250484"/>
                </a:lnTo>
                <a:lnTo>
                  <a:pt x="556324" y="252432"/>
                </a:lnTo>
                <a:lnTo>
                  <a:pt x="557446" y="254392"/>
                </a:lnTo>
                <a:lnTo>
                  <a:pt x="558562" y="256366"/>
                </a:lnTo>
                <a:lnTo>
                  <a:pt x="559684" y="258352"/>
                </a:lnTo>
                <a:lnTo>
                  <a:pt x="560800" y="260350"/>
                </a:lnTo>
                <a:lnTo>
                  <a:pt x="561922" y="262361"/>
                </a:lnTo>
                <a:lnTo>
                  <a:pt x="563038" y="264384"/>
                </a:lnTo>
                <a:lnTo>
                  <a:pt x="564160" y="266420"/>
                </a:lnTo>
                <a:lnTo>
                  <a:pt x="565277" y="268468"/>
                </a:lnTo>
                <a:lnTo>
                  <a:pt x="566399" y="270530"/>
                </a:lnTo>
                <a:lnTo>
                  <a:pt x="567521" y="272603"/>
                </a:lnTo>
                <a:lnTo>
                  <a:pt x="568637" y="274689"/>
                </a:lnTo>
                <a:lnTo>
                  <a:pt x="569759" y="276787"/>
                </a:lnTo>
                <a:lnTo>
                  <a:pt x="570875" y="278898"/>
                </a:lnTo>
                <a:lnTo>
                  <a:pt x="571997" y="281021"/>
                </a:lnTo>
                <a:lnTo>
                  <a:pt x="573113" y="283156"/>
                </a:lnTo>
                <a:lnTo>
                  <a:pt x="574235" y="285303"/>
                </a:lnTo>
                <a:lnTo>
                  <a:pt x="575352" y="287464"/>
                </a:lnTo>
                <a:lnTo>
                  <a:pt x="576474" y="289636"/>
                </a:lnTo>
                <a:lnTo>
                  <a:pt x="577590" y="291820"/>
                </a:lnTo>
                <a:lnTo>
                  <a:pt x="578712" y="294016"/>
                </a:lnTo>
                <a:lnTo>
                  <a:pt x="579834" y="296225"/>
                </a:lnTo>
                <a:lnTo>
                  <a:pt x="580950" y="298445"/>
                </a:lnTo>
                <a:lnTo>
                  <a:pt x="582072" y="300677"/>
                </a:lnTo>
                <a:lnTo>
                  <a:pt x="583188" y="302921"/>
                </a:lnTo>
                <a:lnTo>
                  <a:pt x="584310" y="305177"/>
                </a:lnTo>
                <a:lnTo>
                  <a:pt x="585426" y="307445"/>
                </a:lnTo>
                <a:lnTo>
                  <a:pt x="586548" y="309724"/>
                </a:lnTo>
                <a:lnTo>
                  <a:pt x="587665" y="312014"/>
                </a:lnTo>
                <a:lnTo>
                  <a:pt x="588787" y="314317"/>
                </a:lnTo>
                <a:lnTo>
                  <a:pt x="589903" y="316631"/>
                </a:lnTo>
                <a:lnTo>
                  <a:pt x="591025" y="318956"/>
                </a:lnTo>
                <a:lnTo>
                  <a:pt x="592147" y="321292"/>
                </a:lnTo>
                <a:lnTo>
                  <a:pt x="593263" y="323639"/>
                </a:lnTo>
                <a:lnTo>
                  <a:pt x="594385" y="325998"/>
                </a:lnTo>
                <a:lnTo>
                  <a:pt x="595501" y="328367"/>
                </a:lnTo>
                <a:lnTo>
                  <a:pt x="596623" y="330747"/>
                </a:lnTo>
                <a:lnTo>
                  <a:pt x="597740" y="333138"/>
                </a:lnTo>
                <a:lnTo>
                  <a:pt x="598862" y="335539"/>
                </a:lnTo>
                <a:lnTo>
                  <a:pt x="599978" y="337951"/>
                </a:lnTo>
                <a:lnTo>
                  <a:pt x="601100" y="340374"/>
                </a:lnTo>
                <a:lnTo>
                  <a:pt x="602216" y="342806"/>
                </a:lnTo>
                <a:lnTo>
                  <a:pt x="603338" y="345249"/>
                </a:lnTo>
                <a:lnTo>
                  <a:pt x="604454" y="347701"/>
                </a:lnTo>
                <a:lnTo>
                  <a:pt x="605576" y="350163"/>
                </a:lnTo>
                <a:lnTo>
                  <a:pt x="606698" y="352635"/>
                </a:lnTo>
                <a:lnTo>
                  <a:pt x="607814" y="355116"/>
                </a:lnTo>
                <a:lnTo>
                  <a:pt x="608937" y="357607"/>
                </a:lnTo>
                <a:lnTo>
                  <a:pt x="610053" y="360108"/>
                </a:lnTo>
                <a:lnTo>
                  <a:pt x="611175" y="362616"/>
                </a:lnTo>
                <a:lnTo>
                  <a:pt x="612291" y="365135"/>
                </a:lnTo>
                <a:lnTo>
                  <a:pt x="613413" y="367661"/>
                </a:lnTo>
                <a:lnTo>
                  <a:pt x="614529" y="370196"/>
                </a:lnTo>
                <a:lnTo>
                  <a:pt x="615651" y="372740"/>
                </a:lnTo>
                <a:lnTo>
                  <a:pt x="616767" y="375292"/>
                </a:lnTo>
                <a:lnTo>
                  <a:pt x="617889" y="377852"/>
                </a:lnTo>
                <a:lnTo>
                  <a:pt x="619011" y="380419"/>
                </a:lnTo>
                <a:lnTo>
                  <a:pt x="620128" y="382994"/>
                </a:lnTo>
                <a:lnTo>
                  <a:pt x="621250" y="385577"/>
                </a:lnTo>
                <a:lnTo>
                  <a:pt x="622366" y="388167"/>
                </a:lnTo>
                <a:lnTo>
                  <a:pt x="623488" y="390764"/>
                </a:lnTo>
                <a:lnTo>
                  <a:pt x="624604" y="393367"/>
                </a:lnTo>
                <a:lnTo>
                  <a:pt x="625726" y="395977"/>
                </a:lnTo>
                <a:lnTo>
                  <a:pt x="626842" y="398594"/>
                </a:lnTo>
                <a:lnTo>
                  <a:pt x="627964" y="401216"/>
                </a:lnTo>
                <a:lnTo>
                  <a:pt x="629080" y="403845"/>
                </a:lnTo>
                <a:lnTo>
                  <a:pt x="630203" y="406480"/>
                </a:lnTo>
                <a:lnTo>
                  <a:pt x="631325" y="409119"/>
                </a:lnTo>
                <a:lnTo>
                  <a:pt x="632441" y="411764"/>
                </a:lnTo>
                <a:lnTo>
                  <a:pt x="633563" y="414414"/>
                </a:lnTo>
                <a:lnTo>
                  <a:pt x="634679" y="417069"/>
                </a:lnTo>
                <a:lnTo>
                  <a:pt x="635801" y="419728"/>
                </a:lnTo>
                <a:lnTo>
                  <a:pt x="636917" y="422391"/>
                </a:lnTo>
                <a:lnTo>
                  <a:pt x="638039" y="425058"/>
                </a:lnTo>
                <a:lnTo>
                  <a:pt x="639155" y="427729"/>
                </a:lnTo>
                <a:lnTo>
                  <a:pt x="640277" y="430404"/>
                </a:lnTo>
                <a:lnTo>
                  <a:pt x="641394" y="433081"/>
                </a:lnTo>
                <a:lnTo>
                  <a:pt x="642516" y="435761"/>
                </a:lnTo>
                <a:lnTo>
                  <a:pt x="643638" y="438445"/>
                </a:lnTo>
                <a:lnTo>
                  <a:pt x="644754" y="441130"/>
                </a:lnTo>
                <a:lnTo>
                  <a:pt x="645876" y="443817"/>
                </a:lnTo>
                <a:lnTo>
                  <a:pt x="646992" y="446506"/>
                </a:lnTo>
                <a:lnTo>
                  <a:pt x="648114" y="449197"/>
                </a:lnTo>
                <a:lnTo>
                  <a:pt x="649230" y="451889"/>
                </a:lnTo>
                <a:lnTo>
                  <a:pt x="650352" y="454582"/>
                </a:lnTo>
                <a:lnTo>
                  <a:pt x="651469" y="457275"/>
                </a:lnTo>
                <a:lnTo>
                  <a:pt x="652591" y="459968"/>
                </a:lnTo>
                <a:lnTo>
                  <a:pt x="653707" y="462662"/>
                </a:lnTo>
                <a:lnTo>
                  <a:pt x="654829" y="465355"/>
                </a:lnTo>
                <a:lnTo>
                  <a:pt x="655945" y="468048"/>
                </a:lnTo>
                <a:lnTo>
                  <a:pt x="657067" y="470739"/>
                </a:lnTo>
                <a:lnTo>
                  <a:pt x="658189" y="473429"/>
                </a:lnTo>
                <a:lnTo>
                  <a:pt x="659305" y="476118"/>
                </a:lnTo>
                <a:lnTo>
                  <a:pt x="660427" y="478805"/>
                </a:lnTo>
                <a:lnTo>
                  <a:pt x="661543" y="481490"/>
                </a:lnTo>
                <a:lnTo>
                  <a:pt x="662666" y="484172"/>
                </a:lnTo>
                <a:lnTo>
                  <a:pt x="663782" y="486852"/>
                </a:lnTo>
                <a:lnTo>
                  <a:pt x="664904" y="489528"/>
                </a:lnTo>
                <a:lnTo>
                  <a:pt x="666020" y="492201"/>
                </a:lnTo>
                <a:lnTo>
                  <a:pt x="667142" y="494870"/>
                </a:lnTo>
                <a:lnTo>
                  <a:pt x="668258" y="497534"/>
                </a:lnTo>
                <a:lnTo>
                  <a:pt x="669380" y="500195"/>
                </a:lnTo>
                <a:lnTo>
                  <a:pt x="670502" y="502850"/>
                </a:lnTo>
                <a:lnTo>
                  <a:pt x="671618" y="505500"/>
                </a:lnTo>
                <a:lnTo>
                  <a:pt x="672740" y="508145"/>
                </a:lnTo>
                <a:lnTo>
                  <a:pt x="673857" y="510784"/>
                </a:lnTo>
                <a:lnTo>
                  <a:pt x="674979" y="513417"/>
                </a:lnTo>
                <a:lnTo>
                  <a:pt x="676095" y="516044"/>
                </a:lnTo>
                <a:lnTo>
                  <a:pt x="677217" y="518664"/>
                </a:lnTo>
                <a:lnTo>
                  <a:pt x="678333" y="521276"/>
                </a:lnTo>
                <a:lnTo>
                  <a:pt x="679455" y="523882"/>
                </a:lnTo>
                <a:lnTo>
                  <a:pt x="680571" y="526479"/>
                </a:lnTo>
                <a:lnTo>
                  <a:pt x="681693" y="529069"/>
                </a:lnTo>
                <a:lnTo>
                  <a:pt x="682815" y="531650"/>
                </a:lnTo>
                <a:lnTo>
                  <a:pt x="683932" y="534222"/>
                </a:lnTo>
                <a:lnTo>
                  <a:pt x="685054" y="536785"/>
                </a:lnTo>
                <a:lnTo>
                  <a:pt x="686170" y="539339"/>
                </a:lnTo>
                <a:lnTo>
                  <a:pt x="687292" y="541884"/>
                </a:lnTo>
                <a:lnTo>
                  <a:pt x="688408" y="544417"/>
                </a:lnTo>
                <a:lnTo>
                  <a:pt x="689530" y="546939"/>
                </a:lnTo>
                <a:lnTo>
                  <a:pt x="690646" y="549455"/>
                </a:lnTo>
                <a:lnTo>
                  <a:pt x="691768" y="551959"/>
                </a:lnTo>
                <a:lnTo>
                  <a:pt x="692884" y="554445"/>
                </a:lnTo>
                <a:lnTo>
                  <a:pt x="694006" y="556925"/>
                </a:lnTo>
                <a:lnTo>
                  <a:pt x="695129" y="559394"/>
                </a:lnTo>
                <a:lnTo>
                  <a:pt x="696245" y="561851"/>
                </a:lnTo>
                <a:lnTo>
                  <a:pt x="697367" y="564290"/>
                </a:lnTo>
                <a:lnTo>
                  <a:pt x="698483" y="566723"/>
                </a:lnTo>
                <a:lnTo>
                  <a:pt x="699605" y="569138"/>
                </a:lnTo>
                <a:lnTo>
                  <a:pt x="700721" y="571542"/>
                </a:lnTo>
                <a:lnTo>
                  <a:pt x="701843" y="573933"/>
                </a:lnTo>
                <a:lnTo>
                  <a:pt x="702959" y="576307"/>
                </a:lnTo>
                <a:lnTo>
                  <a:pt x="704081" y="578670"/>
                </a:lnTo>
                <a:lnTo>
                  <a:pt x="705198" y="581014"/>
                </a:lnTo>
                <a:lnTo>
                  <a:pt x="706320" y="583347"/>
                </a:lnTo>
                <a:lnTo>
                  <a:pt x="707436" y="585668"/>
                </a:lnTo>
                <a:lnTo>
                  <a:pt x="708558" y="587971"/>
                </a:lnTo>
                <a:lnTo>
                  <a:pt x="709680" y="590256"/>
                </a:lnTo>
                <a:lnTo>
                  <a:pt x="710796" y="592524"/>
                </a:lnTo>
                <a:lnTo>
                  <a:pt x="711918" y="594780"/>
                </a:lnTo>
                <a:lnTo>
                  <a:pt x="713034" y="597018"/>
                </a:lnTo>
                <a:lnTo>
                  <a:pt x="714156" y="599239"/>
                </a:lnTo>
                <a:lnTo>
                  <a:pt x="715272" y="601448"/>
                </a:lnTo>
                <a:lnTo>
                  <a:pt x="716395" y="603633"/>
                </a:lnTo>
                <a:lnTo>
                  <a:pt x="717511" y="605806"/>
                </a:lnTo>
                <a:lnTo>
                  <a:pt x="718633" y="607961"/>
                </a:lnTo>
                <a:lnTo>
                  <a:pt x="719749" y="610093"/>
                </a:lnTo>
                <a:lnTo>
                  <a:pt x="720871" y="612213"/>
                </a:lnTo>
                <a:lnTo>
                  <a:pt x="721993" y="614316"/>
                </a:lnTo>
                <a:lnTo>
                  <a:pt x="723109" y="616395"/>
                </a:lnTo>
                <a:lnTo>
                  <a:pt x="724231" y="618462"/>
                </a:lnTo>
                <a:lnTo>
                  <a:pt x="725347" y="620505"/>
                </a:lnTo>
                <a:lnTo>
                  <a:pt x="726469" y="622530"/>
                </a:lnTo>
                <a:lnTo>
                  <a:pt x="727586" y="624538"/>
                </a:lnTo>
                <a:lnTo>
                  <a:pt x="728708" y="626529"/>
                </a:lnTo>
                <a:lnTo>
                  <a:pt x="729824" y="628501"/>
                </a:lnTo>
                <a:lnTo>
                  <a:pt x="730946" y="630450"/>
                </a:lnTo>
                <a:lnTo>
                  <a:pt x="732062" y="632381"/>
                </a:lnTo>
                <a:lnTo>
                  <a:pt x="733184" y="634294"/>
                </a:lnTo>
                <a:lnTo>
                  <a:pt x="734306" y="636184"/>
                </a:lnTo>
                <a:lnTo>
                  <a:pt x="735422" y="638056"/>
                </a:lnTo>
                <a:lnTo>
                  <a:pt x="736544" y="639911"/>
                </a:lnTo>
                <a:lnTo>
                  <a:pt x="737661" y="641741"/>
                </a:lnTo>
                <a:lnTo>
                  <a:pt x="738783" y="643554"/>
                </a:lnTo>
                <a:lnTo>
                  <a:pt x="739899" y="645344"/>
                </a:lnTo>
                <a:lnTo>
                  <a:pt x="741021" y="647115"/>
                </a:lnTo>
                <a:lnTo>
                  <a:pt x="742137" y="648869"/>
                </a:lnTo>
                <a:lnTo>
                  <a:pt x="743259" y="650600"/>
                </a:lnTo>
                <a:lnTo>
                  <a:pt x="744375" y="652306"/>
                </a:lnTo>
                <a:lnTo>
                  <a:pt x="745497" y="653995"/>
                </a:lnTo>
                <a:lnTo>
                  <a:pt x="746619" y="655667"/>
                </a:lnTo>
                <a:lnTo>
                  <a:pt x="747735" y="657314"/>
                </a:lnTo>
                <a:lnTo>
                  <a:pt x="748858" y="658944"/>
                </a:lnTo>
                <a:lnTo>
                  <a:pt x="749974" y="660551"/>
                </a:lnTo>
                <a:lnTo>
                  <a:pt x="751096" y="662139"/>
                </a:lnTo>
                <a:lnTo>
                  <a:pt x="752212" y="663704"/>
                </a:lnTo>
                <a:lnTo>
                  <a:pt x="753334" y="665251"/>
                </a:lnTo>
                <a:lnTo>
                  <a:pt x="754450" y="666775"/>
                </a:lnTo>
                <a:lnTo>
                  <a:pt x="755572" y="668281"/>
                </a:lnTo>
                <a:lnTo>
                  <a:pt x="756688" y="669763"/>
                </a:lnTo>
                <a:lnTo>
                  <a:pt x="757810" y="671228"/>
                </a:lnTo>
                <a:lnTo>
                  <a:pt x="758927" y="672669"/>
                </a:lnTo>
                <a:lnTo>
                  <a:pt x="760049" y="674086"/>
                </a:lnTo>
                <a:lnTo>
                  <a:pt x="761171" y="675492"/>
                </a:lnTo>
                <a:lnTo>
                  <a:pt x="762287" y="676874"/>
                </a:lnTo>
                <a:lnTo>
                  <a:pt x="763409" y="678232"/>
                </a:lnTo>
                <a:lnTo>
                  <a:pt x="764525" y="679572"/>
                </a:lnTo>
                <a:lnTo>
                  <a:pt x="765647" y="680889"/>
                </a:lnTo>
                <a:lnTo>
                  <a:pt x="766763" y="682189"/>
                </a:lnTo>
                <a:lnTo>
                  <a:pt x="767885" y="683470"/>
                </a:lnTo>
                <a:lnTo>
                  <a:pt x="769001" y="684728"/>
                </a:lnTo>
                <a:lnTo>
                  <a:pt x="770124" y="685968"/>
                </a:lnTo>
                <a:lnTo>
                  <a:pt x="771240" y="687191"/>
                </a:lnTo>
                <a:lnTo>
                  <a:pt x="772362" y="688390"/>
                </a:lnTo>
                <a:lnTo>
                  <a:pt x="773484" y="689571"/>
                </a:lnTo>
                <a:lnTo>
                  <a:pt x="774600" y="690728"/>
                </a:lnTo>
                <a:lnTo>
                  <a:pt x="775722" y="691868"/>
                </a:lnTo>
                <a:lnTo>
                  <a:pt x="776838" y="692990"/>
                </a:lnTo>
                <a:lnTo>
                  <a:pt x="777960" y="694094"/>
                </a:lnTo>
                <a:lnTo>
                  <a:pt x="779076" y="695181"/>
                </a:lnTo>
                <a:lnTo>
                  <a:pt x="780198" y="696244"/>
                </a:lnTo>
                <a:lnTo>
                  <a:pt x="781315" y="697289"/>
                </a:lnTo>
                <a:lnTo>
                  <a:pt x="782437" y="698317"/>
                </a:lnTo>
                <a:lnTo>
                  <a:pt x="783553" y="699327"/>
                </a:lnTo>
                <a:lnTo>
                  <a:pt x="784675" y="700319"/>
                </a:lnTo>
                <a:lnTo>
                  <a:pt x="785797" y="701287"/>
                </a:lnTo>
                <a:lnTo>
                  <a:pt x="786913" y="702244"/>
                </a:lnTo>
                <a:lnTo>
                  <a:pt x="788035" y="703177"/>
                </a:lnTo>
                <a:lnTo>
                  <a:pt x="789151" y="704098"/>
                </a:lnTo>
                <a:lnTo>
                  <a:pt x="790273" y="705002"/>
                </a:lnTo>
                <a:lnTo>
                  <a:pt x="791390" y="705882"/>
                </a:lnTo>
                <a:lnTo>
                  <a:pt x="792512" y="706750"/>
                </a:lnTo>
                <a:lnTo>
                  <a:pt x="793628" y="707600"/>
                </a:lnTo>
                <a:lnTo>
                  <a:pt x="794750" y="708433"/>
                </a:lnTo>
                <a:lnTo>
                  <a:pt x="795866" y="709248"/>
                </a:lnTo>
                <a:lnTo>
                  <a:pt x="796988" y="710051"/>
                </a:lnTo>
                <a:lnTo>
                  <a:pt x="798110" y="710837"/>
                </a:lnTo>
                <a:lnTo>
                  <a:pt x="799226" y="711604"/>
                </a:lnTo>
                <a:lnTo>
                  <a:pt x="800348" y="712354"/>
                </a:lnTo>
                <a:lnTo>
                  <a:pt x="801464" y="713093"/>
                </a:lnTo>
                <a:lnTo>
                  <a:pt x="802586" y="713813"/>
                </a:lnTo>
                <a:lnTo>
                  <a:pt x="803703" y="714516"/>
                </a:lnTo>
                <a:lnTo>
                  <a:pt x="804825" y="715207"/>
                </a:lnTo>
                <a:lnTo>
                  <a:pt x="805941" y="715886"/>
                </a:lnTo>
                <a:lnTo>
                  <a:pt x="807063" y="716541"/>
                </a:lnTo>
                <a:lnTo>
                  <a:pt x="808179" y="717191"/>
                </a:lnTo>
                <a:lnTo>
                  <a:pt x="809301" y="717823"/>
                </a:lnTo>
                <a:lnTo>
                  <a:pt x="810417" y="718443"/>
                </a:lnTo>
                <a:lnTo>
                  <a:pt x="811539" y="719045"/>
                </a:lnTo>
                <a:lnTo>
                  <a:pt x="812661" y="719636"/>
                </a:lnTo>
                <a:lnTo>
                  <a:pt x="813778" y="720215"/>
                </a:lnTo>
                <a:lnTo>
                  <a:pt x="814900" y="720776"/>
                </a:lnTo>
                <a:lnTo>
                  <a:pt x="816016" y="721325"/>
                </a:lnTo>
                <a:lnTo>
                  <a:pt x="817138" y="721862"/>
                </a:lnTo>
                <a:lnTo>
                  <a:pt x="818254" y="722388"/>
                </a:lnTo>
                <a:lnTo>
                  <a:pt x="819376" y="722902"/>
                </a:lnTo>
                <a:lnTo>
                  <a:pt x="820492" y="723404"/>
                </a:lnTo>
                <a:lnTo>
                  <a:pt x="821614" y="723888"/>
                </a:lnTo>
                <a:lnTo>
                  <a:pt x="822730" y="724366"/>
                </a:lnTo>
                <a:lnTo>
                  <a:pt x="823852" y="724833"/>
                </a:lnTo>
                <a:lnTo>
                  <a:pt x="824975" y="725288"/>
                </a:lnTo>
                <a:lnTo>
                  <a:pt x="826091" y="725731"/>
                </a:lnTo>
                <a:lnTo>
                  <a:pt x="827213" y="726162"/>
                </a:lnTo>
                <a:lnTo>
                  <a:pt x="828329" y="726581"/>
                </a:lnTo>
                <a:lnTo>
                  <a:pt x="829451" y="726988"/>
                </a:lnTo>
                <a:lnTo>
                  <a:pt x="830567" y="727390"/>
                </a:lnTo>
                <a:lnTo>
                  <a:pt x="831689" y="727780"/>
                </a:lnTo>
                <a:lnTo>
                  <a:pt x="832805" y="728158"/>
                </a:lnTo>
                <a:lnTo>
                  <a:pt x="833927" y="728524"/>
                </a:lnTo>
                <a:lnTo>
                  <a:pt x="835044" y="728884"/>
                </a:lnTo>
                <a:lnTo>
                  <a:pt x="836166" y="729238"/>
                </a:lnTo>
                <a:lnTo>
                  <a:pt x="837288" y="729575"/>
                </a:lnTo>
                <a:lnTo>
                  <a:pt x="838404" y="729906"/>
                </a:lnTo>
                <a:lnTo>
                  <a:pt x="839526" y="730231"/>
                </a:lnTo>
                <a:lnTo>
                  <a:pt x="840642" y="730544"/>
                </a:lnTo>
                <a:lnTo>
                  <a:pt x="841764" y="730851"/>
                </a:lnTo>
                <a:lnTo>
                  <a:pt x="842880" y="731146"/>
                </a:lnTo>
                <a:lnTo>
                  <a:pt x="844002" y="731435"/>
                </a:lnTo>
                <a:lnTo>
                  <a:pt x="845119" y="731719"/>
                </a:lnTo>
                <a:lnTo>
                  <a:pt x="846241" y="731990"/>
                </a:lnTo>
                <a:lnTo>
                  <a:pt x="847357" y="732256"/>
                </a:lnTo>
                <a:lnTo>
                  <a:pt x="848479" y="732516"/>
                </a:lnTo>
                <a:lnTo>
                  <a:pt x="849601" y="732764"/>
                </a:lnTo>
                <a:lnTo>
                  <a:pt x="850717" y="733006"/>
                </a:lnTo>
                <a:lnTo>
                  <a:pt x="851839" y="733242"/>
                </a:lnTo>
                <a:lnTo>
                  <a:pt x="852955" y="733473"/>
                </a:lnTo>
                <a:lnTo>
                  <a:pt x="854077" y="733697"/>
                </a:lnTo>
                <a:lnTo>
                  <a:pt x="855193" y="733916"/>
                </a:lnTo>
                <a:lnTo>
                  <a:pt x="856316" y="734122"/>
                </a:lnTo>
                <a:lnTo>
                  <a:pt x="857432" y="734329"/>
                </a:lnTo>
                <a:lnTo>
                  <a:pt x="858554" y="734524"/>
                </a:lnTo>
                <a:lnTo>
                  <a:pt x="859670" y="734719"/>
                </a:lnTo>
                <a:lnTo>
                  <a:pt x="860792" y="734902"/>
                </a:lnTo>
                <a:lnTo>
                  <a:pt x="861908" y="735085"/>
                </a:lnTo>
                <a:lnTo>
                  <a:pt x="863030" y="735256"/>
                </a:lnTo>
                <a:lnTo>
                  <a:pt x="864152" y="735428"/>
                </a:lnTo>
                <a:lnTo>
                  <a:pt x="865268" y="735593"/>
                </a:lnTo>
                <a:lnTo>
                  <a:pt x="866390" y="735752"/>
                </a:lnTo>
                <a:lnTo>
                  <a:pt x="867507" y="735906"/>
                </a:lnTo>
                <a:lnTo>
                  <a:pt x="868629" y="736053"/>
                </a:lnTo>
                <a:lnTo>
                  <a:pt x="869745" y="736201"/>
                </a:lnTo>
                <a:lnTo>
                  <a:pt x="870867" y="736337"/>
                </a:lnTo>
                <a:lnTo>
                  <a:pt x="871983" y="736473"/>
                </a:lnTo>
                <a:lnTo>
                  <a:pt x="873105" y="736609"/>
                </a:lnTo>
                <a:lnTo>
                  <a:pt x="874221" y="736733"/>
                </a:lnTo>
                <a:lnTo>
                  <a:pt x="875343" y="736857"/>
                </a:lnTo>
                <a:lnTo>
                  <a:pt x="876465" y="736975"/>
                </a:lnTo>
                <a:lnTo>
                  <a:pt x="877582" y="737087"/>
                </a:lnTo>
                <a:lnTo>
                  <a:pt x="878704" y="737199"/>
                </a:lnTo>
                <a:lnTo>
                  <a:pt x="879820" y="737311"/>
                </a:lnTo>
                <a:lnTo>
                  <a:pt x="880942" y="737412"/>
                </a:lnTo>
                <a:lnTo>
                  <a:pt x="882058" y="737512"/>
                </a:lnTo>
                <a:lnTo>
                  <a:pt x="883180" y="737613"/>
                </a:lnTo>
                <a:lnTo>
                  <a:pt x="884296" y="737701"/>
                </a:lnTo>
                <a:lnTo>
                  <a:pt x="885418" y="737796"/>
                </a:lnTo>
                <a:lnTo>
                  <a:pt x="886534" y="737884"/>
                </a:lnTo>
                <a:lnTo>
                  <a:pt x="887656" y="737967"/>
                </a:lnTo>
                <a:lnTo>
                  <a:pt x="888779" y="738050"/>
                </a:lnTo>
                <a:lnTo>
                  <a:pt x="889895" y="738126"/>
                </a:lnTo>
                <a:lnTo>
                  <a:pt x="891017" y="738203"/>
                </a:lnTo>
                <a:lnTo>
                  <a:pt x="892133" y="738280"/>
                </a:lnTo>
                <a:lnTo>
                  <a:pt x="893255" y="738351"/>
                </a:lnTo>
                <a:lnTo>
                  <a:pt x="894371" y="738416"/>
                </a:lnTo>
                <a:lnTo>
                  <a:pt x="895493" y="738481"/>
                </a:lnTo>
                <a:lnTo>
                  <a:pt x="896609" y="738546"/>
                </a:lnTo>
                <a:lnTo>
                  <a:pt x="897731" y="738605"/>
                </a:lnTo>
                <a:lnTo>
                  <a:pt x="898847" y="738664"/>
                </a:lnTo>
                <a:lnTo>
                  <a:pt x="899970" y="738723"/>
                </a:lnTo>
                <a:lnTo>
                  <a:pt x="901092" y="738776"/>
                </a:lnTo>
                <a:lnTo>
                  <a:pt x="902208" y="738829"/>
                </a:lnTo>
                <a:lnTo>
                  <a:pt x="903330" y="738882"/>
                </a:lnTo>
                <a:lnTo>
                  <a:pt x="904446" y="738929"/>
                </a:lnTo>
                <a:lnTo>
                  <a:pt x="905568" y="738977"/>
                </a:lnTo>
                <a:lnTo>
                  <a:pt x="906684" y="739024"/>
                </a:lnTo>
                <a:lnTo>
                  <a:pt x="907806" y="739071"/>
                </a:lnTo>
                <a:lnTo>
                  <a:pt x="908922" y="739113"/>
                </a:lnTo>
                <a:lnTo>
                  <a:pt x="910045" y="739154"/>
                </a:lnTo>
                <a:lnTo>
                  <a:pt x="911161" y="739189"/>
                </a:lnTo>
                <a:lnTo>
                  <a:pt x="912283" y="739231"/>
                </a:lnTo>
                <a:lnTo>
                  <a:pt x="913405" y="739266"/>
                </a:lnTo>
                <a:lnTo>
                  <a:pt x="914521" y="739302"/>
                </a:lnTo>
                <a:lnTo>
                  <a:pt x="915643" y="739331"/>
                </a:lnTo>
                <a:lnTo>
                  <a:pt x="916759" y="739366"/>
                </a:lnTo>
                <a:lnTo>
                  <a:pt x="917881" y="739396"/>
                </a:lnTo>
                <a:lnTo>
                  <a:pt x="918997" y="739426"/>
                </a:lnTo>
                <a:lnTo>
                  <a:pt x="920119" y="739455"/>
                </a:lnTo>
                <a:lnTo>
                  <a:pt x="921236" y="739485"/>
                </a:lnTo>
                <a:lnTo>
                  <a:pt x="922358" y="739508"/>
                </a:lnTo>
                <a:lnTo>
                  <a:pt x="923474" y="739532"/>
                </a:lnTo>
                <a:lnTo>
                  <a:pt x="924596" y="739556"/>
                </a:lnTo>
                <a:lnTo>
                  <a:pt x="925712" y="739579"/>
                </a:lnTo>
                <a:lnTo>
                  <a:pt x="926834" y="739603"/>
                </a:lnTo>
                <a:lnTo>
                  <a:pt x="927956" y="739626"/>
                </a:lnTo>
                <a:lnTo>
                  <a:pt x="929072" y="739644"/>
                </a:lnTo>
                <a:lnTo>
                  <a:pt x="930194" y="739668"/>
                </a:lnTo>
                <a:lnTo>
                  <a:pt x="931311" y="739685"/>
                </a:lnTo>
                <a:lnTo>
                  <a:pt x="932433" y="739703"/>
                </a:lnTo>
                <a:lnTo>
                  <a:pt x="933549" y="739721"/>
                </a:lnTo>
                <a:lnTo>
                  <a:pt x="934671" y="739739"/>
                </a:lnTo>
                <a:lnTo>
                  <a:pt x="935787" y="739756"/>
                </a:lnTo>
                <a:lnTo>
                  <a:pt x="936909" y="739768"/>
                </a:lnTo>
                <a:lnTo>
                  <a:pt x="938025" y="739786"/>
                </a:lnTo>
                <a:lnTo>
                  <a:pt x="939147" y="739798"/>
                </a:lnTo>
                <a:lnTo>
                  <a:pt x="940269" y="739809"/>
                </a:lnTo>
                <a:lnTo>
                  <a:pt x="941385" y="739827"/>
                </a:lnTo>
                <a:lnTo>
                  <a:pt x="942508" y="739839"/>
                </a:lnTo>
                <a:lnTo>
                  <a:pt x="943624" y="739851"/>
                </a:lnTo>
                <a:lnTo>
                  <a:pt x="944746" y="739863"/>
                </a:lnTo>
                <a:lnTo>
                  <a:pt x="945862" y="739874"/>
                </a:lnTo>
                <a:lnTo>
                  <a:pt x="946984" y="739880"/>
                </a:lnTo>
                <a:lnTo>
                  <a:pt x="948100" y="739892"/>
                </a:lnTo>
                <a:lnTo>
                  <a:pt x="949222" y="739904"/>
                </a:lnTo>
                <a:lnTo>
                  <a:pt x="950338" y="739910"/>
                </a:lnTo>
                <a:lnTo>
                  <a:pt x="951460" y="739922"/>
                </a:lnTo>
                <a:lnTo>
                  <a:pt x="952582" y="739928"/>
                </a:lnTo>
                <a:lnTo>
                  <a:pt x="953699" y="739939"/>
                </a:lnTo>
                <a:lnTo>
                  <a:pt x="954821" y="739945"/>
                </a:lnTo>
                <a:lnTo>
                  <a:pt x="955937" y="739951"/>
                </a:lnTo>
                <a:lnTo>
                  <a:pt x="957059" y="739957"/>
                </a:lnTo>
                <a:lnTo>
                  <a:pt x="958175" y="739963"/>
                </a:lnTo>
                <a:lnTo>
                  <a:pt x="959297" y="739975"/>
                </a:lnTo>
                <a:lnTo>
                  <a:pt x="960413" y="739981"/>
                </a:lnTo>
                <a:lnTo>
                  <a:pt x="961535" y="739987"/>
                </a:lnTo>
                <a:lnTo>
                  <a:pt x="962651" y="739993"/>
                </a:lnTo>
                <a:lnTo>
                  <a:pt x="963774" y="739993"/>
                </a:lnTo>
                <a:lnTo>
                  <a:pt x="964896" y="739998"/>
                </a:lnTo>
                <a:lnTo>
                  <a:pt x="966012" y="740004"/>
                </a:lnTo>
                <a:lnTo>
                  <a:pt x="967134" y="740010"/>
                </a:lnTo>
                <a:lnTo>
                  <a:pt x="968250" y="740016"/>
                </a:lnTo>
                <a:lnTo>
                  <a:pt x="969372" y="740016"/>
                </a:lnTo>
                <a:lnTo>
                  <a:pt x="970488" y="740022"/>
                </a:lnTo>
                <a:lnTo>
                  <a:pt x="971610" y="740028"/>
                </a:lnTo>
                <a:lnTo>
                  <a:pt x="972726" y="740028"/>
                </a:lnTo>
                <a:lnTo>
                  <a:pt x="973848" y="740034"/>
                </a:lnTo>
                <a:lnTo>
                  <a:pt x="974965" y="740034"/>
                </a:lnTo>
                <a:lnTo>
                  <a:pt x="976087" y="740040"/>
                </a:lnTo>
                <a:lnTo>
                  <a:pt x="977203" y="740046"/>
                </a:lnTo>
                <a:lnTo>
                  <a:pt x="978325" y="740046"/>
                </a:lnTo>
                <a:lnTo>
                  <a:pt x="979447" y="740046"/>
                </a:lnTo>
                <a:lnTo>
                  <a:pt x="980563" y="740052"/>
                </a:lnTo>
                <a:lnTo>
                  <a:pt x="981685" y="740052"/>
                </a:lnTo>
                <a:lnTo>
                  <a:pt x="982801" y="740057"/>
                </a:lnTo>
                <a:lnTo>
                  <a:pt x="983923" y="740057"/>
                </a:lnTo>
                <a:lnTo>
                  <a:pt x="985039" y="740063"/>
                </a:lnTo>
                <a:lnTo>
                  <a:pt x="986162" y="740063"/>
                </a:lnTo>
                <a:lnTo>
                  <a:pt x="987278" y="740063"/>
                </a:lnTo>
                <a:lnTo>
                  <a:pt x="988400" y="740069"/>
                </a:lnTo>
                <a:lnTo>
                  <a:pt x="989516" y="740069"/>
                </a:lnTo>
                <a:lnTo>
                  <a:pt x="990638" y="740069"/>
                </a:lnTo>
                <a:lnTo>
                  <a:pt x="991760" y="740069"/>
                </a:lnTo>
                <a:lnTo>
                  <a:pt x="992876" y="740075"/>
                </a:lnTo>
                <a:lnTo>
                  <a:pt x="993998" y="740075"/>
                </a:lnTo>
                <a:lnTo>
                  <a:pt x="995114" y="740075"/>
                </a:lnTo>
                <a:lnTo>
                  <a:pt x="996237" y="740075"/>
                </a:lnTo>
                <a:lnTo>
                  <a:pt x="997353" y="740081"/>
                </a:lnTo>
                <a:lnTo>
                  <a:pt x="998475" y="740081"/>
                </a:lnTo>
                <a:lnTo>
                  <a:pt x="999591" y="740081"/>
                </a:lnTo>
                <a:lnTo>
                  <a:pt x="1000713" y="740081"/>
                </a:lnTo>
                <a:lnTo>
                  <a:pt x="1001829" y="740081"/>
                </a:lnTo>
                <a:lnTo>
                  <a:pt x="1002951" y="740081"/>
                </a:lnTo>
                <a:lnTo>
                  <a:pt x="1004073" y="740087"/>
                </a:lnTo>
                <a:lnTo>
                  <a:pt x="1005189" y="740087"/>
                </a:lnTo>
                <a:lnTo>
                  <a:pt x="1006311" y="740087"/>
                </a:lnTo>
                <a:lnTo>
                  <a:pt x="1007428" y="740087"/>
                </a:lnTo>
                <a:lnTo>
                  <a:pt x="1008550" y="740087"/>
                </a:lnTo>
                <a:lnTo>
                  <a:pt x="1009666" y="740087"/>
                </a:lnTo>
                <a:lnTo>
                  <a:pt x="1010788" y="740087"/>
                </a:lnTo>
                <a:lnTo>
                  <a:pt x="1011904" y="740087"/>
                </a:lnTo>
                <a:lnTo>
                  <a:pt x="1013026" y="740093"/>
                </a:lnTo>
                <a:lnTo>
                  <a:pt x="1014142" y="740093"/>
                </a:lnTo>
                <a:lnTo>
                  <a:pt x="1015264" y="740093"/>
                </a:lnTo>
                <a:lnTo>
                  <a:pt x="1016386" y="740093"/>
                </a:lnTo>
                <a:lnTo>
                  <a:pt x="1017503" y="740093"/>
                </a:lnTo>
                <a:lnTo>
                  <a:pt x="1018625" y="740093"/>
                </a:lnTo>
                <a:lnTo>
                  <a:pt x="1019741" y="740093"/>
                </a:lnTo>
                <a:lnTo>
                  <a:pt x="1020863" y="740093"/>
                </a:lnTo>
                <a:lnTo>
                  <a:pt x="1021979" y="740093"/>
                </a:lnTo>
                <a:lnTo>
                  <a:pt x="1023101" y="740093"/>
                </a:lnTo>
                <a:lnTo>
                  <a:pt x="1024217" y="740093"/>
                </a:lnTo>
                <a:lnTo>
                  <a:pt x="1025339" y="740093"/>
                </a:lnTo>
                <a:lnTo>
                  <a:pt x="1026455" y="740093"/>
                </a:lnTo>
                <a:lnTo>
                  <a:pt x="1027577" y="740093"/>
                </a:lnTo>
                <a:lnTo>
                  <a:pt x="1028694" y="740099"/>
                </a:lnTo>
                <a:lnTo>
                  <a:pt x="1029816" y="740099"/>
                </a:lnTo>
                <a:lnTo>
                  <a:pt x="1030938" y="740099"/>
                </a:lnTo>
                <a:lnTo>
                  <a:pt x="1032054" y="740099"/>
                </a:lnTo>
                <a:lnTo>
                  <a:pt x="1033176" y="740099"/>
                </a:lnTo>
                <a:lnTo>
                  <a:pt x="1034292" y="740099"/>
                </a:lnTo>
                <a:lnTo>
                  <a:pt x="1035414" y="740099"/>
                </a:lnTo>
                <a:lnTo>
                  <a:pt x="1036530" y="740099"/>
                </a:lnTo>
                <a:lnTo>
                  <a:pt x="1037652" y="740099"/>
                </a:lnTo>
                <a:lnTo>
                  <a:pt x="1038769" y="740099"/>
                </a:lnTo>
                <a:lnTo>
                  <a:pt x="1039891" y="740099"/>
                </a:lnTo>
                <a:lnTo>
                  <a:pt x="1041007" y="740099"/>
                </a:lnTo>
                <a:lnTo>
                  <a:pt x="1042129" y="740099"/>
                </a:lnTo>
                <a:lnTo>
                  <a:pt x="1043251" y="740099"/>
                </a:lnTo>
                <a:lnTo>
                  <a:pt x="1044367" y="740099"/>
                </a:lnTo>
                <a:lnTo>
                  <a:pt x="1045489" y="740099"/>
                </a:lnTo>
                <a:lnTo>
                  <a:pt x="1046605" y="740099"/>
                </a:lnTo>
                <a:lnTo>
                  <a:pt x="1047727" y="740099"/>
                </a:lnTo>
                <a:lnTo>
                  <a:pt x="1048843" y="740099"/>
                </a:lnTo>
                <a:lnTo>
                  <a:pt x="1049966" y="740099"/>
                </a:lnTo>
                <a:lnTo>
                  <a:pt x="1051082" y="740099"/>
                </a:lnTo>
                <a:lnTo>
                  <a:pt x="1052204" y="740099"/>
                </a:lnTo>
                <a:lnTo>
                  <a:pt x="1053320" y="740099"/>
                </a:lnTo>
                <a:lnTo>
                  <a:pt x="1054442" y="740099"/>
                </a:lnTo>
                <a:lnTo>
                  <a:pt x="1055564" y="740099"/>
                </a:lnTo>
                <a:lnTo>
                  <a:pt x="1056680" y="740099"/>
                </a:lnTo>
                <a:lnTo>
                  <a:pt x="1057802" y="740099"/>
                </a:lnTo>
                <a:lnTo>
                  <a:pt x="1058918" y="740099"/>
                </a:lnTo>
                <a:lnTo>
                  <a:pt x="1060040" y="740099"/>
                </a:lnTo>
                <a:lnTo>
                  <a:pt x="1061157" y="740099"/>
                </a:lnTo>
                <a:lnTo>
                  <a:pt x="1062279" y="740099"/>
                </a:lnTo>
                <a:lnTo>
                  <a:pt x="1063395" y="740099"/>
                </a:lnTo>
                <a:lnTo>
                  <a:pt x="1064517" y="740099"/>
                </a:lnTo>
                <a:lnTo>
                  <a:pt x="1065633" y="740099"/>
                </a:lnTo>
                <a:lnTo>
                  <a:pt x="1066755" y="740099"/>
                </a:lnTo>
                <a:lnTo>
                  <a:pt x="1067877" y="740099"/>
                </a:lnTo>
                <a:lnTo>
                  <a:pt x="1068993" y="740099"/>
                </a:lnTo>
                <a:lnTo>
                  <a:pt x="1070115" y="740099"/>
                </a:lnTo>
                <a:lnTo>
                  <a:pt x="1071232" y="740099"/>
                </a:lnTo>
                <a:lnTo>
                  <a:pt x="1072354" y="740099"/>
                </a:lnTo>
                <a:lnTo>
                  <a:pt x="1073470" y="740099"/>
                </a:lnTo>
                <a:lnTo>
                  <a:pt x="1074592" y="740099"/>
                </a:lnTo>
                <a:lnTo>
                  <a:pt x="1075708" y="740099"/>
                </a:lnTo>
                <a:lnTo>
                  <a:pt x="1076830" y="740099"/>
                </a:lnTo>
                <a:lnTo>
                  <a:pt x="1077946" y="740099"/>
                </a:lnTo>
                <a:lnTo>
                  <a:pt x="1079068" y="740099"/>
                </a:lnTo>
                <a:lnTo>
                  <a:pt x="1080184" y="740099"/>
                </a:lnTo>
                <a:lnTo>
                  <a:pt x="1081306" y="740099"/>
                </a:lnTo>
                <a:lnTo>
                  <a:pt x="1082429" y="740099"/>
                </a:lnTo>
                <a:lnTo>
                  <a:pt x="1083545" y="740099"/>
                </a:lnTo>
                <a:lnTo>
                  <a:pt x="1084667" y="740099"/>
                </a:lnTo>
                <a:lnTo>
                  <a:pt x="1085783" y="740099"/>
                </a:lnTo>
                <a:lnTo>
                  <a:pt x="1086905" y="740099"/>
                </a:lnTo>
                <a:lnTo>
                  <a:pt x="1088021" y="740099"/>
                </a:lnTo>
                <a:lnTo>
                  <a:pt x="1089143" y="740099"/>
                </a:lnTo>
                <a:lnTo>
                  <a:pt x="1090259" y="740099"/>
                </a:lnTo>
                <a:lnTo>
                  <a:pt x="1091381" y="740099"/>
                </a:lnTo>
                <a:lnTo>
                  <a:pt x="1092498" y="740099"/>
                </a:lnTo>
                <a:lnTo>
                  <a:pt x="1093620" y="740099"/>
                </a:lnTo>
                <a:lnTo>
                  <a:pt x="1094742" y="740099"/>
                </a:lnTo>
                <a:lnTo>
                  <a:pt x="1095858" y="740099"/>
                </a:lnTo>
                <a:lnTo>
                  <a:pt x="1096980" y="740099"/>
                </a:lnTo>
                <a:lnTo>
                  <a:pt x="1098096" y="740099"/>
                </a:lnTo>
                <a:lnTo>
                  <a:pt x="1099218" y="740099"/>
                </a:lnTo>
                <a:lnTo>
                  <a:pt x="1100334" y="740099"/>
                </a:lnTo>
                <a:lnTo>
                  <a:pt x="1101456" y="740099"/>
                </a:lnTo>
                <a:lnTo>
                  <a:pt x="1102572" y="740099"/>
                </a:lnTo>
                <a:lnTo>
                  <a:pt x="1103695" y="740099"/>
                </a:lnTo>
                <a:lnTo>
                  <a:pt x="1104811" y="740099"/>
                </a:lnTo>
                <a:lnTo>
                  <a:pt x="1105933" y="740099"/>
                </a:lnTo>
                <a:lnTo>
                  <a:pt x="1107055" y="740099"/>
                </a:lnTo>
                <a:lnTo>
                  <a:pt x="1108171" y="740099"/>
                </a:lnTo>
                <a:lnTo>
                  <a:pt x="1109293" y="740099"/>
                </a:lnTo>
                <a:lnTo>
                  <a:pt x="1110409" y="740099"/>
                </a:lnTo>
                <a:lnTo>
                  <a:pt x="1111531" y="740099"/>
                </a:lnTo>
                <a:lnTo>
                  <a:pt x="1112647" y="740099"/>
                </a:lnTo>
                <a:lnTo>
                  <a:pt x="1113770" y="740099"/>
                </a:lnTo>
                <a:lnTo>
                  <a:pt x="1114886" y="740099"/>
                </a:lnTo>
                <a:lnTo>
                  <a:pt x="1116008" y="740099"/>
                </a:lnTo>
                <a:lnTo>
                  <a:pt x="1117124" y="740099"/>
                </a:lnTo>
                <a:lnTo>
                  <a:pt x="1118246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C2386207-260B-D2E8-8ADE-95F88DDE08AB}"/>
              </a:ext>
            </a:extLst>
          </p:cNvPr>
          <p:cNvGrpSpPr/>
          <p:nvPr/>
        </p:nvGrpSpPr>
        <p:grpSpPr>
          <a:xfrm>
            <a:off x="4131208" y="4078118"/>
            <a:ext cx="1417339" cy="944893"/>
            <a:chOff x="4131208" y="4078118"/>
            <a:chExt cx="1417339" cy="944893"/>
          </a:xfrm>
        </p:grpSpPr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26296CFF-0426-1E52-2417-F4337B9A8D6C}"/>
                </a:ext>
              </a:extLst>
            </p:cNvPr>
            <p:cNvSpPr/>
            <p:nvPr/>
          </p:nvSpPr>
          <p:spPr>
            <a:xfrm>
              <a:off x="4131208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5B983342-039A-76A5-EC62-AFF7655EB495}"/>
                </a:ext>
              </a:extLst>
            </p:cNvPr>
            <p:cNvSpPr/>
            <p:nvPr/>
          </p:nvSpPr>
          <p:spPr>
            <a:xfrm>
              <a:off x="4304637" y="4106018"/>
              <a:ext cx="1216012" cy="784506"/>
            </a:xfrm>
            <a:custGeom>
              <a:avLst/>
              <a:gdLst>
                <a:gd name="connsiteX0" fmla="*/ 0 w 1216012"/>
                <a:gd name="connsiteY0" fmla="*/ 784507 h 784506"/>
                <a:gd name="connsiteX1" fmla="*/ 1216012 w 1216012"/>
                <a:gd name="connsiteY1" fmla="*/ 784507 h 784506"/>
                <a:gd name="connsiteX2" fmla="*/ 1216012 w 1216012"/>
                <a:gd name="connsiteY2" fmla="*/ 0 h 784506"/>
                <a:gd name="connsiteX3" fmla="*/ 0 w 1216012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6012" h="784506">
                  <a:moveTo>
                    <a:pt x="0" y="784507"/>
                  </a:moveTo>
                  <a:lnTo>
                    <a:pt x="1216012" y="784507"/>
                  </a:lnTo>
                  <a:lnTo>
                    <a:pt x="12160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1A172D3A-919A-2717-D93F-C9A6434F7A13}"/>
                </a:ext>
              </a:extLst>
            </p:cNvPr>
            <p:cNvSpPr/>
            <p:nvPr/>
          </p:nvSpPr>
          <p:spPr>
            <a:xfrm>
              <a:off x="4434651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A7CF1538-6185-F976-B631-1820DC833B65}"/>
                </a:ext>
              </a:extLst>
            </p:cNvPr>
            <p:cNvSpPr/>
            <p:nvPr/>
          </p:nvSpPr>
          <p:spPr>
            <a:xfrm>
              <a:off x="467364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464499C0-CE7A-8AFA-45A3-742F98C58E73}"/>
                </a:ext>
              </a:extLst>
            </p:cNvPr>
            <p:cNvSpPr/>
            <p:nvPr/>
          </p:nvSpPr>
          <p:spPr>
            <a:xfrm>
              <a:off x="491264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F30EDFA0-505C-27A8-9CF5-5C77D0A3DEE0}"/>
                </a:ext>
              </a:extLst>
            </p:cNvPr>
            <p:cNvSpPr/>
            <p:nvPr/>
          </p:nvSpPr>
          <p:spPr>
            <a:xfrm>
              <a:off x="5151639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2E8DE848-77EC-4BF2-D1D8-47FDE651D1FB}"/>
                </a:ext>
              </a:extLst>
            </p:cNvPr>
            <p:cNvSpPr/>
            <p:nvPr/>
          </p:nvSpPr>
          <p:spPr>
            <a:xfrm>
              <a:off x="5390632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D8E811CE-9846-73B3-5D75-E180C80E1045}"/>
                </a:ext>
              </a:extLst>
            </p:cNvPr>
            <p:cNvSpPr/>
            <p:nvPr/>
          </p:nvSpPr>
          <p:spPr>
            <a:xfrm>
              <a:off x="4304637" y="4890182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EB2A3F42-7FBB-9BB6-F1D0-C3BD43179A20}"/>
                </a:ext>
              </a:extLst>
            </p:cNvPr>
            <p:cNvSpPr/>
            <p:nvPr/>
          </p:nvSpPr>
          <p:spPr>
            <a:xfrm>
              <a:off x="4304637" y="4726220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E2D873EA-190C-6A08-2388-1B96A2A39A38}"/>
                </a:ext>
              </a:extLst>
            </p:cNvPr>
            <p:cNvSpPr/>
            <p:nvPr/>
          </p:nvSpPr>
          <p:spPr>
            <a:xfrm>
              <a:off x="4304637" y="4562260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618D3BBA-BEA0-4B5F-303C-2727C91CCF96}"/>
                </a:ext>
              </a:extLst>
            </p:cNvPr>
            <p:cNvSpPr/>
            <p:nvPr/>
          </p:nvSpPr>
          <p:spPr>
            <a:xfrm>
              <a:off x="4304637" y="439829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276FEA96-B163-9207-FD19-A17D6323A5D8}"/>
                </a:ext>
              </a:extLst>
            </p:cNvPr>
            <p:cNvSpPr/>
            <p:nvPr/>
          </p:nvSpPr>
          <p:spPr>
            <a:xfrm>
              <a:off x="4304637" y="4234337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9C2A96ED-2786-2364-6A45-EA0F6CA11B5A}"/>
                </a:ext>
              </a:extLst>
            </p:cNvPr>
            <p:cNvSpPr/>
            <p:nvPr/>
          </p:nvSpPr>
          <p:spPr>
            <a:xfrm>
              <a:off x="4304637" y="4890525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D8CEE6-62E0-8DCA-7FE9-1BFB371F8329}"/>
                </a:ext>
              </a:extLst>
            </p:cNvPr>
            <p:cNvSpPr/>
            <p:nvPr/>
          </p:nvSpPr>
          <p:spPr>
            <a:xfrm>
              <a:off x="4434651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3243E606-0AE1-1C35-4CBD-DBA74FC30CC8}"/>
                </a:ext>
              </a:extLst>
            </p:cNvPr>
            <p:cNvSpPr/>
            <p:nvPr/>
          </p:nvSpPr>
          <p:spPr>
            <a:xfrm>
              <a:off x="4673647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E6AEFBEA-7468-93CD-7E45-1AE3D87D3614}"/>
                </a:ext>
              </a:extLst>
            </p:cNvPr>
            <p:cNvSpPr/>
            <p:nvPr/>
          </p:nvSpPr>
          <p:spPr>
            <a:xfrm>
              <a:off x="4912640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8BB8CFDD-6E40-7505-B2EC-CEB1D5737025}"/>
                </a:ext>
              </a:extLst>
            </p:cNvPr>
            <p:cNvSpPr/>
            <p:nvPr/>
          </p:nvSpPr>
          <p:spPr>
            <a:xfrm>
              <a:off x="5151639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4CD56047-CFD3-120B-C648-B9AEC7939F61}"/>
                </a:ext>
              </a:extLst>
            </p:cNvPr>
            <p:cNvSpPr/>
            <p:nvPr/>
          </p:nvSpPr>
          <p:spPr>
            <a:xfrm>
              <a:off x="5390632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5CE1BFF4-1C66-0F32-B960-79DB3B81A02E}"/>
                </a:ext>
              </a:extLst>
            </p:cNvPr>
            <p:cNvSpPr/>
            <p:nvPr/>
          </p:nvSpPr>
          <p:spPr>
            <a:xfrm>
              <a:off x="4379389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404B82E3-EF88-C165-3DFF-E9A1F2A2B600}"/>
                </a:ext>
              </a:extLst>
            </p:cNvPr>
            <p:cNvSpPr/>
            <p:nvPr/>
          </p:nvSpPr>
          <p:spPr>
            <a:xfrm>
              <a:off x="4419029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5674EA6F-0FAE-1CBB-5805-F2A031280429}"/>
                </a:ext>
              </a:extLst>
            </p:cNvPr>
            <p:cNvSpPr/>
            <p:nvPr/>
          </p:nvSpPr>
          <p:spPr>
            <a:xfrm>
              <a:off x="4451660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F6E1E4BE-603A-45E3-28BC-5D04B59CD6B1}"/>
                </a:ext>
              </a:extLst>
            </p:cNvPr>
            <p:cNvSpPr/>
            <p:nvPr/>
          </p:nvSpPr>
          <p:spPr>
            <a:xfrm>
              <a:off x="4465224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8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34B798B5-1530-F463-A0C9-E8B07B963D51}"/>
                </a:ext>
              </a:extLst>
            </p:cNvPr>
            <p:cNvSpPr/>
            <p:nvPr/>
          </p:nvSpPr>
          <p:spPr>
            <a:xfrm>
              <a:off x="4618899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E8DD5CB2-6610-CFB9-076E-7AEB6DAA1A56}"/>
                </a:ext>
              </a:extLst>
            </p:cNvPr>
            <p:cNvSpPr/>
            <p:nvPr/>
          </p:nvSpPr>
          <p:spPr>
            <a:xfrm>
              <a:off x="4658348" y="4910149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2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40 w 22679"/>
                <a:gd name="connsiteY12" fmla="*/ 7246 h 36360"/>
                <a:gd name="connsiteX13" fmla="*/ 240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7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2" y="11664"/>
                    <a:pt x="17632" y="10500"/>
                  </a:cubicBezTo>
                  <a:cubicBezTo>
                    <a:pt x="17632" y="8604"/>
                    <a:pt x="16962" y="7057"/>
                    <a:pt x="15622" y="5858"/>
                  </a:cubicBezTo>
                  <a:cubicBezTo>
                    <a:pt x="14299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8" y="5380"/>
                    <a:pt x="2154" y="6177"/>
                    <a:pt x="240" y="7246"/>
                  </a:cubicBezTo>
                  <a:lnTo>
                    <a:pt x="240" y="2368"/>
                  </a:lnTo>
                  <a:cubicBezTo>
                    <a:pt x="2186" y="1583"/>
                    <a:pt x="4003" y="992"/>
                    <a:pt x="5694" y="596"/>
                  </a:cubicBezTo>
                  <a:cubicBezTo>
                    <a:pt x="7385" y="201"/>
                    <a:pt x="8932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2" y="19483"/>
                    <a:pt x="16994" y="20823"/>
                    <a:pt x="14857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10F67C4A-FD6E-DBCE-4F44-8BACD9509BB2}"/>
                </a:ext>
              </a:extLst>
            </p:cNvPr>
            <p:cNvSpPr/>
            <p:nvPr/>
          </p:nvSpPr>
          <p:spPr>
            <a:xfrm>
              <a:off x="4691170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02CF3F3F-AB8B-10CD-4EE9-6FF12C1D3F0A}"/>
                </a:ext>
              </a:extLst>
            </p:cNvPr>
            <p:cNvSpPr/>
            <p:nvPr/>
          </p:nvSpPr>
          <p:spPr>
            <a:xfrm>
              <a:off x="4705285" y="4910793"/>
              <a:ext cx="23107" cy="36407"/>
            </a:xfrm>
            <a:custGeom>
              <a:avLst/>
              <a:gdLst>
                <a:gd name="connsiteX0" fmla="*/ 1507 w 23107"/>
                <a:gd name="connsiteY0" fmla="*/ 0 h 36407"/>
                <a:gd name="connsiteX1" fmla="*/ 20479 w 23107"/>
                <a:gd name="connsiteY1" fmla="*/ 0 h 36407"/>
                <a:gd name="connsiteX2" fmla="*/ 20479 w 23107"/>
                <a:gd name="connsiteY2" fmla="*/ 4069 h 36407"/>
                <a:gd name="connsiteX3" fmla="*/ 5933 w 23107"/>
                <a:gd name="connsiteY3" fmla="*/ 4069 h 36407"/>
                <a:gd name="connsiteX4" fmla="*/ 5933 w 23107"/>
                <a:gd name="connsiteY4" fmla="*/ 12821 h 36407"/>
                <a:gd name="connsiteX5" fmla="*/ 8038 w 23107"/>
                <a:gd name="connsiteY5" fmla="*/ 12295 h 36407"/>
                <a:gd name="connsiteX6" fmla="*/ 10143 w 23107"/>
                <a:gd name="connsiteY6" fmla="*/ 12106 h 36407"/>
                <a:gd name="connsiteX7" fmla="*/ 19617 w 23107"/>
                <a:gd name="connsiteY7" fmla="*/ 15384 h 36407"/>
                <a:gd name="connsiteX8" fmla="*/ 23107 w 23107"/>
                <a:gd name="connsiteY8" fmla="*/ 24260 h 36407"/>
                <a:gd name="connsiteX9" fmla="*/ 19523 w 23107"/>
                <a:gd name="connsiteY9" fmla="*/ 33231 h 36407"/>
                <a:gd name="connsiteX10" fmla="*/ 9402 w 23107"/>
                <a:gd name="connsiteY10" fmla="*/ 36408 h 36407"/>
                <a:gd name="connsiteX11" fmla="*/ 4809 w 23107"/>
                <a:gd name="connsiteY11" fmla="*/ 36030 h 36407"/>
                <a:gd name="connsiteX12" fmla="*/ 0 w 23107"/>
                <a:gd name="connsiteY12" fmla="*/ 34878 h 36407"/>
                <a:gd name="connsiteX13" fmla="*/ 0 w 23107"/>
                <a:gd name="connsiteY13" fmla="*/ 30024 h 36407"/>
                <a:gd name="connsiteX14" fmla="*/ 4450 w 23107"/>
                <a:gd name="connsiteY14" fmla="*/ 31772 h 36407"/>
                <a:gd name="connsiteX15" fmla="*/ 9306 w 23107"/>
                <a:gd name="connsiteY15" fmla="*/ 32345 h 36407"/>
                <a:gd name="connsiteX16" fmla="*/ 15861 w 23107"/>
                <a:gd name="connsiteY16" fmla="*/ 30166 h 36407"/>
                <a:gd name="connsiteX17" fmla="*/ 18277 w 23107"/>
                <a:gd name="connsiteY17" fmla="*/ 24260 h 36407"/>
                <a:gd name="connsiteX18" fmla="*/ 15861 w 23107"/>
                <a:gd name="connsiteY18" fmla="*/ 18349 h 36407"/>
                <a:gd name="connsiteX19" fmla="*/ 9306 w 23107"/>
                <a:gd name="connsiteY19" fmla="*/ 16169 h 36407"/>
                <a:gd name="connsiteX20" fmla="*/ 5431 w 23107"/>
                <a:gd name="connsiteY20" fmla="*/ 16601 h 36407"/>
                <a:gd name="connsiteX21" fmla="*/ 1507 w 23107"/>
                <a:gd name="connsiteY21" fmla="*/ 17941 h 36407"/>
                <a:gd name="connsiteX22" fmla="*/ 1507 w 23107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7" h="36407">
                  <a:moveTo>
                    <a:pt x="1507" y="0"/>
                  </a:moveTo>
                  <a:lnTo>
                    <a:pt x="20479" y="0"/>
                  </a:lnTo>
                  <a:lnTo>
                    <a:pt x="20479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90" y="13199"/>
                    <a:pt x="19617" y="15384"/>
                  </a:cubicBezTo>
                  <a:cubicBezTo>
                    <a:pt x="21944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3" y="33231"/>
                  </a:cubicBezTo>
                  <a:cubicBezTo>
                    <a:pt x="17131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3" y="28719"/>
                    <a:pt x="18277" y="26746"/>
                    <a:pt x="18277" y="24260"/>
                  </a:cubicBezTo>
                  <a:cubicBezTo>
                    <a:pt x="18277" y="21774"/>
                    <a:pt x="17473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DB83DF89-19B2-50F0-C1D8-6FD7DFF3FBCC}"/>
                </a:ext>
              </a:extLst>
            </p:cNvPr>
            <p:cNvSpPr/>
            <p:nvPr/>
          </p:nvSpPr>
          <p:spPr>
            <a:xfrm>
              <a:off x="4876923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EBC7B7D7-3353-1DA4-8F28-228A70C1F0E3}"/>
                </a:ext>
              </a:extLst>
            </p:cNvPr>
            <p:cNvSpPr/>
            <p:nvPr/>
          </p:nvSpPr>
          <p:spPr>
            <a:xfrm>
              <a:off x="4910107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7B503883-9A81-D5DF-7D20-709CAC840130}"/>
                </a:ext>
              </a:extLst>
            </p:cNvPr>
            <p:cNvSpPr/>
            <p:nvPr/>
          </p:nvSpPr>
          <p:spPr>
            <a:xfrm>
              <a:off x="4923672" y="4910149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92D149E5-C749-20A8-43CC-852EE428525C}"/>
                </a:ext>
              </a:extLst>
            </p:cNvPr>
            <p:cNvSpPr/>
            <p:nvPr/>
          </p:nvSpPr>
          <p:spPr>
            <a:xfrm>
              <a:off x="5116613" y="4910149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0 w 22683"/>
                <a:gd name="connsiteY9" fmla="*/ 5858 h 36360"/>
                <a:gd name="connsiteX10" fmla="*/ 10429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9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9" y="7093"/>
                    <a:pt x="22489" y="10187"/>
                  </a:cubicBezTo>
                  <a:cubicBezTo>
                    <a:pt x="22489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45ECE671-32E1-22F9-5BA4-3F4814EF20FB}"/>
                </a:ext>
              </a:extLst>
            </p:cNvPr>
            <p:cNvSpPr/>
            <p:nvPr/>
          </p:nvSpPr>
          <p:spPr>
            <a:xfrm>
              <a:off x="5149436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38AC6DC2-4B9D-7E5C-3F6F-4FB5731FFCF1}"/>
                </a:ext>
              </a:extLst>
            </p:cNvPr>
            <p:cNvSpPr/>
            <p:nvPr/>
          </p:nvSpPr>
          <p:spPr>
            <a:xfrm>
              <a:off x="5163551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C4A41B74-3493-3C89-9BB3-10B03FF2DB93}"/>
                </a:ext>
              </a:extLst>
            </p:cNvPr>
            <p:cNvSpPr/>
            <p:nvPr/>
          </p:nvSpPr>
          <p:spPr>
            <a:xfrm>
              <a:off x="5355193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8 w 23108"/>
                <a:gd name="connsiteY7" fmla="*/ 15384 h 36407"/>
                <a:gd name="connsiteX8" fmla="*/ 23108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8" y="15384"/>
                  </a:cubicBezTo>
                  <a:cubicBezTo>
                    <a:pt x="21945" y="17569"/>
                    <a:pt x="23108" y="20528"/>
                    <a:pt x="23108" y="24260"/>
                  </a:cubicBezTo>
                  <a:cubicBezTo>
                    <a:pt x="23108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0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428716D7-81D7-BB73-5918-B4B69F9AB275}"/>
                </a:ext>
              </a:extLst>
            </p:cNvPr>
            <p:cNvSpPr/>
            <p:nvPr/>
          </p:nvSpPr>
          <p:spPr>
            <a:xfrm>
              <a:off x="5387821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A5FE3EBD-E199-0F99-FF7C-613CA4E5EE9E}"/>
                </a:ext>
              </a:extLst>
            </p:cNvPr>
            <p:cNvSpPr/>
            <p:nvPr/>
          </p:nvSpPr>
          <p:spPr>
            <a:xfrm>
              <a:off x="5401386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0 w 24691"/>
                <a:gd name="connsiteY1" fmla="*/ 7512 h 37051"/>
                <a:gd name="connsiteX2" fmla="*/ 4854 w 24691"/>
                <a:gd name="connsiteY2" fmla="*/ 18538 h 37051"/>
                <a:gd name="connsiteX3" fmla="*/ 6720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4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4" y="23433"/>
                    <a:pt x="19854" y="18538"/>
                  </a:cubicBezTo>
                  <a:cubicBezTo>
                    <a:pt x="19854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726F887D-9686-46B1-C5DB-18542726712F}"/>
                </a:ext>
              </a:extLst>
            </p:cNvPr>
            <p:cNvSpPr/>
            <p:nvPr/>
          </p:nvSpPr>
          <p:spPr>
            <a:xfrm>
              <a:off x="4899601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404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7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45 w 24012"/>
                <a:gd name="connsiteY26" fmla="*/ 25116 h 25671"/>
                <a:gd name="connsiteX27" fmla="*/ 9685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93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8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50" y="2114"/>
                    <a:pt x="22559" y="3053"/>
                    <a:pt x="21467" y="4400"/>
                  </a:cubicBezTo>
                  <a:cubicBezTo>
                    <a:pt x="20380" y="5746"/>
                    <a:pt x="19028" y="7205"/>
                    <a:pt x="17404" y="8770"/>
                  </a:cubicBezTo>
                  <a:cubicBezTo>
                    <a:pt x="16795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9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9" y="21207"/>
                    <a:pt x="17929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52" y="16654"/>
                    <a:pt x="22217" y="16784"/>
                    <a:pt x="22217" y="16931"/>
                  </a:cubicBezTo>
                  <a:cubicBezTo>
                    <a:pt x="22217" y="17262"/>
                    <a:pt x="22087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45" y="25116"/>
                  </a:cubicBezTo>
                  <a:cubicBezTo>
                    <a:pt x="10790" y="24768"/>
                    <a:pt x="10234" y="24248"/>
                    <a:pt x="9685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93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51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10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80" y="4240"/>
                    <a:pt x="5923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101" y="0"/>
                    <a:pt x="12644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7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8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5C40781E-BCC7-07FC-FC7A-781C83F2782D}"/>
                </a:ext>
              </a:extLst>
            </p:cNvPr>
            <p:cNvSpPr/>
            <p:nvPr/>
          </p:nvSpPr>
          <p:spPr>
            <a:xfrm>
              <a:off x="430463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FE8DDDA9-8C9F-AC2F-DC09-6DF8E06F12F0}"/>
                </a:ext>
              </a:extLst>
            </p:cNvPr>
            <p:cNvSpPr/>
            <p:nvPr/>
          </p:nvSpPr>
          <p:spPr>
            <a:xfrm>
              <a:off x="4304637" y="4890182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A61E412D-9183-0020-730E-A32746BC2B4B}"/>
                </a:ext>
              </a:extLst>
            </p:cNvPr>
            <p:cNvSpPr/>
            <p:nvPr/>
          </p:nvSpPr>
          <p:spPr>
            <a:xfrm>
              <a:off x="4304637" y="4726220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03D234BD-A3FD-A4BD-5800-7E6B1406D958}"/>
                </a:ext>
              </a:extLst>
            </p:cNvPr>
            <p:cNvSpPr/>
            <p:nvPr/>
          </p:nvSpPr>
          <p:spPr>
            <a:xfrm>
              <a:off x="4304637" y="4562260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E6EB2806-9FCB-8D4F-70BB-2B2B0288B2CA}"/>
                </a:ext>
              </a:extLst>
            </p:cNvPr>
            <p:cNvSpPr/>
            <p:nvPr/>
          </p:nvSpPr>
          <p:spPr>
            <a:xfrm>
              <a:off x="4304637" y="439829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A240A0CF-E072-63B8-4382-E5106D3BB172}"/>
                </a:ext>
              </a:extLst>
            </p:cNvPr>
            <p:cNvSpPr/>
            <p:nvPr/>
          </p:nvSpPr>
          <p:spPr>
            <a:xfrm>
              <a:off x="4304637" y="4234337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7C9691BA-CEEB-33E9-0951-6EA7B3204ABB}"/>
                </a:ext>
              </a:extLst>
            </p:cNvPr>
            <p:cNvSpPr/>
            <p:nvPr/>
          </p:nvSpPr>
          <p:spPr>
            <a:xfrm>
              <a:off x="4211943" y="4871680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15 h 37057"/>
                <a:gd name="connsiteX13" fmla="*/ 12344 w 24688"/>
                <a:gd name="connsiteY13" fmla="*/ 37058 h 37057"/>
                <a:gd name="connsiteX14" fmla="*/ 3158 w 24688"/>
                <a:gd name="connsiteY14" fmla="*/ 32315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8"/>
                    <a:pt x="12344" y="37058"/>
                  </a:cubicBezTo>
                  <a:cubicBezTo>
                    <a:pt x="8341" y="37058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33ECB662-699B-83B5-2CAF-8BE6C2F032D6}"/>
                </a:ext>
              </a:extLst>
            </p:cNvPr>
            <p:cNvSpPr/>
            <p:nvPr/>
          </p:nvSpPr>
          <p:spPr>
            <a:xfrm>
              <a:off x="4245124" y="490196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6E10B6AC-5EEB-7311-2C14-B0E0616EE6BF}"/>
                </a:ext>
              </a:extLst>
            </p:cNvPr>
            <p:cNvSpPr/>
            <p:nvPr/>
          </p:nvSpPr>
          <p:spPr>
            <a:xfrm>
              <a:off x="4258689" y="4871680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15 h 37057"/>
                <a:gd name="connsiteX13" fmla="*/ 12344 w 24688"/>
                <a:gd name="connsiteY13" fmla="*/ 37058 h 37057"/>
                <a:gd name="connsiteX14" fmla="*/ 3158 w 24688"/>
                <a:gd name="connsiteY14" fmla="*/ 32315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8"/>
                    <a:pt x="12344" y="37058"/>
                  </a:cubicBezTo>
                  <a:cubicBezTo>
                    <a:pt x="8340" y="37058"/>
                    <a:pt x="5278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8" y="1589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C39B817B-B03A-B5C9-92CE-63EF8B204B83}"/>
                </a:ext>
              </a:extLst>
            </p:cNvPr>
            <p:cNvSpPr/>
            <p:nvPr/>
          </p:nvSpPr>
          <p:spPr>
            <a:xfrm>
              <a:off x="4213594" y="4707717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9EA9D34D-A121-565A-67DF-6ECD0A59ADE2}"/>
                </a:ext>
              </a:extLst>
            </p:cNvPr>
            <p:cNvSpPr/>
            <p:nvPr/>
          </p:nvSpPr>
          <p:spPr>
            <a:xfrm>
              <a:off x="4246775" y="473800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FA7C1D93-FFF0-912C-121D-58C252B4BEF8}"/>
                </a:ext>
              </a:extLst>
            </p:cNvPr>
            <p:cNvSpPr/>
            <p:nvPr/>
          </p:nvSpPr>
          <p:spPr>
            <a:xfrm>
              <a:off x="4260698" y="4707717"/>
              <a:ext cx="22679" cy="36360"/>
            </a:xfrm>
            <a:custGeom>
              <a:avLst/>
              <a:gdLst>
                <a:gd name="connsiteX0" fmla="*/ 5813 w 22679"/>
                <a:gd name="connsiteY0" fmla="*/ 32298 h 36360"/>
                <a:gd name="connsiteX1" fmla="*/ 22679 w 22679"/>
                <a:gd name="connsiteY1" fmla="*/ 32298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8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9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93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8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8"/>
                  </a:moveTo>
                  <a:lnTo>
                    <a:pt x="22679" y="32298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8"/>
                  </a:lnTo>
                  <a:cubicBezTo>
                    <a:pt x="1834" y="30402"/>
                    <a:pt x="4331" y="27857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30"/>
                    <a:pt x="16092" y="15266"/>
                    <a:pt x="16699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5"/>
                    <a:pt x="12568" y="4069"/>
                    <a:pt x="10430" y="4069"/>
                  </a:cubicBezTo>
                  <a:cubicBezTo>
                    <a:pt x="8916" y="4069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9"/>
                    <a:pt x="22488" y="10193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85"/>
                    <a:pt x="20111" y="17233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8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AB364D57-D486-A3BC-F88F-452E460E3A96}"/>
                </a:ext>
              </a:extLst>
            </p:cNvPr>
            <p:cNvSpPr/>
            <p:nvPr/>
          </p:nvSpPr>
          <p:spPr>
            <a:xfrm>
              <a:off x="4211441" y="454375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E6E0CCD1-0167-C19B-B56F-07A82171B905}"/>
                </a:ext>
              </a:extLst>
            </p:cNvPr>
            <p:cNvSpPr/>
            <p:nvPr/>
          </p:nvSpPr>
          <p:spPr>
            <a:xfrm>
              <a:off x="4244622" y="4574042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675A1335-EFF4-CA35-DCEA-7A23BBC5C83C}"/>
                </a:ext>
              </a:extLst>
            </p:cNvPr>
            <p:cNvSpPr/>
            <p:nvPr/>
          </p:nvSpPr>
          <p:spPr>
            <a:xfrm>
              <a:off x="4257349" y="4544402"/>
              <a:ext cx="26028" cy="35716"/>
            </a:xfrm>
            <a:custGeom>
              <a:avLst/>
              <a:gdLst>
                <a:gd name="connsiteX0" fmla="*/ 16124 w 26028"/>
                <a:gd name="connsiteY0" fmla="*/ 4210 h 35716"/>
                <a:gd name="connsiteX1" fmla="*/ 3923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0 h 35716"/>
                <a:gd name="connsiteX4" fmla="*/ 14856 w 26028"/>
                <a:gd name="connsiteY4" fmla="*/ 0 h 35716"/>
                <a:gd name="connsiteX5" fmla="*/ 20932 w 26028"/>
                <a:gd name="connsiteY5" fmla="*/ 0 h 35716"/>
                <a:gd name="connsiteX6" fmla="*/ 20932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2 w 26028"/>
                <a:gd name="connsiteY9" fmla="*/ 27296 h 35716"/>
                <a:gd name="connsiteX10" fmla="*/ 20932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0"/>
                  </a:moveTo>
                  <a:lnTo>
                    <a:pt x="3923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2" y="0"/>
                  </a:lnTo>
                  <a:lnTo>
                    <a:pt x="20932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2" y="27296"/>
                  </a:lnTo>
                  <a:lnTo>
                    <a:pt x="20932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5A580C10-59C1-59E3-8ADF-CBFCC2DFA3FC}"/>
                </a:ext>
              </a:extLst>
            </p:cNvPr>
            <p:cNvSpPr/>
            <p:nvPr/>
          </p:nvSpPr>
          <p:spPr>
            <a:xfrm>
              <a:off x="4211776" y="4379794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7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7 w 24688"/>
                <a:gd name="connsiteY5" fmla="*/ 29569 h 37056"/>
                <a:gd name="connsiteX6" fmla="*/ 19856 w 24688"/>
                <a:gd name="connsiteY6" fmla="*/ 18541 h 37056"/>
                <a:gd name="connsiteX7" fmla="*/ 17967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9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3" y="5056"/>
                    <a:pt x="6722" y="7512"/>
                  </a:cubicBezTo>
                  <a:cubicBezTo>
                    <a:pt x="5479" y="9952"/>
                    <a:pt x="4857" y="13628"/>
                    <a:pt x="4857" y="18541"/>
                  </a:cubicBezTo>
                  <a:cubicBezTo>
                    <a:pt x="4857" y="23437"/>
                    <a:pt x="5479" y="27113"/>
                    <a:pt x="6722" y="29569"/>
                  </a:cubicBezTo>
                  <a:cubicBezTo>
                    <a:pt x="7983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7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7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9" y="12512"/>
                    <a:pt x="24689" y="18541"/>
                  </a:cubicBezTo>
                  <a:cubicBezTo>
                    <a:pt x="24689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60AAF629-7074-9400-B58D-1B202E5559BF}"/>
                </a:ext>
              </a:extLst>
            </p:cNvPr>
            <p:cNvSpPr/>
            <p:nvPr/>
          </p:nvSpPr>
          <p:spPr>
            <a:xfrm>
              <a:off x="4244957" y="441008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7D0C0BFD-FCA9-D40B-D0B3-A3C1583C6415}"/>
                </a:ext>
              </a:extLst>
            </p:cNvPr>
            <p:cNvSpPr/>
            <p:nvPr/>
          </p:nvSpPr>
          <p:spPr>
            <a:xfrm>
              <a:off x="4258713" y="4379794"/>
              <a:ext cx="24664" cy="37056"/>
            </a:xfrm>
            <a:custGeom>
              <a:avLst/>
              <a:gdLst>
                <a:gd name="connsiteX0" fmla="*/ 12751 w 24664"/>
                <a:gd name="connsiteY0" fmla="*/ 16579 h 37056"/>
                <a:gd name="connsiteX1" fmla="*/ 7583 w 24664"/>
                <a:gd name="connsiteY1" fmla="*/ 18803 h 37056"/>
                <a:gd name="connsiteX2" fmla="*/ 5694 w 24664"/>
                <a:gd name="connsiteY2" fmla="*/ 24904 h 37056"/>
                <a:gd name="connsiteX3" fmla="*/ 7583 w 24664"/>
                <a:gd name="connsiteY3" fmla="*/ 31004 h 37056"/>
                <a:gd name="connsiteX4" fmla="*/ 12751 w 24664"/>
                <a:gd name="connsiteY4" fmla="*/ 33229 h 37056"/>
                <a:gd name="connsiteX5" fmla="*/ 17895 w 24664"/>
                <a:gd name="connsiteY5" fmla="*/ 31004 h 37056"/>
                <a:gd name="connsiteX6" fmla="*/ 19809 w 24664"/>
                <a:gd name="connsiteY6" fmla="*/ 24904 h 37056"/>
                <a:gd name="connsiteX7" fmla="*/ 17895 w 24664"/>
                <a:gd name="connsiteY7" fmla="*/ 18803 h 37056"/>
                <a:gd name="connsiteX8" fmla="*/ 12751 w 24664"/>
                <a:gd name="connsiteY8" fmla="*/ 16579 h 37056"/>
                <a:gd name="connsiteX9" fmla="*/ 22344 w 24664"/>
                <a:gd name="connsiteY9" fmla="*/ 1436 h 37056"/>
                <a:gd name="connsiteX10" fmla="*/ 22344 w 24664"/>
                <a:gd name="connsiteY10" fmla="*/ 5837 h 37056"/>
                <a:gd name="connsiteX11" fmla="*/ 18660 w 24664"/>
                <a:gd name="connsiteY11" fmla="*/ 4521 h 37056"/>
                <a:gd name="connsiteX12" fmla="*/ 15000 w 24664"/>
                <a:gd name="connsiteY12" fmla="*/ 4067 h 37056"/>
                <a:gd name="connsiteX13" fmla="*/ 7679 w 24664"/>
                <a:gd name="connsiteY13" fmla="*/ 7297 h 37056"/>
                <a:gd name="connsiteX14" fmla="*/ 4808 w 24664"/>
                <a:gd name="connsiteY14" fmla="*/ 17057 h 37056"/>
                <a:gd name="connsiteX15" fmla="*/ 8349 w 24664"/>
                <a:gd name="connsiteY15" fmla="*/ 13876 h 37056"/>
                <a:gd name="connsiteX16" fmla="*/ 13038 w 24664"/>
                <a:gd name="connsiteY16" fmla="*/ 12751 h 37056"/>
                <a:gd name="connsiteX17" fmla="*/ 21531 w 24664"/>
                <a:gd name="connsiteY17" fmla="*/ 16028 h 37056"/>
                <a:gd name="connsiteX18" fmla="*/ 24665 w 24664"/>
                <a:gd name="connsiteY18" fmla="*/ 24904 h 37056"/>
                <a:gd name="connsiteX19" fmla="*/ 21411 w 24664"/>
                <a:gd name="connsiteY19" fmla="*/ 33731 h 37056"/>
                <a:gd name="connsiteX20" fmla="*/ 12751 w 24664"/>
                <a:gd name="connsiteY20" fmla="*/ 37057 h 37056"/>
                <a:gd name="connsiteX21" fmla="*/ 3278 w 24664"/>
                <a:gd name="connsiteY21" fmla="*/ 32320 h 37056"/>
                <a:gd name="connsiteX22" fmla="*/ 0 w 24664"/>
                <a:gd name="connsiteY22" fmla="*/ 18541 h 37056"/>
                <a:gd name="connsiteX23" fmla="*/ 4019 w 24664"/>
                <a:gd name="connsiteY23" fmla="*/ 5048 h 37056"/>
                <a:gd name="connsiteX24" fmla="*/ 14808 w 24664"/>
                <a:gd name="connsiteY24" fmla="*/ 0 h 37056"/>
                <a:gd name="connsiteX25" fmla="*/ 18469 w 24664"/>
                <a:gd name="connsiteY25" fmla="*/ 359 h 37056"/>
                <a:gd name="connsiteX26" fmla="*/ 22344 w 24664"/>
                <a:gd name="connsiteY26" fmla="*/ 1436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6">
                  <a:moveTo>
                    <a:pt x="12751" y="16579"/>
                  </a:moveTo>
                  <a:cubicBezTo>
                    <a:pt x="10582" y="16579"/>
                    <a:pt x="8860" y="17320"/>
                    <a:pt x="7583" y="18803"/>
                  </a:cubicBezTo>
                  <a:cubicBezTo>
                    <a:pt x="6324" y="20287"/>
                    <a:pt x="5694" y="22320"/>
                    <a:pt x="5694" y="24904"/>
                  </a:cubicBezTo>
                  <a:cubicBezTo>
                    <a:pt x="5694" y="27472"/>
                    <a:pt x="6324" y="29505"/>
                    <a:pt x="7583" y="31004"/>
                  </a:cubicBezTo>
                  <a:cubicBezTo>
                    <a:pt x="8860" y="32487"/>
                    <a:pt x="10582" y="33229"/>
                    <a:pt x="12751" y="33229"/>
                  </a:cubicBezTo>
                  <a:cubicBezTo>
                    <a:pt x="14920" y="33229"/>
                    <a:pt x="16635" y="32487"/>
                    <a:pt x="17895" y="31004"/>
                  </a:cubicBezTo>
                  <a:cubicBezTo>
                    <a:pt x="19171" y="29505"/>
                    <a:pt x="19809" y="27472"/>
                    <a:pt x="19809" y="24904"/>
                  </a:cubicBezTo>
                  <a:cubicBezTo>
                    <a:pt x="19809" y="22320"/>
                    <a:pt x="19171" y="20287"/>
                    <a:pt x="17895" y="18803"/>
                  </a:cubicBezTo>
                  <a:cubicBezTo>
                    <a:pt x="16635" y="17320"/>
                    <a:pt x="14920" y="16579"/>
                    <a:pt x="12751" y="16579"/>
                  </a:cubicBezTo>
                  <a:moveTo>
                    <a:pt x="22344" y="1436"/>
                  </a:moveTo>
                  <a:lnTo>
                    <a:pt x="22344" y="5837"/>
                  </a:lnTo>
                  <a:cubicBezTo>
                    <a:pt x="21132" y="5263"/>
                    <a:pt x="19904" y="4824"/>
                    <a:pt x="18660" y="4521"/>
                  </a:cubicBezTo>
                  <a:cubicBezTo>
                    <a:pt x="17432" y="4218"/>
                    <a:pt x="16212" y="4067"/>
                    <a:pt x="15000" y="4067"/>
                  </a:cubicBezTo>
                  <a:cubicBezTo>
                    <a:pt x="11810" y="4067"/>
                    <a:pt x="9370" y="5144"/>
                    <a:pt x="7679" y="7297"/>
                  </a:cubicBezTo>
                  <a:cubicBezTo>
                    <a:pt x="6005" y="9450"/>
                    <a:pt x="5048" y="12703"/>
                    <a:pt x="4808" y="17057"/>
                  </a:cubicBezTo>
                  <a:cubicBezTo>
                    <a:pt x="5749" y="15670"/>
                    <a:pt x="6930" y="14609"/>
                    <a:pt x="8349" y="13876"/>
                  </a:cubicBezTo>
                  <a:cubicBezTo>
                    <a:pt x="9768" y="13126"/>
                    <a:pt x="11332" y="12751"/>
                    <a:pt x="13038" y="12751"/>
                  </a:cubicBezTo>
                  <a:cubicBezTo>
                    <a:pt x="16627" y="12751"/>
                    <a:pt x="19457" y="13844"/>
                    <a:pt x="21531" y="16028"/>
                  </a:cubicBezTo>
                  <a:cubicBezTo>
                    <a:pt x="23620" y="18197"/>
                    <a:pt x="24665" y="21156"/>
                    <a:pt x="24665" y="24904"/>
                  </a:cubicBezTo>
                  <a:cubicBezTo>
                    <a:pt x="24665" y="28572"/>
                    <a:pt x="23580" y="31515"/>
                    <a:pt x="21411" y="33731"/>
                  </a:cubicBezTo>
                  <a:cubicBezTo>
                    <a:pt x="19242" y="35948"/>
                    <a:pt x="16355" y="37057"/>
                    <a:pt x="12751" y="37057"/>
                  </a:cubicBezTo>
                  <a:cubicBezTo>
                    <a:pt x="8620" y="37057"/>
                    <a:pt x="5463" y="35478"/>
                    <a:pt x="3278" y="32320"/>
                  </a:cubicBezTo>
                  <a:cubicBezTo>
                    <a:pt x="1093" y="29146"/>
                    <a:pt x="0" y="24553"/>
                    <a:pt x="0" y="18541"/>
                  </a:cubicBezTo>
                  <a:cubicBezTo>
                    <a:pt x="0" y="12895"/>
                    <a:pt x="1340" y="8397"/>
                    <a:pt x="4019" y="5048"/>
                  </a:cubicBezTo>
                  <a:cubicBezTo>
                    <a:pt x="6699" y="1682"/>
                    <a:pt x="10295" y="0"/>
                    <a:pt x="14808" y="0"/>
                  </a:cubicBezTo>
                  <a:cubicBezTo>
                    <a:pt x="16021" y="0"/>
                    <a:pt x="17241" y="120"/>
                    <a:pt x="18469" y="359"/>
                  </a:cubicBezTo>
                  <a:cubicBezTo>
                    <a:pt x="19713" y="598"/>
                    <a:pt x="21004" y="957"/>
                    <a:pt x="22344" y="143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98260228-A550-EEBC-51B7-F448A06999BE}"/>
                </a:ext>
              </a:extLst>
            </p:cNvPr>
            <p:cNvSpPr/>
            <p:nvPr/>
          </p:nvSpPr>
          <p:spPr>
            <a:xfrm>
              <a:off x="4212039" y="4215833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62E61810-3ED0-80E7-1F22-142D27C78A08}"/>
                </a:ext>
              </a:extLst>
            </p:cNvPr>
            <p:cNvSpPr/>
            <p:nvPr/>
          </p:nvSpPr>
          <p:spPr>
            <a:xfrm>
              <a:off x="4245220" y="4246119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3C0772B6-50FE-C05B-9438-240F6D3A35C6}"/>
                </a:ext>
              </a:extLst>
            </p:cNvPr>
            <p:cNvSpPr/>
            <p:nvPr/>
          </p:nvSpPr>
          <p:spPr>
            <a:xfrm>
              <a:off x="4258880" y="4215833"/>
              <a:ext cx="24496" cy="37056"/>
            </a:xfrm>
            <a:custGeom>
              <a:avLst/>
              <a:gdLst>
                <a:gd name="connsiteX0" fmla="*/ 12248 w 24496"/>
                <a:gd name="connsiteY0" fmla="*/ 19402 h 37056"/>
                <a:gd name="connsiteX1" fmla="*/ 6818 w 24496"/>
                <a:gd name="connsiteY1" fmla="*/ 21244 h 37056"/>
                <a:gd name="connsiteX2" fmla="*/ 4856 w 24496"/>
                <a:gd name="connsiteY2" fmla="*/ 26315 h 37056"/>
                <a:gd name="connsiteX3" fmla="*/ 6818 w 24496"/>
                <a:gd name="connsiteY3" fmla="*/ 31387 h 37056"/>
                <a:gd name="connsiteX4" fmla="*/ 12248 w 24496"/>
                <a:gd name="connsiteY4" fmla="*/ 33229 h 37056"/>
                <a:gd name="connsiteX5" fmla="*/ 17679 w 24496"/>
                <a:gd name="connsiteY5" fmla="*/ 31387 h 37056"/>
                <a:gd name="connsiteX6" fmla="*/ 19664 w 24496"/>
                <a:gd name="connsiteY6" fmla="*/ 26315 h 37056"/>
                <a:gd name="connsiteX7" fmla="*/ 17679 w 24496"/>
                <a:gd name="connsiteY7" fmla="*/ 21244 h 37056"/>
                <a:gd name="connsiteX8" fmla="*/ 12248 w 24496"/>
                <a:gd name="connsiteY8" fmla="*/ 19402 h 37056"/>
                <a:gd name="connsiteX9" fmla="*/ 7416 w 24496"/>
                <a:gd name="connsiteY9" fmla="*/ 17344 h 37056"/>
                <a:gd name="connsiteX10" fmla="*/ 2559 w 24496"/>
                <a:gd name="connsiteY10" fmla="*/ 14450 h 37056"/>
                <a:gd name="connsiteX11" fmla="*/ 837 w 24496"/>
                <a:gd name="connsiteY11" fmla="*/ 9258 h 37056"/>
                <a:gd name="connsiteX12" fmla="*/ 3875 w 24496"/>
                <a:gd name="connsiteY12" fmla="*/ 2488 h 37056"/>
                <a:gd name="connsiteX13" fmla="*/ 12248 w 24496"/>
                <a:gd name="connsiteY13" fmla="*/ 0 h 37056"/>
                <a:gd name="connsiteX14" fmla="*/ 20621 w 24496"/>
                <a:gd name="connsiteY14" fmla="*/ 2488 h 37056"/>
                <a:gd name="connsiteX15" fmla="*/ 23660 w 24496"/>
                <a:gd name="connsiteY15" fmla="*/ 9258 h 37056"/>
                <a:gd name="connsiteX16" fmla="*/ 21913 w 24496"/>
                <a:gd name="connsiteY16" fmla="*/ 14450 h 37056"/>
                <a:gd name="connsiteX17" fmla="*/ 17105 w 24496"/>
                <a:gd name="connsiteY17" fmla="*/ 17344 h 37056"/>
                <a:gd name="connsiteX18" fmla="*/ 22535 w 24496"/>
                <a:gd name="connsiteY18" fmla="*/ 20526 h 37056"/>
                <a:gd name="connsiteX19" fmla="*/ 24497 w 24496"/>
                <a:gd name="connsiteY19" fmla="*/ 26315 h 37056"/>
                <a:gd name="connsiteX20" fmla="*/ 21315 w 24496"/>
                <a:gd name="connsiteY20" fmla="*/ 34282 h 37056"/>
                <a:gd name="connsiteX21" fmla="*/ 12248 w 24496"/>
                <a:gd name="connsiteY21" fmla="*/ 37057 h 37056"/>
                <a:gd name="connsiteX22" fmla="*/ 3158 w 24496"/>
                <a:gd name="connsiteY22" fmla="*/ 34282 h 37056"/>
                <a:gd name="connsiteX23" fmla="*/ 0 w 24496"/>
                <a:gd name="connsiteY23" fmla="*/ 26315 h 37056"/>
                <a:gd name="connsiteX24" fmla="*/ 1961 w 24496"/>
                <a:gd name="connsiteY24" fmla="*/ 20526 h 37056"/>
                <a:gd name="connsiteX25" fmla="*/ 7416 w 24496"/>
                <a:gd name="connsiteY25" fmla="*/ 17344 h 37056"/>
                <a:gd name="connsiteX26" fmla="*/ 5646 w 24496"/>
                <a:gd name="connsiteY26" fmla="*/ 9713 h 37056"/>
                <a:gd name="connsiteX27" fmla="*/ 7368 w 24496"/>
                <a:gd name="connsiteY27" fmla="*/ 14043 h 37056"/>
                <a:gd name="connsiteX28" fmla="*/ 12248 w 24496"/>
                <a:gd name="connsiteY28" fmla="*/ 15598 h 37056"/>
                <a:gd name="connsiteX29" fmla="*/ 17105 w 24496"/>
                <a:gd name="connsiteY29" fmla="*/ 14043 h 37056"/>
                <a:gd name="connsiteX30" fmla="*/ 18875 w 24496"/>
                <a:gd name="connsiteY30" fmla="*/ 9713 h 37056"/>
                <a:gd name="connsiteX31" fmla="*/ 17105 w 24496"/>
                <a:gd name="connsiteY31" fmla="*/ 5383 h 37056"/>
                <a:gd name="connsiteX32" fmla="*/ 12248 w 24496"/>
                <a:gd name="connsiteY32" fmla="*/ 3828 h 37056"/>
                <a:gd name="connsiteX33" fmla="*/ 7368 w 24496"/>
                <a:gd name="connsiteY33" fmla="*/ 5383 h 37056"/>
                <a:gd name="connsiteX34" fmla="*/ 5646 w 24496"/>
                <a:gd name="connsiteY34" fmla="*/ 9713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496" h="37056">
                  <a:moveTo>
                    <a:pt x="12248" y="19402"/>
                  </a:moveTo>
                  <a:cubicBezTo>
                    <a:pt x="9951" y="19402"/>
                    <a:pt x="8141" y="20016"/>
                    <a:pt x="6818" y="21244"/>
                  </a:cubicBezTo>
                  <a:cubicBezTo>
                    <a:pt x="5510" y="22472"/>
                    <a:pt x="4856" y="24163"/>
                    <a:pt x="4856" y="26315"/>
                  </a:cubicBezTo>
                  <a:cubicBezTo>
                    <a:pt x="4856" y="28468"/>
                    <a:pt x="5510" y="30159"/>
                    <a:pt x="6818" y="31387"/>
                  </a:cubicBezTo>
                  <a:cubicBezTo>
                    <a:pt x="8141" y="32615"/>
                    <a:pt x="9951" y="33229"/>
                    <a:pt x="12248" y="33229"/>
                  </a:cubicBezTo>
                  <a:cubicBezTo>
                    <a:pt x="14545" y="33229"/>
                    <a:pt x="16356" y="32615"/>
                    <a:pt x="17679" y="31387"/>
                  </a:cubicBezTo>
                  <a:cubicBezTo>
                    <a:pt x="19002" y="30143"/>
                    <a:pt x="19664" y="28452"/>
                    <a:pt x="19664" y="26315"/>
                  </a:cubicBezTo>
                  <a:cubicBezTo>
                    <a:pt x="19664" y="24163"/>
                    <a:pt x="19002" y="22472"/>
                    <a:pt x="17679" y="21244"/>
                  </a:cubicBezTo>
                  <a:cubicBezTo>
                    <a:pt x="16371" y="20016"/>
                    <a:pt x="14561" y="19402"/>
                    <a:pt x="12248" y="19402"/>
                  </a:cubicBezTo>
                  <a:moveTo>
                    <a:pt x="7416" y="17344"/>
                  </a:moveTo>
                  <a:cubicBezTo>
                    <a:pt x="5342" y="16834"/>
                    <a:pt x="3723" y="15869"/>
                    <a:pt x="2559" y="14450"/>
                  </a:cubicBezTo>
                  <a:cubicBezTo>
                    <a:pt x="1411" y="13031"/>
                    <a:pt x="837" y="11300"/>
                    <a:pt x="837" y="9258"/>
                  </a:cubicBezTo>
                  <a:cubicBezTo>
                    <a:pt x="837" y="6403"/>
                    <a:pt x="1850" y="4147"/>
                    <a:pt x="3875" y="2488"/>
                  </a:cubicBezTo>
                  <a:cubicBezTo>
                    <a:pt x="5917" y="829"/>
                    <a:pt x="8708" y="0"/>
                    <a:pt x="12248" y="0"/>
                  </a:cubicBezTo>
                  <a:cubicBezTo>
                    <a:pt x="15805" y="0"/>
                    <a:pt x="18596" y="829"/>
                    <a:pt x="20621" y="2488"/>
                  </a:cubicBezTo>
                  <a:cubicBezTo>
                    <a:pt x="22647" y="4147"/>
                    <a:pt x="23660" y="6403"/>
                    <a:pt x="23660" y="9258"/>
                  </a:cubicBezTo>
                  <a:cubicBezTo>
                    <a:pt x="23660" y="11300"/>
                    <a:pt x="23077" y="13031"/>
                    <a:pt x="21913" y="14450"/>
                  </a:cubicBezTo>
                  <a:cubicBezTo>
                    <a:pt x="20765" y="15869"/>
                    <a:pt x="19162" y="16834"/>
                    <a:pt x="17105" y="17344"/>
                  </a:cubicBezTo>
                  <a:cubicBezTo>
                    <a:pt x="19434" y="17887"/>
                    <a:pt x="21244" y="18947"/>
                    <a:pt x="22535" y="20526"/>
                  </a:cubicBezTo>
                  <a:cubicBezTo>
                    <a:pt x="23843" y="22105"/>
                    <a:pt x="24497" y="24035"/>
                    <a:pt x="24497" y="26315"/>
                  </a:cubicBezTo>
                  <a:cubicBezTo>
                    <a:pt x="24497" y="29777"/>
                    <a:pt x="23436" y="32432"/>
                    <a:pt x="21315" y="34282"/>
                  </a:cubicBezTo>
                  <a:cubicBezTo>
                    <a:pt x="19210" y="36132"/>
                    <a:pt x="16188" y="37057"/>
                    <a:pt x="12248" y="37057"/>
                  </a:cubicBezTo>
                  <a:cubicBezTo>
                    <a:pt x="8309" y="37057"/>
                    <a:pt x="5278" y="36132"/>
                    <a:pt x="3158" y="34282"/>
                  </a:cubicBezTo>
                  <a:cubicBezTo>
                    <a:pt x="1052" y="32432"/>
                    <a:pt x="0" y="29777"/>
                    <a:pt x="0" y="26315"/>
                  </a:cubicBezTo>
                  <a:cubicBezTo>
                    <a:pt x="0" y="24035"/>
                    <a:pt x="654" y="22105"/>
                    <a:pt x="1961" y="20526"/>
                  </a:cubicBezTo>
                  <a:cubicBezTo>
                    <a:pt x="3269" y="18947"/>
                    <a:pt x="5087" y="17887"/>
                    <a:pt x="7416" y="17344"/>
                  </a:cubicBezTo>
                  <a:moveTo>
                    <a:pt x="5646" y="9713"/>
                  </a:moveTo>
                  <a:cubicBezTo>
                    <a:pt x="5646" y="11563"/>
                    <a:pt x="6220" y="13006"/>
                    <a:pt x="7368" y="14043"/>
                  </a:cubicBezTo>
                  <a:cubicBezTo>
                    <a:pt x="8532" y="15079"/>
                    <a:pt x="10159" y="15598"/>
                    <a:pt x="12248" y="15598"/>
                  </a:cubicBezTo>
                  <a:cubicBezTo>
                    <a:pt x="14322" y="15598"/>
                    <a:pt x="15940" y="15079"/>
                    <a:pt x="17105" y="14043"/>
                  </a:cubicBezTo>
                  <a:cubicBezTo>
                    <a:pt x="18285" y="13006"/>
                    <a:pt x="18875" y="11563"/>
                    <a:pt x="18875" y="9713"/>
                  </a:cubicBezTo>
                  <a:cubicBezTo>
                    <a:pt x="18875" y="7863"/>
                    <a:pt x="18285" y="6419"/>
                    <a:pt x="17105" y="5383"/>
                  </a:cubicBezTo>
                  <a:cubicBezTo>
                    <a:pt x="15940" y="4346"/>
                    <a:pt x="14322" y="3828"/>
                    <a:pt x="12248" y="3828"/>
                  </a:cubicBezTo>
                  <a:cubicBezTo>
                    <a:pt x="10159" y="3828"/>
                    <a:pt x="8532" y="4346"/>
                    <a:pt x="7368" y="5383"/>
                  </a:cubicBezTo>
                  <a:cubicBezTo>
                    <a:pt x="6220" y="6419"/>
                    <a:pt x="5646" y="7863"/>
                    <a:pt x="5646" y="971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836AB675-3E96-9444-96CE-FA52855D3C97}"/>
                </a:ext>
              </a:extLst>
            </p:cNvPr>
            <p:cNvSpPr/>
            <p:nvPr/>
          </p:nvSpPr>
          <p:spPr>
            <a:xfrm>
              <a:off x="4154683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A36DB142-B721-FA11-7D61-3B60B8E25EB6}"/>
                </a:ext>
              </a:extLst>
            </p:cNvPr>
            <p:cNvSpPr/>
            <p:nvPr/>
          </p:nvSpPr>
          <p:spPr>
            <a:xfrm>
              <a:off x="4137227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B9A958D1-E961-2600-E855-5608A170AE80}"/>
                </a:ext>
              </a:extLst>
            </p:cNvPr>
            <p:cNvSpPr/>
            <p:nvPr/>
          </p:nvSpPr>
          <p:spPr>
            <a:xfrm>
              <a:off x="4154683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4C53F71A-792C-F8A1-D23C-F3FD5801E285}"/>
                </a:ext>
              </a:extLst>
            </p:cNvPr>
            <p:cNvSpPr/>
            <p:nvPr/>
          </p:nvSpPr>
          <p:spPr>
            <a:xfrm>
              <a:off x="4137227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B687F053-E438-33D0-D5F7-90847BB4F38B}"/>
              </a:ext>
            </a:extLst>
          </p:cNvPr>
          <p:cNvGrpSpPr/>
          <p:nvPr/>
        </p:nvGrpSpPr>
        <p:grpSpPr>
          <a:xfrm>
            <a:off x="4625847" y="4128221"/>
            <a:ext cx="574182" cy="740098"/>
            <a:chOff x="4625847" y="4128221"/>
            <a:chExt cx="574182" cy="740098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D06C2C88-6757-0356-BE99-4C516DA05F5F}"/>
                </a:ext>
              </a:extLst>
            </p:cNvPr>
            <p:cNvSpPr/>
            <p:nvPr/>
          </p:nvSpPr>
          <p:spPr>
            <a:xfrm>
              <a:off x="4625847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6E8956A1-02A3-4963-4CAC-E994849A5798}"/>
                </a:ext>
              </a:extLst>
            </p:cNvPr>
            <p:cNvSpPr/>
            <p:nvPr/>
          </p:nvSpPr>
          <p:spPr>
            <a:xfrm>
              <a:off x="5199439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6EC382BB-1D0D-DBFC-066B-954288D917B5}"/>
                </a:ext>
              </a:extLst>
            </p:cNvPr>
            <p:cNvSpPr/>
            <p:nvPr/>
          </p:nvSpPr>
          <p:spPr>
            <a:xfrm>
              <a:off x="4625847" y="4128221"/>
              <a:ext cx="573591" cy="740098"/>
            </a:xfrm>
            <a:custGeom>
              <a:avLst/>
              <a:gdLst>
                <a:gd name="connsiteX0" fmla="*/ 0 w 573591"/>
                <a:gd name="connsiteY0" fmla="*/ 740099 h 740098"/>
                <a:gd name="connsiteX1" fmla="*/ 0 w 573591"/>
                <a:gd name="connsiteY1" fmla="*/ 0 h 740098"/>
                <a:gd name="connsiteX2" fmla="*/ 573592 w 573591"/>
                <a:gd name="connsiteY2" fmla="*/ 0 h 740098"/>
                <a:gd name="connsiteX3" fmla="*/ 573592 w 573591"/>
                <a:gd name="connsiteY3" fmla="*/ 740099 h 740098"/>
                <a:gd name="connsiteX4" fmla="*/ 0 w 573591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591" h="740098">
                  <a:moveTo>
                    <a:pt x="0" y="740099"/>
                  </a:moveTo>
                  <a:lnTo>
                    <a:pt x="0" y="0"/>
                  </a:lnTo>
                  <a:lnTo>
                    <a:pt x="573592" y="0"/>
                  </a:lnTo>
                  <a:lnTo>
                    <a:pt x="573592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452" name="Freeform 451">
            <a:extLst>
              <a:ext uri="{FF2B5EF4-FFF2-40B4-BE49-F238E27FC236}">
                <a16:creationId xmlns:a16="http://schemas.microsoft.com/office/drawing/2014/main" id="{AC371CB1-470C-B186-D983-075D21E9352E}"/>
              </a:ext>
            </a:extLst>
          </p:cNvPr>
          <p:cNvSpPr/>
          <p:nvPr/>
        </p:nvSpPr>
        <p:spPr>
          <a:xfrm>
            <a:off x="4339053" y="4128221"/>
            <a:ext cx="1147179" cy="740098"/>
          </a:xfrm>
          <a:custGeom>
            <a:avLst/>
            <a:gdLst>
              <a:gd name="connsiteX0" fmla="*/ 0 w 1147179"/>
              <a:gd name="connsiteY0" fmla="*/ 0 h 740098"/>
              <a:gd name="connsiteX1" fmla="*/ 1148 w 1147179"/>
              <a:gd name="connsiteY1" fmla="*/ 311 h 740098"/>
              <a:gd name="connsiteX2" fmla="*/ 2297 w 1147179"/>
              <a:gd name="connsiteY2" fmla="*/ 624 h 740098"/>
              <a:gd name="connsiteX3" fmla="*/ 3445 w 1147179"/>
              <a:gd name="connsiteY3" fmla="*/ 940 h 740098"/>
              <a:gd name="connsiteX4" fmla="*/ 4593 w 1147179"/>
              <a:gd name="connsiteY4" fmla="*/ 1258 h 740098"/>
              <a:gd name="connsiteX5" fmla="*/ 5741 w 1147179"/>
              <a:gd name="connsiteY5" fmla="*/ 1578 h 740098"/>
              <a:gd name="connsiteX6" fmla="*/ 6890 w 1147179"/>
              <a:gd name="connsiteY6" fmla="*/ 1900 h 740098"/>
              <a:gd name="connsiteX7" fmla="*/ 8038 w 1147179"/>
              <a:gd name="connsiteY7" fmla="*/ 2225 h 740098"/>
              <a:gd name="connsiteX8" fmla="*/ 9187 w 1147179"/>
              <a:gd name="connsiteY8" fmla="*/ 2553 h 740098"/>
              <a:gd name="connsiteX9" fmla="*/ 10335 w 1147179"/>
              <a:gd name="connsiteY9" fmla="*/ 2882 h 740098"/>
              <a:gd name="connsiteX10" fmla="*/ 11483 w 1147179"/>
              <a:gd name="connsiteY10" fmla="*/ 3214 h 740098"/>
              <a:gd name="connsiteX11" fmla="*/ 12631 w 1147179"/>
              <a:gd name="connsiteY11" fmla="*/ 3549 h 740098"/>
              <a:gd name="connsiteX12" fmla="*/ 13780 w 1147179"/>
              <a:gd name="connsiteY12" fmla="*/ 3886 h 740098"/>
              <a:gd name="connsiteX13" fmla="*/ 14928 w 1147179"/>
              <a:gd name="connsiteY13" fmla="*/ 4225 h 740098"/>
              <a:gd name="connsiteX14" fmla="*/ 16077 w 1147179"/>
              <a:gd name="connsiteY14" fmla="*/ 4567 h 740098"/>
              <a:gd name="connsiteX15" fmla="*/ 17225 w 1147179"/>
              <a:gd name="connsiteY15" fmla="*/ 4912 h 740098"/>
              <a:gd name="connsiteX16" fmla="*/ 18373 w 1147179"/>
              <a:gd name="connsiteY16" fmla="*/ 5259 h 740098"/>
              <a:gd name="connsiteX17" fmla="*/ 19521 w 1147179"/>
              <a:gd name="connsiteY17" fmla="*/ 5608 h 740098"/>
              <a:gd name="connsiteX18" fmla="*/ 20670 w 1147179"/>
              <a:gd name="connsiteY18" fmla="*/ 5961 h 740098"/>
              <a:gd name="connsiteX19" fmla="*/ 21818 w 1147179"/>
              <a:gd name="connsiteY19" fmla="*/ 6315 h 740098"/>
              <a:gd name="connsiteX20" fmla="*/ 22966 w 1147179"/>
              <a:gd name="connsiteY20" fmla="*/ 6673 h 740098"/>
              <a:gd name="connsiteX21" fmla="*/ 24115 w 1147179"/>
              <a:gd name="connsiteY21" fmla="*/ 7033 h 740098"/>
              <a:gd name="connsiteX22" fmla="*/ 25263 w 1147179"/>
              <a:gd name="connsiteY22" fmla="*/ 7396 h 740098"/>
              <a:gd name="connsiteX23" fmla="*/ 26412 w 1147179"/>
              <a:gd name="connsiteY23" fmla="*/ 7762 h 740098"/>
              <a:gd name="connsiteX24" fmla="*/ 27560 w 1147179"/>
              <a:gd name="connsiteY24" fmla="*/ 8130 h 740098"/>
              <a:gd name="connsiteX25" fmla="*/ 28708 w 1147179"/>
              <a:gd name="connsiteY25" fmla="*/ 8501 h 740098"/>
              <a:gd name="connsiteX26" fmla="*/ 29856 w 1147179"/>
              <a:gd name="connsiteY26" fmla="*/ 8875 h 740098"/>
              <a:gd name="connsiteX27" fmla="*/ 31005 w 1147179"/>
              <a:gd name="connsiteY27" fmla="*/ 9251 h 740098"/>
              <a:gd name="connsiteX28" fmla="*/ 32153 w 1147179"/>
              <a:gd name="connsiteY28" fmla="*/ 9631 h 740098"/>
              <a:gd name="connsiteX29" fmla="*/ 33302 w 1147179"/>
              <a:gd name="connsiteY29" fmla="*/ 10013 h 740098"/>
              <a:gd name="connsiteX30" fmla="*/ 34450 w 1147179"/>
              <a:gd name="connsiteY30" fmla="*/ 10398 h 740098"/>
              <a:gd name="connsiteX31" fmla="*/ 35598 w 1147179"/>
              <a:gd name="connsiteY31" fmla="*/ 10786 h 740098"/>
              <a:gd name="connsiteX32" fmla="*/ 36746 w 1147179"/>
              <a:gd name="connsiteY32" fmla="*/ 11178 h 740098"/>
              <a:gd name="connsiteX33" fmla="*/ 37895 w 1147179"/>
              <a:gd name="connsiteY33" fmla="*/ 11572 h 740098"/>
              <a:gd name="connsiteX34" fmla="*/ 39043 w 1147179"/>
              <a:gd name="connsiteY34" fmla="*/ 11968 h 740098"/>
              <a:gd name="connsiteX35" fmla="*/ 40192 w 1147179"/>
              <a:gd name="connsiteY35" fmla="*/ 12368 h 740098"/>
              <a:gd name="connsiteX36" fmla="*/ 41340 w 1147179"/>
              <a:gd name="connsiteY36" fmla="*/ 12772 h 740098"/>
              <a:gd name="connsiteX37" fmla="*/ 42488 w 1147179"/>
              <a:gd name="connsiteY37" fmla="*/ 13177 h 740098"/>
              <a:gd name="connsiteX38" fmla="*/ 43636 w 1147179"/>
              <a:gd name="connsiteY38" fmla="*/ 13587 h 740098"/>
              <a:gd name="connsiteX39" fmla="*/ 44784 w 1147179"/>
              <a:gd name="connsiteY39" fmla="*/ 13999 h 740098"/>
              <a:gd name="connsiteX40" fmla="*/ 45933 w 1147179"/>
              <a:gd name="connsiteY40" fmla="*/ 14414 h 740098"/>
              <a:gd name="connsiteX41" fmla="*/ 47081 w 1147179"/>
              <a:gd name="connsiteY41" fmla="*/ 14833 h 740098"/>
              <a:gd name="connsiteX42" fmla="*/ 48230 w 1147179"/>
              <a:gd name="connsiteY42" fmla="*/ 15255 h 740098"/>
              <a:gd name="connsiteX43" fmla="*/ 49378 w 1147179"/>
              <a:gd name="connsiteY43" fmla="*/ 15680 h 740098"/>
              <a:gd name="connsiteX44" fmla="*/ 50526 w 1147179"/>
              <a:gd name="connsiteY44" fmla="*/ 16108 h 740098"/>
              <a:gd name="connsiteX45" fmla="*/ 51674 w 1147179"/>
              <a:gd name="connsiteY45" fmla="*/ 16540 h 740098"/>
              <a:gd name="connsiteX46" fmla="*/ 52823 w 1147179"/>
              <a:gd name="connsiteY46" fmla="*/ 16975 h 740098"/>
              <a:gd name="connsiteX47" fmla="*/ 53971 w 1147179"/>
              <a:gd name="connsiteY47" fmla="*/ 17413 h 740098"/>
              <a:gd name="connsiteX48" fmla="*/ 55120 w 1147179"/>
              <a:gd name="connsiteY48" fmla="*/ 17855 h 740098"/>
              <a:gd name="connsiteX49" fmla="*/ 56268 w 1147179"/>
              <a:gd name="connsiteY49" fmla="*/ 18300 h 740098"/>
              <a:gd name="connsiteX50" fmla="*/ 57416 w 1147179"/>
              <a:gd name="connsiteY50" fmla="*/ 18749 h 740098"/>
              <a:gd name="connsiteX51" fmla="*/ 58564 w 1147179"/>
              <a:gd name="connsiteY51" fmla="*/ 19200 h 740098"/>
              <a:gd name="connsiteX52" fmla="*/ 59713 w 1147179"/>
              <a:gd name="connsiteY52" fmla="*/ 19656 h 740098"/>
              <a:gd name="connsiteX53" fmla="*/ 60861 w 1147179"/>
              <a:gd name="connsiteY53" fmla="*/ 20115 h 740098"/>
              <a:gd name="connsiteX54" fmla="*/ 62010 w 1147179"/>
              <a:gd name="connsiteY54" fmla="*/ 20578 h 740098"/>
              <a:gd name="connsiteX55" fmla="*/ 63158 w 1147179"/>
              <a:gd name="connsiteY55" fmla="*/ 21044 h 740098"/>
              <a:gd name="connsiteX56" fmla="*/ 64307 w 1147179"/>
              <a:gd name="connsiteY56" fmla="*/ 21514 h 740098"/>
              <a:gd name="connsiteX57" fmla="*/ 65455 w 1147179"/>
              <a:gd name="connsiteY57" fmla="*/ 21987 h 740098"/>
              <a:gd name="connsiteX58" fmla="*/ 66603 w 1147179"/>
              <a:gd name="connsiteY58" fmla="*/ 22464 h 740098"/>
              <a:gd name="connsiteX59" fmla="*/ 67751 w 1147179"/>
              <a:gd name="connsiteY59" fmla="*/ 22945 h 740098"/>
              <a:gd name="connsiteX60" fmla="*/ 68899 w 1147179"/>
              <a:gd name="connsiteY60" fmla="*/ 23430 h 740098"/>
              <a:gd name="connsiteX61" fmla="*/ 70048 w 1147179"/>
              <a:gd name="connsiteY61" fmla="*/ 23918 h 740098"/>
              <a:gd name="connsiteX62" fmla="*/ 71196 w 1147179"/>
              <a:gd name="connsiteY62" fmla="*/ 24411 h 740098"/>
              <a:gd name="connsiteX63" fmla="*/ 72345 w 1147179"/>
              <a:gd name="connsiteY63" fmla="*/ 24907 h 740098"/>
              <a:gd name="connsiteX64" fmla="*/ 73493 w 1147179"/>
              <a:gd name="connsiteY64" fmla="*/ 25407 h 740098"/>
              <a:gd name="connsiteX65" fmla="*/ 74641 w 1147179"/>
              <a:gd name="connsiteY65" fmla="*/ 25911 h 740098"/>
              <a:gd name="connsiteX66" fmla="*/ 75789 w 1147179"/>
              <a:gd name="connsiteY66" fmla="*/ 26419 h 740098"/>
              <a:gd name="connsiteX67" fmla="*/ 76938 w 1147179"/>
              <a:gd name="connsiteY67" fmla="*/ 26931 h 740098"/>
              <a:gd name="connsiteX68" fmla="*/ 78086 w 1147179"/>
              <a:gd name="connsiteY68" fmla="*/ 27447 h 740098"/>
              <a:gd name="connsiteX69" fmla="*/ 79235 w 1147179"/>
              <a:gd name="connsiteY69" fmla="*/ 27967 h 740098"/>
              <a:gd name="connsiteX70" fmla="*/ 80383 w 1147179"/>
              <a:gd name="connsiteY70" fmla="*/ 28491 h 740098"/>
              <a:gd name="connsiteX71" fmla="*/ 81531 w 1147179"/>
              <a:gd name="connsiteY71" fmla="*/ 29019 h 740098"/>
              <a:gd name="connsiteX72" fmla="*/ 82679 w 1147179"/>
              <a:gd name="connsiteY72" fmla="*/ 29552 h 740098"/>
              <a:gd name="connsiteX73" fmla="*/ 83828 w 1147179"/>
              <a:gd name="connsiteY73" fmla="*/ 30088 h 740098"/>
              <a:gd name="connsiteX74" fmla="*/ 84976 w 1147179"/>
              <a:gd name="connsiteY74" fmla="*/ 30629 h 740098"/>
              <a:gd name="connsiteX75" fmla="*/ 86125 w 1147179"/>
              <a:gd name="connsiteY75" fmla="*/ 31175 h 740098"/>
              <a:gd name="connsiteX76" fmla="*/ 87273 w 1147179"/>
              <a:gd name="connsiteY76" fmla="*/ 31724 h 740098"/>
              <a:gd name="connsiteX77" fmla="*/ 88421 w 1147179"/>
              <a:gd name="connsiteY77" fmla="*/ 32278 h 740098"/>
              <a:gd name="connsiteX78" fmla="*/ 89569 w 1147179"/>
              <a:gd name="connsiteY78" fmla="*/ 32836 h 740098"/>
              <a:gd name="connsiteX79" fmla="*/ 90718 w 1147179"/>
              <a:gd name="connsiteY79" fmla="*/ 33399 h 740098"/>
              <a:gd name="connsiteX80" fmla="*/ 91866 w 1147179"/>
              <a:gd name="connsiteY80" fmla="*/ 33967 h 740098"/>
              <a:gd name="connsiteX81" fmla="*/ 93015 w 1147179"/>
              <a:gd name="connsiteY81" fmla="*/ 34538 h 740098"/>
              <a:gd name="connsiteX82" fmla="*/ 94163 w 1147179"/>
              <a:gd name="connsiteY82" fmla="*/ 35115 h 740098"/>
              <a:gd name="connsiteX83" fmla="*/ 95311 w 1147179"/>
              <a:gd name="connsiteY83" fmla="*/ 35696 h 740098"/>
              <a:gd name="connsiteX84" fmla="*/ 96459 w 1147179"/>
              <a:gd name="connsiteY84" fmla="*/ 36282 h 740098"/>
              <a:gd name="connsiteX85" fmla="*/ 97607 w 1147179"/>
              <a:gd name="connsiteY85" fmla="*/ 36872 h 740098"/>
              <a:gd name="connsiteX86" fmla="*/ 98756 w 1147179"/>
              <a:gd name="connsiteY86" fmla="*/ 37467 h 740098"/>
              <a:gd name="connsiteX87" fmla="*/ 99904 w 1147179"/>
              <a:gd name="connsiteY87" fmla="*/ 38067 h 740098"/>
              <a:gd name="connsiteX88" fmla="*/ 101053 w 1147179"/>
              <a:gd name="connsiteY88" fmla="*/ 38672 h 740098"/>
              <a:gd name="connsiteX89" fmla="*/ 102201 w 1147179"/>
              <a:gd name="connsiteY89" fmla="*/ 39281 h 740098"/>
              <a:gd name="connsiteX90" fmla="*/ 103349 w 1147179"/>
              <a:gd name="connsiteY90" fmla="*/ 39896 h 740098"/>
              <a:gd name="connsiteX91" fmla="*/ 104498 w 1147179"/>
              <a:gd name="connsiteY91" fmla="*/ 40515 h 740098"/>
              <a:gd name="connsiteX92" fmla="*/ 105646 w 1147179"/>
              <a:gd name="connsiteY92" fmla="*/ 41140 h 740098"/>
              <a:gd name="connsiteX93" fmla="*/ 106794 w 1147179"/>
              <a:gd name="connsiteY93" fmla="*/ 41769 h 740098"/>
              <a:gd name="connsiteX94" fmla="*/ 107943 w 1147179"/>
              <a:gd name="connsiteY94" fmla="*/ 42403 h 740098"/>
              <a:gd name="connsiteX95" fmla="*/ 109091 w 1147179"/>
              <a:gd name="connsiteY95" fmla="*/ 43043 h 740098"/>
              <a:gd name="connsiteX96" fmla="*/ 110240 w 1147179"/>
              <a:gd name="connsiteY96" fmla="*/ 43688 h 740098"/>
              <a:gd name="connsiteX97" fmla="*/ 111388 w 1147179"/>
              <a:gd name="connsiteY97" fmla="*/ 44338 h 740098"/>
              <a:gd name="connsiteX98" fmla="*/ 112536 w 1147179"/>
              <a:gd name="connsiteY98" fmla="*/ 44994 h 740098"/>
              <a:gd name="connsiteX99" fmla="*/ 113684 w 1147179"/>
              <a:gd name="connsiteY99" fmla="*/ 45654 h 740098"/>
              <a:gd name="connsiteX100" fmla="*/ 114833 w 1147179"/>
              <a:gd name="connsiteY100" fmla="*/ 46320 h 740098"/>
              <a:gd name="connsiteX101" fmla="*/ 115981 w 1147179"/>
              <a:gd name="connsiteY101" fmla="*/ 46991 h 740098"/>
              <a:gd name="connsiteX102" fmla="*/ 117130 w 1147179"/>
              <a:gd name="connsiteY102" fmla="*/ 47668 h 740098"/>
              <a:gd name="connsiteX103" fmla="*/ 118278 w 1147179"/>
              <a:gd name="connsiteY103" fmla="*/ 48351 h 740098"/>
              <a:gd name="connsiteX104" fmla="*/ 119426 w 1147179"/>
              <a:gd name="connsiteY104" fmla="*/ 49039 h 740098"/>
              <a:gd name="connsiteX105" fmla="*/ 120574 w 1147179"/>
              <a:gd name="connsiteY105" fmla="*/ 49732 h 740098"/>
              <a:gd name="connsiteX106" fmla="*/ 121722 w 1147179"/>
              <a:gd name="connsiteY106" fmla="*/ 50431 h 740098"/>
              <a:gd name="connsiteX107" fmla="*/ 122871 w 1147179"/>
              <a:gd name="connsiteY107" fmla="*/ 51136 h 740098"/>
              <a:gd name="connsiteX108" fmla="*/ 124019 w 1147179"/>
              <a:gd name="connsiteY108" fmla="*/ 51847 h 740098"/>
              <a:gd name="connsiteX109" fmla="*/ 125168 w 1147179"/>
              <a:gd name="connsiteY109" fmla="*/ 52563 h 740098"/>
              <a:gd name="connsiteX110" fmla="*/ 126316 w 1147179"/>
              <a:gd name="connsiteY110" fmla="*/ 53286 h 740098"/>
              <a:gd name="connsiteX111" fmla="*/ 127464 w 1147179"/>
              <a:gd name="connsiteY111" fmla="*/ 54014 h 740098"/>
              <a:gd name="connsiteX112" fmla="*/ 128612 w 1147179"/>
              <a:gd name="connsiteY112" fmla="*/ 54748 h 740098"/>
              <a:gd name="connsiteX113" fmla="*/ 129761 w 1147179"/>
              <a:gd name="connsiteY113" fmla="*/ 55488 h 740098"/>
              <a:gd name="connsiteX114" fmla="*/ 130909 w 1147179"/>
              <a:gd name="connsiteY114" fmla="*/ 56234 h 740098"/>
              <a:gd name="connsiteX115" fmla="*/ 132058 w 1147179"/>
              <a:gd name="connsiteY115" fmla="*/ 56986 h 740098"/>
              <a:gd name="connsiteX116" fmla="*/ 133206 w 1147179"/>
              <a:gd name="connsiteY116" fmla="*/ 57745 h 740098"/>
              <a:gd name="connsiteX117" fmla="*/ 134354 w 1147179"/>
              <a:gd name="connsiteY117" fmla="*/ 58509 h 740098"/>
              <a:gd name="connsiteX118" fmla="*/ 135502 w 1147179"/>
              <a:gd name="connsiteY118" fmla="*/ 59280 h 740098"/>
              <a:gd name="connsiteX119" fmla="*/ 136651 w 1147179"/>
              <a:gd name="connsiteY119" fmla="*/ 60058 h 740098"/>
              <a:gd name="connsiteX120" fmla="*/ 137799 w 1147179"/>
              <a:gd name="connsiteY120" fmla="*/ 60841 h 740098"/>
              <a:gd name="connsiteX121" fmla="*/ 138948 w 1147179"/>
              <a:gd name="connsiteY121" fmla="*/ 61631 h 740098"/>
              <a:gd name="connsiteX122" fmla="*/ 140096 w 1147179"/>
              <a:gd name="connsiteY122" fmla="*/ 62427 h 740098"/>
              <a:gd name="connsiteX123" fmla="*/ 141244 w 1147179"/>
              <a:gd name="connsiteY123" fmla="*/ 63231 h 740098"/>
              <a:gd name="connsiteX124" fmla="*/ 142392 w 1147179"/>
              <a:gd name="connsiteY124" fmla="*/ 64040 h 740098"/>
              <a:gd name="connsiteX125" fmla="*/ 143541 w 1147179"/>
              <a:gd name="connsiteY125" fmla="*/ 64857 h 740098"/>
              <a:gd name="connsiteX126" fmla="*/ 144689 w 1147179"/>
              <a:gd name="connsiteY126" fmla="*/ 65680 h 740098"/>
              <a:gd name="connsiteX127" fmla="*/ 145837 w 1147179"/>
              <a:gd name="connsiteY127" fmla="*/ 66509 h 740098"/>
              <a:gd name="connsiteX128" fmla="*/ 146986 w 1147179"/>
              <a:gd name="connsiteY128" fmla="*/ 67346 h 740098"/>
              <a:gd name="connsiteX129" fmla="*/ 148134 w 1147179"/>
              <a:gd name="connsiteY129" fmla="*/ 68190 h 740098"/>
              <a:gd name="connsiteX130" fmla="*/ 149283 w 1147179"/>
              <a:gd name="connsiteY130" fmla="*/ 69041 h 740098"/>
              <a:gd name="connsiteX131" fmla="*/ 150431 w 1147179"/>
              <a:gd name="connsiteY131" fmla="*/ 69898 h 740098"/>
              <a:gd name="connsiteX132" fmla="*/ 151579 w 1147179"/>
              <a:gd name="connsiteY132" fmla="*/ 70763 h 740098"/>
              <a:gd name="connsiteX133" fmla="*/ 152727 w 1147179"/>
              <a:gd name="connsiteY133" fmla="*/ 71634 h 740098"/>
              <a:gd name="connsiteX134" fmla="*/ 153876 w 1147179"/>
              <a:gd name="connsiteY134" fmla="*/ 72513 h 740098"/>
              <a:gd name="connsiteX135" fmla="*/ 155024 w 1147179"/>
              <a:gd name="connsiteY135" fmla="*/ 73399 h 740098"/>
              <a:gd name="connsiteX136" fmla="*/ 156173 w 1147179"/>
              <a:gd name="connsiteY136" fmla="*/ 74292 h 740098"/>
              <a:gd name="connsiteX137" fmla="*/ 157321 w 1147179"/>
              <a:gd name="connsiteY137" fmla="*/ 75193 h 740098"/>
              <a:gd name="connsiteX138" fmla="*/ 158469 w 1147179"/>
              <a:gd name="connsiteY138" fmla="*/ 76101 h 740098"/>
              <a:gd name="connsiteX139" fmla="*/ 159617 w 1147179"/>
              <a:gd name="connsiteY139" fmla="*/ 77017 h 740098"/>
              <a:gd name="connsiteX140" fmla="*/ 160766 w 1147179"/>
              <a:gd name="connsiteY140" fmla="*/ 77940 h 740098"/>
              <a:gd name="connsiteX141" fmla="*/ 161914 w 1147179"/>
              <a:gd name="connsiteY141" fmla="*/ 78871 h 740098"/>
              <a:gd name="connsiteX142" fmla="*/ 163063 w 1147179"/>
              <a:gd name="connsiteY142" fmla="*/ 79809 h 740098"/>
              <a:gd name="connsiteX143" fmla="*/ 164211 w 1147179"/>
              <a:gd name="connsiteY143" fmla="*/ 80755 h 740098"/>
              <a:gd name="connsiteX144" fmla="*/ 165359 w 1147179"/>
              <a:gd name="connsiteY144" fmla="*/ 81709 h 740098"/>
              <a:gd name="connsiteX145" fmla="*/ 166507 w 1147179"/>
              <a:gd name="connsiteY145" fmla="*/ 82671 h 740098"/>
              <a:gd name="connsiteX146" fmla="*/ 167656 w 1147179"/>
              <a:gd name="connsiteY146" fmla="*/ 83641 h 740098"/>
              <a:gd name="connsiteX147" fmla="*/ 168804 w 1147179"/>
              <a:gd name="connsiteY147" fmla="*/ 84619 h 740098"/>
              <a:gd name="connsiteX148" fmla="*/ 169953 w 1147179"/>
              <a:gd name="connsiteY148" fmla="*/ 85604 h 740098"/>
              <a:gd name="connsiteX149" fmla="*/ 171101 w 1147179"/>
              <a:gd name="connsiteY149" fmla="*/ 86598 h 740098"/>
              <a:gd name="connsiteX150" fmla="*/ 172249 w 1147179"/>
              <a:gd name="connsiteY150" fmla="*/ 87601 h 740098"/>
              <a:gd name="connsiteX151" fmla="*/ 173397 w 1147179"/>
              <a:gd name="connsiteY151" fmla="*/ 88611 h 740098"/>
              <a:gd name="connsiteX152" fmla="*/ 174545 w 1147179"/>
              <a:gd name="connsiteY152" fmla="*/ 89630 h 740098"/>
              <a:gd name="connsiteX153" fmla="*/ 175694 w 1147179"/>
              <a:gd name="connsiteY153" fmla="*/ 90657 h 740098"/>
              <a:gd name="connsiteX154" fmla="*/ 176842 w 1147179"/>
              <a:gd name="connsiteY154" fmla="*/ 91693 h 740098"/>
              <a:gd name="connsiteX155" fmla="*/ 177991 w 1147179"/>
              <a:gd name="connsiteY155" fmla="*/ 92737 h 740098"/>
              <a:gd name="connsiteX156" fmla="*/ 179139 w 1147179"/>
              <a:gd name="connsiteY156" fmla="*/ 93789 h 740098"/>
              <a:gd name="connsiteX157" fmla="*/ 180287 w 1147179"/>
              <a:gd name="connsiteY157" fmla="*/ 94850 h 740098"/>
              <a:gd name="connsiteX158" fmla="*/ 181435 w 1147179"/>
              <a:gd name="connsiteY158" fmla="*/ 95920 h 740098"/>
              <a:gd name="connsiteX159" fmla="*/ 182584 w 1147179"/>
              <a:gd name="connsiteY159" fmla="*/ 96999 h 740098"/>
              <a:gd name="connsiteX160" fmla="*/ 183732 w 1147179"/>
              <a:gd name="connsiteY160" fmla="*/ 98087 h 740098"/>
              <a:gd name="connsiteX161" fmla="*/ 184881 w 1147179"/>
              <a:gd name="connsiteY161" fmla="*/ 99183 h 740098"/>
              <a:gd name="connsiteX162" fmla="*/ 186029 w 1147179"/>
              <a:gd name="connsiteY162" fmla="*/ 100289 h 740098"/>
              <a:gd name="connsiteX163" fmla="*/ 187177 w 1147179"/>
              <a:gd name="connsiteY163" fmla="*/ 101403 h 740098"/>
              <a:gd name="connsiteX164" fmla="*/ 188326 w 1147179"/>
              <a:gd name="connsiteY164" fmla="*/ 102527 h 740098"/>
              <a:gd name="connsiteX165" fmla="*/ 189474 w 1147179"/>
              <a:gd name="connsiteY165" fmla="*/ 103660 h 740098"/>
              <a:gd name="connsiteX166" fmla="*/ 190622 w 1147179"/>
              <a:gd name="connsiteY166" fmla="*/ 104802 h 740098"/>
              <a:gd name="connsiteX167" fmla="*/ 191771 w 1147179"/>
              <a:gd name="connsiteY167" fmla="*/ 105953 h 740098"/>
              <a:gd name="connsiteX168" fmla="*/ 192919 w 1147179"/>
              <a:gd name="connsiteY168" fmla="*/ 107114 h 740098"/>
              <a:gd name="connsiteX169" fmla="*/ 194068 w 1147179"/>
              <a:gd name="connsiteY169" fmla="*/ 108285 h 740098"/>
              <a:gd name="connsiteX170" fmla="*/ 195216 w 1147179"/>
              <a:gd name="connsiteY170" fmla="*/ 109465 h 740098"/>
              <a:gd name="connsiteX171" fmla="*/ 196364 w 1147179"/>
              <a:gd name="connsiteY171" fmla="*/ 110654 h 740098"/>
              <a:gd name="connsiteX172" fmla="*/ 197512 w 1147179"/>
              <a:gd name="connsiteY172" fmla="*/ 111854 h 740098"/>
              <a:gd name="connsiteX173" fmla="*/ 198660 w 1147179"/>
              <a:gd name="connsiteY173" fmla="*/ 113062 h 740098"/>
              <a:gd name="connsiteX174" fmla="*/ 199809 w 1147179"/>
              <a:gd name="connsiteY174" fmla="*/ 114281 h 740098"/>
              <a:gd name="connsiteX175" fmla="*/ 200957 w 1147179"/>
              <a:gd name="connsiteY175" fmla="*/ 115510 h 740098"/>
              <a:gd name="connsiteX176" fmla="*/ 202106 w 1147179"/>
              <a:gd name="connsiteY176" fmla="*/ 116748 h 740098"/>
              <a:gd name="connsiteX177" fmla="*/ 203254 w 1147179"/>
              <a:gd name="connsiteY177" fmla="*/ 117997 h 740098"/>
              <a:gd name="connsiteX178" fmla="*/ 204402 w 1147179"/>
              <a:gd name="connsiteY178" fmla="*/ 119256 h 740098"/>
              <a:gd name="connsiteX179" fmla="*/ 205550 w 1147179"/>
              <a:gd name="connsiteY179" fmla="*/ 120525 h 740098"/>
              <a:gd name="connsiteX180" fmla="*/ 206699 w 1147179"/>
              <a:gd name="connsiteY180" fmla="*/ 121804 h 740098"/>
              <a:gd name="connsiteX181" fmla="*/ 207847 w 1147179"/>
              <a:gd name="connsiteY181" fmla="*/ 123093 h 740098"/>
              <a:gd name="connsiteX182" fmla="*/ 208996 w 1147179"/>
              <a:gd name="connsiteY182" fmla="*/ 124393 h 740098"/>
              <a:gd name="connsiteX183" fmla="*/ 210144 w 1147179"/>
              <a:gd name="connsiteY183" fmla="*/ 125703 h 740098"/>
              <a:gd name="connsiteX184" fmla="*/ 211292 w 1147179"/>
              <a:gd name="connsiteY184" fmla="*/ 127024 h 740098"/>
              <a:gd name="connsiteX185" fmla="*/ 212440 w 1147179"/>
              <a:gd name="connsiteY185" fmla="*/ 128356 h 740098"/>
              <a:gd name="connsiteX186" fmla="*/ 213589 w 1147179"/>
              <a:gd name="connsiteY186" fmla="*/ 129697 h 740098"/>
              <a:gd name="connsiteX187" fmla="*/ 214737 w 1147179"/>
              <a:gd name="connsiteY187" fmla="*/ 131050 h 740098"/>
              <a:gd name="connsiteX188" fmla="*/ 215886 w 1147179"/>
              <a:gd name="connsiteY188" fmla="*/ 132414 h 740098"/>
              <a:gd name="connsiteX189" fmla="*/ 217034 w 1147179"/>
              <a:gd name="connsiteY189" fmla="*/ 133788 h 740098"/>
              <a:gd name="connsiteX190" fmla="*/ 218182 w 1147179"/>
              <a:gd name="connsiteY190" fmla="*/ 135174 h 740098"/>
              <a:gd name="connsiteX191" fmla="*/ 219330 w 1147179"/>
              <a:gd name="connsiteY191" fmla="*/ 136570 h 740098"/>
              <a:gd name="connsiteX192" fmla="*/ 220479 w 1147179"/>
              <a:gd name="connsiteY192" fmla="*/ 137978 h 740098"/>
              <a:gd name="connsiteX193" fmla="*/ 221627 w 1147179"/>
              <a:gd name="connsiteY193" fmla="*/ 139396 h 740098"/>
              <a:gd name="connsiteX194" fmla="*/ 222775 w 1147179"/>
              <a:gd name="connsiteY194" fmla="*/ 140826 h 740098"/>
              <a:gd name="connsiteX195" fmla="*/ 223924 w 1147179"/>
              <a:gd name="connsiteY195" fmla="*/ 142267 h 740098"/>
              <a:gd name="connsiteX196" fmla="*/ 225072 w 1147179"/>
              <a:gd name="connsiteY196" fmla="*/ 143719 h 740098"/>
              <a:gd name="connsiteX197" fmla="*/ 226220 w 1147179"/>
              <a:gd name="connsiteY197" fmla="*/ 145183 h 740098"/>
              <a:gd name="connsiteX198" fmla="*/ 227369 w 1147179"/>
              <a:gd name="connsiteY198" fmla="*/ 146658 h 740098"/>
              <a:gd name="connsiteX199" fmla="*/ 228517 w 1147179"/>
              <a:gd name="connsiteY199" fmla="*/ 148145 h 740098"/>
              <a:gd name="connsiteX200" fmla="*/ 229665 w 1147179"/>
              <a:gd name="connsiteY200" fmla="*/ 149643 h 740098"/>
              <a:gd name="connsiteX201" fmla="*/ 230814 w 1147179"/>
              <a:gd name="connsiteY201" fmla="*/ 151154 h 740098"/>
              <a:gd name="connsiteX202" fmla="*/ 231962 w 1147179"/>
              <a:gd name="connsiteY202" fmla="*/ 152676 h 740098"/>
              <a:gd name="connsiteX203" fmla="*/ 233111 w 1147179"/>
              <a:gd name="connsiteY203" fmla="*/ 154210 h 740098"/>
              <a:gd name="connsiteX204" fmla="*/ 234259 w 1147179"/>
              <a:gd name="connsiteY204" fmla="*/ 155755 h 740098"/>
              <a:gd name="connsiteX205" fmla="*/ 235407 w 1147179"/>
              <a:gd name="connsiteY205" fmla="*/ 157312 h 740098"/>
              <a:gd name="connsiteX206" fmla="*/ 236555 w 1147179"/>
              <a:gd name="connsiteY206" fmla="*/ 158882 h 740098"/>
              <a:gd name="connsiteX207" fmla="*/ 237704 w 1147179"/>
              <a:gd name="connsiteY207" fmla="*/ 160464 h 740098"/>
              <a:gd name="connsiteX208" fmla="*/ 238852 w 1147179"/>
              <a:gd name="connsiteY208" fmla="*/ 162057 h 740098"/>
              <a:gd name="connsiteX209" fmla="*/ 240001 w 1147179"/>
              <a:gd name="connsiteY209" fmla="*/ 163663 h 740098"/>
              <a:gd name="connsiteX210" fmla="*/ 241149 w 1147179"/>
              <a:gd name="connsiteY210" fmla="*/ 165281 h 740098"/>
              <a:gd name="connsiteX211" fmla="*/ 242297 w 1147179"/>
              <a:gd name="connsiteY211" fmla="*/ 166911 h 740098"/>
              <a:gd name="connsiteX212" fmla="*/ 243445 w 1147179"/>
              <a:gd name="connsiteY212" fmla="*/ 168554 h 740098"/>
              <a:gd name="connsiteX213" fmla="*/ 244594 w 1147179"/>
              <a:gd name="connsiteY213" fmla="*/ 170209 h 740098"/>
              <a:gd name="connsiteX214" fmla="*/ 245742 w 1147179"/>
              <a:gd name="connsiteY214" fmla="*/ 171877 h 740098"/>
              <a:gd name="connsiteX215" fmla="*/ 246891 w 1147179"/>
              <a:gd name="connsiteY215" fmla="*/ 173557 h 740098"/>
              <a:gd name="connsiteX216" fmla="*/ 248039 w 1147179"/>
              <a:gd name="connsiteY216" fmla="*/ 175249 h 740098"/>
              <a:gd name="connsiteX217" fmla="*/ 249187 w 1147179"/>
              <a:gd name="connsiteY217" fmla="*/ 176955 h 740098"/>
              <a:gd name="connsiteX218" fmla="*/ 250335 w 1147179"/>
              <a:gd name="connsiteY218" fmla="*/ 178673 h 740098"/>
              <a:gd name="connsiteX219" fmla="*/ 251483 w 1147179"/>
              <a:gd name="connsiteY219" fmla="*/ 180404 h 740098"/>
              <a:gd name="connsiteX220" fmla="*/ 252632 w 1147179"/>
              <a:gd name="connsiteY220" fmla="*/ 182147 h 740098"/>
              <a:gd name="connsiteX221" fmla="*/ 253780 w 1147179"/>
              <a:gd name="connsiteY221" fmla="*/ 183903 h 740098"/>
              <a:gd name="connsiteX222" fmla="*/ 254929 w 1147179"/>
              <a:gd name="connsiteY222" fmla="*/ 185673 h 740098"/>
              <a:gd name="connsiteX223" fmla="*/ 256077 w 1147179"/>
              <a:gd name="connsiteY223" fmla="*/ 187455 h 740098"/>
              <a:gd name="connsiteX224" fmla="*/ 257225 w 1147179"/>
              <a:gd name="connsiteY224" fmla="*/ 189250 h 740098"/>
              <a:gd name="connsiteX225" fmla="*/ 258373 w 1147179"/>
              <a:gd name="connsiteY225" fmla="*/ 191058 h 740098"/>
              <a:gd name="connsiteX226" fmla="*/ 259522 w 1147179"/>
              <a:gd name="connsiteY226" fmla="*/ 192879 h 740098"/>
              <a:gd name="connsiteX227" fmla="*/ 260670 w 1147179"/>
              <a:gd name="connsiteY227" fmla="*/ 194714 h 740098"/>
              <a:gd name="connsiteX228" fmla="*/ 261819 w 1147179"/>
              <a:gd name="connsiteY228" fmla="*/ 196561 h 740098"/>
              <a:gd name="connsiteX229" fmla="*/ 262967 w 1147179"/>
              <a:gd name="connsiteY229" fmla="*/ 198422 h 740098"/>
              <a:gd name="connsiteX230" fmla="*/ 264115 w 1147179"/>
              <a:gd name="connsiteY230" fmla="*/ 200296 h 740098"/>
              <a:gd name="connsiteX231" fmla="*/ 265263 w 1147179"/>
              <a:gd name="connsiteY231" fmla="*/ 202183 h 740098"/>
              <a:gd name="connsiteX232" fmla="*/ 266412 w 1147179"/>
              <a:gd name="connsiteY232" fmla="*/ 204083 h 740098"/>
              <a:gd name="connsiteX233" fmla="*/ 267560 w 1147179"/>
              <a:gd name="connsiteY233" fmla="*/ 205997 h 740098"/>
              <a:gd name="connsiteX234" fmla="*/ 268709 w 1147179"/>
              <a:gd name="connsiteY234" fmla="*/ 207924 h 740098"/>
              <a:gd name="connsiteX235" fmla="*/ 269857 w 1147179"/>
              <a:gd name="connsiteY235" fmla="*/ 209865 h 740098"/>
              <a:gd name="connsiteX236" fmla="*/ 271005 w 1147179"/>
              <a:gd name="connsiteY236" fmla="*/ 211819 h 740098"/>
              <a:gd name="connsiteX237" fmla="*/ 272154 w 1147179"/>
              <a:gd name="connsiteY237" fmla="*/ 213786 h 740098"/>
              <a:gd name="connsiteX238" fmla="*/ 273302 w 1147179"/>
              <a:gd name="connsiteY238" fmla="*/ 215768 h 740098"/>
              <a:gd name="connsiteX239" fmla="*/ 274450 w 1147179"/>
              <a:gd name="connsiteY239" fmla="*/ 217762 h 740098"/>
              <a:gd name="connsiteX240" fmla="*/ 275598 w 1147179"/>
              <a:gd name="connsiteY240" fmla="*/ 219770 h 740098"/>
              <a:gd name="connsiteX241" fmla="*/ 276747 w 1147179"/>
              <a:gd name="connsiteY241" fmla="*/ 221791 h 740098"/>
              <a:gd name="connsiteX242" fmla="*/ 277895 w 1147179"/>
              <a:gd name="connsiteY242" fmla="*/ 223826 h 740098"/>
              <a:gd name="connsiteX243" fmla="*/ 279044 w 1147179"/>
              <a:gd name="connsiteY243" fmla="*/ 225874 h 740098"/>
              <a:gd name="connsiteX244" fmla="*/ 280192 w 1147179"/>
              <a:gd name="connsiteY244" fmla="*/ 227937 h 740098"/>
              <a:gd name="connsiteX245" fmla="*/ 281340 w 1147179"/>
              <a:gd name="connsiteY245" fmla="*/ 230012 h 740098"/>
              <a:gd name="connsiteX246" fmla="*/ 282488 w 1147179"/>
              <a:gd name="connsiteY246" fmla="*/ 232101 h 740098"/>
              <a:gd name="connsiteX247" fmla="*/ 283637 w 1147179"/>
              <a:gd name="connsiteY247" fmla="*/ 234204 h 740098"/>
              <a:gd name="connsiteX248" fmla="*/ 284785 w 1147179"/>
              <a:gd name="connsiteY248" fmla="*/ 236320 h 740098"/>
              <a:gd name="connsiteX249" fmla="*/ 285934 w 1147179"/>
              <a:gd name="connsiteY249" fmla="*/ 238450 h 740098"/>
              <a:gd name="connsiteX250" fmla="*/ 287082 w 1147179"/>
              <a:gd name="connsiteY250" fmla="*/ 240594 h 740098"/>
              <a:gd name="connsiteX251" fmla="*/ 288230 w 1147179"/>
              <a:gd name="connsiteY251" fmla="*/ 242751 h 740098"/>
              <a:gd name="connsiteX252" fmla="*/ 289378 w 1147179"/>
              <a:gd name="connsiteY252" fmla="*/ 244921 h 740098"/>
              <a:gd name="connsiteX253" fmla="*/ 290527 w 1147179"/>
              <a:gd name="connsiteY253" fmla="*/ 247106 h 740098"/>
              <a:gd name="connsiteX254" fmla="*/ 291675 w 1147179"/>
              <a:gd name="connsiteY254" fmla="*/ 249303 h 740098"/>
              <a:gd name="connsiteX255" fmla="*/ 292824 w 1147179"/>
              <a:gd name="connsiteY255" fmla="*/ 251515 h 740098"/>
              <a:gd name="connsiteX256" fmla="*/ 293972 w 1147179"/>
              <a:gd name="connsiteY256" fmla="*/ 253739 h 740098"/>
              <a:gd name="connsiteX257" fmla="*/ 295120 w 1147179"/>
              <a:gd name="connsiteY257" fmla="*/ 255978 h 740098"/>
              <a:gd name="connsiteX258" fmla="*/ 296268 w 1147179"/>
              <a:gd name="connsiteY258" fmla="*/ 258229 h 740098"/>
              <a:gd name="connsiteX259" fmla="*/ 297417 w 1147179"/>
              <a:gd name="connsiteY259" fmla="*/ 260494 h 740098"/>
              <a:gd name="connsiteX260" fmla="*/ 298565 w 1147179"/>
              <a:gd name="connsiteY260" fmla="*/ 262773 h 740098"/>
              <a:gd name="connsiteX261" fmla="*/ 299713 w 1147179"/>
              <a:gd name="connsiteY261" fmla="*/ 265065 h 740098"/>
              <a:gd name="connsiteX262" fmla="*/ 300862 w 1147179"/>
              <a:gd name="connsiteY262" fmla="*/ 267370 h 740098"/>
              <a:gd name="connsiteX263" fmla="*/ 302010 w 1147179"/>
              <a:gd name="connsiteY263" fmla="*/ 269689 h 740098"/>
              <a:gd name="connsiteX264" fmla="*/ 303158 w 1147179"/>
              <a:gd name="connsiteY264" fmla="*/ 272020 h 740098"/>
              <a:gd name="connsiteX265" fmla="*/ 304306 w 1147179"/>
              <a:gd name="connsiteY265" fmla="*/ 274365 h 740098"/>
              <a:gd name="connsiteX266" fmla="*/ 305455 w 1147179"/>
              <a:gd name="connsiteY266" fmla="*/ 276723 h 740098"/>
              <a:gd name="connsiteX267" fmla="*/ 306603 w 1147179"/>
              <a:gd name="connsiteY267" fmla="*/ 279094 h 740098"/>
              <a:gd name="connsiteX268" fmla="*/ 307752 w 1147179"/>
              <a:gd name="connsiteY268" fmla="*/ 281479 h 740098"/>
              <a:gd name="connsiteX269" fmla="*/ 308900 w 1147179"/>
              <a:gd name="connsiteY269" fmla="*/ 283876 h 740098"/>
              <a:gd name="connsiteX270" fmla="*/ 310048 w 1147179"/>
              <a:gd name="connsiteY270" fmla="*/ 286286 h 740098"/>
              <a:gd name="connsiteX271" fmla="*/ 311197 w 1147179"/>
              <a:gd name="connsiteY271" fmla="*/ 288709 h 740098"/>
              <a:gd name="connsiteX272" fmla="*/ 312345 w 1147179"/>
              <a:gd name="connsiteY272" fmla="*/ 291145 h 740098"/>
              <a:gd name="connsiteX273" fmla="*/ 313493 w 1147179"/>
              <a:gd name="connsiteY273" fmla="*/ 293593 h 740098"/>
              <a:gd name="connsiteX274" fmla="*/ 314642 w 1147179"/>
              <a:gd name="connsiteY274" fmla="*/ 296054 h 740098"/>
              <a:gd name="connsiteX275" fmla="*/ 315790 w 1147179"/>
              <a:gd name="connsiteY275" fmla="*/ 298528 h 740098"/>
              <a:gd name="connsiteX276" fmla="*/ 316938 w 1147179"/>
              <a:gd name="connsiteY276" fmla="*/ 301014 h 740098"/>
              <a:gd name="connsiteX277" fmla="*/ 318087 w 1147179"/>
              <a:gd name="connsiteY277" fmla="*/ 303512 h 740098"/>
              <a:gd name="connsiteX278" fmla="*/ 319235 w 1147179"/>
              <a:gd name="connsiteY278" fmla="*/ 306023 h 740098"/>
              <a:gd name="connsiteX279" fmla="*/ 320383 w 1147179"/>
              <a:gd name="connsiteY279" fmla="*/ 308545 h 740098"/>
              <a:gd name="connsiteX280" fmla="*/ 321532 w 1147179"/>
              <a:gd name="connsiteY280" fmla="*/ 311080 h 740098"/>
              <a:gd name="connsiteX281" fmla="*/ 322680 w 1147179"/>
              <a:gd name="connsiteY281" fmla="*/ 313627 h 740098"/>
              <a:gd name="connsiteX282" fmla="*/ 323829 w 1147179"/>
              <a:gd name="connsiteY282" fmla="*/ 316185 h 740098"/>
              <a:gd name="connsiteX283" fmla="*/ 324977 w 1147179"/>
              <a:gd name="connsiteY283" fmla="*/ 318756 h 740098"/>
              <a:gd name="connsiteX284" fmla="*/ 326125 w 1147179"/>
              <a:gd name="connsiteY284" fmla="*/ 321338 h 740098"/>
              <a:gd name="connsiteX285" fmla="*/ 327273 w 1147179"/>
              <a:gd name="connsiteY285" fmla="*/ 323931 h 740098"/>
              <a:gd name="connsiteX286" fmla="*/ 328421 w 1147179"/>
              <a:gd name="connsiteY286" fmla="*/ 326536 h 740098"/>
              <a:gd name="connsiteX287" fmla="*/ 329570 w 1147179"/>
              <a:gd name="connsiteY287" fmla="*/ 329151 h 740098"/>
              <a:gd name="connsiteX288" fmla="*/ 330718 w 1147179"/>
              <a:gd name="connsiteY288" fmla="*/ 331778 h 740098"/>
              <a:gd name="connsiteX289" fmla="*/ 331867 w 1147179"/>
              <a:gd name="connsiteY289" fmla="*/ 334416 h 740098"/>
              <a:gd name="connsiteX290" fmla="*/ 333015 w 1147179"/>
              <a:gd name="connsiteY290" fmla="*/ 337065 h 740098"/>
              <a:gd name="connsiteX291" fmla="*/ 334163 w 1147179"/>
              <a:gd name="connsiteY291" fmla="*/ 339725 h 740098"/>
              <a:gd name="connsiteX292" fmla="*/ 335311 w 1147179"/>
              <a:gd name="connsiteY292" fmla="*/ 342394 h 740098"/>
              <a:gd name="connsiteX293" fmla="*/ 336460 w 1147179"/>
              <a:gd name="connsiteY293" fmla="*/ 345074 h 740098"/>
              <a:gd name="connsiteX294" fmla="*/ 337608 w 1147179"/>
              <a:gd name="connsiteY294" fmla="*/ 347764 h 740098"/>
              <a:gd name="connsiteX295" fmla="*/ 338757 w 1147179"/>
              <a:gd name="connsiteY295" fmla="*/ 350465 h 740098"/>
              <a:gd name="connsiteX296" fmla="*/ 339905 w 1147179"/>
              <a:gd name="connsiteY296" fmla="*/ 353175 h 740098"/>
              <a:gd name="connsiteX297" fmla="*/ 341053 w 1147179"/>
              <a:gd name="connsiteY297" fmla="*/ 355895 h 740098"/>
              <a:gd name="connsiteX298" fmla="*/ 342201 w 1147179"/>
              <a:gd name="connsiteY298" fmla="*/ 358624 h 740098"/>
              <a:gd name="connsiteX299" fmla="*/ 343350 w 1147179"/>
              <a:gd name="connsiteY299" fmla="*/ 361363 h 740098"/>
              <a:gd name="connsiteX300" fmla="*/ 344498 w 1147179"/>
              <a:gd name="connsiteY300" fmla="*/ 364111 h 740098"/>
              <a:gd name="connsiteX301" fmla="*/ 345647 w 1147179"/>
              <a:gd name="connsiteY301" fmla="*/ 366867 h 740098"/>
              <a:gd name="connsiteX302" fmla="*/ 346795 w 1147179"/>
              <a:gd name="connsiteY302" fmla="*/ 369632 h 740098"/>
              <a:gd name="connsiteX303" fmla="*/ 347943 w 1147179"/>
              <a:gd name="connsiteY303" fmla="*/ 372406 h 740098"/>
              <a:gd name="connsiteX304" fmla="*/ 349091 w 1147179"/>
              <a:gd name="connsiteY304" fmla="*/ 375188 h 740098"/>
              <a:gd name="connsiteX305" fmla="*/ 350240 w 1147179"/>
              <a:gd name="connsiteY305" fmla="*/ 377978 h 740098"/>
              <a:gd name="connsiteX306" fmla="*/ 351388 w 1147179"/>
              <a:gd name="connsiteY306" fmla="*/ 380775 h 740098"/>
              <a:gd name="connsiteX307" fmla="*/ 352536 w 1147179"/>
              <a:gd name="connsiteY307" fmla="*/ 383581 h 740098"/>
              <a:gd name="connsiteX308" fmla="*/ 353685 w 1147179"/>
              <a:gd name="connsiteY308" fmla="*/ 386394 h 740098"/>
              <a:gd name="connsiteX309" fmla="*/ 354833 w 1147179"/>
              <a:gd name="connsiteY309" fmla="*/ 389215 h 740098"/>
              <a:gd name="connsiteX310" fmla="*/ 355981 w 1147179"/>
              <a:gd name="connsiteY310" fmla="*/ 392042 h 740098"/>
              <a:gd name="connsiteX311" fmla="*/ 357130 w 1147179"/>
              <a:gd name="connsiteY311" fmla="*/ 394875 h 740098"/>
              <a:gd name="connsiteX312" fmla="*/ 358278 w 1147179"/>
              <a:gd name="connsiteY312" fmla="*/ 397715 h 740098"/>
              <a:gd name="connsiteX313" fmla="*/ 359426 w 1147179"/>
              <a:gd name="connsiteY313" fmla="*/ 400562 h 740098"/>
              <a:gd name="connsiteX314" fmla="*/ 360575 w 1147179"/>
              <a:gd name="connsiteY314" fmla="*/ 403414 h 740098"/>
              <a:gd name="connsiteX315" fmla="*/ 361723 w 1147179"/>
              <a:gd name="connsiteY315" fmla="*/ 406272 h 740098"/>
              <a:gd name="connsiteX316" fmla="*/ 362872 w 1147179"/>
              <a:gd name="connsiteY316" fmla="*/ 409135 h 740098"/>
              <a:gd name="connsiteX317" fmla="*/ 364020 w 1147179"/>
              <a:gd name="connsiteY317" fmla="*/ 412004 h 740098"/>
              <a:gd name="connsiteX318" fmla="*/ 365168 w 1147179"/>
              <a:gd name="connsiteY318" fmla="*/ 414877 h 740098"/>
              <a:gd name="connsiteX319" fmla="*/ 366316 w 1147179"/>
              <a:gd name="connsiteY319" fmla="*/ 417755 h 740098"/>
              <a:gd name="connsiteX320" fmla="*/ 367465 w 1147179"/>
              <a:gd name="connsiteY320" fmla="*/ 420638 h 740098"/>
              <a:gd name="connsiteX321" fmla="*/ 368613 w 1147179"/>
              <a:gd name="connsiteY321" fmla="*/ 423524 h 740098"/>
              <a:gd name="connsiteX322" fmla="*/ 369762 w 1147179"/>
              <a:gd name="connsiteY322" fmla="*/ 426414 h 740098"/>
              <a:gd name="connsiteX323" fmla="*/ 370910 w 1147179"/>
              <a:gd name="connsiteY323" fmla="*/ 429308 h 740098"/>
              <a:gd name="connsiteX324" fmla="*/ 372058 w 1147179"/>
              <a:gd name="connsiteY324" fmla="*/ 432205 h 740098"/>
              <a:gd name="connsiteX325" fmla="*/ 373206 w 1147179"/>
              <a:gd name="connsiteY325" fmla="*/ 435104 h 740098"/>
              <a:gd name="connsiteX326" fmla="*/ 374355 w 1147179"/>
              <a:gd name="connsiteY326" fmla="*/ 438007 h 740098"/>
              <a:gd name="connsiteX327" fmla="*/ 375503 w 1147179"/>
              <a:gd name="connsiteY327" fmla="*/ 440911 h 740098"/>
              <a:gd name="connsiteX328" fmla="*/ 376651 w 1147179"/>
              <a:gd name="connsiteY328" fmla="*/ 443818 h 740098"/>
              <a:gd name="connsiteX329" fmla="*/ 377800 w 1147179"/>
              <a:gd name="connsiteY329" fmla="*/ 446727 h 740098"/>
              <a:gd name="connsiteX330" fmla="*/ 378948 w 1147179"/>
              <a:gd name="connsiteY330" fmla="*/ 449636 h 740098"/>
              <a:gd name="connsiteX331" fmla="*/ 380096 w 1147179"/>
              <a:gd name="connsiteY331" fmla="*/ 452547 h 740098"/>
              <a:gd name="connsiteX332" fmla="*/ 381244 w 1147179"/>
              <a:gd name="connsiteY332" fmla="*/ 455458 h 740098"/>
              <a:gd name="connsiteX333" fmla="*/ 382393 w 1147179"/>
              <a:gd name="connsiteY333" fmla="*/ 458370 h 740098"/>
              <a:gd name="connsiteX334" fmla="*/ 383540 w 1147179"/>
              <a:gd name="connsiteY334" fmla="*/ 461281 h 740098"/>
              <a:gd name="connsiteX335" fmla="*/ 384691 w 1147179"/>
              <a:gd name="connsiteY335" fmla="*/ 464192 h 740098"/>
              <a:gd name="connsiteX336" fmla="*/ 385837 w 1147179"/>
              <a:gd name="connsiteY336" fmla="*/ 467103 h 740098"/>
              <a:gd name="connsiteX337" fmla="*/ 386989 w 1147179"/>
              <a:gd name="connsiteY337" fmla="*/ 470013 h 740098"/>
              <a:gd name="connsiteX338" fmla="*/ 388134 w 1147179"/>
              <a:gd name="connsiteY338" fmla="*/ 472922 h 740098"/>
              <a:gd name="connsiteX339" fmla="*/ 389280 w 1147179"/>
              <a:gd name="connsiteY339" fmla="*/ 475829 h 740098"/>
              <a:gd name="connsiteX340" fmla="*/ 390432 w 1147179"/>
              <a:gd name="connsiteY340" fmla="*/ 478734 h 740098"/>
              <a:gd name="connsiteX341" fmla="*/ 391577 w 1147179"/>
              <a:gd name="connsiteY341" fmla="*/ 481636 h 740098"/>
              <a:gd name="connsiteX342" fmla="*/ 392729 w 1147179"/>
              <a:gd name="connsiteY342" fmla="*/ 484536 h 740098"/>
              <a:gd name="connsiteX343" fmla="*/ 393875 w 1147179"/>
              <a:gd name="connsiteY343" fmla="*/ 487433 h 740098"/>
              <a:gd name="connsiteX344" fmla="*/ 395026 w 1147179"/>
              <a:gd name="connsiteY344" fmla="*/ 490326 h 740098"/>
              <a:gd name="connsiteX345" fmla="*/ 396172 w 1147179"/>
              <a:gd name="connsiteY345" fmla="*/ 493217 h 740098"/>
              <a:gd name="connsiteX346" fmla="*/ 397324 w 1147179"/>
              <a:gd name="connsiteY346" fmla="*/ 496102 h 740098"/>
              <a:gd name="connsiteX347" fmla="*/ 398469 w 1147179"/>
              <a:gd name="connsiteY347" fmla="*/ 498983 h 740098"/>
              <a:gd name="connsiteX348" fmla="*/ 399621 w 1147179"/>
              <a:gd name="connsiteY348" fmla="*/ 501860 h 740098"/>
              <a:gd name="connsiteX349" fmla="*/ 400766 w 1147179"/>
              <a:gd name="connsiteY349" fmla="*/ 504732 h 740098"/>
              <a:gd name="connsiteX350" fmla="*/ 401912 w 1147179"/>
              <a:gd name="connsiteY350" fmla="*/ 507597 h 740098"/>
              <a:gd name="connsiteX351" fmla="*/ 403064 w 1147179"/>
              <a:gd name="connsiteY351" fmla="*/ 510457 h 740098"/>
              <a:gd name="connsiteX352" fmla="*/ 404209 w 1147179"/>
              <a:gd name="connsiteY352" fmla="*/ 513312 h 740098"/>
              <a:gd name="connsiteX353" fmla="*/ 405361 w 1147179"/>
              <a:gd name="connsiteY353" fmla="*/ 516159 h 740098"/>
              <a:gd name="connsiteX354" fmla="*/ 406507 w 1147179"/>
              <a:gd name="connsiteY354" fmla="*/ 518999 h 740098"/>
              <a:gd name="connsiteX355" fmla="*/ 407658 w 1147179"/>
              <a:gd name="connsiteY355" fmla="*/ 521832 h 740098"/>
              <a:gd name="connsiteX356" fmla="*/ 408804 w 1147179"/>
              <a:gd name="connsiteY356" fmla="*/ 524657 h 740098"/>
              <a:gd name="connsiteX357" fmla="*/ 409956 w 1147179"/>
              <a:gd name="connsiteY357" fmla="*/ 527475 h 740098"/>
              <a:gd name="connsiteX358" fmla="*/ 411101 w 1147179"/>
              <a:gd name="connsiteY358" fmla="*/ 530284 h 740098"/>
              <a:gd name="connsiteX359" fmla="*/ 412247 w 1147179"/>
              <a:gd name="connsiteY359" fmla="*/ 533085 h 740098"/>
              <a:gd name="connsiteX360" fmla="*/ 413399 w 1147179"/>
              <a:gd name="connsiteY360" fmla="*/ 535876 h 740098"/>
              <a:gd name="connsiteX361" fmla="*/ 414544 w 1147179"/>
              <a:gd name="connsiteY361" fmla="*/ 538658 h 740098"/>
              <a:gd name="connsiteX362" fmla="*/ 415696 w 1147179"/>
              <a:gd name="connsiteY362" fmla="*/ 541429 h 740098"/>
              <a:gd name="connsiteX363" fmla="*/ 416842 w 1147179"/>
              <a:gd name="connsiteY363" fmla="*/ 544193 h 740098"/>
              <a:gd name="connsiteX364" fmla="*/ 417993 w 1147179"/>
              <a:gd name="connsiteY364" fmla="*/ 546945 h 740098"/>
              <a:gd name="connsiteX365" fmla="*/ 419139 w 1147179"/>
              <a:gd name="connsiteY365" fmla="*/ 549685 h 740098"/>
              <a:gd name="connsiteX366" fmla="*/ 420290 w 1147179"/>
              <a:gd name="connsiteY366" fmla="*/ 552414 h 740098"/>
              <a:gd name="connsiteX367" fmla="*/ 421436 w 1147179"/>
              <a:gd name="connsiteY367" fmla="*/ 555130 h 740098"/>
              <a:gd name="connsiteX368" fmla="*/ 422582 w 1147179"/>
              <a:gd name="connsiteY368" fmla="*/ 557835 h 740098"/>
              <a:gd name="connsiteX369" fmla="*/ 423733 w 1147179"/>
              <a:gd name="connsiteY369" fmla="*/ 560528 h 740098"/>
              <a:gd name="connsiteX370" fmla="*/ 424879 w 1147179"/>
              <a:gd name="connsiteY370" fmla="*/ 563209 h 740098"/>
              <a:gd name="connsiteX371" fmla="*/ 426031 w 1147179"/>
              <a:gd name="connsiteY371" fmla="*/ 565878 h 740098"/>
              <a:gd name="connsiteX372" fmla="*/ 427176 w 1147179"/>
              <a:gd name="connsiteY372" fmla="*/ 568536 h 740098"/>
              <a:gd name="connsiteX373" fmla="*/ 428328 w 1147179"/>
              <a:gd name="connsiteY373" fmla="*/ 571176 h 740098"/>
              <a:gd name="connsiteX374" fmla="*/ 429474 w 1147179"/>
              <a:gd name="connsiteY374" fmla="*/ 573804 h 740098"/>
              <a:gd name="connsiteX375" fmla="*/ 430625 w 1147179"/>
              <a:gd name="connsiteY375" fmla="*/ 576420 h 740098"/>
              <a:gd name="connsiteX376" fmla="*/ 431771 w 1147179"/>
              <a:gd name="connsiteY376" fmla="*/ 579018 h 740098"/>
              <a:gd name="connsiteX377" fmla="*/ 432916 w 1147179"/>
              <a:gd name="connsiteY377" fmla="*/ 581599 h 740098"/>
              <a:gd name="connsiteX378" fmla="*/ 434068 w 1147179"/>
              <a:gd name="connsiteY378" fmla="*/ 584168 h 740098"/>
              <a:gd name="connsiteX379" fmla="*/ 435214 w 1147179"/>
              <a:gd name="connsiteY379" fmla="*/ 586725 h 740098"/>
              <a:gd name="connsiteX380" fmla="*/ 436365 w 1147179"/>
              <a:gd name="connsiteY380" fmla="*/ 589258 h 740098"/>
              <a:gd name="connsiteX381" fmla="*/ 437511 w 1147179"/>
              <a:gd name="connsiteY381" fmla="*/ 591780 h 740098"/>
              <a:gd name="connsiteX382" fmla="*/ 438663 w 1147179"/>
              <a:gd name="connsiteY382" fmla="*/ 594290 h 740098"/>
              <a:gd name="connsiteX383" fmla="*/ 439808 w 1147179"/>
              <a:gd name="connsiteY383" fmla="*/ 596776 h 740098"/>
              <a:gd name="connsiteX384" fmla="*/ 440960 w 1147179"/>
              <a:gd name="connsiteY384" fmla="*/ 599245 h 740098"/>
              <a:gd name="connsiteX385" fmla="*/ 442106 w 1147179"/>
              <a:gd name="connsiteY385" fmla="*/ 601701 h 740098"/>
              <a:gd name="connsiteX386" fmla="*/ 443257 w 1147179"/>
              <a:gd name="connsiteY386" fmla="*/ 604141 h 740098"/>
              <a:gd name="connsiteX387" fmla="*/ 444403 w 1147179"/>
              <a:gd name="connsiteY387" fmla="*/ 606556 h 740098"/>
              <a:gd name="connsiteX388" fmla="*/ 445549 w 1147179"/>
              <a:gd name="connsiteY388" fmla="*/ 608959 h 740098"/>
              <a:gd name="connsiteX389" fmla="*/ 446700 w 1147179"/>
              <a:gd name="connsiteY389" fmla="*/ 611339 h 740098"/>
              <a:gd name="connsiteX390" fmla="*/ 447846 w 1147179"/>
              <a:gd name="connsiteY390" fmla="*/ 613708 h 740098"/>
              <a:gd name="connsiteX391" fmla="*/ 448997 w 1147179"/>
              <a:gd name="connsiteY391" fmla="*/ 616052 h 740098"/>
              <a:gd name="connsiteX392" fmla="*/ 450143 w 1147179"/>
              <a:gd name="connsiteY392" fmla="*/ 618379 h 740098"/>
              <a:gd name="connsiteX393" fmla="*/ 451295 w 1147179"/>
              <a:gd name="connsiteY393" fmla="*/ 620688 h 740098"/>
              <a:gd name="connsiteX394" fmla="*/ 452440 w 1147179"/>
              <a:gd name="connsiteY394" fmla="*/ 622973 h 740098"/>
              <a:gd name="connsiteX395" fmla="*/ 453592 w 1147179"/>
              <a:gd name="connsiteY395" fmla="*/ 625241 h 740098"/>
              <a:gd name="connsiteX396" fmla="*/ 454738 w 1147179"/>
              <a:gd name="connsiteY396" fmla="*/ 627491 h 740098"/>
              <a:gd name="connsiteX397" fmla="*/ 455883 w 1147179"/>
              <a:gd name="connsiteY397" fmla="*/ 629718 h 740098"/>
              <a:gd name="connsiteX398" fmla="*/ 457035 w 1147179"/>
              <a:gd name="connsiteY398" fmla="*/ 631926 h 740098"/>
              <a:gd name="connsiteX399" fmla="*/ 458181 w 1147179"/>
              <a:gd name="connsiteY399" fmla="*/ 634111 h 740098"/>
              <a:gd name="connsiteX400" fmla="*/ 459332 w 1147179"/>
              <a:gd name="connsiteY400" fmla="*/ 636279 h 740098"/>
              <a:gd name="connsiteX401" fmla="*/ 460478 w 1147179"/>
              <a:gd name="connsiteY401" fmla="*/ 638422 h 740098"/>
              <a:gd name="connsiteX402" fmla="*/ 461629 w 1147179"/>
              <a:gd name="connsiteY402" fmla="*/ 640548 h 740098"/>
              <a:gd name="connsiteX403" fmla="*/ 462775 w 1147179"/>
              <a:gd name="connsiteY403" fmla="*/ 642651 h 740098"/>
              <a:gd name="connsiteX404" fmla="*/ 463927 w 1147179"/>
              <a:gd name="connsiteY404" fmla="*/ 644735 h 740098"/>
              <a:gd name="connsiteX405" fmla="*/ 465072 w 1147179"/>
              <a:gd name="connsiteY405" fmla="*/ 646791 h 740098"/>
              <a:gd name="connsiteX406" fmla="*/ 466218 w 1147179"/>
              <a:gd name="connsiteY406" fmla="*/ 648828 h 740098"/>
              <a:gd name="connsiteX407" fmla="*/ 467370 w 1147179"/>
              <a:gd name="connsiteY407" fmla="*/ 650848 h 740098"/>
              <a:gd name="connsiteX408" fmla="*/ 468515 w 1147179"/>
              <a:gd name="connsiteY408" fmla="*/ 652838 h 740098"/>
              <a:gd name="connsiteX409" fmla="*/ 469667 w 1147179"/>
              <a:gd name="connsiteY409" fmla="*/ 654810 h 740098"/>
              <a:gd name="connsiteX410" fmla="*/ 470813 w 1147179"/>
              <a:gd name="connsiteY410" fmla="*/ 656765 h 740098"/>
              <a:gd name="connsiteX411" fmla="*/ 471964 w 1147179"/>
              <a:gd name="connsiteY411" fmla="*/ 658690 h 740098"/>
              <a:gd name="connsiteX412" fmla="*/ 473110 w 1147179"/>
              <a:gd name="connsiteY412" fmla="*/ 660592 h 740098"/>
              <a:gd name="connsiteX413" fmla="*/ 474261 w 1147179"/>
              <a:gd name="connsiteY413" fmla="*/ 662476 h 740098"/>
              <a:gd name="connsiteX414" fmla="*/ 475407 w 1147179"/>
              <a:gd name="connsiteY414" fmla="*/ 664336 h 740098"/>
              <a:gd name="connsiteX415" fmla="*/ 476559 w 1147179"/>
              <a:gd name="connsiteY415" fmla="*/ 666173 h 740098"/>
              <a:gd name="connsiteX416" fmla="*/ 477704 w 1147179"/>
              <a:gd name="connsiteY416" fmla="*/ 667986 h 740098"/>
              <a:gd name="connsiteX417" fmla="*/ 478850 w 1147179"/>
              <a:gd name="connsiteY417" fmla="*/ 669775 h 740098"/>
              <a:gd name="connsiteX418" fmla="*/ 480002 w 1147179"/>
              <a:gd name="connsiteY418" fmla="*/ 671541 h 740098"/>
              <a:gd name="connsiteX419" fmla="*/ 481147 w 1147179"/>
              <a:gd name="connsiteY419" fmla="*/ 673289 h 740098"/>
              <a:gd name="connsiteX420" fmla="*/ 482299 w 1147179"/>
              <a:gd name="connsiteY420" fmla="*/ 675007 h 740098"/>
              <a:gd name="connsiteX421" fmla="*/ 483445 w 1147179"/>
              <a:gd name="connsiteY421" fmla="*/ 676702 h 740098"/>
              <a:gd name="connsiteX422" fmla="*/ 484596 w 1147179"/>
              <a:gd name="connsiteY422" fmla="*/ 678380 h 740098"/>
              <a:gd name="connsiteX423" fmla="*/ 485742 w 1147179"/>
              <a:gd name="connsiteY423" fmla="*/ 680027 h 740098"/>
              <a:gd name="connsiteX424" fmla="*/ 486894 w 1147179"/>
              <a:gd name="connsiteY424" fmla="*/ 681657 h 740098"/>
              <a:gd name="connsiteX425" fmla="*/ 488039 w 1147179"/>
              <a:gd name="connsiteY425" fmla="*/ 683263 h 740098"/>
              <a:gd name="connsiteX426" fmla="*/ 489185 w 1147179"/>
              <a:gd name="connsiteY426" fmla="*/ 684840 h 740098"/>
              <a:gd name="connsiteX427" fmla="*/ 490336 w 1147179"/>
              <a:gd name="connsiteY427" fmla="*/ 686399 h 740098"/>
              <a:gd name="connsiteX428" fmla="*/ 491482 w 1147179"/>
              <a:gd name="connsiteY428" fmla="*/ 687935 h 740098"/>
              <a:gd name="connsiteX429" fmla="*/ 492634 w 1147179"/>
              <a:gd name="connsiteY429" fmla="*/ 689441 h 740098"/>
              <a:gd name="connsiteX430" fmla="*/ 493779 w 1147179"/>
              <a:gd name="connsiteY430" fmla="*/ 690929 h 740098"/>
              <a:gd name="connsiteX431" fmla="*/ 494931 w 1147179"/>
              <a:gd name="connsiteY431" fmla="*/ 692394 h 740098"/>
              <a:gd name="connsiteX432" fmla="*/ 496077 w 1147179"/>
              <a:gd name="connsiteY432" fmla="*/ 693834 h 740098"/>
              <a:gd name="connsiteX433" fmla="*/ 497228 w 1147179"/>
              <a:gd name="connsiteY433" fmla="*/ 695246 h 740098"/>
              <a:gd name="connsiteX434" fmla="*/ 498374 w 1147179"/>
              <a:gd name="connsiteY434" fmla="*/ 696640 h 740098"/>
              <a:gd name="connsiteX435" fmla="*/ 499520 w 1147179"/>
              <a:gd name="connsiteY435" fmla="*/ 698010 h 740098"/>
              <a:gd name="connsiteX436" fmla="*/ 500671 w 1147179"/>
              <a:gd name="connsiteY436" fmla="*/ 699356 h 740098"/>
              <a:gd name="connsiteX437" fmla="*/ 501817 w 1147179"/>
              <a:gd name="connsiteY437" fmla="*/ 700679 h 740098"/>
              <a:gd name="connsiteX438" fmla="*/ 502969 w 1147179"/>
              <a:gd name="connsiteY438" fmla="*/ 701978 h 740098"/>
              <a:gd name="connsiteX439" fmla="*/ 504114 w 1147179"/>
              <a:gd name="connsiteY439" fmla="*/ 703254 h 740098"/>
              <a:gd name="connsiteX440" fmla="*/ 505266 w 1147179"/>
              <a:gd name="connsiteY440" fmla="*/ 704506 h 740098"/>
              <a:gd name="connsiteX441" fmla="*/ 506411 w 1147179"/>
              <a:gd name="connsiteY441" fmla="*/ 705734 h 740098"/>
              <a:gd name="connsiteX442" fmla="*/ 507563 w 1147179"/>
              <a:gd name="connsiteY442" fmla="*/ 706945 h 740098"/>
              <a:gd name="connsiteX443" fmla="*/ 508709 w 1147179"/>
              <a:gd name="connsiteY443" fmla="*/ 708126 h 740098"/>
              <a:gd name="connsiteX444" fmla="*/ 509854 w 1147179"/>
              <a:gd name="connsiteY444" fmla="*/ 709283 h 740098"/>
              <a:gd name="connsiteX445" fmla="*/ 511006 w 1147179"/>
              <a:gd name="connsiteY445" fmla="*/ 710423 h 740098"/>
              <a:gd name="connsiteX446" fmla="*/ 512152 w 1147179"/>
              <a:gd name="connsiteY446" fmla="*/ 711539 h 740098"/>
              <a:gd name="connsiteX447" fmla="*/ 513303 w 1147179"/>
              <a:gd name="connsiteY447" fmla="*/ 712632 h 740098"/>
              <a:gd name="connsiteX448" fmla="*/ 514449 w 1147179"/>
              <a:gd name="connsiteY448" fmla="*/ 713701 h 740098"/>
              <a:gd name="connsiteX449" fmla="*/ 515601 w 1147179"/>
              <a:gd name="connsiteY449" fmla="*/ 714746 h 740098"/>
              <a:gd name="connsiteX450" fmla="*/ 516746 w 1147179"/>
              <a:gd name="connsiteY450" fmla="*/ 715768 h 740098"/>
              <a:gd name="connsiteX451" fmla="*/ 517898 w 1147179"/>
              <a:gd name="connsiteY451" fmla="*/ 716772 h 740098"/>
              <a:gd name="connsiteX452" fmla="*/ 519043 w 1147179"/>
              <a:gd name="connsiteY452" fmla="*/ 717752 h 740098"/>
              <a:gd name="connsiteX453" fmla="*/ 520195 w 1147179"/>
              <a:gd name="connsiteY453" fmla="*/ 718709 h 740098"/>
              <a:gd name="connsiteX454" fmla="*/ 521341 w 1147179"/>
              <a:gd name="connsiteY454" fmla="*/ 719642 h 740098"/>
              <a:gd name="connsiteX455" fmla="*/ 522486 w 1147179"/>
              <a:gd name="connsiteY455" fmla="*/ 720551 h 740098"/>
              <a:gd name="connsiteX456" fmla="*/ 523638 w 1147179"/>
              <a:gd name="connsiteY456" fmla="*/ 721443 h 740098"/>
              <a:gd name="connsiteX457" fmla="*/ 524784 w 1147179"/>
              <a:gd name="connsiteY457" fmla="*/ 722311 h 740098"/>
              <a:gd name="connsiteX458" fmla="*/ 525935 w 1147179"/>
              <a:gd name="connsiteY458" fmla="*/ 723156 h 740098"/>
              <a:gd name="connsiteX459" fmla="*/ 527081 w 1147179"/>
              <a:gd name="connsiteY459" fmla="*/ 723982 h 740098"/>
              <a:gd name="connsiteX460" fmla="*/ 528233 w 1147179"/>
              <a:gd name="connsiteY460" fmla="*/ 724786 h 740098"/>
              <a:gd name="connsiteX461" fmla="*/ 529378 w 1147179"/>
              <a:gd name="connsiteY461" fmla="*/ 725565 h 740098"/>
              <a:gd name="connsiteX462" fmla="*/ 530530 w 1147179"/>
              <a:gd name="connsiteY462" fmla="*/ 726327 h 740098"/>
              <a:gd name="connsiteX463" fmla="*/ 531676 w 1147179"/>
              <a:gd name="connsiteY463" fmla="*/ 727065 h 740098"/>
              <a:gd name="connsiteX464" fmla="*/ 532821 w 1147179"/>
              <a:gd name="connsiteY464" fmla="*/ 727780 h 740098"/>
              <a:gd name="connsiteX465" fmla="*/ 533973 w 1147179"/>
              <a:gd name="connsiteY465" fmla="*/ 728477 h 740098"/>
              <a:gd name="connsiteX466" fmla="*/ 535118 w 1147179"/>
              <a:gd name="connsiteY466" fmla="*/ 729156 h 740098"/>
              <a:gd name="connsiteX467" fmla="*/ 536270 w 1147179"/>
              <a:gd name="connsiteY467" fmla="*/ 729805 h 740098"/>
              <a:gd name="connsiteX468" fmla="*/ 537416 w 1147179"/>
              <a:gd name="connsiteY468" fmla="*/ 730443 h 740098"/>
              <a:gd name="connsiteX469" fmla="*/ 538567 w 1147179"/>
              <a:gd name="connsiteY469" fmla="*/ 731051 h 740098"/>
              <a:gd name="connsiteX470" fmla="*/ 539713 w 1147179"/>
              <a:gd name="connsiteY470" fmla="*/ 731642 h 740098"/>
              <a:gd name="connsiteX471" fmla="*/ 540865 w 1147179"/>
              <a:gd name="connsiteY471" fmla="*/ 732215 h 740098"/>
              <a:gd name="connsiteX472" fmla="*/ 542010 w 1147179"/>
              <a:gd name="connsiteY472" fmla="*/ 732764 h 740098"/>
              <a:gd name="connsiteX473" fmla="*/ 543156 w 1147179"/>
              <a:gd name="connsiteY473" fmla="*/ 733296 h 740098"/>
              <a:gd name="connsiteX474" fmla="*/ 544308 w 1147179"/>
              <a:gd name="connsiteY474" fmla="*/ 733803 h 740098"/>
              <a:gd name="connsiteX475" fmla="*/ 545453 w 1147179"/>
              <a:gd name="connsiteY475" fmla="*/ 734294 h 740098"/>
              <a:gd name="connsiteX476" fmla="*/ 546605 w 1147179"/>
              <a:gd name="connsiteY476" fmla="*/ 734760 h 740098"/>
              <a:gd name="connsiteX477" fmla="*/ 547751 w 1147179"/>
              <a:gd name="connsiteY477" fmla="*/ 735209 h 740098"/>
              <a:gd name="connsiteX478" fmla="*/ 548902 w 1147179"/>
              <a:gd name="connsiteY478" fmla="*/ 735640 h 740098"/>
              <a:gd name="connsiteX479" fmla="*/ 550048 w 1147179"/>
              <a:gd name="connsiteY479" fmla="*/ 736048 h 740098"/>
              <a:gd name="connsiteX480" fmla="*/ 551199 w 1147179"/>
              <a:gd name="connsiteY480" fmla="*/ 736437 h 740098"/>
              <a:gd name="connsiteX481" fmla="*/ 552345 w 1147179"/>
              <a:gd name="connsiteY481" fmla="*/ 736803 h 740098"/>
              <a:gd name="connsiteX482" fmla="*/ 553497 w 1147179"/>
              <a:gd name="connsiteY482" fmla="*/ 737152 h 740098"/>
              <a:gd name="connsiteX483" fmla="*/ 554642 w 1147179"/>
              <a:gd name="connsiteY483" fmla="*/ 737483 h 740098"/>
              <a:gd name="connsiteX484" fmla="*/ 555788 w 1147179"/>
              <a:gd name="connsiteY484" fmla="*/ 737790 h 740098"/>
              <a:gd name="connsiteX485" fmla="*/ 556940 w 1147179"/>
              <a:gd name="connsiteY485" fmla="*/ 738079 h 740098"/>
              <a:gd name="connsiteX486" fmla="*/ 558085 w 1147179"/>
              <a:gd name="connsiteY486" fmla="*/ 738351 h 740098"/>
              <a:gd name="connsiteX487" fmla="*/ 559237 w 1147179"/>
              <a:gd name="connsiteY487" fmla="*/ 738599 h 740098"/>
              <a:gd name="connsiteX488" fmla="*/ 560383 w 1147179"/>
              <a:gd name="connsiteY488" fmla="*/ 738835 h 740098"/>
              <a:gd name="connsiteX489" fmla="*/ 561534 w 1147179"/>
              <a:gd name="connsiteY489" fmla="*/ 739042 h 740098"/>
              <a:gd name="connsiteX490" fmla="*/ 562680 w 1147179"/>
              <a:gd name="connsiteY490" fmla="*/ 739237 h 740098"/>
              <a:gd name="connsiteX491" fmla="*/ 563831 w 1147179"/>
              <a:gd name="connsiteY491" fmla="*/ 739408 h 740098"/>
              <a:gd name="connsiteX492" fmla="*/ 564977 w 1147179"/>
              <a:gd name="connsiteY492" fmla="*/ 739561 h 740098"/>
              <a:gd name="connsiteX493" fmla="*/ 566123 w 1147179"/>
              <a:gd name="connsiteY493" fmla="*/ 739697 h 740098"/>
              <a:gd name="connsiteX494" fmla="*/ 567274 w 1147179"/>
              <a:gd name="connsiteY494" fmla="*/ 739815 h 740098"/>
              <a:gd name="connsiteX495" fmla="*/ 568420 w 1147179"/>
              <a:gd name="connsiteY495" fmla="*/ 739910 h 740098"/>
              <a:gd name="connsiteX496" fmla="*/ 569572 w 1147179"/>
              <a:gd name="connsiteY496" fmla="*/ 739987 h 740098"/>
              <a:gd name="connsiteX497" fmla="*/ 570717 w 1147179"/>
              <a:gd name="connsiteY497" fmla="*/ 740046 h 740098"/>
              <a:gd name="connsiteX498" fmla="*/ 571869 w 1147179"/>
              <a:gd name="connsiteY498" fmla="*/ 740081 h 740098"/>
              <a:gd name="connsiteX499" fmla="*/ 573015 w 1147179"/>
              <a:gd name="connsiteY499" fmla="*/ 740099 h 740098"/>
              <a:gd name="connsiteX500" fmla="*/ 574166 w 1147179"/>
              <a:gd name="connsiteY500" fmla="*/ 740099 h 740098"/>
              <a:gd name="connsiteX501" fmla="*/ 575312 w 1147179"/>
              <a:gd name="connsiteY501" fmla="*/ 740081 h 740098"/>
              <a:gd name="connsiteX502" fmla="*/ 576458 w 1147179"/>
              <a:gd name="connsiteY502" fmla="*/ 740046 h 740098"/>
              <a:gd name="connsiteX503" fmla="*/ 577609 w 1147179"/>
              <a:gd name="connsiteY503" fmla="*/ 739987 h 740098"/>
              <a:gd name="connsiteX504" fmla="*/ 578755 w 1147179"/>
              <a:gd name="connsiteY504" fmla="*/ 739910 h 740098"/>
              <a:gd name="connsiteX505" fmla="*/ 579906 w 1147179"/>
              <a:gd name="connsiteY505" fmla="*/ 739815 h 740098"/>
              <a:gd name="connsiteX506" fmla="*/ 581052 w 1147179"/>
              <a:gd name="connsiteY506" fmla="*/ 739697 h 740098"/>
              <a:gd name="connsiteX507" fmla="*/ 582204 w 1147179"/>
              <a:gd name="connsiteY507" fmla="*/ 739561 h 740098"/>
              <a:gd name="connsiteX508" fmla="*/ 583349 w 1147179"/>
              <a:gd name="connsiteY508" fmla="*/ 739408 h 740098"/>
              <a:gd name="connsiteX509" fmla="*/ 584501 w 1147179"/>
              <a:gd name="connsiteY509" fmla="*/ 739237 h 740098"/>
              <a:gd name="connsiteX510" fmla="*/ 585647 w 1147179"/>
              <a:gd name="connsiteY510" fmla="*/ 739042 h 740098"/>
              <a:gd name="connsiteX511" fmla="*/ 586792 w 1147179"/>
              <a:gd name="connsiteY511" fmla="*/ 738835 h 740098"/>
              <a:gd name="connsiteX512" fmla="*/ 587944 w 1147179"/>
              <a:gd name="connsiteY512" fmla="*/ 738599 h 740098"/>
              <a:gd name="connsiteX513" fmla="*/ 589090 w 1147179"/>
              <a:gd name="connsiteY513" fmla="*/ 738351 h 740098"/>
              <a:gd name="connsiteX514" fmla="*/ 590241 w 1147179"/>
              <a:gd name="connsiteY514" fmla="*/ 738079 h 740098"/>
              <a:gd name="connsiteX515" fmla="*/ 591387 w 1147179"/>
              <a:gd name="connsiteY515" fmla="*/ 737790 h 740098"/>
              <a:gd name="connsiteX516" fmla="*/ 592539 w 1147179"/>
              <a:gd name="connsiteY516" fmla="*/ 737483 h 740098"/>
              <a:gd name="connsiteX517" fmla="*/ 593684 w 1147179"/>
              <a:gd name="connsiteY517" fmla="*/ 737152 h 740098"/>
              <a:gd name="connsiteX518" fmla="*/ 594836 w 1147179"/>
              <a:gd name="connsiteY518" fmla="*/ 736803 h 740098"/>
              <a:gd name="connsiteX519" fmla="*/ 595981 w 1147179"/>
              <a:gd name="connsiteY519" fmla="*/ 736437 h 740098"/>
              <a:gd name="connsiteX520" fmla="*/ 597133 w 1147179"/>
              <a:gd name="connsiteY520" fmla="*/ 736048 h 740098"/>
              <a:gd name="connsiteX521" fmla="*/ 598279 w 1147179"/>
              <a:gd name="connsiteY521" fmla="*/ 735640 h 740098"/>
              <a:gd name="connsiteX522" fmla="*/ 599424 w 1147179"/>
              <a:gd name="connsiteY522" fmla="*/ 735209 h 740098"/>
              <a:gd name="connsiteX523" fmla="*/ 600576 w 1147179"/>
              <a:gd name="connsiteY523" fmla="*/ 734760 h 740098"/>
              <a:gd name="connsiteX524" fmla="*/ 601722 w 1147179"/>
              <a:gd name="connsiteY524" fmla="*/ 734294 h 740098"/>
              <a:gd name="connsiteX525" fmla="*/ 602873 w 1147179"/>
              <a:gd name="connsiteY525" fmla="*/ 733803 h 740098"/>
              <a:gd name="connsiteX526" fmla="*/ 604019 w 1147179"/>
              <a:gd name="connsiteY526" fmla="*/ 733296 h 740098"/>
              <a:gd name="connsiteX527" fmla="*/ 605171 w 1147179"/>
              <a:gd name="connsiteY527" fmla="*/ 732764 h 740098"/>
              <a:gd name="connsiteX528" fmla="*/ 606316 w 1147179"/>
              <a:gd name="connsiteY528" fmla="*/ 732215 h 740098"/>
              <a:gd name="connsiteX529" fmla="*/ 607468 w 1147179"/>
              <a:gd name="connsiteY529" fmla="*/ 731642 h 740098"/>
              <a:gd name="connsiteX530" fmla="*/ 608614 w 1147179"/>
              <a:gd name="connsiteY530" fmla="*/ 731051 h 740098"/>
              <a:gd name="connsiteX531" fmla="*/ 609759 w 1147179"/>
              <a:gd name="connsiteY531" fmla="*/ 730443 h 740098"/>
              <a:gd name="connsiteX532" fmla="*/ 610911 w 1147179"/>
              <a:gd name="connsiteY532" fmla="*/ 729805 h 740098"/>
              <a:gd name="connsiteX533" fmla="*/ 612056 w 1147179"/>
              <a:gd name="connsiteY533" fmla="*/ 729156 h 740098"/>
              <a:gd name="connsiteX534" fmla="*/ 613208 w 1147179"/>
              <a:gd name="connsiteY534" fmla="*/ 728477 h 740098"/>
              <a:gd name="connsiteX535" fmla="*/ 614354 w 1147179"/>
              <a:gd name="connsiteY535" fmla="*/ 727780 h 740098"/>
              <a:gd name="connsiteX536" fmla="*/ 615505 w 1147179"/>
              <a:gd name="connsiteY536" fmla="*/ 727065 h 740098"/>
              <a:gd name="connsiteX537" fmla="*/ 616651 w 1147179"/>
              <a:gd name="connsiteY537" fmla="*/ 726327 h 740098"/>
              <a:gd name="connsiteX538" fmla="*/ 617803 w 1147179"/>
              <a:gd name="connsiteY538" fmla="*/ 725565 h 740098"/>
              <a:gd name="connsiteX539" fmla="*/ 618948 w 1147179"/>
              <a:gd name="connsiteY539" fmla="*/ 724786 h 740098"/>
              <a:gd name="connsiteX540" fmla="*/ 620094 w 1147179"/>
              <a:gd name="connsiteY540" fmla="*/ 723982 h 740098"/>
              <a:gd name="connsiteX541" fmla="*/ 621246 w 1147179"/>
              <a:gd name="connsiteY541" fmla="*/ 723156 h 740098"/>
              <a:gd name="connsiteX542" fmla="*/ 622391 w 1147179"/>
              <a:gd name="connsiteY542" fmla="*/ 722311 h 740098"/>
              <a:gd name="connsiteX543" fmla="*/ 623543 w 1147179"/>
              <a:gd name="connsiteY543" fmla="*/ 721443 h 740098"/>
              <a:gd name="connsiteX544" fmla="*/ 624689 w 1147179"/>
              <a:gd name="connsiteY544" fmla="*/ 720551 h 740098"/>
              <a:gd name="connsiteX545" fmla="*/ 625840 w 1147179"/>
              <a:gd name="connsiteY545" fmla="*/ 719642 h 740098"/>
              <a:gd name="connsiteX546" fmla="*/ 626986 w 1147179"/>
              <a:gd name="connsiteY546" fmla="*/ 718709 h 740098"/>
              <a:gd name="connsiteX547" fmla="*/ 628137 w 1147179"/>
              <a:gd name="connsiteY547" fmla="*/ 717752 h 740098"/>
              <a:gd name="connsiteX548" fmla="*/ 629283 w 1147179"/>
              <a:gd name="connsiteY548" fmla="*/ 716772 h 740098"/>
              <a:gd name="connsiteX549" fmla="*/ 630435 w 1147179"/>
              <a:gd name="connsiteY549" fmla="*/ 715768 h 740098"/>
              <a:gd name="connsiteX550" fmla="*/ 631580 w 1147179"/>
              <a:gd name="connsiteY550" fmla="*/ 714746 h 740098"/>
              <a:gd name="connsiteX551" fmla="*/ 632726 w 1147179"/>
              <a:gd name="connsiteY551" fmla="*/ 713701 h 740098"/>
              <a:gd name="connsiteX552" fmla="*/ 633878 w 1147179"/>
              <a:gd name="connsiteY552" fmla="*/ 712632 h 740098"/>
              <a:gd name="connsiteX553" fmla="*/ 635023 w 1147179"/>
              <a:gd name="connsiteY553" fmla="*/ 711539 h 740098"/>
              <a:gd name="connsiteX554" fmla="*/ 636175 w 1147179"/>
              <a:gd name="connsiteY554" fmla="*/ 710423 h 740098"/>
              <a:gd name="connsiteX555" fmla="*/ 637321 w 1147179"/>
              <a:gd name="connsiteY555" fmla="*/ 709283 h 740098"/>
              <a:gd name="connsiteX556" fmla="*/ 638472 w 1147179"/>
              <a:gd name="connsiteY556" fmla="*/ 708126 h 740098"/>
              <a:gd name="connsiteX557" fmla="*/ 639618 w 1147179"/>
              <a:gd name="connsiteY557" fmla="*/ 706945 h 740098"/>
              <a:gd name="connsiteX558" fmla="*/ 640769 w 1147179"/>
              <a:gd name="connsiteY558" fmla="*/ 705734 h 740098"/>
              <a:gd name="connsiteX559" fmla="*/ 641915 w 1147179"/>
              <a:gd name="connsiteY559" fmla="*/ 704506 h 740098"/>
              <a:gd name="connsiteX560" fmla="*/ 643061 w 1147179"/>
              <a:gd name="connsiteY560" fmla="*/ 703254 h 740098"/>
              <a:gd name="connsiteX561" fmla="*/ 644212 w 1147179"/>
              <a:gd name="connsiteY561" fmla="*/ 701978 h 740098"/>
              <a:gd name="connsiteX562" fmla="*/ 645358 w 1147179"/>
              <a:gd name="connsiteY562" fmla="*/ 700679 h 740098"/>
              <a:gd name="connsiteX563" fmla="*/ 646510 w 1147179"/>
              <a:gd name="connsiteY563" fmla="*/ 699356 h 740098"/>
              <a:gd name="connsiteX564" fmla="*/ 647655 w 1147179"/>
              <a:gd name="connsiteY564" fmla="*/ 698010 h 740098"/>
              <a:gd name="connsiteX565" fmla="*/ 648807 w 1147179"/>
              <a:gd name="connsiteY565" fmla="*/ 696640 h 740098"/>
              <a:gd name="connsiteX566" fmla="*/ 649953 w 1147179"/>
              <a:gd name="connsiteY566" fmla="*/ 695246 h 740098"/>
              <a:gd name="connsiteX567" fmla="*/ 651104 w 1147179"/>
              <a:gd name="connsiteY567" fmla="*/ 693834 h 740098"/>
              <a:gd name="connsiteX568" fmla="*/ 652250 w 1147179"/>
              <a:gd name="connsiteY568" fmla="*/ 692394 h 740098"/>
              <a:gd name="connsiteX569" fmla="*/ 653396 w 1147179"/>
              <a:gd name="connsiteY569" fmla="*/ 690929 h 740098"/>
              <a:gd name="connsiteX570" fmla="*/ 654547 w 1147179"/>
              <a:gd name="connsiteY570" fmla="*/ 689441 h 740098"/>
              <a:gd name="connsiteX571" fmla="*/ 655693 w 1147179"/>
              <a:gd name="connsiteY571" fmla="*/ 687935 h 740098"/>
              <a:gd name="connsiteX572" fmla="*/ 656844 w 1147179"/>
              <a:gd name="connsiteY572" fmla="*/ 686399 h 740098"/>
              <a:gd name="connsiteX573" fmla="*/ 657990 w 1147179"/>
              <a:gd name="connsiteY573" fmla="*/ 684840 h 740098"/>
              <a:gd name="connsiteX574" fmla="*/ 659142 w 1147179"/>
              <a:gd name="connsiteY574" fmla="*/ 683263 h 740098"/>
              <a:gd name="connsiteX575" fmla="*/ 660287 w 1147179"/>
              <a:gd name="connsiteY575" fmla="*/ 681657 h 740098"/>
              <a:gd name="connsiteX576" fmla="*/ 661439 w 1147179"/>
              <a:gd name="connsiteY576" fmla="*/ 680027 h 740098"/>
              <a:gd name="connsiteX577" fmla="*/ 662585 w 1147179"/>
              <a:gd name="connsiteY577" fmla="*/ 678380 h 740098"/>
              <a:gd name="connsiteX578" fmla="*/ 663730 w 1147179"/>
              <a:gd name="connsiteY578" fmla="*/ 676702 h 740098"/>
              <a:gd name="connsiteX579" fmla="*/ 664882 w 1147179"/>
              <a:gd name="connsiteY579" fmla="*/ 675007 h 740098"/>
              <a:gd name="connsiteX580" fmla="*/ 666028 w 1147179"/>
              <a:gd name="connsiteY580" fmla="*/ 673289 h 740098"/>
              <a:gd name="connsiteX581" fmla="*/ 667179 w 1147179"/>
              <a:gd name="connsiteY581" fmla="*/ 671541 h 740098"/>
              <a:gd name="connsiteX582" fmla="*/ 668325 w 1147179"/>
              <a:gd name="connsiteY582" fmla="*/ 669775 h 740098"/>
              <a:gd name="connsiteX583" fmla="*/ 669476 w 1147179"/>
              <a:gd name="connsiteY583" fmla="*/ 667986 h 740098"/>
              <a:gd name="connsiteX584" fmla="*/ 670622 w 1147179"/>
              <a:gd name="connsiteY584" fmla="*/ 666173 h 740098"/>
              <a:gd name="connsiteX585" fmla="*/ 671774 w 1147179"/>
              <a:gd name="connsiteY585" fmla="*/ 664336 h 740098"/>
              <a:gd name="connsiteX586" fmla="*/ 672919 w 1147179"/>
              <a:gd name="connsiteY586" fmla="*/ 662476 h 740098"/>
              <a:gd name="connsiteX587" fmla="*/ 674071 w 1147179"/>
              <a:gd name="connsiteY587" fmla="*/ 660592 h 740098"/>
              <a:gd name="connsiteX588" fmla="*/ 675217 w 1147179"/>
              <a:gd name="connsiteY588" fmla="*/ 658690 h 740098"/>
              <a:gd name="connsiteX589" fmla="*/ 676362 w 1147179"/>
              <a:gd name="connsiteY589" fmla="*/ 656765 h 740098"/>
              <a:gd name="connsiteX590" fmla="*/ 677514 w 1147179"/>
              <a:gd name="connsiteY590" fmla="*/ 654810 h 740098"/>
              <a:gd name="connsiteX591" fmla="*/ 678660 w 1147179"/>
              <a:gd name="connsiteY591" fmla="*/ 652838 h 740098"/>
              <a:gd name="connsiteX592" fmla="*/ 679811 w 1147179"/>
              <a:gd name="connsiteY592" fmla="*/ 650848 h 740098"/>
              <a:gd name="connsiteX593" fmla="*/ 680957 w 1147179"/>
              <a:gd name="connsiteY593" fmla="*/ 648828 h 740098"/>
              <a:gd name="connsiteX594" fmla="*/ 682108 w 1147179"/>
              <a:gd name="connsiteY594" fmla="*/ 646791 h 740098"/>
              <a:gd name="connsiteX595" fmla="*/ 683254 w 1147179"/>
              <a:gd name="connsiteY595" fmla="*/ 644735 h 740098"/>
              <a:gd name="connsiteX596" fmla="*/ 684406 w 1147179"/>
              <a:gd name="connsiteY596" fmla="*/ 642651 h 740098"/>
              <a:gd name="connsiteX597" fmla="*/ 685551 w 1147179"/>
              <a:gd name="connsiteY597" fmla="*/ 640548 h 740098"/>
              <a:gd name="connsiteX598" fmla="*/ 686697 w 1147179"/>
              <a:gd name="connsiteY598" fmla="*/ 638422 h 740098"/>
              <a:gd name="connsiteX599" fmla="*/ 687849 w 1147179"/>
              <a:gd name="connsiteY599" fmla="*/ 636279 h 740098"/>
              <a:gd name="connsiteX600" fmla="*/ 688994 w 1147179"/>
              <a:gd name="connsiteY600" fmla="*/ 634111 h 740098"/>
              <a:gd name="connsiteX601" fmla="*/ 690146 w 1147179"/>
              <a:gd name="connsiteY601" fmla="*/ 631926 h 740098"/>
              <a:gd name="connsiteX602" fmla="*/ 691292 w 1147179"/>
              <a:gd name="connsiteY602" fmla="*/ 629718 h 740098"/>
              <a:gd name="connsiteX603" fmla="*/ 692443 w 1147179"/>
              <a:gd name="connsiteY603" fmla="*/ 627491 h 740098"/>
              <a:gd name="connsiteX604" fmla="*/ 693589 w 1147179"/>
              <a:gd name="connsiteY604" fmla="*/ 625241 h 740098"/>
              <a:gd name="connsiteX605" fmla="*/ 694741 w 1147179"/>
              <a:gd name="connsiteY605" fmla="*/ 622973 h 740098"/>
              <a:gd name="connsiteX606" fmla="*/ 695886 w 1147179"/>
              <a:gd name="connsiteY606" fmla="*/ 620688 h 740098"/>
              <a:gd name="connsiteX607" fmla="*/ 697032 w 1147179"/>
              <a:gd name="connsiteY607" fmla="*/ 618379 h 740098"/>
              <a:gd name="connsiteX608" fmla="*/ 698183 w 1147179"/>
              <a:gd name="connsiteY608" fmla="*/ 616052 h 740098"/>
              <a:gd name="connsiteX609" fmla="*/ 699329 w 1147179"/>
              <a:gd name="connsiteY609" fmla="*/ 613708 h 740098"/>
              <a:gd name="connsiteX610" fmla="*/ 700481 w 1147179"/>
              <a:gd name="connsiteY610" fmla="*/ 611339 h 740098"/>
              <a:gd name="connsiteX611" fmla="*/ 701626 w 1147179"/>
              <a:gd name="connsiteY611" fmla="*/ 608959 h 740098"/>
              <a:gd name="connsiteX612" fmla="*/ 702778 w 1147179"/>
              <a:gd name="connsiteY612" fmla="*/ 606556 h 740098"/>
              <a:gd name="connsiteX613" fmla="*/ 703924 w 1147179"/>
              <a:gd name="connsiteY613" fmla="*/ 604141 h 740098"/>
              <a:gd name="connsiteX614" fmla="*/ 705075 w 1147179"/>
              <a:gd name="connsiteY614" fmla="*/ 601701 h 740098"/>
              <a:gd name="connsiteX615" fmla="*/ 706221 w 1147179"/>
              <a:gd name="connsiteY615" fmla="*/ 599245 h 740098"/>
              <a:gd name="connsiteX616" fmla="*/ 707373 w 1147179"/>
              <a:gd name="connsiteY616" fmla="*/ 596776 h 740098"/>
              <a:gd name="connsiteX617" fmla="*/ 708518 w 1147179"/>
              <a:gd name="connsiteY617" fmla="*/ 594290 h 740098"/>
              <a:gd name="connsiteX618" fmla="*/ 709664 w 1147179"/>
              <a:gd name="connsiteY618" fmla="*/ 591780 h 740098"/>
              <a:gd name="connsiteX619" fmla="*/ 710816 w 1147179"/>
              <a:gd name="connsiteY619" fmla="*/ 589258 h 740098"/>
              <a:gd name="connsiteX620" fmla="*/ 711961 w 1147179"/>
              <a:gd name="connsiteY620" fmla="*/ 586725 h 740098"/>
              <a:gd name="connsiteX621" fmla="*/ 713113 w 1147179"/>
              <a:gd name="connsiteY621" fmla="*/ 584168 h 740098"/>
              <a:gd name="connsiteX622" fmla="*/ 714259 w 1147179"/>
              <a:gd name="connsiteY622" fmla="*/ 581599 h 740098"/>
              <a:gd name="connsiteX623" fmla="*/ 715410 w 1147179"/>
              <a:gd name="connsiteY623" fmla="*/ 579018 h 740098"/>
              <a:gd name="connsiteX624" fmla="*/ 716556 w 1147179"/>
              <a:gd name="connsiteY624" fmla="*/ 576420 h 740098"/>
              <a:gd name="connsiteX625" fmla="*/ 717707 w 1147179"/>
              <a:gd name="connsiteY625" fmla="*/ 573804 h 740098"/>
              <a:gd name="connsiteX626" fmla="*/ 718853 w 1147179"/>
              <a:gd name="connsiteY626" fmla="*/ 571176 h 740098"/>
              <a:gd name="connsiteX627" fmla="*/ 719999 w 1147179"/>
              <a:gd name="connsiteY627" fmla="*/ 568536 h 740098"/>
              <a:gd name="connsiteX628" fmla="*/ 721150 w 1147179"/>
              <a:gd name="connsiteY628" fmla="*/ 565878 h 740098"/>
              <a:gd name="connsiteX629" fmla="*/ 722296 w 1147179"/>
              <a:gd name="connsiteY629" fmla="*/ 563209 h 740098"/>
              <a:gd name="connsiteX630" fmla="*/ 723448 w 1147179"/>
              <a:gd name="connsiteY630" fmla="*/ 560528 h 740098"/>
              <a:gd name="connsiteX631" fmla="*/ 724593 w 1147179"/>
              <a:gd name="connsiteY631" fmla="*/ 557835 h 740098"/>
              <a:gd name="connsiteX632" fmla="*/ 725745 w 1147179"/>
              <a:gd name="connsiteY632" fmla="*/ 555130 h 740098"/>
              <a:gd name="connsiteX633" fmla="*/ 726891 w 1147179"/>
              <a:gd name="connsiteY633" fmla="*/ 552414 h 740098"/>
              <a:gd name="connsiteX634" fmla="*/ 728042 w 1147179"/>
              <a:gd name="connsiteY634" fmla="*/ 549685 h 740098"/>
              <a:gd name="connsiteX635" fmla="*/ 729188 w 1147179"/>
              <a:gd name="connsiteY635" fmla="*/ 546945 h 740098"/>
              <a:gd name="connsiteX636" fmla="*/ 730333 w 1147179"/>
              <a:gd name="connsiteY636" fmla="*/ 544193 h 740098"/>
              <a:gd name="connsiteX637" fmla="*/ 731485 w 1147179"/>
              <a:gd name="connsiteY637" fmla="*/ 541429 h 740098"/>
              <a:gd name="connsiteX638" fmla="*/ 732631 w 1147179"/>
              <a:gd name="connsiteY638" fmla="*/ 538658 h 740098"/>
              <a:gd name="connsiteX639" fmla="*/ 733782 w 1147179"/>
              <a:gd name="connsiteY639" fmla="*/ 535876 h 740098"/>
              <a:gd name="connsiteX640" fmla="*/ 734928 w 1147179"/>
              <a:gd name="connsiteY640" fmla="*/ 533085 h 740098"/>
              <a:gd name="connsiteX641" fmla="*/ 736080 w 1147179"/>
              <a:gd name="connsiteY641" fmla="*/ 530284 h 740098"/>
              <a:gd name="connsiteX642" fmla="*/ 737225 w 1147179"/>
              <a:gd name="connsiteY642" fmla="*/ 527475 h 740098"/>
              <a:gd name="connsiteX643" fmla="*/ 738377 w 1147179"/>
              <a:gd name="connsiteY643" fmla="*/ 524657 h 740098"/>
              <a:gd name="connsiteX644" fmla="*/ 739523 w 1147179"/>
              <a:gd name="connsiteY644" fmla="*/ 521832 h 740098"/>
              <a:gd name="connsiteX645" fmla="*/ 740668 w 1147179"/>
              <a:gd name="connsiteY645" fmla="*/ 518999 h 740098"/>
              <a:gd name="connsiteX646" fmla="*/ 741820 w 1147179"/>
              <a:gd name="connsiteY646" fmla="*/ 516159 h 740098"/>
              <a:gd name="connsiteX647" fmla="*/ 742966 w 1147179"/>
              <a:gd name="connsiteY647" fmla="*/ 513312 h 740098"/>
              <a:gd name="connsiteX648" fmla="*/ 744117 w 1147179"/>
              <a:gd name="connsiteY648" fmla="*/ 510457 h 740098"/>
              <a:gd name="connsiteX649" fmla="*/ 745263 w 1147179"/>
              <a:gd name="connsiteY649" fmla="*/ 507597 h 740098"/>
              <a:gd name="connsiteX650" fmla="*/ 746414 w 1147179"/>
              <a:gd name="connsiteY650" fmla="*/ 504732 h 740098"/>
              <a:gd name="connsiteX651" fmla="*/ 747560 w 1147179"/>
              <a:gd name="connsiteY651" fmla="*/ 501860 h 740098"/>
              <a:gd name="connsiteX652" fmla="*/ 748712 w 1147179"/>
              <a:gd name="connsiteY652" fmla="*/ 498983 h 740098"/>
              <a:gd name="connsiteX653" fmla="*/ 749857 w 1147179"/>
              <a:gd name="connsiteY653" fmla="*/ 496102 h 740098"/>
              <a:gd name="connsiteX654" fmla="*/ 751009 w 1147179"/>
              <a:gd name="connsiteY654" fmla="*/ 493217 h 740098"/>
              <a:gd name="connsiteX655" fmla="*/ 752155 w 1147179"/>
              <a:gd name="connsiteY655" fmla="*/ 490326 h 740098"/>
              <a:gd name="connsiteX656" fmla="*/ 753300 w 1147179"/>
              <a:gd name="connsiteY656" fmla="*/ 487433 h 740098"/>
              <a:gd name="connsiteX657" fmla="*/ 754452 w 1147179"/>
              <a:gd name="connsiteY657" fmla="*/ 484536 h 740098"/>
              <a:gd name="connsiteX658" fmla="*/ 755598 w 1147179"/>
              <a:gd name="connsiteY658" fmla="*/ 481636 h 740098"/>
              <a:gd name="connsiteX659" fmla="*/ 756749 w 1147179"/>
              <a:gd name="connsiteY659" fmla="*/ 478734 h 740098"/>
              <a:gd name="connsiteX660" fmla="*/ 757895 w 1147179"/>
              <a:gd name="connsiteY660" fmla="*/ 475829 h 740098"/>
              <a:gd name="connsiteX661" fmla="*/ 759046 w 1147179"/>
              <a:gd name="connsiteY661" fmla="*/ 472922 h 740098"/>
              <a:gd name="connsiteX662" fmla="*/ 760192 w 1147179"/>
              <a:gd name="connsiteY662" fmla="*/ 470013 h 740098"/>
              <a:gd name="connsiteX663" fmla="*/ 761344 w 1147179"/>
              <a:gd name="connsiteY663" fmla="*/ 467103 h 740098"/>
              <a:gd name="connsiteX664" fmla="*/ 762489 w 1147179"/>
              <a:gd name="connsiteY664" fmla="*/ 464192 h 740098"/>
              <a:gd name="connsiteX665" fmla="*/ 763635 w 1147179"/>
              <a:gd name="connsiteY665" fmla="*/ 461281 h 740098"/>
              <a:gd name="connsiteX666" fmla="*/ 764787 w 1147179"/>
              <a:gd name="connsiteY666" fmla="*/ 458370 h 740098"/>
              <a:gd name="connsiteX667" fmla="*/ 765932 w 1147179"/>
              <a:gd name="connsiteY667" fmla="*/ 455458 h 740098"/>
              <a:gd name="connsiteX668" fmla="*/ 767084 w 1147179"/>
              <a:gd name="connsiteY668" fmla="*/ 452547 h 740098"/>
              <a:gd name="connsiteX669" fmla="*/ 768230 w 1147179"/>
              <a:gd name="connsiteY669" fmla="*/ 449636 h 740098"/>
              <a:gd name="connsiteX670" fmla="*/ 769381 w 1147179"/>
              <a:gd name="connsiteY670" fmla="*/ 446727 h 740098"/>
              <a:gd name="connsiteX671" fmla="*/ 770527 w 1147179"/>
              <a:gd name="connsiteY671" fmla="*/ 443818 h 740098"/>
              <a:gd name="connsiteX672" fmla="*/ 771678 w 1147179"/>
              <a:gd name="connsiteY672" fmla="*/ 440911 h 740098"/>
              <a:gd name="connsiteX673" fmla="*/ 772824 w 1147179"/>
              <a:gd name="connsiteY673" fmla="*/ 438007 h 740098"/>
              <a:gd name="connsiteX674" fmla="*/ 773970 w 1147179"/>
              <a:gd name="connsiteY674" fmla="*/ 435104 h 740098"/>
              <a:gd name="connsiteX675" fmla="*/ 775121 w 1147179"/>
              <a:gd name="connsiteY675" fmla="*/ 432205 h 740098"/>
              <a:gd name="connsiteX676" fmla="*/ 776267 w 1147179"/>
              <a:gd name="connsiteY676" fmla="*/ 429308 h 740098"/>
              <a:gd name="connsiteX677" fmla="*/ 777419 w 1147179"/>
              <a:gd name="connsiteY677" fmla="*/ 426414 h 740098"/>
              <a:gd name="connsiteX678" fmla="*/ 778564 w 1147179"/>
              <a:gd name="connsiteY678" fmla="*/ 423524 h 740098"/>
              <a:gd name="connsiteX679" fmla="*/ 779716 w 1147179"/>
              <a:gd name="connsiteY679" fmla="*/ 420638 h 740098"/>
              <a:gd name="connsiteX680" fmla="*/ 780862 w 1147179"/>
              <a:gd name="connsiteY680" fmla="*/ 417755 h 740098"/>
              <a:gd name="connsiteX681" fmla="*/ 782013 w 1147179"/>
              <a:gd name="connsiteY681" fmla="*/ 414877 h 740098"/>
              <a:gd name="connsiteX682" fmla="*/ 783159 w 1147179"/>
              <a:gd name="connsiteY682" fmla="*/ 412004 h 740098"/>
              <a:gd name="connsiteX683" fmla="*/ 784311 w 1147179"/>
              <a:gd name="connsiteY683" fmla="*/ 409135 h 740098"/>
              <a:gd name="connsiteX684" fmla="*/ 785456 w 1147179"/>
              <a:gd name="connsiteY684" fmla="*/ 406272 h 740098"/>
              <a:gd name="connsiteX685" fmla="*/ 786602 w 1147179"/>
              <a:gd name="connsiteY685" fmla="*/ 403414 h 740098"/>
              <a:gd name="connsiteX686" fmla="*/ 787753 w 1147179"/>
              <a:gd name="connsiteY686" fmla="*/ 400562 h 740098"/>
              <a:gd name="connsiteX687" fmla="*/ 788899 w 1147179"/>
              <a:gd name="connsiteY687" fmla="*/ 397715 h 740098"/>
              <a:gd name="connsiteX688" fmla="*/ 790051 w 1147179"/>
              <a:gd name="connsiteY688" fmla="*/ 394875 h 740098"/>
              <a:gd name="connsiteX689" fmla="*/ 791196 w 1147179"/>
              <a:gd name="connsiteY689" fmla="*/ 392042 h 740098"/>
              <a:gd name="connsiteX690" fmla="*/ 792348 w 1147179"/>
              <a:gd name="connsiteY690" fmla="*/ 389215 h 740098"/>
              <a:gd name="connsiteX691" fmla="*/ 793494 w 1147179"/>
              <a:gd name="connsiteY691" fmla="*/ 386394 h 740098"/>
              <a:gd name="connsiteX692" fmla="*/ 794645 w 1147179"/>
              <a:gd name="connsiteY692" fmla="*/ 383581 h 740098"/>
              <a:gd name="connsiteX693" fmla="*/ 795791 w 1147179"/>
              <a:gd name="connsiteY693" fmla="*/ 380775 h 740098"/>
              <a:gd name="connsiteX694" fmla="*/ 796937 w 1147179"/>
              <a:gd name="connsiteY694" fmla="*/ 377978 h 740098"/>
              <a:gd name="connsiteX695" fmla="*/ 798088 w 1147179"/>
              <a:gd name="connsiteY695" fmla="*/ 375188 h 740098"/>
              <a:gd name="connsiteX696" fmla="*/ 799234 w 1147179"/>
              <a:gd name="connsiteY696" fmla="*/ 372406 h 740098"/>
              <a:gd name="connsiteX697" fmla="*/ 800386 w 1147179"/>
              <a:gd name="connsiteY697" fmla="*/ 369632 h 740098"/>
              <a:gd name="connsiteX698" fmla="*/ 801531 w 1147179"/>
              <a:gd name="connsiteY698" fmla="*/ 366867 h 740098"/>
              <a:gd name="connsiteX699" fmla="*/ 802683 w 1147179"/>
              <a:gd name="connsiteY699" fmla="*/ 364111 h 740098"/>
              <a:gd name="connsiteX700" fmla="*/ 803828 w 1147179"/>
              <a:gd name="connsiteY700" fmla="*/ 361363 h 740098"/>
              <a:gd name="connsiteX701" fmla="*/ 804980 w 1147179"/>
              <a:gd name="connsiteY701" fmla="*/ 358624 h 740098"/>
              <a:gd name="connsiteX702" fmla="*/ 806126 w 1147179"/>
              <a:gd name="connsiteY702" fmla="*/ 355895 h 740098"/>
              <a:gd name="connsiteX703" fmla="*/ 807271 w 1147179"/>
              <a:gd name="connsiteY703" fmla="*/ 353175 h 740098"/>
              <a:gd name="connsiteX704" fmla="*/ 808423 w 1147179"/>
              <a:gd name="connsiteY704" fmla="*/ 350465 h 740098"/>
              <a:gd name="connsiteX705" fmla="*/ 809569 w 1147179"/>
              <a:gd name="connsiteY705" fmla="*/ 347764 h 740098"/>
              <a:gd name="connsiteX706" fmla="*/ 810720 w 1147179"/>
              <a:gd name="connsiteY706" fmla="*/ 345074 h 740098"/>
              <a:gd name="connsiteX707" fmla="*/ 811866 w 1147179"/>
              <a:gd name="connsiteY707" fmla="*/ 342394 h 740098"/>
              <a:gd name="connsiteX708" fmla="*/ 813018 w 1147179"/>
              <a:gd name="connsiteY708" fmla="*/ 339725 h 740098"/>
              <a:gd name="connsiteX709" fmla="*/ 814163 w 1147179"/>
              <a:gd name="connsiteY709" fmla="*/ 337065 h 740098"/>
              <a:gd name="connsiteX710" fmla="*/ 815315 w 1147179"/>
              <a:gd name="connsiteY710" fmla="*/ 334416 h 740098"/>
              <a:gd name="connsiteX711" fmla="*/ 816460 w 1147179"/>
              <a:gd name="connsiteY711" fmla="*/ 331778 h 740098"/>
              <a:gd name="connsiteX712" fmla="*/ 817606 w 1147179"/>
              <a:gd name="connsiteY712" fmla="*/ 329151 h 740098"/>
              <a:gd name="connsiteX713" fmla="*/ 818758 w 1147179"/>
              <a:gd name="connsiteY713" fmla="*/ 326536 h 740098"/>
              <a:gd name="connsiteX714" fmla="*/ 819903 w 1147179"/>
              <a:gd name="connsiteY714" fmla="*/ 323931 h 740098"/>
              <a:gd name="connsiteX715" fmla="*/ 821055 w 1147179"/>
              <a:gd name="connsiteY715" fmla="*/ 321338 h 740098"/>
              <a:gd name="connsiteX716" fmla="*/ 822201 w 1147179"/>
              <a:gd name="connsiteY716" fmla="*/ 318756 h 740098"/>
              <a:gd name="connsiteX717" fmla="*/ 823352 w 1147179"/>
              <a:gd name="connsiteY717" fmla="*/ 316185 h 740098"/>
              <a:gd name="connsiteX718" fmla="*/ 824498 w 1147179"/>
              <a:gd name="connsiteY718" fmla="*/ 313627 h 740098"/>
              <a:gd name="connsiteX719" fmla="*/ 825650 w 1147179"/>
              <a:gd name="connsiteY719" fmla="*/ 311080 h 740098"/>
              <a:gd name="connsiteX720" fmla="*/ 826795 w 1147179"/>
              <a:gd name="connsiteY720" fmla="*/ 308545 h 740098"/>
              <a:gd name="connsiteX721" fmla="*/ 827947 w 1147179"/>
              <a:gd name="connsiteY721" fmla="*/ 306023 h 740098"/>
              <a:gd name="connsiteX722" fmla="*/ 829093 w 1147179"/>
              <a:gd name="connsiteY722" fmla="*/ 303512 h 740098"/>
              <a:gd name="connsiteX723" fmla="*/ 830238 w 1147179"/>
              <a:gd name="connsiteY723" fmla="*/ 301014 h 740098"/>
              <a:gd name="connsiteX724" fmla="*/ 831390 w 1147179"/>
              <a:gd name="connsiteY724" fmla="*/ 298528 h 740098"/>
              <a:gd name="connsiteX725" fmla="*/ 832535 w 1147179"/>
              <a:gd name="connsiteY725" fmla="*/ 296054 h 740098"/>
              <a:gd name="connsiteX726" fmla="*/ 833687 w 1147179"/>
              <a:gd name="connsiteY726" fmla="*/ 293593 h 740098"/>
              <a:gd name="connsiteX727" fmla="*/ 834833 w 1147179"/>
              <a:gd name="connsiteY727" fmla="*/ 291145 h 740098"/>
              <a:gd name="connsiteX728" fmla="*/ 835984 w 1147179"/>
              <a:gd name="connsiteY728" fmla="*/ 288709 h 740098"/>
              <a:gd name="connsiteX729" fmla="*/ 837130 w 1147179"/>
              <a:gd name="connsiteY729" fmla="*/ 286286 h 740098"/>
              <a:gd name="connsiteX730" fmla="*/ 838282 w 1147179"/>
              <a:gd name="connsiteY730" fmla="*/ 283876 h 740098"/>
              <a:gd name="connsiteX731" fmla="*/ 839427 w 1147179"/>
              <a:gd name="connsiteY731" fmla="*/ 281479 h 740098"/>
              <a:gd name="connsiteX732" fmla="*/ 840573 w 1147179"/>
              <a:gd name="connsiteY732" fmla="*/ 279094 h 740098"/>
              <a:gd name="connsiteX733" fmla="*/ 841725 w 1147179"/>
              <a:gd name="connsiteY733" fmla="*/ 276723 h 740098"/>
              <a:gd name="connsiteX734" fmla="*/ 842870 w 1147179"/>
              <a:gd name="connsiteY734" fmla="*/ 274365 h 740098"/>
              <a:gd name="connsiteX735" fmla="*/ 844022 w 1147179"/>
              <a:gd name="connsiteY735" fmla="*/ 272020 h 740098"/>
              <a:gd name="connsiteX736" fmla="*/ 845168 w 1147179"/>
              <a:gd name="connsiteY736" fmla="*/ 269689 h 740098"/>
              <a:gd name="connsiteX737" fmla="*/ 846319 w 1147179"/>
              <a:gd name="connsiteY737" fmla="*/ 267370 h 740098"/>
              <a:gd name="connsiteX738" fmla="*/ 847465 w 1147179"/>
              <a:gd name="connsiteY738" fmla="*/ 265065 h 740098"/>
              <a:gd name="connsiteX739" fmla="*/ 848616 w 1147179"/>
              <a:gd name="connsiteY739" fmla="*/ 262773 h 740098"/>
              <a:gd name="connsiteX740" fmla="*/ 849762 w 1147179"/>
              <a:gd name="connsiteY740" fmla="*/ 260494 h 740098"/>
              <a:gd name="connsiteX741" fmla="*/ 850908 w 1147179"/>
              <a:gd name="connsiteY741" fmla="*/ 258229 h 740098"/>
              <a:gd name="connsiteX742" fmla="*/ 852059 w 1147179"/>
              <a:gd name="connsiteY742" fmla="*/ 255978 h 740098"/>
              <a:gd name="connsiteX743" fmla="*/ 853205 w 1147179"/>
              <a:gd name="connsiteY743" fmla="*/ 253739 h 740098"/>
              <a:gd name="connsiteX744" fmla="*/ 854357 w 1147179"/>
              <a:gd name="connsiteY744" fmla="*/ 251515 h 740098"/>
              <a:gd name="connsiteX745" fmla="*/ 855502 w 1147179"/>
              <a:gd name="connsiteY745" fmla="*/ 249303 h 740098"/>
              <a:gd name="connsiteX746" fmla="*/ 856654 w 1147179"/>
              <a:gd name="connsiteY746" fmla="*/ 247106 h 740098"/>
              <a:gd name="connsiteX747" fmla="*/ 857800 w 1147179"/>
              <a:gd name="connsiteY747" fmla="*/ 244921 h 740098"/>
              <a:gd name="connsiteX748" fmla="*/ 858951 w 1147179"/>
              <a:gd name="connsiteY748" fmla="*/ 242751 h 740098"/>
              <a:gd name="connsiteX749" fmla="*/ 860097 w 1147179"/>
              <a:gd name="connsiteY749" fmla="*/ 240594 h 740098"/>
              <a:gd name="connsiteX750" fmla="*/ 861248 w 1147179"/>
              <a:gd name="connsiteY750" fmla="*/ 238450 h 740098"/>
              <a:gd name="connsiteX751" fmla="*/ 862394 w 1147179"/>
              <a:gd name="connsiteY751" fmla="*/ 236320 h 740098"/>
              <a:gd name="connsiteX752" fmla="*/ 863540 w 1147179"/>
              <a:gd name="connsiteY752" fmla="*/ 234204 h 740098"/>
              <a:gd name="connsiteX753" fmla="*/ 864691 w 1147179"/>
              <a:gd name="connsiteY753" fmla="*/ 232101 h 740098"/>
              <a:gd name="connsiteX754" fmla="*/ 865837 w 1147179"/>
              <a:gd name="connsiteY754" fmla="*/ 230012 h 740098"/>
              <a:gd name="connsiteX755" fmla="*/ 866989 w 1147179"/>
              <a:gd name="connsiteY755" fmla="*/ 227937 h 740098"/>
              <a:gd name="connsiteX756" fmla="*/ 868134 w 1147179"/>
              <a:gd name="connsiteY756" fmla="*/ 225874 h 740098"/>
              <a:gd name="connsiteX757" fmla="*/ 869286 w 1147179"/>
              <a:gd name="connsiteY757" fmla="*/ 223826 h 740098"/>
              <a:gd name="connsiteX758" fmla="*/ 870432 w 1147179"/>
              <a:gd name="connsiteY758" fmla="*/ 221791 h 740098"/>
              <a:gd name="connsiteX759" fmla="*/ 871583 w 1147179"/>
              <a:gd name="connsiteY759" fmla="*/ 219770 h 740098"/>
              <a:gd name="connsiteX760" fmla="*/ 872729 w 1147179"/>
              <a:gd name="connsiteY760" fmla="*/ 217762 h 740098"/>
              <a:gd name="connsiteX761" fmla="*/ 873875 w 1147179"/>
              <a:gd name="connsiteY761" fmla="*/ 215768 h 740098"/>
              <a:gd name="connsiteX762" fmla="*/ 875026 w 1147179"/>
              <a:gd name="connsiteY762" fmla="*/ 213786 h 740098"/>
              <a:gd name="connsiteX763" fmla="*/ 876172 w 1147179"/>
              <a:gd name="connsiteY763" fmla="*/ 211819 h 740098"/>
              <a:gd name="connsiteX764" fmla="*/ 877323 w 1147179"/>
              <a:gd name="connsiteY764" fmla="*/ 209865 h 740098"/>
              <a:gd name="connsiteX765" fmla="*/ 878469 w 1147179"/>
              <a:gd name="connsiteY765" fmla="*/ 207924 h 740098"/>
              <a:gd name="connsiteX766" fmla="*/ 879621 w 1147179"/>
              <a:gd name="connsiteY766" fmla="*/ 205997 h 740098"/>
              <a:gd name="connsiteX767" fmla="*/ 880766 w 1147179"/>
              <a:gd name="connsiteY767" fmla="*/ 204083 h 740098"/>
              <a:gd name="connsiteX768" fmla="*/ 881918 w 1147179"/>
              <a:gd name="connsiteY768" fmla="*/ 202183 h 740098"/>
              <a:gd name="connsiteX769" fmla="*/ 883064 w 1147179"/>
              <a:gd name="connsiteY769" fmla="*/ 200296 h 740098"/>
              <a:gd name="connsiteX770" fmla="*/ 884209 w 1147179"/>
              <a:gd name="connsiteY770" fmla="*/ 198422 h 740098"/>
              <a:gd name="connsiteX771" fmla="*/ 885361 w 1147179"/>
              <a:gd name="connsiteY771" fmla="*/ 196561 h 740098"/>
              <a:gd name="connsiteX772" fmla="*/ 886507 w 1147179"/>
              <a:gd name="connsiteY772" fmla="*/ 194714 h 740098"/>
              <a:gd name="connsiteX773" fmla="*/ 887658 w 1147179"/>
              <a:gd name="connsiteY773" fmla="*/ 192879 h 740098"/>
              <a:gd name="connsiteX774" fmla="*/ 888804 w 1147179"/>
              <a:gd name="connsiteY774" fmla="*/ 191058 h 740098"/>
              <a:gd name="connsiteX775" fmla="*/ 889956 w 1147179"/>
              <a:gd name="connsiteY775" fmla="*/ 189250 h 740098"/>
              <a:gd name="connsiteX776" fmla="*/ 891101 w 1147179"/>
              <a:gd name="connsiteY776" fmla="*/ 187455 h 740098"/>
              <a:gd name="connsiteX777" fmla="*/ 892253 w 1147179"/>
              <a:gd name="connsiteY777" fmla="*/ 185673 h 740098"/>
              <a:gd name="connsiteX778" fmla="*/ 893398 w 1147179"/>
              <a:gd name="connsiteY778" fmla="*/ 183903 h 740098"/>
              <a:gd name="connsiteX779" fmla="*/ 894544 w 1147179"/>
              <a:gd name="connsiteY779" fmla="*/ 182147 h 740098"/>
              <a:gd name="connsiteX780" fmla="*/ 895696 w 1147179"/>
              <a:gd name="connsiteY780" fmla="*/ 180404 h 740098"/>
              <a:gd name="connsiteX781" fmla="*/ 896841 w 1147179"/>
              <a:gd name="connsiteY781" fmla="*/ 178673 h 740098"/>
              <a:gd name="connsiteX782" fmla="*/ 897993 w 1147179"/>
              <a:gd name="connsiteY782" fmla="*/ 176955 h 740098"/>
              <a:gd name="connsiteX783" fmla="*/ 899139 w 1147179"/>
              <a:gd name="connsiteY783" fmla="*/ 175249 h 740098"/>
              <a:gd name="connsiteX784" fmla="*/ 900290 w 1147179"/>
              <a:gd name="connsiteY784" fmla="*/ 173557 h 740098"/>
              <a:gd name="connsiteX785" fmla="*/ 901436 w 1147179"/>
              <a:gd name="connsiteY785" fmla="*/ 171877 h 740098"/>
              <a:gd name="connsiteX786" fmla="*/ 902588 w 1147179"/>
              <a:gd name="connsiteY786" fmla="*/ 170209 h 740098"/>
              <a:gd name="connsiteX787" fmla="*/ 903733 w 1147179"/>
              <a:gd name="connsiteY787" fmla="*/ 168554 h 740098"/>
              <a:gd name="connsiteX788" fmla="*/ 904885 w 1147179"/>
              <a:gd name="connsiteY788" fmla="*/ 166911 h 740098"/>
              <a:gd name="connsiteX789" fmla="*/ 906031 w 1147179"/>
              <a:gd name="connsiteY789" fmla="*/ 165281 h 740098"/>
              <a:gd name="connsiteX790" fmla="*/ 907176 w 1147179"/>
              <a:gd name="connsiteY790" fmla="*/ 163663 h 740098"/>
              <a:gd name="connsiteX791" fmla="*/ 908328 w 1147179"/>
              <a:gd name="connsiteY791" fmla="*/ 162057 h 740098"/>
              <a:gd name="connsiteX792" fmla="*/ 909473 w 1147179"/>
              <a:gd name="connsiteY792" fmla="*/ 160464 h 740098"/>
              <a:gd name="connsiteX793" fmla="*/ 910625 w 1147179"/>
              <a:gd name="connsiteY793" fmla="*/ 158882 h 740098"/>
              <a:gd name="connsiteX794" fmla="*/ 911771 w 1147179"/>
              <a:gd name="connsiteY794" fmla="*/ 157312 h 740098"/>
              <a:gd name="connsiteX795" fmla="*/ 912922 w 1147179"/>
              <a:gd name="connsiteY795" fmla="*/ 155755 h 740098"/>
              <a:gd name="connsiteX796" fmla="*/ 914068 w 1147179"/>
              <a:gd name="connsiteY796" fmla="*/ 154210 h 740098"/>
              <a:gd name="connsiteX797" fmla="*/ 915220 w 1147179"/>
              <a:gd name="connsiteY797" fmla="*/ 152676 h 740098"/>
              <a:gd name="connsiteX798" fmla="*/ 916365 w 1147179"/>
              <a:gd name="connsiteY798" fmla="*/ 151154 h 740098"/>
              <a:gd name="connsiteX799" fmla="*/ 917511 w 1147179"/>
              <a:gd name="connsiteY799" fmla="*/ 149643 h 740098"/>
              <a:gd name="connsiteX800" fmla="*/ 918663 w 1147179"/>
              <a:gd name="connsiteY800" fmla="*/ 148145 h 740098"/>
              <a:gd name="connsiteX801" fmla="*/ 919808 w 1147179"/>
              <a:gd name="connsiteY801" fmla="*/ 146658 h 740098"/>
              <a:gd name="connsiteX802" fmla="*/ 920960 w 1147179"/>
              <a:gd name="connsiteY802" fmla="*/ 145183 h 740098"/>
              <a:gd name="connsiteX803" fmla="*/ 922105 w 1147179"/>
              <a:gd name="connsiteY803" fmla="*/ 143719 h 740098"/>
              <a:gd name="connsiteX804" fmla="*/ 923257 w 1147179"/>
              <a:gd name="connsiteY804" fmla="*/ 142267 h 740098"/>
              <a:gd name="connsiteX805" fmla="*/ 924403 w 1147179"/>
              <a:gd name="connsiteY805" fmla="*/ 140826 h 740098"/>
              <a:gd name="connsiteX806" fmla="*/ 925554 w 1147179"/>
              <a:gd name="connsiteY806" fmla="*/ 139396 h 740098"/>
              <a:gd name="connsiteX807" fmla="*/ 926700 w 1147179"/>
              <a:gd name="connsiteY807" fmla="*/ 137978 h 740098"/>
              <a:gd name="connsiteX808" fmla="*/ 927846 w 1147179"/>
              <a:gd name="connsiteY808" fmla="*/ 136570 h 740098"/>
              <a:gd name="connsiteX809" fmla="*/ 928997 w 1147179"/>
              <a:gd name="connsiteY809" fmla="*/ 135174 h 740098"/>
              <a:gd name="connsiteX810" fmla="*/ 930143 w 1147179"/>
              <a:gd name="connsiteY810" fmla="*/ 133788 h 740098"/>
              <a:gd name="connsiteX811" fmla="*/ 931295 w 1147179"/>
              <a:gd name="connsiteY811" fmla="*/ 132414 h 740098"/>
              <a:gd name="connsiteX812" fmla="*/ 932440 w 1147179"/>
              <a:gd name="connsiteY812" fmla="*/ 131050 h 740098"/>
              <a:gd name="connsiteX813" fmla="*/ 933592 w 1147179"/>
              <a:gd name="connsiteY813" fmla="*/ 129697 h 740098"/>
              <a:gd name="connsiteX814" fmla="*/ 934738 w 1147179"/>
              <a:gd name="connsiteY814" fmla="*/ 128356 h 740098"/>
              <a:gd name="connsiteX815" fmla="*/ 935889 w 1147179"/>
              <a:gd name="connsiteY815" fmla="*/ 127024 h 740098"/>
              <a:gd name="connsiteX816" fmla="*/ 937035 w 1147179"/>
              <a:gd name="connsiteY816" fmla="*/ 125703 h 740098"/>
              <a:gd name="connsiteX817" fmla="*/ 938180 w 1147179"/>
              <a:gd name="connsiteY817" fmla="*/ 124393 h 740098"/>
              <a:gd name="connsiteX818" fmla="*/ 939332 w 1147179"/>
              <a:gd name="connsiteY818" fmla="*/ 123093 h 740098"/>
              <a:gd name="connsiteX819" fmla="*/ 940478 w 1147179"/>
              <a:gd name="connsiteY819" fmla="*/ 121804 h 740098"/>
              <a:gd name="connsiteX820" fmla="*/ 941629 w 1147179"/>
              <a:gd name="connsiteY820" fmla="*/ 120525 h 740098"/>
              <a:gd name="connsiteX821" fmla="*/ 942775 w 1147179"/>
              <a:gd name="connsiteY821" fmla="*/ 119256 h 740098"/>
              <a:gd name="connsiteX822" fmla="*/ 943927 w 1147179"/>
              <a:gd name="connsiteY822" fmla="*/ 117997 h 740098"/>
              <a:gd name="connsiteX823" fmla="*/ 945072 w 1147179"/>
              <a:gd name="connsiteY823" fmla="*/ 116748 h 740098"/>
              <a:gd name="connsiteX824" fmla="*/ 946224 w 1147179"/>
              <a:gd name="connsiteY824" fmla="*/ 115510 h 740098"/>
              <a:gd name="connsiteX825" fmla="*/ 947370 w 1147179"/>
              <a:gd name="connsiteY825" fmla="*/ 114281 h 740098"/>
              <a:gd name="connsiteX826" fmla="*/ 948521 w 1147179"/>
              <a:gd name="connsiteY826" fmla="*/ 113062 h 740098"/>
              <a:gd name="connsiteX827" fmla="*/ 949667 w 1147179"/>
              <a:gd name="connsiteY827" fmla="*/ 111854 h 740098"/>
              <a:gd name="connsiteX828" fmla="*/ 950813 w 1147179"/>
              <a:gd name="connsiteY828" fmla="*/ 110654 h 740098"/>
              <a:gd name="connsiteX829" fmla="*/ 951964 w 1147179"/>
              <a:gd name="connsiteY829" fmla="*/ 109465 h 740098"/>
              <a:gd name="connsiteX830" fmla="*/ 953110 w 1147179"/>
              <a:gd name="connsiteY830" fmla="*/ 108285 h 740098"/>
              <a:gd name="connsiteX831" fmla="*/ 954261 w 1147179"/>
              <a:gd name="connsiteY831" fmla="*/ 107114 h 740098"/>
              <a:gd name="connsiteX832" fmla="*/ 955407 w 1147179"/>
              <a:gd name="connsiteY832" fmla="*/ 105953 h 740098"/>
              <a:gd name="connsiteX833" fmla="*/ 956559 w 1147179"/>
              <a:gd name="connsiteY833" fmla="*/ 104802 h 740098"/>
              <a:gd name="connsiteX834" fmla="*/ 957704 w 1147179"/>
              <a:gd name="connsiteY834" fmla="*/ 103660 h 740098"/>
              <a:gd name="connsiteX835" fmla="*/ 958856 w 1147179"/>
              <a:gd name="connsiteY835" fmla="*/ 102527 h 740098"/>
              <a:gd name="connsiteX836" fmla="*/ 960002 w 1147179"/>
              <a:gd name="connsiteY836" fmla="*/ 101403 h 740098"/>
              <a:gd name="connsiteX837" fmla="*/ 961147 w 1147179"/>
              <a:gd name="connsiteY837" fmla="*/ 100289 h 740098"/>
              <a:gd name="connsiteX838" fmla="*/ 962299 w 1147179"/>
              <a:gd name="connsiteY838" fmla="*/ 99183 h 740098"/>
              <a:gd name="connsiteX839" fmla="*/ 963445 w 1147179"/>
              <a:gd name="connsiteY839" fmla="*/ 98087 h 740098"/>
              <a:gd name="connsiteX840" fmla="*/ 964596 w 1147179"/>
              <a:gd name="connsiteY840" fmla="*/ 96999 h 740098"/>
              <a:gd name="connsiteX841" fmla="*/ 965742 w 1147179"/>
              <a:gd name="connsiteY841" fmla="*/ 95920 h 740098"/>
              <a:gd name="connsiteX842" fmla="*/ 966893 w 1147179"/>
              <a:gd name="connsiteY842" fmla="*/ 94850 h 740098"/>
              <a:gd name="connsiteX843" fmla="*/ 968039 w 1147179"/>
              <a:gd name="connsiteY843" fmla="*/ 93789 h 740098"/>
              <a:gd name="connsiteX844" fmla="*/ 969191 w 1147179"/>
              <a:gd name="connsiteY844" fmla="*/ 92737 h 740098"/>
              <a:gd name="connsiteX845" fmla="*/ 970336 w 1147179"/>
              <a:gd name="connsiteY845" fmla="*/ 91693 h 740098"/>
              <a:gd name="connsiteX846" fmla="*/ 971482 w 1147179"/>
              <a:gd name="connsiteY846" fmla="*/ 90657 h 740098"/>
              <a:gd name="connsiteX847" fmla="*/ 972634 w 1147179"/>
              <a:gd name="connsiteY847" fmla="*/ 89630 h 740098"/>
              <a:gd name="connsiteX848" fmla="*/ 973779 w 1147179"/>
              <a:gd name="connsiteY848" fmla="*/ 88611 h 740098"/>
              <a:gd name="connsiteX849" fmla="*/ 974931 w 1147179"/>
              <a:gd name="connsiteY849" fmla="*/ 87601 h 740098"/>
              <a:gd name="connsiteX850" fmla="*/ 976077 w 1147179"/>
              <a:gd name="connsiteY850" fmla="*/ 86598 h 740098"/>
              <a:gd name="connsiteX851" fmla="*/ 977228 w 1147179"/>
              <a:gd name="connsiteY851" fmla="*/ 85604 h 740098"/>
              <a:gd name="connsiteX852" fmla="*/ 978374 w 1147179"/>
              <a:gd name="connsiteY852" fmla="*/ 84619 h 740098"/>
              <a:gd name="connsiteX853" fmla="*/ 979525 w 1147179"/>
              <a:gd name="connsiteY853" fmla="*/ 83641 h 740098"/>
              <a:gd name="connsiteX854" fmla="*/ 980671 w 1147179"/>
              <a:gd name="connsiteY854" fmla="*/ 82671 h 740098"/>
              <a:gd name="connsiteX855" fmla="*/ 981823 w 1147179"/>
              <a:gd name="connsiteY855" fmla="*/ 81709 h 740098"/>
              <a:gd name="connsiteX856" fmla="*/ 982968 w 1147179"/>
              <a:gd name="connsiteY856" fmla="*/ 80755 h 740098"/>
              <a:gd name="connsiteX857" fmla="*/ 984114 w 1147179"/>
              <a:gd name="connsiteY857" fmla="*/ 79809 h 740098"/>
              <a:gd name="connsiteX858" fmla="*/ 985266 w 1147179"/>
              <a:gd name="connsiteY858" fmla="*/ 78871 h 740098"/>
              <a:gd name="connsiteX859" fmla="*/ 986411 w 1147179"/>
              <a:gd name="connsiteY859" fmla="*/ 77940 h 740098"/>
              <a:gd name="connsiteX860" fmla="*/ 987563 w 1147179"/>
              <a:gd name="connsiteY860" fmla="*/ 77017 h 740098"/>
              <a:gd name="connsiteX861" fmla="*/ 988709 w 1147179"/>
              <a:gd name="connsiteY861" fmla="*/ 76101 h 740098"/>
              <a:gd name="connsiteX862" fmla="*/ 989860 w 1147179"/>
              <a:gd name="connsiteY862" fmla="*/ 75193 h 740098"/>
              <a:gd name="connsiteX863" fmla="*/ 991006 w 1147179"/>
              <a:gd name="connsiteY863" fmla="*/ 74292 h 740098"/>
              <a:gd name="connsiteX864" fmla="*/ 992158 w 1147179"/>
              <a:gd name="connsiteY864" fmla="*/ 73399 h 740098"/>
              <a:gd name="connsiteX865" fmla="*/ 993303 w 1147179"/>
              <a:gd name="connsiteY865" fmla="*/ 72513 h 740098"/>
              <a:gd name="connsiteX866" fmla="*/ 994449 w 1147179"/>
              <a:gd name="connsiteY866" fmla="*/ 71634 h 740098"/>
              <a:gd name="connsiteX867" fmla="*/ 995601 w 1147179"/>
              <a:gd name="connsiteY867" fmla="*/ 70763 h 740098"/>
              <a:gd name="connsiteX868" fmla="*/ 996746 w 1147179"/>
              <a:gd name="connsiteY868" fmla="*/ 69898 h 740098"/>
              <a:gd name="connsiteX869" fmla="*/ 997898 w 1147179"/>
              <a:gd name="connsiteY869" fmla="*/ 69041 h 740098"/>
              <a:gd name="connsiteX870" fmla="*/ 999043 w 1147179"/>
              <a:gd name="connsiteY870" fmla="*/ 68190 h 740098"/>
              <a:gd name="connsiteX871" fmla="*/ 1000195 w 1147179"/>
              <a:gd name="connsiteY871" fmla="*/ 67346 h 740098"/>
              <a:gd name="connsiteX872" fmla="*/ 1001341 w 1147179"/>
              <a:gd name="connsiteY872" fmla="*/ 66509 h 740098"/>
              <a:gd name="connsiteX873" fmla="*/ 1002492 w 1147179"/>
              <a:gd name="connsiteY873" fmla="*/ 65680 h 740098"/>
              <a:gd name="connsiteX874" fmla="*/ 1003638 w 1147179"/>
              <a:gd name="connsiteY874" fmla="*/ 64857 h 740098"/>
              <a:gd name="connsiteX875" fmla="*/ 1004784 w 1147179"/>
              <a:gd name="connsiteY875" fmla="*/ 64040 h 740098"/>
              <a:gd name="connsiteX876" fmla="*/ 1005935 w 1147179"/>
              <a:gd name="connsiteY876" fmla="*/ 63231 h 740098"/>
              <a:gd name="connsiteX877" fmla="*/ 1007081 w 1147179"/>
              <a:gd name="connsiteY877" fmla="*/ 62427 h 740098"/>
              <a:gd name="connsiteX878" fmla="*/ 1008232 w 1147179"/>
              <a:gd name="connsiteY878" fmla="*/ 61631 h 740098"/>
              <a:gd name="connsiteX879" fmla="*/ 1009378 w 1147179"/>
              <a:gd name="connsiteY879" fmla="*/ 60841 h 740098"/>
              <a:gd name="connsiteX880" fmla="*/ 1010530 w 1147179"/>
              <a:gd name="connsiteY880" fmla="*/ 60058 h 740098"/>
              <a:gd name="connsiteX881" fmla="*/ 1011675 w 1147179"/>
              <a:gd name="connsiteY881" fmla="*/ 59280 h 740098"/>
              <a:gd name="connsiteX882" fmla="*/ 1012827 w 1147179"/>
              <a:gd name="connsiteY882" fmla="*/ 58509 h 740098"/>
              <a:gd name="connsiteX883" fmla="*/ 1013973 w 1147179"/>
              <a:gd name="connsiteY883" fmla="*/ 57745 h 740098"/>
              <a:gd name="connsiteX884" fmla="*/ 1015118 w 1147179"/>
              <a:gd name="connsiteY884" fmla="*/ 56986 h 740098"/>
              <a:gd name="connsiteX885" fmla="*/ 1016270 w 1147179"/>
              <a:gd name="connsiteY885" fmla="*/ 56234 h 740098"/>
              <a:gd name="connsiteX886" fmla="*/ 1017416 w 1147179"/>
              <a:gd name="connsiteY886" fmla="*/ 55488 h 740098"/>
              <a:gd name="connsiteX887" fmla="*/ 1018567 w 1147179"/>
              <a:gd name="connsiteY887" fmla="*/ 54748 h 740098"/>
              <a:gd name="connsiteX888" fmla="*/ 1019713 w 1147179"/>
              <a:gd name="connsiteY888" fmla="*/ 54014 h 740098"/>
              <a:gd name="connsiteX889" fmla="*/ 1020865 w 1147179"/>
              <a:gd name="connsiteY889" fmla="*/ 53286 h 740098"/>
              <a:gd name="connsiteX890" fmla="*/ 1022010 w 1147179"/>
              <a:gd name="connsiteY890" fmla="*/ 52563 h 740098"/>
              <a:gd name="connsiteX891" fmla="*/ 1023162 w 1147179"/>
              <a:gd name="connsiteY891" fmla="*/ 51847 h 740098"/>
              <a:gd name="connsiteX892" fmla="*/ 1024307 w 1147179"/>
              <a:gd name="connsiteY892" fmla="*/ 51136 h 740098"/>
              <a:gd name="connsiteX893" fmla="*/ 1025459 w 1147179"/>
              <a:gd name="connsiteY893" fmla="*/ 50431 h 740098"/>
              <a:gd name="connsiteX894" fmla="*/ 1026605 w 1147179"/>
              <a:gd name="connsiteY894" fmla="*/ 49732 h 740098"/>
              <a:gd name="connsiteX895" fmla="*/ 1027750 w 1147179"/>
              <a:gd name="connsiteY895" fmla="*/ 49039 h 740098"/>
              <a:gd name="connsiteX896" fmla="*/ 1028902 w 1147179"/>
              <a:gd name="connsiteY896" fmla="*/ 48351 h 740098"/>
              <a:gd name="connsiteX897" fmla="*/ 1030048 w 1147179"/>
              <a:gd name="connsiteY897" fmla="*/ 47668 h 740098"/>
              <a:gd name="connsiteX898" fmla="*/ 1031199 w 1147179"/>
              <a:gd name="connsiteY898" fmla="*/ 46991 h 740098"/>
              <a:gd name="connsiteX899" fmla="*/ 1032345 w 1147179"/>
              <a:gd name="connsiteY899" fmla="*/ 46320 h 740098"/>
              <a:gd name="connsiteX900" fmla="*/ 1033497 w 1147179"/>
              <a:gd name="connsiteY900" fmla="*/ 45654 h 740098"/>
              <a:gd name="connsiteX901" fmla="*/ 1034642 w 1147179"/>
              <a:gd name="connsiteY901" fmla="*/ 44994 h 740098"/>
              <a:gd name="connsiteX902" fmla="*/ 1035794 w 1147179"/>
              <a:gd name="connsiteY902" fmla="*/ 44338 h 740098"/>
              <a:gd name="connsiteX903" fmla="*/ 1036940 w 1147179"/>
              <a:gd name="connsiteY903" fmla="*/ 43688 h 740098"/>
              <a:gd name="connsiteX904" fmla="*/ 1038085 w 1147179"/>
              <a:gd name="connsiteY904" fmla="*/ 43043 h 740098"/>
              <a:gd name="connsiteX905" fmla="*/ 1039237 w 1147179"/>
              <a:gd name="connsiteY905" fmla="*/ 42403 h 740098"/>
              <a:gd name="connsiteX906" fmla="*/ 1040382 w 1147179"/>
              <a:gd name="connsiteY906" fmla="*/ 41769 h 740098"/>
              <a:gd name="connsiteX907" fmla="*/ 1041534 w 1147179"/>
              <a:gd name="connsiteY907" fmla="*/ 41140 h 740098"/>
              <a:gd name="connsiteX908" fmla="*/ 1042680 w 1147179"/>
              <a:gd name="connsiteY908" fmla="*/ 40515 h 740098"/>
              <a:gd name="connsiteX909" fmla="*/ 1043831 w 1147179"/>
              <a:gd name="connsiteY909" fmla="*/ 39896 h 740098"/>
              <a:gd name="connsiteX910" fmla="*/ 1044977 w 1147179"/>
              <a:gd name="connsiteY910" fmla="*/ 39281 h 740098"/>
              <a:gd name="connsiteX911" fmla="*/ 1046129 w 1147179"/>
              <a:gd name="connsiteY911" fmla="*/ 38672 h 740098"/>
              <a:gd name="connsiteX912" fmla="*/ 1047274 w 1147179"/>
              <a:gd name="connsiteY912" fmla="*/ 38067 h 740098"/>
              <a:gd name="connsiteX913" fmla="*/ 1048420 w 1147179"/>
              <a:gd name="connsiteY913" fmla="*/ 37467 h 740098"/>
              <a:gd name="connsiteX914" fmla="*/ 1049572 w 1147179"/>
              <a:gd name="connsiteY914" fmla="*/ 36872 h 740098"/>
              <a:gd name="connsiteX915" fmla="*/ 1050717 w 1147179"/>
              <a:gd name="connsiteY915" fmla="*/ 36282 h 740098"/>
              <a:gd name="connsiteX916" fmla="*/ 1051869 w 1147179"/>
              <a:gd name="connsiteY916" fmla="*/ 35696 h 740098"/>
              <a:gd name="connsiteX917" fmla="*/ 1053015 w 1147179"/>
              <a:gd name="connsiteY917" fmla="*/ 35115 h 740098"/>
              <a:gd name="connsiteX918" fmla="*/ 1054166 w 1147179"/>
              <a:gd name="connsiteY918" fmla="*/ 34538 h 740098"/>
              <a:gd name="connsiteX919" fmla="*/ 1055312 w 1147179"/>
              <a:gd name="connsiteY919" fmla="*/ 33967 h 740098"/>
              <a:gd name="connsiteX920" fmla="*/ 1056464 w 1147179"/>
              <a:gd name="connsiteY920" fmla="*/ 33399 h 740098"/>
              <a:gd name="connsiteX921" fmla="*/ 1057609 w 1147179"/>
              <a:gd name="connsiteY921" fmla="*/ 32836 h 740098"/>
              <a:gd name="connsiteX922" fmla="*/ 1058761 w 1147179"/>
              <a:gd name="connsiteY922" fmla="*/ 32278 h 740098"/>
              <a:gd name="connsiteX923" fmla="*/ 1059906 w 1147179"/>
              <a:gd name="connsiteY923" fmla="*/ 31724 h 740098"/>
              <a:gd name="connsiteX924" fmla="*/ 1061052 w 1147179"/>
              <a:gd name="connsiteY924" fmla="*/ 31175 h 740098"/>
              <a:gd name="connsiteX925" fmla="*/ 1062204 w 1147179"/>
              <a:gd name="connsiteY925" fmla="*/ 30629 h 740098"/>
              <a:gd name="connsiteX926" fmla="*/ 1063349 w 1147179"/>
              <a:gd name="connsiteY926" fmla="*/ 30088 h 740098"/>
              <a:gd name="connsiteX927" fmla="*/ 1064501 w 1147179"/>
              <a:gd name="connsiteY927" fmla="*/ 29552 h 740098"/>
              <a:gd name="connsiteX928" fmla="*/ 1065647 w 1147179"/>
              <a:gd name="connsiteY928" fmla="*/ 29019 h 740098"/>
              <a:gd name="connsiteX929" fmla="*/ 1066798 w 1147179"/>
              <a:gd name="connsiteY929" fmla="*/ 28491 h 740098"/>
              <a:gd name="connsiteX930" fmla="*/ 1067944 w 1147179"/>
              <a:gd name="connsiteY930" fmla="*/ 27967 h 740098"/>
              <a:gd name="connsiteX931" fmla="*/ 1069096 w 1147179"/>
              <a:gd name="connsiteY931" fmla="*/ 27447 h 740098"/>
              <a:gd name="connsiteX932" fmla="*/ 1070241 w 1147179"/>
              <a:gd name="connsiteY932" fmla="*/ 26931 h 740098"/>
              <a:gd name="connsiteX933" fmla="*/ 1071387 w 1147179"/>
              <a:gd name="connsiteY933" fmla="*/ 26419 h 740098"/>
              <a:gd name="connsiteX934" fmla="*/ 1072539 w 1147179"/>
              <a:gd name="connsiteY934" fmla="*/ 25911 h 740098"/>
              <a:gd name="connsiteX935" fmla="*/ 1073684 w 1147179"/>
              <a:gd name="connsiteY935" fmla="*/ 25407 h 740098"/>
              <a:gd name="connsiteX936" fmla="*/ 1074836 w 1147179"/>
              <a:gd name="connsiteY936" fmla="*/ 24907 h 740098"/>
              <a:gd name="connsiteX937" fmla="*/ 1075981 w 1147179"/>
              <a:gd name="connsiteY937" fmla="*/ 24411 h 740098"/>
              <a:gd name="connsiteX938" fmla="*/ 1077133 w 1147179"/>
              <a:gd name="connsiteY938" fmla="*/ 23918 h 740098"/>
              <a:gd name="connsiteX939" fmla="*/ 1078279 w 1147179"/>
              <a:gd name="connsiteY939" fmla="*/ 23430 h 740098"/>
              <a:gd name="connsiteX940" fmla="*/ 1079430 w 1147179"/>
              <a:gd name="connsiteY940" fmla="*/ 22945 h 740098"/>
              <a:gd name="connsiteX941" fmla="*/ 1080576 w 1147179"/>
              <a:gd name="connsiteY941" fmla="*/ 22464 h 740098"/>
              <a:gd name="connsiteX942" fmla="*/ 1081722 w 1147179"/>
              <a:gd name="connsiteY942" fmla="*/ 21987 h 740098"/>
              <a:gd name="connsiteX943" fmla="*/ 1082873 w 1147179"/>
              <a:gd name="connsiteY943" fmla="*/ 21514 h 740098"/>
              <a:gd name="connsiteX944" fmla="*/ 1084019 w 1147179"/>
              <a:gd name="connsiteY944" fmla="*/ 21044 h 740098"/>
              <a:gd name="connsiteX945" fmla="*/ 1085170 w 1147179"/>
              <a:gd name="connsiteY945" fmla="*/ 20578 h 740098"/>
              <a:gd name="connsiteX946" fmla="*/ 1086316 w 1147179"/>
              <a:gd name="connsiteY946" fmla="*/ 20115 h 740098"/>
              <a:gd name="connsiteX947" fmla="*/ 1087468 w 1147179"/>
              <a:gd name="connsiteY947" fmla="*/ 19656 h 740098"/>
              <a:gd name="connsiteX948" fmla="*/ 1088613 w 1147179"/>
              <a:gd name="connsiteY948" fmla="*/ 19200 h 740098"/>
              <a:gd name="connsiteX949" fmla="*/ 1089765 w 1147179"/>
              <a:gd name="connsiteY949" fmla="*/ 18749 h 740098"/>
              <a:gd name="connsiteX950" fmla="*/ 1090911 w 1147179"/>
              <a:gd name="connsiteY950" fmla="*/ 18300 h 740098"/>
              <a:gd name="connsiteX951" fmla="*/ 1092056 w 1147179"/>
              <a:gd name="connsiteY951" fmla="*/ 17855 h 740098"/>
              <a:gd name="connsiteX952" fmla="*/ 1093208 w 1147179"/>
              <a:gd name="connsiteY952" fmla="*/ 17413 h 740098"/>
              <a:gd name="connsiteX953" fmla="*/ 1094354 w 1147179"/>
              <a:gd name="connsiteY953" fmla="*/ 16975 h 740098"/>
              <a:gd name="connsiteX954" fmla="*/ 1095505 w 1147179"/>
              <a:gd name="connsiteY954" fmla="*/ 16540 h 740098"/>
              <a:gd name="connsiteX955" fmla="*/ 1096651 w 1147179"/>
              <a:gd name="connsiteY955" fmla="*/ 16108 h 740098"/>
              <a:gd name="connsiteX956" fmla="*/ 1097803 w 1147179"/>
              <a:gd name="connsiteY956" fmla="*/ 15680 h 740098"/>
              <a:gd name="connsiteX957" fmla="*/ 1098948 w 1147179"/>
              <a:gd name="connsiteY957" fmla="*/ 15255 h 740098"/>
              <a:gd name="connsiteX958" fmla="*/ 1100100 w 1147179"/>
              <a:gd name="connsiteY958" fmla="*/ 14833 h 740098"/>
              <a:gd name="connsiteX959" fmla="*/ 1101245 w 1147179"/>
              <a:gd name="connsiteY959" fmla="*/ 14414 h 740098"/>
              <a:gd name="connsiteX960" fmla="*/ 1102397 w 1147179"/>
              <a:gd name="connsiteY960" fmla="*/ 13999 h 740098"/>
              <a:gd name="connsiteX961" fmla="*/ 1103543 w 1147179"/>
              <a:gd name="connsiteY961" fmla="*/ 13587 h 740098"/>
              <a:gd name="connsiteX962" fmla="*/ 1104688 w 1147179"/>
              <a:gd name="connsiteY962" fmla="*/ 13177 h 740098"/>
              <a:gd name="connsiteX963" fmla="*/ 1105840 w 1147179"/>
              <a:gd name="connsiteY963" fmla="*/ 12772 h 740098"/>
              <a:gd name="connsiteX964" fmla="*/ 1106986 w 1147179"/>
              <a:gd name="connsiteY964" fmla="*/ 12368 h 740098"/>
              <a:gd name="connsiteX965" fmla="*/ 1108137 w 1147179"/>
              <a:gd name="connsiteY965" fmla="*/ 11968 h 740098"/>
              <a:gd name="connsiteX966" fmla="*/ 1109283 w 1147179"/>
              <a:gd name="connsiteY966" fmla="*/ 11572 h 740098"/>
              <a:gd name="connsiteX967" fmla="*/ 1110435 w 1147179"/>
              <a:gd name="connsiteY967" fmla="*/ 11178 h 740098"/>
              <a:gd name="connsiteX968" fmla="*/ 1111580 w 1147179"/>
              <a:gd name="connsiteY968" fmla="*/ 10786 h 740098"/>
              <a:gd name="connsiteX969" fmla="*/ 1112732 w 1147179"/>
              <a:gd name="connsiteY969" fmla="*/ 10398 h 740098"/>
              <a:gd name="connsiteX970" fmla="*/ 1113878 w 1147179"/>
              <a:gd name="connsiteY970" fmla="*/ 10013 h 740098"/>
              <a:gd name="connsiteX971" fmla="*/ 1115023 w 1147179"/>
              <a:gd name="connsiteY971" fmla="*/ 9631 h 740098"/>
              <a:gd name="connsiteX972" fmla="*/ 1116175 w 1147179"/>
              <a:gd name="connsiteY972" fmla="*/ 9251 h 740098"/>
              <a:gd name="connsiteX973" fmla="*/ 1117320 w 1147179"/>
              <a:gd name="connsiteY973" fmla="*/ 8875 h 740098"/>
              <a:gd name="connsiteX974" fmla="*/ 1118472 w 1147179"/>
              <a:gd name="connsiteY974" fmla="*/ 8501 h 740098"/>
              <a:gd name="connsiteX975" fmla="*/ 1119618 w 1147179"/>
              <a:gd name="connsiteY975" fmla="*/ 8130 h 740098"/>
              <a:gd name="connsiteX976" fmla="*/ 1120769 w 1147179"/>
              <a:gd name="connsiteY976" fmla="*/ 7762 h 740098"/>
              <a:gd name="connsiteX977" fmla="*/ 1121915 w 1147179"/>
              <a:gd name="connsiteY977" fmla="*/ 7396 h 740098"/>
              <a:gd name="connsiteX978" fmla="*/ 1123067 w 1147179"/>
              <a:gd name="connsiteY978" fmla="*/ 7033 h 740098"/>
              <a:gd name="connsiteX979" fmla="*/ 1124212 w 1147179"/>
              <a:gd name="connsiteY979" fmla="*/ 6673 h 740098"/>
              <a:gd name="connsiteX980" fmla="*/ 1125358 w 1147179"/>
              <a:gd name="connsiteY980" fmla="*/ 6315 h 740098"/>
              <a:gd name="connsiteX981" fmla="*/ 1126510 w 1147179"/>
              <a:gd name="connsiteY981" fmla="*/ 5961 h 740098"/>
              <a:gd name="connsiteX982" fmla="*/ 1127655 w 1147179"/>
              <a:gd name="connsiteY982" fmla="*/ 5608 h 740098"/>
              <a:gd name="connsiteX983" fmla="*/ 1128807 w 1147179"/>
              <a:gd name="connsiteY983" fmla="*/ 5259 h 740098"/>
              <a:gd name="connsiteX984" fmla="*/ 1129953 w 1147179"/>
              <a:gd name="connsiteY984" fmla="*/ 4912 h 740098"/>
              <a:gd name="connsiteX985" fmla="*/ 1131104 w 1147179"/>
              <a:gd name="connsiteY985" fmla="*/ 4567 h 740098"/>
              <a:gd name="connsiteX986" fmla="*/ 1132250 w 1147179"/>
              <a:gd name="connsiteY986" fmla="*/ 4225 h 740098"/>
              <a:gd name="connsiteX987" fmla="*/ 1133401 w 1147179"/>
              <a:gd name="connsiteY987" fmla="*/ 3886 h 740098"/>
              <a:gd name="connsiteX988" fmla="*/ 1134547 w 1147179"/>
              <a:gd name="connsiteY988" fmla="*/ 3549 h 740098"/>
              <a:gd name="connsiteX989" fmla="*/ 1135699 w 1147179"/>
              <a:gd name="connsiteY989" fmla="*/ 3214 h 740098"/>
              <a:gd name="connsiteX990" fmla="*/ 1136844 w 1147179"/>
              <a:gd name="connsiteY990" fmla="*/ 2882 h 740098"/>
              <a:gd name="connsiteX991" fmla="*/ 1137990 w 1147179"/>
              <a:gd name="connsiteY991" fmla="*/ 2553 h 740098"/>
              <a:gd name="connsiteX992" fmla="*/ 1139142 w 1147179"/>
              <a:gd name="connsiteY992" fmla="*/ 2225 h 740098"/>
              <a:gd name="connsiteX993" fmla="*/ 1140287 w 1147179"/>
              <a:gd name="connsiteY993" fmla="*/ 1900 h 740098"/>
              <a:gd name="connsiteX994" fmla="*/ 1141439 w 1147179"/>
              <a:gd name="connsiteY994" fmla="*/ 1578 h 740098"/>
              <a:gd name="connsiteX995" fmla="*/ 1142585 w 1147179"/>
              <a:gd name="connsiteY995" fmla="*/ 1258 h 740098"/>
              <a:gd name="connsiteX996" fmla="*/ 1143736 w 1147179"/>
              <a:gd name="connsiteY996" fmla="*/ 940 h 740098"/>
              <a:gd name="connsiteX997" fmla="*/ 1144882 w 1147179"/>
              <a:gd name="connsiteY997" fmla="*/ 624 h 740098"/>
              <a:gd name="connsiteX998" fmla="*/ 1146033 w 1147179"/>
              <a:gd name="connsiteY998" fmla="*/ 311 h 740098"/>
              <a:gd name="connsiteX999" fmla="*/ 1147179 w 1147179"/>
              <a:gd name="connsiteY999" fmla="*/ 0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47179" h="740098">
                <a:moveTo>
                  <a:pt x="0" y="0"/>
                </a:moveTo>
                <a:lnTo>
                  <a:pt x="1148" y="311"/>
                </a:lnTo>
                <a:lnTo>
                  <a:pt x="2297" y="624"/>
                </a:lnTo>
                <a:lnTo>
                  <a:pt x="3445" y="940"/>
                </a:lnTo>
                <a:lnTo>
                  <a:pt x="4593" y="1258"/>
                </a:lnTo>
                <a:lnTo>
                  <a:pt x="5741" y="1578"/>
                </a:lnTo>
                <a:lnTo>
                  <a:pt x="6890" y="1900"/>
                </a:lnTo>
                <a:lnTo>
                  <a:pt x="8038" y="2225"/>
                </a:lnTo>
                <a:lnTo>
                  <a:pt x="9187" y="2553"/>
                </a:lnTo>
                <a:lnTo>
                  <a:pt x="10335" y="2882"/>
                </a:lnTo>
                <a:lnTo>
                  <a:pt x="11483" y="3214"/>
                </a:lnTo>
                <a:lnTo>
                  <a:pt x="12631" y="3549"/>
                </a:lnTo>
                <a:lnTo>
                  <a:pt x="13780" y="3886"/>
                </a:lnTo>
                <a:lnTo>
                  <a:pt x="14928" y="4225"/>
                </a:lnTo>
                <a:lnTo>
                  <a:pt x="16077" y="4567"/>
                </a:lnTo>
                <a:lnTo>
                  <a:pt x="17225" y="4912"/>
                </a:lnTo>
                <a:lnTo>
                  <a:pt x="18373" y="5259"/>
                </a:lnTo>
                <a:lnTo>
                  <a:pt x="19521" y="5608"/>
                </a:lnTo>
                <a:lnTo>
                  <a:pt x="20670" y="5961"/>
                </a:lnTo>
                <a:lnTo>
                  <a:pt x="21818" y="6315"/>
                </a:lnTo>
                <a:lnTo>
                  <a:pt x="22966" y="6673"/>
                </a:lnTo>
                <a:lnTo>
                  <a:pt x="24115" y="7033"/>
                </a:lnTo>
                <a:lnTo>
                  <a:pt x="25263" y="7396"/>
                </a:lnTo>
                <a:lnTo>
                  <a:pt x="26412" y="7762"/>
                </a:lnTo>
                <a:lnTo>
                  <a:pt x="27560" y="8130"/>
                </a:lnTo>
                <a:lnTo>
                  <a:pt x="28708" y="8501"/>
                </a:lnTo>
                <a:lnTo>
                  <a:pt x="29856" y="8875"/>
                </a:lnTo>
                <a:lnTo>
                  <a:pt x="31005" y="9251"/>
                </a:lnTo>
                <a:lnTo>
                  <a:pt x="32153" y="9631"/>
                </a:lnTo>
                <a:lnTo>
                  <a:pt x="33302" y="10013"/>
                </a:lnTo>
                <a:lnTo>
                  <a:pt x="34450" y="10398"/>
                </a:lnTo>
                <a:lnTo>
                  <a:pt x="35598" y="10786"/>
                </a:lnTo>
                <a:lnTo>
                  <a:pt x="36746" y="11178"/>
                </a:lnTo>
                <a:lnTo>
                  <a:pt x="37895" y="11572"/>
                </a:lnTo>
                <a:lnTo>
                  <a:pt x="39043" y="11968"/>
                </a:lnTo>
                <a:lnTo>
                  <a:pt x="40192" y="12368"/>
                </a:lnTo>
                <a:lnTo>
                  <a:pt x="41340" y="12772"/>
                </a:lnTo>
                <a:lnTo>
                  <a:pt x="42488" y="13177"/>
                </a:lnTo>
                <a:lnTo>
                  <a:pt x="43636" y="13587"/>
                </a:lnTo>
                <a:lnTo>
                  <a:pt x="44784" y="13999"/>
                </a:lnTo>
                <a:lnTo>
                  <a:pt x="45933" y="14414"/>
                </a:lnTo>
                <a:lnTo>
                  <a:pt x="47081" y="14833"/>
                </a:lnTo>
                <a:lnTo>
                  <a:pt x="48230" y="15255"/>
                </a:lnTo>
                <a:lnTo>
                  <a:pt x="49378" y="15680"/>
                </a:lnTo>
                <a:lnTo>
                  <a:pt x="50526" y="16108"/>
                </a:lnTo>
                <a:lnTo>
                  <a:pt x="51674" y="16540"/>
                </a:lnTo>
                <a:lnTo>
                  <a:pt x="52823" y="16975"/>
                </a:lnTo>
                <a:lnTo>
                  <a:pt x="53971" y="17413"/>
                </a:lnTo>
                <a:lnTo>
                  <a:pt x="55120" y="17855"/>
                </a:lnTo>
                <a:lnTo>
                  <a:pt x="56268" y="18300"/>
                </a:lnTo>
                <a:lnTo>
                  <a:pt x="57416" y="18749"/>
                </a:lnTo>
                <a:lnTo>
                  <a:pt x="58564" y="19200"/>
                </a:lnTo>
                <a:lnTo>
                  <a:pt x="59713" y="19656"/>
                </a:lnTo>
                <a:lnTo>
                  <a:pt x="60861" y="20115"/>
                </a:lnTo>
                <a:lnTo>
                  <a:pt x="62010" y="20578"/>
                </a:lnTo>
                <a:lnTo>
                  <a:pt x="63158" y="21044"/>
                </a:lnTo>
                <a:lnTo>
                  <a:pt x="64307" y="21514"/>
                </a:lnTo>
                <a:lnTo>
                  <a:pt x="65455" y="21987"/>
                </a:lnTo>
                <a:lnTo>
                  <a:pt x="66603" y="22464"/>
                </a:lnTo>
                <a:lnTo>
                  <a:pt x="67751" y="22945"/>
                </a:lnTo>
                <a:lnTo>
                  <a:pt x="68899" y="23430"/>
                </a:lnTo>
                <a:lnTo>
                  <a:pt x="70048" y="23918"/>
                </a:lnTo>
                <a:lnTo>
                  <a:pt x="71196" y="24411"/>
                </a:lnTo>
                <a:lnTo>
                  <a:pt x="72345" y="24907"/>
                </a:lnTo>
                <a:lnTo>
                  <a:pt x="73493" y="25407"/>
                </a:lnTo>
                <a:lnTo>
                  <a:pt x="74641" y="25911"/>
                </a:lnTo>
                <a:lnTo>
                  <a:pt x="75789" y="26419"/>
                </a:lnTo>
                <a:lnTo>
                  <a:pt x="76938" y="26931"/>
                </a:lnTo>
                <a:lnTo>
                  <a:pt x="78086" y="27447"/>
                </a:lnTo>
                <a:lnTo>
                  <a:pt x="79235" y="27967"/>
                </a:lnTo>
                <a:lnTo>
                  <a:pt x="80383" y="28491"/>
                </a:lnTo>
                <a:lnTo>
                  <a:pt x="81531" y="29019"/>
                </a:lnTo>
                <a:lnTo>
                  <a:pt x="82679" y="29552"/>
                </a:lnTo>
                <a:lnTo>
                  <a:pt x="83828" y="30088"/>
                </a:lnTo>
                <a:lnTo>
                  <a:pt x="84976" y="30629"/>
                </a:lnTo>
                <a:lnTo>
                  <a:pt x="86125" y="31175"/>
                </a:lnTo>
                <a:lnTo>
                  <a:pt x="87273" y="31724"/>
                </a:lnTo>
                <a:lnTo>
                  <a:pt x="88421" y="32278"/>
                </a:lnTo>
                <a:lnTo>
                  <a:pt x="89569" y="32836"/>
                </a:lnTo>
                <a:lnTo>
                  <a:pt x="90718" y="33399"/>
                </a:lnTo>
                <a:lnTo>
                  <a:pt x="91866" y="33967"/>
                </a:lnTo>
                <a:lnTo>
                  <a:pt x="93015" y="34538"/>
                </a:lnTo>
                <a:lnTo>
                  <a:pt x="94163" y="35115"/>
                </a:lnTo>
                <a:lnTo>
                  <a:pt x="95311" y="35696"/>
                </a:lnTo>
                <a:lnTo>
                  <a:pt x="96459" y="36282"/>
                </a:lnTo>
                <a:lnTo>
                  <a:pt x="97607" y="36872"/>
                </a:lnTo>
                <a:lnTo>
                  <a:pt x="98756" y="37467"/>
                </a:lnTo>
                <a:lnTo>
                  <a:pt x="99904" y="38067"/>
                </a:lnTo>
                <a:lnTo>
                  <a:pt x="101053" y="38672"/>
                </a:lnTo>
                <a:lnTo>
                  <a:pt x="102201" y="39281"/>
                </a:lnTo>
                <a:lnTo>
                  <a:pt x="103349" y="39896"/>
                </a:lnTo>
                <a:lnTo>
                  <a:pt x="104498" y="40515"/>
                </a:lnTo>
                <a:lnTo>
                  <a:pt x="105646" y="41140"/>
                </a:lnTo>
                <a:lnTo>
                  <a:pt x="106794" y="41769"/>
                </a:lnTo>
                <a:lnTo>
                  <a:pt x="107943" y="42403"/>
                </a:lnTo>
                <a:lnTo>
                  <a:pt x="109091" y="43043"/>
                </a:lnTo>
                <a:lnTo>
                  <a:pt x="110240" y="43688"/>
                </a:lnTo>
                <a:lnTo>
                  <a:pt x="111388" y="44338"/>
                </a:lnTo>
                <a:lnTo>
                  <a:pt x="112536" y="44994"/>
                </a:lnTo>
                <a:lnTo>
                  <a:pt x="113684" y="45654"/>
                </a:lnTo>
                <a:lnTo>
                  <a:pt x="114833" y="46320"/>
                </a:lnTo>
                <a:lnTo>
                  <a:pt x="115981" y="46991"/>
                </a:lnTo>
                <a:lnTo>
                  <a:pt x="117130" y="47668"/>
                </a:lnTo>
                <a:lnTo>
                  <a:pt x="118278" y="48351"/>
                </a:lnTo>
                <a:lnTo>
                  <a:pt x="119426" y="49039"/>
                </a:lnTo>
                <a:lnTo>
                  <a:pt x="120574" y="49732"/>
                </a:lnTo>
                <a:lnTo>
                  <a:pt x="121722" y="50431"/>
                </a:lnTo>
                <a:lnTo>
                  <a:pt x="122871" y="51136"/>
                </a:lnTo>
                <a:lnTo>
                  <a:pt x="124019" y="51847"/>
                </a:lnTo>
                <a:lnTo>
                  <a:pt x="125168" y="52563"/>
                </a:lnTo>
                <a:lnTo>
                  <a:pt x="126316" y="53286"/>
                </a:lnTo>
                <a:lnTo>
                  <a:pt x="127464" y="54014"/>
                </a:lnTo>
                <a:lnTo>
                  <a:pt x="128612" y="54748"/>
                </a:lnTo>
                <a:lnTo>
                  <a:pt x="129761" y="55488"/>
                </a:lnTo>
                <a:lnTo>
                  <a:pt x="130909" y="56234"/>
                </a:lnTo>
                <a:lnTo>
                  <a:pt x="132058" y="56986"/>
                </a:lnTo>
                <a:lnTo>
                  <a:pt x="133206" y="57745"/>
                </a:lnTo>
                <a:lnTo>
                  <a:pt x="134354" y="58509"/>
                </a:lnTo>
                <a:lnTo>
                  <a:pt x="135502" y="59280"/>
                </a:lnTo>
                <a:lnTo>
                  <a:pt x="136651" y="60058"/>
                </a:lnTo>
                <a:lnTo>
                  <a:pt x="137799" y="60841"/>
                </a:lnTo>
                <a:lnTo>
                  <a:pt x="138948" y="61631"/>
                </a:lnTo>
                <a:lnTo>
                  <a:pt x="140096" y="62427"/>
                </a:lnTo>
                <a:lnTo>
                  <a:pt x="141244" y="63231"/>
                </a:lnTo>
                <a:lnTo>
                  <a:pt x="142392" y="64040"/>
                </a:lnTo>
                <a:lnTo>
                  <a:pt x="143541" y="64857"/>
                </a:lnTo>
                <a:lnTo>
                  <a:pt x="144689" y="65680"/>
                </a:lnTo>
                <a:lnTo>
                  <a:pt x="145837" y="66509"/>
                </a:lnTo>
                <a:lnTo>
                  <a:pt x="146986" y="67346"/>
                </a:lnTo>
                <a:lnTo>
                  <a:pt x="148134" y="68190"/>
                </a:lnTo>
                <a:lnTo>
                  <a:pt x="149283" y="69041"/>
                </a:lnTo>
                <a:lnTo>
                  <a:pt x="150431" y="69898"/>
                </a:lnTo>
                <a:lnTo>
                  <a:pt x="151579" y="70763"/>
                </a:lnTo>
                <a:lnTo>
                  <a:pt x="152727" y="71634"/>
                </a:lnTo>
                <a:lnTo>
                  <a:pt x="153876" y="72513"/>
                </a:lnTo>
                <a:lnTo>
                  <a:pt x="155024" y="73399"/>
                </a:lnTo>
                <a:lnTo>
                  <a:pt x="156173" y="74292"/>
                </a:lnTo>
                <a:lnTo>
                  <a:pt x="157321" y="75193"/>
                </a:lnTo>
                <a:lnTo>
                  <a:pt x="158469" y="76101"/>
                </a:lnTo>
                <a:lnTo>
                  <a:pt x="159617" y="77017"/>
                </a:lnTo>
                <a:lnTo>
                  <a:pt x="160766" y="77940"/>
                </a:lnTo>
                <a:lnTo>
                  <a:pt x="161914" y="78871"/>
                </a:lnTo>
                <a:lnTo>
                  <a:pt x="163063" y="79809"/>
                </a:lnTo>
                <a:lnTo>
                  <a:pt x="164211" y="80755"/>
                </a:lnTo>
                <a:lnTo>
                  <a:pt x="165359" y="81709"/>
                </a:lnTo>
                <a:lnTo>
                  <a:pt x="166507" y="82671"/>
                </a:lnTo>
                <a:lnTo>
                  <a:pt x="167656" y="83641"/>
                </a:lnTo>
                <a:lnTo>
                  <a:pt x="168804" y="84619"/>
                </a:lnTo>
                <a:lnTo>
                  <a:pt x="169953" y="85604"/>
                </a:lnTo>
                <a:lnTo>
                  <a:pt x="171101" y="86598"/>
                </a:lnTo>
                <a:lnTo>
                  <a:pt x="172249" y="87601"/>
                </a:lnTo>
                <a:lnTo>
                  <a:pt x="173397" y="88611"/>
                </a:lnTo>
                <a:lnTo>
                  <a:pt x="174545" y="89630"/>
                </a:lnTo>
                <a:lnTo>
                  <a:pt x="175694" y="90657"/>
                </a:lnTo>
                <a:lnTo>
                  <a:pt x="176842" y="91693"/>
                </a:lnTo>
                <a:lnTo>
                  <a:pt x="177991" y="92737"/>
                </a:lnTo>
                <a:lnTo>
                  <a:pt x="179139" y="93789"/>
                </a:lnTo>
                <a:lnTo>
                  <a:pt x="180287" y="94850"/>
                </a:lnTo>
                <a:lnTo>
                  <a:pt x="181435" y="95920"/>
                </a:lnTo>
                <a:lnTo>
                  <a:pt x="182584" y="96999"/>
                </a:lnTo>
                <a:lnTo>
                  <a:pt x="183732" y="98087"/>
                </a:lnTo>
                <a:lnTo>
                  <a:pt x="184881" y="99183"/>
                </a:lnTo>
                <a:lnTo>
                  <a:pt x="186029" y="100289"/>
                </a:lnTo>
                <a:lnTo>
                  <a:pt x="187177" y="101403"/>
                </a:lnTo>
                <a:lnTo>
                  <a:pt x="188326" y="102527"/>
                </a:lnTo>
                <a:lnTo>
                  <a:pt x="189474" y="103660"/>
                </a:lnTo>
                <a:lnTo>
                  <a:pt x="190622" y="104802"/>
                </a:lnTo>
                <a:lnTo>
                  <a:pt x="191771" y="105953"/>
                </a:lnTo>
                <a:lnTo>
                  <a:pt x="192919" y="107114"/>
                </a:lnTo>
                <a:lnTo>
                  <a:pt x="194068" y="108285"/>
                </a:lnTo>
                <a:lnTo>
                  <a:pt x="195216" y="109465"/>
                </a:lnTo>
                <a:lnTo>
                  <a:pt x="196364" y="110654"/>
                </a:lnTo>
                <a:lnTo>
                  <a:pt x="197512" y="111854"/>
                </a:lnTo>
                <a:lnTo>
                  <a:pt x="198660" y="113062"/>
                </a:lnTo>
                <a:lnTo>
                  <a:pt x="199809" y="114281"/>
                </a:lnTo>
                <a:lnTo>
                  <a:pt x="200957" y="115510"/>
                </a:lnTo>
                <a:lnTo>
                  <a:pt x="202106" y="116748"/>
                </a:lnTo>
                <a:lnTo>
                  <a:pt x="203254" y="117997"/>
                </a:lnTo>
                <a:lnTo>
                  <a:pt x="204402" y="119256"/>
                </a:lnTo>
                <a:lnTo>
                  <a:pt x="205550" y="120525"/>
                </a:lnTo>
                <a:lnTo>
                  <a:pt x="206699" y="121804"/>
                </a:lnTo>
                <a:lnTo>
                  <a:pt x="207847" y="123093"/>
                </a:lnTo>
                <a:lnTo>
                  <a:pt x="208996" y="124393"/>
                </a:lnTo>
                <a:lnTo>
                  <a:pt x="210144" y="125703"/>
                </a:lnTo>
                <a:lnTo>
                  <a:pt x="211292" y="127024"/>
                </a:lnTo>
                <a:lnTo>
                  <a:pt x="212440" y="128356"/>
                </a:lnTo>
                <a:lnTo>
                  <a:pt x="213589" y="129697"/>
                </a:lnTo>
                <a:lnTo>
                  <a:pt x="214737" y="131050"/>
                </a:lnTo>
                <a:lnTo>
                  <a:pt x="215886" y="132414"/>
                </a:lnTo>
                <a:lnTo>
                  <a:pt x="217034" y="133788"/>
                </a:lnTo>
                <a:lnTo>
                  <a:pt x="218182" y="135174"/>
                </a:lnTo>
                <a:lnTo>
                  <a:pt x="219330" y="136570"/>
                </a:lnTo>
                <a:lnTo>
                  <a:pt x="220479" y="137978"/>
                </a:lnTo>
                <a:lnTo>
                  <a:pt x="221627" y="139396"/>
                </a:lnTo>
                <a:lnTo>
                  <a:pt x="222775" y="140826"/>
                </a:lnTo>
                <a:lnTo>
                  <a:pt x="223924" y="142267"/>
                </a:lnTo>
                <a:lnTo>
                  <a:pt x="225072" y="143719"/>
                </a:lnTo>
                <a:lnTo>
                  <a:pt x="226220" y="145183"/>
                </a:lnTo>
                <a:lnTo>
                  <a:pt x="227369" y="146658"/>
                </a:lnTo>
                <a:lnTo>
                  <a:pt x="228517" y="148145"/>
                </a:lnTo>
                <a:lnTo>
                  <a:pt x="229665" y="149643"/>
                </a:lnTo>
                <a:lnTo>
                  <a:pt x="230814" y="151154"/>
                </a:lnTo>
                <a:lnTo>
                  <a:pt x="231962" y="152676"/>
                </a:lnTo>
                <a:lnTo>
                  <a:pt x="233111" y="154210"/>
                </a:lnTo>
                <a:lnTo>
                  <a:pt x="234259" y="155755"/>
                </a:lnTo>
                <a:lnTo>
                  <a:pt x="235407" y="157312"/>
                </a:lnTo>
                <a:lnTo>
                  <a:pt x="236555" y="158882"/>
                </a:lnTo>
                <a:lnTo>
                  <a:pt x="237704" y="160464"/>
                </a:lnTo>
                <a:lnTo>
                  <a:pt x="238852" y="162057"/>
                </a:lnTo>
                <a:lnTo>
                  <a:pt x="240001" y="163663"/>
                </a:lnTo>
                <a:lnTo>
                  <a:pt x="241149" y="165281"/>
                </a:lnTo>
                <a:lnTo>
                  <a:pt x="242297" y="166911"/>
                </a:lnTo>
                <a:lnTo>
                  <a:pt x="243445" y="168554"/>
                </a:lnTo>
                <a:lnTo>
                  <a:pt x="244594" y="170209"/>
                </a:lnTo>
                <a:lnTo>
                  <a:pt x="245742" y="171877"/>
                </a:lnTo>
                <a:lnTo>
                  <a:pt x="246891" y="173557"/>
                </a:lnTo>
                <a:lnTo>
                  <a:pt x="248039" y="175249"/>
                </a:lnTo>
                <a:lnTo>
                  <a:pt x="249187" y="176955"/>
                </a:lnTo>
                <a:lnTo>
                  <a:pt x="250335" y="178673"/>
                </a:lnTo>
                <a:lnTo>
                  <a:pt x="251483" y="180404"/>
                </a:lnTo>
                <a:lnTo>
                  <a:pt x="252632" y="182147"/>
                </a:lnTo>
                <a:lnTo>
                  <a:pt x="253780" y="183903"/>
                </a:lnTo>
                <a:lnTo>
                  <a:pt x="254929" y="185673"/>
                </a:lnTo>
                <a:lnTo>
                  <a:pt x="256077" y="187455"/>
                </a:lnTo>
                <a:lnTo>
                  <a:pt x="257225" y="189250"/>
                </a:lnTo>
                <a:lnTo>
                  <a:pt x="258373" y="191058"/>
                </a:lnTo>
                <a:lnTo>
                  <a:pt x="259522" y="192879"/>
                </a:lnTo>
                <a:lnTo>
                  <a:pt x="260670" y="194714"/>
                </a:lnTo>
                <a:lnTo>
                  <a:pt x="261819" y="196561"/>
                </a:lnTo>
                <a:lnTo>
                  <a:pt x="262967" y="198422"/>
                </a:lnTo>
                <a:lnTo>
                  <a:pt x="264115" y="200296"/>
                </a:lnTo>
                <a:lnTo>
                  <a:pt x="265263" y="202183"/>
                </a:lnTo>
                <a:lnTo>
                  <a:pt x="266412" y="204083"/>
                </a:lnTo>
                <a:lnTo>
                  <a:pt x="267560" y="205997"/>
                </a:lnTo>
                <a:lnTo>
                  <a:pt x="268709" y="207924"/>
                </a:lnTo>
                <a:lnTo>
                  <a:pt x="269857" y="209865"/>
                </a:lnTo>
                <a:lnTo>
                  <a:pt x="271005" y="211819"/>
                </a:lnTo>
                <a:lnTo>
                  <a:pt x="272154" y="213786"/>
                </a:lnTo>
                <a:lnTo>
                  <a:pt x="273302" y="215768"/>
                </a:lnTo>
                <a:lnTo>
                  <a:pt x="274450" y="217762"/>
                </a:lnTo>
                <a:lnTo>
                  <a:pt x="275598" y="219770"/>
                </a:lnTo>
                <a:lnTo>
                  <a:pt x="276747" y="221791"/>
                </a:lnTo>
                <a:lnTo>
                  <a:pt x="277895" y="223826"/>
                </a:lnTo>
                <a:lnTo>
                  <a:pt x="279044" y="225874"/>
                </a:lnTo>
                <a:lnTo>
                  <a:pt x="280192" y="227937"/>
                </a:lnTo>
                <a:lnTo>
                  <a:pt x="281340" y="230012"/>
                </a:lnTo>
                <a:lnTo>
                  <a:pt x="282488" y="232101"/>
                </a:lnTo>
                <a:lnTo>
                  <a:pt x="283637" y="234204"/>
                </a:lnTo>
                <a:lnTo>
                  <a:pt x="284785" y="236320"/>
                </a:lnTo>
                <a:lnTo>
                  <a:pt x="285934" y="238450"/>
                </a:lnTo>
                <a:lnTo>
                  <a:pt x="287082" y="240594"/>
                </a:lnTo>
                <a:lnTo>
                  <a:pt x="288230" y="242751"/>
                </a:lnTo>
                <a:lnTo>
                  <a:pt x="289378" y="244921"/>
                </a:lnTo>
                <a:lnTo>
                  <a:pt x="290527" y="247106"/>
                </a:lnTo>
                <a:lnTo>
                  <a:pt x="291675" y="249303"/>
                </a:lnTo>
                <a:lnTo>
                  <a:pt x="292824" y="251515"/>
                </a:lnTo>
                <a:lnTo>
                  <a:pt x="293972" y="253739"/>
                </a:lnTo>
                <a:lnTo>
                  <a:pt x="295120" y="255978"/>
                </a:lnTo>
                <a:lnTo>
                  <a:pt x="296268" y="258229"/>
                </a:lnTo>
                <a:lnTo>
                  <a:pt x="297417" y="260494"/>
                </a:lnTo>
                <a:lnTo>
                  <a:pt x="298565" y="262773"/>
                </a:lnTo>
                <a:lnTo>
                  <a:pt x="299713" y="265065"/>
                </a:lnTo>
                <a:lnTo>
                  <a:pt x="300862" y="267370"/>
                </a:lnTo>
                <a:lnTo>
                  <a:pt x="302010" y="269689"/>
                </a:lnTo>
                <a:lnTo>
                  <a:pt x="303158" y="272020"/>
                </a:lnTo>
                <a:lnTo>
                  <a:pt x="304306" y="274365"/>
                </a:lnTo>
                <a:lnTo>
                  <a:pt x="305455" y="276723"/>
                </a:lnTo>
                <a:lnTo>
                  <a:pt x="306603" y="279094"/>
                </a:lnTo>
                <a:lnTo>
                  <a:pt x="307752" y="281479"/>
                </a:lnTo>
                <a:lnTo>
                  <a:pt x="308900" y="283876"/>
                </a:lnTo>
                <a:lnTo>
                  <a:pt x="310048" y="286286"/>
                </a:lnTo>
                <a:lnTo>
                  <a:pt x="311197" y="288709"/>
                </a:lnTo>
                <a:lnTo>
                  <a:pt x="312345" y="291145"/>
                </a:lnTo>
                <a:lnTo>
                  <a:pt x="313493" y="293593"/>
                </a:lnTo>
                <a:lnTo>
                  <a:pt x="314642" y="296054"/>
                </a:lnTo>
                <a:lnTo>
                  <a:pt x="315790" y="298528"/>
                </a:lnTo>
                <a:lnTo>
                  <a:pt x="316938" y="301014"/>
                </a:lnTo>
                <a:lnTo>
                  <a:pt x="318087" y="303512"/>
                </a:lnTo>
                <a:lnTo>
                  <a:pt x="319235" y="306023"/>
                </a:lnTo>
                <a:lnTo>
                  <a:pt x="320383" y="308545"/>
                </a:lnTo>
                <a:lnTo>
                  <a:pt x="321532" y="311080"/>
                </a:lnTo>
                <a:lnTo>
                  <a:pt x="322680" y="313627"/>
                </a:lnTo>
                <a:lnTo>
                  <a:pt x="323829" y="316185"/>
                </a:lnTo>
                <a:lnTo>
                  <a:pt x="324977" y="318756"/>
                </a:lnTo>
                <a:lnTo>
                  <a:pt x="326125" y="321338"/>
                </a:lnTo>
                <a:lnTo>
                  <a:pt x="327273" y="323931"/>
                </a:lnTo>
                <a:lnTo>
                  <a:pt x="328421" y="326536"/>
                </a:lnTo>
                <a:lnTo>
                  <a:pt x="329570" y="329151"/>
                </a:lnTo>
                <a:lnTo>
                  <a:pt x="330718" y="331778"/>
                </a:lnTo>
                <a:lnTo>
                  <a:pt x="331867" y="334416"/>
                </a:lnTo>
                <a:lnTo>
                  <a:pt x="333015" y="337065"/>
                </a:lnTo>
                <a:lnTo>
                  <a:pt x="334163" y="339725"/>
                </a:lnTo>
                <a:lnTo>
                  <a:pt x="335311" y="342394"/>
                </a:lnTo>
                <a:lnTo>
                  <a:pt x="336460" y="345074"/>
                </a:lnTo>
                <a:lnTo>
                  <a:pt x="337608" y="347764"/>
                </a:lnTo>
                <a:lnTo>
                  <a:pt x="338757" y="350465"/>
                </a:lnTo>
                <a:lnTo>
                  <a:pt x="339905" y="353175"/>
                </a:lnTo>
                <a:lnTo>
                  <a:pt x="341053" y="355895"/>
                </a:lnTo>
                <a:lnTo>
                  <a:pt x="342201" y="358624"/>
                </a:lnTo>
                <a:lnTo>
                  <a:pt x="343350" y="361363"/>
                </a:lnTo>
                <a:lnTo>
                  <a:pt x="344498" y="364111"/>
                </a:lnTo>
                <a:lnTo>
                  <a:pt x="345647" y="366867"/>
                </a:lnTo>
                <a:lnTo>
                  <a:pt x="346795" y="369632"/>
                </a:lnTo>
                <a:lnTo>
                  <a:pt x="347943" y="372406"/>
                </a:lnTo>
                <a:lnTo>
                  <a:pt x="349091" y="375188"/>
                </a:lnTo>
                <a:lnTo>
                  <a:pt x="350240" y="377978"/>
                </a:lnTo>
                <a:lnTo>
                  <a:pt x="351388" y="380775"/>
                </a:lnTo>
                <a:lnTo>
                  <a:pt x="352536" y="383581"/>
                </a:lnTo>
                <a:lnTo>
                  <a:pt x="353685" y="386394"/>
                </a:lnTo>
                <a:lnTo>
                  <a:pt x="354833" y="389215"/>
                </a:lnTo>
                <a:lnTo>
                  <a:pt x="355981" y="392042"/>
                </a:lnTo>
                <a:lnTo>
                  <a:pt x="357130" y="394875"/>
                </a:lnTo>
                <a:lnTo>
                  <a:pt x="358278" y="397715"/>
                </a:lnTo>
                <a:lnTo>
                  <a:pt x="359426" y="400562"/>
                </a:lnTo>
                <a:lnTo>
                  <a:pt x="360575" y="403414"/>
                </a:lnTo>
                <a:lnTo>
                  <a:pt x="361723" y="406272"/>
                </a:lnTo>
                <a:lnTo>
                  <a:pt x="362872" y="409135"/>
                </a:lnTo>
                <a:lnTo>
                  <a:pt x="364020" y="412004"/>
                </a:lnTo>
                <a:lnTo>
                  <a:pt x="365168" y="414877"/>
                </a:lnTo>
                <a:lnTo>
                  <a:pt x="366316" y="417755"/>
                </a:lnTo>
                <a:lnTo>
                  <a:pt x="367465" y="420638"/>
                </a:lnTo>
                <a:lnTo>
                  <a:pt x="368613" y="423524"/>
                </a:lnTo>
                <a:lnTo>
                  <a:pt x="369762" y="426414"/>
                </a:lnTo>
                <a:lnTo>
                  <a:pt x="370910" y="429308"/>
                </a:lnTo>
                <a:lnTo>
                  <a:pt x="372058" y="432205"/>
                </a:lnTo>
                <a:lnTo>
                  <a:pt x="373206" y="435104"/>
                </a:lnTo>
                <a:lnTo>
                  <a:pt x="374355" y="438007"/>
                </a:lnTo>
                <a:lnTo>
                  <a:pt x="375503" y="440911"/>
                </a:lnTo>
                <a:lnTo>
                  <a:pt x="376651" y="443818"/>
                </a:lnTo>
                <a:lnTo>
                  <a:pt x="377800" y="446727"/>
                </a:lnTo>
                <a:lnTo>
                  <a:pt x="378948" y="449636"/>
                </a:lnTo>
                <a:lnTo>
                  <a:pt x="380096" y="452547"/>
                </a:lnTo>
                <a:lnTo>
                  <a:pt x="381244" y="455458"/>
                </a:lnTo>
                <a:lnTo>
                  <a:pt x="382393" y="458370"/>
                </a:lnTo>
                <a:lnTo>
                  <a:pt x="383540" y="461281"/>
                </a:lnTo>
                <a:lnTo>
                  <a:pt x="384691" y="464192"/>
                </a:lnTo>
                <a:lnTo>
                  <a:pt x="385837" y="467103"/>
                </a:lnTo>
                <a:lnTo>
                  <a:pt x="386989" y="470013"/>
                </a:lnTo>
                <a:lnTo>
                  <a:pt x="388134" y="472922"/>
                </a:lnTo>
                <a:lnTo>
                  <a:pt x="389280" y="475829"/>
                </a:lnTo>
                <a:lnTo>
                  <a:pt x="390432" y="478734"/>
                </a:lnTo>
                <a:lnTo>
                  <a:pt x="391577" y="481636"/>
                </a:lnTo>
                <a:lnTo>
                  <a:pt x="392729" y="484536"/>
                </a:lnTo>
                <a:lnTo>
                  <a:pt x="393875" y="487433"/>
                </a:lnTo>
                <a:lnTo>
                  <a:pt x="395026" y="490326"/>
                </a:lnTo>
                <a:lnTo>
                  <a:pt x="396172" y="493217"/>
                </a:lnTo>
                <a:lnTo>
                  <a:pt x="397324" y="496102"/>
                </a:lnTo>
                <a:lnTo>
                  <a:pt x="398469" y="498983"/>
                </a:lnTo>
                <a:lnTo>
                  <a:pt x="399621" y="501860"/>
                </a:lnTo>
                <a:lnTo>
                  <a:pt x="400766" y="504732"/>
                </a:lnTo>
                <a:lnTo>
                  <a:pt x="401912" y="507597"/>
                </a:lnTo>
                <a:lnTo>
                  <a:pt x="403064" y="510457"/>
                </a:lnTo>
                <a:lnTo>
                  <a:pt x="404209" y="513312"/>
                </a:lnTo>
                <a:lnTo>
                  <a:pt x="405361" y="516159"/>
                </a:lnTo>
                <a:lnTo>
                  <a:pt x="406507" y="518999"/>
                </a:lnTo>
                <a:lnTo>
                  <a:pt x="407658" y="521832"/>
                </a:lnTo>
                <a:lnTo>
                  <a:pt x="408804" y="524657"/>
                </a:lnTo>
                <a:lnTo>
                  <a:pt x="409956" y="527475"/>
                </a:lnTo>
                <a:lnTo>
                  <a:pt x="411101" y="530284"/>
                </a:lnTo>
                <a:lnTo>
                  <a:pt x="412247" y="533085"/>
                </a:lnTo>
                <a:lnTo>
                  <a:pt x="413399" y="535876"/>
                </a:lnTo>
                <a:lnTo>
                  <a:pt x="414544" y="538658"/>
                </a:lnTo>
                <a:lnTo>
                  <a:pt x="415696" y="541429"/>
                </a:lnTo>
                <a:lnTo>
                  <a:pt x="416842" y="544193"/>
                </a:lnTo>
                <a:lnTo>
                  <a:pt x="417993" y="546945"/>
                </a:lnTo>
                <a:lnTo>
                  <a:pt x="419139" y="549685"/>
                </a:lnTo>
                <a:lnTo>
                  <a:pt x="420290" y="552414"/>
                </a:lnTo>
                <a:lnTo>
                  <a:pt x="421436" y="555130"/>
                </a:lnTo>
                <a:lnTo>
                  <a:pt x="422582" y="557835"/>
                </a:lnTo>
                <a:lnTo>
                  <a:pt x="423733" y="560528"/>
                </a:lnTo>
                <a:lnTo>
                  <a:pt x="424879" y="563209"/>
                </a:lnTo>
                <a:lnTo>
                  <a:pt x="426031" y="565878"/>
                </a:lnTo>
                <a:lnTo>
                  <a:pt x="427176" y="568536"/>
                </a:lnTo>
                <a:lnTo>
                  <a:pt x="428328" y="571176"/>
                </a:lnTo>
                <a:lnTo>
                  <a:pt x="429474" y="573804"/>
                </a:lnTo>
                <a:lnTo>
                  <a:pt x="430625" y="576420"/>
                </a:lnTo>
                <a:lnTo>
                  <a:pt x="431771" y="579018"/>
                </a:lnTo>
                <a:lnTo>
                  <a:pt x="432916" y="581599"/>
                </a:lnTo>
                <a:lnTo>
                  <a:pt x="434068" y="584168"/>
                </a:lnTo>
                <a:lnTo>
                  <a:pt x="435214" y="586725"/>
                </a:lnTo>
                <a:lnTo>
                  <a:pt x="436365" y="589258"/>
                </a:lnTo>
                <a:lnTo>
                  <a:pt x="437511" y="591780"/>
                </a:lnTo>
                <a:lnTo>
                  <a:pt x="438663" y="594290"/>
                </a:lnTo>
                <a:lnTo>
                  <a:pt x="439808" y="596776"/>
                </a:lnTo>
                <a:lnTo>
                  <a:pt x="440960" y="599245"/>
                </a:lnTo>
                <a:lnTo>
                  <a:pt x="442106" y="601701"/>
                </a:lnTo>
                <a:lnTo>
                  <a:pt x="443257" y="604141"/>
                </a:lnTo>
                <a:lnTo>
                  <a:pt x="444403" y="606556"/>
                </a:lnTo>
                <a:lnTo>
                  <a:pt x="445549" y="608959"/>
                </a:lnTo>
                <a:lnTo>
                  <a:pt x="446700" y="611339"/>
                </a:lnTo>
                <a:lnTo>
                  <a:pt x="447846" y="613708"/>
                </a:lnTo>
                <a:lnTo>
                  <a:pt x="448997" y="616052"/>
                </a:lnTo>
                <a:lnTo>
                  <a:pt x="450143" y="618379"/>
                </a:lnTo>
                <a:lnTo>
                  <a:pt x="451295" y="620688"/>
                </a:lnTo>
                <a:lnTo>
                  <a:pt x="452440" y="622973"/>
                </a:lnTo>
                <a:lnTo>
                  <a:pt x="453592" y="625241"/>
                </a:lnTo>
                <a:lnTo>
                  <a:pt x="454738" y="627491"/>
                </a:lnTo>
                <a:lnTo>
                  <a:pt x="455883" y="629718"/>
                </a:lnTo>
                <a:lnTo>
                  <a:pt x="457035" y="631926"/>
                </a:lnTo>
                <a:lnTo>
                  <a:pt x="458181" y="634111"/>
                </a:lnTo>
                <a:lnTo>
                  <a:pt x="459332" y="636279"/>
                </a:lnTo>
                <a:lnTo>
                  <a:pt x="460478" y="638422"/>
                </a:lnTo>
                <a:lnTo>
                  <a:pt x="461629" y="640548"/>
                </a:lnTo>
                <a:lnTo>
                  <a:pt x="462775" y="642651"/>
                </a:lnTo>
                <a:lnTo>
                  <a:pt x="463927" y="644735"/>
                </a:lnTo>
                <a:lnTo>
                  <a:pt x="465072" y="646791"/>
                </a:lnTo>
                <a:lnTo>
                  <a:pt x="466218" y="648828"/>
                </a:lnTo>
                <a:lnTo>
                  <a:pt x="467370" y="650848"/>
                </a:lnTo>
                <a:lnTo>
                  <a:pt x="468515" y="652838"/>
                </a:lnTo>
                <a:lnTo>
                  <a:pt x="469667" y="654810"/>
                </a:lnTo>
                <a:lnTo>
                  <a:pt x="470813" y="656765"/>
                </a:lnTo>
                <a:lnTo>
                  <a:pt x="471964" y="658690"/>
                </a:lnTo>
                <a:lnTo>
                  <a:pt x="473110" y="660592"/>
                </a:lnTo>
                <a:lnTo>
                  <a:pt x="474261" y="662476"/>
                </a:lnTo>
                <a:lnTo>
                  <a:pt x="475407" y="664336"/>
                </a:lnTo>
                <a:lnTo>
                  <a:pt x="476559" y="666173"/>
                </a:lnTo>
                <a:lnTo>
                  <a:pt x="477704" y="667986"/>
                </a:lnTo>
                <a:lnTo>
                  <a:pt x="478850" y="669775"/>
                </a:lnTo>
                <a:lnTo>
                  <a:pt x="480002" y="671541"/>
                </a:lnTo>
                <a:lnTo>
                  <a:pt x="481147" y="673289"/>
                </a:lnTo>
                <a:lnTo>
                  <a:pt x="482299" y="675007"/>
                </a:lnTo>
                <a:lnTo>
                  <a:pt x="483445" y="676702"/>
                </a:lnTo>
                <a:lnTo>
                  <a:pt x="484596" y="678380"/>
                </a:lnTo>
                <a:lnTo>
                  <a:pt x="485742" y="680027"/>
                </a:lnTo>
                <a:lnTo>
                  <a:pt x="486894" y="681657"/>
                </a:lnTo>
                <a:lnTo>
                  <a:pt x="488039" y="683263"/>
                </a:lnTo>
                <a:lnTo>
                  <a:pt x="489185" y="684840"/>
                </a:lnTo>
                <a:lnTo>
                  <a:pt x="490336" y="686399"/>
                </a:lnTo>
                <a:lnTo>
                  <a:pt x="491482" y="687935"/>
                </a:lnTo>
                <a:lnTo>
                  <a:pt x="492634" y="689441"/>
                </a:lnTo>
                <a:lnTo>
                  <a:pt x="493779" y="690929"/>
                </a:lnTo>
                <a:lnTo>
                  <a:pt x="494931" y="692394"/>
                </a:lnTo>
                <a:lnTo>
                  <a:pt x="496077" y="693834"/>
                </a:lnTo>
                <a:lnTo>
                  <a:pt x="497228" y="695246"/>
                </a:lnTo>
                <a:lnTo>
                  <a:pt x="498374" y="696640"/>
                </a:lnTo>
                <a:lnTo>
                  <a:pt x="499520" y="698010"/>
                </a:lnTo>
                <a:lnTo>
                  <a:pt x="500671" y="699356"/>
                </a:lnTo>
                <a:lnTo>
                  <a:pt x="501817" y="700679"/>
                </a:lnTo>
                <a:lnTo>
                  <a:pt x="502969" y="701978"/>
                </a:lnTo>
                <a:lnTo>
                  <a:pt x="504114" y="703254"/>
                </a:lnTo>
                <a:lnTo>
                  <a:pt x="505266" y="704506"/>
                </a:lnTo>
                <a:lnTo>
                  <a:pt x="506411" y="705734"/>
                </a:lnTo>
                <a:lnTo>
                  <a:pt x="507563" y="706945"/>
                </a:lnTo>
                <a:lnTo>
                  <a:pt x="508709" y="708126"/>
                </a:lnTo>
                <a:lnTo>
                  <a:pt x="509854" y="709283"/>
                </a:lnTo>
                <a:lnTo>
                  <a:pt x="511006" y="710423"/>
                </a:lnTo>
                <a:lnTo>
                  <a:pt x="512152" y="711539"/>
                </a:lnTo>
                <a:lnTo>
                  <a:pt x="513303" y="712632"/>
                </a:lnTo>
                <a:lnTo>
                  <a:pt x="514449" y="713701"/>
                </a:lnTo>
                <a:lnTo>
                  <a:pt x="515601" y="714746"/>
                </a:lnTo>
                <a:lnTo>
                  <a:pt x="516746" y="715768"/>
                </a:lnTo>
                <a:lnTo>
                  <a:pt x="517898" y="716772"/>
                </a:lnTo>
                <a:lnTo>
                  <a:pt x="519043" y="717752"/>
                </a:lnTo>
                <a:lnTo>
                  <a:pt x="520195" y="718709"/>
                </a:lnTo>
                <a:lnTo>
                  <a:pt x="521341" y="719642"/>
                </a:lnTo>
                <a:lnTo>
                  <a:pt x="522486" y="720551"/>
                </a:lnTo>
                <a:lnTo>
                  <a:pt x="523638" y="721443"/>
                </a:lnTo>
                <a:lnTo>
                  <a:pt x="524784" y="722311"/>
                </a:lnTo>
                <a:lnTo>
                  <a:pt x="525935" y="723156"/>
                </a:lnTo>
                <a:lnTo>
                  <a:pt x="527081" y="723982"/>
                </a:lnTo>
                <a:lnTo>
                  <a:pt x="528233" y="724786"/>
                </a:lnTo>
                <a:lnTo>
                  <a:pt x="529378" y="725565"/>
                </a:lnTo>
                <a:lnTo>
                  <a:pt x="530530" y="726327"/>
                </a:lnTo>
                <a:lnTo>
                  <a:pt x="531676" y="727065"/>
                </a:lnTo>
                <a:lnTo>
                  <a:pt x="532821" y="727780"/>
                </a:lnTo>
                <a:lnTo>
                  <a:pt x="533973" y="728477"/>
                </a:lnTo>
                <a:lnTo>
                  <a:pt x="535118" y="729156"/>
                </a:lnTo>
                <a:lnTo>
                  <a:pt x="536270" y="729805"/>
                </a:lnTo>
                <a:lnTo>
                  <a:pt x="537416" y="730443"/>
                </a:lnTo>
                <a:lnTo>
                  <a:pt x="538567" y="731051"/>
                </a:lnTo>
                <a:lnTo>
                  <a:pt x="539713" y="731642"/>
                </a:lnTo>
                <a:lnTo>
                  <a:pt x="540865" y="732215"/>
                </a:lnTo>
                <a:lnTo>
                  <a:pt x="542010" y="732764"/>
                </a:lnTo>
                <a:lnTo>
                  <a:pt x="543156" y="733296"/>
                </a:lnTo>
                <a:lnTo>
                  <a:pt x="544308" y="733803"/>
                </a:lnTo>
                <a:lnTo>
                  <a:pt x="545453" y="734294"/>
                </a:lnTo>
                <a:lnTo>
                  <a:pt x="546605" y="734760"/>
                </a:lnTo>
                <a:lnTo>
                  <a:pt x="547751" y="735209"/>
                </a:lnTo>
                <a:lnTo>
                  <a:pt x="548902" y="735640"/>
                </a:lnTo>
                <a:lnTo>
                  <a:pt x="550048" y="736048"/>
                </a:lnTo>
                <a:lnTo>
                  <a:pt x="551199" y="736437"/>
                </a:lnTo>
                <a:lnTo>
                  <a:pt x="552345" y="736803"/>
                </a:lnTo>
                <a:lnTo>
                  <a:pt x="553497" y="737152"/>
                </a:lnTo>
                <a:lnTo>
                  <a:pt x="554642" y="737483"/>
                </a:lnTo>
                <a:lnTo>
                  <a:pt x="555788" y="737790"/>
                </a:lnTo>
                <a:lnTo>
                  <a:pt x="556940" y="738079"/>
                </a:lnTo>
                <a:lnTo>
                  <a:pt x="558085" y="738351"/>
                </a:lnTo>
                <a:lnTo>
                  <a:pt x="559237" y="738599"/>
                </a:lnTo>
                <a:lnTo>
                  <a:pt x="560383" y="738835"/>
                </a:lnTo>
                <a:lnTo>
                  <a:pt x="561534" y="739042"/>
                </a:lnTo>
                <a:lnTo>
                  <a:pt x="562680" y="739237"/>
                </a:lnTo>
                <a:lnTo>
                  <a:pt x="563831" y="739408"/>
                </a:lnTo>
                <a:lnTo>
                  <a:pt x="564977" y="739561"/>
                </a:lnTo>
                <a:lnTo>
                  <a:pt x="566123" y="739697"/>
                </a:lnTo>
                <a:lnTo>
                  <a:pt x="567274" y="739815"/>
                </a:lnTo>
                <a:lnTo>
                  <a:pt x="568420" y="739910"/>
                </a:lnTo>
                <a:lnTo>
                  <a:pt x="569572" y="739987"/>
                </a:lnTo>
                <a:lnTo>
                  <a:pt x="570717" y="740046"/>
                </a:lnTo>
                <a:lnTo>
                  <a:pt x="571869" y="740081"/>
                </a:lnTo>
                <a:lnTo>
                  <a:pt x="573015" y="740099"/>
                </a:lnTo>
                <a:lnTo>
                  <a:pt x="574166" y="740099"/>
                </a:lnTo>
                <a:lnTo>
                  <a:pt x="575312" y="740081"/>
                </a:lnTo>
                <a:lnTo>
                  <a:pt x="576458" y="740046"/>
                </a:lnTo>
                <a:lnTo>
                  <a:pt x="577609" y="739987"/>
                </a:lnTo>
                <a:lnTo>
                  <a:pt x="578755" y="739910"/>
                </a:lnTo>
                <a:lnTo>
                  <a:pt x="579906" y="739815"/>
                </a:lnTo>
                <a:lnTo>
                  <a:pt x="581052" y="739697"/>
                </a:lnTo>
                <a:lnTo>
                  <a:pt x="582204" y="739561"/>
                </a:lnTo>
                <a:lnTo>
                  <a:pt x="583349" y="739408"/>
                </a:lnTo>
                <a:lnTo>
                  <a:pt x="584501" y="739237"/>
                </a:lnTo>
                <a:lnTo>
                  <a:pt x="585647" y="739042"/>
                </a:lnTo>
                <a:lnTo>
                  <a:pt x="586792" y="738835"/>
                </a:lnTo>
                <a:lnTo>
                  <a:pt x="587944" y="738599"/>
                </a:lnTo>
                <a:lnTo>
                  <a:pt x="589090" y="738351"/>
                </a:lnTo>
                <a:lnTo>
                  <a:pt x="590241" y="738079"/>
                </a:lnTo>
                <a:lnTo>
                  <a:pt x="591387" y="737790"/>
                </a:lnTo>
                <a:lnTo>
                  <a:pt x="592539" y="737483"/>
                </a:lnTo>
                <a:lnTo>
                  <a:pt x="593684" y="737152"/>
                </a:lnTo>
                <a:lnTo>
                  <a:pt x="594836" y="736803"/>
                </a:lnTo>
                <a:lnTo>
                  <a:pt x="595981" y="736437"/>
                </a:lnTo>
                <a:lnTo>
                  <a:pt x="597133" y="736048"/>
                </a:lnTo>
                <a:lnTo>
                  <a:pt x="598279" y="735640"/>
                </a:lnTo>
                <a:lnTo>
                  <a:pt x="599424" y="735209"/>
                </a:lnTo>
                <a:lnTo>
                  <a:pt x="600576" y="734760"/>
                </a:lnTo>
                <a:lnTo>
                  <a:pt x="601722" y="734294"/>
                </a:lnTo>
                <a:lnTo>
                  <a:pt x="602873" y="733803"/>
                </a:lnTo>
                <a:lnTo>
                  <a:pt x="604019" y="733296"/>
                </a:lnTo>
                <a:lnTo>
                  <a:pt x="605171" y="732764"/>
                </a:lnTo>
                <a:lnTo>
                  <a:pt x="606316" y="732215"/>
                </a:lnTo>
                <a:lnTo>
                  <a:pt x="607468" y="731642"/>
                </a:lnTo>
                <a:lnTo>
                  <a:pt x="608614" y="731051"/>
                </a:lnTo>
                <a:lnTo>
                  <a:pt x="609759" y="730443"/>
                </a:lnTo>
                <a:lnTo>
                  <a:pt x="610911" y="729805"/>
                </a:lnTo>
                <a:lnTo>
                  <a:pt x="612056" y="729156"/>
                </a:lnTo>
                <a:lnTo>
                  <a:pt x="613208" y="728477"/>
                </a:lnTo>
                <a:lnTo>
                  <a:pt x="614354" y="727780"/>
                </a:lnTo>
                <a:lnTo>
                  <a:pt x="615505" y="727065"/>
                </a:lnTo>
                <a:lnTo>
                  <a:pt x="616651" y="726327"/>
                </a:lnTo>
                <a:lnTo>
                  <a:pt x="617803" y="725565"/>
                </a:lnTo>
                <a:lnTo>
                  <a:pt x="618948" y="724786"/>
                </a:lnTo>
                <a:lnTo>
                  <a:pt x="620094" y="723982"/>
                </a:lnTo>
                <a:lnTo>
                  <a:pt x="621246" y="723156"/>
                </a:lnTo>
                <a:lnTo>
                  <a:pt x="622391" y="722311"/>
                </a:lnTo>
                <a:lnTo>
                  <a:pt x="623543" y="721443"/>
                </a:lnTo>
                <a:lnTo>
                  <a:pt x="624689" y="720551"/>
                </a:lnTo>
                <a:lnTo>
                  <a:pt x="625840" y="719642"/>
                </a:lnTo>
                <a:lnTo>
                  <a:pt x="626986" y="718709"/>
                </a:lnTo>
                <a:lnTo>
                  <a:pt x="628137" y="717752"/>
                </a:lnTo>
                <a:lnTo>
                  <a:pt x="629283" y="716772"/>
                </a:lnTo>
                <a:lnTo>
                  <a:pt x="630435" y="715768"/>
                </a:lnTo>
                <a:lnTo>
                  <a:pt x="631580" y="714746"/>
                </a:lnTo>
                <a:lnTo>
                  <a:pt x="632726" y="713701"/>
                </a:lnTo>
                <a:lnTo>
                  <a:pt x="633878" y="712632"/>
                </a:lnTo>
                <a:lnTo>
                  <a:pt x="635023" y="711539"/>
                </a:lnTo>
                <a:lnTo>
                  <a:pt x="636175" y="710423"/>
                </a:lnTo>
                <a:lnTo>
                  <a:pt x="637321" y="709283"/>
                </a:lnTo>
                <a:lnTo>
                  <a:pt x="638472" y="708126"/>
                </a:lnTo>
                <a:lnTo>
                  <a:pt x="639618" y="706945"/>
                </a:lnTo>
                <a:lnTo>
                  <a:pt x="640769" y="705734"/>
                </a:lnTo>
                <a:lnTo>
                  <a:pt x="641915" y="704506"/>
                </a:lnTo>
                <a:lnTo>
                  <a:pt x="643061" y="703254"/>
                </a:lnTo>
                <a:lnTo>
                  <a:pt x="644212" y="701978"/>
                </a:lnTo>
                <a:lnTo>
                  <a:pt x="645358" y="700679"/>
                </a:lnTo>
                <a:lnTo>
                  <a:pt x="646510" y="699356"/>
                </a:lnTo>
                <a:lnTo>
                  <a:pt x="647655" y="698010"/>
                </a:lnTo>
                <a:lnTo>
                  <a:pt x="648807" y="696640"/>
                </a:lnTo>
                <a:lnTo>
                  <a:pt x="649953" y="695246"/>
                </a:lnTo>
                <a:lnTo>
                  <a:pt x="651104" y="693834"/>
                </a:lnTo>
                <a:lnTo>
                  <a:pt x="652250" y="692394"/>
                </a:lnTo>
                <a:lnTo>
                  <a:pt x="653396" y="690929"/>
                </a:lnTo>
                <a:lnTo>
                  <a:pt x="654547" y="689441"/>
                </a:lnTo>
                <a:lnTo>
                  <a:pt x="655693" y="687935"/>
                </a:lnTo>
                <a:lnTo>
                  <a:pt x="656844" y="686399"/>
                </a:lnTo>
                <a:lnTo>
                  <a:pt x="657990" y="684840"/>
                </a:lnTo>
                <a:lnTo>
                  <a:pt x="659142" y="683263"/>
                </a:lnTo>
                <a:lnTo>
                  <a:pt x="660287" y="681657"/>
                </a:lnTo>
                <a:lnTo>
                  <a:pt x="661439" y="680027"/>
                </a:lnTo>
                <a:lnTo>
                  <a:pt x="662585" y="678380"/>
                </a:lnTo>
                <a:lnTo>
                  <a:pt x="663730" y="676702"/>
                </a:lnTo>
                <a:lnTo>
                  <a:pt x="664882" y="675007"/>
                </a:lnTo>
                <a:lnTo>
                  <a:pt x="666028" y="673289"/>
                </a:lnTo>
                <a:lnTo>
                  <a:pt x="667179" y="671541"/>
                </a:lnTo>
                <a:lnTo>
                  <a:pt x="668325" y="669775"/>
                </a:lnTo>
                <a:lnTo>
                  <a:pt x="669476" y="667986"/>
                </a:lnTo>
                <a:lnTo>
                  <a:pt x="670622" y="666173"/>
                </a:lnTo>
                <a:lnTo>
                  <a:pt x="671774" y="664336"/>
                </a:lnTo>
                <a:lnTo>
                  <a:pt x="672919" y="662476"/>
                </a:lnTo>
                <a:lnTo>
                  <a:pt x="674071" y="660592"/>
                </a:lnTo>
                <a:lnTo>
                  <a:pt x="675217" y="658690"/>
                </a:lnTo>
                <a:lnTo>
                  <a:pt x="676362" y="656765"/>
                </a:lnTo>
                <a:lnTo>
                  <a:pt x="677514" y="654810"/>
                </a:lnTo>
                <a:lnTo>
                  <a:pt x="678660" y="652838"/>
                </a:lnTo>
                <a:lnTo>
                  <a:pt x="679811" y="650848"/>
                </a:lnTo>
                <a:lnTo>
                  <a:pt x="680957" y="648828"/>
                </a:lnTo>
                <a:lnTo>
                  <a:pt x="682108" y="646791"/>
                </a:lnTo>
                <a:lnTo>
                  <a:pt x="683254" y="644735"/>
                </a:lnTo>
                <a:lnTo>
                  <a:pt x="684406" y="642651"/>
                </a:lnTo>
                <a:lnTo>
                  <a:pt x="685551" y="640548"/>
                </a:lnTo>
                <a:lnTo>
                  <a:pt x="686697" y="638422"/>
                </a:lnTo>
                <a:lnTo>
                  <a:pt x="687849" y="636279"/>
                </a:lnTo>
                <a:lnTo>
                  <a:pt x="688994" y="634111"/>
                </a:lnTo>
                <a:lnTo>
                  <a:pt x="690146" y="631926"/>
                </a:lnTo>
                <a:lnTo>
                  <a:pt x="691292" y="629718"/>
                </a:lnTo>
                <a:lnTo>
                  <a:pt x="692443" y="627491"/>
                </a:lnTo>
                <a:lnTo>
                  <a:pt x="693589" y="625241"/>
                </a:lnTo>
                <a:lnTo>
                  <a:pt x="694741" y="622973"/>
                </a:lnTo>
                <a:lnTo>
                  <a:pt x="695886" y="620688"/>
                </a:lnTo>
                <a:lnTo>
                  <a:pt x="697032" y="618379"/>
                </a:lnTo>
                <a:lnTo>
                  <a:pt x="698183" y="616052"/>
                </a:lnTo>
                <a:lnTo>
                  <a:pt x="699329" y="613708"/>
                </a:lnTo>
                <a:lnTo>
                  <a:pt x="700481" y="611339"/>
                </a:lnTo>
                <a:lnTo>
                  <a:pt x="701626" y="608959"/>
                </a:lnTo>
                <a:lnTo>
                  <a:pt x="702778" y="606556"/>
                </a:lnTo>
                <a:lnTo>
                  <a:pt x="703924" y="604141"/>
                </a:lnTo>
                <a:lnTo>
                  <a:pt x="705075" y="601701"/>
                </a:lnTo>
                <a:lnTo>
                  <a:pt x="706221" y="599245"/>
                </a:lnTo>
                <a:lnTo>
                  <a:pt x="707373" y="596776"/>
                </a:lnTo>
                <a:lnTo>
                  <a:pt x="708518" y="594290"/>
                </a:lnTo>
                <a:lnTo>
                  <a:pt x="709664" y="591780"/>
                </a:lnTo>
                <a:lnTo>
                  <a:pt x="710816" y="589258"/>
                </a:lnTo>
                <a:lnTo>
                  <a:pt x="711961" y="586725"/>
                </a:lnTo>
                <a:lnTo>
                  <a:pt x="713113" y="584168"/>
                </a:lnTo>
                <a:lnTo>
                  <a:pt x="714259" y="581599"/>
                </a:lnTo>
                <a:lnTo>
                  <a:pt x="715410" y="579018"/>
                </a:lnTo>
                <a:lnTo>
                  <a:pt x="716556" y="576420"/>
                </a:lnTo>
                <a:lnTo>
                  <a:pt x="717707" y="573804"/>
                </a:lnTo>
                <a:lnTo>
                  <a:pt x="718853" y="571176"/>
                </a:lnTo>
                <a:lnTo>
                  <a:pt x="719999" y="568536"/>
                </a:lnTo>
                <a:lnTo>
                  <a:pt x="721150" y="565878"/>
                </a:lnTo>
                <a:lnTo>
                  <a:pt x="722296" y="563209"/>
                </a:lnTo>
                <a:lnTo>
                  <a:pt x="723448" y="560528"/>
                </a:lnTo>
                <a:lnTo>
                  <a:pt x="724593" y="557835"/>
                </a:lnTo>
                <a:lnTo>
                  <a:pt x="725745" y="555130"/>
                </a:lnTo>
                <a:lnTo>
                  <a:pt x="726891" y="552414"/>
                </a:lnTo>
                <a:lnTo>
                  <a:pt x="728042" y="549685"/>
                </a:lnTo>
                <a:lnTo>
                  <a:pt x="729188" y="546945"/>
                </a:lnTo>
                <a:lnTo>
                  <a:pt x="730333" y="544193"/>
                </a:lnTo>
                <a:lnTo>
                  <a:pt x="731485" y="541429"/>
                </a:lnTo>
                <a:lnTo>
                  <a:pt x="732631" y="538658"/>
                </a:lnTo>
                <a:lnTo>
                  <a:pt x="733782" y="535876"/>
                </a:lnTo>
                <a:lnTo>
                  <a:pt x="734928" y="533085"/>
                </a:lnTo>
                <a:lnTo>
                  <a:pt x="736080" y="530284"/>
                </a:lnTo>
                <a:lnTo>
                  <a:pt x="737225" y="527475"/>
                </a:lnTo>
                <a:lnTo>
                  <a:pt x="738377" y="524657"/>
                </a:lnTo>
                <a:lnTo>
                  <a:pt x="739523" y="521832"/>
                </a:lnTo>
                <a:lnTo>
                  <a:pt x="740668" y="518999"/>
                </a:lnTo>
                <a:lnTo>
                  <a:pt x="741820" y="516159"/>
                </a:lnTo>
                <a:lnTo>
                  <a:pt x="742966" y="513312"/>
                </a:lnTo>
                <a:lnTo>
                  <a:pt x="744117" y="510457"/>
                </a:lnTo>
                <a:lnTo>
                  <a:pt x="745263" y="507597"/>
                </a:lnTo>
                <a:lnTo>
                  <a:pt x="746414" y="504732"/>
                </a:lnTo>
                <a:lnTo>
                  <a:pt x="747560" y="501860"/>
                </a:lnTo>
                <a:lnTo>
                  <a:pt x="748712" y="498983"/>
                </a:lnTo>
                <a:lnTo>
                  <a:pt x="749857" y="496102"/>
                </a:lnTo>
                <a:lnTo>
                  <a:pt x="751009" y="493217"/>
                </a:lnTo>
                <a:lnTo>
                  <a:pt x="752155" y="490326"/>
                </a:lnTo>
                <a:lnTo>
                  <a:pt x="753300" y="487433"/>
                </a:lnTo>
                <a:lnTo>
                  <a:pt x="754452" y="484536"/>
                </a:lnTo>
                <a:lnTo>
                  <a:pt x="755598" y="481636"/>
                </a:lnTo>
                <a:lnTo>
                  <a:pt x="756749" y="478734"/>
                </a:lnTo>
                <a:lnTo>
                  <a:pt x="757895" y="475829"/>
                </a:lnTo>
                <a:lnTo>
                  <a:pt x="759046" y="472922"/>
                </a:lnTo>
                <a:lnTo>
                  <a:pt x="760192" y="470013"/>
                </a:lnTo>
                <a:lnTo>
                  <a:pt x="761344" y="467103"/>
                </a:lnTo>
                <a:lnTo>
                  <a:pt x="762489" y="464192"/>
                </a:lnTo>
                <a:lnTo>
                  <a:pt x="763635" y="461281"/>
                </a:lnTo>
                <a:lnTo>
                  <a:pt x="764787" y="458370"/>
                </a:lnTo>
                <a:lnTo>
                  <a:pt x="765932" y="455458"/>
                </a:lnTo>
                <a:lnTo>
                  <a:pt x="767084" y="452547"/>
                </a:lnTo>
                <a:lnTo>
                  <a:pt x="768230" y="449636"/>
                </a:lnTo>
                <a:lnTo>
                  <a:pt x="769381" y="446727"/>
                </a:lnTo>
                <a:lnTo>
                  <a:pt x="770527" y="443818"/>
                </a:lnTo>
                <a:lnTo>
                  <a:pt x="771678" y="440911"/>
                </a:lnTo>
                <a:lnTo>
                  <a:pt x="772824" y="438007"/>
                </a:lnTo>
                <a:lnTo>
                  <a:pt x="773970" y="435104"/>
                </a:lnTo>
                <a:lnTo>
                  <a:pt x="775121" y="432205"/>
                </a:lnTo>
                <a:lnTo>
                  <a:pt x="776267" y="429308"/>
                </a:lnTo>
                <a:lnTo>
                  <a:pt x="777419" y="426414"/>
                </a:lnTo>
                <a:lnTo>
                  <a:pt x="778564" y="423524"/>
                </a:lnTo>
                <a:lnTo>
                  <a:pt x="779716" y="420638"/>
                </a:lnTo>
                <a:lnTo>
                  <a:pt x="780862" y="417755"/>
                </a:lnTo>
                <a:lnTo>
                  <a:pt x="782013" y="414877"/>
                </a:lnTo>
                <a:lnTo>
                  <a:pt x="783159" y="412004"/>
                </a:lnTo>
                <a:lnTo>
                  <a:pt x="784311" y="409135"/>
                </a:lnTo>
                <a:lnTo>
                  <a:pt x="785456" y="406272"/>
                </a:lnTo>
                <a:lnTo>
                  <a:pt x="786602" y="403414"/>
                </a:lnTo>
                <a:lnTo>
                  <a:pt x="787753" y="400562"/>
                </a:lnTo>
                <a:lnTo>
                  <a:pt x="788899" y="397715"/>
                </a:lnTo>
                <a:lnTo>
                  <a:pt x="790051" y="394875"/>
                </a:lnTo>
                <a:lnTo>
                  <a:pt x="791196" y="392042"/>
                </a:lnTo>
                <a:lnTo>
                  <a:pt x="792348" y="389215"/>
                </a:lnTo>
                <a:lnTo>
                  <a:pt x="793494" y="386394"/>
                </a:lnTo>
                <a:lnTo>
                  <a:pt x="794645" y="383581"/>
                </a:lnTo>
                <a:lnTo>
                  <a:pt x="795791" y="380775"/>
                </a:lnTo>
                <a:lnTo>
                  <a:pt x="796937" y="377978"/>
                </a:lnTo>
                <a:lnTo>
                  <a:pt x="798088" y="375188"/>
                </a:lnTo>
                <a:lnTo>
                  <a:pt x="799234" y="372406"/>
                </a:lnTo>
                <a:lnTo>
                  <a:pt x="800386" y="369632"/>
                </a:lnTo>
                <a:lnTo>
                  <a:pt x="801531" y="366867"/>
                </a:lnTo>
                <a:lnTo>
                  <a:pt x="802683" y="364111"/>
                </a:lnTo>
                <a:lnTo>
                  <a:pt x="803828" y="361363"/>
                </a:lnTo>
                <a:lnTo>
                  <a:pt x="804980" y="358624"/>
                </a:lnTo>
                <a:lnTo>
                  <a:pt x="806126" y="355895"/>
                </a:lnTo>
                <a:lnTo>
                  <a:pt x="807271" y="353175"/>
                </a:lnTo>
                <a:lnTo>
                  <a:pt x="808423" y="350465"/>
                </a:lnTo>
                <a:lnTo>
                  <a:pt x="809569" y="347764"/>
                </a:lnTo>
                <a:lnTo>
                  <a:pt x="810720" y="345074"/>
                </a:lnTo>
                <a:lnTo>
                  <a:pt x="811866" y="342394"/>
                </a:lnTo>
                <a:lnTo>
                  <a:pt x="813018" y="339725"/>
                </a:lnTo>
                <a:lnTo>
                  <a:pt x="814163" y="337065"/>
                </a:lnTo>
                <a:lnTo>
                  <a:pt x="815315" y="334416"/>
                </a:lnTo>
                <a:lnTo>
                  <a:pt x="816460" y="331778"/>
                </a:lnTo>
                <a:lnTo>
                  <a:pt x="817606" y="329151"/>
                </a:lnTo>
                <a:lnTo>
                  <a:pt x="818758" y="326536"/>
                </a:lnTo>
                <a:lnTo>
                  <a:pt x="819903" y="323931"/>
                </a:lnTo>
                <a:lnTo>
                  <a:pt x="821055" y="321338"/>
                </a:lnTo>
                <a:lnTo>
                  <a:pt x="822201" y="318756"/>
                </a:lnTo>
                <a:lnTo>
                  <a:pt x="823352" y="316185"/>
                </a:lnTo>
                <a:lnTo>
                  <a:pt x="824498" y="313627"/>
                </a:lnTo>
                <a:lnTo>
                  <a:pt x="825650" y="311080"/>
                </a:lnTo>
                <a:lnTo>
                  <a:pt x="826795" y="308545"/>
                </a:lnTo>
                <a:lnTo>
                  <a:pt x="827947" y="306023"/>
                </a:lnTo>
                <a:lnTo>
                  <a:pt x="829093" y="303512"/>
                </a:lnTo>
                <a:lnTo>
                  <a:pt x="830238" y="301014"/>
                </a:lnTo>
                <a:lnTo>
                  <a:pt x="831390" y="298528"/>
                </a:lnTo>
                <a:lnTo>
                  <a:pt x="832535" y="296054"/>
                </a:lnTo>
                <a:lnTo>
                  <a:pt x="833687" y="293593"/>
                </a:lnTo>
                <a:lnTo>
                  <a:pt x="834833" y="291145"/>
                </a:lnTo>
                <a:lnTo>
                  <a:pt x="835984" y="288709"/>
                </a:lnTo>
                <a:lnTo>
                  <a:pt x="837130" y="286286"/>
                </a:lnTo>
                <a:lnTo>
                  <a:pt x="838282" y="283876"/>
                </a:lnTo>
                <a:lnTo>
                  <a:pt x="839427" y="281479"/>
                </a:lnTo>
                <a:lnTo>
                  <a:pt x="840573" y="279094"/>
                </a:lnTo>
                <a:lnTo>
                  <a:pt x="841725" y="276723"/>
                </a:lnTo>
                <a:lnTo>
                  <a:pt x="842870" y="274365"/>
                </a:lnTo>
                <a:lnTo>
                  <a:pt x="844022" y="272020"/>
                </a:lnTo>
                <a:lnTo>
                  <a:pt x="845168" y="269689"/>
                </a:lnTo>
                <a:lnTo>
                  <a:pt x="846319" y="267370"/>
                </a:lnTo>
                <a:lnTo>
                  <a:pt x="847465" y="265065"/>
                </a:lnTo>
                <a:lnTo>
                  <a:pt x="848616" y="262773"/>
                </a:lnTo>
                <a:lnTo>
                  <a:pt x="849762" y="260494"/>
                </a:lnTo>
                <a:lnTo>
                  <a:pt x="850908" y="258229"/>
                </a:lnTo>
                <a:lnTo>
                  <a:pt x="852059" y="255978"/>
                </a:lnTo>
                <a:lnTo>
                  <a:pt x="853205" y="253739"/>
                </a:lnTo>
                <a:lnTo>
                  <a:pt x="854357" y="251515"/>
                </a:lnTo>
                <a:lnTo>
                  <a:pt x="855502" y="249303"/>
                </a:lnTo>
                <a:lnTo>
                  <a:pt x="856654" y="247106"/>
                </a:lnTo>
                <a:lnTo>
                  <a:pt x="857800" y="244921"/>
                </a:lnTo>
                <a:lnTo>
                  <a:pt x="858951" y="242751"/>
                </a:lnTo>
                <a:lnTo>
                  <a:pt x="860097" y="240594"/>
                </a:lnTo>
                <a:lnTo>
                  <a:pt x="861248" y="238450"/>
                </a:lnTo>
                <a:lnTo>
                  <a:pt x="862394" y="236320"/>
                </a:lnTo>
                <a:lnTo>
                  <a:pt x="863540" y="234204"/>
                </a:lnTo>
                <a:lnTo>
                  <a:pt x="864691" y="232101"/>
                </a:lnTo>
                <a:lnTo>
                  <a:pt x="865837" y="230012"/>
                </a:lnTo>
                <a:lnTo>
                  <a:pt x="866989" y="227937"/>
                </a:lnTo>
                <a:lnTo>
                  <a:pt x="868134" y="225874"/>
                </a:lnTo>
                <a:lnTo>
                  <a:pt x="869286" y="223826"/>
                </a:lnTo>
                <a:lnTo>
                  <a:pt x="870432" y="221791"/>
                </a:lnTo>
                <a:lnTo>
                  <a:pt x="871583" y="219770"/>
                </a:lnTo>
                <a:lnTo>
                  <a:pt x="872729" y="217762"/>
                </a:lnTo>
                <a:lnTo>
                  <a:pt x="873875" y="215768"/>
                </a:lnTo>
                <a:lnTo>
                  <a:pt x="875026" y="213786"/>
                </a:lnTo>
                <a:lnTo>
                  <a:pt x="876172" y="211819"/>
                </a:lnTo>
                <a:lnTo>
                  <a:pt x="877323" y="209865"/>
                </a:lnTo>
                <a:lnTo>
                  <a:pt x="878469" y="207924"/>
                </a:lnTo>
                <a:lnTo>
                  <a:pt x="879621" y="205997"/>
                </a:lnTo>
                <a:lnTo>
                  <a:pt x="880766" y="204083"/>
                </a:lnTo>
                <a:lnTo>
                  <a:pt x="881918" y="202183"/>
                </a:lnTo>
                <a:lnTo>
                  <a:pt x="883064" y="200296"/>
                </a:lnTo>
                <a:lnTo>
                  <a:pt x="884209" y="198422"/>
                </a:lnTo>
                <a:lnTo>
                  <a:pt x="885361" y="196561"/>
                </a:lnTo>
                <a:lnTo>
                  <a:pt x="886507" y="194714"/>
                </a:lnTo>
                <a:lnTo>
                  <a:pt x="887658" y="192879"/>
                </a:lnTo>
                <a:lnTo>
                  <a:pt x="888804" y="191058"/>
                </a:lnTo>
                <a:lnTo>
                  <a:pt x="889956" y="189250"/>
                </a:lnTo>
                <a:lnTo>
                  <a:pt x="891101" y="187455"/>
                </a:lnTo>
                <a:lnTo>
                  <a:pt x="892253" y="185673"/>
                </a:lnTo>
                <a:lnTo>
                  <a:pt x="893398" y="183903"/>
                </a:lnTo>
                <a:lnTo>
                  <a:pt x="894544" y="182147"/>
                </a:lnTo>
                <a:lnTo>
                  <a:pt x="895696" y="180404"/>
                </a:lnTo>
                <a:lnTo>
                  <a:pt x="896841" y="178673"/>
                </a:lnTo>
                <a:lnTo>
                  <a:pt x="897993" y="176955"/>
                </a:lnTo>
                <a:lnTo>
                  <a:pt x="899139" y="175249"/>
                </a:lnTo>
                <a:lnTo>
                  <a:pt x="900290" y="173557"/>
                </a:lnTo>
                <a:lnTo>
                  <a:pt x="901436" y="171877"/>
                </a:lnTo>
                <a:lnTo>
                  <a:pt x="902588" y="170209"/>
                </a:lnTo>
                <a:lnTo>
                  <a:pt x="903733" y="168554"/>
                </a:lnTo>
                <a:lnTo>
                  <a:pt x="904885" y="166911"/>
                </a:lnTo>
                <a:lnTo>
                  <a:pt x="906031" y="165281"/>
                </a:lnTo>
                <a:lnTo>
                  <a:pt x="907176" y="163663"/>
                </a:lnTo>
                <a:lnTo>
                  <a:pt x="908328" y="162057"/>
                </a:lnTo>
                <a:lnTo>
                  <a:pt x="909473" y="160464"/>
                </a:lnTo>
                <a:lnTo>
                  <a:pt x="910625" y="158882"/>
                </a:lnTo>
                <a:lnTo>
                  <a:pt x="911771" y="157312"/>
                </a:lnTo>
                <a:lnTo>
                  <a:pt x="912922" y="155755"/>
                </a:lnTo>
                <a:lnTo>
                  <a:pt x="914068" y="154210"/>
                </a:lnTo>
                <a:lnTo>
                  <a:pt x="915220" y="152676"/>
                </a:lnTo>
                <a:lnTo>
                  <a:pt x="916365" y="151154"/>
                </a:lnTo>
                <a:lnTo>
                  <a:pt x="917511" y="149643"/>
                </a:lnTo>
                <a:lnTo>
                  <a:pt x="918663" y="148145"/>
                </a:lnTo>
                <a:lnTo>
                  <a:pt x="919808" y="146658"/>
                </a:lnTo>
                <a:lnTo>
                  <a:pt x="920960" y="145183"/>
                </a:lnTo>
                <a:lnTo>
                  <a:pt x="922105" y="143719"/>
                </a:lnTo>
                <a:lnTo>
                  <a:pt x="923257" y="142267"/>
                </a:lnTo>
                <a:lnTo>
                  <a:pt x="924403" y="140826"/>
                </a:lnTo>
                <a:lnTo>
                  <a:pt x="925554" y="139396"/>
                </a:lnTo>
                <a:lnTo>
                  <a:pt x="926700" y="137978"/>
                </a:lnTo>
                <a:lnTo>
                  <a:pt x="927846" y="136570"/>
                </a:lnTo>
                <a:lnTo>
                  <a:pt x="928997" y="135174"/>
                </a:lnTo>
                <a:lnTo>
                  <a:pt x="930143" y="133788"/>
                </a:lnTo>
                <a:lnTo>
                  <a:pt x="931295" y="132414"/>
                </a:lnTo>
                <a:lnTo>
                  <a:pt x="932440" y="131050"/>
                </a:lnTo>
                <a:lnTo>
                  <a:pt x="933592" y="129697"/>
                </a:lnTo>
                <a:lnTo>
                  <a:pt x="934738" y="128356"/>
                </a:lnTo>
                <a:lnTo>
                  <a:pt x="935889" y="127024"/>
                </a:lnTo>
                <a:lnTo>
                  <a:pt x="937035" y="125703"/>
                </a:lnTo>
                <a:lnTo>
                  <a:pt x="938180" y="124393"/>
                </a:lnTo>
                <a:lnTo>
                  <a:pt x="939332" y="123093"/>
                </a:lnTo>
                <a:lnTo>
                  <a:pt x="940478" y="121804"/>
                </a:lnTo>
                <a:lnTo>
                  <a:pt x="941629" y="120525"/>
                </a:lnTo>
                <a:lnTo>
                  <a:pt x="942775" y="119256"/>
                </a:lnTo>
                <a:lnTo>
                  <a:pt x="943927" y="117997"/>
                </a:lnTo>
                <a:lnTo>
                  <a:pt x="945072" y="116748"/>
                </a:lnTo>
                <a:lnTo>
                  <a:pt x="946224" y="115510"/>
                </a:lnTo>
                <a:lnTo>
                  <a:pt x="947370" y="114281"/>
                </a:lnTo>
                <a:lnTo>
                  <a:pt x="948521" y="113062"/>
                </a:lnTo>
                <a:lnTo>
                  <a:pt x="949667" y="111854"/>
                </a:lnTo>
                <a:lnTo>
                  <a:pt x="950813" y="110654"/>
                </a:lnTo>
                <a:lnTo>
                  <a:pt x="951964" y="109465"/>
                </a:lnTo>
                <a:lnTo>
                  <a:pt x="953110" y="108285"/>
                </a:lnTo>
                <a:lnTo>
                  <a:pt x="954261" y="107114"/>
                </a:lnTo>
                <a:lnTo>
                  <a:pt x="955407" y="105953"/>
                </a:lnTo>
                <a:lnTo>
                  <a:pt x="956559" y="104802"/>
                </a:lnTo>
                <a:lnTo>
                  <a:pt x="957704" y="103660"/>
                </a:lnTo>
                <a:lnTo>
                  <a:pt x="958856" y="102527"/>
                </a:lnTo>
                <a:lnTo>
                  <a:pt x="960002" y="101403"/>
                </a:lnTo>
                <a:lnTo>
                  <a:pt x="961147" y="100289"/>
                </a:lnTo>
                <a:lnTo>
                  <a:pt x="962299" y="99183"/>
                </a:lnTo>
                <a:lnTo>
                  <a:pt x="963445" y="98087"/>
                </a:lnTo>
                <a:lnTo>
                  <a:pt x="964596" y="96999"/>
                </a:lnTo>
                <a:lnTo>
                  <a:pt x="965742" y="95920"/>
                </a:lnTo>
                <a:lnTo>
                  <a:pt x="966893" y="94850"/>
                </a:lnTo>
                <a:lnTo>
                  <a:pt x="968039" y="93789"/>
                </a:lnTo>
                <a:lnTo>
                  <a:pt x="969191" y="92737"/>
                </a:lnTo>
                <a:lnTo>
                  <a:pt x="970336" y="91693"/>
                </a:lnTo>
                <a:lnTo>
                  <a:pt x="971482" y="90657"/>
                </a:lnTo>
                <a:lnTo>
                  <a:pt x="972634" y="89630"/>
                </a:lnTo>
                <a:lnTo>
                  <a:pt x="973779" y="88611"/>
                </a:lnTo>
                <a:lnTo>
                  <a:pt x="974931" y="87601"/>
                </a:lnTo>
                <a:lnTo>
                  <a:pt x="976077" y="86598"/>
                </a:lnTo>
                <a:lnTo>
                  <a:pt x="977228" y="85604"/>
                </a:lnTo>
                <a:lnTo>
                  <a:pt x="978374" y="84619"/>
                </a:lnTo>
                <a:lnTo>
                  <a:pt x="979525" y="83641"/>
                </a:lnTo>
                <a:lnTo>
                  <a:pt x="980671" y="82671"/>
                </a:lnTo>
                <a:lnTo>
                  <a:pt x="981823" y="81709"/>
                </a:lnTo>
                <a:lnTo>
                  <a:pt x="982968" y="80755"/>
                </a:lnTo>
                <a:lnTo>
                  <a:pt x="984114" y="79809"/>
                </a:lnTo>
                <a:lnTo>
                  <a:pt x="985266" y="78871"/>
                </a:lnTo>
                <a:lnTo>
                  <a:pt x="986411" y="77940"/>
                </a:lnTo>
                <a:lnTo>
                  <a:pt x="987563" y="77017"/>
                </a:lnTo>
                <a:lnTo>
                  <a:pt x="988709" y="76101"/>
                </a:lnTo>
                <a:lnTo>
                  <a:pt x="989860" y="75193"/>
                </a:lnTo>
                <a:lnTo>
                  <a:pt x="991006" y="74292"/>
                </a:lnTo>
                <a:lnTo>
                  <a:pt x="992158" y="73399"/>
                </a:lnTo>
                <a:lnTo>
                  <a:pt x="993303" y="72513"/>
                </a:lnTo>
                <a:lnTo>
                  <a:pt x="994449" y="71634"/>
                </a:lnTo>
                <a:lnTo>
                  <a:pt x="995601" y="70763"/>
                </a:lnTo>
                <a:lnTo>
                  <a:pt x="996746" y="69898"/>
                </a:lnTo>
                <a:lnTo>
                  <a:pt x="997898" y="69041"/>
                </a:lnTo>
                <a:lnTo>
                  <a:pt x="999043" y="68190"/>
                </a:lnTo>
                <a:lnTo>
                  <a:pt x="1000195" y="67346"/>
                </a:lnTo>
                <a:lnTo>
                  <a:pt x="1001341" y="66509"/>
                </a:lnTo>
                <a:lnTo>
                  <a:pt x="1002492" y="65680"/>
                </a:lnTo>
                <a:lnTo>
                  <a:pt x="1003638" y="64857"/>
                </a:lnTo>
                <a:lnTo>
                  <a:pt x="1004784" y="64040"/>
                </a:lnTo>
                <a:lnTo>
                  <a:pt x="1005935" y="63231"/>
                </a:lnTo>
                <a:lnTo>
                  <a:pt x="1007081" y="62427"/>
                </a:lnTo>
                <a:lnTo>
                  <a:pt x="1008232" y="61631"/>
                </a:lnTo>
                <a:lnTo>
                  <a:pt x="1009378" y="60841"/>
                </a:lnTo>
                <a:lnTo>
                  <a:pt x="1010530" y="60058"/>
                </a:lnTo>
                <a:lnTo>
                  <a:pt x="1011675" y="59280"/>
                </a:lnTo>
                <a:lnTo>
                  <a:pt x="1012827" y="58509"/>
                </a:lnTo>
                <a:lnTo>
                  <a:pt x="1013973" y="57745"/>
                </a:lnTo>
                <a:lnTo>
                  <a:pt x="1015118" y="56986"/>
                </a:lnTo>
                <a:lnTo>
                  <a:pt x="1016270" y="56234"/>
                </a:lnTo>
                <a:lnTo>
                  <a:pt x="1017416" y="55488"/>
                </a:lnTo>
                <a:lnTo>
                  <a:pt x="1018567" y="54748"/>
                </a:lnTo>
                <a:lnTo>
                  <a:pt x="1019713" y="54014"/>
                </a:lnTo>
                <a:lnTo>
                  <a:pt x="1020865" y="53286"/>
                </a:lnTo>
                <a:lnTo>
                  <a:pt x="1022010" y="52563"/>
                </a:lnTo>
                <a:lnTo>
                  <a:pt x="1023162" y="51847"/>
                </a:lnTo>
                <a:lnTo>
                  <a:pt x="1024307" y="51136"/>
                </a:lnTo>
                <a:lnTo>
                  <a:pt x="1025459" y="50431"/>
                </a:lnTo>
                <a:lnTo>
                  <a:pt x="1026605" y="49732"/>
                </a:lnTo>
                <a:lnTo>
                  <a:pt x="1027750" y="49039"/>
                </a:lnTo>
                <a:lnTo>
                  <a:pt x="1028902" y="48351"/>
                </a:lnTo>
                <a:lnTo>
                  <a:pt x="1030048" y="47668"/>
                </a:lnTo>
                <a:lnTo>
                  <a:pt x="1031199" y="46991"/>
                </a:lnTo>
                <a:lnTo>
                  <a:pt x="1032345" y="46320"/>
                </a:lnTo>
                <a:lnTo>
                  <a:pt x="1033497" y="45654"/>
                </a:lnTo>
                <a:lnTo>
                  <a:pt x="1034642" y="44994"/>
                </a:lnTo>
                <a:lnTo>
                  <a:pt x="1035794" y="44338"/>
                </a:lnTo>
                <a:lnTo>
                  <a:pt x="1036940" y="43688"/>
                </a:lnTo>
                <a:lnTo>
                  <a:pt x="1038085" y="43043"/>
                </a:lnTo>
                <a:lnTo>
                  <a:pt x="1039237" y="42403"/>
                </a:lnTo>
                <a:lnTo>
                  <a:pt x="1040382" y="41769"/>
                </a:lnTo>
                <a:lnTo>
                  <a:pt x="1041534" y="41140"/>
                </a:lnTo>
                <a:lnTo>
                  <a:pt x="1042680" y="40515"/>
                </a:lnTo>
                <a:lnTo>
                  <a:pt x="1043831" y="39896"/>
                </a:lnTo>
                <a:lnTo>
                  <a:pt x="1044977" y="39281"/>
                </a:lnTo>
                <a:lnTo>
                  <a:pt x="1046129" y="38672"/>
                </a:lnTo>
                <a:lnTo>
                  <a:pt x="1047274" y="38067"/>
                </a:lnTo>
                <a:lnTo>
                  <a:pt x="1048420" y="37467"/>
                </a:lnTo>
                <a:lnTo>
                  <a:pt x="1049572" y="36872"/>
                </a:lnTo>
                <a:lnTo>
                  <a:pt x="1050717" y="36282"/>
                </a:lnTo>
                <a:lnTo>
                  <a:pt x="1051869" y="35696"/>
                </a:lnTo>
                <a:lnTo>
                  <a:pt x="1053015" y="35115"/>
                </a:lnTo>
                <a:lnTo>
                  <a:pt x="1054166" y="34538"/>
                </a:lnTo>
                <a:lnTo>
                  <a:pt x="1055312" y="33967"/>
                </a:lnTo>
                <a:lnTo>
                  <a:pt x="1056464" y="33399"/>
                </a:lnTo>
                <a:lnTo>
                  <a:pt x="1057609" y="32836"/>
                </a:lnTo>
                <a:lnTo>
                  <a:pt x="1058761" y="32278"/>
                </a:lnTo>
                <a:lnTo>
                  <a:pt x="1059906" y="31724"/>
                </a:lnTo>
                <a:lnTo>
                  <a:pt x="1061052" y="31175"/>
                </a:lnTo>
                <a:lnTo>
                  <a:pt x="1062204" y="30629"/>
                </a:lnTo>
                <a:lnTo>
                  <a:pt x="1063349" y="30088"/>
                </a:lnTo>
                <a:lnTo>
                  <a:pt x="1064501" y="29552"/>
                </a:lnTo>
                <a:lnTo>
                  <a:pt x="1065647" y="29019"/>
                </a:lnTo>
                <a:lnTo>
                  <a:pt x="1066798" y="28491"/>
                </a:lnTo>
                <a:lnTo>
                  <a:pt x="1067944" y="27967"/>
                </a:lnTo>
                <a:lnTo>
                  <a:pt x="1069096" y="27447"/>
                </a:lnTo>
                <a:lnTo>
                  <a:pt x="1070241" y="26931"/>
                </a:lnTo>
                <a:lnTo>
                  <a:pt x="1071387" y="26419"/>
                </a:lnTo>
                <a:lnTo>
                  <a:pt x="1072539" y="25911"/>
                </a:lnTo>
                <a:lnTo>
                  <a:pt x="1073684" y="25407"/>
                </a:lnTo>
                <a:lnTo>
                  <a:pt x="1074836" y="24907"/>
                </a:lnTo>
                <a:lnTo>
                  <a:pt x="1075981" y="24411"/>
                </a:lnTo>
                <a:lnTo>
                  <a:pt x="1077133" y="23918"/>
                </a:lnTo>
                <a:lnTo>
                  <a:pt x="1078279" y="23430"/>
                </a:lnTo>
                <a:lnTo>
                  <a:pt x="1079430" y="22945"/>
                </a:lnTo>
                <a:lnTo>
                  <a:pt x="1080576" y="22464"/>
                </a:lnTo>
                <a:lnTo>
                  <a:pt x="1081722" y="21987"/>
                </a:lnTo>
                <a:lnTo>
                  <a:pt x="1082873" y="21514"/>
                </a:lnTo>
                <a:lnTo>
                  <a:pt x="1084019" y="21044"/>
                </a:lnTo>
                <a:lnTo>
                  <a:pt x="1085170" y="20578"/>
                </a:lnTo>
                <a:lnTo>
                  <a:pt x="1086316" y="20115"/>
                </a:lnTo>
                <a:lnTo>
                  <a:pt x="1087468" y="19656"/>
                </a:lnTo>
                <a:lnTo>
                  <a:pt x="1088613" y="19200"/>
                </a:lnTo>
                <a:lnTo>
                  <a:pt x="1089765" y="18749"/>
                </a:lnTo>
                <a:lnTo>
                  <a:pt x="1090911" y="18300"/>
                </a:lnTo>
                <a:lnTo>
                  <a:pt x="1092056" y="17855"/>
                </a:lnTo>
                <a:lnTo>
                  <a:pt x="1093208" y="17413"/>
                </a:lnTo>
                <a:lnTo>
                  <a:pt x="1094354" y="16975"/>
                </a:lnTo>
                <a:lnTo>
                  <a:pt x="1095505" y="16540"/>
                </a:lnTo>
                <a:lnTo>
                  <a:pt x="1096651" y="16108"/>
                </a:lnTo>
                <a:lnTo>
                  <a:pt x="1097803" y="15680"/>
                </a:lnTo>
                <a:lnTo>
                  <a:pt x="1098948" y="15255"/>
                </a:lnTo>
                <a:lnTo>
                  <a:pt x="1100100" y="14833"/>
                </a:lnTo>
                <a:lnTo>
                  <a:pt x="1101245" y="14414"/>
                </a:lnTo>
                <a:lnTo>
                  <a:pt x="1102397" y="13999"/>
                </a:lnTo>
                <a:lnTo>
                  <a:pt x="1103543" y="13587"/>
                </a:lnTo>
                <a:lnTo>
                  <a:pt x="1104688" y="13177"/>
                </a:lnTo>
                <a:lnTo>
                  <a:pt x="1105840" y="12772"/>
                </a:lnTo>
                <a:lnTo>
                  <a:pt x="1106986" y="12368"/>
                </a:lnTo>
                <a:lnTo>
                  <a:pt x="1108137" y="11968"/>
                </a:lnTo>
                <a:lnTo>
                  <a:pt x="1109283" y="11572"/>
                </a:lnTo>
                <a:lnTo>
                  <a:pt x="1110435" y="11178"/>
                </a:lnTo>
                <a:lnTo>
                  <a:pt x="1111580" y="10786"/>
                </a:lnTo>
                <a:lnTo>
                  <a:pt x="1112732" y="10398"/>
                </a:lnTo>
                <a:lnTo>
                  <a:pt x="1113878" y="10013"/>
                </a:lnTo>
                <a:lnTo>
                  <a:pt x="1115023" y="9631"/>
                </a:lnTo>
                <a:lnTo>
                  <a:pt x="1116175" y="9251"/>
                </a:lnTo>
                <a:lnTo>
                  <a:pt x="1117320" y="8875"/>
                </a:lnTo>
                <a:lnTo>
                  <a:pt x="1118472" y="8501"/>
                </a:lnTo>
                <a:lnTo>
                  <a:pt x="1119618" y="8130"/>
                </a:lnTo>
                <a:lnTo>
                  <a:pt x="1120769" y="7762"/>
                </a:lnTo>
                <a:lnTo>
                  <a:pt x="1121915" y="7396"/>
                </a:lnTo>
                <a:lnTo>
                  <a:pt x="1123067" y="7033"/>
                </a:lnTo>
                <a:lnTo>
                  <a:pt x="1124212" y="6673"/>
                </a:lnTo>
                <a:lnTo>
                  <a:pt x="1125358" y="6315"/>
                </a:lnTo>
                <a:lnTo>
                  <a:pt x="1126510" y="5961"/>
                </a:lnTo>
                <a:lnTo>
                  <a:pt x="1127655" y="5608"/>
                </a:lnTo>
                <a:lnTo>
                  <a:pt x="1128807" y="5259"/>
                </a:lnTo>
                <a:lnTo>
                  <a:pt x="1129953" y="4912"/>
                </a:lnTo>
                <a:lnTo>
                  <a:pt x="1131104" y="4567"/>
                </a:lnTo>
                <a:lnTo>
                  <a:pt x="1132250" y="4225"/>
                </a:lnTo>
                <a:lnTo>
                  <a:pt x="1133401" y="3886"/>
                </a:lnTo>
                <a:lnTo>
                  <a:pt x="1134547" y="3549"/>
                </a:lnTo>
                <a:lnTo>
                  <a:pt x="1135699" y="3214"/>
                </a:lnTo>
                <a:lnTo>
                  <a:pt x="1136844" y="2882"/>
                </a:lnTo>
                <a:lnTo>
                  <a:pt x="1137990" y="2553"/>
                </a:lnTo>
                <a:lnTo>
                  <a:pt x="1139142" y="2225"/>
                </a:lnTo>
                <a:lnTo>
                  <a:pt x="1140287" y="1900"/>
                </a:lnTo>
                <a:lnTo>
                  <a:pt x="1141439" y="1578"/>
                </a:lnTo>
                <a:lnTo>
                  <a:pt x="1142585" y="1258"/>
                </a:lnTo>
                <a:lnTo>
                  <a:pt x="1143736" y="940"/>
                </a:lnTo>
                <a:lnTo>
                  <a:pt x="1144882" y="624"/>
                </a:lnTo>
                <a:lnTo>
                  <a:pt x="1146033" y="311"/>
                </a:lnTo>
                <a:lnTo>
                  <a:pt x="1147179" y="0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ED185D05-363A-8330-FA12-48B61C437529}"/>
              </a:ext>
            </a:extLst>
          </p:cNvPr>
          <p:cNvGrpSpPr/>
          <p:nvPr/>
        </p:nvGrpSpPr>
        <p:grpSpPr>
          <a:xfrm>
            <a:off x="2321763" y="4078118"/>
            <a:ext cx="1417339" cy="944893"/>
            <a:chOff x="2321763" y="4078118"/>
            <a:chExt cx="1417339" cy="944893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7A989592-B96B-D4EA-16FE-ACA0A19AB6BB}"/>
                </a:ext>
              </a:extLst>
            </p:cNvPr>
            <p:cNvSpPr/>
            <p:nvPr/>
          </p:nvSpPr>
          <p:spPr>
            <a:xfrm>
              <a:off x="2321763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069EC38B-4758-619C-206D-B1FBFD5240F6}"/>
                </a:ext>
              </a:extLst>
            </p:cNvPr>
            <p:cNvSpPr/>
            <p:nvPr/>
          </p:nvSpPr>
          <p:spPr>
            <a:xfrm>
              <a:off x="2495192" y="4106018"/>
              <a:ext cx="1216012" cy="784506"/>
            </a:xfrm>
            <a:custGeom>
              <a:avLst/>
              <a:gdLst>
                <a:gd name="connsiteX0" fmla="*/ 0 w 1216012"/>
                <a:gd name="connsiteY0" fmla="*/ 784507 h 784506"/>
                <a:gd name="connsiteX1" fmla="*/ 1216012 w 1216012"/>
                <a:gd name="connsiteY1" fmla="*/ 784507 h 784506"/>
                <a:gd name="connsiteX2" fmla="*/ 1216012 w 1216012"/>
                <a:gd name="connsiteY2" fmla="*/ 0 h 784506"/>
                <a:gd name="connsiteX3" fmla="*/ 0 w 1216012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6012" h="784506">
                  <a:moveTo>
                    <a:pt x="0" y="784507"/>
                  </a:moveTo>
                  <a:lnTo>
                    <a:pt x="1216012" y="784507"/>
                  </a:lnTo>
                  <a:lnTo>
                    <a:pt x="12160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96118136-1AA5-7567-FEEE-027E16DFC6E1}"/>
                </a:ext>
              </a:extLst>
            </p:cNvPr>
            <p:cNvSpPr/>
            <p:nvPr/>
          </p:nvSpPr>
          <p:spPr>
            <a:xfrm>
              <a:off x="2625206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F11D286B-1DDB-F682-8F3D-1D8AF29EAEB6}"/>
                </a:ext>
              </a:extLst>
            </p:cNvPr>
            <p:cNvSpPr/>
            <p:nvPr/>
          </p:nvSpPr>
          <p:spPr>
            <a:xfrm>
              <a:off x="2864202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9C09845C-E65F-2B51-E105-9DA30A2C71CE}"/>
                </a:ext>
              </a:extLst>
            </p:cNvPr>
            <p:cNvSpPr/>
            <p:nvPr/>
          </p:nvSpPr>
          <p:spPr>
            <a:xfrm>
              <a:off x="3103195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90EC4670-42FE-CC61-F7A8-4A9AD7747339}"/>
                </a:ext>
              </a:extLst>
            </p:cNvPr>
            <p:cNvSpPr/>
            <p:nvPr/>
          </p:nvSpPr>
          <p:spPr>
            <a:xfrm>
              <a:off x="3342194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AAD67B3D-0244-9436-AFD2-8BD376A9E092}"/>
                </a:ext>
              </a:extLst>
            </p:cNvPr>
            <p:cNvSpPr/>
            <p:nvPr/>
          </p:nvSpPr>
          <p:spPr>
            <a:xfrm>
              <a:off x="358118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B88ADD71-A9AD-8273-198E-C8EF1466B50C}"/>
                </a:ext>
              </a:extLst>
            </p:cNvPr>
            <p:cNvSpPr/>
            <p:nvPr/>
          </p:nvSpPr>
          <p:spPr>
            <a:xfrm>
              <a:off x="2495192" y="477551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CDA28E2-F114-B74A-3C82-A93D973C93F0}"/>
                </a:ext>
              </a:extLst>
            </p:cNvPr>
            <p:cNvSpPr/>
            <p:nvPr/>
          </p:nvSpPr>
          <p:spPr>
            <a:xfrm>
              <a:off x="2495192" y="4608694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0AECE035-B507-AFB8-3441-A5CD2122F30F}"/>
                </a:ext>
              </a:extLst>
            </p:cNvPr>
            <p:cNvSpPr/>
            <p:nvPr/>
          </p:nvSpPr>
          <p:spPr>
            <a:xfrm>
              <a:off x="2495192" y="4441866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4ECA55E9-CE3F-5379-0390-4739B8202723}"/>
                </a:ext>
              </a:extLst>
            </p:cNvPr>
            <p:cNvSpPr/>
            <p:nvPr/>
          </p:nvSpPr>
          <p:spPr>
            <a:xfrm>
              <a:off x="2495192" y="427503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FFD15DA4-E340-A8A8-7CFB-A6530F32ECBF}"/>
                </a:ext>
              </a:extLst>
            </p:cNvPr>
            <p:cNvSpPr/>
            <p:nvPr/>
          </p:nvSpPr>
          <p:spPr>
            <a:xfrm>
              <a:off x="2495192" y="4108212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D15467F4-E781-DEEC-93D8-72561A6EFCB7}"/>
                </a:ext>
              </a:extLst>
            </p:cNvPr>
            <p:cNvSpPr/>
            <p:nvPr/>
          </p:nvSpPr>
          <p:spPr>
            <a:xfrm>
              <a:off x="2495192" y="4890525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9FFE3C05-76A3-ADD8-E926-7339C6CF8A59}"/>
                </a:ext>
              </a:extLst>
            </p:cNvPr>
            <p:cNvSpPr/>
            <p:nvPr/>
          </p:nvSpPr>
          <p:spPr>
            <a:xfrm>
              <a:off x="2625206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B0959032-BDBE-2668-BEE5-96C2A9BC6E5C}"/>
                </a:ext>
              </a:extLst>
            </p:cNvPr>
            <p:cNvSpPr/>
            <p:nvPr/>
          </p:nvSpPr>
          <p:spPr>
            <a:xfrm>
              <a:off x="2864202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F104D5ED-45D6-F54A-1193-F088A1EB6655}"/>
                </a:ext>
              </a:extLst>
            </p:cNvPr>
            <p:cNvSpPr/>
            <p:nvPr/>
          </p:nvSpPr>
          <p:spPr>
            <a:xfrm>
              <a:off x="3103195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2670D910-B53C-9663-87A6-CBAB794C290D}"/>
                </a:ext>
              </a:extLst>
            </p:cNvPr>
            <p:cNvSpPr/>
            <p:nvPr/>
          </p:nvSpPr>
          <p:spPr>
            <a:xfrm>
              <a:off x="3342194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67CA0074-43A1-6CE5-AB62-81B003431724}"/>
                </a:ext>
              </a:extLst>
            </p:cNvPr>
            <p:cNvSpPr/>
            <p:nvPr/>
          </p:nvSpPr>
          <p:spPr>
            <a:xfrm>
              <a:off x="3581187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4D235223-7CBA-ED76-80EC-C983AD2D3555}"/>
                </a:ext>
              </a:extLst>
            </p:cNvPr>
            <p:cNvSpPr/>
            <p:nvPr/>
          </p:nvSpPr>
          <p:spPr>
            <a:xfrm>
              <a:off x="2569944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A6BFC7F4-6A99-5807-3883-04F5C14557C7}"/>
                </a:ext>
              </a:extLst>
            </p:cNvPr>
            <p:cNvSpPr/>
            <p:nvPr/>
          </p:nvSpPr>
          <p:spPr>
            <a:xfrm>
              <a:off x="2609584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DDA683A3-EA47-1AE3-681F-329C278AEAD9}"/>
                </a:ext>
              </a:extLst>
            </p:cNvPr>
            <p:cNvSpPr/>
            <p:nvPr/>
          </p:nvSpPr>
          <p:spPr>
            <a:xfrm>
              <a:off x="2642215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ABD2BDE9-2A59-7DDB-D1B8-F3763F7CDF91}"/>
                </a:ext>
              </a:extLst>
            </p:cNvPr>
            <p:cNvSpPr/>
            <p:nvPr/>
          </p:nvSpPr>
          <p:spPr>
            <a:xfrm>
              <a:off x="2655779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8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BAF908FD-DB80-9339-F4F7-442195075CC7}"/>
                </a:ext>
              </a:extLst>
            </p:cNvPr>
            <p:cNvSpPr/>
            <p:nvPr/>
          </p:nvSpPr>
          <p:spPr>
            <a:xfrm>
              <a:off x="2809454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60E78724-B355-2900-58DC-FCB3DD7AAB4C}"/>
                </a:ext>
              </a:extLst>
            </p:cNvPr>
            <p:cNvSpPr/>
            <p:nvPr/>
          </p:nvSpPr>
          <p:spPr>
            <a:xfrm>
              <a:off x="2848903" y="4910149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2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40 w 22679"/>
                <a:gd name="connsiteY12" fmla="*/ 7246 h 36360"/>
                <a:gd name="connsiteX13" fmla="*/ 240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7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2" y="11664"/>
                    <a:pt x="17632" y="10500"/>
                  </a:cubicBezTo>
                  <a:cubicBezTo>
                    <a:pt x="17632" y="8604"/>
                    <a:pt x="16962" y="7057"/>
                    <a:pt x="15622" y="5858"/>
                  </a:cubicBezTo>
                  <a:cubicBezTo>
                    <a:pt x="14299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8" y="5380"/>
                    <a:pt x="2154" y="6177"/>
                    <a:pt x="240" y="7246"/>
                  </a:cubicBezTo>
                  <a:lnTo>
                    <a:pt x="240" y="2368"/>
                  </a:lnTo>
                  <a:cubicBezTo>
                    <a:pt x="2186" y="1583"/>
                    <a:pt x="4003" y="992"/>
                    <a:pt x="5694" y="596"/>
                  </a:cubicBezTo>
                  <a:cubicBezTo>
                    <a:pt x="7385" y="201"/>
                    <a:pt x="8932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2" y="19483"/>
                    <a:pt x="16994" y="20823"/>
                    <a:pt x="14857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EF85B1F3-C545-974D-9B42-63B82C002B61}"/>
                </a:ext>
              </a:extLst>
            </p:cNvPr>
            <p:cNvSpPr/>
            <p:nvPr/>
          </p:nvSpPr>
          <p:spPr>
            <a:xfrm>
              <a:off x="2881725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9D412C2D-3172-0EB2-10DC-C45AB15312D4}"/>
                </a:ext>
              </a:extLst>
            </p:cNvPr>
            <p:cNvSpPr/>
            <p:nvPr/>
          </p:nvSpPr>
          <p:spPr>
            <a:xfrm>
              <a:off x="2895840" y="4910793"/>
              <a:ext cx="23107" cy="36407"/>
            </a:xfrm>
            <a:custGeom>
              <a:avLst/>
              <a:gdLst>
                <a:gd name="connsiteX0" fmla="*/ 1507 w 23107"/>
                <a:gd name="connsiteY0" fmla="*/ 0 h 36407"/>
                <a:gd name="connsiteX1" fmla="*/ 20479 w 23107"/>
                <a:gd name="connsiteY1" fmla="*/ 0 h 36407"/>
                <a:gd name="connsiteX2" fmla="*/ 20479 w 23107"/>
                <a:gd name="connsiteY2" fmla="*/ 4069 h 36407"/>
                <a:gd name="connsiteX3" fmla="*/ 5933 w 23107"/>
                <a:gd name="connsiteY3" fmla="*/ 4069 h 36407"/>
                <a:gd name="connsiteX4" fmla="*/ 5933 w 23107"/>
                <a:gd name="connsiteY4" fmla="*/ 12821 h 36407"/>
                <a:gd name="connsiteX5" fmla="*/ 8038 w 23107"/>
                <a:gd name="connsiteY5" fmla="*/ 12295 h 36407"/>
                <a:gd name="connsiteX6" fmla="*/ 10143 w 23107"/>
                <a:gd name="connsiteY6" fmla="*/ 12106 h 36407"/>
                <a:gd name="connsiteX7" fmla="*/ 19617 w 23107"/>
                <a:gd name="connsiteY7" fmla="*/ 15384 h 36407"/>
                <a:gd name="connsiteX8" fmla="*/ 23107 w 23107"/>
                <a:gd name="connsiteY8" fmla="*/ 24260 h 36407"/>
                <a:gd name="connsiteX9" fmla="*/ 19523 w 23107"/>
                <a:gd name="connsiteY9" fmla="*/ 33231 h 36407"/>
                <a:gd name="connsiteX10" fmla="*/ 9402 w 23107"/>
                <a:gd name="connsiteY10" fmla="*/ 36408 h 36407"/>
                <a:gd name="connsiteX11" fmla="*/ 4809 w 23107"/>
                <a:gd name="connsiteY11" fmla="*/ 36030 h 36407"/>
                <a:gd name="connsiteX12" fmla="*/ 0 w 23107"/>
                <a:gd name="connsiteY12" fmla="*/ 34878 h 36407"/>
                <a:gd name="connsiteX13" fmla="*/ 0 w 23107"/>
                <a:gd name="connsiteY13" fmla="*/ 30024 h 36407"/>
                <a:gd name="connsiteX14" fmla="*/ 4450 w 23107"/>
                <a:gd name="connsiteY14" fmla="*/ 31772 h 36407"/>
                <a:gd name="connsiteX15" fmla="*/ 9306 w 23107"/>
                <a:gd name="connsiteY15" fmla="*/ 32345 h 36407"/>
                <a:gd name="connsiteX16" fmla="*/ 15861 w 23107"/>
                <a:gd name="connsiteY16" fmla="*/ 30166 h 36407"/>
                <a:gd name="connsiteX17" fmla="*/ 18277 w 23107"/>
                <a:gd name="connsiteY17" fmla="*/ 24260 h 36407"/>
                <a:gd name="connsiteX18" fmla="*/ 15861 w 23107"/>
                <a:gd name="connsiteY18" fmla="*/ 18349 h 36407"/>
                <a:gd name="connsiteX19" fmla="*/ 9306 w 23107"/>
                <a:gd name="connsiteY19" fmla="*/ 16169 h 36407"/>
                <a:gd name="connsiteX20" fmla="*/ 5431 w 23107"/>
                <a:gd name="connsiteY20" fmla="*/ 16601 h 36407"/>
                <a:gd name="connsiteX21" fmla="*/ 1507 w 23107"/>
                <a:gd name="connsiteY21" fmla="*/ 17941 h 36407"/>
                <a:gd name="connsiteX22" fmla="*/ 1507 w 23107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7" h="36407">
                  <a:moveTo>
                    <a:pt x="1507" y="0"/>
                  </a:moveTo>
                  <a:lnTo>
                    <a:pt x="20479" y="0"/>
                  </a:lnTo>
                  <a:lnTo>
                    <a:pt x="20479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90" y="13199"/>
                    <a:pt x="19617" y="15384"/>
                  </a:cubicBezTo>
                  <a:cubicBezTo>
                    <a:pt x="21944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3" y="33231"/>
                  </a:cubicBezTo>
                  <a:cubicBezTo>
                    <a:pt x="17131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3" y="28719"/>
                    <a:pt x="18277" y="26746"/>
                    <a:pt x="18277" y="24260"/>
                  </a:cubicBezTo>
                  <a:cubicBezTo>
                    <a:pt x="18277" y="21774"/>
                    <a:pt x="17473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6F94459-36A7-6A4F-5388-352263DA04F8}"/>
                </a:ext>
              </a:extLst>
            </p:cNvPr>
            <p:cNvSpPr/>
            <p:nvPr/>
          </p:nvSpPr>
          <p:spPr>
            <a:xfrm>
              <a:off x="3067478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B6FE93D0-376D-1E5F-D325-1DDCB0ADF97B}"/>
                </a:ext>
              </a:extLst>
            </p:cNvPr>
            <p:cNvSpPr/>
            <p:nvPr/>
          </p:nvSpPr>
          <p:spPr>
            <a:xfrm>
              <a:off x="3100662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50CFE763-641D-CB8E-38E5-12A09A70334E}"/>
                </a:ext>
              </a:extLst>
            </p:cNvPr>
            <p:cNvSpPr/>
            <p:nvPr/>
          </p:nvSpPr>
          <p:spPr>
            <a:xfrm>
              <a:off x="3114227" y="4910149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49126699-EAD4-A797-1B12-67DF674894B3}"/>
                </a:ext>
              </a:extLst>
            </p:cNvPr>
            <p:cNvSpPr/>
            <p:nvPr/>
          </p:nvSpPr>
          <p:spPr>
            <a:xfrm>
              <a:off x="3307168" y="4910149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0 w 22683"/>
                <a:gd name="connsiteY9" fmla="*/ 5858 h 36360"/>
                <a:gd name="connsiteX10" fmla="*/ 10429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9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9" y="7093"/>
                    <a:pt x="22489" y="10187"/>
                  </a:cubicBezTo>
                  <a:cubicBezTo>
                    <a:pt x="22489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01056C1D-9819-FAAE-C5FD-10D306CA2407}"/>
                </a:ext>
              </a:extLst>
            </p:cNvPr>
            <p:cNvSpPr/>
            <p:nvPr/>
          </p:nvSpPr>
          <p:spPr>
            <a:xfrm>
              <a:off x="3339991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5DBDB37A-98D6-EB38-7BAE-487BFCC7FC58}"/>
                </a:ext>
              </a:extLst>
            </p:cNvPr>
            <p:cNvSpPr/>
            <p:nvPr/>
          </p:nvSpPr>
          <p:spPr>
            <a:xfrm>
              <a:off x="3354106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5F38198F-46CE-BBE5-5861-B2934C911DD7}"/>
                </a:ext>
              </a:extLst>
            </p:cNvPr>
            <p:cNvSpPr/>
            <p:nvPr/>
          </p:nvSpPr>
          <p:spPr>
            <a:xfrm>
              <a:off x="3545748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8 w 23108"/>
                <a:gd name="connsiteY7" fmla="*/ 15384 h 36407"/>
                <a:gd name="connsiteX8" fmla="*/ 23108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8" y="15384"/>
                  </a:cubicBezTo>
                  <a:cubicBezTo>
                    <a:pt x="21945" y="17569"/>
                    <a:pt x="23108" y="20528"/>
                    <a:pt x="23108" y="24260"/>
                  </a:cubicBezTo>
                  <a:cubicBezTo>
                    <a:pt x="23108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0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CF539DB8-D496-E879-1114-F9FA2FC33B85}"/>
                </a:ext>
              </a:extLst>
            </p:cNvPr>
            <p:cNvSpPr/>
            <p:nvPr/>
          </p:nvSpPr>
          <p:spPr>
            <a:xfrm>
              <a:off x="3578376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2EE97392-EC9D-D57C-AE0E-89223B0C08B6}"/>
                </a:ext>
              </a:extLst>
            </p:cNvPr>
            <p:cNvSpPr/>
            <p:nvPr/>
          </p:nvSpPr>
          <p:spPr>
            <a:xfrm>
              <a:off x="3591941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0 w 24691"/>
                <a:gd name="connsiteY1" fmla="*/ 7512 h 37051"/>
                <a:gd name="connsiteX2" fmla="*/ 4854 w 24691"/>
                <a:gd name="connsiteY2" fmla="*/ 18538 h 37051"/>
                <a:gd name="connsiteX3" fmla="*/ 6720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4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4" y="23433"/>
                    <a:pt x="19854" y="18538"/>
                  </a:cubicBezTo>
                  <a:cubicBezTo>
                    <a:pt x="19854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D39B166C-5818-8466-CCF3-531431FD9E15}"/>
                </a:ext>
              </a:extLst>
            </p:cNvPr>
            <p:cNvSpPr/>
            <p:nvPr/>
          </p:nvSpPr>
          <p:spPr>
            <a:xfrm>
              <a:off x="3090156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404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7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45 w 24012"/>
                <a:gd name="connsiteY26" fmla="*/ 25116 h 25671"/>
                <a:gd name="connsiteX27" fmla="*/ 9685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93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8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50" y="2114"/>
                    <a:pt x="22559" y="3053"/>
                    <a:pt x="21467" y="4400"/>
                  </a:cubicBezTo>
                  <a:cubicBezTo>
                    <a:pt x="20380" y="5746"/>
                    <a:pt x="19028" y="7205"/>
                    <a:pt x="17404" y="8770"/>
                  </a:cubicBezTo>
                  <a:cubicBezTo>
                    <a:pt x="16795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9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9" y="21207"/>
                    <a:pt x="17929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52" y="16654"/>
                    <a:pt x="22217" y="16784"/>
                    <a:pt x="22217" y="16931"/>
                  </a:cubicBezTo>
                  <a:cubicBezTo>
                    <a:pt x="22217" y="17262"/>
                    <a:pt x="22087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45" y="25116"/>
                  </a:cubicBezTo>
                  <a:cubicBezTo>
                    <a:pt x="10790" y="24768"/>
                    <a:pt x="10234" y="24248"/>
                    <a:pt x="9685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93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51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10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80" y="4240"/>
                    <a:pt x="5923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101" y="0"/>
                    <a:pt x="12644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7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8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CD62E53B-19DC-C5C7-6992-1A07740DF63E}"/>
                </a:ext>
              </a:extLst>
            </p:cNvPr>
            <p:cNvSpPr/>
            <p:nvPr/>
          </p:nvSpPr>
          <p:spPr>
            <a:xfrm>
              <a:off x="2495192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E0B07EA2-5CE3-D981-D9B1-0A1FEAB9B562}"/>
                </a:ext>
              </a:extLst>
            </p:cNvPr>
            <p:cNvSpPr/>
            <p:nvPr/>
          </p:nvSpPr>
          <p:spPr>
            <a:xfrm>
              <a:off x="2495192" y="477551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11B021E6-F6F8-C1E9-6D16-35499A94FF8E}"/>
                </a:ext>
              </a:extLst>
            </p:cNvPr>
            <p:cNvSpPr/>
            <p:nvPr/>
          </p:nvSpPr>
          <p:spPr>
            <a:xfrm>
              <a:off x="2495192" y="4608694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4C3AC6C5-00FC-1776-AE71-12FC1BB19E76}"/>
                </a:ext>
              </a:extLst>
            </p:cNvPr>
            <p:cNvSpPr/>
            <p:nvPr/>
          </p:nvSpPr>
          <p:spPr>
            <a:xfrm>
              <a:off x="2495192" y="4441866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C85DD832-E6AF-3331-9F46-E13E1F53C7DD}"/>
                </a:ext>
              </a:extLst>
            </p:cNvPr>
            <p:cNvSpPr/>
            <p:nvPr/>
          </p:nvSpPr>
          <p:spPr>
            <a:xfrm>
              <a:off x="2495192" y="427503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234A4F35-679E-1DDC-A38B-52E0B8B6FE71}"/>
                </a:ext>
              </a:extLst>
            </p:cNvPr>
            <p:cNvSpPr/>
            <p:nvPr/>
          </p:nvSpPr>
          <p:spPr>
            <a:xfrm>
              <a:off x="2495192" y="4108212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C6F8396F-9A63-FB1D-E4C0-C49AC93A08EB}"/>
                </a:ext>
              </a:extLst>
            </p:cNvPr>
            <p:cNvSpPr/>
            <p:nvPr/>
          </p:nvSpPr>
          <p:spPr>
            <a:xfrm>
              <a:off x="2404149" y="4757017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9CAD6794-BF5B-964B-AC71-496964F03830}"/>
                </a:ext>
              </a:extLst>
            </p:cNvPr>
            <p:cNvSpPr/>
            <p:nvPr/>
          </p:nvSpPr>
          <p:spPr>
            <a:xfrm>
              <a:off x="2437330" y="478730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EF932DC4-1D2F-992A-3EC2-327273830F87}"/>
                </a:ext>
              </a:extLst>
            </p:cNvPr>
            <p:cNvSpPr/>
            <p:nvPr/>
          </p:nvSpPr>
          <p:spPr>
            <a:xfrm>
              <a:off x="2451253" y="4757017"/>
              <a:ext cx="22679" cy="36360"/>
            </a:xfrm>
            <a:custGeom>
              <a:avLst/>
              <a:gdLst>
                <a:gd name="connsiteX0" fmla="*/ 5813 w 22679"/>
                <a:gd name="connsiteY0" fmla="*/ 32298 h 36360"/>
                <a:gd name="connsiteX1" fmla="*/ 22679 w 22679"/>
                <a:gd name="connsiteY1" fmla="*/ 32298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8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9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93 h 36360"/>
                <a:gd name="connsiteX18" fmla="*/ 21650 w 22679"/>
                <a:gd name="connsiteY18" fmla="*/ 14380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8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8"/>
                  </a:moveTo>
                  <a:lnTo>
                    <a:pt x="22679" y="32298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8"/>
                  </a:lnTo>
                  <a:cubicBezTo>
                    <a:pt x="1834" y="30402"/>
                    <a:pt x="4331" y="27857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31"/>
                    <a:pt x="16092" y="15266"/>
                    <a:pt x="16699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5"/>
                    <a:pt x="12568" y="4069"/>
                    <a:pt x="10430" y="4069"/>
                  </a:cubicBezTo>
                  <a:cubicBezTo>
                    <a:pt x="8916" y="4069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9"/>
                    <a:pt x="22488" y="10193"/>
                  </a:cubicBezTo>
                  <a:cubicBezTo>
                    <a:pt x="22488" y="11658"/>
                    <a:pt x="22209" y="13051"/>
                    <a:pt x="21650" y="14380"/>
                  </a:cubicBezTo>
                  <a:cubicBezTo>
                    <a:pt x="21108" y="15685"/>
                    <a:pt x="20111" y="17233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8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5C83CCEE-B624-BB75-C185-5AFB4D5053C3}"/>
                </a:ext>
              </a:extLst>
            </p:cNvPr>
            <p:cNvSpPr/>
            <p:nvPr/>
          </p:nvSpPr>
          <p:spPr>
            <a:xfrm>
              <a:off x="2401996" y="4590189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C7E418E3-CCEE-B2E4-7CB6-8E046498D0D3}"/>
                </a:ext>
              </a:extLst>
            </p:cNvPr>
            <p:cNvSpPr/>
            <p:nvPr/>
          </p:nvSpPr>
          <p:spPr>
            <a:xfrm>
              <a:off x="2435177" y="4620476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8FCDB04F-5621-BB6A-0967-F791AAB063AD}"/>
                </a:ext>
              </a:extLst>
            </p:cNvPr>
            <p:cNvSpPr/>
            <p:nvPr/>
          </p:nvSpPr>
          <p:spPr>
            <a:xfrm>
              <a:off x="2447904" y="4590835"/>
              <a:ext cx="26028" cy="35716"/>
            </a:xfrm>
            <a:custGeom>
              <a:avLst/>
              <a:gdLst>
                <a:gd name="connsiteX0" fmla="*/ 16124 w 26028"/>
                <a:gd name="connsiteY0" fmla="*/ 4211 h 35716"/>
                <a:gd name="connsiteX1" fmla="*/ 3923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1 h 35716"/>
                <a:gd name="connsiteX4" fmla="*/ 14856 w 26028"/>
                <a:gd name="connsiteY4" fmla="*/ 0 h 35716"/>
                <a:gd name="connsiteX5" fmla="*/ 20932 w 26028"/>
                <a:gd name="connsiteY5" fmla="*/ 0 h 35716"/>
                <a:gd name="connsiteX6" fmla="*/ 20932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2 w 26028"/>
                <a:gd name="connsiteY9" fmla="*/ 27296 h 35716"/>
                <a:gd name="connsiteX10" fmla="*/ 20932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1"/>
                  </a:moveTo>
                  <a:lnTo>
                    <a:pt x="3923" y="23277"/>
                  </a:lnTo>
                  <a:lnTo>
                    <a:pt x="16124" y="23277"/>
                  </a:lnTo>
                  <a:lnTo>
                    <a:pt x="16124" y="4211"/>
                  </a:lnTo>
                  <a:moveTo>
                    <a:pt x="14856" y="0"/>
                  </a:moveTo>
                  <a:lnTo>
                    <a:pt x="20932" y="0"/>
                  </a:lnTo>
                  <a:lnTo>
                    <a:pt x="20932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2" y="27296"/>
                  </a:lnTo>
                  <a:lnTo>
                    <a:pt x="20932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A15A8065-C27A-58A6-FF7A-A9D955DCF275}"/>
                </a:ext>
              </a:extLst>
            </p:cNvPr>
            <p:cNvSpPr/>
            <p:nvPr/>
          </p:nvSpPr>
          <p:spPr>
            <a:xfrm>
              <a:off x="2402331" y="4423362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7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7 w 24688"/>
                <a:gd name="connsiteY5" fmla="*/ 29569 h 37056"/>
                <a:gd name="connsiteX6" fmla="*/ 19856 w 24688"/>
                <a:gd name="connsiteY6" fmla="*/ 18541 h 37056"/>
                <a:gd name="connsiteX7" fmla="*/ 17967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9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3" y="5056"/>
                    <a:pt x="6722" y="7512"/>
                  </a:cubicBezTo>
                  <a:cubicBezTo>
                    <a:pt x="5479" y="9952"/>
                    <a:pt x="4857" y="13628"/>
                    <a:pt x="4857" y="18541"/>
                  </a:cubicBezTo>
                  <a:cubicBezTo>
                    <a:pt x="4857" y="23437"/>
                    <a:pt x="5479" y="27113"/>
                    <a:pt x="6722" y="29569"/>
                  </a:cubicBezTo>
                  <a:cubicBezTo>
                    <a:pt x="7983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7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7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9" y="12512"/>
                    <a:pt x="24689" y="18541"/>
                  </a:cubicBezTo>
                  <a:cubicBezTo>
                    <a:pt x="24689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3494E9D1-8795-1353-6BE2-86BBFD10E442}"/>
                </a:ext>
              </a:extLst>
            </p:cNvPr>
            <p:cNvSpPr/>
            <p:nvPr/>
          </p:nvSpPr>
          <p:spPr>
            <a:xfrm>
              <a:off x="2435512" y="4453649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E2317480-6C7E-4DE5-E20E-094D123C0E14}"/>
                </a:ext>
              </a:extLst>
            </p:cNvPr>
            <p:cNvSpPr/>
            <p:nvPr/>
          </p:nvSpPr>
          <p:spPr>
            <a:xfrm>
              <a:off x="2449268" y="4423362"/>
              <a:ext cx="24664" cy="37056"/>
            </a:xfrm>
            <a:custGeom>
              <a:avLst/>
              <a:gdLst>
                <a:gd name="connsiteX0" fmla="*/ 12751 w 24664"/>
                <a:gd name="connsiteY0" fmla="*/ 16579 h 37056"/>
                <a:gd name="connsiteX1" fmla="*/ 7583 w 24664"/>
                <a:gd name="connsiteY1" fmla="*/ 18804 h 37056"/>
                <a:gd name="connsiteX2" fmla="*/ 5694 w 24664"/>
                <a:gd name="connsiteY2" fmla="*/ 24904 h 37056"/>
                <a:gd name="connsiteX3" fmla="*/ 7583 w 24664"/>
                <a:gd name="connsiteY3" fmla="*/ 31004 h 37056"/>
                <a:gd name="connsiteX4" fmla="*/ 12751 w 24664"/>
                <a:gd name="connsiteY4" fmla="*/ 33230 h 37056"/>
                <a:gd name="connsiteX5" fmla="*/ 17895 w 24664"/>
                <a:gd name="connsiteY5" fmla="*/ 31004 h 37056"/>
                <a:gd name="connsiteX6" fmla="*/ 19809 w 24664"/>
                <a:gd name="connsiteY6" fmla="*/ 24904 h 37056"/>
                <a:gd name="connsiteX7" fmla="*/ 17895 w 24664"/>
                <a:gd name="connsiteY7" fmla="*/ 18804 h 37056"/>
                <a:gd name="connsiteX8" fmla="*/ 12751 w 24664"/>
                <a:gd name="connsiteY8" fmla="*/ 16579 h 37056"/>
                <a:gd name="connsiteX9" fmla="*/ 22344 w 24664"/>
                <a:gd name="connsiteY9" fmla="*/ 1436 h 37056"/>
                <a:gd name="connsiteX10" fmla="*/ 22344 w 24664"/>
                <a:gd name="connsiteY10" fmla="*/ 5838 h 37056"/>
                <a:gd name="connsiteX11" fmla="*/ 18660 w 24664"/>
                <a:gd name="connsiteY11" fmla="*/ 4522 h 37056"/>
                <a:gd name="connsiteX12" fmla="*/ 15000 w 24664"/>
                <a:gd name="connsiteY12" fmla="*/ 4067 h 37056"/>
                <a:gd name="connsiteX13" fmla="*/ 7679 w 24664"/>
                <a:gd name="connsiteY13" fmla="*/ 7297 h 37056"/>
                <a:gd name="connsiteX14" fmla="*/ 4808 w 24664"/>
                <a:gd name="connsiteY14" fmla="*/ 17057 h 37056"/>
                <a:gd name="connsiteX15" fmla="*/ 8349 w 24664"/>
                <a:gd name="connsiteY15" fmla="*/ 13876 h 37056"/>
                <a:gd name="connsiteX16" fmla="*/ 13038 w 24664"/>
                <a:gd name="connsiteY16" fmla="*/ 12751 h 37056"/>
                <a:gd name="connsiteX17" fmla="*/ 21531 w 24664"/>
                <a:gd name="connsiteY17" fmla="*/ 16029 h 37056"/>
                <a:gd name="connsiteX18" fmla="*/ 24665 w 24664"/>
                <a:gd name="connsiteY18" fmla="*/ 24904 h 37056"/>
                <a:gd name="connsiteX19" fmla="*/ 21411 w 24664"/>
                <a:gd name="connsiteY19" fmla="*/ 33731 h 37056"/>
                <a:gd name="connsiteX20" fmla="*/ 12751 w 24664"/>
                <a:gd name="connsiteY20" fmla="*/ 37057 h 37056"/>
                <a:gd name="connsiteX21" fmla="*/ 3278 w 24664"/>
                <a:gd name="connsiteY21" fmla="*/ 32320 h 37056"/>
                <a:gd name="connsiteX22" fmla="*/ 0 w 24664"/>
                <a:gd name="connsiteY22" fmla="*/ 18541 h 37056"/>
                <a:gd name="connsiteX23" fmla="*/ 4019 w 24664"/>
                <a:gd name="connsiteY23" fmla="*/ 5048 h 37056"/>
                <a:gd name="connsiteX24" fmla="*/ 14808 w 24664"/>
                <a:gd name="connsiteY24" fmla="*/ 0 h 37056"/>
                <a:gd name="connsiteX25" fmla="*/ 18469 w 24664"/>
                <a:gd name="connsiteY25" fmla="*/ 359 h 37056"/>
                <a:gd name="connsiteX26" fmla="*/ 22344 w 24664"/>
                <a:gd name="connsiteY26" fmla="*/ 1436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6">
                  <a:moveTo>
                    <a:pt x="12751" y="16579"/>
                  </a:moveTo>
                  <a:cubicBezTo>
                    <a:pt x="10582" y="16579"/>
                    <a:pt x="8860" y="17320"/>
                    <a:pt x="7583" y="18804"/>
                  </a:cubicBezTo>
                  <a:cubicBezTo>
                    <a:pt x="6324" y="20287"/>
                    <a:pt x="5694" y="22320"/>
                    <a:pt x="5694" y="24904"/>
                  </a:cubicBezTo>
                  <a:cubicBezTo>
                    <a:pt x="5694" y="27472"/>
                    <a:pt x="6324" y="29505"/>
                    <a:pt x="7583" y="31004"/>
                  </a:cubicBezTo>
                  <a:cubicBezTo>
                    <a:pt x="8860" y="32488"/>
                    <a:pt x="10582" y="33230"/>
                    <a:pt x="12751" y="33230"/>
                  </a:cubicBezTo>
                  <a:cubicBezTo>
                    <a:pt x="14920" y="33230"/>
                    <a:pt x="16635" y="32488"/>
                    <a:pt x="17895" y="31004"/>
                  </a:cubicBezTo>
                  <a:cubicBezTo>
                    <a:pt x="19171" y="29505"/>
                    <a:pt x="19809" y="27472"/>
                    <a:pt x="19809" y="24904"/>
                  </a:cubicBezTo>
                  <a:cubicBezTo>
                    <a:pt x="19809" y="22320"/>
                    <a:pt x="19171" y="20287"/>
                    <a:pt x="17895" y="18804"/>
                  </a:cubicBezTo>
                  <a:cubicBezTo>
                    <a:pt x="16635" y="17320"/>
                    <a:pt x="14920" y="16579"/>
                    <a:pt x="12751" y="16579"/>
                  </a:cubicBezTo>
                  <a:moveTo>
                    <a:pt x="22344" y="1436"/>
                  </a:moveTo>
                  <a:lnTo>
                    <a:pt x="22344" y="5838"/>
                  </a:lnTo>
                  <a:cubicBezTo>
                    <a:pt x="21132" y="5263"/>
                    <a:pt x="19904" y="4825"/>
                    <a:pt x="18660" y="4522"/>
                  </a:cubicBezTo>
                  <a:cubicBezTo>
                    <a:pt x="17432" y="4219"/>
                    <a:pt x="16212" y="4067"/>
                    <a:pt x="15000" y="4067"/>
                  </a:cubicBezTo>
                  <a:cubicBezTo>
                    <a:pt x="11810" y="4067"/>
                    <a:pt x="9370" y="5144"/>
                    <a:pt x="7679" y="7297"/>
                  </a:cubicBezTo>
                  <a:cubicBezTo>
                    <a:pt x="6005" y="9450"/>
                    <a:pt x="5048" y="12703"/>
                    <a:pt x="4808" y="17057"/>
                  </a:cubicBezTo>
                  <a:cubicBezTo>
                    <a:pt x="5749" y="15670"/>
                    <a:pt x="6930" y="14609"/>
                    <a:pt x="8349" y="13876"/>
                  </a:cubicBezTo>
                  <a:cubicBezTo>
                    <a:pt x="9768" y="13126"/>
                    <a:pt x="11332" y="12751"/>
                    <a:pt x="13038" y="12751"/>
                  </a:cubicBezTo>
                  <a:cubicBezTo>
                    <a:pt x="16627" y="12751"/>
                    <a:pt x="19457" y="13844"/>
                    <a:pt x="21531" y="16029"/>
                  </a:cubicBezTo>
                  <a:cubicBezTo>
                    <a:pt x="23620" y="18198"/>
                    <a:pt x="24665" y="21156"/>
                    <a:pt x="24665" y="24904"/>
                  </a:cubicBezTo>
                  <a:cubicBezTo>
                    <a:pt x="24665" y="28572"/>
                    <a:pt x="23580" y="31515"/>
                    <a:pt x="21411" y="33731"/>
                  </a:cubicBezTo>
                  <a:cubicBezTo>
                    <a:pt x="19242" y="35948"/>
                    <a:pt x="16355" y="37057"/>
                    <a:pt x="12751" y="37057"/>
                  </a:cubicBezTo>
                  <a:cubicBezTo>
                    <a:pt x="8620" y="37057"/>
                    <a:pt x="5463" y="35478"/>
                    <a:pt x="3278" y="32320"/>
                  </a:cubicBezTo>
                  <a:cubicBezTo>
                    <a:pt x="1093" y="29146"/>
                    <a:pt x="0" y="24553"/>
                    <a:pt x="0" y="18541"/>
                  </a:cubicBezTo>
                  <a:cubicBezTo>
                    <a:pt x="0" y="12895"/>
                    <a:pt x="1340" y="8397"/>
                    <a:pt x="4019" y="5048"/>
                  </a:cubicBezTo>
                  <a:cubicBezTo>
                    <a:pt x="6699" y="1682"/>
                    <a:pt x="10295" y="0"/>
                    <a:pt x="14808" y="0"/>
                  </a:cubicBezTo>
                  <a:cubicBezTo>
                    <a:pt x="16021" y="0"/>
                    <a:pt x="17241" y="120"/>
                    <a:pt x="18469" y="359"/>
                  </a:cubicBezTo>
                  <a:cubicBezTo>
                    <a:pt x="19713" y="598"/>
                    <a:pt x="21004" y="957"/>
                    <a:pt x="22344" y="143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0E37B490-E0B8-B0CA-9E51-AA8FA835DE7B}"/>
                </a:ext>
              </a:extLst>
            </p:cNvPr>
            <p:cNvSpPr/>
            <p:nvPr/>
          </p:nvSpPr>
          <p:spPr>
            <a:xfrm>
              <a:off x="2402594" y="4256535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1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1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19 h 37056"/>
                <a:gd name="connsiteX13" fmla="*/ 12344 w 24688"/>
                <a:gd name="connsiteY13" fmla="*/ 37056 h 37056"/>
                <a:gd name="connsiteX14" fmla="*/ 3158 w 24688"/>
                <a:gd name="connsiteY14" fmla="*/ 32319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5"/>
                    <a:pt x="6722" y="7511"/>
                  </a:cubicBezTo>
                  <a:cubicBezTo>
                    <a:pt x="5478" y="9951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1"/>
                    <a:pt x="17966" y="7511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19"/>
                  </a:cubicBezTo>
                  <a:cubicBezTo>
                    <a:pt x="19402" y="35477"/>
                    <a:pt x="16347" y="37056"/>
                    <a:pt x="12344" y="37056"/>
                  </a:cubicBezTo>
                  <a:cubicBezTo>
                    <a:pt x="8341" y="37056"/>
                    <a:pt x="5279" y="35477"/>
                    <a:pt x="3158" y="32319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7FA66C29-7AA7-E5B5-D42F-7608CD780D88}"/>
                </a:ext>
              </a:extLst>
            </p:cNvPr>
            <p:cNvSpPr/>
            <p:nvPr/>
          </p:nvSpPr>
          <p:spPr>
            <a:xfrm>
              <a:off x="2435775" y="428682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95C6849D-905C-18D7-1254-DE945AFCCFE4}"/>
                </a:ext>
              </a:extLst>
            </p:cNvPr>
            <p:cNvSpPr/>
            <p:nvPr/>
          </p:nvSpPr>
          <p:spPr>
            <a:xfrm>
              <a:off x="2449435" y="4256535"/>
              <a:ext cx="24496" cy="37056"/>
            </a:xfrm>
            <a:custGeom>
              <a:avLst/>
              <a:gdLst>
                <a:gd name="connsiteX0" fmla="*/ 12248 w 24496"/>
                <a:gd name="connsiteY0" fmla="*/ 19401 h 37056"/>
                <a:gd name="connsiteX1" fmla="*/ 6818 w 24496"/>
                <a:gd name="connsiteY1" fmla="*/ 21244 h 37056"/>
                <a:gd name="connsiteX2" fmla="*/ 4856 w 24496"/>
                <a:gd name="connsiteY2" fmla="*/ 26315 h 37056"/>
                <a:gd name="connsiteX3" fmla="*/ 6818 w 24496"/>
                <a:gd name="connsiteY3" fmla="*/ 31386 h 37056"/>
                <a:gd name="connsiteX4" fmla="*/ 12248 w 24496"/>
                <a:gd name="connsiteY4" fmla="*/ 33229 h 37056"/>
                <a:gd name="connsiteX5" fmla="*/ 17679 w 24496"/>
                <a:gd name="connsiteY5" fmla="*/ 31386 h 37056"/>
                <a:gd name="connsiteX6" fmla="*/ 19664 w 24496"/>
                <a:gd name="connsiteY6" fmla="*/ 26315 h 37056"/>
                <a:gd name="connsiteX7" fmla="*/ 17679 w 24496"/>
                <a:gd name="connsiteY7" fmla="*/ 21244 h 37056"/>
                <a:gd name="connsiteX8" fmla="*/ 12248 w 24496"/>
                <a:gd name="connsiteY8" fmla="*/ 19401 h 37056"/>
                <a:gd name="connsiteX9" fmla="*/ 7416 w 24496"/>
                <a:gd name="connsiteY9" fmla="*/ 17344 h 37056"/>
                <a:gd name="connsiteX10" fmla="*/ 2559 w 24496"/>
                <a:gd name="connsiteY10" fmla="*/ 14449 h 37056"/>
                <a:gd name="connsiteX11" fmla="*/ 837 w 24496"/>
                <a:gd name="connsiteY11" fmla="*/ 9258 h 37056"/>
                <a:gd name="connsiteX12" fmla="*/ 3875 w 24496"/>
                <a:gd name="connsiteY12" fmla="*/ 2487 h 37056"/>
                <a:gd name="connsiteX13" fmla="*/ 12248 w 24496"/>
                <a:gd name="connsiteY13" fmla="*/ 0 h 37056"/>
                <a:gd name="connsiteX14" fmla="*/ 20621 w 24496"/>
                <a:gd name="connsiteY14" fmla="*/ 2487 h 37056"/>
                <a:gd name="connsiteX15" fmla="*/ 23660 w 24496"/>
                <a:gd name="connsiteY15" fmla="*/ 9258 h 37056"/>
                <a:gd name="connsiteX16" fmla="*/ 21913 w 24496"/>
                <a:gd name="connsiteY16" fmla="*/ 14449 h 37056"/>
                <a:gd name="connsiteX17" fmla="*/ 17105 w 24496"/>
                <a:gd name="connsiteY17" fmla="*/ 17344 h 37056"/>
                <a:gd name="connsiteX18" fmla="*/ 22535 w 24496"/>
                <a:gd name="connsiteY18" fmla="*/ 20525 h 37056"/>
                <a:gd name="connsiteX19" fmla="*/ 24497 w 24496"/>
                <a:gd name="connsiteY19" fmla="*/ 26315 h 37056"/>
                <a:gd name="connsiteX20" fmla="*/ 21315 w 24496"/>
                <a:gd name="connsiteY20" fmla="*/ 34281 h 37056"/>
                <a:gd name="connsiteX21" fmla="*/ 12248 w 24496"/>
                <a:gd name="connsiteY21" fmla="*/ 37056 h 37056"/>
                <a:gd name="connsiteX22" fmla="*/ 3158 w 24496"/>
                <a:gd name="connsiteY22" fmla="*/ 34281 h 37056"/>
                <a:gd name="connsiteX23" fmla="*/ 0 w 24496"/>
                <a:gd name="connsiteY23" fmla="*/ 26315 h 37056"/>
                <a:gd name="connsiteX24" fmla="*/ 1961 w 24496"/>
                <a:gd name="connsiteY24" fmla="*/ 20525 h 37056"/>
                <a:gd name="connsiteX25" fmla="*/ 7416 w 24496"/>
                <a:gd name="connsiteY25" fmla="*/ 17344 h 37056"/>
                <a:gd name="connsiteX26" fmla="*/ 5646 w 24496"/>
                <a:gd name="connsiteY26" fmla="*/ 9712 h 37056"/>
                <a:gd name="connsiteX27" fmla="*/ 7368 w 24496"/>
                <a:gd name="connsiteY27" fmla="*/ 14042 h 37056"/>
                <a:gd name="connsiteX28" fmla="*/ 12248 w 24496"/>
                <a:gd name="connsiteY28" fmla="*/ 15597 h 37056"/>
                <a:gd name="connsiteX29" fmla="*/ 17105 w 24496"/>
                <a:gd name="connsiteY29" fmla="*/ 14042 h 37056"/>
                <a:gd name="connsiteX30" fmla="*/ 18875 w 24496"/>
                <a:gd name="connsiteY30" fmla="*/ 9712 h 37056"/>
                <a:gd name="connsiteX31" fmla="*/ 17105 w 24496"/>
                <a:gd name="connsiteY31" fmla="*/ 5382 h 37056"/>
                <a:gd name="connsiteX32" fmla="*/ 12248 w 24496"/>
                <a:gd name="connsiteY32" fmla="*/ 3827 h 37056"/>
                <a:gd name="connsiteX33" fmla="*/ 7368 w 24496"/>
                <a:gd name="connsiteY33" fmla="*/ 5382 h 37056"/>
                <a:gd name="connsiteX34" fmla="*/ 5646 w 24496"/>
                <a:gd name="connsiteY34" fmla="*/ 9712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496" h="37056">
                  <a:moveTo>
                    <a:pt x="12248" y="19401"/>
                  </a:moveTo>
                  <a:cubicBezTo>
                    <a:pt x="9951" y="19401"/>
                    <a:pt x="8141" y="20015"/>
                    <a:pt x="6818" y="21244"/>
                  </a:cubicBezTo>
                  <a:cubicBezTo>
                    <a:pt x="5510" y="22471"/>
                    <a:pt x="4856" y="24162"/>
                    <a:pt x="4856" y="26315"/>
                  </a:cubicBezTo>
                  <a:cubicBezTo>
                    <a:pt x="4856" y="28468"/>
                    <a:pt x="5510" y="30159"/>
                    <a:pt x="6818" y="31386"/>
                  </a:cubicBezTo>
                  <a:cubicBezTo>
                    <a:pt x="8141" y="32615"/>
                    <a:pt x="9951" y="33229"/>
                    <a:pt x="12248" y="33229"/>
                  </a:cubicBezTo>
                  <a:cubicBezTo>
                    <a:pt x="14545" y="33229"/>
                    <a:pt x="16356" y="32615"/>
                    <a:pt x="17679" y="31386"/>
                  </a:cubicBezTo>
                  <a:cubicBezTo>
                    <a:pt x="19002" y="30143"/>
                    <a:pt x="19664" y="28452"/>
                    <a:pt x="19664" y="26315"/>
                  </a:cubicBezTo>
                  <a:cubicBezTo>
                    <a:pt x="19664" y="24162"/>
                    <a:pt x="19002" y="22471"/>
                    <a:pt x="17679" y="21244"/>
                  </a:cubicBezTo>
                  <a:cubicBezTo>
                    <a:pt x="16371" y="20015"/>
                    <a:pt x="14561" y="19401"/>
                    <a:pt x="12248" y="19401"/>
                  </a:cubicBezTo>
                  <a:moveTo>
                    <a:pt x="7416" y="17344"/>
                  </a:moveTo>
                  <a:cubicBezTo>
                    <a:pt x="5342" y="16833"/>
                    <a:pt x="3723" y="15868"/>
                    <a:pt x="2559" y="14449"/>
                  </a:cubicBezTo>
                  <a:cubicBezTo>
                    <a:pt x="1411" y="13030"/>
                    <a:pt x="837" y="11300"/>
                    <a:pt x="837" y="9258"/>
                  </a:cubicBezTo>
                  <a:cubicBezTo>
                    <a:pt x="837" y="6403"/>
                    <a:pt x="1850" y="4146"/>
                    <a:pt x="3875" y="2487"/>
                  </a:cubicBezTo>
                  <a:cubicBezTo>
                    <a:pt x="5917" y="829"/>
                    <a:pt x="8708" y="0"/>
                    <a:pt x="12248" y="0"/>
                  </a:cubicBezTo>
                  <a:cubicBezTo>
                    <a:pt x="15805" y="0"/>
                    <a:pt x="18596" y="829"/>
                    <a:pt x="20621" y="2487"/>
                  </a:cubicBezTo>
                  <a:cubicBezTo>
                    <a:pt x="22647" y="4146"/>
                    <a:pt x="23660" y="6403"/>
                    <a:pt x="23660" y="9258"/>
                  </a:cubicBezTo>
                  <a:cubicBezTo>
                    <a:pt x="23660" y="11300"/>
                    <a:pt x="23077" y="13030"/>
                    <a:pt x="21913" y="14449"/>
                  </a:cubicBezTo>
                  <a:cubicBezTo>
                    <a:pt x="20765" y="15868"/>
                    <a:pt x="19162" y="16833"/>
                    <a:pt x="17105" y="17344"/>
                  </a:cubicBezTo>
                  <a:cubicBezTo>
                    <a:pt x="19434" y="17886"/>
                    <a:pt x="21244" y="18947"/>
                    <a:pt x="22535" y="20525"/>
                  </a:cubicBezTo>
                  <a:cubicBezTo>
                    <a:pt x="23843" y="22105"/>
                    <a:pt x="24497" y="24035"/>
                    <a:pt x="24497" y="26315"/>
                  </a:cubicBezTo>
                  <a:cubicBezTo>
                    <a:pt x="24497" y="29776"/>
                    <a:pt x="23436" y="32431"/>
                    <a:pt x="21315" y="34281"/>
                  </a:cubicBezTo>
                  <a:cubicBezTo>
                    <a:pt x="19210" y="36132"/>
                    <a:pt x="16188" y="37056"/>
                    <a:pt x="12248" y="37056"/>
                  </a:cubicBezTo>
                  <a:cubicBezTo>
                    <a:pt x="8309" y="37056"/>
                    <a:pt x="5278" y="36132"/>
                    <a:pt x="3158" y="34281"/>
                  </a:cubicBezTo>
                  <a:cubicBezTo>
                    <a:pt x="1052" y="32431"/>
                    <a:pt x="0" y="29776"/>
                    <a:pt x="0" y="26315"/>
                  </a:cubicBezTo>
                  <a:cubicBezTo>
                    <a:pt x="0" y="24035"/>
                    <a:pt x="654" y="22105"/>
                    <a:pt x="1961" y="20525"/>
                  </a:cubicBezTo>
                  <a:cubicBezTo>
                    <a:pt x="3269" y="18947"/>
                    <a:pt x="5087" y="17886"/>
                    <a:pt x="7416" y="17344"/>
                  </a:cubicBezTo>
                  <a:moveTo>
                    <a:pt x="5646" y="9712"/>
                  </a:moveTo>
                  <a:cubicBezTo>
                    <a:pt x="5646" y="11563"/>
                    <a:pt x="6220" y="13006"/>
                    <a:pt x="7368" y="14042"/>
                  </a:cubicBezTo>
                  <a:cubicBezTo>
                    <a:pt x="8532" y="15079"/>
                    <a:pt x="10159" y="15597"/>
                    <a:pt x="12248" y="15597"/>
                  </a:cubicBezTo>
                  <a:cubicBezTo>
                    <a:pt x="14322" y="15597"/>
                    <a:pt x="15940" y="15079"/>
                    <a:pt x="17105" y="14042"/>
                  </a:cubicBezTo>
                  <a:cubicBezTo>
                    <a:pt x="18285" y="13006"/>
                    <a:pt x="18875" y="11563"/>
                    <a:pt x="18875" y="9712"/>
                  </a:cubicBezTo>
                  <a:cubicBezTo>
                    <a:pt x="18875" y="7862"/>
                    <a:pt x="18285" y="6419"/>
                    <a:pt x="17105" y="5382"/>
                  </a:cubicBezTo>
                  <a:cubicBezTo>
                    <a:pt x="15940" y="4346"/>
                    <a:pt x="14322" y="3827"/>
                    <a:pt x="12248" y="3827"/>
                  </a:cubicBezTo>
                  <a:cubicBezTo>
                    <a:pt x="10159" y="3827"/>
                    <a:pt x="8532" y="4346"/>
                    <a:pt x="7368" y="5382"/>
                  </a:cubicBezTo>
                  <a:cubicBezTo>
                    <a:pt x="6220" y="6419"/>
                    <a:pt x="5646" y="7862"/>
                    <a:pt x="5646" y="971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F3715977-0B68-A4D5-58F0-0E2BA48CB5DE}"/>
                </a:ext>
              </a:extLst>
            </p:cNvPr>
            <p:cNvSpPr/>
            <p:nvPr/>
          </p:nvSpPr>
          <p:spPr>
            <a:xfrm>
              <a:off x="2404651" y="4090353"/>
              <a:ext cx="21267" cy="35716"/>
            </a:xfrm>
            <a:custGeom>
              <a:avLst/>
              <a:gdLst>
                <a:gd name="connsiteX0" fmla="*/ 693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0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7 w 21267"/>
                <a:gd name="connsiteY8" fmla="*/ 31650 h 35716"/>
                <a:gd name="connsiteX9" fmla="*/ 21267 w 21267"/>
                <a:gd name="connsiteY9" fmla="*/ 35717 h 35716"/>
                <a:gd name="connsiteX10" fmla="*/ 693 w 21267"/>
                <a:gd name="connsiteY10" fmla="*/ 35717 h 35716"/>
                <a:gd name="connsiteX11" fmla="*/ 693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3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0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7" y="31650"/>
                  </a:lnTo>
                  <a:lnTo>
                    <a:pt x="21267" y="35717"/>
                  </a:lnTo>
                  <a:lnTo>
                    <a:pt x="693" y="35717"/>
                  </a:lnTo>
                  <a:lnTo>
                    <a:pt x="693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174845B3-5AE8-24F8-0792-C9492B6BC1C6}"/>
                </a:ext>
              </a:extLst>
            </p:cNvPr>
            <p:cNvSpPr/>
            <p:nvPr/>
          </p:nvSpPr>
          <p:spPr>
            <a:xfrm>
              <a:off x="2435679" y="411999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CDBF6FB9-EA66-D66E-D8FC-B7194DA4A0B7}"/>
                </a:ext>
              </a:extLst>
            </p:cNvPr>
            <p:cNvSpPr/>
            <p:nvPr/>
          </p:nvSpPr>
          <p:spPr>
            <a:xfrm>
              <a:off x="2449244" y="4089708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0" y="37057"/>
                    <a:pt x="5278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8" y="1587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383E3412-B668-90FC-560A-CE26C92767E5}"/>
                </a:ext>
              </a:extLst>
            </p:cNvPr>
            <p:cNvSpPr/>
            <p:nvPr/>
          </p:nvSpPr>
          <p:spPr>
            <a:xfrm>
              <a:off x="2345238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85D6B012-6B56-28EC-C879-3394F4D2163F}"/>
                </a:ext>
              </a:extLst>
            </p:cNvPr>
            <p:cNvSpPr/>
            <p:nvPr/>
          </p:nvSpPr>
          <p:spPr>
            <a:xfrm>
              <a:off x="2327782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F4AF6A24-69EC-BC4E-3E1C-CD99E00F7723}"/>
                </a:ext>
              </a:extLst>
            </p:cNvPr>
            <p:cNvSpPr/>
            <p:nvPr/>
          </p:nvSpPr>
          <p:spPr>
            <a:xfrm>
              <a:off x="2345238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BD5B63EF-12A4-DB90-CC68-2FD4F99AFEC0}"/>
                </a:ext>
              </a:extLst>
            </p:cNvPr>
            <p:cNvSpPr/>
            <p:nvPr/>
          </p:nvSpPr>
          <p:spPr>
            <a:xfrm>
              <a:off x="2327782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FEBCD2C2-5897-312A-8C50-6FA4BF5D295E}"/>
              </a:ext>
            </a:extLst>
          </p:cNvPr>
          <p:cNvGrpSpPr/>
          <p:nvPr/>
        </p:nvGrpSpPr>
        <p:grpSpPr>
          <a:xfrm>
            <a:off x="2625206" y="4128221"/>
            <a:ext cx="478579" cy="740098"/>
            <a:chOff x="2625206" y="4128221"/>
            <a:chExt cx="478579" cy="740098"/>
          </a:xfrm>
        </p:grpSpPr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6327EBED-7CC4-E6F8-D6B8-053473DB0155}"/>
                </a:ext>
              </a:extLst>
            </p:cNvPr>
            <p:cNvSpPr/>
            <p:nvPr/>
          </p:nvSpPr>
          <p:spPr>
            <a:xfrm>
              <a:off x="2625206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04A1C3E8-5A35-B89C-9BBC-C0960C3CC0D4}"/>
                </a:ext>
              </a:extLst>
            </p:cNvPr>
            <p:cNvSpPr/>
            <p:nvPr/>
          </p:nvSpPr>
          <p:spPr>
            <a:xfrm>
              <a:off x="3103195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9" name="Freeform 518">
              <a:extLst>
                <a:ext uri="{FF2B5EF4-FFF2-40B4-BE49-F238E27FC236}">
                  <a16:creationId xmlns:a16="http://schemas.microsoft.com/office/drawing/2014/main" id="{34A83052-247A-A693-F060-B5011D604501}"/>
                </a:ext>
              </a:extLst>
            </p:cNvPr>
            <p:cNvSpPr/>
            <p:nvPr/>
          </p:nvSpPr>
          <p:spPr>
            <a:xfrm>
              <a:off x="2625206" y="4128221"/>
              <a:ext cx="477989" cy="740098"/>
            </a:xfrm>
            <a:custGeom>
              <a:avLst/>
              <a:gdLst>
                <a:gd name="connsiteX0" fmla="*/ 0 w 477989"/>
                <a:gd name="connsiteY0" fmla="*/ 740099 h 740098"/>
                <a:gd name="connsiteX1" fmla="*/ 0 w 477989"/>
                <a:gd name="connsiteY1" fmla="*/ 0 h 740098"/>
                <a:gd name="connsiteX2" fmla="*/ 477989 w 477989"/>
                <a:gd name="connsiteY2" fmla="*/ 0 h 740098"/>
                <a:gd name="connsiteX3" fmla="*/ 477989 w 477989"/>
                <a:gd name="connsiteY3" fmla="*/ 740099 h 740098"/>
                <a:gd name="connsiteX4" fmla="*/ 0 w 477989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989" h="740098">
                  <a:moveTo>
                    <a:pt x="0" y="740099"/>
                  </a:moveTo>
                  <a:lnTo>
                    <a:pt x="0" y="0"/>
                  </a:lnTo>
                  <a:lnTo>
                    <a:pt x="477989" y="0"/>
                  </a:lnTo>
                  <a:lnTo>
                    <a:pt x="477989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21" name="Freeform 520">
            <a:extLst>
              <a:ext uri="{FF2B5EF4-FFF2-40B4-BE49-F238E27FC236}">
                <a16:creationId xmlns:a16="http://schemas.microsoft.com/office/drawing/2014/main" id="{D81A4227-F7E3-5E9A-3608-C84C50531ECB}"/>
              </a:ext>
            </a:extLst>
          </p:cNvPr>
          <p:cNvSpPr/>
          <p:nvPr/>
        </p:nvSpPr>
        <p:spPr>
          <a:xfrm>
            <a:off x="2529608" y="4128221"/>
            <a:ext cx="1147179" cy="740098"/>
          </a:xfrm>
          <a:custGeom>
            <a:avLst/>
            <a:gdLst>
              <a:gd name="connsiteX0" fmla="*/ 0 w 1147179"/>
              <a:gd name="connsiteY0" fmla="*/ 146066 h 740098"/>
              <a:gd name="connsiteX1" fmla="*/ 1148 w 1147179"/>
              <a:gd name="connsiteY1" fmla="*/ 147242 h 740098"/>
              <a:gd name="connsiteX2" fmla="*/ 2297 w 1147179"/>
              <a:gd name="connsiteY2" fmla="*/ 148428 h 740098"/>
              <a:gd name="connsiteX3" fmla="*/ 3445 w 1147179"/>
              <a:gd name="connsiteY3" fmla="*/ 149623 h 740098"/>
              <a:gd name="connsiteX4" fmla="*/ 4593 w 1147179"/>
              <a:gd name="connsiteY4" fmla="*/ 150829 h 740098"/>
              <a:gd name="connsiteX5" fmla="*/ 5741 w 1147179"/>
              <a:gd name="connsiteY5" fmla="*/ 152044 h 740098"/>
              <a:gd name="connsiteX6" fmla="*/ 6890 w 1147179"/>
              <a:gd name="connsiteY6" fmla="*/ 153269 h 740098"/>
              <a:gd name="connsiteX7" fmla="*/ 8038 w 1147179"/>
              <a:gd name="connsiteY7" fmla="*/ 154504 h 740098"/>
              <a:gd name="connsiteX8" fmla="*/ 9187 w 1147179"/>
              <a:gd name="connsiteY8" fmla="*/ 155749 h 740098"/>
              <a:gd name="connsiteX9" fmla="*/ 10335 w 1147179"/>
              <a:gd name="connsiteY9" fmla="*/ 157005 h 740098"/>
              <a:gd name="connsiteX10" fmla="*/ 11483 w 1147179"/>
              <a:gd name="connsiteY10" fmla="*/ 158270 h 740098"/>
              <a:gd name="connsiteX11" fmla="*/ 12631 w 1147179"/>
              <a:gd name="connsiteY11" fmla="*/ 159545 h 740098"/>
              <a:gd name="connsiteX12" fmla="*/ 13780 w 1147179"/>
              <a:gd name="connsiteY12" fmla="*/ 160832 h 740098"/>
              <a:gd name="connsiteX13" fmla="*/ 14928 w 1147179"/>
              <a:gd name="connsiteY13" fmla="*/ 162128 h 740098"/>
              <a:gd name="connsiteX14" fmla="*/ 16077 w 1147179"/>
              <a:gd name="connsiteY14" fmla="*/ 163434 h 740098"/>
              <a:gd name="connsiteX15" fmla="*/ 17225 w 1147179"/>
              <a:gd name="connsiteY15" fmla="*/ 164752 h 740098"/>
              <a:gd name="connsiteX16" fmla="*/ 18373 w 1147179"/>
              <a:gd name="connsiteY16" fmla="*/ 166079 h 740098"/>
              <a:gd name="connsiteX17" fmla="*/ 19521 w 1147179"/>
              <a:gd name="connsiteY17" fmla="*/ 167418 h 740098"/>
              <a:gd name="connsiteX18" fmla="*/ 20670 w 1147179"/>
              <a:gd name="connsiteY18" fmla="*/ 168767 h 740098"/>
              <a:gd name="connsiteX19" fmla="*/ 21818 w 1147179"/>
              <a:gd name="connsiteY19" fmla="*/ 170127 h 740098"/>
              <a:gd name="connsiteX20" fmla="*/ 22966 w 1147179"/>
              <a:gd name="connsiteY20" fmla="*/ 171498 h 740098"/>
              <a:gd name="connsiteX21" fmla="*/ 24115 w 1147179"/>
              <a:gd name="connsiteY21" fmla="*/ 172880 h 740098"/>
              <a:gd name="connsiteX22" fmla="*/ 25263 w 1147179"/>
              <a:gd name="connsiteY22" fmla="*/ 174273 h 740098"/>
              <a:gd name="connsiteX23" fmla="*/ 26412 w 1147179"/>
              <a:gd name="connsiteY23" fmla="*/ 175677 h 740098"/>
              <a:gd name="connsiteX24" fmla="*/ 27560 w 1147179"/>
              <a:gd name="connsiteY24" fmla="*/ 177092 h 740098"/>
              <a:gd name="connsiteX25" fmla="*/ 28708 w 1147179"/>
              <a:gd name="connsiteY25" fmla="*/ 178518 h 740098"/>
              <a:gd name="connsiteX26" fmla="*/ 29856 w 1147179"/>
              <a:gd name="connsiteY26" fmla="*/ 179956 h 740098"/>
              <a:gd name="connsiteX27" fmla="*/ 31005 w 1147179"/>
              <a:gd name="connsiteY27" fmla="*/ 181405 h 740098"/>
              <a:gd name="connsiteX28" fmla="*/ 32153 w 1147179"/>
              <a:gd name="connsiteY28" fmla="*/ 182866 h 740098"/>
              <a:gd name="connsiteX29" fmla="*/ 33302 w 1147179"/>
              <a:gd name="connsiteY29" fmla="*/ 184338 h 740098"/>
              <a:gd name="connsiteX30" fmla="*/ 34450 w 1147179"/>
              <a:gd name="connsiteY30" fmla="*/ 185821 h 740098"/>
              <a:gd name="connsiteX31" fmla="*/ 35598 w 1147179"/>
              <a:gd name="connsiteY31" fmla="*/ 187316 h 740098"/>
              <a:gd name="connsiteX32" fmla="*/ 36746 w 1147179"/>
              <a:gd name="connsiteY32" fmla="*/ 188823 h 740098"/>
              <a:gd name="connsiteX33" fmla="*/ 37895 w 1147179"/>
              <a:gd name="connsiteY33" fmla="*/ 190342 h 740098"/>
              <a:gd name="connsiteX34" fmla="*/ 39043 w 1147179"/>
              <a:gd name="connsiteY34" fmla="*/ 191872 h 740098"/>
              <a:gd name="connsiteX35" fmla="*/ 40192 w 1147179"/>
              <a:gd name="connsiteY35" fmla="*/ 193415 h 740098"/>
              <a:gd name="connsiteX36" fmla="*/ 41340 w 1147179"/>
              <a:gd name="connsiteY36" fmla="*/ 194969 h 740098"/>
              <a:gd name="connsiteX37" fmla="*/ 42488 w 1147179"/>
              <a:gd name="connsiteY37" fmla="*/ 196536 h 740098"/>
              <a:gd name="connsiteX38" fmla="*/ 43636 w 1147179"/>
              <a:gd name="connsiteY38" fmla="*/ 198115 h 740098"/>
              <a:gd name="connsiteX39" fmla="*/ 44784 w 1147179"/>
              <a:gd name="connsiteY39" fmla="*/ 199705 h 740098"/>
              <a:gd name="connsiteX40" fmla="*/ 45933 w 1147179"/>
              <a:gd name="connsiteY40" fmla="*/ 201308 h 740098"/>
              <a:gd name="connsiteX41" fmla="*/ 47081 w 1147179"/>
              <a:gd name="connsiteY41" fmla="*/ 202924 h 740098"/>
              <a:gd name="connsiteX42" fmla="*/ 48230 w 1147179"/>
              <a:gd name="connsiteY42" fmla="*/ 204551 h 740098"/>
              <a:gd name="connsiteX43" fmla="*/ 49378 w 1147179"/>
              <a:gd name="connsiteY43" fmla="*/ 206191 h 740098"/>
              <a:gd name="connsiteX44" fmla="*/ 50526 w 1147179"/>
              <a:gd name="connsiteY44" fmla="*/ 207844 h 740098"/>
              <a:gd name="connsiteX45" fmla="*/ 51674 w 1147179"/>
              <a:gd name="connsiteY45" fmla="*/ 209509 h 740098"/>
              <a:gd name="connsiteX46" fmla="*/ 52823 w 1147179"/>
              <a:gd name="connsiteY46" fmla="*/ 211187 h 740098"/>
              <a:gd name="connsiteX47" fmla="*/ 53971 w 1147179"/>
              <a:gd name="connsiteY47" fmla="*/ 212877 h 740098"/>
              <a:gd name="connsiteX48" fmla="*/ 55120 w 1147179"/>
              <a:gd name="connsiteY48" fmla="*/ 214580 h 740098"/>
              <a:gd name="connsiteX49" fmla="*/ 56268 w 1147179"/>
              <a:gd name="connsiteY49" fmla="*/ 216296 h 740098"/>
              <a:gd name="connsiteX50" fmla="*/ 57416 w 1147179"/>
              <a:gd name="connsiteY50" fmla="*/ 218024 h 740098"/>
              <a:gd name="connsiteX51" fmla="*/ 58564 w 1147179"/>
              <a:gd name="connsiteY51" fmla="*/ 219766 h 740098"/>
              <a:gd name="connsiteX52" fmla="*/ 59713 w 1147179"/>
              <a:gd name="connsiteY52" fmla="*/ 221520 h 740098"/>
              <a:gd name="connsiteX53" fmla="*/ 60861 w 1147179"/>
              <a:gd name="connsiteY53" fmla="*/ 223288 h 740098"/>
              <a:gd name="connsiteX54" fmla="*/ 62010 w 1147179"/>
              <a:gd name="connsiteY54" fmla="*/ 225068 h 740098"/>
              <a:gd name="connsiteX55" fmla="*/ 63158 w 1147179"/>
              <a:gd name="connsiteY55" fmla="*/ 226861 h 740098"/>
              <a:gd name="connsiteX56" fmla="*/ 64307 w 1147179"/>
              <a:gd name="connsiteY56" fmla="*/ 228668 h 740098"/>
              <a:gd name="connsiteX57" fmla="*/ 65455 w 1147179"/>
              <a:gd name="connsiteY57" fmla="*/ 230488 h 740098"/>
              <a:gd name="connsiteX58" fmla="*/ 66603 w 1147179"/>
              <a:gd name="connsiteY58" fmla="*/ 232321 h 740098"/>
              <a:gd name="connsiteX59" fmla="*/ 67751 w 1147179"/>
              <a:gd name="connsiteY59" fmla="*/ 234167 h 740098"/>
              <a:gd name="connsiteX60" fmla="*/ 68899 w 1147179"/>
              <a:gd name="connsiteY60" fmla="*/ 236027 h 740098"/>
              <a:gd name="connsiteX61" fmla="*/ 70048 w 1147179"/>
              <a:gd name="connsiteY61" fmla="*/ 237900 h 740098"/>
              <a:gd name="connsiteX62" fmla="*/ 71196 w 1147179"/>
              <a:gd name="connsiteY62" fmla="*/ 239786 h 740098"/>
              <a:gd name="connsiteX63" fmla="*/ 72345 w 1147179"/>
              <a:gd name="connsiteY63" fmla="*/ 241686 h 740098"/>
              <a:gd name="connsiteX64" fmla="*/ 73493 w 1147179"/>
              <a:gd name="connsiteY64" fmla="*/ 243599 h 740098"/>
              <a:gd name="connsiteX65" fmla="*/ 74641 w 1147179"/>
              <a:gd name="connsiteY65" fmla="*/ 245526 h 740098"/>
              <a:gd name="connsiteX66" fmla="*/ 75789 w 1147179"/>
              <a:gd name="connsiteY66" fmla="*/ 247466 h 740098"/>
              <a:gd name="connsiteX67" fmla="*/ 76938 w 1147179"/>
              <a:gd name="connsiteY67" fmla="*/ 249420 h 740098"/>
              <a:gd name="connsiteX68" fmla="*/ 78086 w 1147179"/>
              <a:gd name="connsiteY68" fmla="*/ 251388 h 740098"/>
              <a:gd name="connsiteX69" fmla="*/ 79235 w 1147179"/>
              <a:gd name="connsiteY69" fmla="*/ 253368 h 740098"/>
              <a:gd name="connsiteX70" fmla="*/ 80383 w 1147179"/>
              <a:gd name="connsiteY70" fmla="*/ 255363 h 740098"/>
              <a:gd name="connsiteX71" fmla="*/ 81531 w 1147179"/>
              <a:gd name="connsiteY71" fmla="*/ 257372 h 740098"/>
              <a:gd name="connsiteX72" fmla="*/ 82679 w 1147179"/>
              <a:gd name="connsiteY72" fmla="*/ 259394 h 740098"/>
              <a:gd name="connsiteX73" fmla="*/ 83828 w 1147179"/>
              <a:gd name="connsiteY73" fmla="*/ 261430 h 740098"/>
              <a:gd name="connsiteX74" fmla="*/ 84976 w 1147179"/>
              <a:gd name="connsiteY74" fmla="*/ 263479 h 740098"/>
              <a:gd name="connsiteX75" fmla="*/ 86125 w 1147179"/>
              <a:gd name="connsiteY75" fmla="*/ 265543 h 740098"/>
              <a:gd name="connsiteX76" fmla="*/ 87273 w 1147179"/>
              <a:gd name="connsiteY76" fmla="*/ 267620 h 740098"/>
              <a:gd name="connsiteX77" fmla="*/ 88421 w 1147179"/>
              <a:gd name="connsiteY77" fmla="*/ 269710 h 740098"/>
              <a:gd name="connsiteX78" fmla="*/ 89569 w 1147179"/>
              <a:gd name="connsiteY78" fmla="*/ 271815 h 740098"/>
              <a:gd name="connsiteX79" fmla="*/ 90718 w 1147179"/>
              <a:gd name="connsiteY79" fmla="*/ 273933 h 740098"/>
              <a:gd name="connsiteX80" fmla="*/ 91866 w 1147179"/>
              <a:gd name="connsiteY80" fmla="*/ 276066 h 740098"/>
              <a:gd name="connsiteX81" fmla="*/ 93015 w 1147179"/>
              <a:gd name="connsiteY81" fmla="*/ 278211 h 740098"/>
              <a:gd name="connsiteX82" fmla="*/ 94163 w 1147179"/>
              <a:gd name="connsiteY82" fmla="*/ 280372 h 740098"/>
              <a:gd name="connsiteX83" fmla="*/ 95311 w 1147179"/>
              <a:gd name="connsiteY83" fmla="*/ 282545 h 740098"/>
              <a:gd name="connsiteX84" fmla="*/ 96459 w 1147179"/>
              <a:gd name="connsiteY84" fmla="*/ 284732 h 740098"/>
              <a:gd name="connsiteX85" fmla="*/ 97607 w 1147179"/>
              <a:gd name="connsiteY85" fmla="*/ 286934 h 740098"/>
              <a:gd name="connsiteX86" fmla="*/ 98756 w 1147179"/>
              <a:gd name="connsiteY86" fmla="*/ 289149 h 740098"/>
              <a:gd name="connsiteX87" fmla="*/ 99904 w 1147179"/>
              <a:gd name="connsiteY87" fmla="*/ 291377 h 740098"/>
              <a:gd name="connsiteX88" fmla="*/ 101053 w 1147179"/>
              <a:gd name="connsiteY88" fmla="*/ 293620 h 740098"/>
              <a:gd name="connsiteX89" fmla="*/ 102201 w 1147179"/>
              <a:gd name="connsiteY89" fmla="*/ 295876 h 740098"/>
              <a:gd name="connsiteX90" fmla="*/ 103349 w 1147179"/>
              <a:gd name="connsiteY90" fmla="*/ 298146 h 740098"/>
              <a:gd name="connsiteX91" fmla="*/ 104498 w 1147179"/>
              <a:gd name="connsiteY91" fmla="*/ 300429 h 740098"/>
              <a:gd name="connsiteX92" fmla="*/ 105646 w 1147179"/>
              <a:gd name="connsiteY92" fmla="*/ 302727 h 740098"/>
              <a:gd name="connsiteX93" fmla="*/ 106794 w 1147179"/>
              <a:gd name="connsiteY93" fmla="*/ 305038 h 740098"/>
              <a:gd name="connsiteX94" fmla="*/ 107943 w 1147179"/>
              <a:gd name="connsiteY94" fmla="*/ 307362 h 740098"/>
              <a:gd name="connsiteX95" fmla="*/ 109091 w 1147179"/>
              <a:gd name="connsiteY95" fmla="*/ 309700 h 740098"/>
              <a:gd name="connsiteX96" fmla="*/ 110240 w 1147179"/>
              <a:gd name="connsiteY96" fmla="*/ 312052 h 740098"/>
              <a:gd name="connsiteX97" fmla="*/ 111388 w 1147179"/>
              <a:gd name="connsiteY97" fmla="*/ 314416 h 740098"/>
              <a:gd name="connsiteX98" fmla="*/ 112536 w 1147179"/>
              <a:gd name="connsiteY98" fmla="*/ 316794 h 740098"/>
              <a:gd name="connsiteX99" fmla="*/ 113684 w 1147179"/>
              <a:gd name="connsiteY99" fmla="*/ 319186 h 740098"/>
              <a:gd name="connsiteX100" fmla="*/ 114833 w 1147179"/>
              <a:gd name="connsiteY100" fmla="*/ 321592 h 740098"/>
              <a:gd name="connsiteX101" fmla="*/ 115981 w 1147179"/>
              <a:gd name="connsiteY101" fmla="*/ 324009 h 740098"/>
              <a:gd name="connsiteX102" fmla="*/ 117130 w 1147179"/>
              <a:gd name="connsiteY102" fmla="*/ 326441 h 740098"/>
              <a:gd name="connsiteX103" fmla="*/ 118278 w 1147179"/>
              <a:gd name="connsiteY103" fmla="*/ 328886 h 740098"/>
              <a:gd name="connsiteX104" fmla="*/ 119426 w 1147179"/>
              <a:gd name="connsiteY104" fmla="*/ 331343 h 740098"/>
              <a:gd name="connsiteX105" fmla="*/ 120574 w 1147179"/>
              <a:gd name="connsiteY105" fmla="*/ 333814 h 740098"/>
              <a:gd name="connsiteX106" fmla="*/ 121722 w 1147179"/>
              <a:gd name="connsiteY106" fmla="*/ 336297 h 740098"/>
              <a:gd name="connsiteX107" fmla="*/ 122871 w 1147179"/>
              <a:gd name="connsiteY107" fmla="*/ 338793 h 740098"/>
              <a:gd name="connsiteX108" fmla="*/ 124019 w 1147179"/>
              <a:gd name="connsiteY108" fmla="*/ 341302 h 740098"/>
              <a:gd name="connsiteX109" fmla="*/ 125168 w 1147179"/>
              <a:gd name="connsiteY109" fmla="*/ 343824 h 740098"/>
              <a:gd name="connsiteX110" fmla="*/ 126316 w 1147179"/>
              <a:gd name="connsiteY110" fmla="*/ 346358 h 740098"/>
              <a:gd name="connsiteX111" fmla="*/ 127464 w 1147179"/>
              <a:gd name="connsiteY111" fmla="*/ 348904 h 740098"/>
              <a:gd name="connsiteX112" fmla="*/ 128612 w 1147179"/>
              <a:gd name="connsiteY112" fmla="*/ 351463 h 740098"/>
              <a:gd name="connsiteX113" fmla="*/ 129761 w 1147179"/>
              <a:gd name="connsiteY113" fmla="*/ 354034 h 740098"/>
              <a:gd name="connsiteX114" fmla="*/ 130909 w 1147179"/>
              <a:gd name="connsiteY114" fmla="*/ 356618 h 740098"/>
              <a:gd name="connsiteX115" fmla="*/ 132058 w 1147179"/>
              <a:gd name="connsiteY115" fmla="*/ 359212 h 740098"/>
              <a:gd name="connsiteX116" fmla="*/ 133206 w 1147179"/>
              <a:gd name="connsiteY116" fmla="*/ 361820 h 740098"/>
              <a:gd name="connsiteX117" fmla="*/ 134354 w 1147179"/>
              <a:gd name="connsiteY117" fmla="*/ 364438 h 740098"/>
              <a:gd name="connsiteX118" fmla="*/ 135502 w 1147179"/>
              <a:gd name="connsiteY118" fmla="*/ 367069 h 740098"/>
              <a:gd name="connsiteX119" fmla="*/ 136651 w 1147179"/>
              <a:gd name="connsiteY119" fmla="*/ 369711 h 740098"/>
              <a:gd name="connsiteX120" fmla="*/ 137799 w 1147179"/>
              <a:gd name="connsiteY120" fmla="*/ 372364 h 740098"/>
              <a:gd name="connsiteX121" fmla="*/ 138948 w 1147179"/>
              <a:gd name="connsiteY121" fmla="*/ 375029 h 740098"/>
              <a:gd name="connsiteX122" fmla="*/ 140096 w 1147179"/>
              <a:gd name="connsiteY122" fmla="*/ 377705 h 740098"/>
              <a:gd name="connsiteX123" fmla="*/ 141244 w 1147179"/>
              <a:gd name="connsiteY123" fmla="*/ 380391 h 740098"/>
              <a:gd name="connsiteX124" fmla="*/ 142392 w 1147179"/>
              <a:gd name="connsiteY124" fmla="*/ 383089 h 740098"/>
              <a:gd name="connsiteX125" fmla="*/ 143541 w 1147179"/>
              <a:gd name="connsiteY125" fmla="*/ 385796 h 740098"/>
              <a:gd name="connsiteX126" fmla="*/ 144689 w 1147179"/>
              <a:gd name="connsiteY126" fmla="*/ 388515 h 740098"/>
              <a:gd name="connsiteX127" fmla="*/ 145837 w 1147179"/>
              <a:gd name="connsiteY127" fmla="*/ 391244 h 740098"/>
              <a:gd name="connsiteX128" fmla="*/ 146986 w 1147179"/>
              <a:gd name="connsiteY128" fmla="*/ 393982 h 740098"/>
              <a:gd name="connsiteX129" fmla="*/ 148134 w 1147179"/>
              <a:gd name="connsiteY129" fmla="*/ 396731 h 740098"/>
              <a:gd name="connsiteX130" fmla="*/ 149283 w 1147179"/>
              <a:gd name="connsiteY130" fmla="*/ 399489 h 740098"/>
              <a:gd name="connsiteX131" fmla="*/ 150431 w 1147179"/>
              <a:gd name="connsiteY131" fmla="*/ 402257 h 740098"/>
              <a:gd name="connsiteX132" fmla="*/ 151579 w 1147179"/>
              <a:gd name="connsiteY132" fmla="*/ 405034 h 740098"/>
              <a:gd name="connsiteX133" fmla="*/ 152727 w 1147179"/>
              <a:gd name="connsiteY133" fmla="*/ 407821 h 740098"/>
              <a:gd name="connsiteX134" fmla="*/ 153876 w 1147179"/>
              <a:gd name="connsiteY134" fmla="*/ 410616 h 740098"/>
              <a:gd name="connsiteX135" fmla="*/ 155024 w 1147179"/>
              <a:gd name="connsiteY135" fmla="*/ 413420 h 740098"/>
              <a:gd name="connsiteX136" fmla="*/ 156173 w 1147179"/>
              <a:gd name="connsiteY136" fmla="*/ 416233 h 740098"/>
              <a:gd name="connsiteX137" fmla="*/ 157321 w 1147179"/>
              <a:gd name="connsiteY137" fmla="*/ 419054 h 740098"/>
              <a:gd name="connsiteX138" fmla="*/ 158469 w 1147179"/>
              <a:gd name="connsiteY138" fmla="*/ 421882 h 740098"/>
              <a:gd name="connsiteX139" fmla="*/ 159617 w 1147179"/>
              <a:gd name="connsiteY139" fmla="*/ 424719 h 740098"/>
              <a:gd name="connsiteX140" fmla="*/ 160766 w 1147179"/>
              <a:gd name="connsiteY140" fmla="*/ 427564 h 740098"/>
              <a:gd name="connsiteX141" fmla="*/ 161914 w 1147179"/>
              <a:gd name="connsiteY141" fmla="*/ 430415 h 740098"/>
              <a:gd name="connsiteX142" fmla="*/ 163063 w 1147179"/>
              <a:gd name="connsiteY142" fmla="*/ 433274 h 740098"/>
              <a:gd name="connsiteX143" fmla="*/ 164211 w 1147179"/>
              <a:gd name="connsiteY143" fmla="*/ 436140 h 740098"/>
              <a:gd name="connsiteX144" fmla="*/ 165359 w 1147179"/>
              <a:gd name="connsiteY144" fmla="*/ 439012 h 740098"/>
              <a:gd name="connsiteX145" fmla="*/ 166507 w 1147179"/>
              <a:gd name="connsiteY145" fmla="*/ 441891 h 740098"/>
              <a:gd name="connsiteX146" fmla="*/ 167656 w 1147179"/>
              <a:gd name="connsiteY146" fmla="*/ 444775 h 740098"/>
              <a:gd name="connsiteX147" fmla="*/ 168804 w 1147179"/>
              <a:gd name="connsiteY147" fmla="*/ 447666 h 740098"/>
              <a:gd name="connsiteX148" fmla="*/ 169953 w 1147179"/>
              <a:gd name="connsiteY148" fmla="*/ 450562 h 740098"/>
              <a:gd name="connsiteX149" fmla="*/ 171101 w 1147179"/>
              <a:gd name="connsiteY149" fmla="*/ 453463 h 740098"/>
              <a:gd name="connsiteX150" fmla="*/ 172249 w 1147179"/>
              <a:gd name="connsiteY150" fmla="*/ 456370 h 740098"/>
              <a:gd name="connsiteX151" fmla="*/ 173397 w 1147179"/>
              <a:gd name="connsiteY151" fmla="*/ 459281 h 740098"/>
              <a:gd name="connsiteX152" fmla="*/ 174545 w 1147179"/>
              <a:gd name="connsiteY152" fmla="*/ 462196 h 740098"/>
              <a:gd name="connsiteX153" fmla="*/ 175694 w 1147179"/>
              <a:gd name="connsiteY153" fmla="*/ 465115 h 740098"/>
              <a:gd name="connsiteX154" fmla="*/ 176842 w 1147179"/>
              <a:gd name="connsiteY154" fmla="*/ 468039 h 740098"/>
              <a:gd name="connsiteX155" fmla="*/ 177991 w 1147179"/>
              <a:gd name="connsiteY155" fmla="*/ 470966 h 740098"/>
              <a:gd name="connsiteX156" fmla="*/ 179139 w 1147179"/>
              <a:gd name="connsiteY156" fmla="*/ 473895 h 740098"/>
              <a:gd name="connsiteX157" fmla="*/ 180287 w 1147179"/>
              <a:gd name="connsiteY157" fmla="*/ 476828 h 740098"/>
              <a:gd name="connsiteX158" fmla="*/ 181435 w 1147179"/>
              <a:gd name="connsiteY158" fmla="*/ 479763 h 740098"/>
              <a:gd name="connsiteX159" fmla="*/ 182584 w 1147179"/>
              <a:gd name="connsiteY159" fmla="*/ 482700 h 740098"/>
              <a:gd name="connsiteX160" fmla="*/ 183732 w 1147179"/>
              <a:gd name="connsiteY160" fmla="*/ 485640 h 740098"/>
              <a:gd name="connsiteX161" fmla="*/ 184881 w 1147179"/>
              <a:gd name="connsiteY161" fmla="*/ 488581 h 740098"/>
              <a:gd name="connsiteX162" fmla="*/ 186029 w 1147179"/>
              <a:gd name="connsiteY162" fmla="*/ 491522 h 740098"/>
              <a:gd name="connsiteX163" fmla="*/ 187177 w 1147179"/>
              <a:gd name="connsiteY163" fmla="*/ 494466 h 740098"/>
              <a:gd name="connsiteX164" fmla="*/ 188326 w 1147179"/>
              <a:gd name="connsiteY164" fmla="*/ 497408 h 740098"/>
              <a:gd name="connsiteX165" fmla="*/ 189474 w 1147179"/>
              <a:gd name="connsiteY165" fmla="*/ 500352 h 740098"/>
              <a:gd name="connsiteX166" fmla="*/ 190622 w 1147179"/>
              <a:gd name="connsiteY166" fmla="*/ 503295 h 740098"/>
              <a:gd name="connsiteX167" fmla="*/ 191771 w 1147179"/>
              <a:gd name="connsiteY167" fmla="*/ 506238 h 740098"/>
              <a:gd name="connsiteX168" fmla="*/ 192919 w 1147179"/>
              <a:gd name="connsiteY168" fmla="*/ 509180 h 740098"/>
              <a:gd name="connsiteX169" fmla="*/ 194068 w 1147179"/>
              <a:gd name="connsiteY169" fmla="*/ 512120 h 740098"/>
              <a:gd name="connsiteX170" fmla="*/ 195216 w 1147179"/>
              <a:gd name="connsiteY170" fmla="*/ 515059 h 740098"/>
              <a:gd name="connsiteX171" fmla="*/ 196364 w 1147179"/>
              <a:gd name="connsiteY171" fmla="*/ 517995 h 740098"/>
              <a:gd name="connsiteX172" fmla="*/ 197512 w 1147179"/>
              <a:gd name="connsiteY172" fmla="*/ 520930 h 740098"/>
              <a:gd name="connsiteX173" fmla="*/ 198660 w 1147179"/>
              <a:gd name="connsiteY173" fmla="*/ 523861 h 740098"/>
              <a:gd name="connsiteX174" fmla="*/ 199809 w 1147179"/>
              <a:gd name="connsiteY174" fmla="*/ 526789 h 740098"/>
              <a:gd name="connsiteX175" fmla="*/ 200957 w 1147179"/>
              <a:gd name="connsiteY175" fmla="*/ 529714 h 740098"/>
              <a:gd name="connsiteX176" fmla="*/ 202106 w 1147179"/>
              <a:gd name="connsiteY176" fmla="*/ 532634 h 740098"/>
              <a:gd name="connsiteX177" fmla="*/ 203254 w 1147179"/>
              <a:gd name="connsiteY177" fmla="*/ 535550 h 740098"/>
              <a:gd name="connsiteX178" fmla="*/ 204402 w 1147179"/>
              <a:gd name="connsiteY178" fmla="*/ 538462 h 740098"/>
              <a:gd name="connsiteX179" fmla="*/ 205550 w 1147179"/>
              <a:gd name="connsiteY179" fmla="*/ 541370 h 740098"/>
              <a:gd name="connsiteX180" fmla="*/ 206699 w 1147179"/>
              <a:gd name="connsiteY180" fmla="*/ 544270 h 740098"/>
              <a:gd name="connsiteX181" fmla="*/ 207847 w 1147179"/>
              <a:gd name="connsiteY181" fmla="*/ 547163 h 740098"/>
              <a:gd name="connsiteX182" fmla="*/ 208996 w 1147179"/>
              <a:gd name="connsiteY182" fmla="*/ 550051 h 740098"/>
              <a:gd name="connsiteX183" fmla="*/ 210144 w 1147179"/>
              <a:gd name="connsiteY183" fmla="*/ 552933 h 740098"/>
              <a:gd name="connsiteX184" fmla="*/ 211292 w 1147179"/>
              <a:gd name="connsiteY184" fmla="*/ 555809 h 740098"/>
              <a:gd name="connsiteX185" fmla="*/ 212440 w 1147179"/>
              <a:gd name="connsiteY185" fmla="*/ 558673 h 740098"/>
              <a:gd name="connsiteX186" fmla="*/ 213589 w 1147179"/>
              <a:gd name="connsiteY186" fmla="*/ 561532 h 740098"/>
              <a:gd name="connsiteX187" fmla="*/ 214737 w 1147179"/>
              <a:gd name="connsiteY187" fmla="*/ 564384 h 740098"/>
              <a:gd name="connsiteX188" fmla="*/ 215886 w 1147179"/>
              <a:gd name="connsiteY188" fmla="*/ 567225 h 740098"/>
              <a:gd name="connsiteX189" fmla="*/ 217034 w 1147179"/>
              <a:gd name="connsiteY189" fmla="*/ 570054 h 740098"/>
              <a:gd name="connsiteX190" fmla="*/ 218182 w 1147179"/>
              <a:gd name="connsiteY190" fmla="*/ 572876 h 740098"/>
              <a:gd name="connsiteX191" fmla="*/ 219330 w 1147179"/>
              <a:gd name="connsiteY191" fmla="*/ 575687 h 740098"/>
              <a:gd name="connsiteX192" fmla="*/ 220479 w 1147179"/>
              <a:gd name="connsiteY192" fmla="*/ 578487 h 740098"/>
              <a:gd name="connsiteX193" fmla="*/ 221627 w 1147179"/>
              <a:gd name="connsiteY193" fmla="*/ 581280 h 740098"/>
              <a:gd name="connsiteX194" fmla="*/ 222775 w 1147179"/>
              <a:gd name="connsiteY194" fmla="*/ 584056 h 740098"/>
              <a:gd name="connsiteX195" fmla="*/ 223924 w 1147179"/>
              <a:gd name="connsiteY195" fmla="*/ 586825 h 740098"/>
              <a:gd name="connsiteX196" fmla="*/ 225072 w 1147179"/>
              <a:gd name="connsiteY196" fmla="*/ 589577 h 740098"/>
              <a:gd name="connsiteX197" fmla="*/ 226220 w 1147179"/>
              <a:gd name="connsiteY197" fmla="*/ 592323 h 740098"/>
              <a:gd name="connsiteX198" fmla="*/ 227369 w 1147179"/>
              <a:gd name="connsiteY198" fmla="*/ 595052 h 740098"/>
              <a:gd name="connsiteX199" fmla="*/ 228517 w 1147179"/>
              <a:gd name="connsiteY199" fmla="*/ 597763 h 740098"/>
              <a:gd name="connsiteX200" fmla="*/ 229665 w 1147179"/>
              <a:gd name="connsiteY200" fmla="*/ 600467 h 740098"/>
              <a:gd name="connsiteX201" fmla="*/ 230814 w 1147179"/>
              <a:gd name="connsiteY201" fmla="*/ 603154 h 740098"/>
              <a:gd name="connsiteX202" fmla="*/ 231962 w 1147179"/>
              <a:gd name="connsiteY202" fmla="*/ 605824 h 740098"/>
              <a:gd name="connsiteX203" fmla="*/ 233111 w 1147179"/>
              <a:gd name="connsiteY203" fmla="*/ 608481 h 740098"/>
              <a:gd name="connsiteX204" fmla="*/ 234259 w 1147179"/>
              <a:gd name="connsiteY204" fmla="*/ 611121 h 740098"/>
              <a:gd name="connsiteX205" fmla="*/ 235407 w 1147179"/>
              <a:gd name="connsiteY205" fmla="*/ 613749 h 740098"/>
              <a:gd name="connsiteX206" fmla="*/ 236555 w 1147179"/>
              <a:gd name="connsiteY206" fmla="*/ 616353 h 740098"/>
              <a:gd name="connsiteX207" fmla="*/ 237704 w 1147179"/>
              <a:gd name="connsiteY207" fmla="*/ 618946 h 740098"/>
              <a:gd name="connsiteX208" fmla="*/ 238852 w 1147179"/>
              <a:gd name="connsiteY208" fmla="*/ 621521 h 740098"/>
              <a:gd name="connsiteX209" fmla="*/ 240001 w 1147179"/>
              <a:gd name="connsiteY209" fmla="*/ 624072 h 740098"/>
              <a:gd name="connsiteX210" fmla="*/ 241149 w 1147179"/>
              <a:gd name="connsiteY210" fmla="*/ 626611 h 740098"/>
              <a:gd name="connsiteX211" fmla="*/ 242297 w 1147179"/>
              <a:gd name="connsiteY211" fmla="*/ 629133 h 740098"/>
              <a:gd name="connsiteX212" fmla="*/ 243445 w 1147179"/>
              <a:gd name="connsiteY212" fmla="*/ 631631 h 740098"/>
              <a:gd name="connsiteX213" fmla="*/ 244594 w 1147179"/>
              <a:gd name="connsiteY213" fmla="*/ 634111 h 740098"/>
              <a:gd name="connsiteX214" fmla="*/ 245742 w 1147179"/>
              <a:gd name="connsiteY214" fmla="*/ 636574 h 740098"/>
              <a:gd name="connsiteX215" fmla="*/ 246891 w 1147179"/>
              <a:gd name="connsiteY215" fmla="*/ 639013 h 740098"/>
              <a:gd name="connsiteX216" fmla="*/ 248039 w 1147179"/>
              <a:gd name="connsiteY216" fmla="*/ 641428 h 740098"/>
              <a:gd name="connsiteX217" fmla="*/ 249187 w 1147179"/>
              <a:gd name="connsiteY217" fmla="*/ 643826 h 740098"/>
              <a:gd name="connsiteX218" fmla="*/ 250335 w 1147179"/>
              <a:gd name="connsiteY218" fmla="*/ 646206 h 740098"/>
              <a:gd name="connsiteX219" fmla="*/ 251483 w 1147179"/>
              <a:gd name="connsiteY219" fmla="*/ 648562 h 740098"/>
              <a:gd name="connsiteX220" fmla="*/ 252632 w 1147179"/>
              <a:gd name="connsiteY220" fmla="*/ 650895 h 740098"/>
              <a:gd name="connsiteX221" fmla="*/ 253780 w 1147179"/>
              <a:gd name="connsiteY221" fmla="*/ 653204 h 740098"/>
              <a:gd name="connsiteX222" fmla="*/ 254929 w 1147179"/>
              <a:gd name="connsiteY222" fmla="*/ 655490 h 740098"/>
              <a:gd name="connsiteX223" fmla="*/ 256077 w 1147179"/>
              <a:gd name="connsiteY223" fmla="*/ 657751 h 740098"/>
              <a:gd name="connsiteX224" fmla="*/ 257225 w 1147179"/>
              <a:gd name="connsiteY224" fmla="*/ 659990 h 740098"/>
              <a:gd name="connsiteX225" fmla="*/ 258373 w 1147179"/>
              <a:gd name="connsiteY225" fmla="*/ 662204 h 740098"/>
              <a:gd name="connsiteX226" fmla="*/ 259522 w 1147179"/>
              <a:gd name="connsiteY226" fmla="*/ 664395 h 740098"/>
              <a:gd name="connsiteX227" fmla="*/ 260670 w 1147179"/>
              <a:gd name="connsiteY227" fmla="*/ 666563 h 740098"/>
              <a:gd name="connsiteX228" fmla="*/ 261819 w 1147179"/>
              <a:gd name="connsiteY228" fmla="*/ 668700 h 740098"/>
              <a:gd name="connsiteX229" fmla="*/ 262967 w 1147179"/>
              <a:gd name="connsiteY229" fmla="*/ 670815 h 740098"/>
              <a:gd name="connsiteX230" fmla="*/ 264115 w 1147179"/>
              <a:gd name="connsiteY230" fmla="*/ 672905 h 740098"/>
              <a:gd name="connsiteX231" fmla="*/ 265263 w 1147179"/>
              <a:gd name="connsiteY231" fmla="*/ 674966 h 740098"/>
              <a:gd name="connsiteX232" fmla="*/ 266412 w 1147179"/>
              <a:gd name="connsiteY232" fmla="*/ 677004 h 740098"/>
              <a:gd name="connsiteX233" fmla="*/ 267560 w 1147179"/>
              <a:gd name="connsiteY233" fmla="*/ 679011 h 740098"/>
              <a:gd name="connsiteX234" fmla="*/ 268709 w 1147179"/>
              <a:gd name="connsiteY234" fmla="*/ 680990 h 740098"/>
              <a:gd name="connsiteX235" fmla="*/ 269857 w 1147179"/>
              <a:gd name="connsiteY235" fmla="*/ 682945 h 740098"/>
              <a:gd name="connsiteX236" fmla="*/ 271005 w 1147179"/>
              <a:gd name="connsiteY236" fmla="*/ 684870 h 740098"/>
              <a:gd name="connsiteX237" fmla="*/ 272154 w 1147179"/>
              <a:gd name="connsiteY237" fmla="*/ 686766 h 740098"/>
              <a:gd name="connsiteX238" fmla="*/ 273302 w 1147179"/>
              <a:gd name="connsiteY238" fmla="*/ 688632 h 740098"/>
              <a:gd name="connsiteX239" fmla="*/ 274450 w 1147179"/>
              <a:gd name="connsiteY239" fmla="*/ 690468 h 740098"/>
              <a:gd name="connsiteX240" fmla="*/ 275598 w 1147179"/>
              <a:gd name="connsiteY240" fmla="*/ 692275 h 740098"/>
              <a:gd name="connsiteX241" fmla="*/ 276747 w 1147179"/>
              <a:gd name="connsiteY241" fmla="*/ 694059 h 740098"/>
              <a:gd name="connsiteX242" fmla="*/ 277895 w 1147179"/>
              <a:gd name="connsiteY242" fmla="*/ 695807 h 740098"/>
              <a:gd name="connsiteX243" fmla="*/ 279044 w 1147179"/>
              <a:gd name="connsiteY243" fmla="*/ 697525 h 740098"/>
              <a:gd name="connsiteX244" fmla="*/ 280192 w 1147179"/>
              <a:gd name="connsiteY244" fmla="*/ 699214 h 740098"/>
              <a:gd name="connsiteX245" fmla="*/ 281340 w 1147179"/>
              <a:gd name="connsiteY245" fmla="*/ 700874 h 740098"/>
              <a:gd name="connsiteX246" fmla="*/ 282488 w 1147179"/>
              <a:gd name="connsiteY246" fmla="*/ 702498 h 740098"/>
              <a:gd name="connsiteX247" fmla="*/ 283637 w 1147179"/>
              <a:gd name="connsiteY247" fmla="*/ 704092 h 740098"/>
              <a:gd name="connsiteX248" fmla="*/ 284785 w 1147179"/>
              <a:gd name="connsiteY248" fmla="*/ 705657 h 740098"/>
              <a:gd name="connsiteX249" fmla="*/ 285934 w 1147179"/>
              <a:gd name="connsiteY249" fmla="*/ 707187 h 740098"/>
              <a:gd name="connsiteX250" fmla="*/ 287082 w 1147179"/>
              <a:gd name="connsiteY250" fmla="*/ 708687 h 740098"/>
              <a:gd name="connsiteX251" fmla="*/ 288230 w 1147179"/>
              <a:gd name="connsiteY251" fmla="*/ 710158 h 740098"/>
              <a:gd name="connsiteX252" fmla="*/ 289378 w 1147179"/>
              <a:gd name="connsiteY252" fmla="*/ 711587 h 740098"/>
              <a:gd name="connsiteX253" fmla="*/ 290527 w 1147179"/>
              <a:gd name="connsiteY253" fmla="*/ 712992 h 740098"/>
              <a:gd name="connsiteX254" fmla="*/ 291675 w 1147179"/>
              <a:gd name="connsiteY254" fmla="*/ 714356 h 740098"/>
              <a:gd name="connsiteX255" fmla="*/ 292824 w 1147179"/>
              <a:gd name="connsiteY255" fmla="*/ 715691 h 740098"/>
              <a:gd name="connsiteX256" fmla="*/ 293972 w 1147179"/>
              <a:gd name="connsiteY256" fmla="*/ 716996 h 740098"/>
              <a:gd name="connsiteX257" fmla="*/ 295120 w 1147179"/>
              <a:gd name="connsiteY257" fmla="*/ 718260 h 740098"/>
              <a:gd name="connsiteX258" fmla="*/ 296268 w 1147179"/>
              <a:gd name="connsiteY258" fmla="*/ 719494 h 740098"/>
              <a:gd name="connsiteX259" fmla="*/ 297417 w 1147179"/>
              <a:gd name="connsiteY259" fmla="*/ 720693 h 740098"/>
              <a:gd name="connsiteX260" fmla="*/ 298565 w 1147179"/>
              <a:gd name="connsiteY260" fmla="*/ 721862 h 740098"/>
              <a:gd name="connsiteX261" fmla="*/ 299713 w 1147179"/>
              <a:gd name="connsiteY261" fmla="*/ 722990 h 740098"/>
              <a:gd name="connsiteX262" fmla="*/ 300862 w 1147179"/>
              <a:gd name="connsiteY262" fmla="*/ 724083 h 740098"/>
              <a:gd name="connsiteX263" fmla="*/ 302010 w 1147179"/>
              <a:gd name="connsiteY263" fmla="*/ 725146 h 740098"/>
              <a:gd name="connsiteX264" fmla="*/ 303158 w 1147179"/>
              <a:gd name="connsiteY264" fmla="*/ 726173 h 740098"/>
              <a:gd name="connsiteX265" fmla="*/ 304306 w 1147179"/>
              <a:gd name="connsiteY265" fmla="*/ 727160 h 740098"/>
              <a:gd name="connsiteX266" fmla="*/ 305455 w 1147179"/>
              <a:gd name="connsiteY266" fmla="*/ 728116 h 740098"/>
              <a:gd name="connsiteX267" fmla="*/ 306603 w 1147179"/>
              <a:gd name="connsiteY267" fmla="*/ 729032 h 740098"/>
              <a:gd name="connsiteX268" fmla="*/ 307752 w 1147179"/>
              <a:gd name="connsiteY268" fmla="*/ 729918 h 740098"/>
              <a:gd name="connsiteX269" fmla="*/ 308900 w 1147179"/>
              <a:gd name="connsiteY269" fmla="*/ 730762 h 740098"/>
              <a:gd name="connsiteX270" fmla="*/ 310048 w 1147179"/>
              <a:gd name="connsiteY270" fmla="*/ 731577 h 740098"/>
              <a:gd name="connsiteX271" fmla="*/ 311197 w 1147179"/>
              <a:gd name="connsiteY271" fmla="*/ 732351 h 740098"/>
              <a:gd name="connsiteX272" fmla="*/ 312345 w 1147179"/>
              <a:gd name="connsiteY272" fmla="*/ 733089 h 740098"/>
              <a:gd name="connsiteX273" fmla="*/ 313493 w 1147179"/>
              <a:gd name="connsiteY273" fmla="*/ 733792 h 740098"/>
              <a:gd name="connsiteX274" fmla="*/ 314642 w 1147179"/>
              <a:gd name="connsiteY274" fmla="*/ 734459 h 740098"/>
              <a:gd name="connsiteX275" fmla="*/ 315790 w 1147179"/>
              <a:gd name="connsiteY275" fmla="*/ 735085 h 740098"/>
              <a:gd name="connsiteX276" fmla="*/ 316938 w 1147179"/>
              <a:gd name="connsiteY276" fmla="*/ 735676 h 740098"/>
              <a:gd name="connsiteX277" fmla="*/ 318087 w 1147179"/>
              <a:gd name="connsiteY277" fmla="*/ 736237 h 740098"/>
              <a:gd name="connsiteX278" fmla="*/ 319235 w 1147179"/>
              <a:gd name="connsiteY278" fmla="*/ 736750 h 740098"/>
              <a:gd name="connsiteX279" fmla="*/ 320383 w 1147179"/>
              <a:gd name="connsiteY279" fmla="*/ 737235 h 740098"/>
              <a:gd name="connsiteX280" fmla="*/ 321532 w 1147179"/>
              <a:gd name="connsiteY280" fmla="*/ 737678 h 740098"/>
              <a:gd name="connsiteX281" fmla="*/ 322680 w 1147179"/>
              <a:gd name="connsiteY281" fmla="*/ 738085 h 740098"/>
              <a:gd name="connsiteX282" fmla="*/ 323829 w 1147179"/>
              <a:gd name="connsiteY282" fmla="*/ 738457 h 740098"/>
              <a:gd name="connsiteX283" fmla="*/ 324977 w 1147179"/>
              <a:gd name="connsiteY283" fmla="*/ 738788 h 740098"/>
              <a:gd name="connsiteX284" fmla="*/ 326125 w 1147179"/>
              <a:gd name="connsiteY284" fmla="*/ 739083 h 740098"/>
              <a:gd name="connsiteX285" fmla="*/ 327273 w 1147179"/>
              <a:gd name="connsiteY285" fmla="*/ 739343 h 740098"/>
              <a:gd name="connsiteX286" fmla="*/ 328421 w 1147179"/>
              <a:gd name="connsiteY286" fmla="*/ 739561 h 740098"/>
              <a:gd name="connsiteX287" fmla="*/ 329570 w 1147179"/>
              <a:gd name="connsiteY287" fmla="*/ 739744 h 740098"/>
              <a:gd name="connsiteX288" fmla="*/ 330718 w 1147179"/>
              <a:gd name="connsiteY288" fmla="*/ 739892 h 740098"/>
              <a:gd name="connsiteX289" fmla="*/ 331867 w 1147179"/>
              <a:gd name="connsiteY289" fmla="*/ 739998 h 740098"/>
              <a:gd name="connsiteX290" fmla="*/ 333015 w 1147179"/>
              <a:gd name="connsiteY290" fmla="*/ 740069 h 740098"/>
              <a:gd name="connsiteX291" fmla="*/ 334163 w 1147179"/>
              <a:gd name="connsiteY291" fmla="*/ 740099 h 740098"/>
              <a:gd name="connsiteX292" fmla="*/ 335311 w 1147179"/>
              <a:gd name="connsiteY292" fmla="*/ 740099 h 740098"/>
              <a:gd name="connsiteX293" fmla="*/ 336460 w 1147179"/>
              <a:gd name="connsiteY293" fmla="*/ 740052 h 740098"/>
              <a:gd name="connsiteX294" fmla="*/ 337608 w 1147179"/>
              <a:gd name="connsiteY294" fmla="*/ 739975 h 740098"/>
              <a:gd name="connsiteX295" fmla="*/ 338757 w 1147179"/>
              <a:gd name="connsiteY295" fmla="*/ 739857 h 740098"/>
              <a:gd name="connsiteX296" fmla="*/ 339905 w 1147179"/>
              <a:gd name="connsiteY296" fmla="*/ 739703 h 740098"/>
              <a:gd name="connsiteX297" fmla="*/ 341053 w 1147179"/>
              <a:gd name="connsiteY297" fmla="*/ 739508 h 740098"/>
              <a:gd name="connsiteX298" fmla="*/ 342201 w 1147179"/>
              <a:gd name="connsiteY298" fmla="*/ 739278 h 740098"/>
              <a:gd name="connsiteX299" fmla="*/ 343350 w 1147179"/>
              <a:gd name="connsiteY299" fmla="*/ 739012 h 740098"/>
              <a:gd name="connsiteX300" fmla="*/ 344498 w 1147179"/>
              <a:gd name="connsiteY300" fmla="*/ 738705 h 740098"/>
              <a:gd name="connsiteX301" fmla="*/ 345647 w 1147179"/>
              <a:gd name="connsiteY301" fmla="*/ 738368 h 740098"/>
              <a:gd name="connsiteX302" fmla="*/ 346795 w 1147179"/>
              <a:gd name="connsiteY302" fmla="*/ 737985 h 740098"/>
              <a:gd name="connsiteX303" fmla="*/ 347943 w 1147179"/>
              <a:gd name="connsiteY303" fmla="*/ 737571 h 740098"/>
              <a:gd name="connsiteX304" fmla="*/ 349091 w 1147179"/>
              <a:gd name="connsiteY304" fmla="*/ 737117 h 740098"/>
              <a:gd name="connsiteX305" fmla="*/ 350240 w 1147179"/>
              <a:gd name="connsiteY305" fmla="*/ 736626 h 740098"/>
              <a:gd name="connsiteX306" fmla="*/ 351388 w 1147179"/>
              <a:gd name="connsiteY306" fmla="*/ 736101 h 740098"/>
              <a:gd name="connsiteX307" fmla="*/ 352536 w 1147179"/>
              <a:gd name="connsiteY307" fmla="*/ 735534 h 740098"/>
              <a:gd name="connsiteX308" fmla="*/ 353685 w 1147179"/>
              <a:gd name="connsiteY308" fmla="*/ 734931 h 740098"/>
              <a:gd name="connsiteX309" fmla="*/ 354833 w 1147179"/>
              <a:gd name="connsiteY309" fmla="*/ 734294 h 740098"/>
              <a:gd name="connsiteX310" fmla="*/ 355981 w 1147179"/>
              <a:gd name="connsiteY310" fmla="*/ 733620 h 740098"/>
              <a:gd name="connsiteX311" fmla="*/ 357130 w 1147179"/>
              <a:gd name="connsiteY311" fmla="*/ 732906 h 740098"/>
              <a:gd name="connsiteX312" fmla="*/ 358278 w 1147179"/>
              <a:gd name="connsiteY312" fmla="*/ 732162 h 740098"/>
              <a:gd name="connsiteX313" fmla="*/ 359426 w 1147179"/>
              <a:gd name="connsiteY313" fmla="*/ 731376 h 740098"/>
              <a:gd name="connsiteX314" fmla="*/ 360575 w 1147179"/>
              <a:gd name="connsiteY314" fmla="*/ 730555 h 740098"/>
              <a:gd name="connsiteX315" fmla="*/ 361723 w 1147179"/>
              <a:gd name="connsiteY315" fmla="*/ 729699 h 740098"/>
              <a:gd name="connsiteX316" fmla="*/ 362872 w 1147179"/>
              <a:gd name="connsiteY316" fmla="*/ 728807 h 740098"/>
              <a:gd name="connsiteX317" fmla="*/ 364020 w 1147179"/>
              <a:gd name="connsiteY317" fmla="*/ 727880 h 740098"/>
              <a:gd name="connsiteX318" fmla="*/ 365168 w 1147179"/>
              <a:gd name="connsiteY318" fmla="*/ 726918 h 740098"/>
              <a:gd name="connsiteX319" fmla="*/ 366316 w 1147179"/>
              <a:gd name="connsiteY319" fmla="*/ 725920 h 740098"/>
              <a:gd name="connsiteX320" fmla="*/ 367465 w 1147179"/>
              <a:gd name="connsiteY320" fmla="*/ 724886 h 740098"/>
              <a:gd name="connsiteX321" fmla="*/ 368613 w 1147179"/>
              <a:gd name="connsiteY321" fmla="*/ 723817 h 740098"/>
              <a:gd name="connsiteX322" fmla="*/ 369762 w 1147179"/>
              <a:gd name="connsiteY322" fmla="*/ 722713 h 740098"/>
              <a:gd name="connsiteX323" fmla="*/ 370910 w 1147179"/>
              <a:gd name="connsiteY323" fmla="*/ 721573 h 740098"/>
              <a:gd name="connsiteX324" fmla="*/ 372058 w 1147179"/>
              <a:gd name="connsiteY324" fmla="*/ 720398 h 740098"/>
              <a:gd name="connsiteX325" fmla="*/ 373206 w 1147179"/>
              <a:gd name="connsiteY325" fmla="*/ 719193 h 740098"/>
              <a:gd name="connsiteX326" fmla="*/ 374355 w 1147179"/>
              <a:gd name="connsiteY326" fmla="*/ 717947 h 740098"/>
              <a:gd name="connsiteX327" fmla="*/ 375503 w 1147179"/>
              <a:gd name="connsiteY327" fmla="*/ 716671 h 740098"/>
              <a:gd name="connsiteX328" fmla="*/ 376651 w 1147179"/>
              <a:gd name="connsiteY328" fmla="*/ 715360 h 740098"/>
              <a:gd name="connsiteX329" fmla="*/ 377800 w 1147179"/>
              <a:gd name="connsiteY329" fmla="*/ 714020 h 740098"/>
              <a:gd name="connsiteX330" fmla="*/ 378948 w 1147179"/>
              <a:gd name="connsiteY330" fmla="*/ 712644 h 740098"/>
              <a:gd name="connsiteX331" fmla="*/ 380096 w 1147179"/>
              <a:gd name="connsiteY331" fmla="*/ 711232 h 740098"/>
              <a:gd name="connsiteX332" fmla="*/ 381244 w 1147179"/>
              <a:gd name="connsiteY332" fmla="*/ 709791 h 740098"/>
              <a:gd name="connsiteX333" fmla="*/ 382393 w 1147179"/>
              <a:gd name="connsiteY333" fmla="*/ 708315 h 740098"/>
              <a:gd name="connsiteX334" fmla="*/ 383540 w 1147179"/>
              <a:gd name="connsiteY334" fmla="*/ 706809 h 740098"/>
              <a:gd name="connsiteX335" fmla="*/ 384691 w 1147179"/>
              <a:gd name="connsiteY335" fmla="*/ 705268 h 740098"/>
              <a:gd name="connsiteX336" fmla="*/ 385837 w 1147179"/>
              <a:gd name="connsiteY336" fmla="*/ 703697 h 740098"/>
              <a:gd name="connsiteX337" fmla="*/ 386989 w 1147179"/>
              <a:gd name="connsiteY337" fmla="*/ 702096 h 740098"/>
              <a:gd name="connsiteX338" fmla="*/ 388134 w 1147179"/>
              <a:gd name="connsiteY338" fmla="*/ 700461 h 740098"/>
              <a:gd name="connsiteX339" fmla="*/ 389280 w 1147179"/>
              <a:gd name="connsiteY339" fmla="*/ 698795 h 740098"/>
              <a:gd name="connsiteX340" fmla="*/ 390432 w 1147179"/>
              <a:gd name="connsiteY340" fmla="*/ 697100 h 740098"/>
              <a:gd name="connsiteX341" fmla="*/ 391577 w 1147179"/>
              <a:gd name="connsiteY341" fmla="*/ 695370 h 740098"/>
              <a:gd name="connsiteX342" fmla="*/ 392729 w 1147179"/>
              <a:gd name="connsiteY342" fmla="*/ 693616 h 740098"/>
              <a:gd name="connsiteX343" fmla="*/ 393875 w 1147179"/>
              <a:gd name="connsiteY343" fmla="*/ 691827 h 740098"/>
              <a:gd name="connsiteX344" fmla="*/ 395026 w 1147179"/>
              <a:gd name="connsiteY344" fmla="*/ 690014 h 740098"/>
              <a:gd name="connsiteX345" fmla="*/ 396172 w 1147179"/>
              <a:gd name="connsiteY345" fmla="*/ 688165 h 740098"/>
              <a:gd name="connsiteX346" fmla="*/ 397324 w 1147179"/>
              <a:gd name="connsiteY346" fmla="*/ 686293 h 740098"/>
              <a:gd name="connsiteX347" fmla="*/ 398469 w 1147179"/>
              <a:gd name="connsiteY347" fmla="*/ 684386 h 740098"/>
              <a:gd name="connsiteX348" fmla="*/ 399621 w 1147179"/>
              <a:gd name="connsiteY348" fmla="*/ 682454 h 740098"/>
              <a:gd name="connsiteX349" fmla="*/ 400766 w 1147179"/>
              <a:gd name="connsiteY349" fmla="*/ 680500 h 740098"/>
              <a:gd name="connsiteX350" fmla="*/ 401912 w 1147179"/>
              <a:gd name="connsiteY350" fmla="*/ 678510 h 740098"/>
              <a:gd name="connsiteX351" fmla="*/ 403064 w 1147179"/>
              <a:gd name="connsiteY351" fmla="*/ 676496 h 740098"/>
              <a:gd name="connsiteX352" fmla="*/ 404209 w 1147179"/>
              <a:gd name="connsiteY352" fmla="*/ 674452 h 740098"/>
              <a:gd name="connsiteX353" fmla="*/ 405361 w 1147179"/>
              <a:gd name="connsiteY353" fmla="*/ 672385 h 740098"/>
              <a:gd name="connsiteX354" fmla="*/ 406507 w 1147179"/>
              <a:gd name="connsiteY354" fmla="*/ 670289 h 740098"/>
              <a:gd name="connsiteX355" fmla="*/ 407658 w 1147179"/>
              <a:gd name="connsiteY355" fmla="*/ 668169 h 740098"/>
              <a:gd name="connsiteX356" fmla="*/ 408804 w 1147179"/>
              <a:gd name="connsiteY356" fmla="*/ 666025 h 740098"/>
              <a:gd name="connsiteX357" fmla="*/ 409956 w 1147179"/>
              <a:gd name="connsiteY357" fmla="*/ 663852 h 740098"/>
              <a:gd name="connsiteX358" fmla="*/ 411101 w 1147179"/>
              <a:gd name="connsiteY358" fmla="*/ 661655 h 740098"/>
              <a:gd name="connsiteX359" fmla="*/ 412247 w 1147179"/>
              <a:gd name="connsiteY359" fmla="*/ 659434 h 740098"/>
              <a:gd name="connsiteX360" fmla="*/ 413399 w 1147179"/>
              <a:gd name="connsiteY360" fmla="*/ 657190 h 740098"/>
              <a:gd name="connsiteX361" fmla="*/ 414544 w 1147179"/>
              <a:gd name="connsiteY361" fmla="*/ 654917 h 740098"/>
              <a:gd name="connsiteX362" fmla="*/ 415696 w 1147179"/>
              <a:gd name="connsiteY362" fmla="*/ 652625 h 740098"/>
              <a:gd name="connsiteX363" fmla="*/ 416842 w 1147179"/>
              <a:gd name="connsiteY363" fmla="*/ 650310 h 740098"/>
              <a:gd name="connsiteX364" fmla="*/ 417993 w 1147179"/>
              <a:gd name="connsiteY364" fmla="*/ 647972 h 740098"/>
              <a:gd name="connsiteX365" fmla="*/ 419139 w 1147179"/>
              <a:gd name="connsiteY365" fmla="*/ 645615 h 740098"/>
              <a:gd name="connsiteX366" fmla="*/ 420290 w 1147179"/>
              <a:gd name="connsiteY366" fmla="*/ 643230 h 740098"/>
              <a:gd name="connsiteX367" fmla="*/ 421436 w 1147179"/>
              <a:gd name="connsiteY367" fmla="*/ 640826 h 740098"/>
              <a:gd name="connsiteX368" fmla="*/ 422582 w 1147179"/>
              <a:gd name="connsiteY368" fmla="*/ 638405 h 740098"/>
              <a:gd name="connsiteX369" fmla="*/ 423733 w 1147179"/>
              <a:gd name="connsiteY369" fmla="*/ 635960 h 740098"/>
              <a:gd name="connsiteX370" fmla="*/ 424879 w 1147179"/>
              <a:gd name="connsiteY370" fmla="*/ 633491 h 740098"/>
              <a:gd name="connsiteX371" fmla="*/ 426031 w 1147179"/>
              <a:gd name="connsiteY371" fmla="*/ 631005 h 740098"/>
              <a:gd name="connsiteX372" fmla="*/ 427176 w 1147179"/>
              <a:gd name="connsiteY372" fmla="*/ 628501 h 740098"/>
              <a:gd name="connsiteX373" fmla="*/ 428328 w 1147179"/>
              <a:gd name="connsiteY373" fmla="*/ 625979 h 740098"/>
              <a:gd name="connsiteX374" fmla="*/ 429474 w 1147179"/>
              <a:gd name="connsiteY374" fmla="*/ 623440 h 740098"/>
              <a:gd name="connsiteX375" fmla="*/ 430625 w 1147179"/>
              <a:gd name="connsiteY375" fmla="*/ 620877 h 740098"/>
              <a:gd name="connsiteX376" fmla="*/ 431771 w 1147179"/>
              <a:gd name="connsiteY376" fmla="*/ 618302 h 740098"/>
              <a:gd name="connsiteX377" fmla="*/ 432916 w 1147179"/>
              <a:gd name="connsiteY377" fmla="*/ 615704 h 740098"/>
              <a:gd name="connsiteX378" fmla="*/ 434068 w 1147179"/>
              <a:gd name="connsiteY378" fmla="*/ 613093 h 740098"/>
              <a:gd name="connsiteX379" fmla="*/ 435214 w 1147179"/>
              <a:gd name="connsiteY379" fmla="*/ 610465 h 740098"/>
              <a:gd name="connsiteX380" fmla="*/ 436365 w 1147179"/>
              <a:gd name="connsiteY380" fmla="*/ 607820 h 740098"/>
              <a:gd name="connsiteX381" fmla="*/ 437511 w 1147179"/>
              <a:gd name="connsiteY381" fmla="*/ 605156 h 740098"/>
              <a:gd name="connsiteX382" fmla="*/ 438663 w 1147179"/>
              <a:gd name="connsiteY382" fmla="*/ 602481 h 740098"/>
              <a:gd name="connsiteX383" fmla="*/ 439808 w 1147179"/>
              <a:gd name="connsiteY383" fmla="*/ 599794 h 740098"/>
              <a:gd name="connsiteX384" fmla="*/ 440960 w 1147179"/>
              <a:gd name="connsiteY384" fmla="*/ 597089 h 740098"/>
              <a:gd name="connsiteX385" fmla="*/ 442106 w 1147179"/>
              <a:gd name="connsiteY385" fmla="*/ 594367 h 740098"/>
              <a:gd name="connsiteX386" fmla="*/ 443257 w 1147179"/>
              <a:gd name="connsiteY386" fmla="*/ 591638 h 740098"/>
              <a:gd name="connsiteX387" fmla="*/ 444403 w 1147179"/>
              <a:gd name="connsiteY387" fmla="*/ 588892 h 740098"/>
              <a:gd name="connsiteX388" fmla="*/ 445549 w 1147179"/>
              <a:gd name="connsiteY388" fmla="*/ 586134 h 740098"/>
              <a:gd name="connsiteX389" fmla="*/ 446700 w 1147179"/>
              <a:gd name="connsiteY389" fmla="*/ 583365 h 740098"/>
              <a:gd name="connsiteX390" fmla="*/ 447846 w 1147179"/>
              <a:gd name="connsiteY390" fmla="*/ 580583 h 740098"/>
              <a:gd name="connsiteX391" fmla="*/ 448997 w 1147179"/>
              <a:gd name="connsiteY391" fmla="*/ 577790 h 740098"/>
              <a:gd name="connsiteX392" fmla="*/ 450143 w 1147179"/>
              <a:gd name="connsiteY392" fmla="*/ 574985 h 740098"/>
              <a:gd name="connsiteX393" fmla="*/ 451295 w 1147179"/>
              <a:gd name="connsiteY393" fmla="*/ 572174 h 740098"/>
              <a:gd name="connsiteX394" fmla="*/ 452440 w 1147179"/>
              <a:gd name="connsiteY394" fmla="*/ 569345 h 740098"/>
              <a:gd name="connsiteX395" fmla="*/ 453592 w 1147179"/>
              <a:gd name="connsiteY395" fmla="*/ 566516 h 740098"/>
              <a:gd name="connsiteX396" fmla="*/ 454738 w 1147179"/>
              <a:gd name="connsiteY396" fmla="*/ 563670 h 740098"/>
              <a:gd name="connsiteX397" fmla="*/ 455883 w 1147179"/>
              <a:gd name="connsiteY397" fmla="*/ 560817 h 740098"/>
              <a:gd name="connsiteX398" fmla="*/ 457035 w 1147179"/>
              <a:gd name="connsiteY398" fmla="*/ 557959 h 740098"/>
              <a:gd name="connsiteX399" fmla="*/ 458181 w 1147179"/>
              <a:gd name="connsiteY399" fmla="*/ 555089 h 740098"/>
              <a:gd name="connsiteX400" fmla="*/ 459332 w 1147179"/>
              <a:gd name="connsiteY400" fmla="*/ 552213 h 740098"/>
              <a:gd name="connsiteX401" fmla="*/ 460478 w 1147179"/>
              <a:gd name="connsiteY401" fmla="*/ 549331 h 740098"/>
              <a:gd name="connsiteX402" fmla="*/ 461629 w 1147179"/>
              <a:gd name="connsiteY402" fmla="*/ 546443 h 740098"/>
              <a:gd name="connsiteX403" fmla="*/ 462775 w 1147179"/>
              <a:gd name="connsiteY403" fmla="*/ 543543 h 740098"/>
              <a:gd name="connsiteX404" fmla="*/ 463927 w 1147179"/>
              <a:gd name="connsiteY404" fmla="*/ 540644 h 740098"/>
              <a:gd name="connsiteX405" fmla="*/ 465072 w 1147179"/>
              <a:gd name="connsiteY405" fmla="*/ 537735 h 740098"/>
              <a:gd name="connsiteX406" fmla="*/ 466218 w 1147179"/>
              <a:gd name="connsiteY406" fmla="*/ 534822 h 740098"/>
              <a:gd name="connsiteX407" fmla="*/ 467370 w 1147179"/>
              <a:gd name="connsiteY407" fmla="*/ 531905 h 740098"/>
              <a:gd name="connsiteX408" fmla="*/ 468515 w 1147179"/>
              <a:gd name="connsiteY408" fmla="*/ 528983 h 740098"/>
              <a:gd name="connsiteX409" fmla="*/ 469667 w 1147179"/>
              <a:gd name="connsiteY409" fmla="*/ 526058 h 740098"/>
              <a:gd name="connsiteX410" fmla="*/ 470813 w 1147179"/>
              <a:gd name="connsiteY410" fmla="*/ 523128 h 740098"/>
              <a:gd name="connsiteX411" fmla="*/ 471964 w 1147179"/>
              <a:gd name="connsiteY411" fmla="*/ 520196 h 740098"/>
              <a:gd name="connsiteX412" fmla="*/ 473110 w 1147179"/>
              <a:gd name="connsiteY412" fmla="*/ 517261 h 740098"/>
              <a:gd name="connsiteX413" fmla="*/ 474261 w 1147179"/>
              <a:gd name="connsiteY413" fmla="*/ 514324 h 740098"/>
              <a:gd name="connsiteX414" fmla="*/ 475407 w 1147179"/>
              <a:gd name="connsiteY414" fmla="*/ 511385 h 740098"/>
              <a:gd name="connsiteX415" fmla="*/ 476559 w 1147179"/>
              <a:gd name="connsiteY415" fmla="*/ 508444 h 740098"/>
              <a:gd name="connsiteX416" fmla="*/ 477704 w 1147179"/>
              <a:gd name="connsiteY416" fmla="*/ 505503 h 740098"/>
              <a:gd name="connsiteX417" fmla="*/ 478850 w 1147179"/>
              <a:gd name="connsiteY417" fmla="*/ 502560 h 740098"/>
              <a:gd name="connsiteX418" fmla="*/ 480002 w 1147179"/>
              <a:gd name="connsiteY418" fmla="*/ 499616 h 740098"/>
              <a:gd name="connsiteX419" fmla="*/ 481147 w 1147179"/>
              <a:gd name="connsiteY419" fmla="*/ 496672 h 740098"/>
              <a:gd name="connsiteX420" fmla="*/ 482299 w 1147179"/>
              <a:gd name="connsiteY420" fmla="*/ 493730 h 740098"/>
              <a:gd name="connsiteX421" fmla="*/ 483445 w 1147179"/>
              <a:gd name="connsiteY421" fmla="*/ 490787 h 740098"/>
              <a:gd name="connsiteX422" fmla="*/ 484596 w 1147179"/>
              <a:gd name="connsiteY422" fmla="*/ 487845 h 740098"/>
              <a:gd name="connsiteX423" fmla="*/ 485742 w 1147179"/>
              <a:gd name="connsiteY423" fmla="*/ 484905 h 740098"/>
              <a:gd name="connsiteX424" fmla="*/ 486894 w 1147179"/>
              <a:gd name="connsiteY424" fmla="*/ 481966 h 740098"/>
              <a:gd name="connsiteX425" fmla="*/ 488039 w 1147179"/>
              <a:gd name="connsiteY425" fmla="*/ 479029 h 740098"/>
              <a:gd name="connsiteX426" fmla="*/ 489185 w 1147179"/>
              <a:gd name="connsiteY426" fmla="*/ 476095 h 740098"/>
              <a:gd name="connsiteX427" fmla="*/ 490336 w 1147179"/>
              <a:gd name="connsiteY427" fmla="*/ 473162 h 740098"/>
              <a:gd name="connsiteX428" fmla="*/ 491482 w 1147179"/>
              <a:gd name="connsiteY428" fmla="*/ 470233 h 740098"/>
              <a:gd name="connsiteX429" fmla="*/ 492634 w 1147179"/>
              <a:gd name="connsiteY429" fmla="*/ 467308 h 740098"/>
              <a:gd name="connsiteX430" fmla="*/ 493779 w 1147179"/>
              <a:gd name="connsiteY430" fmla="*/ 464385 h 740098"/>
              <a:gd name="connsiteX431" fmla="*/ 494931 w 1147179"/>
              <a:gd name="connsiteY431" fmla="*/ 461466 h 740098"/>
              <a:gd name="connsiteX432" fmla="*/ 496077 w 1147179"/>
              <a:gd name="connsiteY432" fmla="*/ 458553 h 740098"/>
              <a:gd name="connsiteX433" fmla="*/ 497228 w 1147179"/>
              <a:gd name="connsiteY433" fmla="*/ 455642 h 740098"/>
              <a:gd name="connsiteX434" fmla="*/ 498374 w 1147179"/>
              <a:gd name="connsiteY434" fmla="*/ 452737 h 740098"/>
              <a:gd name="connsiteX435" fmla="*/ 499520 w 1147179"/>
              <a:gd name="connsiteY435" fmla="*/ 449838 h 740098"/>
              <a:gd name="connsiteX436" fmla="*/ 500671 w 1147179"/>
              <a:gd name="connsiteY436" fmla="*/ 446943 h 740098"/>
              <a:gd name="connsiteX437" fmla="*/ 501817 w 1147179"/>
              <a:gd name="connsiteY437" fmla="*/ 444054 h 740098"/>
              <a:gd name="connsiteX438" fmla="*/ 502969 w 1147179"/>
              <a:gd name="connsiteY438" fmla="*/ 441171 h 740098"/>
              <a:gd name="connsiteX439" fmla="*/ 504114 w 1147179"/>
              <a:gd name="connsiteY439" fmla="*/ 438293 h 740098"/>
              <a:gd name="connsiteX440" fmla="*/ 505266 w 1147179"/>
              <a:gd name="connsiteY440" fmla="*/ 435423 h 740098"/>
              <a:gd name="connsiteX441" fmla="*/ 506411 w 1147179"/>
              <a:gd name="connsiteY441" fmla="*/ 432559 h 740098"/>
              <a:gd name="connsiteX442" fmla="*/ 507563 w 1147179"/>
              <a:gd name="connsiteY442" fmla="*/ 429701 h 740098"/>
              <a:gd name="connsiteX443" fmla="*/ 508709 w 1147179"/>
              <a:gd name="connsiteY443" fmla="*/ 426852 h 740098"/>
              <a:gd name="connsiteX444" fmla="*/ 509854 w 1147179"/>
              <a:gd name="connsiteY444" fmla="*/ 424009 h 740098"/>
              <a:gd name="connsiteX445" fmla="*/ 511006 w 1147179"/>
              <a:gd name="connsiteY445" fmla="*/ 421174 h 740098"/>
              <a:gd name="connsiteX446" fmla="*/ 512152 w 1147179"/>
              <a:gd name="connsiteY446" fmla="*/ 418347 h 740098"/>
              <a:gd name="connsiteX447" fmla="*/ 513303 w 1147179"/>
              <a:gd name="connsiteY447" fmla="*/ 415529 h 740098"/>
              <a:gd name="connsiteX448" fmla="*/ 514449 w 1147179"/>
              <a:gd name="connsiteY448" fmla="*/ 412718 h 740098"/>
              <a:gd name="connsiteX449" fmla="*/ 515601 w 1147179"/>
              <a:gd name="connsiteY449" fmla="*/ 409917 h 740098"/>
              <a:gd name="connsiteX450" fmla="*/ 516746 w 1147179"/>
              <a:gd name="connsiteY450" fmla="*/ 407123 h 740098"/>
              <a:gd name="connsiteX451" fmla="*/ 517898 w 1147179"/>
              <a:gd name="connsiteY451" fmla="*/ 404339 h 740098"/>
              <a:gd name="connsiteX452" fmla="*/ 519043 w 1147179"/>
              <a:gd name="connsiteY452" fmla="*/ 401564 h 740098"/>
              <a:gd name="connsiteX453" fmla="*/ 520195 w 1147179"/>
              <a:gd name="connsiteY453" fmla="*/ 398799 h 740098"/>
              <a:gd name="connsiteX454" fmla="*/ 521341 w 1147179"/>
              <a:gd name="connsiteY454" fmla="*/ 396043 h 740098"/>
              <a:gd name="connsiteX455" fmla="*/ 522486 w 1147179"/>
              <a:gd name="connsiteY455" fmla="*/ 393296 h 740098"/>
              <a:gd name="connsiteX456" fmla="*/ 523638 w 1147179"/>
              <a:gd name="connsiteY456" fmla="*/ 390560 h 740098"/>
              <a:gd name="connsiteX457" fmla="*/ 524784 w 1147179"/>
              <a:gd name="connsiteY457" fmla="*/ 387834 h 740098"/>
              <a:gd name="connsiteX458" fmla="*/ 525935 w 1147179"/>
              <a:gd name="connsiteY458" fmla="*/ 385118 h 740098"/>
              <a:gd name="connsiteX459" fmla="*/ 527081 w 1147179"/>
              <a:gd name="connsiteY459" fmla="*/ 382413 h 740098"/>
              <a:gd name="connsiteX460" fmla="*/ 528233 w 1147179"/>
              <a:gd name="connsiteY460" fmla="*/ 379718 h 740098"/>
              <a:gd name="connsiteX461" fmla="*/ 529378 w 1147179"/>
              <a:gd name="connsiteY461" fmla="*/ 377035 h 740098"/>
              <a:gd name="connsiteX462" fmla="*/ 530530 w 1147179"/>
              <a:gd name="connsiteY462" fmla="*/ 374362 h 740098"/>
              <a:gd name="connsiteX463" fmla="*/ 531676 w 1147179"/>
              <a:gd name="connsiteY463" fmla="*/ 371700 h 740098"/>
              <a:gd name="connsiteX464" fmla="*/ 532821 w 1147179"/>
              <a:gd name="connsiteY464" fmla="*/ 369049 h 740098"/>
              <a:gd name="connsiteX465" fmla="*/ 533973 w 1147179"/>
              <a:gd name="connsiteY465" fmla="*/ 366410 h 740098"/>
              <a:gd name="connsiteX466" fmla="*/ 535118 w 1147179"/>
              <a:gd name="connsiteY466" fmla="*/ 363783 h 740098"/>
              <a:gd name="connsiteX467" fmla="*/ 536270 w 1147179"/>
              <a:gd name="connsiteY467" fmla="*/ 361167 h 740098"/>
              <a:gd name="connsiteX468" fmla="*/ 537416 w 1147179"/>
              <a:gd name="connsiteY468" fmla="*/ 358563 h 740098"/>
              <a:gd name="connsiteX469" fmla="*/ 538567 w 1147179"/>
              <a:gd name="connsiteY469" fmla="*/ 355970 h 740098"/>
              <a:gd name="connsiteX470" fmla="*/ 539713 w 1147179"/>
              <a:gd name="connsiteY470" fmla="*/ 353390 h 740098"/>
              <a:gd name="connsiteX471" fmla="*/ 540865 w 1147179"/>
              <a:gd name="connsiteY471" fmla="*/ 350822 h 740098"/>
              <a:gd name="connsiteX472" fmla="*/ 542010 w 1147179"/>
              <a:gd name="connsiteY472" fmla="*/ 348266 h 740098"/>
              <a:gd name="connsiteX473" fmla="*/ 543156 w 1147179"/>
              <a:gd name="connsiteY473" fmla="*/ 345723 h 740098"/>
              <a:gd name="connsiteX474" fmla="*/ 544308 w 1147179"/>
              <a:gd name="connsiteY474" fmla="*/ 343192 h 740098"/>
              <a:gd name="connsiteX475" fmla="*/ 545453 w 1147179"/>
              <a:gd name="connsiteY475" fmla="*/ 340674 h 740098"/>
              <a:gd name="connsiteX476" fmla="*/ 546605 w 1147179"/>
              <a:gd name="connsiteY476" fmla="*/ 338168 h 740098"/>
              <a:gd name="connsiteX477" fmla="*/ 547751 w 1147179"/>
              <a:gd name="connsiteY477" fmla="*/ 335675 h 740098"/>
              <a:gd name="connsiteX478" fmla="*/ 548902 w 1147179"/>
              <a:gd name="connsiteY478" fmla="*/ 333195 h 740098"/>
              <a:gd name="connsiteX479" fmla="*/ 550048 w 1147179"/>
              <a:gd name="connsiteY479" fmla="*/ 330727 h 740098"/>
              <a:gd name="connsiteX480" fmla="*/ 551199 w 1147179"/>
              <a:gd name="connsiteY480" fmla="*/ 328273 h 740098"/>
              <a:gd name="connsiteX481" fmla="*/ 552345 w 1147179"/>
              <a:gd name="connsiteY481" fmla="*/ 325832 h 740098"/>
              <a:gd name="connsiteX482" fmla="*/ 553497 w 1147179"/>
              <a:gd name="connsiteY482" fmla="*/ 323404 h 740098"/>
              <a:gd name="connsiteX483" fmla="*/ 554642 w 1147179"/>
              <a:gd name="connsiteY483" fmla="*/ 320989 h 740098"/>
              <a:gd name="connsiteX484" fmla="*/ 555788 w 1147179"/>
              <a:gd name="connsiteY484" fmla="*/ 318587 h 740098"/>
              <a:gd name="connsiteX485" fmla="*/ 556940 w 1147179"/>
              <a:gd name="connsiteY485" fmla="*/ 316199 h 740098"/>
              <a:gd name="connsiteX486" fmla="*/ 558085 w 1147179"/>
              <a:gd name="connsiteY486" fmla="*/ 313824 h 740098"/>
              <a:gd name="connsiteX487" fmla="*/ 559237 w 1147179"/>
              <a:gd name="connsiteY487" fmla="*/ 311462 h 740098"/>
              <a:gd name="connsiteX488" fmla="*/ 560383 w 1147179"/>
              <a:gd name="connsiteY488" fmla="*/ 309114 h 740098"/>
              <a:gd name="connsiteX489" fmla="*/ 561534 w 1147179"/>
              <a:gd name="connsiteY489" fmla="*/ 306780 h 740098"/>
              <a:gd name="connsiteX490" fmla="*/ 562680 w 1147179"/>
              <a:gd name="connsiteY490" fmla="*/ 304459 h 740098"/>
              <a:gd name="connsiteX491" fmla="*/ 563831 w 1147179"/>
              <a:gd name="connsiteY491" fmla="*/ 302151 h 740098"/>
              <a:gd name="connsiteX492" fmla="*/ 564977 w 1147179"/>
              <a:gd name="connsiteY492" fmla="*/ 299857 h 740098"/>
              <a:gd name="connsiteX493" fmla="*/ 566123 w 1147179"/>
              <a:gd name="connsiteY493" fmla="*/ 297577 h 740098"/>
              <a:gd name="connsiteX494" fmla="*/ 567274 w 1147179"/>
              <a:gd name="connsiteY494" fmla="*/ 295310 h 740098"/>
              <a:gd name="connsiteX495" fmla="*/ 568420 w 1147179"/>
              <a:gd name="connsiteY495" fmla="*/ 293058 h 740098"/>
              <a:gd name="connsiteX496" fmla="*/ 569572 w 1147179"/>
              <a:gd name="connsiteY496" fmla="*/ 290819 h 740098"/>
              <a:gd name="connsiteX497" fmla="*/ 570717 w 1147179"/>
              <a:gd name="connsiteY497" fmla="*/ 288594 h 740098"/>
              <a:gd name="connsiteX498" fmla="*/ 571869 w 1147179"/>
              <a:gd name="connsiteY498" fmla="*/ 286382 h 740098"/>
              <a:gd name="connsiteX499" fmla="*/ 573015 w 1147179"/>
              <a:gd name="connsiteY499" fmla="*/ 284184 h 740098"/>
              <a:gd name="connsiteX500" fmla="*/ 574166 w 1147179"/>
              <a:gd name="connsiteY500" fmla="*/ 282001 h 740098"/>
              <a:gd name="connsiteX501" fmla="*/ 575312 w 1147179"/>
              <a:gd name="connsiteY501" fmla="*/ 279830 h 740098"/>
              <a:gd name="connsiteX502" fmla="*/ 576458 w 1147179"/>
              <a:gd name="connsiteY502" fmla="*/ 277674 h 740098"/>
              <a:gd name="connsiteX503" fmla="*/ 577609 w 1147179"/>
              <a:gd name="connsiteY503" fmla="*/ 275532 h 740098"/>
              <a:gd name="connsiteX504" fmla="*/ 578755 w 1147179"/>
              <a:gd name="connsiteY504" fmla="*/ 273403 h 740098"/>
              <a:gd name="connsiteX505" fmla="*/ 579906 w 1147179"/>
              <a:gd name="connsiteY505" fmla="*/ 271288 h 740098"/>
              <a:gd name="connsiteX506" fmla="*/ 581052 w 1147179"/>
              <a:gd name="connsiteY506" fmla="*/ 269187 h 740098"/>
              <a:gd name="connsiteX507" fmla="*/ 582204 w 1147179"/>
              <a:gd name="connsiteY507" fmla="*/ 267099 h 740098"/>
              <a:gd name="connsiteX508" fmla="*/ 583349 w 1147179"/>
              <a:gd name="connsiteY508" fmla="*/ 265025 h 740098"/>
              <a:gd name="connsiteX509" fmla="*/ 584501 w 1147179"/>
              <a:gd name="connsiteY509" fmla="*/ 262966 h 740098"/>
              <a:gd name="connsiteX510" fmla="*/ 585647 w 1147179"/>
              <a:gd name="connsiteY510" fmla="*/ 260919 h 740098"/>
              <a:gd name="connsiteX511" fmla="*/ 586792 w 1147179"/>
              <a:gd name="connsiteY511" fmla="*/ 258887 h 740098"/>
              <a:gd name="connsiteX512" fmla="*/ 587944 w 1147179"/>
              <a:gd name="connsiteY512" fmla="*/ 256869 h 740098"/>
              <a:gd name="connsiteX513" fmla="*/ 589090 w 1147179"/>
              <a:gd name="connsiteY513" fmla="*/ 254863 h 740098"/>
              <a:gd name="connsiteX514" fmla="*/ 590241 w 1147179"/>
              <a:gd name="connsiteY514" fmla="*/ 252872 h 740098"/>
              <a:gd name="connsiteX515" fmla="*/ 591387 w 1147179"/>
              <a:gd name="connsiteY515" fmla="*/ 250895 h 740098"/>
              <a:gd name="connsiteX516" fmla="*/ 592539 w 1147179"/>
              <a:gd name="connsiteY516" fmla="*/ 248930 h 740098"/>
              <a:gd name="connsiteX517" fmla="*/ 593684 w 1147179"/>
              <a:gd name="connsiteY517" fmla="*/ 246980 h 740098"/>
              <a:gd name="connsiteX518" fmla="*/ 594836 w 1147179"/>
              <a:gd name="connsiteY518" fmla="*/ 245043 h 740098"/>
              <a:gd name="connsiteX519" fmla="*/ 595981 w 1147179"/>
              <a:gd name="connsiteY519" fmla="*/ 243120 h 740098"/>
              <a:gd name="connsiteX520" fmla="*/ 597133 w 1147179"/>
              <a:gd name="connsiteY520" fmla="*/ 241210 h 740098"/>
              <a:gd name="connsiteX521" fmla="*/ 598279 w 1147179"/>
              <a:gd name="connsiteY521" fmla="*/ 239313 h 740098"/>
              <a:gd name="connsiteX522" fmla="*/ 599424 w 1147179"/>
              <a:gd name="connsiteY522" fmla="*/ 237430 h 740098"/>
              <a:gd name="connsiteX523" fmla="*/ 600576 w 1147179"/>
              <a:gd name="connsiteY523" fmla="*/ 235561 h 740098"/>
              <a:gd name="connsiteX524" fmla="*/ 601722 w 1147179"/>
              <a:gd name="connsiteY524" fmla="*/ 233705 h 740098"/>
              <a:gd name="connsiteX525" fmla="*/ 602873 w 1147179"/>
              <a:gd name="connsiteY525" fmla="*/ 231862 h 740098"/>
              <a:gd name="connsiteX526" fmla="*/ 604019 w 1147179"/>
              <a:gd name="connsiteY526" fmla="*/ 230032 h 740098"/>
              <a:gd name="connsiteX527" fmla="*/ 605171 w 1147179"/>
              <a:gd name="connsiteY527" fmla="*/ 228215 h 740098"/>
              <a:gd name="connsiteX528" fmla="*/ 606316 w 1147179"/>
              <a:gd name="connsiteY528" fmla="*/ 226412 h 740098"/>
              <a:gd name="connsiteX529" fmla="*/ 607468 w 1147179"/>
              <a:gd name="connsiteY529" fmla="*/ 224622 h 740098"/>
              <a:gd name="connsiteX530" fmla="*/ 608614 w 1147179"/>
              <a:gd name="connsiteY530" fmla="*/ 222844 h 740098"/>
              <a:gd name="connsiteX531" fmla="*/ 609759 w 1147179"/>
              <a:gd name="connsiteY531" fmla="*/ 221080 h 740098"/>
              <a:gd name="connsiteX532" fmla="*/ 610911 w 1147179"/>
              <a:gd name="connsiteY532" fmla="*/ 219329 h 740098"/>
              <a:gd name="connsiteX533" fmla="*/ 612056 w 1147179"/>
              <a:gd name="connsiteY533" fmla="*/ 217591 h 740098"/>
              <a:gd name="connsiteX534" fmla="*/ 613208 w 1147179"/>
              <a:gd name="connsiteY534" fmla="*/ 215866 h 740098"/>
              <a:gd name="connsiteX535" fmla="*/ 614354 w 1147179"/>
              <a:gd name="connsiteY535" fmla="*/ 214153 h 740098"/>
              <a:gd name="connsiteX536" fmla="*/ 615505 w 1147179"/>
              <a:gd name="connsiteY536" fmla="*/ 212453 h 740098"/>
              <a:gd name="connsiteX537" fmla="*/ 616651 w 1147179"/>
              <a:gd name="connsiteY537" fmla="*/ 210766 h 740098"/>
              <a:gd name="connsiteX538" fmla="*/ 617803 w 1147179"/>
              <a:gd name="connsiteY538" fmla="*/ 209091 h 740098"/>
              <a:gd name="connsiteX539" fmla="*/ 618948 w 1147179"/>
              <a:gd name="connsiteY539" fmla="*/ 207430 h 740098"/>
              <a:gd name="connsiteX540" fmla="*/ 620094 w 1147179"/>
              <a:gd name="connsiteY540" fmla="*/ 205780 h 740098"/>
              <a:gd name="connsiteX541" fmla="*/ 621246 w 1147179"/>
              <a:gd name="connsiteY541" fmla="*/ 204143 h 740098"/>
              <a:gd name="connsiteX542" fmla="*/ 622391 w 1147179"/>
              <a:gd name="connsiteY542" fmla="*/ 202518 h 740098"/>
              <a:gd name="connsiteX543" fmla="*/ 623543 w 1147179"/>
              <a:gd name="connsiteY543" fmla="*/ 200906 h 740098"/>
              <a:gd name="connsiteX544" fmla="*/ 624689 w 1147179"/>
              <a:gd name="connsiteY544" fmla="*/ 199306 h 740098"/>
              <a:gd name="connsiteX545" fmla="*/ 625840 w 1147179"/>
              <a:gd name="connsiteY545" fmla="*/ 197719 h 740098"/>
              <a:gd name="connsiteX546" fmla="*/ 626986 w 1147179"/>
              <a:gd name="connsiteY546" fmla="*/ 196143 h 740098"/>
              <a:gd name="connsiteX547" fmla="*/ 628137 w 1147179"/>
              <a:gd name="connsiteY547" fmla="*/ 194580 h 740098"/>
              <a:gd name="connsiteX548" fmla="*/ 629283 w 1147179"/>
              <a:gd name="connsiteY548" fmla="*/ 193028 h 740098"/>
              <a:gd name="connsiteX549" fmla="*/ 630435 w 1147179"/>
              <a:gd name="connsiteY549" fmla="*/ 191489 h 740098"/>
              <a:gd name="connsiteX550" fmla="*/ 631580 w 1147179"/>
              <a:gd name="connsiteY550" fmla="*/ 189961 h 740098"/>
              <a:gd name="connsiteX551" fmla="*/ 632726 w 1147179"/>
              <a:gd name="connsiteY551" fmla="*/ 188445 h 740098"/>
              <a:gd name="connsiteX552" fmla="*/ 633878 w 1147179"/>
              <a:gd name="connsiteY552" fmla="*/ 186941 h 740098"/>
              <a:gd name="connsiteX553" fmla="*/ 635023 w 1147179"/>
              <a:gd name="connsiteY553" fmla="*/ 185449 h 740098"/>
              <a:gd name="connsiteX554" fmla="*/ 636175 w 1147179"/>
              <a:gd name="connsiteY554" fmla="*/ 183968 h 740098"/>
              <a:gd name="connsiteX555" fmla="*/ 637321 w 1147179"/>
              <a:gd name="connsiteY555" fmla="*/ 182499 h 740098"/>
              <a:gd name="connsiteX556" fmla="*/ 638472 w 1147179"/>
              <a:gd name="connsiteY556" fmla="*/ 181042 h 740098"/>
              <a:gd name="connsiteX557" fmla="*/ 639618 w 1147179"/>
              <a:gd name="connsiteY557" fmla="*/ 179595 h 740098"/>
              <a:gd name="connsiteX558" fmla="*/ 640769 w 1147179"/>
              <a:gd name="connsiteY558" fmla="*/ 178161 h 740098"/>
              <a:gd name="connsiteX559" fmla="*/ 641915 w 1147179"/>
              <a:gd name="connsiteY559" fmla="*/ 176737 h 740098"/>
              <a:gd name="connsiteX560" fmla="*/ 643061 w 1147179"/>
              <a:gd name="connsiteY560" fmla="*/ 175325 h 740098"/>
              <a:gd name="connsiteX561" fmla="*/ 644212 w 1147179"/>
              <a:gd name="connsiteY561" fmla="*/ 173924 h 740098"/>
              <a:gd name="connsiteX562" fmla="*/ 645358 w 1147179"/>
              <a:gd name="connsiteY562" fmla="*/ 172533 h 740098"/>
              <a:gd name="connsiteX563" fmla="*/ 646510 w 1147179"/>
              <a:gd name="connsiteY563" fmla="*/ 171155 h 740098"/>
              <a:gd name="connsiteX564" fmla="*/ 647655 w 1147179"/>
              <a:gd name="connsiteY564" fmla="*/ 169786 h 740098"/>
              <a:gd name="connsiteX565" fmla="*/ 648807 w 1147179"/>
              <a:gd name="connsiteY565" fmla="*/ 168428 h 740098"/>
              <a:gd name="connsiteX566" fmla="*/ 649953 w 1147179"/>
              <a:gd name="connsiteY566" fmla="*/ 167082 h 740098"/>
              <a:gd name="connsiteX567" fmla="*/ 651104 w 1147179"/>
              <a:gd name="connsiteY567" fmla="*/ 165746 h 740098"/>
              <a:gd name="connsiteX568" fmla="*/ 652250 w 1147179"/>
              <a:gd name="connsiteY568" fmla="*/ 164421 h 740098"/>
              <a:gd name="connsiteX569" fmla="*/ 653396 w 1147179"/>
              <a:gd name="connsiteY569" fmla="*/ 163106 h 740098"/>
              <a:gd name="connsiteX570" fmla="*/ 654547 w 1147179"/>
              <a:gd name="connsiteY570" fmla="*/ 161802 h 740098"/>
              <a:gd name="connsiteX571" fmla="*/ 655693 w 1147179"/>
              <a:gd name="connsiteY571" fmla="*/ 160509 h 740098"/>
              <a:gd name="connsiteX572" fmla="*/ 656844 w 1147179"/>
              <a:gd name="connsiteY572" fmla="*/ 159226 h 740098"/>
              <a:gd name="connsiteX573" fmla="*/ 657990 w 1147179"/>
              <a:gd name="connsiteY573" fmla="*/ 157953 h 740098"/>
              <a:gd name="connsiteX574" fmla="*/ 659142 w 1147179"/>
              <a:gd name="connsiteY574" fmla="*/ 156690 h 740098"/>
              <a:gd name="connsiteX575" fmla="*/ 660287 w 1147179"/>
              <a:gd name="connsiteY575" fmla="*/ 155437 h 740098"/>
              <a:gd name="connsiteX576" fmla="*/ 661439 w 1147179"/>
              <a:gd name="connsiteY576" fmla="*/ 154195 h 740098"/>
              <a:gd name="connsiteX577" fmla="*/ 662585 w 1147179"/>
              <a:gd name="connsiteY577" fmla="*/ 152962 h 740098"/>
              <a:gd name="connsiteX578" fmla="*/ 663730 w 1147179"/>
              <a:gd name="connsiteY578" fmla="*/ 151739 h 740098"/>
              <a:gd name="connsiteX579" fmla="*/ 664882 w 1147179"/>
              <a:gd name="connsiteY579" fmla="*/ 150527 h 740098"/>
              <a:gd name="connsiteX580" fmla="*/ 666028 w 1147179"/>
              <a:gd name="connsiteY580" fmla="*/ 149324 h 740098"/>
              <a:gd name="connsiteX581" fmla="*/ 667179 w 1147179"/>
              <a:gd name="connsiteY581" fmla="*/ 148130 h 740098"/>
              <a:gd name="connsiteX582" fmla="*/ 668325 w 1147179"/>
              <a:gd name="connsiteY582" fmla="*/ 146947 h 740098"/>
              <a:gd name="connsiteX583" fmla="*/ 669476 w 1147179"/>
              <a:gd name="connsiteY583" fmla="*/ 145773 h 740098"/>
              <a:gd name="connsiteX584" fmla="*/ 670622 w 1147179"/>
              <a:gd name="connsiteY584" fmla="*/ 144608 h 740098"/>
              <a:gd name="connsiteX585" fmla="*/ 671774 w 1147179"/>
              <a:gd name="connsiteY585" fmla="*/ 143453 h 740098"/>
              <a:gd name="connsiteX586" fmla="*/ 672919 w 1147179"/>
              <a:gd name="connsiteY586" fmla="*/ 142308 h 740098"/>
              <a:gd name="connsiteX587" fmla="*/ 674071 w 1147179"/>
              <a:gd name="connsiteY587" fmla="*/ 141171 h 740098"/>
              <a:gd name="connsiteX588" fmla="*/ 675217 w 1147179"/>
              <a:gd name="connsiteY588" fmla="*/ 140044 h 740098"/>
              <a:gd name="connsiteX589" fmla="*/ 676362 w 1147179"/>
              <a:gd name="connsiteY589" fmla="*/ 138927 h 740098"/>
              <a:gd name="connsiteX590" fmla="*/ 677514 w 1147179"/>
              <a:gd name="connsiteY590" fmla="*/ 137818 h 740098"/>
              <a:gd name="connsiteX591" fmla="*/ 678660 w 1147179"/>
              <a:gd name="connsiteY591" fmla="*/ 136717 h 740098"/>
              <a:gd name="connsiteX592" fmla="*/ 679811 w 1147179"/>
              <a:gd name="connsiteY592" fmla="*/ 135627 h 740098"/>
              <a:gd name="connsiteX593" fmla="*/ 680957 w 1147179"/>
              <a:gd name="connsiteY593" fmla="*/ 134545 h 740098"/>
              <a:gd name="connsiteX594" fmla="*/ 682108 w 1147179"/>
              <a:gd name="connsiteY594" fmla="*/ 133472 h 740098"/>
              <a:gd name="connsiteX595" fmla="*/ 683254 w 1147179"/>
              <a:gd name="connsiteY595" fmla="*/ 132407 h 740098"/>
              <a:gd name="connsiteX596" fmla="*/ 684406 w 1147179"/>
              <a:gd name="connsiteY596" fmla="*/ 131351 h 740098"/>
              <a:gd name="connsiteX597" fmla="*/ 685551 w 1147179"/>
              <a:gd name="connsiteY597" fmla="*/ 130304 h 740098"/>
              <a:gd name="connsiteX598" fmla="*/ 686697 w 1147179"/>
              <a:gd name="connsiteY598" fmla="*/ 129266 h 740098"/>
              <a:gd name="connsiteX599" fmla="*/ 687849 w 1147179"/>
              <a:gd name="connsiteY599" fmla="*/ 128235 h 740098"/>
              <a:gd name="connsiteX600" fmla="*/ 688994 w 1147179"/>
              <a:gd name="connsiteY600" fmla="*/ 127213 h 740098"/>
              <a:gd name="connsiteX601" fmla="*/ 690146 w 1147179"/>
              <a:gd name="connsiteY601" fmla="*/ 126200 h 740098"/>
              <a:gd name="connsiteX602" fmla="*/ 691292 w 1147179"/>
              <a:gd name="connsiteY602" fmla="*/ 125195 h 740098"/>
              <a:gd name="connsiteX603" fmla="*/ 692443 w 1147179"/>
              <a:gd name="connsiteY603" fmla="*/ 124198 h 740098"/>
              <a:gd name="connsiteX604" fmla="*/ 693589 w 1147179"/>
              <a:gd name="connsiteY604" fmla="*/ 123209 h 740098"/>
              <a:gd name="connsiteX605" fmla="*/ 694741 w 1147179"/>
              <a:gd name="connsiteY605" fmla="*/ 122229 h 740098"/>
              <a:gd name="connsiteX606" fmla="*/ 695886 w 1147179"/>
              <a:gd name="connsiteY606" fmla="*/ 121256 h 740098"/>
              <a:gd name="connsiteX607" fmla="*/ 697032 w 1147179"/>
              <a:gd name="connsiteY607" fmla="*/ 120292 h 740098"/>
              <a:gd name="connsiteX608" fmla="*/ 698183 w 1147179"/>
              <a:gd name="connsiteY608" fmla="*/ 119334 h 740098"/>
              <a:gd name="connsiteX609" fmla="*/ 699329 w 1147179"/>
              <a:gd name="connsiteY609" fmla="*/ 118385 h 740098"/>
              <a:gd name="connsiteX610" fmla="*/ 700481 w 1147179"/>
              <a:gd name="connsiteY610" fmla="*/ 117444 h 740098"/>
              <a:gd name="connsiteX611" fmla="*/ 701626 w 1147179"/>
              <a:gd name="connsiteY611" fmla="*/ 116511 h 740098"/>
              <a:gd name="connsiteX612" fmla="*/ 702778 w 1147179"/>
              <a:gd name="connsiteY612" fmla="*/ 115585 h 740098"/>
              <a:gd name="connsiteX613" fmla="*/ 703924 w 1147179"/>
              <a:gd name="connsiteY613" fmla="*/ 114666 h 740098"/>
              <a:gd name="connsiteX614" fmla="*/ 705075 w 1147179"/>
              <a:gd name="connsiteY614" fmla="*/ 113755 h 740098"/>
              <a:gd name="connsiteX615" fmla="*/ 706221 w 1147179"/>
              <a:gd name="connsiteY615" fmla="*/ 112852 h 740098"/>
              <a:gd name="connsiteX616" fmla="*/ 707373 w 1147179"/>
              <a:gd name="connsiteY616" fmla="*/ 111956 h 740098"/>
              <a:gd name="connsiteX617" fmla="*/ 708518 w 1147179"/>
              <a:gd name="connsiteY617" fmla="*/ 111067 h 740098"/>
              <a:gd name="connsiteX618" fmla="*/ 709664 w 1147179"/>
              <a:gd name="connsiteY618" fmla="*/ 110186 h 740098"/>
              <a:gd name="connsiteX619" fmla="*/ 710816 w 1147179"/>
              <a:gd name="connsiteY619" fmla="*/ 109312 h 740098"/>
              <a:gd name="connsiteX620" fmla="*/ 711961 w 1147179"/>
              <a:gd name="connsiteY620" fmla="*/ 108444 h 740098"/>
              <a:gd name="connsiteX621" fmla="*/ 713113 w 1147179"/>
              <a:gd name="connsiteY621" fmla="*/ 107584 h 740098"/>
              <a:gd name="connsiteX622" fmla="*/ 714259 w 1147179"/>
              <a:gd name="connsiteY622" fmla="*/ 106732 h 740098"/>
              <a:gd name="connsiteX623" fmla="*/ 715410 w 1147179"/>
              <a:gd name="connsiteY623" fmla="*/ 105885 h 740098"/>
              <a:gd name="connsiteX624" fmla="*/ 716556 w 1147179"/>
              <a:gd name="connsiteY624" fmla="*/ 105046 h 740098"/>
              <a:gd name="connsiteX625" fmla="*/ 717707 w 1147179"/>
              <a:gd name="connsiteY625" fmla="*/ 104214 h 740098"/>
              <a:gd name="connsiteX626" fmla="*/ 718853 w 1147179"/>
              <a:gd name="connsiteY626" fmla="*/ 103389 h 740098"/>
              <a:gd name="connsiteX627" fmla="*/ 719999 w 1147179"/>
              <a:gd name="connsiteY627" fmla="*/ 102569 h 740098"/>
              <a:gd name="connsiteX628" fmla="*/ 721150 w 1147179"/>
              <a:gd name="connsiteY628" fmla="*/ 101757 h 740098"/>
              <a:gd name="connsiteX629" fmla="*/ 722296 w 1147179"/>
              <a:gd name="connsiteY629" fmla="*/ 100952 h 740098"/>
              <a:gd name="connsiteX630" fmla="*/ 723448 w 1147179"/>
              <a:gd name="connsiteY630" fmla="*/ 100153 h 740098"/>
              <a:gd name="connsiteX631" fmla="*/ 724593 w 1147179"/>
              <a:gd name="connsiteY631" fmla="*/ 99360 h 740098"/>
              <a:gd name="connsiteX632" fmla="*/ 725745 w 1147179"/>
              <a:gd name="connsiteY632" fmla="*/ 98574 h 740098"/>
              <a:gd name="connsiteX633" fmla="*/ 726891 w 1147179"/>
              <a:gd name="connsiteY633" fmla="*/ 97795 h 740098"/>
              <a:gd name="connsiteX634" fmla="*/ 728042 w 1147179"/>
              <a:gd name="connsiteY634" fmla="*/ 97022 h 740098"/>
              <a:gd name="connsiteX635" fmla="*/ 729188 w 1147179"/>
              <a:gd name="connsiteY635" fmla="*/ 96255 h 740098"/>
              <a:gd name="connsiteX636" fmla="*/ 730333 w 1147179"/>
              <a:gd name="connsiteY636" fmla="*/ 95494 h 740098"/>
              <a:gd name="connsiteX637" fmla="*/ 731485 w 1147179"/>
              <a:gd name="connsiteY637" fmla="*/ 94739 h 740098"/>
              <a:gd name="connsiteX638" fmla="*/ 732631 w 1147179"/>
              <a:gd name="connsiteY638" fmla="*/ 93991 h 740098"/>
              <a:gd name="connsiteX639" fmla="*/ 733782 w 1147179"/>
              <a:gd name="connsiteY639" fmla="*/ 93249 h 740098"/>
              <a:gd name="connsiteX640" fmla="*/ 734928 w 1147179"/>
              <a:gd name="connsiteY640" fmla="*/ 92512 h 740098"/>
              <a:gd name="connsiteX641" fmla="*/ 736080 w 1147179"/>
              <a:gd name="connsiteY641" fmla="*/ 91782 h 740098"/>
              <a:gd name="connsiteX642" fmla="*/ 737225 w 1147179"/>
              <a:gd name="connsiteY642" fmla="*/ 91057 h 740098"/>
              <a:gd name="connsiteX643" fmla="*/ 738377 w 1147179"/>
              <a:gd name="connsiteY643" fmla="*/ 90338 h 740098"/>
              <a:gd name="connsiteX644" fmla="*/ 739523 w 1147179"/>
              <a:gd name="connsiteY644" fmla="*/ 89626 h 740098"/>
              <a:gd name="connsiteX645" fmla="*/ 740668 w 1147179"/>
              <a:gd name="connsiteY645" fmla="*/ 88919 h 740098"/>
              <a:gd name="connsiteX646" fmla="*/ 741820 w 1147179"/>
              <a:gd name="connsiteY646" fmla="*/ 88217 h 740098"/>
              <a:gd name="connsiteX647" fmla="*/ 742966 w 1147179"/>
              <a:gd name="connsiteY647" fmla="*/ 87521 h 740098"/>
              <a:gd name="connsiteX648" fmla="*/ 744117 w 1147179"/>
              <a:gd name="connsiteY648" fmla="*/ 86832 h 740098"/>
              <a:gd name="connsiteX649" fmla="*/ 745263 w 1147179"/>
              <a:gd name="connsiteY649" fmla="*/ 86147 h 740098"/>
              <a:gd name="connsiteX650" fmla="*/ 746414 w 1147179"/>
              <a:gd name="connsiteY650" fmla="*/ 85468 h 740098"/>
              <a:gd name="connsiteX651" fmla="*/ 747560 w 1147179"/>
              <a:gd name="connsiteY651" fmla="*/ 84794 h 740098"/>
              <a:gd name="connsiteX652" fmla="*/ 748712 w 1147179"/>
              <a:gd name="connsiteY652" fmla="*/ 84126 h 740098"/>
              <a:gd name="connsiteX653" fmla="*/ 749857 w 1147179"/>
              <a:gd name="connsiteY653" fmla="*/ 83464 h 740098"/>
              <a:gd name="connsiteX654" fmla="*/ 751009 w 1147179"/>
              <a:gd name="connsiteY654" fmla="*/ 82806 h 740098"/>
              <a:gd name="connsiteX655" fmla="*/ 752155 w 1147179"/>
              <a:gd name="connsiteY655" fmla="*/ 82154 h 740098"/>
              <a:gd name="connsiteX656" fmla="*/ 753300 w 1147179"/>
              <a:gd name="connsiteY656" fmla="*/ 81507 h 740098"/>
              <a:gd name="connsiteX657" fmla="*/ 754452 w 1147179"/>
              <a:gd name="connsiteY657" fmla="*/ 80865 h 740098"/>
              <a:gd name="connsiteX658" fmla="*/ 755598 w 1147179"/>
              <a:gd name="connsiteY658" fmla="*/ 80229 h 740098"/>
              <a:gd name="connsiteX659" fmla="*/ 756749 w 1147179"/>
              <a:gd name="connsiteY659" fmla="*/ 79597 h 740098"/>
              <a:gd name="connsiteX660" fmla="*/ 757895 w 1147179"/>
              <a:gd name="connsiteY660" fmla="*/ 78971 h 740098"/>
              <a:gd name="connsiteX661" fmla="*/ 759046 w 1147179"/>
              <a:gd name="connsiteY661" fmla="*/ 78349 h 740098"/>
              <a:gd name="connsiteX662" fmla="*/ 760192 w 1147179"/>
              <a:gd name="connsiteY662" fmla="*/ 77733 h 740098"/>
              <a:gd name="connsiteX663" fmla="*/ 761344 w 1147179"/>
              <a:gd name="connsiteY663" fmla="*/ 77121 h 740098"/>
              <a:gd name="connsiteX664" fmla="*/ 762489 w 1147179"/>
              <a:gd name="connsiteY664" fmla="*/ 76515 h 740098"/>
              <a:gd name="connsiteX665" fmla="*/ 763635 w 1147179"/>
              <a:gd name="connsiteY665" fmla="*/ 75912 h 740098"/>
              <a:gd name="connsiteX666" fmla="*/ 764787 w 1147179"/>
              <a:gd name="connsiteY666" fmla="*/ 75315 h 740098"/>
              <a:gd name="connsiteX667" fmla="*/ 765932 w 1147179"/>
              <a:gd name="connsiteY667" fmla="*/ 74723 h 740098"/>
              <a:gd name="connsiteX668" fmla="*/ 767084 w 1147179"/>
              <a:gd name="connsiteY668" fmla="*/ 74135 h 740098"/>
              <a:gd name="connsiteX669" fmla="*/ 768230 w 1147179"/>
              <a:gd name="connsiteY669" fmla="*/ 73552 h 740098"/>
              <a:gd name="connsiteX670" fmla="*/ 769381 w 1147179"/>
              <a:gd name="connsiteY670" fmla="*/ 72974 h 740098"/>
              <a:gd name="connsiteX671" fmla="*/ 770527 w 1147179"/>
              <a:gd name="connsiteY671" fmla="*/ 72400 h 740098"/>
              <a:gd name="connsiteX672" fmla="*/ 771678 w 1147179"/>
              <a:gd name="connsiteY672" fmla="*/ 71831 h 740098"/>
              <a:gd name="connsiteX673" fmla="*/ 772824 w 1147179"/>
              <a:gd name="connsiteY673" fmla="*/ 71266 h 740098"/>
              <a:gd name="connsiteX674" fmla="*/ 773970 w 1147179"/>
              <a:gd name="connsiteY674" fmla="*/ 70706 h 740098"/>
              <a:gd name="connsiteX675" fmla="*/ 775121 w 1147179"/>
              <a:gd name="connsiteY675" fmla="*/ 70150 h 740098"/>
              <a:gd name="connsiteX676" fmla="*/ 776267 w 1147179"/>
              <a:gd name="connsiteY676" fmla="*/ 69599 h 740098"/>
              <a:gd name="connsiteX677" fmla="*/ 777419 w 1147179"/>
              <a:gd name="connsiteY677" fmla="*/ 69051 h 740098"/>
              <a:gd name="connsiteX678" fmla="*/ 778564 w 1147179"/>
              <a:gd name="connsiteY678" fmla="*/ 68508 h 740098"/>
              <a:gd name="connsiteX679" fmla="*/ 779716 w 1147179"/>
              <a:gd name="connsiteY679" fmla="*/ 67970 h 740098"/>
              <a:gd name="connsiteX680" fmla="*/ 780862 w 1147179"/>
              <a:gd name="connsiteY680" fmla="*/ 67435 h 740098"/>
              <a:gd name="connsiteX681" fmla="*/ 782013 w 1147179"/>
              <a:gd name="connsiteY681" fmla="*/ 66906 h 740098"/>
              <a:gd name="connsiteX682" fmla="*/ 783159 w 1147179"/>
              <a:gd name="connsiteY682" fmla="*/ 66379 h 740098"/>
              <a:gd name="connsiteX683" fmla="*/ 784311 w 1147179"/>
              <a:gd name="connsiteY683" fmla="*/ 65857 h 740098"/>
              <a:gd name="connsiteX684" fmla="*/ 785456 w 1147179"/>
              <a:gd name="connsiteY684" fmla="*/ 65339 h 740098"/>
              <a:gd name="connsiteX685" fmla="*/ 786602 w 1147179"/>
              <a:gd name="connsiteY685" fmla="*/ 64826 h 740098"/>
              <a:gd name="connsiteX686" fmla="*/ 787753 w 1147179"/>
              <a:gd name="connsiteY686" fmla="*/ 64316 h 740098"/>
              <a:gd name="connsiteX687" fmla="*/ 788899 w 1147179"/>
              <a:gd name="connsiteY687" fmla="*/ 63811 h 740098"/>
              <a:gd name="connsiteX688" fmla="*/ 790051 w 1147179"/>
              <a:gd name="connsiteY688" fmla="*/ 63309 h 740098"/>
              <a:gd name="connsiteX689" fmla="*/ 791196 w 1147179"/>
              <a:gd name="connsiteY689" fmla="*/ 62811 h 740098"/>
              <a:gd name="connsiteX690" fmla="*/ 792348 w 1147179"/>
              <a:gd name="connsiteY690" fmla="*/ 62316 h 740098"/>
              <a:gd name="connsiteX691" fmla="*/ 793494 w 1147179"/>
              <a:gd name="connsiteY691" fmla="*/ 61826 h 740098"/>
              <a:gd name="connsiteX692" fmla="*/ 794645 w 1147179"/>
              <a:gd name="connsiteY692" fmla="*/ 61340 h 740098"/>
              <a:gd name="connsiteX693" fmla="*/ 795791 w 1147179"/>
              <a:gd name="connsiteY693" fmla="*/ 60857 h 740098"/>
              <a:gd name="connsiteX694" fmla="*/ 796937 w 1147179"/>
              <a:gd name="connsiteY694" fmla="*/ 60378 h 740098"/>
              <a:gd name="connsiteX695" fmla="*/ 798088 w 1147179"/>
              <a:gd name="connsiteY695" fmla="*/ 59903 h 740098"/>
              <a:gd name="connsiteX696" fmla="*/ 799234 w 1147179"/>
              <a:gd name="connsiteY696" fmla="*/ 59431 h 740098"/>
              <a:gd name="connsiteX697" fmla="*/ 800386 w 1147179"/>
              <a:gd name="connsiteY697" fmla="*/ 58963 h 740098"/>
              <a:gd name="connsiteX698" fmla="*/ 801531 w 1147179"/>
              <a:gd name="connsiteY698" fmla="*/ 58499 h 740098"/>
              <a:gd name="connsiteX699" fmla="*/ 802683 w 1147179"/>
              <a:gd name="connsiteY699" fmla="*/ 58038 h 740098"/>
              <a:gd name="connsiteX700" fmla="*/ 803828 w 1147179"/>
              <a:gd name="connsiteY700" fmla="*/ 57581 h 740098"/>
              <a:gd name="connsiteX701" fmla="*/ 804980 w 1147179"/>
              <a:gd name="connsiteY701" fmla="*/ 57127 h 740098"/>
              <a:gd name="connsiteX702" fmla="*/ 806126 w 1147179"/>
              <a:gd name="connsiteY702" fmla="*/ 56677 h 740098"/>
              <a:gd name="connsiteX703" fmla="*/ 807271 w 1147179"/>
              <a:gd name="connsiteY703" fmla="*/ 56230 h 740098"/>
              <a:gd name="connsiteX704" fmla="*/ 808423 w 1147179"/>
              <a:gd name="connsiteY704" fmla="*/ 55787 h 740098"/>
              <a:gd name="connsiteX705" fmla="*/ 809569 w 1147179"/>
              <a:gd name="connsiteY705" fmla="*/ 55347 h 740098"/>
              <a:gd name="connsiteX706" fmla="*/ 810720 w 1147179"/>
              <a:gd name="connsiteY706" fmla="*/ 54910 h 740098"/>
              <a:gd name="connsiteX707" fmla="*/ 811866 w 1147179"/>
              <a:gd name="connsiteY707" fmla="*/ 54477 h 740098"/>
              <a:gd name="connsiteX708" fmla="*/ 813018 w 1147179"/>
              <a:gd name="connsiteY708" fmla="*/ 54046 h 740098"/>
              <a:gd name="connsiteX709" fmla="*/ 814163 w 1147179"/>
              <a:gd name="connsiteY709" fmla="*/ 53620 h 740098"/>
              <a:gd name="connsiteX710" fmla="*/ 815315 w 1147179"/>
              <a:gd name="connsiteY710" fmla="*/ 53196 h 740098"/>
              <a:gd name="connsiteX711" fmla="*/ 816460 w 1147179"/>
              <a:gd name="connsiteY711" fmla="*/ 52776 h 740098"/>
              <a:gd name="connsiteX712" fmla="*/ 817606 w 1147179"/>
              <a:gd name="connsiteY712" fmla="*/ 52358 h 740098"/>
              <a:gd name="connsiteX713" fmla="*/ 818758 w 1147179"/>
              <a:gd name="connsiteY713" fmla="*/ 51944 h 740098"/>
              <a:gd name="connsiteX714" fmla="*/ 819903 w 1147179"/>
              <a:gd name="connsiteY714" fmla="*/ 51534 h 740098"/>
              <a:gd name="connsiteX715" fmla="*/ 821055 w 1147179"/>
              <a:gd name="connsiteY715" fmla="*/ 51126 h 740098"/>
              <a:gd name="connsiteX716" fmla="*/ 822201 w 1147179"/>
              <a:gd name="connsiteY716" fmla="*/ 50721 h 740098"/>
              <a:gd name="connsiteX717" fmla="*/ 823352 w 1147179"/>
              <a:gd name="connsiteY717" fmla="*/ 50320 h 740098"/>
              <a:gd name="connsiteX718" fmla="*/ 824498 w 1147179"/>
              <a:gd name="connsiteY718" fmla="*/ 49921 h 740098"/>
              <a:gd name="connsiteX719" fmla="*/ 825650 w 1147179"/>
              <a:gd name="connsiteY719" fmla="*/ 49526 h 740098"/>
              <a:gd name="connsiteX720" fmla="*/ 826795 w 1147179"/>
              <a:gd name="connsiteY720" fmla="*/ 49133 h 740098"/>
              <a:gd name="connsiteX721" fmla="*/ 827947 w 1147179"/>
              <a:gd name="connsiteY721" fmla="*/ 48743 h 740098"/>
              <a:gd name="connsiteX722" fmla="*/ 829093 w 1147179"/>
              <a:gd name="connsiteY722" fmla="*/ 48356 h 740098"/>
              <a:gd name="connsiteX723" fmla="*/ 830238 w 1147179"/>
              <a:gd name="connsiteY723" fmla="*/ 47972 h 740098"/>
              <a:gd name="connsiteX724" fmla="*/ 831390 w 1147179"/>
              <a:gd name="connsiteY724" fmla="*/ 47591 h 740098"/>
              <a:gd name="connsiteX725" fmla="*/ 832535 w 1147179"/>
              <a:gd name="connsiteY725" fmla="*/ 47213 h 740098"/>
              <a:gd name="connsiteX726" fmla="*/ 833687 w 1147179"/>
              <a:gd name="connsiteY726" fmla="*/ 46838 h 740098"/>
              <a:gd name="connsiteX727" fmla="*/ 834833 w 1147179"/>
              <a:gd name="connsiteY727" fmla="*/ 46465 h 740098"/>
              <a:gd name="connsiteX728" fmla="*/ 835984 w 1147179"/>
              <a:gd name="connsiteY728" fmla="*/ 46095 h 740098"/>
              <a:gd name="connsiteX729" fmla="*/ 837130 w 1147179"/>
              <a:gd name="connsiteY729" fmla="*/ 45728 h 740098"/>
              <a:gd name="connsiteX730" fmla="*/ 838282 w 1147179"/>
              <a:gd name="connsiteY730" fmla="*/ 45364 h 740098"/>
              <a:gd name="connsiteX731" fmla="*/ 839427 w 1147179"/>
              <a:gd name="connsiteY731" fmla="*/ 45002 h 740098"/>
              <a:gd name="connsiteX732" fmla="*/ 840573 w 1147179"/>
              <a:gd name="connsiteY732" fmla="*/ 44643 h 740098"/>
              <a:gd name="connsiteX733" fmla="*/ 841725 w 1147179"/>
              <a:gd name="connsiteY733" fmla="*/ 44287 h 740098"/>
              <a:gd name="connsiteX734" fmla="*/ 842870 w 1147179"/>
              <a:gd name="connsiteY734" fmla="*/ 43933 h 740098"/>
              <a:gd name="connsiteX735" fmla="*/ 844022 w 1147179"/>
              <a:gd name="connsiteY735" fmla="*/ 43582 h 740098"/>
              <a:gd name="connsiteX736" fmla="*/ 845168 w 1147179"/>
              <a:gd name="connsiteY736" fmla="*/ 43233 h 740098"/>
              <a:gd name="connsiteX737" fmla="*/ 846319 w 1147179"/>
              <a:gd name="connsiteY737" fmla="*/ 42887 h 740098"/>
              <a:gd name="connsiteX738" fmla="*/ 847465 w 1147179"/>
              <a:gd name="connsiteY738" fmla="*/ 42543 h 740098"/>
              <a:gd name="connsiteX739" fmla="*/ 848616 w 1147179"/>
              <a:gd name="connsiteY739" fmla="*/ 42203 h 740098"/>
              <a:gd name="connsiteX740" fmla="*/ 849762 w 1147179"/>
              <a:gd name="connsiteY740" fmla="*/ 41864 h 740098"/>
              <a:gd name="connsiteX741" fmla="*/ 850908 w 1147179"/>
              <a:gd name="connsiteY741" fmla="*/ 41528 h 740098"/>
              <a:gd name="connsiteX742" fmla="*/ 852059 w 1147179"/>
              <a:gd name="connsiteY742" fmla="*/ 41194 h 740098"/>
              <a:gd name="connsiteX743" fmla="*/ 853205 w 1147179"/>
              <a:gd name="connsiteY743" fmla="*/ 40863 h 740098"/>
              <a:gd name="connsiteX744" fmla="*/ 854357 w 1147179"/>
              <a:gd name="connsiteY744" fmla="*/ 40534 h 740098"/>
              <a:gd name="connsiteX745" fmla="*/ 855502 w 1147179"/>
              <a:gd name="connsiteY745" fmla="*/ 40208 h 740098"/>
              <a:gd name="connsiteX746" fmla="*/ 856654 w 1147179"/>
              <a:gd name="connsiteY746" fmla="*/ 39884 h 740098"/>
              <a:gd name="connsiteX747" fmla="*/ 857800 w 1147179"/>
              <a:gd name="connsiteY747" fmla="*/ 39562 h 740098"/>
              <a:gd name="connsiteX748" fmla="*/ 858951 w 1147179"/>
              <a:gd name="connsiteY748" fmla="*/ 39243 h 740098"/>
              <a:gd name="connsiteX749" fmla="*/ 860097 w 1147179"/>
              <a:gd name="connsiteY749" fmla="*/ 38926 h 740098"/>
              <a:gd name="connsiteX750" fmla="*/ 861248 w 1147179"/>
              <a:gd name="connsiteY750" fmla="*/ 38611 h 740098"/>
              <a:gd name="connsiteX751" fmla="*/ 862394 w 1147179"/>
              <a:gd name="connsiteY751" fmla="*/ 38298 h 740098"/>
              <a:gd name="connsiteX752" fmla="*/ 863540 w 1147179"/>
              <a:gd name="connsiteY752" fmla="*/ 37988 h 740098"/>
              <a:gd name="connsiteX753" fmla="*/ 864691 w 1147179"/>
              <a:gd name="connsiteY753" fmla="*/ 37681 h 740098"/>
              <a:gd name="connsiteX754" fmla="*/ 865837 w 1147179"/>
              <a:gd name="connsiteY754" fmla="*/ 37375 h 740098"/>
              <a:gd name="connsiteX755" fmla="*/ 866989 w 1147179"/>
              <a:gd name="connsiteY755" fmla="*/ 37071 h 740098"/>
              <a:gd name="connsiteX756" fmla="*/ 868134 w 1147179"/>
              <a:gd name="connsiteY756" fmla="*/ 36769 h 740098"/>
              <a:gd name="connsiteX757" fmla="*/ 869286 w 1147179"/>
              <a:gd name="connsiteY757" fmla="*/ 36470 h 740098"/>
              <a:gd name="connsiteX758" fmla="*/ 870432 w 1147179"/>
              <a:gd name="connsiteY758" fmla="*/ 36173 h 740098"/>
              <a:gd name="connsiteX759" fmla="*/ 871583 w 1147179"/>
              <a:gd name="connsiteY759" fmla="*/ 35878 h 740098"/>
              <a:gd name="connsiteX760" fmla="*/ 872729 w 1147179"/>
              <a:gd name="connsiteY760" fmla="*/ 35585 h 740098"/>
              <a:gd name="connsiteX761" fmla="*/ 873875 w 1147179"/>
              <a:gd name="connsiteY761" fmla="*/ 35294 h 740098"/>
              <a:gd name="connsiteX762" fmla="*/ 875026 w 1147179"/>
              <a:gd name="connsiteY762" fmla="*/ 35005 h 740098"/>
              <a:gd name="connsiteX763" fmla="*/ 876172 w 1147179"/>
              <a:gd name="connsiteY763" fmla="*/ 34718 h 740098"/>
              <a:gd name="connsiteX764" fmla="*/ 877323 w 1147179"/>
              <a:gd name="connsiteY764" fmla="*/ 34434 h 740098"/>
              <a:gd name="connsiteX765" fmla="*/ 878469 w 1147179"/>
              <a:gd name="connsiteY765" fmla="*/ 34151 h 740098"/>
              <a:gd name="connsiteX766" fmla="*/ 879621 w 1147179"/>
              <a:gd name="connsiteY766" fmla="*/ 33870 h 740098"/>
              <a:gd name="connsiteX767" fmla="*/ 880766 w 1147179"/>
              <a:gd name="connsiteY767" fmla="*/ 33591 h 740098"/>
              <a:gd name="connsiteX768" fmla="*/ 881918 w 1147179"/>
              <a:gd name="connsiteY768" fmla="*/ 33315 h 740098"/>
              <a:gd name="connsiteX769" fmla="*/ 883064 w 1147179"/>
              <a:gd name="connsiteY769" fmla="*/ 33039 h 740098"/>
              <a:gd name="connsiteX770" fmla="*/ 884209 w 1147179"/>
              <a:gd name="connsiteY770" fmla="*/ 32767 h 740098"/>
              <a:gd name="connsiteX771" fmla="*/ 885361 w 1147179"/>
              <a:gd name="connsiteY771" fmla="*/ 32496 h 740098"/>
              <a:gd name="connsiteX772" fmla="*/ 886507 w 1147179"/>
              <a:gd name="connsiteY772" fmla="*/ 32226 h 740098"/>
              <a:gd name="connsiteX773" fmla="*/ 887658 w 1147179"/>
              <a:gd name="connsiteY773" fmla="*/ 31959 h 740098"/>
              <a:gd name="connsiteX774" fmla="*/ 888804 w 1147179"/>
              <a:gd name="connsiteY774" fmla="*/ 31694 h 740098"/>
              <a:gd name="connsiteX775" fmla="*/ 889956 w 1147179"/>
              <a:gd name="connsiteY775" fmla="*/ 31430 h 740098"/>
              <a:gd name="connsiteX776" fmla="*/ 891101 w 1147179"/>
              <a:gd name="connsiteY776" fmla="*/ 31169 h 740098"/>
              <a:gd name="connsiteX777" fmla="*/ 892253 w 1147179"/>
              <a:gd name="connsiteY777" fmla="*/ 30908 h 740098"/>
              <a:gd name="connsiteX778" fmla="*/ 893398 w 1147179"/>
              <a:gd name="connsiteY778" fmla="*/ 30650 h 740098"/>
              <a:gd name="connsiteX779" fmla="*/ 894544 w 1147179"/>
              <a:gd name="connsiteY779" fmla="*/ 30394 h 740098"/>
              <a:gd name="connsiteX780" fmla="*/ 895696 w 1147179"/>
              <a:gd name="connsiteY780" fmla="*/ 30139 h 740098"/>
              <a:gd name="connsiteX781" fmla="*/ 896841 w 1147179"/>
              <a:gd name="connsiteY781" fmla="*/ 29886 h 740098"/>
              <a:gd name="connsiteX782" fmla="*/ 897993 w 1147179"/>
              <a:gd name="connsiteY782" fmla="*/ 29636 h 740098"/>
              <a:gd name="connsiteX783" fmla="*/ 899139 w 1147179"/>
              <a:gd name="connsiteY783" fmla="*/ 29386 h 740098"/>
              <a:gd name="connsiteX784" fmla="*/ 900290 w 1147179"/>
              <a:gd name="connsiteY784" fmla="*/ 29138 h 740098"/>
              <a:gd name="connsiteX785" fmla="*/ 901436 w 1147179"/>
              <a:gd name="connsiteY785" fmla="*/ 28893 h 740098"/>
              <a:gd name="connsiteX786" fmla="*/ 902588 w 1147179"/>
              <a:gd name="connsiteY786" fmla="*/ 28648 h 740098"/>
              <a:gd name="connsiteX787" fmla="*/ 903733 w 1147179"/>
              <a:gd name="connsiteY787" fmla="*/ 28405 h 740098"/>
              <a:gd name="connsiteX788" fmla="*/ 904885 w 1147179"/>
              <a:gd name="connsiteY788" fmla="*/ 28164 h 740098"/>
              <a:gd name="connsiteX789" fmla="*/ 906031 w 1147179"/>
              <a:gd name="connsiteY789" fmla="*/ 27925 h 740098"/>
              <a:gd name="connsiteX790" fmla="*/ 907176 w 1147179"/>
              <a:gd name="connsiteY790" fmla="*/ 27688 h 740098"/>
              <a:gd name="connsiteX791" fmla="*/ 908328 w 1147179"/>
              <a:gd name="connsiteY791" fmla="*/ 27452 h 740098"/>
              <a:gd name="connsiteX792" fmla="*/ 909473 w 1147179"/>
              <a:gd name="connsiteY792" fmla="*/ 27217 h 740098"/>
              <a:gd name="connsiteX793" fmla="*/ 910625 w 1147179"/>
              <a:gd name="connsiteY793" fmla="*/ 26984 h 740098"/>
              <a:gd name="connsiteX794" fmla="*/ 911771 w 1147179"/>
              <a:gd name="connsiteY794" fmla="*/ 26753 h 740098"/>
              <a:gd name="connsiteX795" fmla="*/ 912922 w 1147179"/>
              <a:gd name="connsiteY795" fmla="*/ 26523 h 740098"/>
              <a:gd name="connsiteX796" fmla="*/ 914068 w 1147179"/>
              <a:gd name="connsiteY796" fmla="*/ 26295 h 740098"/>
              <a:gd name="connsiteX797" fmla="*/ 915220 w 1147179"/>
              <a:gd name="connsiteY797" fmla="*/ 26068 h 740098"/>
              <a:gd name="connsiteX798" fmla="*/ 916365 w 1147179"/>
              <a:gd name="connsiteY798" fmla="*/ 25843 h 740098"/>
              <a:gd name="connsiteX799" fmla="*/ 917511 w 1147179"/>
              <a:gd name="connsiteY799" fmla="*/ 25620 h 740098"/>
              <a:gd name="connsiteX800" fmla="*/ 918663 w 1147179"/>
              <a:gd name="connsiteY800" fmla="*/ 25397 h 740098"/>
              <a:gd name="connsiteX801" fmla="*/ 919808 w 1147179"/>
              <a:gd name="connsiteY801" fmla="*/ 25177 h 740098"/>
              <a:gd name="connsiteX802" fmla="*/ 920960 w 1147179"/>
              <a:gd name="connsiteY802" fmla="*/ 24958 h 740098"/>
              <a:gd name="connsiteX803" fmla="*/ 922105 w 1147179"/>
              <a:gd name="connsiteY803" fmla="*/ 24740 h 740098"/>
              <a:gd name="connsiteX804" fmla="*/ 923257 w 1147179"/>
              <a:gd name="connsiteY804" fmla="*/ 24524 h 740098"/>
              <a:gd name="connsiteX805" fmla="*/ 924403 w 1147179"/>
              <a:gd name="connsiteY805" fmla="*/ 24309 h 740098"/>
              <a:gd name="connsiteX806" fmla="*/ 925554 w 1147179"/>
              <a:gd name="connsiteY806" fmla="*/ 24095 h 740098"/>
              <a:gd name="connsiteX807" fmla="*/ 926700 w 1147179"/>
              <a:gd name="connsiteY807" fmla="*/ 23883 h 740098"/>
              <a:gd name="connsiteX808" fmla="*/ 927846 w 1147179"/>
              <a:gd name="connsiteY808" fmla="*/ 23673 h 740098"/>
              <a:gd name="connsiteX809" fmla="*/ 928997 w 1147179"/>
              <a:gd name="connsiteY809" fmla="*/ 23464 h 740098"/>
              <a:gd name="connsiteX810" fmla="*/ 930143 w 1147179"/>
              <a:gd name="connsiteY810" fmla="*/ 23256 h 740098"/>
              <a:gd name="connsiteX811" fmla="*/ 931295 w 1147179"/>
              <a:gd name="connsiteY811" fmla="*/ 23050 h 740098"/>
              <a:gd name="connsiteX812" fmla="*/ 932440 w 1147179"/>
              <a:gd name="connsiteY812" fmla="*/ 22844 h 740098"/>
              <a:gd name="connsiteX813" fmla="*/ 933592 w 1147179"/>
              <a:gd name="connsiteY813" fmla="*/ 22640 h 740098"/>
              <a:gd name="connsiteX814" fmla="*/ 934738 w 1147179"/>
              <a:gd name="connsiteY814" fmla="*/ 22438 h 740098"/>
              <a:gd name="connsiteX815" fmla="*/ 935889 w 1147179"/>
              <a:gd name="connsiteY815" fmla="*/ 22237 h 740098"/>
              <a:gd name="connsiteX816" fmla="*/ 937035 w 1147179"/>
              <a:gd name="connsiteY816" fmla="*/ 22037 h 740098"/>
              <a:gd name="connsiteX817" fmla="*/ 938180 w 1147179"/>
              <a:gd name="connsiteY817" fmla="*/ 21839 h 740098"/>
              <a:gd name="connsiteX818" fmla="*/ 939332 w 1147179"/>
              <a:gd name="connsiteY818" fmla="*/ 21642 h 740098"/>
              <a:gd name="connsiteX819" fmla="*/ 940478 w 1147179"/>
              <a:gd name="connsiteY819" fmla="*/ 21446 h 740098"/>
              <a:gd name="connsiteX820" fmla="*/ 941629 w 1147179"/>
              <a:gd name="connsiteY820" fmla="*/ 21251 h 740098"/>
              <a:gd name="connsiteX821" fmla="*/ 942775 w 1147179"/>
              <a:gd name="connsiteY821" fmla="*/ 21058 h 740098"/>
              <a:gd name="connsiteX822" fmla="*/ 943927 w 1147179"/>
              <a:gd name="connsiteY822" fmla="*/ 20866 h 740098"/>
              <a:gd name="connsiteX823" fmla="*/ 945072 w 1147179"/>
              <a:gd name="connsiteY823" fmla="*/ 20675 h 740098"/>
              <a:gd name="connsiteX824" fmla="*/ 946224 w 1147179"/>
              <a:gd name="connsiteY824" fmla="*/ 20485 h 740098"/>
              <a:gd name="connsiteX825" fmla="*/ 947370 w 1147179"/>
              <a:gd name="connsiteY825" fmla="*/ 20297 h 740098"/>
              <a:gd name="connsiteX826" fmla="*/ 948521 w 1147179"/>
              <a:gd name="connsiteY826" fmla="*/ 20110 h 740098"/>
              <a:gd name="connsiteX827" fmla="*/ 949667 w 1147179"/>
              <a:gd name="connsiteY827" fmla="*/ 19924 h 740098"/>
              <a:gd name="connsiteX828" fmla="*/ 950813 w 1147179"/>
              <a:gd name="connsiteY828" fmla="*/ 19740 h 740098"/>
              <a:gd name="connsiteX829" fmla="*/ 951964 w 1147179"/>
              <a:gd name="connsiteY829" fmla="*/ 19556 h 740098"/>
              <a:gd name="connsiteX830" fmla="*/ 953110 w 1147179"/>
              <a:gd name="connsiteY830" fmla="*/ 19373 h 740098"/>
              <a:gd name="connsiteX831" fmla="*/ 954261 w 1147179"/>
              <a:gd name="connsiteY831" fmla="*/ 19192 h 740098"/>
              <a:gd name="connsiteX832" fmla="*/ 955407 w 1147179"/>
              <a:gd name="connsiteY832" fmla="*/ 19012 h 740098"/>
              <a:gd name="connsiteX833" fmla="*/ 956559 w 1147179"/>
              <a:gd name="connsiteY833" fmla="*/ 18833 h 740098"/>
              <a:gd name="connsiteX834" fmla="*/ 957704 w 1147179"/>
              <a:gd name="connsiteY834" fmla="*/ 18655 h 740098"/>
              <a:gd name="connsiteX835" fmla="*/ 958856 w 1147179"/>
              <a:gd name="connsiteY835" fmla="*/ 18479 h 740098"/>
              <a:gd name="connsiteX836" fmla="*/ 960002 w 1147179"/>
              <a:gd name="connsiteY836" fmla="*/ 18303 h 740098"/>
              <a:gd name="connsiteX837" fmla="*/ 961147 w 1147179"/>
              <a:gd name="connsiteY837" fmla="*/ 18129 h 740098"/>
              <a:gd name="connsiteX838" fmla="*/ 962299 w 1147179"/>
              <a:gd name="connsiteY838" fmla="*/ 17955 h 740098"/>
              <a:gd name="connsiteX839" fmla="*/ 963445 w 1147179"/>
              <a:gd name="connsiteY839" fmla="*/ 17784 h 740098"/>
              <a:gd name="connsiteX840" fmla="*/ 964596 w 1147179"/>
              <a:gd name="connsiteY840" fmla="*/ 17612 h 740098"/>
              <a:gd name="connsiteX841" fmla="*/ 965742 w 1147179"/>
              <a:gd name="connsiteY841" fmla="*/ 17442 h 740098"/>
              <a:gd name="connsiteX842" fmla="*/ 966893 w 1147179"/>
              <a:gd name="connsiteY842" fmla="*/ 17273 h 740098"/>
              <a:gd name="connsiteX843" fmla="*/ 968039 w 1147179"/>
              <a:gd name="connsiteY843" fmla="*/ 17105 h 740098"/>
              <a:gd name="connsiteX844" fmla="*/ 969191 w 1147179"/>
              <a:gd name="connsiteY844" fmla="*/ 16939 h 740098"/>
              <a:gd name="connsiteX845" fmla="*/ 970336 w 1147179"/>
              <a:gd name="connsiteY845" fmla="*/ 16773 h 740098"/>
              <a:gd name="connsiteX846" fmla="*/ 971482 w 1147179"/>
              <a:gd name="connsiteY846" fmla="*/ 16608 h 740098"/>
              <a:gd name="connsiteX847" fmla="*/ 972634 w 1147179"/>
              <a:gd name="connsiteY847" fmla="*/ 16444 h 740098"/>
              <a:gd name="connsiteX848" fmla="*/ 973779 w 1147179"/>
              <a:gd name="connsiteY848" fmla="*/ 16281 h 740098"/>
              <a:gd name="connsiteX849" fmla="*/ 974931 w 1147179"/>
              <a:gd name="connsiteY849" fmla="*/ 16119 h 740098"/>
              <a:gd name="connsiteX850" fmla="*/ 976077 w 1147179"/>
              <a:gd name="connsiteY850" fmla="*/ 15959 h 740098"/>
              <a:gd name="connsiteX851" fmla="*/ 977228 w 1147179"/>
              <a:gd name="connsiteY851" fmla="*/ 15799 h 740098"/>
              <a:gd name="connsiteX852" fmla="*/ 978374 w 1147179"/>
              <a:gd name="connsiteY852" fmla="*/ 15640 h 740098"/>
              <a:gd name="connsiteX853" fmla="*/ 979525 w 1147179"/>
              <a:gd name="connsiteY853" fmla="*/ 15483 h 740098"/>
              <a:gd name="connsiteX854" fmla="*/ 980671 w 1147179"/>
              <a:gd name="connsiteY854" fmla="*/ 15326 h 740098"/>
              <a:gd name="connsiteX855" fmla="*/ 981823 w 1147179"/>
              <a:gd name="connsiteY855" fmla="*/ 15170 h 740098"/>
              <a:gd name="connsiteX856" fmla="*/ 982968 w 1147179"/>
              <a:gd name="connsiteY856" fmla="*/ 15016 h 740098"/>
              <a:gd name="connsiteX857" fmla="*/ 984114 w 1147179"/>
              <a:gd name="connsiteY857" fmla="*/ 14862 h 740098"/>
              <a:gd name="connsiteX858" fmla="*/ 985266 w 1147179"/>
              <a:gd name="connsiteY858" fmla="*/ 14709 h 740098"/>
              <a:gd name="connsiteX859" fmla="*/ 986411 w 1147179"/>
              <a:gd name="connsiteY859" fmla="*/ 14557 h 740098"/>
              <a:gd name="connsiteX860" fmla="*/ 987563 w 1147179"/>
              <a:gd name="connsiteY860" fmla="*/ 14406 h 740098"/>
              <a:gd name="connsiteX861" fmla="*/ 988709 w 1147179"/>
              <a:gd name="connsiteY861" fmla="*/ 14256 h 740098"/>
              <a:gd name="connsiteX862" fmla="*/ 989860 w 1147179"/>
              <a:gd name="connsiteY862" fmla="*/ 14106 h 740098"/>
              <a:gd name="connsiteX863" fmla="*/ 991006 w 1147179"/>
              <a:gd name="connsiteY863" fmla="*/ 13958 h 740098"/>
              <a:gd name="connsiteX864" fmla="*/ 992158 w 1147179"/>
              <a:gd name="connsiteY864" fmla="*/ 13810 h 740098"/>
              <a:gd name="connsiteX865" fmla="*/ 993303 w 1147179"/>
              <a:gd name="connsiteY865" fmla="*/ 13664 h 740098"/>
              <a:gd name="connsiteX866" fmla="*/ 994449 w 1147179"/>
              <a:gd name="connsiteY866" fmla="*/ 13519 h 740098"/>
              <a:gd name="connsiteX867" fmla="*/ 995601 w 1147179"/>
              <a:gd name="connsiteY867" fmla="*/ 13373 h 740098"/>
              <a:gd name="connsiteX868" fmla="*/ 996746 w 1147179"/>
              <a:gd name="connsiteY868" fmla="*/ 13230 h 740098"/>
              <a:gd name="connsiteX869" fmla="*/ 997898 w 1147179"/>
              <a:gd name="connsiteY869" fmla="*/ 13087 h 740098"/>
              <a:gd name="connsiteX870" fmla="*/ 999043 w 1147179"/>
              <a:gd name="connsiteY870" fmla="*/ 12945 h 740098"/>
              <a:gd name="connsiteX871" fmla="*/ 1000195 w 1147179"/>
              <a:gd name="connsiteY871" fmla="*/ 12803 h 740098"/>
              <a:gd name="connsiteX872" fmla="*/ 1001341 w 1147179"/>
              <a:gd name="connsiteY872" fmla="*/ 12663 h 740098"/>
              <a:gd name="connsiteX873" fmla="*/ 1002492 w 1147179"/>
              <a:gd name="connsiteY873" fmla="*/ 12523 h 740098"/>
              <a:gd name="connsiteX874" fmla="*/ 1003638 w 1147179"/>
              <a:gd name="connsiteY874" fmla="*/ 12385 h 740098"/>
              <a:gd name="connsiteX875" fmla="*/ 1004784 w 1147179"/>
              <a:gd name="connsiteY875" fmla="*/ 12247 h 740098"/>
              <a:gd name="connsiteX876" fmla="*/ 1005935 w 1147179"/>
              <a:gd name="connsiteY876" fmla="*/ 12110 h 740098"/>
              <a:gd name="connsiteX877" fmla="*/ 1007081 w 1147179"/>
              <a:gd name="connsiteY877" fmla="*/ 11973 h 740098"/>
              <a:gd name="connsiteX878" fmla="*/ 1008232 w 1147179"/>
              <a:gd name="connsiteY878" fmla="*/ 11838 h 740098"/>
              <a:gd name="connsiteX879" fmla="*/ 1009378 w 1147179"/>
              <a:gd name="connsiteY879" fmla="*/ 11703 h 740098"/>
              <a:gd name="connsiteX880" fmla="*/ 1010530 w 1147179"/>
              <a:gd name="connsiteY880" fmla="*/ 11569 h 740098"/>
              <a:gd name="connsiteX881" fmla="*/ 1011675 w 1147179"/>
              <a:gd name="connsiteY881" fmla="*/ 11436 h 740098"/>
              <a:gd name="connsiteX882" fmla="*/ 1012827 w 1147179"/>
              <a:gd name="connsiteY882" fmla="*/ 11304 h 740098"/>
              <a:gd name="connsiteX883" fmla="*/ 1013973 w 1147179"/>
              <a:gd name="connsiteY883" fmla="*/ 11172 h 740098"/>
              <a:gd name="connsiteX884" fmla="*/ 1015118 w 1147179"/>
              <a:gd name="connsiteY884" fmla="*/ 11042 h 740098"/>
              <a:gd name="connsiteX885" fmla="*/ 1016270 w 1147179"/>
              <a:gd name="connsiteY885" fmla="*/ 10912 h 740098"/>
              <a:gd name="connsiteX886" fmla="*/ 1017416 w 1147179"/>
              <a:gd name="connsiteY886" fmla="*/ 10783 h 740098"/>
              <a:gd name="connsiteX887" fmla="*/ 1018567 w 1147179"/>
              <a:gd name="connsiteY887" fmla="*/ 10654 h 740098"/>
              <a:gd name="connsiteX888" fmla="*/ 1019713 w 1147179"/>
              <a:gd name="connsiteY888" fmla="*/ 10527 h 740098"/>
              <a:gd name="connsiteX889" fmla="*/ 1020865 w 1147179"/>
              <a:gd name="connsiteY889" fmla="*/ 10400 h 740098"/>
              <a:gd name="connsiteX890" fmla="*/ 1022010 w 1147179"/>
              <a:gd name="connsiteY890" fmla="*/ 10273 h 740098"/>
              <a:gd name="connsiteX891" fmla="*/ 1023162 w 1147179"/>
              <a:gd name="connsiteY891" fmla="*/ 10148 h 740098"/>
              <a:gd name="connsiteX892" fmla="*/ 1024307 w 1147179"/>
              <a:gd name="connsiteY892" fmla="*/ 10024 h 740098"/>
              <a:gd name="connsiteX893" fmla="*/ 1025459 w 1147179"/>
              <a:gd name="connsiteY893" fmla="*/ 9900 h 740098"/>
              <a:gd name="connsiteX894" fmla="*/ 1026605 w 1147179"/>
              <a:gd name="connsiteY894" fmla="*/ 9776 h 740098"/>
              <a:gd name="connsiteX895" fmla="*/ 1027750 w 1147179"/>
              <a:gd name="connsiteY895" fmla="*/ 9654 h 740098"/>
              <a:gd name="connsiteX896" fmla="*/ 1028902 w 1147179"/>
              <a:gd name="connsiteY896" fmla="*/ 9532 h 740098"/>
              <a:gd name="connsiteX897" fmla="*/ 1030048 w 1147179"/>
              <a:gd name="connsiteY897" fmla="*/ 9411 h 740098"/>
              <a:gd name="connsiteX898" fmla="*/ 1031199 w 1147179"/>
              <a:gd name="connsiteY898" fmla="*/ 9290 h 740098"/>
              <a:gd name="connsiteX899" fmla="*/ 1032345 w 1147179"/>
              <a:gd name="connsiteY899" fmla="*/ 9171 h 740098"/>
              <a:gd name="connsiteX900" fmla="*/ 1033497 w 1147179"/>
              <a:gd name="connsiteY900" fmla="*/ 9052 h 740098"/>
              <a:gd name="connsiteX901" fmla="*/ 1034642 w 1147179"/>
              <a:gd name="connsiteY901" fmla="*/ 8933 h 740098"/>
              <a:gd name="connsiteX902" fmla="*/ 1035794 w 1147179"/>
              <a:gd name="connsiteY902" fmla="*/ 8816 h 740098"/>
              <a:gd name="connsiteX903" fmla="*/ 1036940 w 1147179"/>
              <a:gd name="connsiteY903" fmla="*/ 8699 h 740098"/>
              <a:gd name="connsiteX904" fmla="*/ 1038085 w 1147179"/>
              <a:gd name="connsiteY904" fmla="*/ 8582 h 740098"/>
              <a:gd name="connsiteX905" fmla="*/ 1039237 w 1147179"/>
              <a:gd name="connsiteY905" fmla="*/ 8467 h 740098"/>
              <a:gd name="connsiteX906" fmla="*/ 1040382 w 1147179"/>
              <a:gd name="connsiteY906" fmla="*/ 8352 h 740098"/>
              <a:gd name="connsiteX907" fmla="*/ 1041534 w 1147179"/>
              <a:gd name="connsiteY907" fmla="*/ 8237 h 740098"/>
              <a:gd name="connsiteX908" fmla="*/ 1042680 w 1147179"/>
              <a:gd name="connsiteY908" fmla="*/ 8124 h 740098"/>
              <a:gd name="connsiteX909" fmla="*/ 1043831 w 1147179"/>
              <a:gd name="connsiteY909" fmla="*/ 8011 h 740098"/>
              <a:gd name="connsiteX910" fmla="*/ 1044977 w 1147179"/>
              <a:gd name="connsiteY910" fmla="*/ 7898 h 740098"/>
              <a:gd name="connsiteX911" fmla="*/ 1046129 w 1147179"/>
              <a:gd name="connsiteY911" fmla="*/ 7787 h 740098"/>
              <a:gd name="connsiteX912" fmla="*/ 1047274 w 1147179"/>
              <a:gd name="connsiteY912" fmla="*/ 7675 h 740098"/>
              <a:gd name="connsiteX913" fmla="*/ 1048420 w 1147179"/>
              <a:gd name="connsiteY913" fmla="*/ 7565 h 740098"/>
              <a:gd name="connsiteX914" fmla="*/ 1049572 w 1147179"/>
              <a:gd name="connsiteY914" fmla="*/ 7455 h 740098"/>
              <a:gd name="connsiteX915" fmla="*/ 1050717 w 1147179"/>
              <a:gd name="connsiteY915" fmla="*/ 7346 h 740098"/>
              <a:gd name="connsiteX916" fmla="*/ 1051869 w 1147179"/>
              <a:gd name="connsiteY916" fmla="*/ 7237 h 740098"/>
              <a:gd name="connsiteX917" fmla="*/ 1053015 w 1147179"/>
              <a:gd name="connsiteY917" fmla="*/ 7129 h 740098"/>
              <a:gd name="connsiteX918" fmla="*/ 1054166 w 1147179"/>
              <a:gd name="connsiteY918" fmla="*/ 7022 h 740098"/>
              <a:gd name="connsiteX919" fmla="*/ 1055312 w 1147179"/>
              <a:gd name="connsiteY919" fmla="*/ 6915 h 740098"/>
              <a:gd name="connsiteX920" fmla="*/ 1056464 w 1147179"/>
              <a:gd name="connsiteY920" fmla="*/ 6809 h 740098"/>
              <a:gd name="connsiteX921" fmla="*/ 1057609 w 1147179"/>
              <a:gd name="connsiteY921" fmla="*/ 6703 h 740098"/>
              <a:gd name="connsiteX922" fmla="*/ 1058761 w 1147179"/>
              <a:gd name="connsiteY922" fmla="*/ 6598 h 740098"/>
              <a:gd name="connsiteX923" fmla="*/ 1059906 w 1147179"/>
              <a:gd name="connsiteY923" fmla="*/ 6494 h 740098"/>
              <a:gd name="connsiteX924" fmla="*/ 1061052 w 1147179"/>
              <a:gd name="connsiteY924" fmla="*/ 6390 h 740098"/>
              <a:gd name="connsiteX925" fmla="*/ 1062204 w 1147179"/>
              <a:gd name="connsiteY925" fmla="*/ 6287 h 740098"/>
              <a:gd name="connsiteX926" fmla="*/ 1063349 w 1147179"/>
              <a:gd name="connsiteY926" fmla="*/ 6184 h 740098"/>
              <a:gd name="connsiteX927" fmla="*/ 1064501 w 1147179"/>
              <a:gd name="connsiteY927" fmla="*/ 6082 h 740098"/>
              <a:gd name="connsiteX928" fmla="*/ 1065647 w 1147179"/>
              <a:gd name="connsiteY928" fmla="*/ 5980 h 740098"/>
              <a:gd name="connsiteX929" fmla="*/ 1066798 w 1147179"/>
              <a:gd name="connsiteY929" fmla="*/ 5879 h 740098"/>
              <a:gd name="connsiteX930" fmla="*/ 1067944 w 1147179"/>
              <a:gd name="connsiteY930" fmla="*/ 5779 h 740098"/>
              <a:gd name="connsiteX931" fmla="*/ 1069096 w 1147179"/>
              <a:gd name="connsiteY931" fmla="*/ 5679 h 740098"/>
              <a:gd name="connsiteX932" fmla="*/ 1070241 w 1147179"/>
              <a:gd name="connsiteY932" fmla="*/ 5579 h 740098"/>
              <a:gd name="connsiteX933" fmla="*/ 1071387 w 1147179"/>
              <a:gd name="connsiteY933" fmla="*/ 5481 h 740098"/>
              <a:gd name="connsiteX934" fmla="*/ 1072539 w 1147179"/>
              <a:gd name="connsiteY934" fmla="*/ 5382 h 740098"/>
              <a:gd name="connsiteX935" fmla="*/ 1073684 w 1147179"/>
              <a:gd name="connsiteY935" fmla="*/ 5285 h 740098"/>
              <a:gd name="connsiteX936" fmla="*/ 1074836 w 1147179"/>
              <a:gd name="connsiteY936" fmla="*/ 5188 h 740098"/>
              <a:gd name="connsiteX937" fmla="*/ 1075981 w 1147179"/>
              <a:gd name="connsiteY937" fmla="*/ 5091 h 740098"/>
              <a:gd name="connsiteX938" fmla="*/ 1077133 w 1147179"/>
              <a:gd name="connsiteY938" fmla="*/ 4995 h 740098"/>
              <a:gd name="connsiteX939" fmla="*/ 1078279 w 1147179"/>
              <a:gd name="connsiteY939" fmla="*/ 4899 h 740098"/>
              <a:gd name="connsiteX940" fmla="*/ 1079430 w 1147179"/>
              <a:gd name="connsiteY940" fmla="*/ 4804 h 740098"/>
              <a:gd name="connsiteX941" fmla="*/ 1080576 w 1147179"/>
              <a:gd name="connsiteY941" fmla="*/ 4710 h 740098"/>
              <a:gd name="connsiteX942" fmla="*/ 1081722 w 1147179"/>
              <a:gd name="connsiteY942" fmla="*/ 4615 h 740098"/>
              <a:gd name="connsiteX943" fmla="*/ 1082873 w 1147179"/>
              <a:gd name="connsiteY943" fmla="*/ 4522 h 740098"/>
              <a:gd name="connsiteX944" fmla="*/ 1084019 w 1147179"/>
              <a:gd name="connsiteY944" fmla="*/ 4429 h 740098"/>
              <a:gd name="connsiteX945" fmla="*/ 1085170 w 1147179"/>
              <a:gd name="connsiteY945" fmla="*/ 4336 h 740098"/>
              <a:gd name="connsiteX946" fmla="*/ 1086316 w 1147179"/>
              <a:gd name="connsiteY946" fmla="*/ 4244 h 740098"/>
              <a:gd name="connsiteX947" fmla="*/ 1087468 w 1147179"/>
              <a:gd name="connsiteY947" fmla="*/ 4153 h 740098"/>
              <a:gd name="connsiteX948" fmla="*/ 1088613 w 1147179"/>
              <a:gd name="connsiteY948" fmla="*/ 4062 h 740098"/>
              <a:gd name="connsiteX949" fmla="*/ 1089765 w 1147179"/>
              <a:gd name="connsiteY949" fmla="*/ 3971 h 740098"/>
              <a:gd name="connsiteX950" fmla="*/ 1090911 w 1147179"/>
              <a:gd name="connsiteY950" fmla="*/ 3881 h 740098"/>
              <a:gd name="connsiteX951" fmla="*/ 1092056 w 1147179"/>
              <a:gd name="connsiteY951" fmla="*/ 3792 h 740098"/>
              <a:gd name="connsiteX952" fmla="*/ 1093208 w 1147179"/>
              <a:gd name="connsiteY952" fmla="*/ 3702 h 740098"/>
              <a:gd name="connsiteX953" fmla="*/ 1094354 w 1147179"/>
              <a:gd name="connsiteY953" fmla="*/ 3614 h 740098"/>
              <a:gd name="connsiteX954" fmla="*/ 1095505 w 1147179"/>
              <a:gd name="connsiteY954" fmla="*/ 3526 h 740098"/>
              <a:gd name="connsiteX955" fmla="*/ 1096651 w 1147179"/>
              <a:gd name="connsiteY955" fmla="*/ 3438 h 740098"/>
              <a:gd name="connsiteX956" fmla="*/ 1097803 w 1147179"/>
              <a:gd name="connsiteY956" fmla="*/ 3351 h 740098"/>
              <a:gd name="connsiteX957" fmla="*/ 1098948 w 1147179"/>
              <a:gd name="connsiteY957" fmla="*/ 3264 h 740098"/>
              <a:gd name="connsiteX958" fmla="*/ 1100100 w 1147179"/>
              <a:gd name="connsiteY958" fmla="*/ 3178 h 740098"/>
              <a:gd name="connsiteX959" fmla="*/ 1101245 w 1147179"/>
              <a:gd name="connsiteY959" fmla="*/ 3092 h 740098"/>
              <a:gd name="connsiteX960" fmla="*/ 1102397 w 1147179"/>
              <a:gd name="connsiteY960" fmla="*/ 3006 h 740098"/>
              <a:gd name="connsiteX961" fmla="*/ 1103543 w 1147179"/>
              <a:gd name="connsiteY961" fmla="*/ 2921 h 740098"/>
              <a:gd name="connsiteX962" fmla="*/ 1104688 w 1147179"/>
              <a:gd name="connsiteY962" fmla="*/ 2837 h 740098"/>
              <a:gd name="connsiteX963" fmla="*/ 1105840 w 1147179"/>
              <a:gd name="connsiteY963" fmla="*/ 2753 h 740098"/>
              <a:gd name="connsiteX964" fmla="*/ 1106986 w 1147179"/>
              <a:gd name="connsiteY964" fmla="*/ 2669 h 740098"/>
              <a:gd name="connsiteX965" fmla="*/ 1108137 w 1147179"/>
              <a:gd name="connsiteY965" fmla="*/ 2586 h 740098"/>
              <a:gd name="connsiteX966" fmla="*/ 1109283 w 1147179"/>
              <a:gd name="connsiteY966" fmla="*/ 2503 h 740098"/>
              <a:gd name="connsiteX967" fmla="*/ 1110435 w 1147179"/>
              <a:gd name="connsiteY967" fmla="*/ 2421 h 740098"/>
              <a:gd name="connsiteX968" fmla="*/ 1111580 w 1147179"/>
              <a:gd name="connsiteY968" fmla="*/ 2339 h 740098"/>
              <a:gd name="connsiteX969" fmla="*/ 1112732 w 1147179"/>
              <a:gd name="connsiteY969" fmla="*/ 2258 h 740098"/>
              <a:gd name="connsiteX970" fmla="*/ 1113878 w 1147179"/>
              <a:gd name="connsiteY970" fmla="*/ 2177 h 740098"/>
              <a:gd name="connsiteX971" fmla="*/ 1115023 w 1147179"/>
              <a:gd name="connsiteY971" fmla="*/ 2096 h 740098"/>
              <a:gd name="connsiteX972" fmla="*/ 1116175 w 1147179"/>
              <a:gd name="connsiteY972" fmla="*/ 2016 h 740098"/>
              <a:gd name="connsiteX973" fmla="*/ 1117320 w 1147179"/>
              <a:gd name="connsiteY973" fmla="*/ 1936 h 740098"/>
              <a:gd name="connsiteX974" fmla="*/ 1118472 w 1147179"/>
              <a:gd name="connsiteY974" fmla="*/ 1857 h 740098"/>
              <a:gd name="connsiteX975" fmla="*/ 1119618 w 1147179"/>
              <a:gd name="connsiteY975" fmla="*/ 1778 h 740098"/>
              <a:gd name="connsiteX976" fmla="*/ 1120769 w 1147179"/>
              <a:gd name="connsiteY976" fmla="*/ 1699 h 740098"/>
              <a:gd name="connsiteX977" fmla="*/ 1121915 w 1147179"/>
              <a:gd name="connsiteY977" fmla="*/ 1621 h 740098"/>
              <a:gd name="connsiteX978" fmla="*/ 1123067 w 1147179"/>
              <a:gd name="connsiteY978" fmla="*/ 1544 h 740098"/>
              <a:gd name="connsiteX979" fmla="*/ 1124212 w 1147179"/>
              <a:gd name="connsiteY979" fmla="*/ 1466 h 740098"/>
              <a:gd name="connsiteX980" fmla="*/ 1125358 w 1147179"/>
              <a:gd name="connsiteY980" fmla="*/ 1389 h 740098"/>
              <a:gd name="connsiteX981" fmla="*/ 1126510 w 1147179"/>
              <a:gd name="connsiteY981" fmla="*/ 1313 h 740098"/>
              <a:gd name="connsiteX982" fmla="*/ 1127655 w 1147179"/>
              <a:gd name="connsiteY982" fmla="*/ 1237 h 740098"/>
              <a:gd name="connsiteX983" fmla="*/ 1128807 w 1147179"/>
              <a:gd name="connsiteY983" fmla="*/ 1161 h 740098"/>
              <a:gd name="connsiteX984" fmla="*/ 1129953 w 1147179"/>
              <a:gd name="connsiteY984" fmla="*/ 1086 h 740098"/>
              <a:gd name="connsiteX985" fmla="*/ 1131104 w 1147179"/>
              <a:gd name="connsiteY985" fmla="*/ 1011 h 740098"/>
              <a:gd name="connsiteX986" fmla="*/ 1132250 w 1147179"/>
              <a:gd name="connsiteY986" fmla="*/ 936 h 740098"/>
              <a:gd name="connsiteX987" fmla="*/ 1133401 w 1147179"/>
              <a:gd name="connsiteY987" fmla="*/ 862 h 740098"/>
              <a:gd name="connsiteX988" fmla="*/ 1134547 w 1147179"/>
              <a:gd name="connsiteY988" fmla="*/ 788 h 740098"/>
              <a:gd name="connsiteX989" fmla="*/ 1135699 w 1147179"/>
              <a:gd name="connsiteY989" fmla="*/ 715 h 740098"/>
              <a:gd name="connsiteX990" fmla="*/ 1136844 w 1147179"/>
              <a:gd name="connsiteY990" fmla="*/ 641 h 740098"/>
              <a:gd name="connsiteX991" fmla="*/ 1137990 w 1147179"/>
              <a:gd name="connsiteY991" fmla="*/ 569 h 740098"/>
              <a:gd name="connsiteX992" fmla="*/ 1139142 w 1147179"/>
              <a:gd name="connsiteY992" fmla="*/ 496 h 740098"/>
              <a:gd name="connsiteX993" fmla="*/ 1140287 w 1147179"/>
              <a:gd name="connsiteY993" fmla="*/ 424 h 740098"/>
              <a:gd name="connsiteX994" fmla="*/ 1141439 w 1147179"/>
              <a:gd name="connsiteY994" fmla="*/ 353 h 740098"/>
              <a:gd name="connsiteX995" fmla="*/ 1142585 w 1147179"/>
              <a:gd name="connsiteY995" fmla="*/ 281 h 740098"/>
              <a:gd name="connsiteX996" fmla="*/ 1143736 w 1147179"/>
              <a:gd name="connsiteY996" fmla="*/ 211 h 740098"/>
              <a:gd name="connsiteX997" fmla="*/ 1144882 w 1147179"/>
              <a:gd name="connsiteY997" fmla="*/ 140 h 740098"/>
              <a:gd name="connsiteX998" fmla="*/ 1146033 w 1147179"/>
              <a:gd name="connsiteY998" fmla="*/ 70 h 740098"/>
              <a:gd name="connsiteX999" fmla="*/ 1147179 w 1147179"/>
              <a:gd name="connsiteY999" fmla="*/ 0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47179" h="740098">
                <a:moveTo>
                  <a:pt x="0" y="146066"/>
                </a:moveTo>
                <a:lnTo>
                  <a:pt x="1148" y="147242"/>
                </a:lnTo>
                <a:lnTo>
                  <a:pt x="2297" y="148428"/>
                </a:lnTo>
                <a:lnTo>
                  <a:pt x="3445" y="149623"/>
                </a:lnTo>
                <a:lnTo>
                  <a:pt x="4593" y="150829"/>
                </a:lnTo>
                <a:lnTo>
                  <a:pt x="5741" y="152044"/>
                </a:lnTo>
                <a:lnTo>
                  <a:pt x="6890" y="153269"/>
                </a:lnTo>
                <a:lnTo>
                  <a:pt x="8038" y="154504"/>
                </a:lnTo>
                <a:lnTo>
                  <a:pt x="9187" y="155749"/>
                </a:lnTo>
                <a:lnTo>
                  <a:pt x="10335" y="157005"/>
                </a:lnTo>
                <a:lnTo>
                  <a:pt x="11483" y="158270"/>
                </a:lnTo>
                <a:lnTo>
                  <a:pt x="12631" y="159545"/>
                </a:lnTo>
                <a:lnTo>
                  <a:pt x="13780" y="160832"/>
                </a:lnTo>
                <a:lnTo>
                  <a:pt x="14928" y="162128"/>
                </a:lnTo>
                <a:lnTo>
                  <a:pt x="16077" y="163434"/>
                </a:lnTo>
                <a:lnTo>
                  <a:pt x="17225" y="164752"/>
                </a:lnTo>
                <a:lnTo>
                  <a:pt x="18373" y="166079"/>
                </a:lnTo>
                <a:lnTo>
                  <a:pt x="19521" y="167418"/>
                </a:lnTo>
                <a:lnTo>
                  <a:pt x="20670" y="168767"/>
                </a:lnTo>
                <a:lnTo>
                  <a:pt x="21818" y="170127"/>
                </a:lnTo>
                <a:lnTo>
                  <a:pt x="22966" y="171498"/>
                </a:lnTo>
                <a:lnTo>
                  <a:pt x="24115" y="172880"/>
                </a:lnTo>
                <a:lnTo>
                  <a:pt x="25263" y="174273"/>
                </a:lnTo>
                <a:lnTo>
                  <a:pt x="26412" y="175677"/>
                </a:lnTo>
                <a:lnTo>
                  <a:pt x="27560" y="177092"/>
                </a:lnTo>
                <a:lnTo>
                  <a:pt x="28708" y="178518"/>
                </a:lnTo>
                <a:lnTo>
                  <a:pt x="29856" y="179956"/>
                </a:lnTo>
                <a:lnTo>
                  <a:pt x="31005" y="181405"/>
                </a:lnTo>
                <a:lnTo>
                  <a:pt x="32153" y="182866"/>
                </a:lnTo>
                <a:lnTo>
                  <a:pt x="33302" y="184338"/>
                </a:lnTo>
                <a:lnTo>
                  <a:pt x="34450" y="185821"/>
                </a:lnTo>
                <a:lnTo>
                  <a:pt x="35598" y="187316"/>
                </a:lnTo>
                <a:lnTo>
                  <a:pt x="36746" y="188823"/>
                </a:lnTo>
                <a:lnTo>
                  <a:pt x="37895" y="190342"/>
                </a:lnTo>
                <a:lnTo>
                  <a:pt x="39043" y="191872"/>
                </a:lnTo>
                <a:lnTo>
                  <a:pt x="40192" y="193415"/>
                </a:lnTo>
                <a:lnTo>
                  <a:pt x="41340" y="194969"/>
                </a:lnTo>
                <a:lnTo>
                  <a:pt x="42488" y="196536"/>
                </a:lnTo>
                <a:lnTo>
                  <a:pt x="43636" y="198115"/>
                </a:lnTo>
                <a:lnTo>
                  <a:pt x="44784" y="199705"/>
                </a:lnTo>
                <a:lnTo>
                  <a:pt x="45933" y="201308"/>
                </a:lnTo>
                <a:lnTo>
                  <a:pt x="47081" y="202924"/>
                </a:lnTo>
                <a:lnTo>
                  <a:pt x="48230" y="204551"/>
                </a:lnTo>
                <a:lnTo>
                  <a:pt x="49378" y="206191"/>
                </a:lnTo>
                <a:lnTo>
                  <a:pt x="50526" y="207844"/>
                </a:lnTo>
                <a:lnTo>
                  <a:pt x="51674" y="209509"/>
                </a:lnTo>
                <a:lnTo>
                  <a:pt x="52823" y="211187"/>
                </a:lnTo>
                <a:lnTo>
                  <a:pt x="53971" y="212877"/>
                </a:lnTo>
                <a:lnTo>
                  <a:pt x="55120" y="214580"/>
                </a:lnTo>
                <a:lnTo>
                  <a:pt x="56268" y="216296"/>
                </a:lnTo>
                <a:lnTo>
                  <a:pt x="57416" y="218024"/>
                </a:lnTo>
                <a:lnTo>
                  <a:pt x="58564" y="219766"/>
                </a:lnTo>
                <a:lnTo>
                  <a:pt x="59713" y="221520"/>
                </a:lnTo>
                <a:lnTo>
                  <a:pt x="60861" y="223288"/>
                </a:lnTo>
                <a:lnTo>
                  <a:pt x="62010" y="225068"/>
                </a:lnTo>
                <a:lnTo>
                  <a:pt x="63158" y="226861"/>
                </a:lnTo>
                <a:lnTo>
                  <a:pt x="64307" y="228668"/>
                </a:lnTo>
                <a:lnTo>
                  <a:pt x="65455" y="230488"/>
                </a:lnTo>
                <a:lnTo>
                  <a:pt x="66603" y="232321"/>
                </a:lnTo>
                <a:lnTo>
                  <a:pt x="67751" y="234167"/>
                </a:lnTo>
                <a:lnTo>
                  <a:pt x="68899" y="236027"/>
                </a:lnTo>
                <a:lnTo>
                  <a:pt x="70048" y="237900"/>
                </a:lnTo>
                <a:lnTo>
                  <a:pt x="71196" y="239786"/>
                </a:lnTo>
                <a:lnTo>
                  <a:pt x="72345" y="241686"/>
                </a:lnTo>
                <a:lnTo>
                  <a:pt x="73493" y="243599"/>
                </a:lnTo>
                <a:lnTo>
                  <a:pt x="74641" y="245526"/>
                </a:lnTo>
                <a:lnTo>
                  <a:pt x="75789" y="247466"/>
                </a:lnTo>
                <a:lnTo>
                  <a:pt x="76938" y="249420"/>
                </a:lnTo>
                <a:lnTo>
                  <a:pt x="78086" y="251388"/>
                </a:lnTo>
                <a:lnTo>
                  <a:pt x="79235" y="253368"/>
                </a:lnTo>
                <a:lnTo>
                  <a:pt x="80383" y="255363"/>
                </a:lnTo>
                <a:lnTo>
                  <a:pt x="81531" y="257372"/>
                </a:lnTo>
                <a:lnTo>
                  <a:pt x="82679" y="259394"/>
                </a:lnTo>
                <a:lnTo>
                  <a:pt x="83828" y="261430"/>
                </a:lnTo>
                <a:lnTo>
                  <a:pt x="84976" y="263479"/>
                </a:lnTo>
                <a:lnTo>
                  <a:pt x="86125" y="265543"/>
                </a:lnTo>
                <a:lnTo>
                  <a:pt x="87273" y="267620"/>
                </a:lnTo>
                <a:lnTo>
                  <a:pt x="88421" y="269710"/>
                </a:lnTo>
                <a:lnTo>
                  <a:pt x="89569" y="271815"/>
                </a:lnTo>
                <a:lnTo>
                  <a:pt x="90718" y="273933"/>
                </a:lnTo>
                <a:lnTo>
                  <a:pt x="91866" y="276066"/>
                </a:lnTo>
                <a:lnTo>
                  <a:pt x="93015" y="278211"/>
                </a:lnTo>
                <a:lnTo>
                  <a:pt x="94163" y="280372"/>
                </a:lnTo>
                <a:lnTo>
                  <a:pt x="95311" y="282545"/>
                </a:lnTo>
                <a:lnTo>
                  <a:pt x="96459" y="284732"/>
                </a:lnTo>
                <a:lnTo>
                  <a:pt x="97607" y="286934"/>
                </a:lnTo>
                <a:lnTo>
                  <a:pt x="98756" y="289149"/>
                </a:lnTo>
                <a:lnTo>
                  <a:pt x="99904" y="291377"/>
                </a:lnTo>
                <a:lnTo>
                  <a:pt x="101053" y="293620"/>
                </a:lnTo>
                <a:lnTo>
                  <a:pt x="102201" y="295876"/>
                </a:lnTo>
                <a:lnTo>
                  <a:pt x="103349" y="298146"/>
                </a:lnTo>
                <a:lnTo>
                  <a:pt x="104498" y="300429"/>
                </a:lnTo>
                <a:lnTo>
                  <a:pt x="105646" y="302727"/>
                </a:lnTo>
                <a:lnTo>
                  <a:pt x="106794" y="305038"/>
                </a:lnTo>
                <a:lnTo>
                  <a:pt x="107943" y="307362"/>
                </a:lnTo>
                <a:lnTo>
                  <a:pt x="109091" y="309700"/>
                </a:lnTo>
                <a:lnTo>
                  <a:pt x="110240" y="312052"/>
                </a:lnTo>
                <a:lnTo>
                  <a:pt x="111388" y="314416"/>
                </a:lnTo>
                <a:lnTo>
                  <a:pt x="112536" y="316794"/>
                </a:lnTo>
                <a:lnTo>
                  <a:pt x="113684" y="319186"/>
                </a:lnTo>
                <a:lnTo>
                  <a:pt x="114833" y="321592"/>
                </a:lnTo>
                <a:lnTo>
                  <a:pt x="115981" y="324009"/>
                </a:lnTo>
                <a:lnTo>
                  <a:pt x="117130" y="326441"/>
                </a:lnTo>
                <a:lnTo>
                  <a:pt x="118278" y="328886"/>
                </a:lnTo>
                <a:lnTo>
                  <a:pt x="119426" y="331343"/>
                </a:lnTo>
                <a:lnTo>
                  <a:pt x="120574" y="333814"/>
                </a:lnTo>
                <a:lnTo>
                  <a:pt x="121722" y="336297"/>
                </a:lnTo>
                <a:lnTo>
                  <a:pt x="122871" y="338793"/>
                </a:lnTo>
                <a:lnTo>
                  <a:pt x="124019" y="341302"/>
                </a:lnTo>
                <a:lnTo>
                  <a:pt x="125168" y="343824"/>
                </a:lnTo>
                <a:lnTo>
                  <a:pt x="126316" y="346358"/>
                </a:lnTo>
                <a:lnTo>
                  <a:pt x="127464" y="348904"/>
                </a:lnTo>
                <a:lnTo>
                  <a:pt x="128612" y="351463"/>
                </a:lnTo>
                <a:lnTo>
                  <a:pt x="129761" y="354034"/>
                </a:lnTo>
                <a:lnTo>
                  <a:pt x="130909" y="356618"/>
                </a:lnTo>
                <a:lnTo>
                  <a:pt x="132058" y="359212"/>
                </a:lnTo>
                <a:lnTo>
                  <a:pt x="133206" y="361820"/>
                </a:lnTo>
                <a:lnTo>
                  <a:pt x="134354" y="364438"/>
                </a:lnTo>
                <a:lnTo>
                  <a:pt x="135502" y="367069"/>
                </a:lnTo>
                <a:lnTo>
                  <a:pt x="136651" y="369711"/>
                </a:lnTo>
                <a:lnTo>
                  <a:pt x="137799" y="372364"/>
                </a:lnTo>
                <a:lnTo>
                  <a:pt x="138948" y="375029"/>
                </a:lnTo>
                <a:lnTo>
                  <a:pt x="140096" y="377705"/>
                </a:lnTo>
                <a:lnTo>
                  <a:pt x="141244" y="380391"/>
                </a:lnTo>
                <a:lnTo>
                  <a:pt x="142392" y="383089"/>
                </a:lnTo>
                <a:lnTo>
                  <a:pt x="143541" y="385796"/>
                </a:lnTo>
                <a:lnTo>
                  <a:pt x="144689" y="388515"/>
                </a:lnTo>
                <a:lnTo>
                  <a:pt x="145837" y="391244"/>
                </a:lnTo>
                <a:lnTo>
                  <a:pt x="146986" y="393982"/>
                </a:lnTo>
                <a:lnTo>
                  <a:pt x="148134" y="396731"/>
                </a:lnTo>
                <a:lnTo>
                  <a:pt x="149283" y="399489"/>
                </a:lnTo>
                <a:lnTo>
                  <a:pt x="150431" y="402257"/>
                </a:lnTo>
                <a:lnTo>
                  <a:pt x="151579" y="405034"/>
                </a:lnTo>
                <a:lnTo>
                  <a:pt x="152727" y="407821"/>
                </a:lnTo>
                <a:lnTo>
                  <a:pt x="153876" y="410616"/>
                </a:lnTo>
                <a:lnTo>
                  <a:pt x="155024" y="413420"/>
                </a:lnTo>
                <a:lnTo>
                  <a:pt x="156173" y="416233"/>
                </a:lnTo>
                <a:lnTo>
                  <a:pt x="157321" y="419054"/>
                </a:lnTo>
                <a:lnTo>
                  <a:pt x="158469" y="421882"/>
                </a:lnTo>
                <a:lnTo>
                  <a:pt x="159617" y="424719"/>
                </a:lnTo>
                <a:lnTo>
                  <a:pt x="160766" y="427564"/>
                </a:lnTo>
                <a:lnTo>
                  <a:pt x="161914" y="430415"/>
                </a:lnTo>
                <a:lnTo>
                  <a:pt x="163063" y="433274"/>
                </a:lnTo>
                <a:lnTo>
                  <a:pt x="164211" y="436140"/>
                </a:lnTo>
                <a:lnTo>
                  <a:pt x="165359" y="439012"/>
                </a:lnTo>
                <a:lnTo>
                  <a:pt x="166507" y="441891"/>
                </a:lnTo>
                <a:lnTo>
                  <a:pt x="167656" y="444775"/>
                </a:lnTo>
                <a:lnTo>
                  <a:pt x="168804" y="447666"/>
                </a:lnTo>
                <a:lnTo>
                  <a:pt x="169953" y="450562"/>
                </a:lnTo>
                <a:lnTo>
                  <a:pt x="171101" y="453463"/>
                </a:lnTo>
                <a:lnTo>
                  <a:pt x="172249" y="456370"/>
                </a:lnTo>
                <a:lnTo>
                  <a:pt x="173397" y="459281"/>
                </a:lnTo>
                <a:lnTo>
                  <a:pt x="174545" y="462196"/>
                </a:lnTo>
                <a:lnTo>
                  <a:pt x="175694" y="465115"/>
                </a:lnTo>
                <a:lnTo>
                  <a:pt x="176842" y="468039"/>
                </a:lnTo>
                <a:lnTo>
                  <a:pt x="177991" y="470966"/>
                </a:lnTo>
                <a:lnTo>
                  <a:pt x="179139" y="473895"/>
                </a:lnTo>
                <a:lnTo>
                  <a:pt x="180287" y="476828"/>
                </a:lnTo>
                <a:lnTo>
                  <a:pt x="181435" y="479763"/>
                </a:lnTo>
                <a:lnTo>
                  <a:pt x="182584" y="482700"/>
                </a:lnTo>
                <a:lnTo>
                  <a:pt x="183732" y="485640"/>
                </a:lnTo>
                <a:lnTo>
                  <a:pt x="184881" y="488581"/>
                </a:lnTo>
                <a:lnTo>
                  <a:pt x="186029" y="491522"/>
                </a:lnTo>
                <a:lnTo>
                  <a:pt x="187177" y="494466"/>
                </a:lnTo>
                <a:lnTo>
                  <a:pt x="188326" y="497408"/>
                </a:lnTo>
                <a:lnTo>
                  <a:pt x="189474" y="500352"/>
                </a:lnTo>
                <a:lnTo>
                  <a:pt x="190622" y="503295"/>
                </a:lnTo>
                <a:lnTo>
                  <a:pt x="191771" y="506238"/>
                </a:lnTo>
                <a:lnTo>
                  <a:pt x="192919" y="509180"/>
                </a:lnTo>
                <a:lnTo>
                  <a:pt x="194068" y="512120"/>
                </a:lnTo>
                <a:lnTo>
                  <a:pt x="195216" y="515059"/>
                </a:lnTo>
                <a:lnTo>
                  <a:pt x="196364" y="517995"/>
                </a:lnTo>
                <a:lnTo>
                  <a:pt x="197512" y="520930"/>
                </a:lnTo>
                <a:lnTo>
                  <a:pt x="198660" y="523861"/>
                </a:lnTo>
                <a:lnTo>
                  <a:pt x="199809" y="526789"/>
                </a:lnTo>
                <a:lnTo>
                  <a:pt x="200957" y="529714"/>
                </a:lnTo>
                <a:lnTo>
                  <a:pt x="202106" y="532634"/>
                </a:lnTo>
                <a:lnTo>
                  <a:pt x="203254" y="535550"/>
                </a:lnTo>
                <a:lnTo>
                  <a:pt x="204402" y="538462"/>
                </a:lnTo>
                <a:lnTo>
                  <a:pt x="205550" y="541370"/>
                </a:lnTo>
                <a:lnTo>
                  <a:pt x="206699" y="544270"/>
                </a:lnTo>
                <a:lnTo>
                  <a:pt x="207847" y="547163"/>
                </a:lnTo>
                <a:lnTo>
                  <a:pt x="208996" y="550051"/>
                </a:lnTo>
                <a:lnTo>
                  <a:pt x="210144" y="552933"/>
                </a:lnTo>
                <a:lnTo>
                  <a:pt x="211292" y="555809"/>
                </a:lnTo>
                <a:lnTo>
                  <a:pt x="212440" y="558673"/>
                </a:lnTo>
                <a:lnTo>
                  <a:pt x="213589" y="561532"/>
                </a:lnTo>
                <a:lnTo>
                  <a:pt x="214737" y="564384"/>
                </a:lnTo>
                <a:lnTo>
                  <a:pt x="215886" y="567225"/>
                </a:lnTo>
                <a:lnTo>
                  <a:pt x="217034" y="570054"/>
                </a:lnTo>
                <a:lnTo>
                  <a:pt x="218182" y="572876"/>
                </a:lnTo>
                <a:lnTo>
                  <a:pt x="219330" y="575687"/>
                </a:lnTo>
                <a:lnTo>
                  <a:pt x="220479" y="578487"/>
                </a:lnTo>
                <a:lnTo>
                  <a:pt x="221627" y="581280"/>
                </a:lnTo>
                <a:lnTo>
                  <a:pt x="222775" y="584056"/>
                </a:lnTo>
                <a:lnTo>
                  <a:pt x="223924" y="586825"/>
                </a:lnTo>
                <a:lnTo>
                  <a:pt x="225072" y="589577"/>
                </a:lnTo>
                <a:lnTo>
                  <a:pt x="226220" y="592323"/>
                </a:lnTo>
                <a:lnTo>
                  <a:pt x="227369" y="595052"/>
                </a:lnTo>
                <a:lnTo>
                  <a:pt x="228517" y="597763"/>
                </a:lnTo>
                <a:lnTo>
                  <a:pt x="229665" y="600467"/>
                </a:lnTo>
                <a:lnTo>
                  <a:pt x="230814" y="603154"/>
                </a:lnTo>
                <a:lnTo>
                  <a:pt x="231962" y="605824"/>
                </a:lnTo>
                <a:lnTo>
                  <a:pt x="233111" y="608481"/>
                </a:lnTo>
                <a:lnTo>
                  <a:pt x="234259" y="611121"/>
                </a:lnTo>
                <a:lnTo>
                  <a:pt x="235407" y="613749"/>
                </a:lnTo>
                <a:lnTo>
                  <a:pt x="236555" y="616353"/>
                </a:lnTo>
                <a:lnTo>
                  <a:pt x="237704" y="618946"/>
                </a:lnTo>
                <a:lnTo>
                  <a:pt x="238852" y="621521"/>
                </a:lnTo>
                <a:lnTo>
                  <a:pt x="240001" y="624072"/>
                </a:lnTo>
                <a:lnTo>
                  <a:pt x="241149" y="626611"/>
                </a:lnTo>
                <a:lnTo>
                  <a:pt x="242297" y="629133"/>
                </a:lnTo>
                <a:lnTo>
                  <a:pt x="243445" y="631631"/>
                </a:lnTo>
                <a:lnTo>
                  <a:pt x="244594" y="634111"/>
                </a:lnTo>
                <a:lnTo>
                  <a:pt x="245742" y="636574"/>
                </a:lnTo>
                <a:lnTo>
                  <a:pt x="246891" y="639013"/>
                </a:lnTo>
                <a:lnTo>
                  <a:pt x="248039" y="641428"/>
                </a:lnTo>
                <a:lnTo>
                  <a:pt x="249187" y="643826"/>
                </a:lnTo>
                <a:lnTo>
                  <a:pt x="250335" y="646206"/>
                </a:lnTo>
                <a:lnTo>
                  <a:pt x="251483" y="648562"/>
                </a:lnTo>
                <a:lnTo>
                  <a:pt x="252632" y="650895"/>
                </a:lnTo>
                <a:lnTo>
                  <a:pt x="253780" y="653204"/>
                </a:lnTo>
                <a:lnTo>
                  <a:pt x="254929" y="655490"/>
                </a:lnTo>
                <a:lnTo>
                  <a:pt x="256077" y="657751"/>
                </a:lnTo>
                <a:lnTo>
                  <a:pt x="257225" y="659990"/>
                </a:lnTo>
                <a:lnTo>
                  <a:pt x="258373" y="662204"/>
                </a:lnTo>
                <a:lnTo>
                  <a:pt x="259522" y="664395"/>
                </a:lnTo>
                <a:lnTo>
                  <a:pt x="260670" y="666563"/>
                </a:lnTo>
                <a:lnTo>
                  <a:pt x="261819" y="668700"/>
                </a:lnTo>
                <a:lnTo>
                  <a:pt x="262967" y="670815"/>
                </a:lnTo>
                <a:lnTo>
                  <a:pt x="264115" y="672905"/>
                </a:lnTo>
                <a:lnTo>
                  <a:pt x="265263" y="674966"/>
                </a:lnTo>
                <a:lnTo>
                  <a:pt x="266412" y="677004"/>
                </a:lnTo>
                <a:lnTo>
                  <a:pt x="267560" y="679011"/>
                </a:lnTo>
                <a:lnTo>
                  <a:pt x="268709" y="680990"/>
                </a:lnTo>
                <a:lnTo>
                  <a:pt x="269857" y="682945"/>
                </a:lnTo>
                <a:lnTo>
                  <a:pt x="271005" y="684870"/>
                </a:lnTo>
                <a:lnTo>
                  <a:pt x="272154" y="686766"/>
                </a:lnTo>
                <a:lnTo>
                  <a:pt x="273302" y="688632"/>
                </a:lnTo>
                <a:lnTo>
                  <a:pt x="274450" y="690468"/>
                </a:lnTo>
                <a:lnTo>
                  <a:pt x="275598" y="692275"/>
                </a:lnTo>
                <a:lnTo>
                  <a:pt x="276747" y="694059"/>
                </a:lnTo>
                <a:lnTo>
                  <a:pt x="277895" y="695807"/>
                </a:lnTo>
                <a:lnTo>
                  <a:pt x="279044" y="697525"/>
                </a:lnTo>
                <a:lnTo>
                  <a:pt x="280192" y="699214"/>
                </a:lnTo>
                <a:lnTo>
                  <a:pt x="281340" y="700874"/>
                </a:lnTo>
                <a:lnTo>
                  <a:pt x="282488" y="702498"/>
                </a:lnTo>
                <a:lnTo>
                  <a:pt x="283637" y="704092"/>
                </a:lnTo>
                <a:lnTo>
                  <a:pt x="284785" y="705657"/>
                </a:lnTo>
                <a:lnTo>
                  <a:pt x="285934" y="707187"/>
                </a:lnTo>
                <a:lnTo>
                  <a:pt x="287082" y="708687"/>
                </a:lnTo>
                <a:lnTo>
                  <a:pt x="288230" y="710158"/>
                </a:lnTo>
                <a:lnTo>
                  <a:pt x="289378" y="711587"/>
                </a:lnTo>
                <a:lnTo>
                  <a:pt x="290527" y="712992"/>
                </a:lnTo>
                <a:lnTo>
                  <a:pt x="291675" y="714356"/>
                </a:lnTo>
                <a:lnTo>
                  <a:pt x="292824" y="715691"/>
                </a:lnTo>
                <a:lnTo>
                  <a:pt x="293972" y="716996"/>
                </a:lnTo>
                <a:lnTo>
                  <a:pt x="295120" y="718260"/>
                </a:lnTo>
                <a:lnTo>
                  <a:pt x="296268" y="719494"/>
                </a:lnTo>
                <a:lnTo>
                  <a:pt x="297417" y="720693"/>
                </a:lnTo>
                <a:lnTo>
                  <a:pt x="298565" y="721862"/>
                </a:lnTo>
                <a:lnTo>
                  <a:pt x="299713" y="722990"/>
                </a:lnTo>
                <a:lnTo>
                  <a:pt x="300862" y="724083"/>
                </a:lnTo>
                <a:lnTo>
                  <a:pt x="302010" y="725146"/>
                </a:lnTo>
                <a:lnTo>
                  <a:pt x="303158" y="726173"/>
                </a:lnTo>
                <a:lnTo>
                  <a:pt x="304306" y="727160"/>
                </a:lnTo>
                <a:lnTo>
                  <a:pt x="305455" y="728116"/>
                </a:lnTo>
                <a:lnTo>
                  <a:pt x="306603" y="729032"/>
                </a:lnTo>
                <a:lnTo>
                  <a:pt x="307752" y="729918"/>
                </a:lnTo>
                <a:lnTo>
                  <a:pt x="308900" y="730762"/>
                </a:lnTo>
                <a:lnTo>
                  <a:pt x="310048" y="731577"/>
                </a:lnTo>
                <a:lnTo>
                  <a:pt x="311197" y="732351"/>
                </a:lnTo>
                <a:lnTo>
                  <a:pt x="312345" y="733089"/>
                </a:lnTo>
                <a:lnTo>
                  <a:pt x="313493" y="733792"/>
                </a:lnTo>
                <a:lnTo>
                  <a:pt x="314642" y="734459"/>
                </a:lnTo>
                <a:lnTo>
                  <a:pt x="315790" y="735085"/>
                </a:lnTo>
                <a:lnTo>
                  <a:pt x="316938" y="735676"/>
                </a:lnTo>
                <a:lnTo>
                  <a:pt x="318087" y="736237"/>
                </a:lnTo>
                <a:lnTo>
                  <a:pt x="319235" y="736750"/>
                </a:lnTo>
                <a:lnTo>
                  <a:pt x="320383" y="737235"/>
                </a:lnTo>
                <a:lnTo>
                  <a:pt x="321532" y="737678"/>
                </a:lnTo>
                <a:lnTo>
                  <a:pt x="322680" y="738085"/>
                </a:lnTo>
                <a:lnTo>
                  <a:pt x="323829" y="738457"/>
                </a:lnTo>
                <a:lnTo>
                  <a:pt x="324977" y="738788"/>
                </a:lnTo>
                <a:lnTo>
                  <a:pt x="326125" y="739083"/>
                </a:lnTo>
                <a:lnTo>
                  <a:pt x="327273" y="739343"/>
                </a:lnTo>
                <a:lnTo>
                  <a:pt x="328421" y="739561"/>
                </a:lnTo>
                <a:lnTo>
                  <a:pt x="329570" y="739744"/>
                </a:lnTo>
                <a:lnTo>
                  <a:pt x="330718" y="739892"/>
                </a:lnTo>
                <a:lnTo>
                  <a:pt x="331867" y="739998"/>
                </a:lnTo>
                <a:lnTo>
                  <a:pt x="333015" y="740069"/>
                </a:lnTo>
                <a:lnTo>
                  <a:pt x="334163" y="740099"/>
                </a:lnTo>
                <a:lnTo>
                  <a:pt x="335311" y="740099"/>
                </a:lnTo>
                <a:lnTo>
                  <a:pt x="336460" y="740052"/>
                </a:lnTo>
                <a:lnTo>
                  <a:pt x="337608" y="739975"/>
                </a:lnTo>
                <a:lnTo>
                  <a:pt x="338757" y="739857"/>
                </a:lnTo>
                <a:lnTo>
                  <a:pt x="339905" y="739703"/>
                </a:lnTo>
                <a:lnTo>
                  <a:pt x="341053" y="739508"/>
                </a:lnTo>
                <a:lnTo>
                  <a:pt x="342201" y="739278"/>
                </a:lnTo>
                <a:lnTo>
                  <a:pt x="343350" y="739012"/>
                </a:lnTo>
                <a:lnTo>
                  <a:pt x="344498" y="738705"/>
                </a:lnTo>
                <a:lnTo>
                  <a:pt x="345647" y="738368"/>
                </a:lnTo>
                <a:lnTo>
                  <a:pt x="346795" y="737985"/>
                </a:lnTo>
                <a:lnTo>
                  <a:pt x="347943" y="737571"/>
                </a:lnTo>
                <a:lnTo>
                  <a:pt x="349091" y="737117"/>
                </a:lnTo>
                <a:lnTo>
                  <a:pt x="350240" y="736626"/>
                </a:lnTo>
                <a:lnTo>
                  <a:pt x="351388" y="736101"/>
                </a:lnTo>
                <a:lnTo>
                  <a:pt x="352536" y="735534"/>
                </a:lnTo>
                <a:lnTo>
                  <a:pt x="353685" y="734931"/>
                </a:lnTo>
                <a:lnTo>
                  <a:pt x="354833" y="734294"/>
                </a:lnTo>
                <a:lnTo>
                  <a:pt x="355981" y="733620"/>
                </a:lnTo>
                <a:lnTo>
                  <a:pt x="357130" y="732906"/>
                </a:lnTo>
                <a:lnTo>
                  <a:pt x="358278" y="732162"/>
                </a:lnTo>
                <a:lnTo>
                  <a:pt x="359426" y="731376"/>
                </a:lnTo>
                <a:lnTo>
                  <a:pt x="360575" y="730555"/>
                </a:lnTo>
                <a:lnTo>
                  <a:pt x="361723" y="729699"/>
                </a:lnTo>
                <a:lnTo>
                  <a:pt x="362872" y="728807"/>
                </a:lnTo>
                <a:lnTo>
                  <a:pt x="364020" y="727880"/>
                </a:lnTo>
                <a:lnTo>
                  <a:pt x="365168" y="726918"/>
                </a:lnTo>
                <a:lnTo>
                  <a:pt x="366316" y="725920"/>
                </a:lnTo>
                <a:lnTo>
                  <a:pt x="367465" y="724886"/>
                </a:lnTo>
                <a:lnTo>
                  <a:pt x="368613" y="723817"/>
                </a:lnTo>
                <a:lnTo>
                  <a:pt x="369762" y="722713"/>
                </a:lnTo>
                <a:lnTo>
                  <a:pt x="370910" y="721573"/>
                </a:lnTo>
                <a:lnTo>
                  <a:pt x="372058" y="720398"/>
                </a:lnTo>
                <a:lnTo>
                  <a:pt x="373206" y="719193"/>
                </a:lnTo>
                <a:lnTo>
                  <a:pt x="374355" y="717947"/>
                </a:lnTo>
                <a:lnTo>
                  <a:pt x="375503" y="716671"/>
                </a:lnTo>
                <a:lnTo>
                  <a:pt x="376651" y="715360"/>
                </a:lnTo>
                <a:lnTo>
                  <a:pt x="377800" y="714020"/>
                </a:lnTo>
                <a:lnTo>
                  <a:pt x="378948" y="712644"/>
                </a:lnTo>
                <a:lnTo>
                  <a:pt x="380096" y="711232"/>
                </a:lnTo>
                <a:lnTo>
                  <a:pt x="381244" y="709791"/>
                </a:lnTo>
                <a:lnTo>
                  <a:pt x="382393" y="708315"/>
                </a:lnTo>
                <a:lnTo>
                  <a:pt x="383540" y="706809"/>
                </a:lnTo>
                <a:lnTo>
                  <a:pt x="384691" y="705268"/>
                </a:lnTo>
                <a:lnTo>
                  <a:pt x="385837" y="703697"/>
                </a:lnTo>
                <a:lnTo>
                  <a:pt x="386989" y="702096"/>
                </a:lnTo>
                <a:lnTo>
                  <a:pt x="388134" y="700461"/>
                </a:lnTo>
                <a:lnTo>
                  <a:pt x="389280" y="698795"/>
                </a:lnTo>
                <a:lnTo>
                  <a:pt x="390432" y="697100"/>
                </a:lnTo>
                <a:lnTo>
                  <a:pt x="391577" y="695370"/>
                </a:lnTo>
                <a:lnTo>
                  <a:pt x="392729" y="693616"/>
                </a:lnTo>
                <a:lnTo>
                  <a:pt x="393875" y="691827"/>
                </a:lnTo>
                <a:lnTo>
                  <a:pt x="395026" y="690014"/>
                </a:lnTo>
                <a:lnTo>
                  <a:pt x="396172" y="688165"/>
                </a:lnTo>
                <a:lnTo>
                  <a:pt x="397324" y="686293"/>
                </a:lnTo>
                <a:lnTo>
                  <a:pt x="398469" y="684386"/>
                </a:lnTo>
                <a:lnTo>
                  <a:pt x="399621" y="682454"/>
                </a:lnTo>
                <a:lnTo>
                  <a:pt x="400766" y="680500"/>
                </a:lnTo>
                <a:lnTo>
                  <a:pt x="401912" y="678510"/>
                </a:lnTo>
                <a:lnTo>
                  <a:pt x="403064" y="676496"/>
                </a:lnTo>
                <a:lnTo>
                  <a:pt x="404209" y="674452"/>
                </a:lnTo>
                <a:lnTo>
                  <a:pt x="405361" y="672385"/>
                </a:lnTo>
                <a:lnTo>
                  <a:pt x="406507" y="670289"/>
                </a:lnTo>
                <a:lnTo>
                  <a:pt x="407658" y="668169"/>
                </a:lnTo>
                <a:lnTo>
                  <a:pt x="408804" y="666025"/>
                </a:lnTo>
                <a:lnTo>
                  <a:pt x="409956" y="663852"/>
                </a:lnTo>
                <a:lnTo>
                  <a:pt x="411101" y="661655"/>
                </a:lnTo>
                <a:lnTo>
                  <a:pt x="412247" y="659434"/>
                </a:lnTo>
                <a:lnTo>
                  <a:pt x="413399" y="657190"/>
                </a:lnTo>
                <a:lnTo>
                  <a:pt x="414544" y="654917"/>
                </a:lnTo>
                <a:lnTo>
                  <a:pt x="415696" y="652625"/>
                </a:lnTo>
                <a:lnTo>
                  <a:pt x="416842" y="650310"/>
                </a:lnTo>
                <a:lnTo>
                  <a:pt x="417993" y="647972"/>
                </a:lnTo>
                <a:lnTo>
                  <a:pt x="419139" y="645615"/>
                </a:lnTo>
                <a:lnTo>
                  <a:pt x="420290" y="643230"/>
                </a:lnTo>
                <a:lnTo>
                  <a:pt x="421436" y="640826"/>
                </a:lnTo>
                <a:lnTo>
                  <a:pt x="422582" y="638405"/>
                </a:lnTo>
                <a:lnTo>
                  <a:pt x="423733" y="635960"/>
                </a:lnTo>
                <a:lnTo>
                  <a:pt x="424879" y="633491"/>
                </a:lnTo>
                <a:lnTo>
                  <a:pt x="426031" y="631005"/>
                </a:lnTo>
                <a:lnTo>
                  <a:pt x="427176" y="628501"/>
                </a:lnTo>
                <a:lnTo>
                  <a:pt x="428328" y="625979"/>
                </a:lnTo>
                <a:lnTo>
                  <a:pt x="429474" y="623440"/>
                </a:lnTo>
                <a:lnTo>
                  <a:pt x="430625" y="620877"/>
                </a:lnTo>
                <a:lnTo>
                  <a:pt x="431771" y="618302"/>
                </a:lnTo>
                <a:lnTo>
                  <a:pt x="432916" y="615704"/>
                </a:lnTo>
                <a:lnTo>
                  <a:pt x="434068" y="613093"/>
                </a:lnTo>
                <a:lnTo>
                  <a:pt x="435214" y="610465"/>
                </a:lnTo>
                <a:lnTo>
                  <a:pt x="436365" y="607820"/>
                </a:lnTo>
                <a:lnTo>
                  <a:pt x="437511" y="605156"/>
                </a:lnTo>
                <a:lnTo>
                  <a:pt x="438663" y="602481"/>
                </a:lnTo>
                <a:lnTo>
                  <a:pt x="439808" y="599794"/>
                </a:lnTo>
                <a:lnTo>
                  <a:pt x="440960" y="597089"/>
                </a:lnTo>
                <a:lnTo>
                  <a:pt x="442106" y="594367"/>
                </a:lnTo>
                <a:lnTo>
                  <a:pt x="443257" y="591638"/>
                </a:lnTo>
                <a:lnTo>
                  <a:pt x="444403" y="588892"/>
                </a:lnTo>
                <a:lnTo>
                  <a:pt x="445549" y="586134"/>
                </a:lnTo>
                <a:lnTo>
                  <a:pt x="446700" y="583365"/>
                </a:lnTo>
                <a:lnTo>
                  <a:pt x="447846" y="580583"/>
                </a:lnTo>
                <a:lnTo>
                  <a:pt x="448997" y="577790"/>
                </a:lnTo>
                <a:lnTo>
                  <a:pt x="450143" y="574985"/>
                </a:lnTo>
                <a:lnTo>
                  <a:pt x="451295" y="572174"/>
                </a:lnTo>
                <a:lnTo>
                  <a:pt x="452440" y="569345"/>
                </a:lnTo>
                <a:lnTo>
                  <a:pt x="453592" y="566516"/>
                </a:lnTo>
                <a:lnTo>
                  <a:pt x="454738" y="563670"/>
                </a:lnTo>
                <a:lnTo>
                  <a:pt x="455883" y="560817"/>
                </a:lnTo>
                <a:lnTo>
                  <a:pt x="457035" y="557959"/>
                </a:lnTo>
                <a:lnTo>
                  <a:pt x="458181" y="555089"/>
                </a:lnTo>
                <a:lnTo>
                  <a:pt x="459332" y="552213"/>
                </a:lnTo>
                <a:lnTo>
                  <a:pt x="460478" y="549331"/>
                </a:lnTo>
                <a:lnTo>
                  <a:pt x="461629" y="546443"/>
                </a:lnTo>
                <a:lnTo>
                  <a:pt x="462775" y="543543"/>
                </a:lnTo>
                <a:lnTo>
                  <a:pt x="463927" y="540644"/>
                </a:lnTo>
                <a:lnTo>
                  <a:pt x="465072" y="537735"/>
                </a:lnTo>
                <a:lnTo>
                  <a:pt x="466218" y="534822"/>
                </a:lnTo>
                <a:lnTo>
                  <a:pt x="467370" y="531905"/>
                </a:lnTo>
                <a:lnTo>
                  <a:pt x="468515" y="528983"/>
                </a:lnTo>
                <a:lnTo>
                  <a:pt x="469667" y="526058"/>
                </a:lnTo>
                <a:lnTo>
                  <a:pt x="470813" y="523128"/>
                </a:lnTo>
                <a:lnTo>
                  <a:pt x="471964" y="520196"/>
                </a:lnTo>
                <a:lnTo>
                  <a:pt x="473110" y="517261"/>
                </a:lnTo>
                <a:lnTo>
                  <a:pt x="474261" y="514324"/>
                </a:lnTo>
                <a:lnTo>
                  <a:pt x="475407" y="511385"/>
                </a:lnTo>
                <a:lnTo>
                  <a:pt x="476559" y="508444"/>
                </a:lnTo>
                <a:lnTo>
                  <a:pt x="477704" y="505503"/>
                </a:lnTo>
                <a:lnTo>
                  <a:pt x="478850" y="502560"/>
                </a:lnTo>
                <a:lnTo>
                  <a:pt x="480002" y="499616"/>
                </a:lnTo>
                <a:lnTo>
                  <a:pt x="481147" y="496672"/>
                </a:lnTo>
                <a:lnTo>
                  <a:pt x="482299" y="493730"/>
                </a:lnTo>
                <a:lnTo>
                  <a:pt x="483445" y="490787"/>
                </a:lnTo>
                <a:lnTo>
                  <a:pt x="484596" y="487845"/>
                </a:lnTo>
                <a:lnTo>
                  <a:pt x="485742" y="484905"/>
                </a:lnTo>
                <a:lnTo>
                  <a:pt x="486894" y="481966"/>
                </a:lnTo>
                <a:lnTo>
                  <a:pt x="488039" y="479029"/>
                </a:lnTo>
                <a:lnTo>
                  <a:pt x="489185" y="476095"/>
                </a:lnTo>
                <a:lnTo>
                  <a:pt x="490336" y="473162"/>
                </a:lnTo>
                <a:lnTo>
                  <a:pt x="491482" y="470233"/>
                </a:lnTo>
                <a:lnTo>
                  <a:pt x="492634" y="467308"/>
                </a:lnTo>
                <a:lnTo>
                  <a:pt x="493779" y="464385"/>
                </a:lnTo>
                <a:lnTo>
                  <a:pt x="494931" y="461466"/>
                </a:lnTo>
                <a:lnTo>
                  <a:pt x="496077" y="458553"/>
                </a:lnTo>
                <a:lnTo>
                  <a:pt x="497228" y="455642"/>
                </a:lnTo>
                <a:lnTo>
                  <a:pt x="498374" y="452737"/>
                </a:lnTo>
                <a:lnTo>
                  <a:pt x="499520" y="449838"/>
                </a:lnTo>
                <a:lnTo>
                  <a:pt x="500671" y="446943"/>
                </a:lnTo>
                <a:lnTo>
                  <a:pt x="501817" y="444054"/>
                </a:lnTo>
                <a:lnTo>
                  <a:pt x="502969" y="441171"/>
                </a:lnTo>
                <a:lnTo>
                  <a:pt x="504114" y="438293"/>
                </a:lnTo>
                <a:lnTo>
                  <a:pt x="505266" y="435423"/>
                </a:lnTo>
                <a:lnTo>
                  <a:pt x="506411" y="432559"/>
                </a:lnTo>
                <a:lnTo>
                  <a:pt x="507563" y="429701"/>
                </a:lnTo>
                <a:lnTo>
                  <a:pt x="508709" y="426852"/>
                </a:lnTo>
                <a:lnTo>
                  <a:pt x="509854" y="424009"/>
                </a:lnTo>
                <a:lnTo>
                  <a:pt x="511006" y="421174"/>
                </a:lnTo>
                <a:lnTo>
                  <a:pt x="512152" y="418347"/>
                </a:lnTo>
                <a:lnTo>
                  <a:pt x="513303" y="415529"/>
                </a:lnTo>
                <a:lnTo>
                  <a:pt x="514449" y="412718"/>
                </a:lnTo>
                <a:lnTo>
                  <a:pt x="515601" y="409917"/>
                </a:lnTo>
                <a:lnTo>
                  <a:pt x="516746" y="407123"/>
                </a:lnTo>
                <a:lnTo>
                  <a:pt x="517898" y="404339"/>
                </a:lnTo>
                <a:lnTo>
                  <a:pt x="519043" y="401564"/>
                </a:lnTo>
                <a:lnTo>
                  <a:pt x="520195" y="398799"/>
                </a:lnTo>
                <a:lnTo>
                  <a:pt x="521341" y="396043"/>
                </a:lnTo>
                <a:lnTo>
                  <a:pt x="522486" y="393296"/>
                </a:lnTo>
                <a:lnTo>
                  <a:pt x="523638" y="390560"/>
                </a:lnTo>
                <a:lnTo>
                  <a:pt x="524784" y="387834"/>
                </a:lnTo>
                <a:lnTo>
                  <a:pt x="525935" y="385118"/>
                </a:lnTo>
                <a:lnTo>
                  <a:pt x="527081" y="382413"/>
                </a:lnTo>
                <a:lnTo>
                  <a:pt x="528233" y="379718"/>
                </a:lnTo>
                <a:lnTo>
                  <a:pt x="529378" y="377035"/>
                </a:lnTo>
                <a:lnTo>
                  <a:pt x="530530" y="374362"/>
                </a:lnTo>
                <a:lnTo>
                  <a:pt x="531676" y="371700"/>
                </a:lnTo>
                <a:lnTo>
                  <a:pt x="532821" y="369049"/>
                </a:lnTo>
                <a:lnTo>
                  <a:pt x="533973" y="366410"/>
                </a:lnTo>
                <a:lnTo>
                  <a:pt x="535118" y="363783"/>
                </a:lnTo>
                <a:lnTo>
                  <a:pt x="536270" y="361167"/>
                </a:lnTo>
                <a:lnTo>
                  <a:pt x="537416" y="358563"/>
                </a:lnTo>
                <a:lnTo>
                  <a:pt x="538567" y="355970"/>
                </a:lnTo>
                <a:lnTo>
                  <a:pt x="539713" y="353390"/>
                </a:lnTo>
                <a:lnTo>
                  <a:pt x="540865" y="350822"/>
                </a:lnTo>
                <a:lnTo>
                  <a:pt x="542010" y="348266"/>
                </a:lnTo>
                <a:lnTo>
                  <a:pt x="543156" y="345723"/>
                </a:lnTo>
                <a:lnTo>
                  <a:pt x="544308" y="343192"/>
                </a:lnTo>
                <a:lnTo>
                  <a:pt x="545453" y="340674"/>
                </a:lnTo>
                <a:lnTo>
                  <a:pt x="546605" y="338168"/>
                </a:lnTo>
                <a:lnTo>
                  <a:pt x="547751" y="335675"/>
                </a:lnTo>
                <a:lnTo>
                  <a:pt x="548902" y="333195"/>
                </a:lnTo>
                <a:lnTo>
                  <a:pt x="550048" y="330727"/>
                </a:lnTo>
                <a:lnTo>
                  <a:pt x="551199" y="328273"/>
                </a:lnTo>
                <a:lnTo>
                  <a:pt x="552345" y="325832"/>
                </a:lnTo>
                <a:lnTo>
                  <a:pt x="553497" y="323404"/>
                </a:lnTo>
                <a:lnTo>
                  <a:pt x="554642" y="320989"/>
                </a:lnTo>
                <a:lnTo>
                  <a:pt x="555788" y="318587"/>
                </a:lnTo>
                <a:lnTo>
                  <a:pt x="556940" y="316199"/>
                </a:lnTo>
                <a:lnTo>
                  <a:pt x="558085" y="313824"/>
                </a:lnTo>
                <a:lnTo>
                  <a:pt x="559237" y="311462"/>
                </a:lnTo>
                <a:lnTo>
                  <a:pt x="560383" y="309114"/>
                </a:lnTo>
                <a:lnTo>
                  <a:pt x="561534" y="306780"/>
                </a:lnTo>
                <a:lnTo>
                  <a:pt x="562680" y="304459"/>
                </a:lnTo>
                <a:lnTo>
                  <a:pt x="563831" y="302151"/>
                </a:lnTo>
                <a:lnTo>
                  <a:pt x="564977" y="299857"/>
                </a:lnTo>
                <a:lnTo>
                  <a:pt x="566123" y="297577"/>
                </a:lnTo>
                <a:lnTo>
                  <a:pt x="567274" y="295310"/>
                </a:lnTo>
                <a:lnTo>
                  <a:pt x="568420" y="293058"/>
                </a:lnTo>
                <a:lnTo>
                  <a:pt x="569572" y="290819"/>
                </a:lnTo>
                <a:lnTo>
                  <a:pt x="570717" y="288594"/>
                </a:lnTo>
                <a:lnTo>
                  <a:pt x="571869" y="286382"/>
                </a:lnTo>
                <a:lnTo>
                  <a:pt x="573015" y="284184"/>
                </a:lnTo>
                <a:lnTo>
                  <a:pt x="574166" y="282001"/>
                </a:lnTo>
                <a:lnTo>
                  <a:pt x="575312" y="279830"/>
                </a:lnTo>
                <a:lnTo>
                  <a:pt x="576458" y="277674"/>
                </a:lnTo>
                <a:lnTo>
                  <a:pt x="577609" y="275532"/>
                </a:lnTo>
                <a:lnTo>
                  <a:pt x="578755" y="273403"/>
                </a:lnTo>
                <a:lnTo>
                  <a:pt x="579906" y="271288"/>
                </a:lnTo>
                <a:lnTo>
                  <a:pt x="581052" y="269187"/>
                </a:lnTo>
                <a:lnTo>
                  <a:pt x="582204" y="267099"/>
                </a:lnTo>
                <a:lnTo>
                  <a:pt x="583349" y="265025"/>
                </a:lnTo>
                <a:lnTo>
                  <a:pt x="584501" y="262966"/>
                </a:lnTo>
                <a:lnTo>
                  <a:pt x="585647" y="260919"/>
                </a:lnTo>
                <a:lnTo>
                  <a:pt x="586792" y="258887"/>
                </a:lnTo>
                <a:lnTo>
                  <a:pt x="587944" y="256869"/>
                </a:lnTo>
                <a:lnTo>
                  <a:pt x="589090" y="254863"/>
                </a:lnTo>
                <a:lnTo>
                  <a:pt x="590241" y="252872"/>
                </a:lnTo>
                <a:lnTo>
                  <a:pt x="591387" y="250895"/>
                </a:lnTo>
                <a:lnTo>
                  <a:pt x="592539" y="248930"/>
                </a:lnTo>
                <a:lnTo>
                  <a:pt x="593684" y="246980"/>
                </a:lnTo>
                <a:lnTo>
                  <a:pt x="594836" y="245043"/>
                </a:lnTo>
                <a:lnTo>
                  <a:pt x="595981" y="243120"/>
                </a:lnTo>
                <a:lnTo>
                  <a:pt x="597133" y="241210"/>
                </a:lnTo>
                <a:lnTo>
                  <a:pt x="598279" y="239313"/>
                </a:lnTo>
                <a:lnTo>
                  <a:pt x="599424" y="237430"/>
                </a:lnTo>
                <a:lnTo>
                  <a:pt x="600576" y="235561"/>
                </a:lnTo>
                <a:lnTo>
                  <a:pt x="601722" y="233705"/>
                </a:lnTo>
                <a:lnTo>
                  <a:pt x="602873" y="231862"/>
                </a:lnTo>
                <a:lnTo>
                  <a:pt x="604019" y="230032"/>
                </a:lnTo>
                <a:lnTo>
                  <a:pt x="605171" y="228215"/>
                </a:lnTo>
                <a:lnTo>
                  <a:pt x="606316" y="226412"/>
                </a:lnTo>
                <a:lnTo>
                  <a:pt x="607468" y="224622"/>
                </a:lnTo>
                <a:lnTo>
                  <a:pt x="608614" y="222844"/>
                </a:lnTo>
                <a:lnTo>
                  <a:pt x="609759" y="221080"/>
                </a:lnTo>
                <a:lnTo>
                  <a:pt x="610911" y="219329"/>
                </a:lnTo>
                <a:lnTo>
                  <a:pt x="612056" y="217591"/>
                </a:lnTo>
                <a:lnTo>
                  <a:pt x="613208" y="215866"/>
                </a:lnTo>
                <a:lnTo>
                  <a:pt x="614354" y="214153"/>
                </a:lnTo>
                <a:lnTo>
                  <a:pt x="615505" y="212453"/>
                </a:lnTo>
                <a:lnTo>
                  <a:pt x="616651" y="210766"/>
                </a:lnTo>
                <a:lnTo>
                  <a:pt x="617803" y="209091"/>
                </a:lnTo>
                <a:lnTo>
                  <a:pt x="618948" y="207430"/>
                </a:lnTo>
                <a:lnTo>
                  <a:pt x="620094" y="205780"/>
                </a:lnTo>
                <a:lnTo>
                  <a:pt x="621246" y="204143"/>
                </a:lnTo>
                <a:lnTo>
                  <a:pt x="622391" y="202518"/>
                </a:lnTo>
                <a:lnTo>
                  <a:pt x="623543" y="200906"/>
                </a:lnTo>
                <a:lnTo>
                  <a:pt x="624689" y="199306"/>
                </a:lnTo>
                <a:lnTo>
                  <a:pt x="625840" y="197719"/>
                </a:lnTo>
                <a:lnTo>
                  <a:pt x="626986" y="196143"/>
                </a:lnTo>
                <a:lnTo>
                  <a:pt x="628137" y="194580"/>
                </a:lnTo>
                <a:lnTo>
                  <a:pt x="629283" y="193028"/>
                </a:lnTo>
                <a:lnTo>
                  <a:pt x="630435" y="191489"/>
                </a:lnTo>
                <a:lnTo>
                  <a:pt x="631580" y="189961"/>
                </a:lnTo>
                <a:lnTo>
                  <a:pt x="632726" y="188445"/>
                </a:lnTo>
                <a:lnTo>
                  <a:pt x="633878" y="186941"/>
                </a:lnTo>
                <a:lnTo>
                  <a:pt x="635023" y="185449"/>
                </a:lnTo>
                <a:lnTo>
                  <a:pt x="636175" y="183968"/>
                </a:lnTo>
                <a:lnTo>
                  <a:pt x="637321" y="182499"/>
                </a:lnTo>
                <a:lnTo>
                  <a:pt x="638472" y="181042"/>
                </a:lnTo>
                <a:lnTo>
                  <a:pt x="639618" y="179595"/>
                </a:lnTo>
                <a:lnTo>
                  <a:pt x="640769" y="178161"/>
                </a:lnTo>
                <a:lnTo>
                  <a:pt x="641915" y="176737"/>
                </a:lnTo>
                <a:lnTo>
                  <a:pt x="643061" y="175325"/>
                </a:lnTo>
                <a:lnTo>
                  <a:pt x="644212" y="173924"/>
                </a:lnTo>
                <a:lnTo>
                  <a:pt x="645358" y="172533"/>
                </a:lnTo>
                <a:lnTo>
                  <a:pt x="646510" y="171155"/>
                </a:lnTo>
                <a:lnTo>
                  <a:pt x="647655" y="169786"/>
                </a:lnTo>
                <a:lnTo>
                  <a:pt x="648807" y="168428"/>
                </a:lnTo>
                <a:lnTo>
                  <a:pt x="649953" y="167082"/>
                </a:lnTo>
                <a:lnTo>
                  <a:pt x="651104" y="165746"/>
                </a:lnTo>
                <a:lnTo>
                  <a:pt x="652250" y="164421"/>
                </a:lnTo>
                <a:lnTo>
                  <a:pt x="653396" y="163106"/>
                </a:lnTo>
                <a:lnTo>
                  <a:pt x="654547" y="161802"/>
                </a:lnTo>
                <a:lnTo>
                  <a:pt x="655693" y="160509"/>
                </a:lnTo>
                <a:lnTo>
                  <a:pt x="656844" y="159226"/>
                </a:lnTo>
                <a:lnTo>
                  <a:pt x="657990" y="157953"/>
                </a:lnTo>
                <a:lnTo>
                  <a:pt x="659142" y="156690"/>
                </a:lnTo>
                <a:lnTo>
                  <a:pt x="660287" y="155437"/>
                </a:lnTo>
                <a:lnTo>
                  <a:pt x="661439" y="154195"/>
                </a:lnTo>
                <a:lnTo>
                  <a:pt x="662585" y="152962"/>
                </a:lnTo>
                <a:lnTo>
                  <a:pt x="663730" y="151739"/>
                </a:lnTo>
                <a:lnTo>
                  <a:pt x="664882" y="150527"/>
                </a:lnTo>
                <a:lnTo>
                  <a:pt x="666028" y="149324"/>
                </a:lnTo>
                <a:lnTo>
                  <a:pt x="667179" y="148130"/>
                </a:lnTo>
                <a:lnTo>
                  <a:pt x="668325" y="146947"/>
                </a:lnTo>
                <a:lnTo>
                  <a:pt x="669476" y="145773"/>
                </a:lnTo>
                <a:lnTo>
                  <a:pt x="670622" y="144608"/>
                </a:lnTo>
                <a:lnTo>
                  <a:pt x="671774" y="143453"/>
                </a:lnTo>
                <a:lnTo>
                  <a:pt x="672919" y="142308"/>
                </a:lnTo>
                <a:lnTo>
                  <a:pt x="674071" y="141171"/>
                </a:lnTo>
                <a:lnTo>
                  <a:pt x="675217" y="140044"/>
                </a:lnTo>
                <a:lnTo>
                  <a:pt x="676362" y="138927"/>
                </a:lnTo>
                <a:lnTo>
                  <a:pt x="677514" y="137818"/>
                </a:lnTo>
                <a:lnTo>
                  <a:pt x="678660" y="136717"/>
                </a:lnTo>
                <a:lnTo>
                  <a:pt x="679811" y="135627"/>
                </a:lnTo>
                <a:lnTo>
                  <a:pt x="680957" y="134545"/>
                </a:lnTo>
                <a:lnTo>
                  <a:pt x="682108" y="133472"/>
                </a:lnTo>
                <a:lnTo>
                  <a:pt x="683254" y="132407"/>
                </a:lnTo>
                <a:lnTo>
                  <a:pt x="684406" y="131351"/>
                </a:lnTo>
                <a:lnTo>
                  <a:pt x="685551" y="130304"/>
                </a:lnTo>
                <a:lnTo>
                  <a:pt x="686697" y="129266"/>
                </a:lnTo>
                <a:lnTo>
                  <a:pt x="687849" y="128235"/>
                </a:lnTo>
                <a:lnTo>
                  <a:pt x="688994" y="127213"/>
                </a:lnTo>
                <a:lnTo>
                  <a:pt x="690146" y="126200"/>
                </a:lnTo>
                <a:lnTo>
                  <a:pt x="691292" y="125195"/>
                </a:lnTo>
                <a:lnTo>
                  <a:pt x="692443" y="124198"/>
                </a:lnTo>
                <a:lnTo>
                  <a:pt x="693589" y="123209"/>
                </a:lnTo>
                <a:lnTo>
                  <a:pt x="694741" y="122229"/>
                </a:lnTo>
                <a:lnTo>
                  <a:pt x="695886" y="121256"/>
                </a:lnTo>
                <a:lnTo>
                  <a:pt x="697032" y="120292"/>
                </a:lnTo>
                <a:lnTo>
                  <a:pt x="698183" y="119334"/>
                </a:lnTo>
                <a:lnTo>
                  <a:pt x="699329" y="118385"/>
                </a:lnTo>
                <a:lnTo>
                  <a:pt x="700481" y="117444"/>
                </a:lnTo>
                <a:lnTo>
                  <a:pt x="701626" y="116511"/>
                </a:lnTo>
                <a:lnTo>
                  <a:pt x="702778" y="115585"/>
                </a:lnTo>
                <a:lnTo>
                  <a:pt x="703924" y="114666"/>
                </a:lnTo>
                <a:lnTo>
                  <a:pt x="705075" y="113755"/>
                </a:lnTo>
                <a:lnTo>
                  <a:pt x="706221" y="112852"/>
                </a:lnTo>
                <a:lnTo>
                  <a:pt x="707373" y="111956"/>
                </a:lnTo>
                <a:lnTo>
                  <a:pt x="708518" y="111067"/>
                </a:lnTo>
                <a:lnTo>
                  <a:pt x="709664" y="110186"/>
                </a:lnTo>
                <a:lnTo>
                  <a:pt x="710816" y="109312"/>
                </a:lnTo>
                <a:lnTo>
                  <a:pt x="711961" y="108444"/>
                </a:lnTo>
                <a:lnTo>
                  <a:pt x="713113" y="107584"/>
                </a:lnTo>
                <a:lnTo>
                  <a:pt x="714259" y="106732"/>
                </a:lnTo>
                <a:lnTo>
                  <a:pt x="715410" y="105885"/>
                </a:lnTo>
                <a:lnTo>
                  <a:pt x="716556" y="105046"/>
                </a:lnTo>
                <a:lnTo>
                  <a:pt x="717707" y="104214"/>
                </a:lnTo>
                <a:lnTo>
                  <a:pt x="718853" y="103389"/>
                </a:lnTo>
                <a:lnTo>
                  <a:pt x="719999" y="102569"/>
                </a:lnTo>
                <a:lnTo>
                  <a:pt x="721150" y="101757"/>
                </a:lnTo>
                <a:lnTo>
                  <a:pt x="722296" y="100952"/>
                </a:lnTo>
                <a:lnTo>
                  <a:pt x="723448" y="100153"/>
                </a:lnTo>
                <a:lnTo>
                  <a:pt x="724593" y="99360"/>
                </a:lnTo>
                <a:lnTo>
                  <a:pt x="725745" y="98574"/>
                </a:lnTo>
                <a:lnTo>
                  <a:pt x="726891" y="97795"/>
                </a:lnTo>
                <a:lnTo>
                  <a:pt x="728042" y="97022"/>
                </a:lnTo>
                <a:lnTo>
                  <a:pt x="729188" y="96255"/>
                </a:lnTo>
                <a:lnTo>
                  <a:pt x="730333" y="95494"/>
                </a:lnTo>
                <a:lnTo>
                  <a:pt x="731485" y="94739"/>
                </a:lnTo>
                <a:lnTo>
                  <a:pt x="732631" y="93991"/>
                </a:lnTo>
                <a:lnTo>
                  <a:pt x="733782" y="93249"/>
                </a:lnTo>
                <a:lnTo>
                  <a:pt x="734928" y="92512"/>
                </a:lnTo>
                <a:lnTo>
                  <a:pt x="736080" y="91782"/>
                </a:lnTo>
                <a:lnTo>
                  <a:pt x="737225" y="91057"/>
                </a:lnTo>
                <a:lnTo>
                  <a:pt x="738377" y="90338"/>
                </a:lnTo>
                <a:lnTo>
                  <a:pt x="739523" y="89626"/>
                </a:lnTo>
                <a:lnTo>
                  <a:pt x="740668" y="88919"/>
                </a:lnTo>
                <a:lnTo>
                  <a:pt x="741820" y="88217"/>
                </a:lnTo>
                <a:lnTo>
                  <a:pt x="742966" y="87521"/>
                </a:lnTo>
                <a:lnTo>
                  <a:pt x="744117" y="86832"/>
                </a:lnTo>
                <a:lnTo>
                  <a:pt x="745263" y="86147"/>
                </a:lnTo>
                <a:lnTo>
                  <a:pt x="746414" y="85468"/>
                </a:lnTo>
                <a:lnTo>
                  <a:pt x="747560" y="84794"/>
                </a:lnTo>
                <a:lnTo>
                  <a:pt x="748712" y="84126"/>
                </a:lnTo>
                <a:lnTo>
                  <a:pt x="749857" y="83464"/>
                </a:lnTo>
                <a:lnTo>
                  <a:pt x="751009" y="82806"/>
                </a:lnTo>
                <a:lnTo>
                  <a:pt x="752155" y="82154"/>
                </a:lnTo>
                <a:lnTo>
                  <a:pt x="753300" y="81507"/>
                </a:lnTo>
                <a:lnTo>
                  <a:pt x="754452" y="80865"/>
                </a:lnTo>
                <a:lnTo>
                  <a:pt x="755598" y="80229"/>
                </a:lnTo>
                <a:lnTo>
                  <a:pt x="756749" y="79597"/>
                </a:lnTo>
                <a:lnTo>
                  <a:pt x="757895" y="78971"/>
                </a:lnTo>
                <a:lnTo>
                  <a:pt x="759046" y="78349"/>
                </a:lnTo>
                <a:lnTo>
                  <a:pt x="760192" y="77733"/>
                </a:lnTo>
                <a:lnTo>
                  <a:pt x="761344" y="77121"/>
                </a:lnTo>
                <a:lnTo>
                  <a:pt x="762489" y="76515"/>
                </a:lnTo>
                <a:lnTo>
                  <a:pt x="763635" y="75912"/>
                </a:lnTo>
                <a:lnTo>
                  <a:pt x="764787" y="75315"/>
                </a:lnTo>
                <a:lnTo>
                  <a:pt x="765932" y="74723"/>
                </a:lnTo>
                <a:lnTo>
                  <a:pt x="767084" y="74135"/>
                </a:lnTo>
                <a:lnTo>
                  <a:pt x="768230" y="73552"/>
                </a:lnTo>
                <a:lnTo>
                  <a:pt x="769381" y="72974"/>
                </a:lnTo>
                <a:lnTo>
                  <a:pt x="770527" y="72400"/>
                </a:lnTo>
                <a:lnTo>
                  <a:pt x="771678" y="71831"/>
                </a:lnTo>
                <a:lnTo>
                  <a:pt x="772824" y="71266"/>
                </a:lnTo>
                <a:lnTo>
                  <a:pt x="773970" y="70706"/>
                </a:lnTo>
                <a:lnTo>
                  <a:pt x="775121" y="70150"/>
                </a:lnTo>
                <a:lnTo>
                  <a:pt x="776267" y="69599"/>
                </a:lnTo>
                <a:lnTo>
                  <a:pt x="777419" y="69051"/>
                </a:lnTo>
                <a:lnTo>
                  <a:pt x="778564" y="68508"/>
                </a:lnTo>
                <a:lnTo>
                  <a:pt x="779716" y="67970"/>
                </a:lnTo>
                <a:lnTo>
                  <a:pt x="780862" y="67435"/>
                </a:lnTo>
                <a:lnTo>
                  <a:pt x="782013" y="66906"/>
                </a:lnTo>
                <a:lnTo>
                  <a:pt x="783159" y="66379"/>
                </a:lnTo>
                <a:lnTo>
                  <a:pt x="784311" y="65857"/>
                </a:lnTo>
                <a:lnTo>
                  <a:pt x="785456" y="65339"/>
                </a:lnTo>
                <a:lnTo>
                  <a:pt x="786602" y="64826"/>
                </a:lnTo>
                <a:lnTo>
                  <a:pt x="787753" y="64316"/>
                </a:lnTo>
                <a:lnTo>
                  <a:pt x="788899" y="63811"/>
                </a:lnTo>
                <a:lnTo>
                  <a:pt x="790051" y="63309"/>
                </a:lnTo>
                <a:lnTo>
                  <a:pt x="791196" y="62811"/>
                </a:lnTo>
                <a:lnTo>
                  <a:pt x="792348" y="62316"/>
                </a:lnTo>
                <a:lnTo>
                  <a:pt x="793494" y="61826"/>
                </a:lnTo>
                <a:lnTo>
                  <a:pt x="794645" y="61340"/>
                </a:lnTo>
                <a:lnTo>
                  <a:pt x="795791" y="60857"/>
                </a:lnTo>
                <a:lnTo>
                  <a:pt x="796937" y="60378"/>
                </a:lnTo>
                <a:lnTo>
                  <a:pt x="798088" y="59903"/>
                </a:lnTo>
                <a:lnTo>
                  <a:pt x="799234" y="59431"/>
                </a:lnTo>
                <a:lnTo>
                  <a:pt x="800386" y="58963"/>
                </a:lnTo>
                <a:lnTo>
                  <a:pt x="801531" y="58499"/>
                </a:lnTo>
                <a:lnTo>
                  <a:pt x="802683" y="58038"/>
                </a:lnTo>
                <a:lnTo>
                  <a:pt x="803828" y="57581"/>
                </a:lnTo>
                <a:lnTo>
                  <a:pt x="804980" y="57127"/>
                </a:lnTo>
                <a:lnTo>
                  <a:pt x="806126" y="56677"/>
                </a:lnTo>
                <a:lnTo>
                  <a:pt x="807271" y="56230"/>
                </a:lnTo>
                <a:lnTo>
                  <a:pt x="808423" y="55787"/>
                </a:lnTo>
                <a:lnTo>
                  <a:pt x="809569" y="55347"/>
                </a:lnTo>
                <a:lnTo>
                  <a:pt x="810720" y="54910"/>
                </a:lnTo>
                <a:lnTo>
                  <a:pt x="811866" y="54477"/>
                </a:lnTo>
                <a:lnTo>
                  <a:pt x="813018" y="54046"/>
                </a:lnTo>
                <a:lnTo>
                  <a:pt x="814163" y="53620"/>
                </a:lnTo>
                <a:lnTo>
                  <a:pt x="815315" y="53196"/>
                </a:lnTo>
                <a:lnTo>
                  <a:pt x="816460" y="52776"/>
                </a:lnTo>
                <a:lnTo>
                  <a:pt x="817606" y="52358"/>
                </a:lnTo>
                <a:lnTo>
                  <a:pt x="818758" y="51944"/>
                </a:lnTo>
                <a:lnTo>
                  <a:pt x="819903" y="51534"/>
                </a:lnTo>
                <a:lnTo>
                  <a:pt x="821055" y="51126"/>
                </a:lnTo>
                <a:lnTo>
                  <a:pt x="822201" y="50721"/>
                </a:lnTo>
                <a:lnTo>
                  <a:pt x="823352" y="50320"/>
                </a:lnTo>
                <a:lnTo>
                  <a:pt x="824498" y="49921"/>
                </a:lnTo>
                <a:lnTo>
                  <a:pt x="825650" y="49526"/>
                </a:lnTo>
                <a:lnTo>
                  <a:pt x="826795" y="49133"/>
                </a:lnTo>
                <a:lnTo>
                  <a:pt x="827947" y="48743"/>
                </a:lnTo>
                <a:lnTo>
                  <a:pt x="829093" y="48356"/>
                </a:lnTo>
                <a:lnTo>
                  <a:pt x="830238" y="47972"/>
                </a:lnTo>
                <a:lnTo>
                  <a:pt x="831390" y="47591"/>
                </a:lnTo>
                <a:lnTo>
                  <a:pt x="832535" y="47213"/>
                </a:lnTo>
                <a:lnTo>
                  <a:pt x="833687" y="46838"/>
                </a:lnTo>
                <a:lnTo>
                  <a:pt x="834833" y="46465"/>
                </a:lnTo>
                <a:lnTo>
                  <a:pt x="835984" y="46095"/>
                </a:lnTo>
                <a:lnTo>
                  <a:pt x="837130" y="45728"/>
                </a:lnTo>
                <a:lnTo>
                  <a:pt x="838282" y="45364"/>
                </a:lnTo>
                <a:lnTo>
                  <a:pt x="839427" y="45002"/>
                </a:lnTo>
                <a:lnTo>
                  <a:pt x="840573" y="44643"/>
                </a:lnTo>
                <a:lnTo>
                  <a:pt x="841725" y="44287"/>
                </a:lnTo>
                <a:lnTo>
                  <a:pt x="842870" y="43933"/>
                </a:lnTo>
                <a:lnTo>
                  <a:pt x="844022" y="43582"/>
                </a:lnTo>
                <a:lnTo>
                  <a:pt x="845168" y="43233"/>
                </a:lnTo>
                <a:lnTo>
                  <a:pt x="846319" y="42887"/>
                </a:lnTo>
                <a:lnTo>
                  <a:pt x="847465" y="42543"/>
                </a:lnTo>
                <a:lnTo>
                  <a:pt x="848616" y="42203"/>
                </a:lnTo>
                <a:lnTo>
                  <a:pt x="849762" y="41864"/>
                </a:lnTo>
                <a:lnTo>
                  <a:pt x="850908" y="41528"/>
                </a:lnTo>
                <a:lnTo>
                  <a:pt x="852059" y="41194"/>
                </a:lnTo>
                <a:lnTo>
                  <a:pt x="853205" y="40863"/>
                </a:lnTo>
                <a:lnTo>
                  <a:pt x="854357" y="40534"/>
                </a:lnTo>
                <a:lnTo>
                  <a:pt x="855502" y="40208"/>
                </a:lnTo>
                <a:lnTo>
                  <a:pt x="856654" y="39884"/>
                </a:lnTo>
                <a:lnTo>
                  <a:pt x="857800" y="39562"/>
                </a:lnTo>
                <a:lnTo>
                  <a:pt x="858951" y="39243"/>
                </a:lnTo>
                <a:lnTo>
                  <a:pt x="860097" y="38926"/>
                </a:lnTo>
                <a:lnTo>
                  <a:pt x="861248" y="38611"/>
                </a:lnTo>
                <a:lnTo>
                  <a:pt x="862394" y="38298"/>
                </a:lnTo>
                <a:lnTo>
                  <a:pt x="863540" y="37988"/>
                </a:lnTo>
                <a:lnTo>
                  <a:pt x="864691" y="37681"/>
                </a:lnTo>
                <a:lnTo>
                  <a:pt x="865837" y="37375"/>
                </a:lnTo>
                <a:lnTo>
                  <a:pt x="866989" y="37071"/>
                </a:lnTo>
                <a:lnTo>
                  <a:pt x="868134" y="36769"/>
                </a:lnTo>
                <a:lnTo>
                  <a:pt x="869286" y="36470"/>
                </a:lnTo>
                <a:lnTo>
                  <a:pt x="870432" y="36173"/>
                </a:lnTo>
                <a:lnTo>
                  <a:pt x="871583" y="35878"/>
                </a:lnTo>
                <a:lnTo>
                  <a:pt x="872729" y="35585"/>
                </a:lnTo>
                <a:lnTo>
                  <a:pt x="873875" y="35294"/>
                </a:lnTo>
                <a:lnTo>
                  <a:pt x="875026" y="35005"/>
                </a:lnTo>
                <a:lnTo>
                  <a:pt x="876172" y="34718"/>
                </a:lnTo>
                <a:lnTo>
                  <a:pt x="877323" y="34434"/>
                </a:lnTo>
                <a:lnTo>
                  <a:pt x="878469" y="34151"/>
                </a:lnTo>
                <a:lnTo>
                  <a:pt x="879621" y="33870"/>
                </a:lnTo>
                <a:lnTo>
                  <a:pt x="880766" y="33591"/>
                </a:lnTo>
                <a:lnTo>
                  <a:pt x="881918" y="33315"/>
                </a:lnTo>
                <a:lnTo>
                  <a:pt x="883064" y="33039"/>
                </a:lnTo>
                <a:lnTo>
                  <a:pt x="884209" y="32767"/>
                </a:lnTo>
                <a:lnTo>
                  <a:pt x="885361" y="32496"/>
                </a:lnTo>
                <a:lnTo>
                  <a:pt x="886507" y="32226"/>
                </a:lnTo>
                <a:lnTo>
                  <a:pt x="887658" y="31959"/>
                </a:lnTo>
                <a:lnTo>
                  <a:pt x="888804" y="31694"/>
                </a:lnTo>
                <a:lnTo>
                  <a:pt x="889956" y="31430"/>
                </a:lnTo>
                <a:lnTo>
                  <a:pt x="891101" y="31169"/>
                </a:lnTo>
                <a:lnTo>
                  <a:pt x="892253" y="30908"/>
                </a:lnTo>
                <a:lnTo>
                  <a:pt x="893398" y="30650"/>
                </a:lnTo>
                <a:lnTo>
                  <a:pt x="894544" y="30394"/>
                </a:lnTo>
                <a:lnTo>
                  <a:pt x="895696" y="30139"/>
                </a:lnTo>
                <a:lnTo>
                  <a:pt x="896841" y="29886"/>
                </a:lnTo>
                <a:lnTo>
                  <a:pt x="897993" y="29636"/>
                </a:lnTo>
                <a:lnTo>
                  <a:pt x="899139" y="29386"/>
                </a:lnTo>
                <a:lnTo>
                  <a:pt x="900290" y="29138"/>
                </a:lnTo>
                <a:lnTo>
                  <a:pt x="901436" y="28893"/>
                </a:lnTo>
                <a:lnTo>
                  <a:pt x="902588" y="28648"/>
                </a:lnTo>
                <a:lnTo>
                  <a:pt x="903733" y="28405"/>
                </a:lnTo>
                <a:lnTo>
                  <a:pt x="904885" y="28164"/>
                </a:lnTo>
                <a:lnTo>
                  <a:pt x="906031" y="27925"/>
                </a:lnTo>
                <a:lnTo>
                  <a:pt x="907176" y="27688"/>
                </a:lnTo>
                <a:lnTo>
                  <a:pt x="908328" y="27452"/>
                </a:lnTo>
                <a:lnTo>
                  <a:pt x="909473" y="27217"/>
                </a:lnTo>
                <a:lnTo>
                  <a:pt x="910625" y="26984"/>
                </a:lnTo>
                <a:lnTo>
                  <a:pt x="911771" y="26753"/>
                </a:lnTo>
                <a:lnTo>
                  <a:pt x="912922" y="26523"/>
                </a:lnTo>
                <a:lnTo>
                  <a:pt x="914068" y="26295"/>
                </a:lnTo>
                <a:lnTo>
                  <a:pt x="915220" y="26068"/>
                </a:lnTo>
                <a:lnTo>
                  <a:pt x="916365" y="25843"/>
                </a:lnTo>
                <a:lnTo>
                  <a:pt x="917511" y="25620"/>
                </a:lnTo>
                <a:lnTo>
                  <a:pt x="918663" y="25397"/>
                </a:lnTo>
                <a:lnTo>
                  <a:pt x="919808" y="25177"/>
                </a:lnTo>
                <a:lnTo>
                  <a:pt x="920960" y="24958"/>
                </a:lnTo>
                <a:lnTo>
                  <a:pt x="922105" y="24740"/>
                </a:lnTo>
                <a:lnTo>
                  <a:pt x="923257" y="24524"/>
                </a:lnTo>
                <a:lnTo>
                  <a:pt x="924403" y="24309"/>
                </a:lnTo>
                <a:lnTo>
                  <a:pt x="925554" y="24095"/>
                </a:lnTo>
                <a:lnTo>
                  <a:pt x="926700" y="23883"/>
                </a:lnTo>
                <a:lnTo>
                  <a:pt x="927846" y="23673"/>
                </a:lnTo>
                <a:lnTo>
                  <a:pt x="928997" y="23464"/>
                </a:lnTo>
                <a:lnTo>
                  <a:pt x="930143" y="23256"/>
                </a:lnTo>
                <a:lnTo>
                  <a:pt x="931295" y="23050"/>
                </a:lnTo>
                <a:lnTo>
                  <a:pt x="932440" y="22844"/>
                </a:lnTo>
                <a:lnTo>
                  <a:pt x="933592" y="22640"/>
                </a:lnTo>
                <a:lnTo>
                  <a:pt x="934738" y="22438"/>
                </a:lnTo>
                <a:lnTo>
                  <a:pt x="935889" y="22237"/>
                </a:lnTo>
                <a:lnTo>
                  <a:pt x="937035" y="22037"/>
                </a:lnTo>
                <a:lnTo>
                  <a:pt x="938180" y="21839"/>
                </a:lnTo>
                <a:lnTo>
                  <a:pt x="939332" y="21642"/>
                </a:lnTo>
                <a:lnTo>
                  <a:pt x="940478" y="21446"/>
                </a:lnTo>
                <a:lnTo>
                  <a:pt x="941629" y="21251"/>
                </a:lnTo>
                <a:lnTo>
                  <a:pt x="942775" y="21058"/>
                </a:lnTo>
                <a:lnTo>
                  <a:pt x="943927" y="20866"/>
                </a:lnTo>
                <a:lnTo>
                  <a:pt x="945072" y="20675"/>
                </a:lnTo>
                <a:lnTo>
                  <a:pt x="946224" y="20485"/>
                </a:lnTo>
                <a:lnTo>
                  <a:pt x="947370" y="20297"/>
                </a:lnTo>
                <a:lnTo>
                  <a:pt x="948521" y="20110"/>
                </a:lnTo>
                <a:lnTo>
                  <a:pt x="949667" y="19924"/>
                </a:lnTo>
                <a:lnTo>
                  <a:pt x="950813" y="19740"/>
                </a:lnTo>
                <a:lnTo>
                  <a:pt x="951964" y="19556"/>
                </a:lnTo>
                <a:lnTo>
                  <a:pt x="953110" y="19373"/>
                </a:lnTo>
                <a:lnTo>
                  <a:pt x="954261" y="19192"/>
                </a:lnTo>
                <a:lnTo>
                  <a:pt x="955407" y="19012"/>
                </a:lnTo>
                <a:lnTo>
                  <a:pt x="956559" y="18833"/>
                </a:lnTo>
                <a:lnTo>
                  <a:pt x="957704" y="18655"/>
                </a:lnTo>
                <a:lnTo>
                  <a:pt x="958856" y="18479"/>
                </a:lnTo>
                <a:lnTo>
                  <a:pt x="960002" y="18303"/>
                </a:lnTo>
                <a:lnTo>
                  <a:pt x="961147" y="18129"/>
                </a:lnTo>
                <a:lnTo>
                  <a:pt x="962299" y="17955"/>
                </a:lnTo>
                <a:lnTo>
                  <a:pt x="963445" y="17784"/>
                </a:lnTo>
                <a:lnTo>
                  <a:pt x="964596" y="17612"/>
                </a:lnTo>
                <a:lnTo>
                  <a:pt x="965742" y="17442"/>
                </a:lnTo>
                <a:lnTo>
                  <a:pt x="966893" y="17273"/>
                </a:lnTo>
                <a:lnTo>
                  <a:pt x="968039" y="17105"/>
                </a:lnTo>
                <a:lnTo>
                  <a:pt x="969191" y="16939"/>
                </a:lnTo>
                <a:lnTo>
                  <a:pt x="970336" y="16773"/>
                </a:lnTo>
                <a:lnTo>
                  <a:pt x="971482" y="16608"/>
                </a:lnTo>
                <a:lnTo>
                  <a:pt x="972634" y="16444"/>
                </a:lnTo>
                <a:lnTo>
                  <a:pt x="973779" y="16281"/>
                </a:lnTo>
                <a:lnTo>
                  <a:pt x="974931" y="16119"/>
                </a:lnTo>
                <a:lnTo>
                  <a:pt x="976077" y="15959"/>
                </a:lnTo>
                <a:lnTo>
                  <a:pt x="977228" y="15799"/>
                </a:lnTo>
                <a:lnTo>
                  <a:pt x="978374" y="15640"/>
                </a:lnTo>
                <a:lnTo>
                  <a:pt x="979525" y="15483"/>
                </a:lnTo>
                <a:lnTo>
                  <a:pt x="980671" y="15326"/>
                </a:lnTo>
                <a:lnTo>
                  <a:pt x="981823" y="15170"/>
                </a:lnTo>
                <a:lnTo>
                  <a:pt x="982968" y="15016"/>
                </a:lnTo>
                <a:lnTo>
                  <a:pt x="984114" y="14862"/>
                </a:lnTo>
                <a:lnTo>
                  <a:pt x="985266" y="14709"/>
                </a:lnTo>
                <a:lnTo>
                  <a:pt x="986411" y="14557"/>
                </a:lnTo>
                <a:lnTo>
                  <a:pt x="987563" y="14406"/>
                </a:lnTo>
                <a:lnTo>
                  <a:pt x="988709" y="14256"/>
                </a:lnTo>
                <a:lnTo>
                  <a:pt x="989860" y="14106"/>
                </a:lnTo>
                <a:lnTo>
                  <a:pt x="991006" y="13958"/>
                </a:lnTo>
                <a:lnTo>
                  <a:pt x="992158" y="13810"/>
                </a:lnTo>
                <a:lnTo>
                  <a:pt x="993303" y="13664"/>
                </a:lnTo>
                <a:lnTo>
                  <a:pt x="994449" y="13519"/>
                </a:lnTo>
                <a:lnTo>
                  <a:pt x="995601" y="13373"/>
                </a:lnTo>
                <a:lnTo>
                  <a:pt x="996746" y="13230"/>
                </a:lnTo>
                <a:lnTo>
                  <a:pt x="997898" y="13087"/>
                </a:lnTo>
                <a:lnTo>
                  <a:pt x="999043" y="12945"/>
                </a:lnTo>
                <a:lnTo>
                  <a:pt x="1000195" y="12803"/>
                </a:lnTo>
                <a:lnTo>
                  <a:pt x="1001341" y="12663"/>
                </a:lnTo>
                <a:lnTo>
                  <a:pt x="1002492" y="12523"/>
                </a:lnTo>
                <a:lnTo>
                  <a:pt x="1003638" y="12385"/>
                </a:lnTo>
                <a:lnTo>
                  <a:pt x="1004784" y="12247"/>
                </a:lnTo>
                <a:lnTo>
                  <a:pt x="1005935" y="12110"/>
                </a:lnTo>
                <a:lnTo>
                  <a:pt x="1007081" y="11973"/>
                </a:lnTo>
                <a:lnTo>
                  <a:pt x="1008232" y="11838"/>
                </a:lnTo>
                <a:lnTo>
                  <a:pt x="1009378" y="11703"/>
                </a:lnTo>
                <a:lnTo>
                  <a:pt x="1010530" y="11569"/>
                </a:lnTo>
                <a:lnTo>
                  <a:pt x="1011675" y="11436"/>
                </a:lnTo>
                <a:lnTo>
                  <a:pt x="1012827" y="11304"/>
                </a:lnTo>
                <a:lnTo>
                  <a:pt x="1013973" y="11172"/>
                </a:lnTo>
                <a:lnTo>
                  <a:pt x="1015118" y="11042"/>
                </a:lnTo>
                <a:lnTo>
                  <a:pt x="1016270" y="10912"/>
                </a:lnTo>
                <a:lnTo>
                  <a:pt x="1017416" y="10783"/>
                </a:lnTo>
                <a:lnTo>
                  <a:pt x="1018567" y="10654"/>
                </a:lnTo>
                <a:lnTo>
                  <a:pt x="1019713" y="10527"/>
                </a:lnTo>
                <a:lnTo>
                  <a:pt x="1020865" y="10400"/>
                </a:lnTo>
                <a:lnTo>
                  <a:pt x="1022010" y="10273"/>
                </a:lnTo>
                <a:lnTo>
                  <a:pt x="1023162" y="10148"/>
                </a:lnTo>
                <a:lnTo>
                  <a:pt x="1024307" y="10024"/>
                </a:lnTo>
                <a:lnTo>
                  <a:pt x="1025459" y="9900"/>
                </a:lnTo>
                <a:lnTo>
                  <a:pt x="1026605" y="9776"/>
                </a:lnTo>
                <a:lnTo>
                  <a:pt x="1027750" y="9654"/>
                </a:lnTo>
                <a:lnTo>
                  <a:pt x="1028902" y="9532"/>
                </a:lnTo>
                <a:lnTo>
                  <a:pt x="1030048" y="9411"/>
                </a:lnTo>
                <a:lnTo>
                  <a:pt x="1031199" y="9290"/>
                </a:lnTo>
                <a:lnTo>
                  <a:pt x="1032345" y="9171"/>
                </a:lnTo>
                <a:lnTo>
                  <a:pt x="1033497" y="9052"/>
                </a:lnTo>
                <a:lnTo>
                  <a:pt x="1034642" y="8933"/>
                </a:lnTo>
                <a:lnTo>
                  <a:pt x="1035794" y="8816"/>
                </a:lnTo>
                <a:lnTo>
                  <a:pt x="1036940" y="8699"/>
                </a:lnTo>
                <a:lnTo>
                  <a:pt x="1038085" y="8582"/>
                </a:lnTo>
                <a:lnTo>
                  <a:pt x="1039237" y="8467"/>
                </a:lnTo>
                <a:lnTo>
                  <a:pt x="1040382" y="8352"/>
                </a:lnTo>
                <a:lnTo>
                  <a:pt x="1041534" y="8237"/>
                </a:lnTo>
                <a:lnTo>
                  <a:pt x="1042680" y="8124"/>
                </a:lnTo>
                <a:lnTo>
                  <a:pt x="1043831" y="8011"/>
                </a:lnTo>
                <a:lnTo>
                  <a:pt x="1044977" y="7898"/>
                </a:lnTo>
                <a:lnTo>
                  <a:pt x="1046129" y="7787"/>
                </a:lnTo>
                <a:lnTo>
                  <a:pt x="1047274" y="7675"/>
                </a:lnTo>
                <a:lnTo>
                  <a:pt x="1048420" y="7565"/>
                </a:lnTo>
                <a:lnTo>
                  <a:pt x="1049572" y="7455"/>
                </a:lnTo>
                <a:lnTo>
                  <a:pt x="1050717" y="7346"/>
                </a:lnTo>
                <a:lnTo>
                  <a:pt x="1051869" y="7237"/>
                </a:lnTo>
                <a:lnTo>
                  <a:pt x="1053015" y="7129"/>
                </a:lnTo>
                <a:lnTo>
                  <a:pt x="1054166" y="7022"/>
                </a:lnTo>
                <a:lnTo>
                  <a:pt x="1055312" y="6915"/>
                </a:lnTo>
                <a:lnTo>
                  <a:pt x="1056464" y="6809"/>
                </a:lnTo>
                <a:lnTo>
                  <a:pt x="1057609" y="6703"/>
                </a:lnTo>
                <a:lnTo>
                  <a:pt x="1058761" y="6598"/>
                </a:lnTo>
                <a:lnTo>
                  <a:pt x="1059906" y="6494"/>
                </a:lnTo>
                <a:lnTo>
                  <a:pt x="1061052" y="6390"/>
                </a:lnTo>
                <a:lnTo>
                  <a:pt x="1062204" y="6287"/>
                </a:lnTo>
                <a:lnTo>
                  <a:pt x="1063349" y="6184"/>
                </a:lnTo>
                <a:lnTo>
                  <a:pt x="1064501" y="6082"/>
                </a:lnTo>
                <a:lnTo>
                  <a:pt x="1065647" y="5980"/>
                </a:lnTo>
                <a:lnTo>
                  <a:pt x="1066798" y="5879"/>
                </a:lnTo>
                <a:lnTo>
                  <a:pt x="1067944" y="5779"/>
                </a:lnTo>
                <a:lnTo>
                  <a:pt x="1069096" y="5679"/>
                </a:lnTo>
                <a:lnTo>
                  <a:pt x="1070241" y="5579"/>
                </a:lnTo>
                <a:lnTo>
                  <a:pt x="1071387" y="5481"/>
                </a:lnTo>
                <a:lnTo>
                  <a:pt x="1072539" y="5382"/>
                </a:lnTo>
                <a:lnTo>
                  <a:pt x="1073684" y="5285"/>
                </a:lnTo>
                <a:lnTo>
                  <a:pt x="1074836" y="5188"/>
                </a:lnTo>
                <a:lnTo>
                  <a:pt x="1075981" y="5091"/>
                </a:lnTo>
                <a:lnTo>
                  <a:pt x="1077133" y="4995"/>
                </a:lnTo>
                <a:lnTo>
                  <a:pt x="1078279" y="4899"/>
                </a:lnTo>
                <a:lnTo>
                  <a:pt x="1079430" y="4804"/>
                </a:lnTo>
                <a:lnTo>
                  <a:pt x="1080576" y="4710"/>
                </a:lnTo>
                <a:lnTo>
                  <a:pt x="1081722" y="4615"/>
                </a:lnTo>
                <a:lnTo>
                  <a:pt x="1082873" y="4522"/>
                </a:lnTo>
                <a:lnTo>
                  <a:pt x="1084019" y="4429"/>
                </a:lnTo>
                <a:lnTo>
                  <a:pt x="1085170" y="4336"/>
                </a:lnTo>
                <a:lnTo>
                  <a:pt x="1086316" y="4244"/>
                </a:lnTo>
                <a:lnTo>
                  <a:pt x="1087468" y="4153"/>
                </a:lnTo>
                <a:lnTo>
                  <a:pt x="1088613" y="4062"/>
                </a:lnTo>
                <a:lnTo>
                  <a:pt x="1089765" y="3971"/>
                </a:lnTo>
                <a:lnTo>
                  <a:pt x="1090911" y="3881"/>
                </a:lnTo>
                <a:lnTo>
                  <a:pt x="1092056" y="3792"/>
                </a:lnTo>
                <a:lnTo>
                  <a:pt x="1093208" y="3702"/>
                </a:lnTo>
                <a:lnTo>
                  <a:pt x="1094354" y="3614"/>
                </a:lnTo>
                <a:lnTo>
                  <a:pt x="1095505" y="3526"/>
                </a:lnTo>
                <a:lnTo>
                  <a:pt x="1096651" y="3438"/>
                </a:lnTo>
                <a:lnTo>
                  <a:pt x="1097803" y="3351"/>
                </a:lnTo>
                <a:lnTo>
                  <a:pt x="1098948" y="3264"/>
                </a:lnTo>
                <a:lnTo>
                  <a:pt x="1100100" y="3178"/>
                </a:lnTo>
                <a:lnTo>
                  <a:pt x="1101245" y="3092"/>
                </a:lnTo>
                <a:lnTo>
                  <a:pt x="1102397" y="3006"/>
                </a:lnTo>
                <a:lnTo>
                  <a:pt x="1103543" y="2921"/>
                </a:lnTo>
                <a:lnTo>
                  <a:pt x="1104688" y="2837"/>
                </a:lnTo>
                <a:lnTo>
                  <a:pt x="1105840" y="2753"/>
                </a:lnTo>
                <a:lnTo>
                  <a:pt x="1106986" y="2669"/>
                </a:lnTo>
                <a:lnTo>
                  <a:pt x="1108137" y="2586"/>
                </a:lnTo>
                <a:lnTo>
                  <a:pt x="1109283" y="2503"/>
                </a:lnTo>
                <a:lnTo>
                  <a:pt x="1110435" y="2421"/>
                </a:lnTo>
                <a:lnTo>
                  <a:pt x="1111580" y="2339"/>
                </a:lnTo>
                <a:lnTo>
                  <a:pt x="1112732" y="2258"/>
                </a:lnTo>
                <a:lnTo>
                  <a:pt x="1113878" y="2177"/>
                </a:lnTo>
                <a:lnTo>
                  <a:pt x="1115023" y="2096"/>
                </a:lnTo>
                <a:lnTo>
                  <a:pt x="1116175" y="2016"/>
                </a:lnTo>
                <a:lnTo>
                  <a:pt x="1117320" y="1936"/>
                </a:lnTo>
                <a:lnTo>
                  <a:pt x="1118472" y="1857"/>
                </a:lnTo>
                <a:lnTo>
                  <a:pt x="1119618" y="1778"/>
                </a:lnTo>
                <a:lnTo>
                  <a:pt x="1120769" y="1699"/>
                </a:lnTo>
                <a:lnTo>
                  <a:pt x="1121915" y="1621"/>
                </a:lnTo>
                <a:lnTo>
                  <a:pt x="1123067" y="1544"/>
                </a:lnTo>
                <a:lnTo>
                  <a:pt x="1124212" y="1466"/>
                </a:lnTo>
                <a:lnTo>
                  <a:pt x="1125358" y="1389"/>
                </a:lnTo>
                <a:lnTo>
                  <a:pt x="1126510" y="1313"/>
                </a:lnTo>
                <a:lnTo>
                  <a:pt x="1127655" y="1237"/>
                </a:lnTo>
                <a:lnTo>
                  <a:pt x="1128807" y="1161"/>
                </a:lnTo>
                <a:lnTo>
                  <a:pt x="1129953" y="1086"/>
                </a:lnTo>
                <a:lnTo>
                  <a:pt x="1131104" y="1011"/>
                </a:lnTo>
                <a:lnTo>
                  <a:pt x="1132250" y="936"/>
                </a:lnTo>
                <a:lnTo>
                  <a:pt x="1133401" y="862"/>
                </a:lnTo>
                <a:lnTo>
                  <a:pt x="1134547" y="788"/>
                </a:lnTo>
                <a:lnTo>
                  <a:pt x="1135699" y="715"/>
                </a:lnTo>
                <a:lnTo>
                  <a:pt x="1136844" y="641"/>
                </a:lnTo>
                <a:lnTo>
                  <a:pt x="1137990" y="569"/>
                </a:lnTo>
                <a:lnTo>
                  <a:pt x="1139142" y="496"/>
                </a:lnTo>
                <a:lnTo>
                  <a:pt x="1140287" y="424"/>
                </a:lnTo>
                <a:lnTo>
                  <a:pt x="1141439" y="353"/>
                </a:lnTo>
                <a:lnTo>
                  <a:pt x="1142585" y="281"/>
                </a:lnTo>
                <a:lnTo>
                  <a:pt x="1143736" y="211"/>
                </a:lnTo>
                <a:lnTo>
                  <a:pt x="1144882" y="140"/>
                </a:lnTo>
                <a:lnTo>
                  <a:pt x="1146033" y="70"/>
                </a:lnTo>
                <a:lnTo>
                  <a:pt x="1147179" y="0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D3EFA486-216C-E485-4A06-86AE697F5825}"/>
              </a:ext>
            </a:extLst>
          </p:cNvPr>
          <p:cNvGrpSpPr/>
          <p:nvPr/>
        </p:nvGrpSpPr>
        <p:grpSpPr>
          <a:xfrm>
            <a:off x="512318" y="4078118"/>
            <a:ext cx="1417339" cy="944893"/>
            <a:chOff x="512318" y="4078118"/>
            <a:chExt cx="1417339" cy="944893"/>
          </a:xfrm>
        </p:grpSpPr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168CF1FC-77F5-D68E-98F1-484C77F4A1DC}"/>
                </a:ext>
              </a:extLst>
            </p:cNvPr>
            <p:cNvSpPr/>
            <p:nvPr/>
          </p:nvSpPr>
          <p:spPr>
            <a:xfrm>
              <a:off x="512318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FC551397-A794-A282-4B80-5EA7DE25FCFE}"/>
                </a:ext>
              </a:extLst>
            </p:cNvPr>
            <p:cNvSpPr/>
            <p:nvPr/>
          </p:nvSpPr>
          <p:spPr>
            <a:xfrm>
              <a:off x="716416" y="4106018"/>
              <a:ext cx="1185343" cy="784506"/>
            </a:xfrm>
            <a:custGeom>
              <a:avLst/>
              <a:gdLst>
                <a:gd name="connsiteX0" fmla="*/ 0 w 1185343"/>
                <a:gd name="connsiteY0" fmla="*/ 784507 h 784506"/>
                <a:gd name="connsiteX1" fmla="*/ 1185343 w 1185343"/>
                <a:gd name="connsiteY1" fmla="*/ 784507 h 784506"/>
                <a:gd name="connsiteX2" fmla="*/ 1185343 w 1185343"/>
                <a:gd name="connsiteY2" fmla="*/ 0 h 784506"/>
                <a:gd name="connsiteX3" fmla="*/ 0 w 1185343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5343" h="784506">
                  <a:moveTo>
                    <a:pt x="0" y="784507"/>
                  </a:moveTo>
                  <a:lnTo>
                    <a:pt x="1185343" y="784507"/>
                  </a:lnTo>
                  <a:lnTo>
                    <a:pt x="11853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88D9E223-D0DB-8086-A79C-F3A99F6E434F}"/>
                </a:ext>
              </a:extLst>
            </p:cNvPr>
            <p:cNvSpPr/>
            <p:nvPr/>
          </p:nvSpPr>
          <p:spPr>
            <a:xfrm>
              <a:off x="843151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82A6CFBC-B090-65AF-ADBB-F82108E7F44F}"/>
                </a:ext>
              </a:extLst>
            </p:cNvPr>
            <p:cNvSpPr/>
            <p:nvPr/>
          </p:nvSpPr>
          <p:spPr>
            <a:xfrm>
              <a:off x="1076119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DAB6E595-100E-8604-9FE0-2C3A61F33CBF}"/>
                </a:ext>
              </a:extLst>
            </p:cNvPr>
            <p:cNvSpPr/>
            <p:nvPr/>
          </p:nvSpPr>
          <p:spPr>
            <a:xfrm>
              <a:off x="130908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2BF1F473-37F7-E74A-1A9D-2AAB747B105B}"/>
                </a:ext>
              </a:extLst>
            </p:cNvPr>
            <p:cNvSpPr/>
            <p:nvPr/>
          </p:nvSpPr>
          <p:spPr>
            <a:xfrm>
              <a:off x="1542056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C5270941-0CE6-13A0-385E-79839E809E9A}"/>
                </a:ext>
              </a:extLst>
            </p:cNvPr>
            <p:cNvSpPr/>
            <p:nvPr/>
          </p:nvSpPr>
          <p:spPr>
            <a:xfrm>
              <a:off x="177502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7A68DEF9-801D-01F3-BC24-A07F49BF2153}"/>
                </a:ext>
              </a:extLst>
            </p:cNvPr>
            <p:cNvSpPr/>
            <p:nvPr/>
          </p:nvSpPr>
          <p:spPr>
            <a:xfrm>
              <a:off x="716416" y="4868320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269596AA-53B4-6697-7D39-D6BFE391F8AD}"/>
                </a:ext>
              </a:extLst>
            </p:cNvPr>
            <p:cNvSpPr/>
            <p:nvPr/>
          </p:nvSpPr>
          <p:spPr>
            <a:xfrm>
              <a:off x="716416" y="4678751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977C5FF5-9829-2394-4FF3-9545CAF83FD5}"/>
                </a:ext>
              </a:extLst>
            </p:cNvPr>
            <p:cNvSpPr/>
            <p:nvPr/>
          </p:nvSpPr>
          <p:spPr>
            <a:xfrm>
              <a:off x="716416" y="4489177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A8A87B07-17B7-B964-DB79-191DD9E88C26}"/>
                </a:ext>
              </a:extLst>
            </p:cNvPr>
            <p:cNvSpPr/>
            <p:nvPr/>
          </p:nvSpPr>
          <p:spPr>
            <a:xfrm>
              <a:off x="716416" y="4299604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221622F0-9216-DEEC-5AE4-C4807FBC889C}"/>
                </a:ext>
              </a:extLst>
            </p:cNvPr>
            <p:cNvSpPr/>
            <p:nvPr/>
          </p:nvSpPr>
          <p:spPr>
            <a:xfrm>
              <a:off x="716416" y="4110031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05592E62-A42C-76DD-058F-566D78BA04C2}"/>
                </a:ext>
              </a:extLst>
            </p:cNvPr>
            <p:cNvSpPr/>
            <p:nvPr/>
          </p:nvSpPr>
          <p:spPr>
            <a:xfrm>
              <a:off x="716416" y="4890525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5901027E-CA0A-D47E-9C8B-31C3990BB78D}"/>
                </a:ext>
              </a:extLst>
            </p:cNvPr>
            <p:cNvSpPr/>
            <p:nvPr/>
          </p:nvSpPr>
          <p:spPr>
            <a:xfrm>
              <a:off x="843151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961A0A66-D923-292E-CF89-EBEE345CD1D3}"/>
                </a:ext>
              </a:extLst>
            </p:cNvPr>
            <p:cNvSpPr/>
            <p:nvPr/>
          </p:nvSpPr>
          <p:spPr>
            <a:xfrm>
              <a:off x="1076119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A727DE98-E1DF-A370-8AE3-94628AE67B27}"/>
                </a:ext>
              </a:extLst>
            </p:cNvPr>
            <p:cNvSpPr/>
            <p:nvPr/>
          </p:nvSpPr>
          <p:spPr>
            <a:xfrm>
              <a:off x="1309087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E7A820C-964D-2C96-C3E2-89F2B8B727F4}"/>
                </a:ext>
              </a:extLst>
            </p:cNvPr>
            <p:cNvSpPr/>
            <p:nvPr/>
          </p:nvSpPr>
          <p:spPr>
            <a:xfrm>
              <a:off x="1542056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3F93BDF9-67AE-783B-DDA8-7A359C422698}"/>
                </a:ext>
              </a:extLst>
            </p:cNvPr>
            <p:cNvSpPr/>
            <p:nvPr/>
          </p:nvSpPr>
          <p:spPr>
            <a:xfrm>
              <a:off x="1775020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03FFA473-E8D3-0685-E957-397B1828A96E}"/>
                </a:ext>
              </a:extLst>
            </p:cNvPr>
            <p:cNvSpPr/>
            <p:nvPr/>
          </p:nvSpPr>
          <p:spPr>
            <a:xfrm>
              <a:off x="787889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004B9929-F8B9-FD4B-A0B0-B850AFF7F2B0}"/>
                </a:ext>
              </a:extLst>
            </p:cNvPr>
            <p:cNvSpPr/>
            <p:nvPr/>
          </p:nvSpPr>
          <p:spPr>
            <a:xfrm>
              <a:off x="827529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11C25CCC-549C-E026-4D0D-408FD3D7AC43}"/>
                </a:ext>
              </a:extLst>
            </p:cNvPr>
            <p:cNvSpPr/>
            <p:nvPr/>
          </p:nvSpPr>
          <p:spPr>
            <a:xfrm>
              <a:off x="860161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3DBE03B7-B22C-2349-71B2-1107A7E03EB1}"/>
                </a:ext>
              </a:extLst>
            </p:cNvPr>
            <p:cNvSpPr/>
            <p:nvPr/>
          </p:nvSpPr>
          <p:spPr>
            <a:xfrm>
              <a:off x="873724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A145525A-B303-538B-92FF-5050825E660E}"/>
                </a:ext>
              </a:extLst>
            </p:cNvPr>
            <p:cNvSpPr/>
            <p:nvPr/>
          </p:nvSpPr>
          <p:spPr>
            <a:xfrm>
              <a:off x="1021371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32DAE0B8-E32F-4F6D-8F52-AC92F7848503}"/>
                </a:ext>
              </a:extLst>
            </p:cNvPr>
            <p:cNvSpPr/>
            <p:nvPr/>
          </p:nvSpPr>
          <p:spPr>
            <a:xfrm>
              <a:off x="1060820" y="4910149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AB31FCED-D91C-0A98-EB7E-F17121FAF183}"/>
                </a:ext>
              </a:extLst>
            </p:cNvPr>
            <p:cNvSpPr/>
            <p:nvPr/>
          </p:nvSpPr>
          <p:spPr>
            <a:xfrm>
              <a:off x="1093642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FCD51B29-994D-33E3-4E6A-98650377E1C7}"/>
                </a:ext>
              </a:extLst>
            </p:cNvPr>
            <p:cNvSpPr/>
            <p:nvPr/>
          </p:nvSpPr>
          <p:spPr>
            <a:xfrm>
              <a:off x="1107760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2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5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2" y="26746"/>
                    <a:pt x="18272" y="24260"/>
                  </a:cubicBezTo>
                  <a:cubicBezTo>
                    <a:pt x="18272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0E720DE2-5254-2DB5-04D3-7DDAA7B566FC}"/>
                </a:ext>
              </a:extLst>
            </p:cNvPr>
            <p:cNvSpPr/>
            <p:nvPr/>
          </p:nvSpPr>
          <p:spPr>
            <a:xfrm>
              <a:off x="1273370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54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60 w 24691"/>
                <a:gd name="connsiteY14" fmla="*/ 32315 h 37051"/>
                <a:gd name="connsiteX15" fmla="*/ 0 w 24691"/>
                <a:gd name="connsiteY15" fmla="*/ 18538 h 37051"/>
                <a:gd name="connsiteX16" fmla="*/ 3160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7E989FE7-3EC5-B4F5-DDD8-FEE4C2114980}"/>
                </a:ext>
              </a:extLst>
            </p:cNvPr>
            <p:cNvSpPr/>
            <p:nvPr/>
          </p:nvSpPr>
          <p:spPr>
            <a:xfrm>
              <a:off x="1306554" y="4940433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BFBED35B-3614-D793-2ED7-30BB6D023F05}"/>
                </a:ext>
              </a:extLst>
            </p:cNvPr>
            <p:cNvSpPr/>
            <p:nvPr/>
          </p:nvSpPr>
          <p:spPr>
            <a:xfrm>
              <a:off x="1320113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9F817550-FCAA-AC87-93CB-10C27683CB22}"/>
                </a:ext>
              </a:extLst>
            </p:cNvPr>
            <p:cNvSpPr/>
            <p:nvPr/>
          </p:nvSpPr>
          <p:spPr>
            <a:xfrm>
              <a:off x="1507030" y="4910149"/>
              <a:ext cx="22677" cy="36360"/>
            </a:xfrm>
            <a:custGeom>
              <a:avLst/>
              <a:gdLst>
                <a:gd name="connsiteX0" fmla="*/ 5817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701 w 22677"/>
                <a:gd name="connsiteY7" fmla="*/ 14067 h 36360"/>
                <a:gd name="connsiteX8" fmla="*/ 17634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42 w 22677"/>
                <a:gd name="connsiteY12" fmla="*/ 7246 h 36360"/>
                <a:gd name="connsiteX13" fmla="*/ 242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8 w 22677"/>
                <a:gd name="connsiteY20" fmla="*/ 23038 h 36360"/>
                <a:gd name="connsiteX21" fmla="*/ 5817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7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D3122805-7747-DFC5-9A2E-6781D8C6CDD3}"/>
                </a:ext>
              </a:extLst>
            </p:cNvPr>
            <p:cNvSpPr/>
            <p:nvPr/>
          </p:nvSpPr>
          <p:spPr>
            <a:xfrm>
              <a:off x="1539854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E8BA8B31-B4AA-76AD-50C3-184890C8FAF4}"/>
                </a:ext>
              </a:extLst>
            </p:cNvPr>
            <p:cNvSpPr/>
            <p:nvPr/>
          </p:nvSpPr>
          <p:spPr>
            <a:xfrm>
              <a:off x="1553968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188436A6-69FF-95E4-7848-0898F0E469E8}"/>
                </a:ext>
              </a:extLst>
            </p:cNvPr>
            <p:cNvSpPr/>
            <p:nvPr/>
          </p:nvSpPr>
          <p:spPr>
            <a:xfrm>
              <a:off x="1739580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92CBD5E2-2AE4-5B02-6421-94D128BC3053}"/>
                </a:ext>
              </a:extLst>
            </p:cNvPr>
            <p:cNvSpPr/>
            <p:nvPr/>
          </p:nvSpPr>
          <p:spPr>
            <a:xfrm>
              <a:off x="1772209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DEA4F6D7-6EC3-DAD6-3305-19DACA1D245A}"/>
                </a:ext>
              </a:extLst>
            </p:cNvPr>
            <p:cNvSpPr/>
            <p:nvPr/>
          </p:nvSpPr>
          <p:spPr>
            <a:xfrm>
              <a:off x="1785774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2" y="33225"/>
                    <a:pt x="16725" y="32008"/>
                    <a:pt x="17971" y="29569"/>
                  </a:cubicBezTo>
                  <a:cubicBezTo>
                    <a:pt x="19228" y="27113"/>
                    <a:pt x="19860" y="23433"/>
                    <a:pt x="19860" y="18538"/>
                  </a:cubicBezTo>
                  <a:cubicBezTo>
                    <a:pt x="19860" y="13624"/>
                    <a:pt x="19228" y="9951"/>
                    <a:pt x="17971" y="7512"/>
                  </a:cubicBezTo>
                  <a:cubicBezTo>
                    <a:pt x="16725" y="5055"/>
                    <a:pt x="14852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202B88F0-BA8C-2B47-A1E1-F7B5567BD45D}"/>
                </a:ext>
              </a:extLst>
            </p:cNvPr>
            <p:cNvSpPr/>
            <p:nvPr/>
          </p:nvSpPr>
          <p:spPr>
            <a:xfrm>
              <a:off x="1296047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1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16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2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58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2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8 w 24012"/>
                <a:gd name="connsiteY43" fmla="*/ 3815 h 25671"/>
                <a:gd name="connsiteX44" fmla="*/ 9295 w 24012"/>
                <a:gd name="connsiteY44" fmla="*/ 3980 h 25671"/>
                <a:gd name="connsiteX45" fmla="*/ 8073 w 24012"/>
                <a:gd name="connsiteY45" fmla="*/ 4400 h 25671"/>
                <a:gd name="connsiteX46" fmla="*/ 6939 w 24012"/>
                <a:gd name="connsiteY46" fmla="*/ 5197 h 25671"/>
                <a:gd name="connsiteX47" fmla="*/ 6053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3 w 24012"/>
                <a:gd name="connsiteY54" fmla="*/ 2793 h 25671"/>
                <a:gd name="connsiteX55" fmla="*/ 8658 w 24012"/>
                <a:gd name="connsiteY55" fmla="*/ 827 h 25671"/>
                <a:gd name="connsiteX56" fmla="*/ 11504 w 24012"/>
                <a:gd name="connsiteY56" fmla="*/ 0 h 25671"/>
                <a:gd name="connsiteX57" fmla="*/ 13140 w 24012"/>
                <a:gd name="connsiteY57" fmla="*/ 384 h 25671"/>
                <a:gd name="connsiteX58" fmla="*/ 14297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2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74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1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595" y="20168"/>
                    <a:pt x="8912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47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16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2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7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07" y="21414"/>
                    <a:pt x="3106" y="22583"/>
                    <a:pt x="1577" y="24927"/>
                  </a:cubicBezTo>
                  <a:cubicBezTo>
                    <a:pt x="1406" y="25258"/>
                    <a:pt x="1270" y="25459"/>
                    <a:pt x="1158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28" y="23238"/>
                    <a:pt x="1713" y="22323"/>
                    <a:pt x="2652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8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3" y="4400"/>
                  </a:cubicBezTo>
                  <a:cubicBezTo>
                    <a:pt x="7707" y="4565"/>
                    <a:pt x="7329" y="4831"/>
                    <a:pt x="6939" y="5197"/>
                  </a:cubicBezTo>
                  <a:cubicBezTo>
                    <a:pt x="6555" y="5551"/>
                    <a:pt x="6260" y="5965"/>
                    <a:pt x="6053" y="6443"/>
                  </a:cubicBezTo>
                  <a:cubicBezTo>
                    <a:pt x="6000" y="6591"/>
                    <a:pt x="5953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14" y="7081"/>
                    <a:pt x="4937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3" y="2793"/>
                  </a:cubicBezTo>
                  <a:cubicBezTo>
                    <a:pt x="7022" y="2037"/>
                    <a:pt x="7754" y="1382"/>
                    <a:pt x="8658" y="827"/>
                  </a:cubicBezTo>
                  <a:cubicBezTo>
                    <a:pt x="9561" y="278"/>
                    <a:pt x="10506" y="0"/>
                    <a:pt x="11504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297" y="1187"/>
                  </a:cubicBezTo>
                  <a:cubicBezTo>
                    <a:pt x="14575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2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3CF0F415-02F9-7581-89AE-CC94CA6E52BD}"/>
                </a:ext>
              </a:extLst>
            </p:cNvPr>
            <p:cNvSpPr/>
            <p:nvPr/>
          </p:nvSpPr>
          <p:spPr>
            <a:xfrm>
              <a:off x="716416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F95B427-76C2-51B0-BDD5-20CBA489A233}"/>
                </a:ext>
              </a:extLst>
            </p:cNvPr>
            <p:cNvSpPr/>
            <p:nvPr/>
          </p:nvSpPr>
          <p:spPr>
            <a:xfrm>
              <a:off x="716416" y="486832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4A12DC00-5EE1-646B-EF7D-7B35FABF66A5}"/>
                </a:ext>
              </a:extLst>
            </p:cNvPr>
            <p:cNvSpPr/>
            <p:nvPr/>
          </p:nvSpPr>
          <p:spPr>
            <a:xfrm>
              <a:off x="716416" y="467875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34C9B259-F855-5958-8D72-87D00DE2D1A7}"/>
                </a:ext>
              </a:extLst>
            </p:cNvPr>
            <p:cNvSpPr/>
            <p:nvPr/>
          </p:nvSpPr>
          <p:spPr>
            <a:xfrm>
              <a:off x="716416" y="4489177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EAB1B498-22AE-7271-4F25-FB4D9D2077D7}"/>
                </a:ext>
              </a:extLst>
            </p:cNvPr>
            <p:cNvSpPr/>
            <p:nvPr/>
          </p:nvSpPr>
          <p:spPr>
            <a:xfrm>
              <a:off x="716416" y="4299604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DBB67EF3-9F07-78DA-ED95-D12653AD7681}"/>
                </a:ext>
              </a:extLst>
            </p:cNvPr>
            <p:cNvSpPr/>
            <p:nvPr/>
          </p:nvSpPr>
          <p:spPr>
            <a:xfrm>
              <a:off x="716416" y="411003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650DCAF6-F617-6899-BB79-903FB208FCE5}"/>
                </a:ext>
              </a:extLst>
            </p:cNvPr>
            <p:cNvSpPr/>
            <p:nvPr/>
          </p:nvSpPr>
          <p:spPr>
            <a:xfrm>
              <a:off x="592551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B15189AA-1C96-1D74-2F4C-378B3F9657BB}"/>
                </a:ext>
              </a:extLst>
            </p:cNvPr>
            <p:cNvSpPr/>
            <p:nvPr/>
          </p:nvSpPr>
          <p:spPr>
            <a:xfrm>
              <a:off x="625732" y="488010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64C1AA49-8413-639F-62C7-A558C974C3CA}"/>
                </a:ext>
              </a:extLst>
            </p:cNvPr>
            <p:cNvSpPr/>
            <p:nvPr/>
          </p:nvSpPr>
          <p:spPr>
            <a:xfrm>
              <a:off x="639296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7DC3A390-0DD6-A8A8-F71E-084A2AF14AE9}"/>
                </a:ext>
              </a:extLst>
            </p:cNvPr>
            <p:cNvSpPr/>
            <p:nvPr/>
          </p:nvSpPr>
          <p:spPr>
            <a:xfrm>
              <a:off x="670468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4A864220-D067-77FE-38A4-79795166DCCC}"/>
                </a:ext>
              </a:extLst>
            </p:cNvPr>
            <p:cNvSpPr/>
            <p:nvPr/>
          </p:nvSpPr>
          <p:spPr>
            <a:xfrm>
              <a:off x="593580" y="4660245"/>
              <a:ext cx="24688" cy="37055"/>
            </a:xfrm>
            <a:custGeom>
              <a:avLst/>
              <a:gdLst>
                <a:gd name="connsiteX0" fmla="*/ 12344 w 24688"/>
                <a:gd name="connsiteY0" fmla="*/ 3827 h 37055"/>
                <a:gd name="connsiteX1" fmla="*/ 6722 w 24688"/>
                <a:gd name="connsiteY1" fmla="*/ 7512 h 37055"/>
                <a:gd name="connsiteX2" fmla="*/ 4856 w 24688"/>
                <a:gd name="connsiteY2" fmla="*/ 18541 h 37055"/>
                <a:gd name="connsiteX3" fmla="*/ 6722 w 24688"/>
                <a:gd name="connsiteY3" fmla="*/ 29567 h 37055"/>
                <a:gd name="connsiteX4" fmla="*/ 12344 w 24688"/>
                <a:gd name="connsiteY4" fmla="*/ 33228 h 37055"/>
                <a:gd name="connsiteX5" fmla="*/ 17966 w 24688"/>
                <a:gd name="connsiteY5" fmla="*/ 29567 h 37055"/>
                <a:gd name="connsiteX6" fmla="*/ 19856 w 24688"/>
                <a:gd name="connsiteY6" fmla="*/ 18541 h 37055"/>
                <a:gd name="connsiteX7" fmla="*/ 17966 w 24688"/>
                <a:gd name="connsiteY7" fmla="*/ 7512 h 37055"/>
                <a:gd name="connsiteX8" fmla="*/ 12344 w 24688"/>
                <a:gd name="connsiteY8" fmla="*/ 3827 h 37055"/>
                <a:gd name="connsiteX9" fmla="*/ 12344 w 24688"/>
                <a:gd name="connsiteY9" fmla="*/ 0 h 37055"/>
                <a:gd name="connsiteX10" fmla="*/ 21507 w 24688"/>
                <a:gd name="connsiteY10" fmla="*/ 4760 h 37055"/>
                <a:gd name="connsiteX11" fmla="*/ 24688 w 24688"/>
                <a:gd name="connsiteY11" fmla="*/ 18541 h 37055"/>
                <a:gd name="connsiteX12" fmla="*/ 21507 w 24688"/>
                <a:gd name="connsiteY12" fmla="*/ 32319 h 37055"/>
                <a:gd name="connsiteX13" fmla="*/ 12344 w 24688"/>
                <a:gd name="connsiteY13" fmla="*/ 37055 h 37055"/>
                <a:gd name="connsiteX14" fmla="*/ 3158 w 24688"/>
                <a:gd name="connsiteY14" fmla="*/ 32319 h 37055"/>
                <a:gd name="connsiteX15" fmla="*/ 0 w 24688"/>
                <a:gd name="connsiteY15" fmla="*/ 18541 h 37055"/>
                <a:gd name="connsiteX16" fmla="*/ 3158 w 24688"/>
                <a:gd name="connsiteY16" fmla="*/ 4760 h 37055"/>
                <a:gd name="connsiteX17" fmla="*/ 12344 w 24688"/>
                <a:gd name="connsiteY17" fmla="*/ 0 h 3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5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49"/>
                    <a:pt x="4856" y="13628"/>
                    <a:pt x="4856" y="18541"/>
                  </a:cubicBezTo>
                  <a:cubicBezTo>
                    <a:pt x="4856" y="23437"/>
                    <a:pt x="5478" y="27110"/>
                    <a:pt x="6722" y="29567"/>
                  </a:cubicBezTo>
                  <a:cubicBezTo>
                    <a:pt x="7982" y="32006"/>
                    <a:pt x="9856" y="33228"/>
                    <a:pt x="12344" y="33228"/>
                  </a:cubicBezTo>
                  <a:cubicBezTo>
                    <a:pt x="14848" y="33228"/>
                    <a:pt x="16722" y="32006"/>
                    <a:pt x="17966" y="29567"/>
                  </a:cubicBezTo>
                  <a:cubicBezTo>
                    <a:pt x="19226" y="27110"/>
                    <a:pt x="19856" y="23437"/>
                    <a:pt x="19856" y="18541"/>
                  </a:cubicBezTo>
                  <a:cubicBezTo>
                    <a:pt x="19856" y="13628"/>
                    <a:pt x="19226" y="9949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20"/>
                    <a:pt x="24688" y="12512"/>
                    <a:pt x="24688" y="18541"/>
                  </a:cubicBezTo>
                  <a:cubicBezTo>
                    <a:pt x="24688" y="24553"/>
                    <a:pt x="23628" y="29148"/>
                    <a:pt x="21507" y="32319"/>
                  </a:cubicBezTo>
                  <a:cubicBezTo>
                    <a:pt x="19402" y="35478"/>
                    <a:pt x="16347" y="37055"/>
                    <a:pt x="12344" y="37055"/>
                  </a:cubicBezTo>
                  <a:cubicBezTo>
                    <a:pt x="8341" y="37055"/>
                    <a:pt x="5279" y="35478"/>
                    <a:pt x="3158" y="32319"/>
                  </a:cubicBezTo>
                  <a:cubicBezTo>
                    <a:pt x="1052" y="29148"/>
                    <a:pt x="0" y="24553"/>
                    <a:pt x="0" y="18541"/>
                  </a:cubicBezTo>
                  <a:cubicBezTo>
                    <a:pt x="0" y="12512"/>
                    <a:pt x="1052" y="7920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E945B926-61A6-8054-9C2C-5B8A3AE2503B}"/>
                </a:ext>
              </a:extLst>
            </p:cNvPr>
            <p:cNvSpPr/>
            <p:nvPr/>
          </p:nvSpPr>
          <p:spPr>
            <a:xfrm>
              <a:off x="626761" y="4690532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C7D37AC0-69F6-BE75-DBC0-34AE0B6942F6}"/>
                </a:ext>
              </a:extLst>
            </p:cNvPr>
            <p:cNvSpPr/>
            <p:nvPr/>
          </p:nvSpPr>
          <p:spPr>
            <a:xfrm>
              <a:off x="640684" y="4660245"/>
              <a:ext cx="22679" cy="36364"/>
            </a:xfrm>
            <a:custGeom>
              <a:avLst/>
              <a:gdLst>
                <a:gd name="connsiteX0" fmla="*/ 5813 w 22679"/>
                <a:gd name="connsiteY0" fmla="*/ 32295 h 36364"/>
                <a:gd name="connsiteX1" fmla="*/ 22679 w 22679"/>
                <a:gd name="connsiteY1" fmla="*/ 32295 h 36364"/>
                <a:gd name="connsiteX2" fmla="*/ 22679 w 22679"/>
                <a:gd name="connsiteY2" fmla="*/ 36364 h 36364"/>
                <a:gd name="connsiteX3" fmla="*/ 0 w 22679"/>
                <a:gd name="connsiteY3" fmla="*/ 36364 h 36364"/>
                <a:gd name="connsiteX4" fmla="*/ 0 w 22679"/>
                <a:gd name="connsiteY4" fmla="*/ 32295 h 36364"/>
                <a:gd name="connsiteX5" fmla="*/ 7488 w 22679"/>
                <a:gd name="connsiteY5" fmla="*/ 24665 h 36364"/>
                <a:gd name="connsiteX6" fmla="*/ 13469 w 22679"/>
                <a:gd name="connsiteY6" fmla="*/ 18470 h 36364"/>
                <a:gd name="connsiteX7" fmla="*/ 16699 w 22679"/>
                <a:gd name="connsiteY7" fmla="*/ 14065 h 36364"/>
                <a:gd name="connsiteX8" fmla="*/ 17632 w 22679"/>
                <a:gd name="connsiteY8" fmla="*/ 10504 h 36364"/>
                <a:gd name="connsiteX9" fmla="*/ 15622 w 22679"/>
                <a:gd name="connsiteY9" fmla="*/ 5861 h 36364"/>
                <a:gd name="connsiteX10" fmla="*/ 10430 w 22679"/>
                <a:gd name="connsiteY10" fmla="*/ 4067 h 36364"/>
                <a:gd name="connsiteX11" fmla="*/ 5622 w 22679"/>
                <a:gd name="connsiteY11" fmla="*/ 4856 h 36364"/>
                <a:gd name="connsiteX12" fmla="*/ 239 w 22679"/>
                <a:gd name="connsiteY12" fmla="*/ 7249 h 36364"/>
                <a:gd name="connsiteX13" fmla="*/ 239 w 22679"/>
                <a:gd name="connsiteY13" fmla="*/ 2368 h 36364"/>
                <a:gd name="connsiteX14" fmla="*/ 5694 w 22679"/>
                <a:gd name="connsiteY14" fmla="*/ 598 h 36364"/>
                <a:gd name="connsiteX15" fmla="*/ 10335 w 22679"/>
                <a:gd name="connsiteY15" fmla="*/ 0 h 36364"/>
                <a:gd name="connsiteX16" fmla="*/ 19187 w 22679"/>
                <a:gd name="connsiteY16" fmla="*/ 2775 h 36364"/>
                <a:gd name="connsiteX17" fmla="*/ 22488 w 22679"/>
                <a:gd name="connsiteY17" fmla="*/ 10191 h 36364"/>
                <a:gd name="connsiteX18" fmla="*/ 21650 w 22679"/>
                <a:gd name="connsiteY18" fmla="*/ 14378 h 36364"/>
                <a:gd name="connsiteX19" fmla="*/ 18660 w 22679"/>
                <a:gd name="connsiteY19" fmla="*/ 19020 h 36364"/>
                <a:gd name="connsiteX20" fmla="*/ 14856 w 22679"/>
                <a:gd name="connsiteY20" fmla="*/ 23035 h 36364"/>
                <a:gd name="connsiteX21" fmla="*/ 5813 w 22679"/>
                <a:gd name="connsiteY21" fmla="*/ 32295 h 3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4">
                  <a:moveTo>
                    <a:pt x="5813" y="32295"/>
                  </a:moveTo>
                  <a:lnTo>
                    <a:pt x="22679" y="32295"/>
                  </a:lnTo>
                  <a:lnTo>
                    <a:pt x="22679" y="36364"/>
                  </a:lnTo>
                  <a:lnTo>
                    <a:pt x="0" y="36364"/>
                  </a:lnTo>
                  <a:lnTo>
                    <a:pt x="0" y="32295"/>
                  </a:lnTo>
                  <a:cubicBezTo>
                    <a:pt x="1834" y="30400"/>
                    <a:pt x="4331" y="27854"/>
                    <a:pt x="7488" y="24665"/>
                  </a:cubicBezTo>
                  <a:cubicBezTo>
                    <a:pt x="10662" y="21459"/>
                    <a:pt x="12656" y="19397"/>
                    <a:pt x="13469" y="18470"/>
                  </a:cubicBezTo>
                  <a:cubicBezTo>
                    <a:pt x="15016" y="16728"/>
                    <a:pt x="16092" y="15264"/>
                    <a:pt x="16699" y="14065"/>
                  </a:cubicBezTo>
                  <a:cubicBezTo>
                    <a:pt x="17320" y="12854"/>
                    <a:pt x="17632" y="11667"/>
                    <a:pt x="17632" y="10504"/>
                  </a:cubicBezTo>
                  <a:cubicBezTo>
                    <a:pt x="17632" y="8602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6"/>
                    <a:pt x="5694" y="598"/>
                  </a:cubicBezTo>
                  <a:cubicBezTo>
                    <a:pt x="7384" y="199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61"/>
                    <a:pt x="22209" y="13055"/>
                    <a:pt x="21650" y="14378"/>
                  </a:cubicBezTo>
                  <a:cubicBezTo>
                    <a:pt x="21108" y="15683"/>
                    <a:pt x="20111" y="17230"/>
                    <a:pt x="18660" y="19020"/>
                  </a:cubicBezTo>
                  <a:cubicBezTo>
                    <a:pt x="18261" y="19480"/>
                    <a:pt x="16993" y="20821"/>
                    <a:pt x="14856" y="23035"/>
                  </a:cubicBezTo>
                  <a:cubicBezTo>
                    <a:pt x="12719" y="25238"/>
                    <a:pt x="9705" y="28321"/>
                    <a:pt x="5813" y="3229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4D673E14-2C8C-F9FD-4012-C1BA996B4D5C}"/>
                </a:ext>
              </a:extLst>
            </p:cNvPr>
            <p:cNvSpPr/>
            <p:nvPr/>
          </p:nvSpPr>
          <p:spPr>
            <a:xfrm>
              <a:off x="672047" y="4660890"/>
              <a:ext cx="23109" cy="36409"/>
            </a:xfrm>
            <a:custGeom>
              <a:avLst/>
              <a:gdLst>
                <a:gd name="connsiteX0" fmla="*/ 1507 w 23109"/>
                <a:gd name="connsiteY0" fmla="*/ 0 h 36409"/>
                <a:gd name="connsiteX1" fmla="*/ 20478 w 23109"/>
                <a:gd name="connsiteY1" fmla="*/ 0 h 36409"/>
                <a:gd name="connsiteX2" fmla="*/ 20478 w 23109"/>
                <a:gd name="connsiteY2" fmla="*/ 4067 h 36409"/>
                <a:gd name="connsiteX3" fmla="*/ 5933 w 23109"/>
                <a:gd name="connsiteY3" fmla="*/ 4067 h 36409"/>
                <a:gd name="connsiteX4" fmla="*/ 5933 w 23109"/>
                <a:gd name="connsiteY4" fmla="*/ 12823 h 36409"/>
                <a:gd name="connsiteX5" fmla="*/ 8038 w 23109"/>
                <a:gd name="connsiteY5" fmla="*/ 12297 h 36409"/>
                <a:gd name="connsiteX6" fmla="*/ 10143 w 23109"/>
                <a:gd name="connsiteY6" fmla="*/ 12108 h 36409"/>
                <a:gd name="connsiteX7" fmla="*/ 19617 w 23109"/>
                <a:gd name="connsiteY7" fmla="*/ 15380 h 36409"/>
                <a:gd name="connsiteX8" fmla="*/ 23109 w 23109"/>
                <a:gd name="connsiteY8" fmla="*/ 24256 h 36409"/>
                <a:gd name="connsiteX9" fmla="*/ 19521 w 23109"/>
                <a:gd name="connsiteY9" fmla="*/ 33227 h 36409"/>
                <a:gd name="connsiteX10" fmla="*/ 9402 w 23109"/>
                <a:gd name="connsiteY10" fmla="*/ 36410 h 36409"/>
                <a:gd name="connsiteX11" fmla="*/ 4808 w 23109"/>
                <a:gd name="connsiteY11" fmla="*/ 36026 h 36409"/>
                <a:gd name="connsiteX12" fmla="*/ 0 w 23109"/>
                <a:gd name="connsiteY12" fmla="*/ 34880 h 36409"/>
                <a:gd name="connsiteX13" fmla="*/ 0 w 23109"/>
                <a:gd name="connsiteY13" fmla="*/ 30026 h 36409"/>
                <a:gd name="connsiteX14" fmla="*/ 4449 w 23109"/>
                <a:gd name="connsiteY14" fmla="*/ 31768 h 36409"/>
                <a:gd name="connsiteX15" fmla="*/ 9306 w 23109"/>
                <a:gd name="connsiteY15" fmla="*/ 32347 h 36409"/>
                <a:gd name="connsiteX16" fmla="*/ 15861 w 23109"/>
                <a:gd name="connsiteY16" fmla="*/ 30167 h 36409"/>
                <a:gd name="connsiteX17" fmla="*/ 18277 w 23109"/>
                <a:gd name="connsiteY17" fmla="*/ 24256 h 36409"/>
                <a:gd name="connsiteX18" fmla="*/ 15861 w 23109"/>
                <a:gd name="connsiteY18" fmla="*/ 18350 h 36409"/>
                <a:gd name="connsiteX19" fmla="*/ 9306 w 23109"/>
                <a:gd name="connsiteY19" fmla="*/ 16171 h 36409"/>
                <a:gd name="connsiteX20" fmla="*/ 5430 w 23109"/>
                <a:gd name="connsiteY20" fmla="*/ 16602 h 36409"/>
                <a:gd name="connsiteX21" fmla="*/ 1507 w 23109"/>
                <a:gd name="connsiteY21" fmla="*/ 17943 h 36409"/>
                <a:gd name="connsiteX22" fmla="*/ 1507 w 23109"/>
                <a:gd name="connsiteY22" fmla="*/ 0 h 3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9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1"/>
                    <a:pt x="7336" y="12409"/>
                    <a:pt x="8038" y="12297"/>
                  </a:cubicBezTo>
                  <a:cubicBezTo>
                    <a:pt x="8740" y="12173"/>
                    <a:pt x="9441" y="12108"/>
                    <a:pt x="10143" y="12108"/>
                  </a:cubicBezTo>
                  <a:cubicBezTo>
                    <a:pt x="14130" y="12108"/>
                    <a:pt x="17288" y="13201"/>
                    <a:pt x="19617" y="15380"/>
                  </a:cubicBezTo>
                  <a:cubicBezTo>
                    <a:pt x="21945" y="17565"/>
                    <a:pt x="23109" y="20524"/>
                    <a:pt x="23109" y="24256"/>
                  </a:cubicBezTo>
                  <a:cubicBezTo>
                    <a:pt x="23109" y="28101"/>
                    <a:pt x="21913" y="31095"/>
                    <a:pt x="19521" y="33227"/>
                  </a:cubicBezTo>
                  <a:cubicBezTo>
                    <a:pt x="17129" y="35347"/>
                    <a:pt x="13756" y="36410"/>
                    <a:pt x="9402" y="36410"/>
                  </a:cubicBezTo>
                  <a:cubicBezTo>
                    <a:pt x="7902" y="36410"/>
                    <a:pt x="6372" y="36280"/>
                    <a:pt x="4808" y="36026"/>
                  </a:cubicBezTo>
                  <a:cubicBezTo>
                    <a:pt x="3262" y="35772"/>
                    <a:pt x="1659" y="35394"/>
                    <a:pt x="0" y="34880"/>
                  </a:cubicBezTo>
                  <a:lnTo>
                    <a:pt x="0" y="30026"/>
                  </a:lnTo>
                  <a:cubicBezTo>
                    <a:pt x="1436" y="30805"/>
                    <a:pt x="2919" y="31384"/>
                    <a:pt x="4449" y="31768"/>
                  </a:cubicBezTo>
                  <a:cubicBezTo>
                    <a:pt x="5981" y="32152"/>
                    <a:pt x="7599" y="32347"/>
                    <a:pt x="9306" y="32347"/>
                  </a:cubicBezTo>
                  <a:cubicBezTo>
                    <a:pt x="12065" y="32347"/>
                    <a:pt x="14250" y="31620"/>
                    <a:pt x="15861" y="30167"/>
                  </a:cubicBezTo>
                  <a:cubicBezTo>
                    <a:pt x="17472" y="28715"/>
                    <a:pt x="18277" y="26742"/>
                    <a:pt x="18277" y="24256"/>
                  </a:cubicBezTo>
                  <a:cubicBezTo>
                    <a:pt x="18277" y="21770"/>
                    <a:pt x="17472" y="19797"/>
                    <a:pt x="15861" y="18350"/>
                  </a:cubicBezTo>
                  <a:cubicBezTo>
                    <a:pt x="14250" y="16898"/>
                    <a:pt x="12065" y="16171"/>
                    <a:pt x="9306" y="16171"/>
                  </a:cubicBezTo>
                  <a:cubicBezTo>
                    <a:pt x="8014" y="16171"/>
                    <a:pt x="6722" y="16313"/>
                    <a:pt x="5430" y="16602"/>
                  </a:cubicBezTo>
                  <a:cubicBezTo>
                    <a:pt x="4155" y="16892"/>
                    <a:pt x="2847" y="17335"/>
                    <a:pt x="1507" y="17943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921C66B4-0ECD-1E90-3CBC-B526D66B03B9}"/>
                </a:ext>
              </a:extLst>
            </p:cNvPr>
            <p:cNvSpPr/>
            <p:nvPr/>
          </p:nvSpPr>
          <p:spPr>
            <a:xfrm>
              <a:off x="592551" y="4470672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6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20"/>
                  </a:cubicBezTo>
                  <a:cubicBezTo>
                    <a:pt x="19402" y="35478"/>
                    <a:pt x="16348" y="37056"/>
                    <a:pt x="12344" y="37056"/>
                  </a:cubicBezTo>
                  <a:cubicBezTo>
                    <a:pt x="8341" y="37056"/>
                    <a:pt x="5279" y="35478"/>
                    <a:pt x="3158" y="32320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5E32D15E-C84B-E734-3F1B-9603F65EB5AF}"/>
                </a:ext>
              </a:extLst>
            </p:cNvPr>
            <p:cNvSpPr/>
            <p:nvPr/>
          </p:nvSpPr>
          <p:spPr>
            <a:xfrm>
              <a:off x="625732" y="4500958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2355D35C-A67E-C26E-1B71-07730E0379AC}"/>
                </a:ext>
              </a:extLst>
            </p:cNvPr>
            <p:cNvSpPr/>
            <p:nvPr/>
          </p:nvSpPr>
          <p:spPr>
            <a:xfrm>
              <a:off x="639847" y="4471318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2 h 36410"/>
                <a:gd name="connsiteX5" fmla="*/ 8038 w 23109"/>
                <a:gd name="connsiteY5" fmla="*/ 12296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0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2"/>
                  </a:lnTo>
                  <a:cubicBezTo>
                    <a:pt x="6634" y="12583"/>
                    <a:pt x="7336" y="12408"/>
                    <a:pt x="8038" y="12296"/>
                  </a:cubicBezTo>
                  <a:cubicBezTo>
                    <a:pt x="8740" y="12168"/>
                    <a:pt x="9441" y="12105"/>
                    <a:pt x="10143" y="12105"/>
                  </a:cubicBezTo>
                  <a:cubicBezTo>
                    <a:pt x="14130" y="12105"/>
                    <a:pt x="17288" y="13197"/>
                    <a:pt x="19617" y="15382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1"/>
                    <a:pt x="21913" y="31092"/>
                    <a:pt x="19521" y="33229"/>
                  </a:cubicBezTo>
                  <a:cubicBezTo>
                    <a:pt x="17129" y="35350"/>
                    <a:pt x="13756" y="36410"/>
                    <a:pt x="9402" y="36410"/>
                  </a:cubicBezTo>
                  <a:cubicBezTo>
                    <a:pt x="7902" y="36410"/>
                    <a:pt x="6372" y="36283"/>
                    <a:pt x="4808" y="36028"/>
                  </a:cubicBezTo>
                  <a:cubicBezTo>
                    <a:pt x="3261" y="35772"/>
                    <a:pt x="1658" y="35390"/>
                    <a:pt x="0" y="34880"/>
                  </a:cubicBezTo>
                  <a:lnTo>
                    <a:pt x="0" y="30023"/>
                  </a:lnTo>
                  <a:cubicBezTo>
                    <a:pt x="1435" y="30804"/>
                    <a:pt x="2918" y="31386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1" y="28715"/>
                    <a:pt x="18277" y="26746"/>
                    <a:pt x="18277" y="24258"/>
                  </a:cubicBezTo>
                  <a:cubicBezTo>
                    <a:pt x="18277" y="21770"/>
                    <a:pt x="17471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4" y="16889"/>
                    <a:pt x="2846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A1545698-154D-4038-3AF9-EA0A6EC70DE2}"/>
                </a:ext>
              </a:extLst>
            </p:cNvPr>
            <p:cNvSpPr/>
            <p:nvPr/>
          </p:nvSpPr>
          <p:spPr>
            <a:xfrm>
              <a:off x="670468" y="4470672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6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20"/>
                  </a:cubicBezTo>
                  <a:cubicBezTo>
                    <a:pt x="19402" y="35478"/>
                    <a:pt x="16348" y="37056"/>
                    <a:pt x="12344" y="37056"/>
                  </a:cubicBezTo>
                  <a:cubicBezTo>
                    <a:pt x="8341" y="37056"/>
                    <a:pt x="5279" y="35478"/>
                    <a:pt x="3158" y="32320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55E11BA4-6BF8-B253-7D56-79FA00835600}"/>
                </a:ext>
              </a:extLst>
            </p:cNvPr>
            <p:cNvSpPr/>
            <p:nvPr/>
          </p:nvSpPr>
          <p:spPr>
            <a:xfrm>
              <a:off x="593580" y="4281099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FC8A6ECB-FB08-405B-94F7-083264EC6746}"/>
                </a:ext>
              </a:extLst>
            </p:cNvPr>
            <p:cNvSpPr/>
            <p:nvPr/>
          </p:nvSpPr>
          <p:spPr>
            <a:xfrm>
              <a:off x="626761" y="4311386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926D4380-A05A-B600-95D6-AE2D077DD9A4}"/>
                </a:ext>
              </a:extLst>
            </p:cNvPr>
            <p:cNvSpPr/>
            <p:nvPr/>
          </p:nvSpPr>
          <p:spPr>
            <a:xfrm>
              <a:off x="641115" y="4281745"/>
              <a:ext cx="22965" cy="35716"/>
            </a:xfrm>
            <a:custGeom>
              <a:avLst/>
              <a:gdLst>
                <a:gd name="connsiteX0" fmla="*/ 0 w 22965"/>
                <a:gd name="connsiteY0" fmla="*/ 0 h 35716"/>
                <a:gd name="connsiteX1" fmla="*/ 22966 w 22965"/>
                <a:gd name="connsiteY1" fmla="*/ 0 h 35716"/>
                <a:gd name="connsiteX2" fmla="*/ 22966 w 22965"/>
                <a:gd name="connsiteY2" fmla="*/ 2058 h 35716"/>
                <a:gd name="connsiteX3" fmla="*/ 9999 w 22965"/>
                <a:gd name="connsiteY3" fmla="*/ 35717 h 35716"/>
                <a:gd name="connsiteX4" fmla="*/ 4952 w 22965"/>
                <a:gd name="connsiteY4" fmla="*/ 35717 h 35716"/>
                <a:gd name="connsiteX5" fmla="*/ 17152 w 22965"/>
                <a:gd name="connsiteY5" fmla="*/ 4067 h 35716"/>
                <a:gd name="connsiteX6" fmla="*/ 0 w 22965"/>
                <a:gd name="connsiteY6" fmla="*/ 4067 h 35716"/>
                <a:gd name="connsiteX7" fmla="*/ 0 w 22965"/>
                <a:gd name="connsiteY7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65" h="35716">
                  <a:moveTo>
                    <a:pt x="0" y="0"/>
                  </a:moveTo>
                  <a:lnTo>
                    <a:pt x="22966" y="0"/>
                  </a:lnTo>
                  <a:lnTo>
                    <a:pt x="22966" y="2058"/>
                  </a:lnTo>
                  <a:lnTo>
                    <a:pt x="9999" y="35717"/>
                  </a:lnTo>
                  <a:lnTo>
                    <a:pt x="4952" y="35717"/>
                  </a:lnTo>
                  <a:lnTo>
                    <a:pt x="17152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E6B5128E-E009-B928-9D79-905330D6F6F7}"/>
                </a:ext>
              </a:extLst>
            </p:cNvPr>
            <p:cNvSpPr/>
            <p:nvPr/>
          </p:nvSpPr>
          <p:spPr>
            <a:xfrm>
              <a:off x="672047" y="4281745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3 h 36410"/>
                <a:gd name="connsiteX5" fmla="*/ 8038 w 23109"/>
                <a:gd name="connsiteY5" fmla="*/ 12297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1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4"/>
                    <a:pt x="7336" y="12408"/>
                    <a:pt x="8038" y="12297"/>
                  </a:cubicBezTo>
                  <a:cubicBezTo>
                    <a:pt x="8740" y="12168"/>
                    <a:pt x="9441" y="12105"/>
                    <a:pt x="10143" y="12105"/>
                  </a:cubicBezTo>
                  <a:cubicBezTo>
                    <a:pt x="14130" y="12105"/>
                    <a:pt x="17288" y="13197"/>
                    <a:pt x="19617" y="15382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2"/>
                    <a:pt x="21913" y="31092"/>
                    <a:pt x="19521" y="33229"/>
                  </a:cubicBezTo>
                  <a:cubicBezTo>
                    <a:pt x="17129" y="35350"/>
                    <a:pt x="13756" y="36411"/>
                    <a:pt x="9402" y="36411"/>
                  </a:cubicBezTo>
                  <a:cubicBezTo>
                    <a:pt x="7902" y="36411"/>
                    <a:pt x="6372" y="36283"/>
                    <a:pt x="4808" y="36028"/>
                  </a:cubicBezTo>
                  <a:cubicBezTo>
                    <a:pt x="3262" y="35772"/>
                    <a:pt x="1659" y="35390"/>
                    <a:pt x="0" y="34880"/>
                  </a:cubicBezTo>
                  <a:lnTo>
                    <a:pt x="0" y="30023"/>
                  </a:lnTo>
                  <a:cubicBezTo>
                    <a:pt x="1436" y="30805"/>
                    <a:pt x="2919" y="31387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2" y="28715"/>
                    <a:pt x="18277" y="26746"/>
                    <a:pt x="18277" y="24258"/>
                  </a:cubicBezTo>
                  <a:cubicBezTo>
                    <a:pt x="18277" y="21770"/>
                    <a:pt x="17472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5" y="16889"/>
                    <a:pt x="2847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D6EA7185-A158-3412-EF17-7A86CC9AEBC0}"/>
                </a:ext>
              </a:extLst>
            </p:cNvPr>
            <p:cNvSpPr/>
            <p:nvPr/>
          </p:nvSpPr>
          <p:spPr>
            <a:xfrm>
              <a:off x="594704" y="4092173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79E0897F-6C6B-5828-7661-3F5978C0296E}"/>
                </a:ext>
              </a:extLst>
            </p:cNvPr>
            <p:cNvSpPr/>
            <p:nvPr/>
          </p:nvSpPr>
          <p:spPr>
            <a:xfrm>
              <a:off x="625732" y="4121813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9D95E86F-608C-44F7-7BA0-B0D84420844C}"/>
                </a:ext>
              </a:extLst>
            </p:cNvPr>
            <p:cNvSpPr/>
            <p:nvPr/>
          </p:nvSpPr>
          <p:spPr>
            <a:xfrm>
              <a:off x="639296" y="4091527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1988A54-BD15-09DA-1C9D-AA5842CF7CAD}"/>
                </a:ext>
              </a:extLst>
            </p:cNvPr>
            <p:cNvSpPr/>
            <p:nvPr/>
          </p:nvSpPr>
          <p:spPr>
            <a:xfrm>
              <a:off x="670468" y="4091527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CF12A1C3-AD22-B186-C723-BB02BDAEC151}"/>
                </a:ext>
              </a:extLst>
            </p:cNvPr>
            <p:cNvSpPr/>
            <p:nvPr/>
          </p:nvSpPr>
          <p:spPr>
            <a:xfrm>
              <a:off x="535793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8C569322-954C-AAA9-78F8-92CE72A9293E}"/>
                </a:ext>
              </a:extLst>
            </p:cNvPr>
            <p:cNvSpPr/>
            <p:nvPr/>
          </p:nvSpPr>
          <p:spPr>
            <a:xfrm>
              <a:off x="518337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94B3EA05-E620-FBA7-D3E9-760457AA5F9D}"/>
                </a:ext>
              </a:extLst>
            </p:cNvPr>
            <p:cNvSpPr/>
            <p:nvPr/>
          </p:nvSpPr>
          <p:spPr>
            <a:xfrm>
              <a:off x="535793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507273DE-0B5E-387D-735C-09201BAD70FC}"/>
                </a:ext>
              </a:extLst>
            </p:cNvPr>
            <p:cNvSpPr/>
            <p:nvPr/>
          </p:nvSpPr>
          <p:spPr>
            <a:xfrm>
              <a:off x="518337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97" name="Group 596">
            <a:extLst>
              <a:ext uri="{FF2B5EF4-FFF2-40B4-BE49-F238E27FC236}">
                <a16:creationId xmlns:a16="http://schemas.microsoft.com/office/drawing/2014/main" id="{FEFC1C9D-1EBA-6B70-CC7A-A434C1C75B8C}"/>
              </a:ext>
            </a:extLst>
          </p:cNvPr>
          <p:cNvGrpSpPr/>
          <p:nvPr/>
        </p:nvGrpSpPr>
        <p:grpSpPr>
          <a:xfrm>
            <a:off x="749964" y="4128221"/>
            <a:ext cx="559713" cy="740098"/>
            <a:chOff x="749964" y="4128221"/>
            <a:chExt cx="559713" cy="740098"/>
          </a:xfrm>
        </p:grpSpPr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B2F62AF6-7137-4F6F-15A0-EC11131BA630}"/>
                </a:ext>
              </a:extLst>
            </p:cNvPr>
            <p:cNvSpPr/>
            <p:nvPr/>
          </p:nvSpPr>
          <p:spPr>
            <a:xfrm>
              <a:off x="749964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3DDC92CA-AAF0-42B6-0E06-C6639CFD622B}"/>
                </a:ext>
              </a:extLst>
            </p:cNvPr>
            <p:cNvSpPr/>
            <p:nvPr/>
          </p:nvSpPr>
          <p:spPr>
            <a:xfrm>
              <a:off x="1309087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6AF56FC5-A43C-ECC5-93CE-1436341BA465}"/>
                </a:ext>
              </a:extLst>
            </p:cNvPr>
            <p:cNvSpPr/>
            <p:nvPr/>
          </p:nvSpPr>
          <p:spPr>
            <a:xfrm>
              <a:off x="749964" y="4128221"/>
              <a:ext cx="559122" cy="740098"/>
            </a:xfrm>
            <a:custGeom>
              <a:avLst/>
              <a:gdLst>
                <a:gd name="connsiteX0" fmla="*/ 0 w 559122"/>
                <a:gd name="connsiteY0" fmla="*/ 740099 h 740098"/>
                <a:gd name="connsiteX1" fmla="*/ 0 w 559122"/>
                <a:gd name="connsiteY1" fmla="*/ 0 h 740098"/>
                <a:gd name="connsiteX2" fmla="*/ 559123 w 559122"/>
                <a:gd name="connsiteY2" fmla="*/ 0 h 740098"/>
                <a:gd name="connsiteX3" fmla="*/ 559123 w 559122"/>
                <a:gd name="connsiteY3" fmla="*/ 740099 h 740098"/>
                <a:gd name="connsiteX4" fmla="*/ 0 w 559122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122" h="740098">
                  <a:moveTo>
                    <a:pt x="0" y="740099"/>
                  </a:moveTo>
                  <a:lnTo>
                    <a:pt x="0" y="0"/>
                  </a:lnTo>
                  <a:lnTo>
                    <a:pt x="559123" y="0"/>
                  </a:lnTo>
                  <a:lnTo>
                    <a:pt x="559123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95" name="Freeform 594">
            <a:extLst>
              <a:ext uri="{FF2B5EF4-FFF2-40B4-BE49-F238E27FC236}">
                <a16:creationId xmlns:a16="http://schemas.microsoft.com/office/drawing/2014/main" id="{811F5FCA-550D-D706-8BEE-468B15717C6E}"/>
              </a:ext>
            </a:extLst>
          </p:cNvPr>
          <p:cNvSpPr/>
          <p:nvPr/>
        </p:nvSpPr>
        <p:spPr>
          <a:xfrm>
            <a:off x="749964" y="4128221"/>
            <a:ext cx="1118245" cy="740098"/>
          </a:xfrm>
          <a:custGeom>
            <a:avLst/>
            <a:gdLst>
              <a:gd name="connsiteX0" fmla="*/ 0 w 1118245"/>
              <a:gd name="connsiteY0" fmla="*/ 740099 h 740098"/>
              <a:gd name="connsiteX1" fmla="*/ 1119 w 1118245"/>
              <a:gd name="connsiteY1" fmla="*/ 740099 h 740098"/>
              <a:gd name="connsiteX2" fmla="*/ 2239 w 1118245"/>
              <a:gd name="connsiteY2" fmla="*/ 740099 h 740098"/>
              <a:gd name="connsiteX3" fmla="*/ 3358 w 1118245"/>
              <a:gd name="connsiteY3" fmla="*/ 740099 h 740098"/>
              <a:gd name="connsiteX4" fmla="*/ 4477 w 1118245"/>
              <a:gd name="connsiteY4" fmla="*/ 740099 h 740098"/>
              <a:gd name="connsiteX5" fmla="*/ 5597 w 1118245"/>
              <a:gd name="connsiteY5" fmla="*/ 740099 h 740098"/>
              <a:gd name="connsiteX6" fmla="*/ 6716 w 1118245"/>
              <a:gd name="connsiteY6" fmla="*/ 740099 h 740098"/>
              <a:gd name="connsiteX7" fmla="*/ 7836 w 1118245"/>
              <a:gd name="connsiteY7" fmla="*/ 740099 h 740098"/>
              <a:gd name="connsiteX8" fmla="*/ 8955 w 1118245"/>
              <a:gd name="connsiteY8" fmla="*/ 740099 h 740098"/>
              <a:gd name="connsiteX9" fmla="*/ 10074 w 1118245"/>
              <a:gd name="connsiteY9" fmla="*/ 740099 h 740098"/>
              <a:gd name="connsiteX10" fmla="*/ 11193 w 1118245"/>
              <a:gd name="connsiteY10" fmla="*/ 740099 h 740098"/>
              <a:gd name="connsiteX11" fmla="*/ 12313 w 1118245"/>
              <a:gd name="connsiteY11" fmla="*/ 740099 h 740098"/>
              <a:gd name="connsiteX12" fmla="*/ 13432 w 1118245"/>
              <a:gd name="connsiteY12" fmla="*/ 740099 h 740098"/>
              <a:gd name="connsiteX13" fmla="*/ 14551 w 1118245"/>
              <a:gd name="connsiteY13" fmla="*/ 740099 h 740098"/>
              <a:gd name="connsiteX14" fmla="*/ 15671 w 1118245"/>
              <a:gd name="connsiteY14" fmla="*/ 740099 h 740098"/>
              <a:gd name="connsiteX15" fmla="*/ 16790 w 1118245"/>
              <a:gd name="connsiteY15" fmla="*/ 740099 h 740098"/>
              <a:gd name="connsiteX16" fmla="*/ 17910 w 1118245"/>
              <a:gd name="connsiteY16" fmla="*/ 740099 h 740098"/>
              <a:gd name="connsiteX17" fmla="*/ 19029 w 1118245"/>
              <a:gd name="connsiteY17" fmla="*/ 740099 h 740098"/>
              <a:gd name="connsiteX18" fmla="*/ 20148 w 1118245"/>
              <a:gd name="connsiteY18" fmla="*/ 740099 h 740098"/>
              <a:gd name="connsiteX19" fmla="*/ 21268 w 1118245"/>
              <a:gd name="connsiteY19" fmla="*/ 740099 h 740098"/>
              <a:gd name="connsiteX20" fmla="*/ 22387 w 1118245"/>
              <a:gd name="connsiteY20" fmla="*/ 740099 h 740098"/>
              <a:gd name="connsiteX21" fmla="*/ 23507 w 1118245"/>
              <a:gd name="connsiteY21" fmla="*/ 740099 h 740098"/>
              <a:gd name="connsiteX22" fmla="*/ 24626 w 1118245"/>
              <a:gd name="connsiteY22" fmla="*/ 740099 h 740098"/>
              <a:gd name="connsiteX23" fmla="*/ 25745 w 1118245"/>
              <a:gd name="connsiteY23" fmla="*/ 740099 h 740098"/>
              <a:gd name="connsiteX24" fmla="*/ 26864 w 1118245"/>
              <a:gd name="connsiteY24" fmla="*/ 740099 h 740098"/>
              <a:gd name="connsiteX25" fmla="*/ 27984 w 1118245"/>
              <a:gd name="connsiteY25" fmla="*/ 740099 h 740098"/>
              <a:gd name="connsiteX26" fmla="*/ 29103 w 1118245"/>
              <a:gd name="connsiteY26" fmla="*/ 740099 h 740098"/>
              <a:gd name="connsiteX27" fmla="*/ 30222 w 1118245"/>
              <a:gd name="connsiteY27" fmla="*/ 740099 h 740098"/>
              <a:gd name="connsiteX28" fmla="*/ 31342 w 1118245"/>
              <a:gd name="connsiteY28" fmla="*/ 740099 h 740098"/>
              <a:gd name="connsiteX29" fmla="*/ 32461 w 1118245"/>
              <a:gd name="connsiteY29" fmla="*/ 740099 h 740098"/>
              <a:gd name="connsiteX30" fmla="*/ 33581 w 1118245"/>
              <a:gd name="connsiteY30" fmla="*/ 740099 h 740098"/>
              <a:gd name="connsiteX31" fmla="*/ 34700 w 1118245"/>
              <a:gd name="connsiteY31" fmla="*/ 740099 h 740098"/>
              <a:gd name="connsiteX32" fmla="*/ 35820 w 1118245"/>
              <a:gd name="connsiteY32" fmla="*/ 740099 h 740098"/>
              <a:gd name="connsiteX33" fmla="*/ 36939 w 1118245"/>
              <a:gd name="connsiteY33" fmla="*/ 740099 h 740098"/>
              <a:gd name="connsiteX34" fmla="*/ 38058 w 1118245"/>
              <a:gd name="connsiteY34" fmla="*/ 740099 h 740098"/>
              <a:gd name="connsiteX35" fmla="*/ 39178 w 1118245"/>
              <a:gd name="connsiteY35" fmla="*/ 740099 h 740098"/>
              <a:gd name="connsiteX36" fmla="*/ 40297 w 1118245"/>
              <a:gd name="connsiteY36" fmla="*/ 740099 h 740098"/>
              <a:gd name="connsiteX37" fmla="*/ 41416 w 1118245"/>
              <a:gd name="connsiteY37" fmla="*/ 740099 h 740098"/>
              <a:gd name="connsiteX38" fmla="*/ 42536 w 1118245"/>
              <a:gd name="connsiteY38" fmla="*/ 740099 h 740098"/>
              <a:gd name="connsiteX39" fmla="*/ 43655 w 1118245"/>
              <a:gd name="connsiteY39" fmla="*/ 740099 h 740098"/>
              <a:gd name="connsiteX40" fmla="*/ 44774 w 1118245"/>
              <a:gd name="connsiteY40" fmla="*/ 740099 h 740098"/>
              <a:gd name="connsiteX41" fmla="*/ 45893 w 1118245"/>
              <a:gd name="connsiteY41" fmla="*/ 740099 h 740098"/>
              <a:gd name="connsiteX42" fmla="*/ 47013 w 1118245"/>
              <a:gd name="connsiteY42" fmla="*/ 740099 h 740098"/>
              <a:gd name="connsiteX43" fmla="*/ 48132 w 1118245"/>
              <a:gd name="connsiteY43" fmla="*/ 740099 h 740098"/>
              <a:gd name="connsiteX44" fmla="*/ 49252 w 1118245"/>
              <a:gd name="connsiteY44" fmla="*/ 740099 h 740098"/>
              <a:gd name="connsiteX45" fmla="*/ 50371 w 1118245"/>
              <a:gd name="connsiteY45" fmla="*/ 740099 h 740098"/>
              <a:gd name="connsiteX46" fmla="*/ 51491 w 1118245"/>
              <a:gd name="connsiteY46" fmla="*/ 740099 h 740098"/>
              <a:gd name="connsiteX47" fmla="*/ 52610 w 1118245"/>
              <a:gd name="connsiteY47" fmla="*/ 740099 h 740098"/>
              <a:gd name="connsiteX48" fmla="*/ 53730 w 1118245"/>
              <a:gd name="connsiteY48" fmla="*/ 740099 h 740098"/>
              <a:gd name="connsiteX49" fmla="*/ 54849 w 1118245"/>
              <a:gd name="connsiteY49" fmla="*/ 740099 h 740098"/>
              <a:gd name="connsiteX50" fmla="*/ 55968 w 1118245"/>
              <a:gd name="connsiteY50" fmla="*/ 740099 h 740098"/>
              <a:gd name="connsiteX51" fmla="*/ 57087 w 1118245"/>
              <a:gd name="connsiteY51" fmla="*/ 740099 h 740098"/>
              <a:gd name="connsiteX52" fmla="*/ 58207 w 1118245"/>
              <a:gd name="connsiteY52" fmla="*/ 740099 h 740098"/>
              <a:gd name="connsiteX53" fmla="*/ 59326 w 1118245"/>
              <a:gd name="connsiteY53" fmla="*/ 740099 h 740098"/>
              <a:gd name="connsiteX54" fmla="*/ 60445 w 1118245"/>
              <a:gd name="connsiteY54" fmla="*/ 740099 h 740098"/>
              <a:gd name="connsiteX55" fmla="*/ 61565 w 1118245"/>
              <a:gd name="connsiteY55" fmla="*/ 740099 h 740098"/>
              <a:gd name="connsiteX56" fmla="*/ 62684 w 1118245"/>
              <a:gd name="connsiteY56" fmla="*/ 740099 h 740098"/>
              <a:gd name="connsiteX57" fmla="*/ 63803 w 1118245"/>
              <a:gd name="connsiteY57" fmla="*/ 740099 h 740098"/>
              <a:gd name="connsiteX58" fmla="*/ 64923 w 1118245"/>
              <a:gd name="connsiteY58" fmla="*/ 740099 h 740098"/>
              <a:gd name="connsiteX59" fmla="*/ 66042 w 1118245"/>
              <a:gd name="connsiteY59" fmla="*/ 740099 h 740098"/>
              <a:gd name="connsiteX60" fmla="*/ 67162 w 1118245"/>
              <a:gd name="connsiteY60" fmla="*/ 740099 h 740098"/>
              <a:gd name="connsiteX61" fmla="*/ 68281 w 1118245"/>
              <a:gd name="connsiteY61" fmla="*/ 740099 h 740098"/>
              <a:gd name="connsiteX62" fmla="*/ 69401 w 1118245"/>
              <a:gd name="connsiteY62" fmla="*/ 740099 h 740098"/>
              <a:gd name="connsiteX63" fmla="*/ 70520 w 1118245"/>
              <a:gd name="connsiteY63" fmla="*/ 740099 h 740098"/>
              <a:gd name="connsiteX64" fmla="*/ 71639 w 1118245"/>
              <a:gd name="connsiteY64" fmla="*/ 740099 h 740098"/>
              <a:gd name="connsiteX65" fmla="*/ 72759 w 1118245"/>
              <a:gd name="connsiteY65" fmla="*/ 740099 h 740098"/>
              <a:gd name="connsiteX66" fmla="*/ 73878 w 1118245"/>
              <a:gd name="connsiteY66" fmla="*/ 740099 h 740098"/>
              <a:gd name="connsiteX67" fmla="*/ 74997 w 1118245"/>
              <a:gd name="connsiteY67" fmla="*/ 740099 h 740098"/>
              <a:gd name="connsiteX68" fmla="*/ 76116 w 1118245"/>
              <a:gd name="connsiteY68" fmla="*/ 740099 h 740098"/>
              <a:gd name="connsiteX69" fmla="*/ 77236 w 1118245"/>
              <a:gd name="connsiteY69" fmla="*/ 740099 h 740098"/>
              <a:gd name="connsiteX70" fmla="*/ 78355 w 1118245"/>
              <a:gd name="connsiteY70" fmla="*/ 740099 h 740098"/>
              <a:gd name="connsiteX71" fmla="*/ 79475 w 1118245"/>
              <a:gd name="connsiteY71" fmla="*/ 740099 h 740098"/>
              <a:gd name="connsiteX72" fmla="*/ 80594 w 1118245"/>
              <a:gd name="connsiteY72" fmla="*/ 740099 h 740098"/>
              <a:gd name="connsiteX73" fmla="*/ 81713 w 1118245"/>
              <a:gd name="connsiteY73" fmla="*/ 740099 h 740098"/>
              <a:gd name="connsiteX74" fmla="*/ 82833 w 1118245"/>
              <a:gd name="connsiteY74" fmla="*/ 740099 h 740098"/>
              <a:gd name="connsiteX75" fmla="*/ 83952 w 1118245"/>
              <a:gd name="connsiteY75" fmla="*/ 740099 h 740098"/>
              <a:gd name="connsiteX76" fmla="*/ 85072 w 1118245"/>
              <a:gd name="connsiteY76" fmla="*/ 740099 h 740098"/>
              <a:gd name="connsiteX77" fmla="*/ 86191 w 1118245"/>
              <a:gd name="connsiteY77" fmla="*/ 740099 h 740098"/>
              <a:gd name="connsiteX78" fmla="*/ 87311 w 1118245"/>
              <a:gd name="connsiteY78" fmla="*/ 740099 h 740098"/>
              <a:gd name="connsiteX79" fmla="*/ 88430 w 1118245"/>
              <a:gd name="connsiteY79" fmla="*/ 740099 h 740098"/>
              <a:gd name="connsiteX80" fmla="*/ 89549 w 1118245"/>
              <a:gd name="connsiteY80" fmla="*/ 740099 h 740098"/>
              <a:gd name="connsiteX81" fmla="*/ 90668 w 1118245"/>
              <a:gd name="connsiteY81" fmla="*/ 740093 h 740098"/>
              <a:gd name="connsiteX82" fmla="*/ 91788 w 1118245"/>
              <a:gd name="connsiteY82" fmla="*/ 740093 h 740098"/>
              <a:gd name="connsiteX83" fmla="*/ 92907 w 1118245"/>
              <a:gd name="connsiteY83" fmla="*/ 740093 h 740098"/>
              <a:gd name="connsiteX84" fmla="*/ 94026 w 1118245"/>
              <a:gd name="connsiteY84" fmla="*/ 740093 h 740098"/>
              <a:gd name="connsiteX85" fmla="*/ 95146 w 1118245"/>
              <a:gd name="connsiteY85" fmla="*/ 740093 h 740098"/>
              <a:gd name="connsiteX86" fmla="*/ 96265 w 1118245"/>
              <a:gd name="connsiteY86" fmla="*/ 740093 h 740098"/>
              <a:gd name="connsiteX87" fmla="*/ 97385 w 1118245"/>
              <a:gd name="connsiteY87" fmla="*/ 740093 h 740098"/>
              <a:gd name="connsiteX88" fmla="*/ 98504 w 1118245"/>
              <a:gd name="connsiteY88" fmla="*/ 740093 h 740098"/>
              <a:gd name="connsiteX89" fmla="*/ 99623 w 1118245"/>
              <a:gd name="connsiteY89" fmla="*/ 740093 h 740098"/>
              <a:gd name="connsiteX90" fmla="*/ 100743 w 1118245"/>
              <a:gd name="connsiteY90" fmla="*/ 740093 h 740098"/>
              <a:gd name="connsiteX91" fmla="*/ 101862 w 1118245"/>
              <a:gd name="connsiteY91" fmla="*/ 740093 h 740098"/>
              <a:gd name="connsiteX92" fmla="*/ 102982 w 1118245"/>
              <a:gd name="connsiteY92" fmla="*/ 740093 h 740098"/>
              <a:gd name="connsiteX93" fmla="*/ 104101 w 1118245"/>
              <a:gd name="connsiteY93" fmla="*/ 740093 h 740098"/>
              <a:gd name="connsiteX94" fmla="*/ 105220 w 1118245"/>
              <a:gd name="connsiteY94" fmla="*/ 740093 h 740098"/>
              <a:gd name="connsiteX95" fmla="*/ 106339 w 1118245"/>
              <a:gd name="connsiteY95" fmla="*/ 740087 h 740098"/>
              <a:gd name="connsiteX96" fmla="*/ 107459 w 1118245"/>
              <a:gd name="connsiteY96" fmla="*/ 740087 h 740098"/>
              <a:gd name="connsiteX97" fmla="*/ 108578 w 1118245"/>
              <a:gd name="connsiteY97" fmla="*/ 740087 h 740098"/>
              <a:gd name="connsiteX98" fmla="*/ 109697 w 1118245"/>
              <a:gd name="connsiteY98" fmla="*/ 740087 h 740098"/>
              <a:gd name="connsiteX99" fmla="*/ 110817 w 1118245"/>
              <a:gd name="connsiteY99" fmla="*/ 740087 h 740098"/>
              <a:gd name="connsiteX100" fmla="*/ 111936 w 1118245"/>
              <a:gd name="connsiteY100" fmla="*/ 740087 h 740098"/>
              <a:gd name="connsiteX101" fmla="*/ 113056 w 1118245"/>
              <a:gd name="connsiteY101" fmla="*/ 740087 h 740098"/>
              <a:gd name="connsiteX102" fmla="*/ 114175 w 1118245"/>
              <a:gd name="connsiteY102" fmla="*/ 740087 h 740098"/>
              <a:gd name="connsiteX103" fmla="*/ 115294 w 1118245"/>
              <a:gd name="connsiteY103" fmla="*/ 740081 h 740098"/>
              <a:gd name="connsiteX104" fmla="*/ 116414 w 1118245"/>
              <a:gd name="connsiteY104" fmla="*/ 740081 h 740098"/>
              <a:gd name="connsiteX105" fmla="*/ 117533 w 1118245"/>
              <a:gd name="connsiteY105" fmla="*/ 740081 h 740098"/>
              <a:gd name="connsiteX106" fmla="*/ 118653 w 1118245"/>
              <a:gd name="connsiteY106" fmla="*/ 740081 h 740098"/>
              <a:gd name="connsiteX107" fmla="*/ 119772 w 1118245"/>
              <a:gd name="connsiteY107" fmla="*/ 740081 h 740098"/>
              <a:gd name="connsiteX108" fmla="*/ 120891 w 1118245"/>
              <a:gd name="connsiteY108" fmla="*/ 740081 h 740098"/>
              <a:gd name="connsiteX109" fmla="*/ 122011 w 1118245"/>
              <a:gd name="connsiteY109" fmla="*/ 740075 h 740098"/>
              <a:gd name="connsiteX110" fmla="*/ 123130 w 1118245"/>
              <a:gd name="connsiteY110" fmla="*/ 740075 h 740098"/>
              <a:gd name="connsiteX111" fmla="*/ 124249 w 1118245"/>
              <a:gd name="connsiteY111" fmla="*/ 740075 h 740098"/>
              <a:gd name="connsiteX112" fmla="*/ 125368 w 1118245"/>
              <a:gd name="connsiteY112" fmla="*/ 740075 h 740098"/>
              <a:gd name="connsiteX113" fmla="*/ 126488 w 1118245"/>
              <a:gd name="connsiteY113" fmla="*/ 740069 h 740098"/>
              <a:gd name="connsiteX114" fmla="*/ 127607 w 1118245"/>
              <a:gd name="connsiteY114" fmla="*/ 740069 h 740098"/>
              <a:gd name="connsiteX115" fmla="*/ 128727 w 1118245"/>
              <a:gd name="connsiteY115" fmla="*/ 740069 h 740098"/>
              <a:gd name="connsiteX116" fmla="*/ 129846 w 1118245"/>
              <a:gd name="connsiteY116" fmla="*/ 740069 h 740098"/>
              <a:gd name="connsiteX117" fmla="*/ 130966 w 1118245"/>
              <a:gd name="connsiteY117" fmla="*/ 740063 h 740098"/>
              <a:gd name="connsiteX118" fmla="*/ 132085 w 1118245"/>
              <a:gd name="connsiteY118" fmla="*/ 740063 h 740098"/>
              <a:gd name="connsiteX119" fmla="*/ 133204 w 1118245"/>
              <a:gd name="connsiteY119" fmla="*/ 740063 h 740098"/>
              <a:gd name="connsiteX120" fmla="*/ 134324 w 1118245"/>
              <a:gd name="connsiteY120" fmla="*/ 740057 h 740098"/>
              <a:gd name="connsiteX121" fmla="*/ 135443 w 1118245"/>
              <a:gd name="connsiteY121" fmla="*/ 740057 h 740098"/>
              <a:gd name="connsiteX122" fmla="*/ 136562 w 1118245"/>
              <a:gd name="connsiteY122" fmla="*/ 740052 h 740098"/>
              <a:gd name="connsiteX123" fmla="*/ 137682 w 1118245"/>
              <a:gd name="connsiteY123" fmla="*/ 740052 h 740098"/>
              <a:gd name="connsiteX124" fmla="*/ 138801 w 1118245"/>
              <a:gd name="connsiteY124" fmla="*/ 740046 h 740098"/>
              <a:gd name="connsiteX125" fmla="*/ 139920 w 1118245"/>
              <a:gd name="connsiteY125" fmla="*/ 740046 h 740098"/>
              <a:gd name="connsiteX126" fmla="*/ 141040 w 1118245"/>
              <a:gd name="connsiteY126" fmla="*/ 740046 h 740098"/>
              <a:gd name="connsiteX127" fmla="*/ 142159 w 1118245"/>
              <a:gd name="connsiteY127" fmla="*/ 740040 h 740098"/>
              <a:gd name="connsiteX128" fmla="*/ 143278 w 1118245"/>
              <a:gd name="connsiteY128" fmla="*/ 740034 h 740098"/>
              <a:gd name="connsiteX129" fmla="*/ 144398 w 1118245"/>
              <a:gd name="connsiteY129" fmla="*/ 740034 h 740098"/>
              <a:gd name="connsiteX130" fmla="*/ 145517 w 1118245"/>
              <a:gd name="connsiteY130" fmla="*/ 740028 h 740098"/>
              <a:gd name="connsiteX131" fmla="*/ 146637 w 1118245"/>
              <a:gd name="connsiteY131" fmla="*/ 740028 h 740098"/>
              <a:gd name="connsiteX132" fmla="*/ 147756 w 1118245"/>
              <a:gd name="connsiteY132" fmla="*/ 740022 h 740098"/>
              <a:gd name="connsiteX133" fmla="*/ 148876 w 1118245"/>
              <a:gd name="connsiteY133" fmla="*/ 740016 h 740098"/>
              <a:gd name="connsiteX134" fmla="*/ 149995 w 1118245"/>
              <a:gd name="connsiteY134" fmla="*/ 740016 h 740098"/>
              <a:gd name="connsiteX135" fmla="*/ 151114 w 1118245"/>
              <a:gd name="connsiteY135" fmla="*/ 740010 h 740098"/>
              <a:gd name="connsiteX136" fmla="*/ 152234 w 1118245"/>
              <a:gd name="connsiteY136" fmla="*/ 740004 h 740098"/>
              <a:gd name="connsiteX137" fmla="*/ 153353 w 1118245"/>
              <a:gd name="connsiteY137" fmla="*/ 739998 h 740098"/>
              <a:gd name="connsiteX138" fmla="*/ 154472 w 1118245"/>
              <a:gd name="connsiteY138" fmla="*/ 739993 h 740098"/>
              <a:gd name="connsiteX139" fmla="*/ 155591 w 1118245"/>
              <a:gd name="connsiteY139" fmla="*/ 739993 h 740098"/>
              <a:gd name="connsiteX140" fmla="*/ 156711 w 1118245"/>
              <a:gd name="connsiteY140" fmla="*/ 739987 h 740098"/>
              <a:gd name="connsiteX141" fmla="*/ 157830 w 1118245"/>
              <a:gd name="connsiteY141" fmla="*/ 739981 h 740098"/>
              <a:gd name="connsiteX142" fmla="*/ 158949 w 1118245"/>
              <a:gd name="connsiteY142" fmla="*/ 739975 h 740098"/>
              <a:gd name="connsiteX143" fmla="*/ 160069 w 1118245"/>
              <a:gd name="connsiteY143" fmla="*/ 739963 h 740098"/>
              <a:gd name="connsiteX144" fmla="*/ 161188 w 1118245"/>
              <a:gd name="connsiteY144" fmla="*/ 739957 h 740098"/>
              <a:gd name="connsiteX145" fmla="*/ 162308 w 1118245"/>
              <a:gd name="connsiteY145" fmla="*/ 739951 h 740098"/>
              <a:gd name="connsiteX146" fmla="*/ 163427 w 1118245"/>
              <a:gd name="connsiteY146" fmla="*/ 739945 h 740098"/>
              <a:gd name="connsiteX147" fmla="*/ 164547 w 1118245"/>
              <a:gd name="connsiteY147" fmla="*/ 739939 h 740098"/>
              <a:gd name="connsiteX148" fmla="*/ 165666 w 1118245"/>
              <a:gd name="connsiteY148" fmla="*/ 739928 h 740098"/>
              <a:gd name="connsiteX149" fmla="*/ 166786 w 1118245"/>
              <a:gd name="connsiteY149" fmla="*/ 739922 h 740098"/>
              <a:gd name="connsiteX150" fmla="*/ 167905 w 1118245"/>
              <a:gd name="connsiteY150" fmla="*/ 739910 h 740098"/>
              <a:gd name="connsiteX151" fmla="*/ 169024 w 1118245"/>
              <a:gd name="connsiteY151" fmla="*/ 739904 h 740098"/>
              <a:gd name="connsiteX152" fmla="*/ 170143 w 1118245"/>
              <a:gd name="connsiteY152" fmla="*/ 739892 h 740098"/>
              <a:gd name="connsiteX153" fmla="*/ 171263 w 1118245"/>
              <a:gd name="connsiteY153" fmla="*/ 739880 h 740098"/>
              <a:gd name="connsiteX154" fmla="*/ 172382 w 1118245"/>
              <a:gd name="connsiteY154" fmla="*/ 739874 h 740098"/>
              <a:gd name="connsiteX155" fmla="*/ 173501 w 1118245"/>
              <a:gd name="connsiteY155" fmla="*/ 739863 h 740098"/>
              <a:gd name="connsiteX156" fmla="*/ 174621 w 1118245"/>
              <a:gd name="connsiteY156" fmla="*/ 739851 h 740098"/>
              <a:gd name="connsiteX157" fmla="*/ 175740 w 1118245"/>
              <a:gd name="connsiteY157" fmla="*/ 739839 h 740098"/>
              <a:gd name="connsiteX158" fmla="*/ 176859 w 1118245"/>
              <a:gd name="connsiteY158" fmla="*/ 739827 h 740098"/>
              <a:gd name="connsiteX159" fmla="*/ 177979 w 1118245"/>
              <a:gd name="connsiteY159" fmla="*/ 739809 h 740098"/>
              <a:gd name="connsiteX160" fmla="*/ 179098 w 1118245"/>
              <a:gd name="connsiteY160" fmla="*/ 739798 h 740098"/>
              <a:gd name="connsiteX161" fmla="*/ 180218 w 1118245"/>
              <a:gd name="connsiteY161" fmla="*/ 739786 h 740098"/>
              <a:gd name="connsiteX162" fmla="*/ 181337 w 1118245"/>
              <a:gd name="connsiteY162" fmla="*/ 739768 h 740098"/>
              <a:gd name="connsiteX163" fmla="*/ 182457 w 1118245"/>
              <a:gd name="connsiteY163" fmla="*/ 739756 h 740098"/>
              <a:gd name="connsiteX164" fmla="*/ 183576 w 1118245"/>
              <a:gd name="connsiteY164" fmla="*/ 739739 h 740098"/>
              <a:gd name="connsiteX165" fmla="*/ 184695 w 1118245"/>
              <a:gd name="connsiteY165" fmla="*/ 739721 h 740098"/>
              <a:gd name="connsiteX166" fmla="*/ 185814 w 1118245"/>
              <a:gd name="connsiteY166" fmla="*/ 739703 h 740098"/>
              <a:gd name="connsiteX167" fmla="*/ 186934 w 1118245"/>
              <a:gd name="connsiteY167" fmla="*/ 739685 h 740098"/>
              <a:gd name="connsiteX168" fmla="*/ 188053 w 1118245"/>
              <a:gd name="connsiteY168" fmla="*/ 739668 h 740098"/>
              <a:gd name="connsiteX169" fmla="*/ 189172 w 1118245"/>
              <a:gd name="connsiteY169" fmla="*/ 739644 h 740098"/>
              <a:gd name="connsiteX170" fmla="*/ 190292 w 1118245"/>
              <a:gd name="connsiteY170" fmla="*/ 739626 h 740098"/>
              <a:gd name="connsiteX171" fmla="*/ 191411 w 1118245"/>
              <a:gd name="connsiteY171" fmla="*/ 739603 h 740098"/>
              <a:gd name="connsiteX172" fmla="*/ 192531 w 1118245"/>
              <a:gd name="connsiteY172" fmla="*/ 739579 h 740098"/>
              <a:gd name="connsiteX173" fmla="*/ 193650 w 1118245"/>
              <a:gd name="connsiteY173" fmla="*/ 739556 h 740098"/>
              <a:gd name="connsiteX174" fmla="*/ 194769 w 1118245"/>
              <a:gd name="connsiteY174" fmla="*/ 739532 h 740098"/>
              <a:gd name="connsiteX175" fmla="*/ 195889 w 1118245"/>
              <a:gd name="connsiteY175" fmla="*/ 739508 h 740098"/>
              <a:gd name="connsiteX176" fmla="*/ 197008 w 1118245"/>
              <a:gd name="connsiteY176" fmla="*/ 739485 h 740098"/>
              <a:gd name="connsiteX177" fmla="*/ 198128 w 1118245"/>
              <a:gd name="connsiteY177" fmla="*/ 739455 h 740098"/>
              <a:gd name="connsiteX178" fmla="*/ 199247 w 1118245"/>
              <a:gd name="connsiteY178" fmla="*/ 739426 h 740098"/>
              <a:gd name="connsiteX179" fmla="*/ 200366 w 1118245"/>
              <a:gd name="connsiteY179" fmla="*/ 739396 h 740098"/>
              <a:gd name="connsiteX180" fmla="*/ 201486 w 1118245"/>
              <a:gd name="connsiteY180" fmla="*/ 739366 h 740098"/>
              <a:gd name="connsiteX181" fmla="*/ 202605 w 1118245"/>
              <a:gd name="connsiteY181" fmla="*/ 739331 h 740098"/>
              <a:gd name="connsiteX182" fmla="*/ 203724 w 1118245"/>
              <a:gd name="connsiteY182" fmla="*/ 739302 h 740098"/>
              <a:gd name="connsiteX183" fmla="*/ 204843 w 1118245"/>
              <a:gd name="connsiteY183" fmla="*/ 739266 h 740098"/>
              <a:gd name="connsiteX184" fmla="*/ 205963 w 1118245"/>
              <a:gd name="connsiteY184" fmla="*/ 739231 h 740098"/>
              <a:gd name="connsiteX185" fmla="*/ 207082 w 1118245"/>
              <a:gd name="connsiteY185" fmla="*/ 739189 h 740098"/>
              <a:gd name="connsiteX186" fmla="*/ 208202 w 1118245"/>
              <a:gd name="connsiteY186" fmla="*/ 739154 h 740098"/>
              <a:gd name="connsiteX187" fmla="*/ 209321 w 1118245"/>
              <a:gd name="connsiteY187" fmla="*/ 739113 h 740098"/>
              <a:gd name="connsiteX188" fmla="*/ 210441 w 1118245"/>
              <a:gd name="connsiteY188" fmla="*/ 739071 h 740098"/>
              <a:gd name="connsiteX189" fmla="*/ 211560 w 1118245"/>
              <a:gd name="connsiteY189" fmla="*/ 739024 h 740098"/>
              <a:gd name="connsiteX190" fmla="*/ 212679 w 1118245"/>
              <a:gd name="connsiteY190" fmla="*/ 738977 h 740098"/>
              <a:gd name="connsiteX191" fmla="*/ 213799 w 1118245"/>
              <a:gd name="connsiteY191" fmla="*/ 738929 h 740098"/>
              <a:gd name="connsiteX192" fmla="*/ 214918 w 1118245"/>
              <a:gd name="connsiteY192" fmla="*/ 738882 h 740098"/>
              <a:gd name="connsiteX193" fmla="*/ 216037 w 1118245"/>
              <a:gd name="connsiteY193" fmla="*/ 738829 h 740098"/>
              <a:gd name="connsiteX194" fmla="*/ 217157 w 1118245"/>
              <a:gd name="connsiteY194" fmla="*/ 738776 h 740098"/>
              <a:gd name="connsiteX195" fmla="*/ 218276 w 1118245"/>
              <a:gd name="connsiteY195" fmla="*/ 738723 h 740098"/>
              <a:gd name="connsiteX196" fmla="*/ 219395 w 1118245"/>
              <a:gd name="connsiteY196" fmla="*/ 738664 h 740098"/>
              <a:gd name="connsiteX197" fmla="*/ 220514 w 1118245"/>
              <a:gd name="connsiteY197" fmla="*/ 738605 h 740098"/>
              <a:gd name="connsiteX198" fmla="*/ 221634 w 1118245"/>
              <a:gd name="connsiteY198" fmla="*/ 738546 h 740098"/>
              <a:gd name="connsiteX199" fmla="*/ 222753 w 1118245"/>
              <a:gd name="connsiteY199" fmla="*/ 738481 h 740098"/>
              <a:gd name="connsiteX200" fmla="*/ 223873 w 1118245"/>
              <a:gd name="connsiteY200" fmla="*/ 738416 h 740098"/>
              <a:gd name="connsiteX201" fmla="*/ 224992 w 1118245"/>
              <a:gd name="connsiteY201" fmla="*/ 738351 h 740098"/>
              <a:gd name="connsiteX202" fmla="*/ 226112 w 1118245"/>
              <a:gd name="connsiteY202" fmla="*/ 738280 h 740098"/>
              <a:gd name="connsiteX203" fmla="*/ 227231 w 1118245"/>
              <a:gd name="connsiteY203" fmla="*/ 738203 h 740098"/>
              <a:gd name="connsiteX204" fmla="*/ 228350 w 1118245"/>
              <a:gd name="connsiteY204" fmla="*/ 738126 h 740098"/>
              <a:gd name="connsiteX205" fmla="*/ 229470 w 1118245"/>
              <a:gd name="connsiteY205" fmla="*/ 738050 h 740098"/>
              <a:gd name="connsiteX206" fmla="*/ 230589 w 1118245"/>
              <a:gd name="connsiteY206" fmla="*/ 737967 h 740098"/>
              <a:gd name="connsiteX207" fmla="*/ 231709 w 1118245"/>
              <a:gd name="connsiteY207" fmla="*/ 737884 h 740098"/>
              <a:gd name="connsiteX208" fmla="*/ 232828 w 1118245"/>
              <a:gd name="connsiteY208" fmla="*/ 737796 h 740098"/>
              <a:gd name="connsiteX209" fmla="*/ 233947 w 1118245"/>
              <a:gd name="connsiteY209" fmla="*/ 737701 h 740098"/>
              <a:gd name="connsiteX210" fmla="*/ 235066 w 1118245"/>
              <a:gd name="connsiteY210" fmla="*/ 737613 h 740098"/>
              <a:gd name="connsiteX211" fmla="*/ 236186 w 1118245"/>
              <a:gd name="connsiteY211" fmla="*/ 737512 h 740098"/>
              <a:gd name="connsiteX212" fmla="*/ 237305 w 1118245"/>
              <a:gd name="connsiteY212" fmla="*/ 737412 h 740098"/>
              <a:gd name="connsiteX213" fmla="*/ 238424 w 1118245"/>
              <a:gd name="connsiteY213" fmla="*/ 737311 h 740098"/>
              <a:gd name="connsiteX214" fmla="*/ 239544 w 1118245"/>
              <a:gd name="connsiteY214" fmla="*/ 737199 h 740098"/>
              <a:gd name="connsiteX215" fmla="*/ 240663 w 1118245"/>
              <a:gd name="connsiteY215" fmla="*/ 737087 h 740098"/>
              <a:gd name="connsiteX216" fmla="*/ 241783 w 1118245"/>
              <a:gd name="connsiteY216" fmla="*/ 736975 h 740098"/>
              <a:gd name="connsiteX217" fmla="*/ 242902 w 1118245"/>
              <a:gd name="connsiteY217" fmla="*/ 736857 h 740098"/>
              <a:gd name="connsiteX218" fmla="*/ 244022 w 1118245"/>
              <a:gd name="connsiteY218" fmla="*/ 736733 h 740098"/>
              <a:gd name="connsiteX219" fmla="*/ 245141 w 1118245"/>
              <a:gd name="connsiteY219" fmla="*/ 736609 h 740098"/>
              <a:gd name="connsiteX220" fmla="*/ 246260 w 1118245"/>
              <a:gd name="connsiteY220" fmla="*/ 736473 h 740098"/>
              <a:gd name="connsiteX221" fmla="*/ 247380 w 1118245"/>
              <a:gd name="connsiteY221" fmla="*/ 736337 h 740098"/>
              <a:gd name="connsiteX222" fmla="*/ 248499 w 1118245"/>
              <a:gd name="connsiteY222" fmla="*/ 736201 h 740098"/>
              <a:gd name="connsiteX223" fmla="*/ 249618 w 1118245"/>
              <a:gd name="connsiteY223" fmla="*/ 736053 h 740098"/>
              <a:gd name="connsiteX224" fmla="*/ 250737 w 1118245"/>
              <a:gd name="connsiteY224" fmla="*/ 735906 h 740098"/>
              <a:gd name="connsiteX225" fmla="*/ 251857 w 1118245"/>
              <a:gd name="connsiteY225" fmla="*/ 735752 h 740098"/>
              <a:gd name="connsiteX226" fmla="*/ 252976 w 1118245"/>
              <a:gd name="connsiteY226" fmla="*/ 735593 h 740098"/>
              <a:gd name="connsiteX227" fmla="*/ 254095 w 1118245"/>
              <a:gd name="connsiteY227" fmla="*/ 735428 h 740098"/>
              <a:gd name="connsiteX228" fmla="*/ 255215 w 1118245"/>
              <a:gd name="connsiteY228" fmla="*/ 735256 h 740098"/>
              <a:gd name="connsiteX229" fmla="*/ 256334 w 1118245"/>
              <a:gd name="connsiteY229" fmla="*/ 735085 h 740098"/>
              <a:gd name="connsiteX230" fmla="*/ 257454 w 1118245"/>
              <a:gd name="connsiteY230" fmla="*/ 734902 h 740098"/>
              <a:gd name="connsiteX231" fmla="*/ 258573 w 1118245"/>
              <a:gd name="connsiteY231" fmla="*/ 734719 h 740098"/>
              <a:gd name="connsiteX232" fmla="*/ 259693 w 1118245"/>
              <a:gd name="connsiteY232" fmla="*/ 734524 h 740098"/>
              <a:gd name="connsiteX233" fmla="*/ 260812 w 1118245"/>
              <a:gd name="connsiteY233" fmla="*/ 734329 h 740098"/>
              <a:gd name="connsiteX234" fmla="*/ 261932 w 1118245"/>
              <a:gd name="connsiteY234" fmla="*/ 734122 h 740098"/>
              <a:gd name="connsiteX235" fmla="*/ 263051 w 1118245"/>
              <a:gd name="connsiteY235" fmla="*/ 733916 h 740098"/>
              <a:gd name="connsiteX236" fmla="*/ 264170 w 1118245"/>
              <a:gd name="connsiteY236" fmla="*/ 733697 h 740098"/>
              <a:gd name="connsiteX237" fmla="*/ 265289 w 1118245"/>
              <a:gd name="connsiteY237" fmla="*/ 733473 h 740098"/>
              <a:gd name="connsiteX238" fmla="*/ 266409 w 1118245"/>
              <a:gd name="connsiteY238" fmla="*/ 733242 h 740098"/>
              <a:gd name="connsiteX239" fmla="*/ 267528 w 1118245"/>
              <a:gd name="connsiteY239" fmla="*/ 733006 h 740098"/>
              <a:gd name="connsiteX240" fmla="*/ 268647 w 1118245"/>
              <a:gd name="connsiteY240" fmla="*/ 732764 h 740098"/>
              <a:gd name="connsiteX241" fmla="*/ 269767 w 1118245"/>
              <a:gd name="connsiteY241" fmla="*/ 732516 h 740098"/>
              <a:gd name="connsiteX242" fmla="*/ 270886 w 1118245"/>
              <a:gd name="connsiteY242" fmla="*/ 732256 h 740098"/>
              <a:gd name="connsiteX243" fmla="*/ 272005 w 1118245"/>
              <a:gd name="connsiteY243" fmla="*/ 731990 h 740098"/>
              <a:gd name="connsiteX244" fmla="*/ 273125 w 1118245"/>
              <a:gd name="connsiteY244" fmla="*/ 731719 h 740098"/>
              <a:gd name="connsiteX245" fmla="*/ 274244 w 1118245"/>
              <a:gd name="connsiteY245" fmla="*/ 731435 h 740098"/>
              <a:gd name="connsiteX246" fmla="*/ 275364 w 1118245"/>
              <a:gd name="connsiteY246" fmla="*/ 731146 h 740098"/>
              <a:gd name="connsiteX247" fmla="*/ 276483 w 1118245"/>
              <a:gd name="connsiteY247" fmla="*/ 730851 h 740098"/>
              <a:gd name="connsiteX248" fmla="*/ 277603 w 1118245"/>
              <a:gd name="connsiteY248" fmla="*/ 730544 h 740098"/>
              <a:gd name="connsiteX249" fmla="*/ 278722 w 1118245"/>
              <a:gd name="connsiteY249" fmla="*/ 730231 h 740098"/>
              <a:gd name="connsiteX250" fmla="*/ 279841 w 1118245"/>
              <a:gd name="connsiteY250" fmla="*/ 729912 h 740098"/>
              <a:gd name="connsiteX251" fmla="*/ 280961 w 1118245"/>
              <a:gd name="connsiteY251" fmla="*/ 729575 h 740098"/>
              <a:gd name="connsiteX252" fmla="*/ 282080 w 1118245"/>
              <a:gd name="connsiteY252" fmla="*/ 729238 h 740098"/>
              <a:gd name="connsiteX253" fmla="*/ 283199 w 1118245"/>
              <a:gd name="connsiteY253" fmla="*/ 728884 h 740098"/>
              <a:gd name="connsiteX254" fmla="*/ 284318 w 1118245"/>
              <a:gd name="connsiteY254" fmla="*/ 728524 h 740098"/>
              <a:gd name="connsiteX255" fmla="*/ 285438 w 1118245"/>
              <a:gd name="connsiteY255" fmla="*/ 728158 h 740098"/>
              <a:gd name="connsiteX256" fmla="*/ 286557 w 1118245"/>
              <a:gd name="connsiteY256" fmla="*/ 727780 h 740098"/>
              <a:gd name="connsiteX257" fmla="*/ 287677 w 1118245"/>
              <a:gd name="connsiteY257" fmla="*/ 727390 h 740098"/>
              <a:gd name="connsiteX258" fmla="*/ 288796 w 1118245"/>
              <a:gd name="connsiteY258" fmla="*/ 726988 h 740098"/>
              <a:gd name="connsiteX259" fmla="*/ 289915 w 1118245"/>
              <a:gd name="connsiteY259" fmla="*/ 726581 h 740098"/>
              <a:gd name="connsiteX260" fmla="*/ 291035 w 1118245"/>
              <a:gd name="connsiteY260" fmla="*/ 726162 h 740098"/>
              <a:gd name="connsiteX261" fmla="*/ 292154 w 1118245"/>
              <a:gd name="connsiteY261" fmla="*/ 725731 h 740098"/>
              <a:gd name="connsiteX262" fmla="*/ 293274 w 1118245"/>
              <a:gd name="connsiteY262" fmla="*/ 725288 h 740098"/>
              <a:gd name="connsiteX263" fmla="*/ 294393 w 1118245"/>
              <a:gd name="connsiteY263" fmla="*/ 724833 h 740098"/>
              <a:gd name="connsiteX264" fmla="*/ 295512 w 1118245"/>
              <a:gd name="connsiteY264" fmla="*/ 724366 h 740098"/>
              <a:gd name="connsiteX265" fmla="*/ 296632 w 1118245"/>
              <a:gd name="connsiteY265" fmla="*/ 723888 h 740098"/>
              <a:gd name="connsiteX266" fmla="*/ 297751 w 1118245"/>
              <a:gd name="connsiteY266" fmla="*/ 723404 h 740098"/>
              <a:gd name="connsiteX267" fmla="*/ 298870 w 1118245"/>
              <a:gd name="connsiteY267" fmla="*/ 722902 h 740098"/>
              <a:gd name="connsiteX268" fmla="*/ 299989 w 1118245"/>
              <a:gd name="connsiteY268" fmla="*/ 722388 h 740098"/>
              <a:gd name="connsiteX269" fmla="*/ 301109 w 1118245"/>
              <a:gd name="connsiteY269" fmla="*/ 721862 h 740098"/>
              <a:gd name="connsiteX270" fmla="*/ 302228 w 1118245"/>
              <a:gd name="connsiteY270" fmla="*/ 721325 h 740098"/>
              <a:gd name="connsiteX271" fmla="*/ 303348 w 1118245"/>
              <a:gd name="connsiteY271" fmla="*/ 720776 h 740098"/>
              <a:gd name="connsiteX272" fmla="*/ 304467 w 1118245"/>
              <a:gd name="connsiteY272" fmla="*/ 720215 h 740098"/>
              <a:gd name="connsiteX273" fmla="*/ 305587 w 1118245"/>
              <a:gd name="connsiteY273" fmla="*/ 719636 h 740098"/>
              <a:gd name="connsiteX274" fmla="*/ 306706 w 1118245"/>
              <a:gd name="connsiteY274" fmla="*/ 719045 h 740098"/>
              <a:gd name="connsiteX275" fmla="*/ 307825 w 1118245"/>
              <a:gd name="connsiteY275" fmla="*/ 718443 h 740098"/>
              <a:gd name="connsiteX276" fmla="*/ 308945 w 1118245"/>
              <a:gd name="connsiteY276" fmla="*/ 717823 h 740098"/>
              <a:gd name="connsiteX277" fmla="*/ 310064 w 1118245"/>
              <a:gd name="connsiteY277" fmla="*/ 717191 h 740098"/>
              <a:gd name="connsiteX278" fmla="*/ 311184 w 1118245"/>
              <a:gd name="connsiteY278" fmla="*/ 716541 h 740098"/>
              <a:gd name="connsiteX279" fmla="*/ 312303 w 1118245"/>
              <a:gd name="connsiteY279" fmla="*/ 715886 h 740098"/>
              <a:gd name="connsiteX280" fmla="*/ 313422 w 1118245"/>
              <a:gd name="connsiteY280" fmla="*/ 715207 h 740098"/>
              <a:gd name="connsiteX281" fmla="*/ 314541 w 1118245"/>
              <a:gd name="connsiteY281" fmla="*/ 714516 h 740098"/>
              <a:gd name="connsiteX282" fmla="*/ 315661 w 1118245"/>
              <a:gd name="connsiteY282" fmla="*/ 713813 h 740098"/>
              <a:gd name="connsiteX283" fmla="*/ 316780 w 1118245"/>
              <a:gd name="connsiteY283" fmla="*/ 713093 h 740098"/>
              <a:gd name="connsiteX284" fmla="*/ 317899 w 1118245"/>
              <a:gd name="connsiteY284" fmla="*/ 712354 h 740098"/>
              <a:gd name="connsiteX285" fmla="*/ 319019 w 1118245"/>
              <a:gd name="connsiteY285" fmla="*/ 711604 h 740098"/>
              <a:gd name="connsiteX286" fmla="*/ 320138 w 1118245"/>
              <a:gd name="connsiteY286" fmla="*/ 710837 h 740098"/>
              <a:gd name="connsiteX287" fmla="*/ 321258 w 1118245"/>
              <a:gd name="connsiteY287" fmla="*/ 710051 h 740098"/>
              <a:gd name="connsiteX288" fmla="*/ 322377 w 1118245"/>
              <a:gd name="connsiteY288" fmla="*/ 709254 h 740098"/>
              <a:gd name="connsiteX289" fmla="*/ 323497 w 1118245"/>
              <a:gd name="connsiteY289" fmla="*/ 708433 h 740098"/>
              <a:gd name="connsiteX290" fmla="*/ 324616 w 1118245"/>
              <a:gd name="connsiteY290" fmla="*/ 707600 h 740098"/>
              <a:gd name="connsiteX291" fmla="*/ 325735 w 1118245"/>
              <a:gd name="connsiteY291" fmla="*/ 706750 h 740098"/>
              <a:gd name="connsiteX292" fmla="*/ 326855 w 1118245"/>
              <a:gd name="connsiteY292" fmla="*/ 705882 h 740098"/>
              <a:gd name="connsiteX293" fmla="*/ 327974 w 1118245"/>
              <a:gd name="connsiteY293" fmla="*/ 705002 h 740098"/>
              <a:gd name="connsiteX294" fmla="*/ 329093 w 1118245"/>
              <a:gd name="connsiteY294" fmla="*/ 704098 h 740098"/>
              <a:gd name="connsiteX295" fmla="*/ 330212 w 1118245"/>
              <a:gd name="connsiteY295" fmla="*/ 703177 h 740098"/>
              <a:gd name="connsiteX296" fmla="*/ 331332 w 1118245"/>
              <a:gd name="connsiteY296" fmla="*/ 702244 h 740098"/>
              <a:gd name="connsiteX297" fmla="*/ 332451 w 1118245"/>
              <a:gd name="connsiteY297" fmla="*/ 701287 h 740098"/>
              <a:gd name="connsiteX298" fmla="*/ 333570 w 1118245"/>
              <a:gd name="connsiteY298" fmla="*/ 700319 h 740098"/>
              <a:gd name="connsiteX299" fmla="*/ 334690 w 1118245"/>
              <a:gd name="connsiteY299" fmla="*/ 699327 h 740098"/>
              <a:gd name="connsiteX300" fmla="*/ 335809 w 1118245"/>
              <a:gd name="connsiteY300" fmla="*/ 698317 h 740098"/>
              <a:gd name="connsiteX301" fmla="*/ 336929 w 1118245"/>
              <a:gd name="connsiteY301" fmla="*/ 697289 h 740098"/>
              <a:gd name="connsiteX302" fmla="*/ 338048 w 1118245"/>
              <a:gd name="connsiteY302" fmla="*/ 696244 h 740098"/>
              <a:gd name="connsiteX303" fmla="*/ 339168 w 1118245"/>
              <a:gd name="connsiteY303" fmla="*/ 695181 h 740098"/>
              <a:gd name="connsiteX304" fmla="*/ 340287 w 1118245"/>
              <a:gd name="connsiteY304" fmla="*/ 694094 h 740098"/>
              <a:gd name="connsiteX305" fmla="*/ 341406 w 1118245"/>
              <a:gd name="connsiteY305" fmla="*/ 692990 h 740098"/>
              <a:gd name="connsiteX306" fmla="*/ 342526 w 1118245"/>
              <a:gd name="connsiteY306" fmla="*/ 691868 h 740098"/>
              <a:gd name="connsiteX307" fmla="*/ 343645 w 1118245"/>
              <a:gd name="connsiteY307" fmla="*/ 690728 h 740098"/>
              <a:gd name="connsiteX308" fmla="*/ 344764 w 1118245"/>
              <a:gd name="connsiteY308" fmla="*/ 689571 h 740098"/>
              <a:gd name="connsiteX309" fmla="*/ 345884 w 1118245"/>
              <a:gd name="connsiteY309" fmla="*/ 688390 h 740098"/>
              <a:gd name="connsiteX310" fmla="*/ 347003 w 1118245"/>
              <a:gd name="connsiteY310" fmla="*/ 687191 h 740098"/>
              <a:gd name="connsiteX311" fmla="*/ 348122 w 1118245"/>
              <a:gd name="connsiteY311" fmla="*/ 685968 h 740098"/>
              <a:gd name="connsiteX312" fmla="*/ 349242 w 1118245"/>
              <a:gd name="connsiteY312" fmla="*/ 684728 h 740098"/>
              <a:gd name="connsiteX313" fmla="*/ 350361 w 1118245"/>
              <a:gd name="connsiteY313" fmla="*/ 683470 h 740098"/>
              <a:gd name="connsiteX314" fmla="*/ 351480 w 1118245"/>
              <a:gd name="connsiteY314" fmla="*/ 682189 h 740098"/>
              <a:gd name="connsiteX315" fmla="*/ 352600 w 1118245"/>
              <a:gd name="connsiteY315" fmla="*/ 680889 h 740098"/>
              <a:gd name="connsiteX316" fmla="*/ 353721 w 1118245"/>
              <a:gd name="connsiteY316" fmla="*/ 679572 h 740098"/>
              <a:gd name="connsiteX317" fmla="*/ 354837 w 1118245"/>
              <a:gd name="connsiteY317" fmla="*/ 678232 h 740098"/>
              <a:gd name="connsiteX318" fmla="*/ 355959 w 1118245"/>
              <a:gd name="connsiteY318" fmla="*/ 676874 h 740098"/>
              <a:gd name="connsiteX319" fmla="*/ 357075 w 1118245"/>
              <a:gd name="connsiteY319" fmla="*/ 675492 h 740098"/>
              <a:gd name="connsiteX320" fmla="*/ 358197 w 1118245"/>
              <a:gd name="connsiteY320" fmla="*/ 674092 h 740098"/>
              <a:gd name="connsiteX321" fmla="*/ 359313 w 1118245"/>
              <a:gd name="connsiteY321" fmla="*/ 672669 h 740098"/>
              <a:gd name="connsiteX322" fmla="*/ 360435 w 1118245"/>
              <a:gd name="connsiteY322" fmla="*/ 671228 h 740098"/>
              <a:gd name="connsiteX323" fmla="*/ 361558 w 1118245"/>
              <a:gd name="connsiteY323" fmla="*/ 669763 h 740098"/>
              <a:gd name="connsiteX324" fmla="*/ 362674 w 1118245"/>
              <a:gd name="connsiteY324" fmla="*/ 668281 h 740098"/>
              <a:gd name="connsiteX325" fmla="*/ 363796 w 1118245"/>
              <a:gd name="connsiteY325" fmla="*/ 666775 h 740098"/>
              <a:gd name="connsiteX326" fmla="*/ 364912 w 1118245"/>
              <a:gd name="connsiteY326" fmla="*/ 665251 h 740098"/>
              <a:gd name="connsiteX327" fmla="*/ 366034 w 1118245"/>
              <a:gd name="connsiteY327" fmla="*/ 663704 h 740098"/>
              <a:gd name="connsiteX328" fmla="*/ 367150 w 1118245"/>
              <a:gd name="connsiteY328" fmla="*/ 662139 h 740098"/>
              <a:gd name="connsiteX329" fmla="*/ 368272 w 1118245"/>
              <a:gd name="connsiteY329" fmla="*/ 660551 h 740098"/>
              <a:gd name="connsiteX330" fmla="*/ 369388 w 1118245"/>
              <a:gd name="connsiteY330" fmla="*/ 658944 h 740098"/>
              <a:gd name="connsiteX331" fmla="*/ 370510 w 1118245"/>
              <a:gd name="connsiteY331" fmla="*/ 657314 h 740098"/>
              <a:gd name="connsiteX332" fmla="*/ 371627 w 1118245"/>
              <a:gd name="connsiteY332" fmla="*/ 655667 h 740098"/>
              <a:gd name="connsiteX333" fmla="*/ 372749 w 1118245"/>
              <a:gd name="connsiteY333" fmla="*/ 653995 h 740098"/>
              <a:gd name="connsiteX334" fmla="*/ 373871 w 1118245"/>
              <a:gd name="connsiteY334" fmla="*/ 652306 h 740098"/>
              <a:gd name="connsiteX335" fmla="*/ 374987 w 1118245"/>
              <a:gd name="connsiteY335" fmla="*/ 650600 h 740098"/>
              <a:gd name="connsiteX336" fmla="*/ 376109 w 1118245"/>
              <a:gd name="connsiteY336" fmla="*/ 648869 h 740098"/>
              <a:gd name="connsiteX337" fmla="*/ 377225 w 1118245"/>
              <a:gd name="connsiteY337" fmla="*/ 647115 h 740098"/>
              <a:gd name="connsiteX338" fmla="*/ 378347 w 1118245"/>
              <a:gd name="connsiteY338" fmla="*/ 645344 h 740098"/>
              <a:gd name="connsiteX339" fmla="*/ 379463 w 1118245"/>
              <a:gd name="connsiteY339" fmla="*/ 643554 h 740098"/>
              <a:gd name="connsiteX340" fmla="*/ 380585 w 1118245"/>
              <a:gd name="connsiteY340" fmla="*/ 641741 h 740098"/>
              <a:gd name="connsiteX341" fmla="*/ 381701 w 1118245"/>
              <a:gd name="connsiteY341" fmla="*/ 639911 h 740098"/>
              <a:gd name="connsiteX342" fmla="*/ 382824 w 1118245"/>
              <a:gd name="connsiteY342" fmla="*/ 638056 h 740098"/>
              <a:gd name="connsiteX343" fmla="*/ 383940 w 1118245"/>
              <a:gd name="connsiteY343" fmla="*/ 636184 h 740098"/>
              <a:gd name="connsiteX344" fmla="*/ 385062 w 1118245"/>
              <a:gd name="connsiteY344" fmla="*/ 634294 h 740098"/>
              <a:gd name="connsiteX345" fmla="*/ 386178 w 1118245"/>
              <a:gd name="connsiteY345" fmla="*/ 632381 h 740098"/>
              <a:gd name="connsiteX346" fmla="*/ 387300 w 1118245"/>
              <a:gd name="connsiteY346" fmla="*/ 630450 h 740098"/>
              <a:gd name="connsiteX347" fmla="*/ 388422 w 1118245"/>
              <a:gd name="connsiteY347" fmla="*/ 628501 h 740098"/>
              <a:gd name="connsiteX348" fmla="*/ 389538 w 1118245"/>
              <a:gd name="connsiteY348" fmla="*/ 626529 h 740098"/>
              <a:gd name="connsiteX349" fmla="*/ 390660 w 1118245"/>
              <a:gd name="connsiteY349" fmla="*/ 624538 h 740098"/>
              <a:gd name="connsiteX350" fmla="*/ 391776 w 1118245"/>
              <a:gd name="connsiteY350" fmla="*/ 622530 h 740098"/>
              <a:gd name="connsiteX351" fmla="*/ 392898 w 1118245"/>
              <a:gd name="connsiteY351" fmla="*/ 620505 h 740098"/>
              <a:gd name="connsiteX352" fmla="*/ 394015 w 1118245"/>
              <a:gd name="connsiteY352" fmla="*/ 618462 h 740098"/>
              <a:gd name="connsiteX353" fmla="*/ 395137 w 1118245"/>
              <a:gd name="connsiteY353" fmla="*/ 616395 h 740098"/>
              <a:gd name="connsiteX354" fmla="*/ 396253 w 1118245"/>
              <a:gd name="connsiteY354" fmla="*/ 614316 h 740098"/>
              <a:gd name="connsiteX355" fmla="*/ 397375 w 1118245"/>
              <a:gd name="connsiteY355" fmla="*/ 612213 h 740098"/>
              <a:gd name="connsiteX356" fmla="*/ 398491 w 1118245"/>
              <a:gd name="connsiteY356" fmla="*/ 610093 h 740098"/>
              <a:gd name="connsiteX357" fmla="*/ 399613 w 1118245"/>
              <a:gd name="connsiteY357" fmla="*/ 607961 h 740098"/>
              <a:gd name="connsiteX358" fmla="*/ 400735 w 1118245"/>
              <a:gd name="connsiteY358" fmla="*/ 605806 h 740098"/>
              <a:gd name="connsiteX359" fmla="*/ 401851 w 1118245"/>
              <a:gd name="connsiteY359" fmla="*/ 603633 h 740098"/>
              <a:gd name="connsiteX360" fmla="*/ 402973 w 1118245"/>
              <a:gd name="connsiteY360" fmla="*/ 601448 h 740098"/>
              <a:gd name="connsiteX361" fmla="*/ 404090 w 1118245"/>
              <a:gd name="connsiteY361" fmla="*/ 599239 h 740098"/>
              <a:gd name="connsiteX362" fmla="*/ 405212 w 1118245"/>
              <a:gd name="connsiteY362" fmla="*/ 597018 h 740098"/>
              <a:gd name="connsiteX363" fmla="*/ 406328 w 1118245"/>
              <a:gd name="connsiteY363" fmla="*/ 594780 h 740098"/>
              <a:gd name="connsiteX364" fmla="*/ 407450 w 1118245"/>
              <a:gd name="connsiteY364" fmla="*/ 592524 h 740098"/>
              <a:gd name="connsiteX365" fmla="*/ 408566 w 1118245"/>
              <a:gd name="connsiteY365" fmla="*/ 590256 h 740098"/>
              <a:gd name="connsiteX366" fmla="*/ 409688 w 1118245"/>
              <a:gd name="connsiteY366" fmla="*/ 587971 h 740098"/>
              <a:gd name="connsiteX367" fmla="*/ 410804 w 1118245"/>
              <a:gd name="connsiteY367" fmla="*/ 585668 h 740098"/>
              <a:gd name="connsiteX368" fmla="*/ 411926 w 1118245"/>
              <a:gd name="connsiteY368" fmla="*/ 583347 h 740098"/>
              <a:gd name="connsiteX369" fmla="*/ 413048 w 1118245"/>
              <a:gd name="connsiteY369" fmla="*/ 581014 h 740098"/>
              <a:gd name="connsiteX370" fmla="*/ 414164 w 1118245"/>
              <a:gd name="connsiteY370" fmla="*/ 578670 h 740098"/>
              <a:gd name="connsiteX371" fmla="*/ 415287 w 1118245"/>
              <a:gd name="connsiteY371" fmla="*/ 576307 h 740098"/>
              <a:gd name="connsiteX372" fmla="*/ 416403 w 1118245"/>
              <a:gd name="connsiteY372" fmla="*/ 573933 h 740098"/>
              <a:gd name="connsiteX373" fmla="*/ 417525 w 1118245"/>
              <a:gd name="connsiteY373" fmla="*/ 571542 h 740098"/>
              <a:gd name="connsiteX374" fmla="*/ 418641 w 1118245"/>
              <a:gd name="connsiteY374" fmla="*/ 569138 h 740098"/>
              <a:gd name="connsiteX375" fmla="*/ 419763 w 1118245"/>
              <a:gd name="connsiteY375" fmla="*/ 566723 h 740098"/>
              <a:gd name="connsiteX376" fmla="*/ 420879 w 1118245"/>
              <a:gd name="connsiteY376" fmla="*/ 564290 h 740098"/>
              <a:gd name="connsiteX377" fmla="*/ 422001 w 1118245"/>
              <a:gd name="connsiteY377" fmla="*/ 561851 h 740098"/>
              <a:gd name="connsiteX378" fmla="*/ 423117 w 1118245"/>
              <a:gd name="connsiteY378" fmla="*/ 559394 h 740098"/>
              <a:gd name="connsiteX379" fmla="*/ 424239 w 1118245"/>
              <a:gd name="connsiteY379" fmla="*/ 556925 h 740098"/>
              <a:gd name="connsiteX380" fmla="*/ 425361 w 1118245"/>
              <a:gd name="connsiteY380" fmla="*/ 554445 h 740098"/>
              <a:gd name="connsiteX381" fmla="*/ 426478 w 1118245"/>
              <a:gd name="connsiteY381" fmla="*/ 551959 h 740098"/>
              <a:gd name="connsiteX382" fmla="*/ 427600 w 1118245"/>
              <a:gd name="connsiteY382" fmla="*/ 549455 h 740098"/>
              <a:gd name="connsiteX383" fmla="*/ 428716 w 1118245"/>
              <a:gd name="connsiteY383" fmla="*/ 546939 h 740098"/>
              <a:gd name="connsiteX384" fmla="*/ 429838 w 1118245"/>
              <a:gd name="connsiteY384" fmla="*/ 544417 h 740098"/>
              <a:gd name="connsiteX385" fmla="*/ 430954 w 1118245"/>
              <a:gd name="connsiteY385" fmla="*/ 541884 h 740098"/>
              <a:gd name="connsiteX386" fmla="*/ 432076 w 1118245"/>
              <a:gd name="connsiteY386" fmla="*/ 539339 h 740098"/>
              <a:gd name="connsiteX387" fmla="*/ 433192 w 1118245"/>
              <a:gd name="connsiteY387" fmla="*/ 536786 h 740098"/>
              <a:gd name="connsiteX388" fmla="*/ 434314 w 1118245"/>
              <a:gd name="connsiteY388" fmla="*/ 534223 h 740098"/>
              <a:gd name="connsiteX389" fmla="*/ 435430 w 1118245"/>
              <a:gd name="connsiteY389" fmla="*/ 531650 h 740098"/>
              <a:gd name="connsiteX390" fmla="*/ 436553 w 1118245"/>
              <a:gd name="connsiteY390" fmla="*/ 529069 h 740098"/>
              <a:gd name="connsiteX391" fmla="*/ 437669 w 1118245"/>
              <a:gd name="connsiteY391" fmla="*/ 526480 h 740098"/>
              <a:gd name="connsiteX392" fmla="*/ 438791 w 1118245"/>
              <a:gd name="connsiteY392" fmla="*/ 523882 h 740098"/>
              <a:gd name="connsiteX393" fmla="*/ 439913 w 1118245"/>
              <a:gd name="connsiteY393" fmla="*/ 521277 h 740098"/>
              <a:gd name="connsiteX394" fmla="*/ 441029 w 1118245"/>
              <a:gd name="connsiteY394" fmla="*/ 518664 h 740098"/>
              <a:gd name="connsiteX395" fmla="*/ 442151 w 1118245"/>
              <a:gd name="connsiteY395" fmla="*/ 516045 h 740098"/>
              <a:gd name="connsiteX396" fmla="*/ 443267 w 1118245"/>
              <a:gd name="connsiteY396" fmla="*/ 513418 h 740098"/>
              <a:gd name="connsiteX397" fmla="*/ 444389 w 1118245"/>
              <a:gd name="connsiteY397" fmla="*/ 510785 h 740098"/>
              <a:gd name="connsiteX398" fmla="*/ 445505 w 1118245"/>
              <a:gd name="connsiteY398" fmla="*/ 508146 h 740098"/>
              <a:gd name="connsiteX399" fmla="*/ 446627 w 1118245"/>
              <a:gd name="connsiteY399" fmla="*/ 505501 h 740098"/>
              <a:gd name="connsiteX400" fmla="*/ 447744 w 1118245"/>
              <a:gd name="connsiteY400" fmla="*/ 502850 h 740098"/>
              <a:gd name="connsiteX401" fmla="*/ 448866 w 1118245"/>
              <a:gd name="connsiteY401" fmla="*/ 500195 h 740098"/>
              <a:gd name="connsiteX402" fmla="*/ 449982 w 1118245"/>
              <a:gd name="connsiteY402" fmla="*/ 497535 h 740098"/>
              <a:gd name="connsiteX403" fmla="*/ 451104 w 1118245"/>
              <a:gd name="connsiteY403" fmla="*/ 494870 h 740098"/>
              <a:gd name="connsiteX404" fmla="*/ 452226 w 1118245"/>
              <a:gd name="connsiteY404" fmla="*/ 492201 h 740098"/>
              <a:gd name="connsiteX405" fmla="*/ 453342 w 1118245"/>
              <a:gd name="connsiteY405" fmla="*/ 489529 h 740098"/>
              <a:gd name="connsiteX406" fmla="*/ 454464 w 1118245"/>
              <a:gd name="connsiteY406" fmla="*/ 486852 h 740098"/>
              <a:gd name="connsiteX407" fmla="*/ 455580 w 1118245"/>
              <a:gd name="connsiteY407" fmla="*/ 484173 h 740098"/>
              <a:gd name="connsiteX408" fmla="*/ 456702 w 1118245"/>
              <a:gd name="connsiteY408" fmla="*/ 481490 h 740098"/>
              <a:gd name="connsiteX409" fmla="*/ 457819 w 1118245"/>
              <a:gd name="connsiteY409" fmla="*/ 478806 h 740098"/>
              <a:gd name="connsiteX410" fmla="*/ 458941 w 1118245"/>
              <a:gd name="connsiteY410" fmla="*/ 476119 h 740098"/>
              <a:gd name="connsiteX411" fmla="*/ 460057 w 1118245"/>
              <a:gd name="connsiteY411" fmla="*/ 473430 h 740098"/>
              <a:gd name="connsiteX412" fmla="*/ 461179 w 1118245"/>
              <a:gd name="connsiteY412" fmla="*/ 470740 h 740098"/>
              <a:gd name="connsiteX413" fmla="*/ 462295 w 1118245"/>
              <a:gd name="connsiteY413" fmla="*/ 468048 h 740098"/>
              <a:gd name="connsiteX414" fmla="*/ 463417 w 1118245"/>
              <a:gd name="connsiteY414" fmla="*/ 465356 h 740098"/>
              <a:gd name="connsiteX415" fmla="*/ 464539 w 1118245"/>
              <a:gd name="connsiteY415" fmla="*/ 462662 h 740098"/>
              <a:gd name="connsiteX416" fmla="*/ 465655 w 1118245"/>
              <a:gd name="connsiteY416" fmla="*/ 459969 h 740098"/>
              <a:gd name="connsiteX417" fmla="*/ 466777 w 1118245"/>
              <a:gd name="connsiteY417" fmla="*/ 457275 h 740098"/>
              <a:gd name="connsiteX418" fmla="*/ 467893 w 1118245"/>
              <a:gd name="connsiteY418" fmla="*/ 454582 h 740098"/>
              <a:gd name="connsiteX419" fmla="*/ 469016 w 1118245"/>
              <a:gd name="connsiteY419" fmla="*/ 451889 h 740098"/>
              <a:gd name="connsiteX420" fmla="*/ 470132 w 1118245"/>
              <a:gd name="connsiteY420" fmla="*/ 449198 h 740098"/>
              <a:gd name="connsiteX421" fmla="*/ 471254 w 1118245"/>
              <a:gd name="connsiteY421" fmla="*/ 446507 h 740098"/>
              <a:gd name="connsiteX422" fmla="*/ 472370 w 1118245"/>
              <a:gd name="connsiteY422" fmla="*/ 443818 h 740098"/>
              <a:gd name="connsiteX423" fmla="*/ 473492 w 1118245"/>
              <a:gd name="connsiteY423" fmla="*/ 441131 h 740098"/>
              <a:gd name="connsiteX424" fmla="*/ 474608 w 1118245"/>
              <a:gd name="connsiteY424" fmla="*/ 438445 h 740098"/>
              <a:gd name="connsiteX425" fmla="*/ 475730 w 1118245"/>
              <a:gd name="connsiteY425" fmla="*/ 435762 h 740098"/>
              <a:gd name="connsiteX426" fmla="*/ 476852 w 1118245"/>
              <a:gd name="connsiteY426" fmla="*/ 433082 h 740098"/>
              <a:gd name="connsiteX427" fmla="*/ 477968 w 1118245"/>
              <a:gd name="connsiteY427" fmla="*/ 430404 h 740098"/>
              <a:gd name="connsiteX428" fmla="*/ 479090 w 1118245"/>
              <a:gd name="connsiteY428" fmla="*/ 427730 h 740098"/>
              <a:gd name="connsiteX429" fmla="*/ 480207 w 1118245"/>
              <a:gd name="connsiteY429" fmla="*/ 425059 h 740098"/>
              <a:gd name="connsiteX430" fmla="*/ 481329 w 1118245"/>
              <a:gd name="connsiteY430" fmla="*/ 422392 h 740098"/>
              <a:gd name="connsiteX431" fmla="*/ 482445 w 1118245"/>
              <a:gd name="connsiteY431" fmla="*/ 419729 h 740098"/>
              <a:gd name="connsiteX432" fmla="*/ 483567 w 1118245"/>
              <a:gd name="connsiteY432" fmla="*/ 417069 h 740098"/>
              <a:gd name="connsiteX433" fmla="*/ 484683 w 1118245"/>
              <a:gd name="connsiteY433" fmla="*/ 414415 h 740098"/>
              <a:gd name="connsiteX434" fmla="*/ 485805 w 1118245"/>
              <a:gd name="connsiteY434" fmla="*/ 411765 h 740098"/>
              <a:gd name="connsiteX435" fmla="*/ 486921 w 1118245"/>
              <a:gd name="connsiteY435" fmla="*/ 409120 h 740098"/>
              <a:gd name="connsiteX436" fmla="*/ 488043 w 1118245"/>
              <a:gd name="connsiteY436" fmla="*/ 406480 h 740098"/>
              <a:gd name="connsiteX437" fmla="*/ 489159 w 1118245"/>
              <a:gd name="connsiteY437" fmla="*/ 403846 h 740098"/>
              <a:gd name="connsiteX438" fmla="*/ 490282 w 1118245"/>
              <a:gd name="connsiteY438" fmla="*/ 401217 h 740098"/>
              <a:gd name="connsiteX439" fmla="*/ 491404 w 1118245"/>
              <a:gd name="connsiteY439" fmla="*/ 398594 h 740098"/>
              <a:gd name="connsiteX440" fmla="*/ 492520 w 1118245"/>
              <a:gd name="connsiteY440" fmla="*/ 395978 h 740098"/>
              <a:gd name="connsiteX441" fmla="*/ 493642 w 1118245"/>
              <a:gd name="connsiteY441" fmla="*/ 393368 h 740098"/>
              <a:gd name="connsiteX442" fmla="*/ 494758 w 1118245"/>
              <a:gd name="connsiteY442" fmla="*/ 390764 h 740098"/>
              <a:gd name="connsiteX443" fmla="*/ 495880 w 1118245"/>
              <a:gd name="connsiteY443" fmla="*/ 388167 h 740098"/>
              <a:gd name="connsiteX444" fmla="*/ 496996 w 1118245"/>
              <a:gd name="connsiteY444" fmla="*/ 385578 h 740098"/>
              <a:gd name="connsiteX445" fmla="*/ 498118 w 1118245"/>
              <a:gd name="connsiteY445" fmla="*/ 382995 h 740098"/>
              <a:gd name="connsiteX446" fmla="*/ 499234 w 1118245"/>
              <a:gd name="connsiteY446" fmla="*/ 380420 h 740098"/>
              <a:gd name="connsiteX447" fmla="*/ 500356 w 1118245"/>
              <a:gd name="connsiteY447" fmla="*/ 377852 h 740098"/>
              <a:gd name="connsiteX448" fmla="*/ 501473 w 1118245"/>
              <a:gd name="connsiteY448" fmla="*/ 375293 h 740098"/>
              <a:gd name="connsiteX449" fmla="*/ 502595 w 1118245"/>
              <a:gd name="connsiteY449" fmla="*/ 372741 h 740098"/>
              <a:gd name="connsiteX450" fmla="*/ 503717 w 1118245"/>
              <a:gd name="connsiteY450" fmla="*/ 370197 h 740098"/>
              <a:gd name="connsiteX451" fmla="*/ 504833 w 1118245"/>
              <a:gd name="connsiteY451" fmla="*/ 367662 h 740098"/>
              <a:gd name="connsiteX452" fmla="*/ 505955 w 1118245"/>
              <a:gd name="connsiteY452" fmla="*/ 365135 h 740098"/>
              <a:gd name="connsiteX453" fmla="*/ 507071 w 1118245"/>
              <a:gd name="connsiteY453" fmla="*/ 362618 h 740098"/>
              <a:gd name="connsiteX454" fmla="*/ 508193 w 1118245"/>
              <a:gd name="connsiteY454" fmla="*/ 360108 h 740098"/>
              <a:gd name="connsiteX455" fmla="*/ 509309 w 1118245"/>
              <a:gd name="connsiteY455" fmla="*/ 357608 h 740098"/>
              <a:gd name="connsiteX456" fmla="*/ 510431 w 1118245"/>
              <a:gd name="connsiteY456" fmla="*/ 355118 h 740098"/>
              <a:gd name="connsiteX457" fmla="*/ 511548 w 1118245"/>
              <a:gd name="connsiteY457" fmla="*/ 352636 h 740098"/>
              <a:gd name="connsiteX458" fmla="*/ 512670 w 1118245"/>
              <a:gd name="connsiteY458" fmla="*/ 350164 h 740098"/>
              <a:gd name="connsiteX459" fmla="*/ 513786 w 1118245"/>
              <a:gd name="connsiteY459" fmla="*/ 347702 h 740098"/>
              <a:gd name="connsiteX460" fmla="*/ 514908 w 1118245"/>
              <a:gd name="connsiteY460" fmla="*/ 345249 h 740098"/>
              <a:gd name="connsiteX461" fmla="*/ 516030 w 1118245"/>
              <a:gd name="connsiteY461" fmla="*/ 342807 h 740098"/>
              <a:gd name="connsiteX462" fmla="*/ 517146 w 1118245"/>
              <a:gd name="connsiteY462" fmla="*/ 340374 h 740098"/>
              <a:gd name="connsiteX463" fmla="*/ 518268 w 1118245"/>
              <a:gd name="connsiteY463" fmla="*/ 337952 h 740098"/>
              <a:gd name="connsiteX464" fmla="*/ 519384 w 1118245"/>
              <a:gd name="connsiteY464" fmla="*/ 335540 h 740098"/>
              <a:gd name="connsiteX465" fmla="*/ 520506 w 1118245"/>
              <a:gd name="connsiteY465" fmla="*/ 333139 h 740098"/>
              <a:gd name="connsiteX466" fmla="*/ 521623 w 1118245"/>
              <a:gd name="connsiteY466" fmla="*/ 330748 h 740098"/>
              <a:gd name="connsiteX467" fmla="*/ 522745 w 1118245"/>
              <a:gd name="connsiteY467" fmla="*/ 328368 h 740098"/>
              <a:gd name="connsiteX468" fmla="*/ 523861 w 1118245"/>
              <a:gd name="connsiteY468" fmla="*/ 325999 h 740098"/>
              <a:gd name="connsiteX469" fmla="*/ 524983 w 1118245"/>
              <a:gd name="connsiteY469" fmla="*/ 323640 h 740098"/>
              <a:gd name="connsiteX470" fmla="*/ 526099 w 1118245"/>
              <a:gd name="connsiteY470" fmla="*/ 321293 h 740098"/>
              <a:gd name="connsiteX471" fmla="*/ 527221 w 1118245"/>
              <a:gd name="connsiteY471" fmla="*/ 318956 h 740098"/>
              <a:gd name="connsiteX472" fmla="*/ 528343 w 1118245"/>
              <a:gd name="connsiteY472" fmla="*/ 316631 h 740098"/>
              <a:gd name="connsiteX473" fmla="*/ 529459 w 1118245"/>
              <a:gd name="connsiteY473" fmla="*/ 314318 h 740098"/>
              <a:gd name="connsiteX474" fmla="*/ 530581 w 1118245"/>
              <a:gd name="connsiteY474" fmla="*/ 312016 h 740098"/>
              <a:gd name="connsiteX475" fmla="*/ 531697 w 1118245"/>
              <a:gd name="connsiteY475" fmla="*/ 309725 h 740098"/>
              <a:gd name="connsiteX476" fmla="*/ 532819 w 1118245"/>
              <a:gd name="connsiteY476" fmla="*/ 307445 h 740098"/>
              <a:gd name="connsiteX477" fmla="*/ 533936 w 1118245"/>
              <a:gd name="connsiteY477" fmla="*/ 305178 h 740098"/>
              <a:gd name="connsiteX478" fmla="*/ 535058 w 1118245"/>
              <a:gd name="connsiteY478" fmla="*/ 302922 h 740098"/>
              <a:gd name="connsiteX479" fmla="*/ 536174 w 1118245"/>
              <a:gd name="connsiteY479" fmla="*/ 300678 h 740098"/>
              <a:gd name="connsiteX480" fmla="*/ 537296 w 1118245"/>
              <a:gd name="connsiteY480" fmla="*/ 298446 h 740098"/>
              <a:gd name="connsiteX481" fmla="*/ 538412 w 1118245"/>
              <a:gd name="connsiteY481" fmla="*/ 296225 h 740098"/>
              <a:gd name="connsiteX482" fmla="*/ 539534 w 1118245"/>
              <a:gd name="connsiteY482" fmla="*/ 294017 h 740098"/>
              <a:gd name="connsiteX483" fmla="*/ 540650 w 1118245"/>
              <a:gd name="connsiteY483" fmla="*/ 291821 h 740098"/>
              <a:gd name="connsiteX484" fmla="*/ 541772 w 1118245"/>
              <a:gd name="connsiteY484" fmla="*/ 289636 h 740098"/>
              <a:gd name="connsiteX485" fmla="*/ 542894 w 1118245"/>
              <a:gd name="connsiteY485" fmla="*/ 287464 h 740098"/>
              <a:gd name="connsiteX486" fmla="*/ 544011 w 1118245"/>
              <a:gd name="connsiteY486" fmla="*/ 285305 h 740098"/>
              <a:gd name="connsiteX487" fmla="*/ 545133 w 1118245"/>
              <a:gd name="connsiteY487" fmla="*/ 283157 h 740098"/>
              <a:gd name="connsiteX488" fmla="*/ 546249 w 1118245"/>
              <a:gd name="connsiteY488" fmla="*/ 281022 h 740098"/>
              <a:gd name="connsiteX489" fmla="*/ 547371 w 1118245"/>
              <a:gd name="connsiteY489" fmla="*/ 278899 h 740098"/>
              <a:gd name="connsiteX490" fmla="*/ 548487 w 1118245"/>
              <a:gd name="connsiteY490" fmla="*/ 276788 h 740098"/>
              <a:gd name="connsiteX491" fmla="*/ 549609 w 1118245"/>
              <a:gd name="connsiteY491" fmla="*/ 274690 h 740098"/>
              <a:gd name="connsiteX492" fmla="*/ 550725 w 1118245"/>
              <a:gd name="connsiteY492" fmla="*/ 272604 h 740098"/>
              <a:gd name="connsiteX493" fmla="*/ 551847 w 1118245"/>
              <a:gd name="connsiteY493" fmla="*/ 270531 h 740098"/>
              <a:gd name="connsiteX494" fmla="*/ 552963 w 1118245"/>
              <a:gd name="connsiteY494" fmla="*/ 268470 h 740098"/>
              <a:gd name="connsiteX495" fmla="*/ 554085 w 1118245"/>
              <a:gd name="connsiteY495" fmla="*/ 266421 h 740098"/>
              <a:gd name="connsiteX496" fmla="*/ 555208 w 1118245"/>
              <a:gd name="connsiteY496" fmla="*/ 264385 h 740098"/>
              <a:gd name="connsiteX497" fmla="*/ 556324 w 1118245"/>
              <a:gd name="connsiteY497" fmla="*/ 262362 h 740098"/>
              <a:gd name="connsiteX498" fmla="*/ 557446 w 1118245"/>
              <a:gd name="connsiteY498" fmla="*/ 260351 h 740098"/>
              <a:gd name="connsiteX499" fmla="*/ 558562 w 1118245"/>
              <a:gd name="connsiteY499" fmla="*/ 258353 h 740098"/>
              <a:gd name="connsiteX500" fmla="*/ 559684 w 1118245"/>
              <a:gd name="connsiteY500" fmla="*/ 256367 h 740098"/>
              <a:gd name="connsiteX501" fmla="*/ 560800 w 1118245"/>
              <a:gd name="connsiteY501" fmla="*/ 254394 h 740098"/>
              <a:gd name="connsiteX502" fmla="*/ 561922 w 1118245"/>
              <a:gd name="connsiteY502" fmla="*/ 252433 h 740098"/>
              <a:gd name="connsiteX503" fmla="*/ 563038 w 1118245"/>
              <a:gd name="connsiteY503" fmla="*/ 250485 h 740098"/>
              <a:gd name="connsiteX504" fmla="*/ 564160 w 1118245"/>
              <a:gd name="connsiteY504" fmla="*/ 248549 h 740098"/>
              <a:gd name="connsiteX505" fmla="*/ 565277 w 1118245"/>
              <a:gd name="connsiteY505" fmla="*/ 246626 h 740098"/>
              <a:gd name="connsiteX506" fmla="*/ 566399 w 1118245"/>
              <a:gd name="connsiteY506" fmla="*/ 244716 h 740098"/>
              <a:gd name="connsiteX507" fmla="*/ 567521 w 1118245"/>
              <a:gd name="connsiteY507" fmla="*/ 242818 h 740098"/>
              <a:gd name="connsiteX508" fmla="*/ 568637 w 1118245"/>
              <a:gd name="connsiteY508" fmla="*/ 240932 h 740098"/>
              <a:gd name="connsiteX509" fmla="*/ 569759 w 1118245"/>
              <a:gd name="connsiteY509" fmla="*/ 239060 h 740098"/>
              <a:gd name="connsiteX510" fmla="*/ 570875 w 1118245"/>
              <a:gd name="connsiteY510" fmla="*/ 237200 h 740098"/>
              <a:gd name="connsiteX511" fmla="*/ 571997 w 1118245"/>
              <a:gd name="connsiteY511" fmla="*/ 235352 h 740098"/>
              <a:gd name="connsiteX512" fmla="*/ 573113 w 1118245"/>
              <a:gd name="connsiteY512" fmla="*/ 233516 h 740098"/>
              <a:gd name="connsiteX513" fmla="*/ 574235 w 1118245"/>
              <a:gd name="connsiteY513" fmla="*/ 231693 h 740098"/>
              <a:gd name="connsiteX514" fmla="*/ 575352 w 1118245"/>
              <a:gd name="connsiteY514" fmla="*/ 229883 h 740098"/>
              <a:gd name="connsiteX515" fmla="*/ 576474 w 1118245"/>
              <a:gd name="connsiteY515" fmla="*/ 228085 h 740098"/>
              <a:gd name="connsiteX516" fmla="*/ 577590 w 1118245"/>
              <a:gd name="connsiteY516" fmla="*/ 226299 h 740098"/>
              <a:gd name="connsiteX517" fmla="*/ 578712 w 1118245"/>
              <a:gd name="connsiteY517" fmla="*/ 224526 h 740098"/>
              <a:gd name="connsiteX518" fmla="*/ 579834 w 1118245"/>
              <a:gd name="connsiteY518" fmla="*/ 222765 h 740098"/>
              <a:gd name="connsiteX519" fmla="*/ 580950 w 1118245"/>
              <a:gd name="connsiteY519" fmla="*/ 221017 h 740098"/>
              <a:gd name="connsiteX520" fmla="*/ 582072 w 1118245"/>
              <a:gd name="connsiteY520" fmla="*/ 219280 h 740098"/>
              <a:gd name="connsiteX521" fmla="*/ 583188 w 1118245"/>
              <a:gd name="connsiteY521" fmla="*/ 217556 h 740098"/>
              <a:gd name="connsiteX522" fmla="*/ 584310 w 1118245"/>
              <a:gd name="connsiteY522" fmla="*/ 215844 h 740098"/>
              <a:gd name="connsiteX523" fmla="*/ 585426 w 1118245"/>
              <a:gd name="connsiteY523" fmla="*/ 214144 h 740098"/>
              <a:gd name="connsiteX524" fmla="*/ 586548 w 1118245"/>
              <a:gd name="connsiteY524" fmla="*/ 212456 h 740098"/>
              <a:gd name="connsiteX525" fmla="*/ 587665 w 1118245"/>
              <a:gd name="connsiteY525" fmla="*/ 210781 h 740098"/>
              <a:gd name="connsiteX526" fmla="*/ 588787 w 1118245"/>
              <a:gd name="connsiteY526" fmla="*/ 209117 h 740098"/>
              <a:gd name="connsiteX527" fmla="*/ 589903 w 1118245"/>
              <a:gd name="connsiteY527" fmla="*/ 207466 h 740098"/>
              <a:gd name="connsiteX528" fmla="*/ 591025 w 1118245"/>
              <a:gd name="connsiteY528" fmla="*/ 205827 h 740098"/>
              <a:gd name="connsiteX529" fmla="*/ 592147 w 1118245"/>
              <a:gd name="connsiteY529" fmla="*/ 204199 h 740098"/>
              <a:gd name="connsiteX530" fmla="*/ 593263 w 1118245"/>
              <a:gd name="connsiteY530" fmla="*/ 202583 h 740098"/>
              <a:gd name="connsiteX531" fmla="*/ 594385 w 1118245"/>
              <a:gd name="connsiteY531" fmla="*/ 200979 h 740098"/>
              <a:gd name="connsiteX532" fmla="*/ 595501 w 1118245"/>
              <a:gd name="connsiteY532" fmla="*/ 199387 h 740098"/>
              <a:gd name="connsiteX533" fmla="*/ 596623 w 1118245"/>
              <a:gd name="connsiteY533" fmla="*/ 197807 h 740098"/>
              <a:gd name="connsiteX534" fmla="*/ 597740 w 1118245"/>
              <a:gd name="connsiteY534" fmla="*/ 196238 h 740098"/>
              <a:gd name="connsiteX535" fmla="*/ 598862 w 1118245"/>
              <a:gd name="connsiteY535" fmla="*/ 194682 h 740098"/>
              <a:gd name="connsiteX536" fmla="*/ 599978 w 1118245"/>
              <a:gd name="connsiteY536" fmla="*/ 193136 h 740098"/>
              <a:gd name="connsiteX537" fmla="*/ 601100 w 1118245"/>
              <a:gd name="connsiteY537" fmla="*/ 191603 h 740098"/>
              <a:gd name="connsiteX538" fmla="*/ 602216 w 1118245"/>
              <a:gd name="connsiteY538" fmla="*/ 190080 h 740098"/>
              <a:gd name="connsiteX539" fmla="*/ 603338 w 1118245"/>
              <a:gd name="connsiteY539" fmla="*/ 188569 h 740098"/>
              <a:gd name="connsiteX540" fmla="*/ 604454 w 1118245"/>
              <a:gd name="connsiteY540" fmla="*/ 187070 h 740098"/>
              <a:gd name="connsiteX541" fmla="*/ 605576 w 1118245"/>
              <a:gd name="connsiteY541" fmla="*/ 185582 h 740098"/>
              <a:gd name="connsiteX542" fmla="*/ 606698 w 1118245"/>
              <a:gd name="connsiteY542" fmla="*/ 184105 h 740098"/>
              <a:gd name="connsiteX543" fmla="*/ 607814 w 1118245"/>
              <a:gd name="connsiteY543" fmla="*/ 182639 h 740098"/>
              <a:gd name="connsiteX544" fmla="*/ 608937 w 1118245"/>
              <a:gd name="connsiteY544" fmla="*/ 181185 h 740098"/>
              <a:gd name="connsiteX545" fmla="*/ 610053 w 1118245"/>
              <a:gd name="connsiteY545" fmla="*/ 179741 h 740098"/>
              <a:gd name="connsiteX546" fmla="*/ 611175 w 1118245"/>
              <a:gd name="connsiteY546" fmla="*/ 178309 h 740098"/>
              <a:gd name="connsiteX547" fmla="*/ 612291 w 1118245"/>
              <a:gd name="connsiteY547" fmla="*/ 176888 h 740098"/>
              <a:gd name="connsiteX548" fmla="*/ 613413 w 1118245"/>
              <a:gd name="connsiteY548" fmla="*/ 175477 h 740098"/>
              <a:gd name="connsiteX549" fmla="*/ 614529 w 1118245"/>
              <a:gd name="connsiteY549" fmla="*/ 174078 h 740098"/>
              <a:gd name="connsiteX550" fmla="*/ 615651 w 1118245"/>
              <a:gd name="connsiteY550" fmla="*/ 172689 h 740098"/>
              <a:gd name="connsiteX551" fmla="*/ 616767 w 1118245"/>
              <a:gd name="connsiteY551" fmla="*/ 171311 h 740098"/>
              <a:gd name="connsiteX552" fmla="*/ 617889 w 1118245"/>
              <a:gd name="connsiteY552" fmla="*/ 169944 h 740098"/>
              <a:gd name="connsiteX553" fmla="*/ 619011 w 1118245"/>
              <a:gd name="connsiteY553" fmla="*/ 168587 h 740098"/>
              <a:gd name="connsiteX554" fmla="*/ 620128 w 1118245"/>
              <a:gd name="connsiteY554" fmla="*/ 167241 h 740098"/>
              <a:gd name="connsiteX555" fmla="*/ 621250 w 1118245"/>
              <a:gd name="connsiteY555" fmla="*/ 165906 h 740098"/>
              <a:gd name="connsiteX556" fmla="*/ 622366 w 1118245"/>
              <a:gd name="connsiteY556" fmla="*/ 164580 h 740098"/>
              <a:gd name="connsiteX557" fmla="*/ 623488 w 1118245"/>
              <a:gd name="connsiteY557" fmla="*/ 163266 h 740098"/>
              <a:gd name="connsiteX558" fmla="*/ 624604 w 1118245"/>
              <a:gd name="connsiteY558" fmla="*/ 161961 h 740098"/>
              <a:gd name="connsiteX559" fmla="*/ 625726 w 1118245"/>
              <a:gd name="connsiteY559" fmla="*/ 160667 h 740098"/>
              <a:gd name="connsiteX560" fmla="*/ 626842 w 1118245"/>
              <a:gd name="connsiteY560" fmla="*/ 159383 h 740098"/>
              <a:gd name="connsiteX561" fmla="*/ 627964 w 1118245"/>
              <a:gd name="connsiteY561" fmla="*/ 158110 h 740098"/>
              <a:gd name="connsiteX562" fmla="*/ 629080 w 1118245"/>
              <a:gd name="connsiteY562" fmla="*/ 156846 h 740098"/>
              <a:gd name="connsiteX563" fmla="*/ 630203 w 1118245"/>
              <a:gd name="connsiteY563" fmla="*/ 155592 h 740098"/>
              <a:gd name="connsiteX564" fmla="*/ 631325 w 1118245"/>
              <a:gd name="connsiteY564" fmla="*/ 154348 h 740098"/>
              <a:gd name="connsiteX565" fmla="*/ 632441 w 1118245"/>
              <a:gd name="connsiteY565" fmla="*/ 153114 h 740098"/>
              <a:gd name="connsiteX566" fmla="*/ 633563 w 1118245"/>
              <a:gd name="connsiteY566" fmla="*/ 151890 h 740098"/>
              <a:gd name="connsiteX567" fmla="*/ 634679 w 1118245"/>
              <a:gd name="connsiteY567" fmla="*/ 150676 h 740098"/>
              <a:gd name="connsiteX568" fmla="*/ 635801 w 1118245"/>
              <a:gd name="connsiteY568" fmla="*/ 149471 h 740098"/>
              <a:gd name="connsiteX569" fmla="*/ 636917 w 1118245"/>
              <a:gd name="connsiteY569" fmla="*/ 148276 h 740098"/>
              <a:gd name="connsiteX570" fmla="*/ 638039 w 1118245"/>
              <a:gd name="connsiteY570" fmla="*/ 147090 h 740098"/>
              <a:gd name="connsiteX571" fmla="*/ 639155 w 1118245"/>
              <a:gd name="connsiteY571" fmla="*/ 145914 h 740098"/>
              <a:gd name="connsiteX572" fmla="*/ 640277 w 1118245"/>
              <a:gd name="connsiteY572" fmla="*/ 144748 h 740098"/>
              <a:gd name="connsiteX573" fmla="*/ 641394 w 1118245"/>
              <a:gd name="connsiteY573" fmla="*/ 143590 h 740098"/>
              <a:gd name="connsiteX574" fmla="*/ 642516 w 1118245"/>
              <a:gd name="connsiteY574" fmla="*/ 142443 h 740098"/>
              <a:gd name="connsiteX575" fmla="*/ 643638 w 1118245"/>
              <a:gd name="connsiteY575" fmla="*/ 141304 h 740098"/>
              <a:gd name="connsiteX576" fmla="*/ 644754 w 1118245"/>
              <a:gd name="connsiteY576" fmla="*/ 140174 h 740098"/>
              <a:gd name="connsiteX577" fmla="*/ 645876 w 1118245"/>
              <a:gd name="connsiteY577" fmla="*/ 139054 h 740098"/>
              <a:gd name="connsiteX578" fmla="*/ 646992 w 1118245"/>
              <a:gd name="connsiteY578" fmla="*/ 137942 h 740098"/>
              <a:gd name="connsiteX579" fmla="*/ 648114 w 1118245"/>
              <a:gd name="connsiteY579" fmla="*/ 136840 h 740098"/>
              <a:gd name="connsiteX580" fmla="*/ 649230 w 1118245"/>
              <a:gd name="connsiteY580" fmla="*/ 135746 h 740098"/>
              <a:gd name="connsiteX581" fmla="*/ 650352 w 1118245"/>
              <a:gd name="connsiteY581" fmla="*/ 134662 h 740098"/>
              <a:gd name="connsiteX582" fmla="*/ 651469 w 1118245"/>
              <a:gd name="connsiteY582" fmla="*/ 133586 h 740098"/>
              <a:gd name="connsiteX583" fmla="*/ 652591 w 1118245"/>
              <a:gd name="connsiteY583" fmla="*/ 132518 h 740098"/>
              <a:gd name="connsiteX584" fmla="*/ 653707 w 1118245"/>
              <a:gd name="connsiteY584" fmla="*/ 131460 h 740098"/>
              <a:gd name="connsiteX585" fmla="*/ 654829 w 1118245"/>
              <a:gd name="connsiteY585" fmla="*/ 130410 h 740098"/>
              <a:gd name="connsiteX586" fmla="*/ 655945 w 1118245"/>
              <a:gd name="connsiteY586" fmla="*/ 129368 h 740098"/>
              <a:gd name="connsiteX587" fmla="*/ 657067 w 1118245"/>
              <a:gd name="connsiteY587" fmla="*/ 128335 h 740098"/>
              <a:gd name="connsiteX588" fmla="*/ 658189 w 1118245"/>
              <a:gd name="connsiteY588" fmla="*/ 127310 h 740098"/>
              <a:gd name="connsiteX589" fmla="*/ 659305 w 1118245"/>
              <a:gd name="connsiteY589" fmla="*/ 126294 h 740098"/>
              <a:gd name="connsiteX590" fmla="*/ 660427 w 1118245"/>
              <a:gd name="connsiteY590" fmla="*/ 125286 h 740098"/>
              <a:gd name="connsiteX591" fmla="*/ 661543 w 1118245"/>
              <a:gd name="connsiteY591" fmla="*/ 124286 h 740098"/>
              <a:gd name="connsiteX592" fmla="*/ 662666 w 1118245"/>
              <a:gd name="connsiteY592" fmla="*/ 123294 h 740098"/>
              <a:gd name="connsiteX593" fmla="*/ 663782 w 1118245"/>
              <a:gd name="connsiteY593" fmla="*/ 122311 h 740098"/>
              <a:gd name="connsiteX594" fmla="*/ 664904 w 1118245"/>
              <a:gd name="connsiteY594" fmla="*/ 121335 h 740098"/>
              <a:gd name="connsiteX595" fmla="*/ 666020 w 1118245"/>
              <a:gd name="connsiteY595" fmla="*/ 120368 h 740098"/>
              <a:gd name="connsiteX596" fmla="*/ 667142 w 1118245"/>
              <a:gd name="connsiteY596" fmla="*/ 119407 h 740098"/>
              <a:gd name="connsiteX597" fmla="*/ 668258 w 1118245"/>
              <a:gd name="connsiteY597" fmla="*/ 118456 h 740098"/>
              <a:gd name="connsiteX598" fmla="*/ 669380 w 1118245"/>
              <a:gd name="connsiteY598" fmla="*/ 117512 h 740098"/>
              <a:gd name="connsiteX599" fmla="*/ 670502 w 1118245"/>
              <a:gd name="connsiteY599" fmla="*/ 116575 h 740098"/>
              <a:gd name="connsiteX600" fmla="*/ 671618 w 1118245"/>
              <a:gd name="connsiteY600" fmla="*/ 115646 h 740098"/>
              <a:gd name="connsiteX601" fmla="*/ 672740 w 1118245"/>
              <a:gd name="connsiteY601" fmla="*/ 114725 h 740098"/>
              <a:gd name="connsiteX602" fmla="*/ 673857 w 1118245"/>
              <a:gd name="connsiteY602" fmla="*/ 113811 h 740098"/>
              <a:gd name="connsiteX603" fmla="*/ 674979 w 1118245"/>
              <a:gd name="connsiteY603" fmla="*/ 112905 h 740098"/>
              <a:gd name="connsiteX604" fmla="*/ 676095 w 1118245"/>
              <a:gd name="connsiteY604" fmla="*/ 112006 h 740098"/>
              <a:gd name="connsiteX605" fmla="*/ 677217 w 1118245"/>
              <a:gd name="connsiteY605" fmla="*/ 111115 h 740098"/>
              <a:gd name="connsiteX606" fmla="*/ 678333 w 1118245"/>
              <a:gd name="connsiteY606" fmla="*/ 110230 h 740098"/>
              <a:gd name="connsiteX607" fmla="*/ 679455 w 1118245"/>
              <a:gd name="connsiteY607" fmla="*/ 109353 h 740098"/>
              <a:gd name="connsiteX608" fmla="*/ 680571 w 1118245"/>
              <a:gd name="connsiteY608" fmla="*/ 108483 h 740098"/>
              <a:gd name="connsiteX609" fmla="*/ 681693 w 1118245"/>
              <a:gd name="connsiteY609" fmla="*/ 107621 h 740098"/>
              <a:gd name="connsiteX610" fmla="*/ 682815 w 1118245"/>
              <a:gd name="connsiteY610" fmla="*/ 106765 h 740098"/>
              <a:gd name="connsiteX611" fmla="*/ 683932 w 1118245"/>
              <a:gd name="connsiteY611" fmla="*/ 105917 h 740098"/>
              <a:gd name="connsiteX612" fmla="*/ 685054 w 1118245"/>
              <a:gd name="connsiteY612" fmla="*/ 105075 h 740098"/>
              <a:gd name="connsiteX613" fmla="*/ 686170 w 1118245"/>
              <a:gd name="connsiteY613" fmla="*/ 104240 h 740098"/>
              <a:gd name="connsiteX614" fmla="*/ 687292 w 1118245"/>
              <a:gd name="connsiteY614" fmla="*/ 103412 h 740098"/>
              <a:gd name="connsiteX615" fmla="*/ 688408 w 1118245"/>
              <a:gd name="connsiteY615" fmla="*/ 102591 h 740098"/>
              <a:gd name="connsiteX616" fmla="*/ 689530 w 1118245"/>
              <a:gd name="connsiteY616" fmla="*/ 101776 h 740098"/>
              <a:gd name="connsiteX617" fmla="*/ 690646 w 1118245"/>
              <a:gd name="connsiteY617" fmla="*/ 100968 h 740098"/>
              <a:gd name="connsiteX618" fmla="*/ 691768 w 1118245"/>
              <a:gd name="connsiteY618" fmla="*/ 100167 h 740098"/>
              <a:gd name="connsiteX619" fmla="*/ 692884 w 1118245"/>
              <a:gd name="connsiteY619" fmla="*/ 99372 h 740098"/>
              <a:gd name="connsiteX620" fmla="*/ 694006 w 1118245"/>
              <a:gd name="connsiteY620" fmla="*/ 98584 h 740098"/>
              <a:gd name="connsiteX621" fmla="*/ 695129 w 1118245"/>
              <a:gd name="connsiteY621" fmla="*/ 97802 h 740098"/>
              <a:gd name="connsiteX622" fmla="*/ 696245 w 1118245"/>
              <a:gd name="connsiteY622" fmla="*/ 97026 h 740098"/>
              <a:gd name="connsiteX623" fmla="*/ 697367 w 1118245"/>
              <a:gd name="connsiteY623" fmla="*/ 96258 h 740098"/>
              <a:gd name="connsiteX624" fmla="*/ 698483 w 1118245"/>
              <a:gd name="connsiteY624" fmla="*/ 95495 h 740098"/>
              <a:gd name="connsiteX625" fmla="*/ 699605 w 1118245"/>
              <a:gd name="connsiteY625" fmla="*/ 94738 h 740098"/>
              <a:gd name="connsiteX626" fmla="*/ 700721 w 1118245"/>
              <a:gd name="connsiteY626" fmla="*/ 93987 h 740098"/>
              <a:gd name="connsiteX627" fmla="*/ 701843 w 1118245"/>
              <a:gd name="connsiteY627" fmla="*/ 93243 h 740098"/>
              <a:gd name="connsiteX628" fmla="*/ 702959 w 1118245"/>
              <a:gd name="connsiteY628" fmla="*/ 92505 h 740098"/>
              <a:gd name="connsiteX629" fmla="*/ 704081 w 1118245"/>
              <a:gd name="connsiteY629" fmla="*/ 91773 h 740098"/>
              <a:gd name="connsiteX630" fmla="*/ 705198 w 1118245"/>
              <a:gd name="connsiteY630" fmla="*/ 91046 h 740098"/>
              <a:gd name="connsiteX631" fmla="*/ 706320 w 1118245"/>
              <a:gd name="connsiteY631" fmla="*/ 90326 h 740098"/>
              <a:gd name="connsiteX632" fmla="*/ 707436 w 1118245"/>
              <a:gd name="connsiteY632" fmla="*/ 89611 h 740098"/>
              <a:gd name="connsiteX633" fmla="*/ 708558 w 1118245"/>
              <a:gd name="connsiteY633" fmla="*/ 88903 h 740098"/>
              <a:gd name="connsiteX634" fmla="*/ 709680 w 1118245"/>
              <a:gd name="connsiteY634" fmla="*/ 88200 h 740098"/>
              <a:gd name="connsiteX635" fmla="*/ 710796 w 1118245"/>
              <a:gd name="connsiteY635" fmla="*/ 87503 h 740098"/>
              <a:gd name="connsiteX636" fmla="*/ 711918 w 1118245"/>
              <a:gd name="connsiteY636" fmla="*/ 86811 h 740098"/>
              <a:gd name="connsiteX637" fmla="*/ 713034 w 1118245"/>
              <a:gd name="connsiteY637" fmla="*/ 86125 h 740098"/>
              <a:gd name="connsiteX638" fmla="*/ 714156 w 1118245"/>
              <a:gd name="connsiteY638" fmla="*/ 85444 h 740098"/>
              <a:gd name="connsiteX639" fmla="*/ 715272 w 1118245"/>
              <a:gd name="connsiteY639" fmla="*/ 84769 h 740098"/>
              <a:gd name="connsiteX640" fmla="*/ 716395 w 1118245"/>
              <a:gd name="connsiteY640" fmla="*/ 84100 h 740098"/>
              <a:gd name="connsiteX641" fmla="*/ 717511 w 1118245"/>
              <a:gd name="connsiteY641" fmla="*/ 83436 h 740098"/>
              <a:gd name="connsiteX642" fmla="*/ 718633 w 1118245"/>
              <a:gd name="connsiteY642" fmla="*/ 82777 h 740098"/>
              <a:gd name="connsiteX643" fmla="*/ 719749 w 1118245"/>
              <a:gd name="connsiteY643" fmla="*/ 82124 h 740098"/>
              <a:gd name="connsiteX644" fmla="*/ 720871 w 1118245"/>
              <a:gd name="connsiteY644" fmla="*/ 81476 h 740098"/>
              <a:gd name="connsiteX645" fmla="*/ 721993 w 1118245"/>
              <a:gd name="connsiteY645" fmla="*/ 80833 h 740098"/>
              <a:gd name="connsiteX646" fmla="*/ 723109 w 1118245"/>
              <a:gd name="connsiteY646" fmla="*/ 80196 h 740098"/>
              <a:gd name="connsiteX647" fmla="*/ 724231 w 1118245"/>
              <a:gd name="connsiteY647" fmla="*/ 79564 h 740098"/>
              <a:gd name="connsiteX648" fmla="*/ 725347 w 1118245"/>
              <a:gd name="connsiteY648" fmla="*/ 78936 h 740098"/>
              <a:gd name="connsiteX649" fmla="*/ 726469 w 1118245"/>
              <a:gd name="connsiteY649" fmla="*/ 78314 h 740098"/>
              <a:gd name="connsiteX650" fmla="*/ 727586 w 1118245"/>
              <a:gd name="connsiteY650" fmla="*/ 77696 h 740098"/>
              <a:gd name="connsiteX651" fmla="*/ 728708 w 1118245"/>
              <a:gd name="connsiteY651" fmla="*/ 77084 h 740098"/>
              <a:gd name="connsiteX652" fmla="*/ 729824 w 1118245"/>
              <a:gd name="connsiteY652" fmla="*/ 76477 h 740098"/>
              <a:gd name="connsiteX653" fmla="*/ 730946 w 1118245"/>
              <a:gd name="connsiteY653" fmla="*/ 75874 h 740098"/>
              <a:gd name="connsiteX654" fmla="*/ 732062 w 1118245"/>
              <a:gd name="connsiteY654" fmla="*/ 75277 h 740098"/>
              <a:gd name="connsiteX655" fmla="*/ 733184 w 1118245"/>
              <a:gd name="connsiteY655" fmla="*/ 74684 h 740098"/>
              <a:gd name="connsiteX656" fmla="*/ 734306 w 1118245"/>
              <a:gd name="connsiteY656" fmla="*/ 74096 h 740098"/>
              <a:gd name="connsiteX657" fmla="*/ 735422 w 1118245"/>
              <a:gd name="connsiteY657" fmla="*/ 73512 h 740098"/>
              <a:gd name="connsiteX658" fmla="*/ 736544 w 1118245"/>
              <a:gd name="connsiteY658" fmla="*/ 72933 h 740098"/>
              <a:gd name="connsiteX659" fmla="*/ 737661 w 1118245"/>
              <a:gd name="connsiteY659" fmla="*/ 72359 h 740098"/>
              <a:gd name="connsiteX660" fmla="*/ 738783 w 1118245"/>
              <a:gd name="connsiteY660" fmla="*/ 71790 h 740098"/>
              <a:gd name="connsiteX661" fmla="*/ 739899 w 1118245"/>
              <a:gd name="connsiteY661" fmla="*/ 71225 h 740098"/>
              <a:gd name="connsiteX662" fmla="*/ 741021 w 1118245"/>
              <a:gd name="connsiteY662" fmla="*/ 70665 h 740098"/>
              <a:gd name="connsiteX663" fmla="*/ 742137 w 1118245"/>
              <a:gd name="connsiteY663" fmla="*/ 70109 h 740098"/>
              <a:gd name="connsiteX664" fmla="*/ 743259 w 1118245"/>
              <a:gd name="connsiteY664" fmla="*/ 69557 h 740098"/>
              <a:gd name="connsiteX665" fmla="*/ 744375 w 1118245"/>
              <a:gd name="connsiteY665" fmla="*/ 69010 h 740098"/>
              <a:gd name="connsiteX666" fmla="*/ 745497 w 1118245"/>
              <a:gd name="connsiteY666" fmla="*/ 68467 h 740098"/>
              <a:gd name="connsiteX667" fmla="*/ 746619 w 1118245"/>
              <a:gd name="connsiteY667" fmla="*/ 67928 h 740098"/>
              <a:gd name="connsiteX668" fmla="*/ 747735 w 1118245"/>
              <a:gd name="connsiteY668" fmla="*/ 67395 h 740098"/>
              <a:gd name="connsiteX669" fmla="*/ 748858 w 1118245"/>
              <a:gd name="connsiteY669" fmla="*/ 66864 h 740098"/>
              <a:gd name="connsiteX670" fmla="*/ 749974 w 1118245"/>
              <a:gd name="connsiteY670" fmla="*/ 66339 h 740098"/>
              <a:gd name="connsiteX671" fmla="*/ 751096 w 1118245"/>
              <a:gd name="connsiteY671" fmla="*/ 65817 h 740098"/>
              <a:gd name="connsiteX672" fmla="*/ 752212 w 1118245"/>
              <a:gd name="connsiteY672" fmla="*/ 65299 h 740098"/>
              <a:gd name="connsiteX673" fmla="*/ 753334 w 1118245"/>
              <a:gd name="connsiteY673" fmla="*/ 64786 h 740098"/>
              <a:gd name="connsiteX674" fmla="*/ 754450 w 1118245"/>
              <a:gd name="connsiteY674" fmla="*/ 64276 h 740098"/>
              <a:gd name="connsiteX675" fmla="*/ 755572 w 1118245"/>
              <a:gd name="connsiteY675" fmla="*/ 63772 h 740098"/>
              <a:gd name="connsiteX676" fmla="*/ 756688 w 1118245"/>
              <a:gd name="connsiteY676" fmla="*/ 63270 h 740098"/>
              <a:gd name="connsiteX677" fmla="*/ 757810 w 1118245"/>
              <a:gd name="connsiteY677" fmla="*/ 62773 h 740098"/>
              <a:gd name="connsiteX678" fmla="*/ 758927 w 1118245"/>
              <a:gd name="connsiteY678" fmla="*/ 62279 h 740098"/>
              <a:gd name="connsiteX679" fmla="*/ 760049 w 1118245"/>
              <a:gd name="connsiteY679" fmla="*/ 61790 h 740098"/>
              <a:gd name="connsiteX680" fmla="*/ 761171 w 1118245"/>
              <a:gd name="connsiteY680" fmla="*/ 61304 h 740098"/>
              <a:gd name="connsiteX681" fmla="*/ 762287 w 1118245"/>
              <a:gd name="connsiteY681" fmla="*/ 60822 h 740098"/>
              <a:gd name="connsiteX682" fmla="*/ 763409 w 1118245"/>
              <a:gd name="connsiteY682" fmla="*/ 60343 h 740098"/>
              <a:gd name="connsiteX683" fmla="*/ 764525 w 1118245"/>
              <a:gd name="connsiteY683" fmla="*/ 59869 h 740098"/>
              <a:gd name="connsiteX684" fmla="*/ 765647 w 1118245"/>
              <a:gd name="connsiteY684" fmla="*/ 59398 h 740098"/>
              <a:gd name="connsiteX685" fmla="*/ 766763 w 1118245"/>
              <a:gd name="connsiteY685" fmla="*/ 58931 h 740098"/>
              <a:gd name="connsiteX686" fmla="*/ 767885 w 1118245"/>
              <a:gd name="connsiteY686" fmla="*/ 58468 h 740098"/>
              <a:gd name="connsiteX687" fmla="*/ 769001 w 1118245"/>
              <a:gd name="connsiteY687" fmla="*/ 58008 h 740098"/>
              <a:gd name="connsiteX688" fmla="*/ 770124 w 1118245"/>
              <a:gd name="connsiteY688" fmla="*/ 57552 h 740098"/>
              <a:gd name="connsiteX689" fmla="*/ 771240 w 1118245"/>
              <a:gd name="connsiteY689" fmla="*/ 57099 h 740098"/>
              <a:gd name="connsiteX690" fmla="*/ 772362 w 1118245"/>
              <a:gd name="connsiteY690" fmla="*/ 56650 h 740098"/>
              <a:gd name="connsiteX691" fmla="*/ 773484 w 1118245"/>
              <a:gd name="connsiteY691" fmla="*/ 56204 h 740098"/>
              <a:gd name="connsiteX692" fmla="*/ 774600 w 1118245"/>
              <a:gd name="connsiteY692" fmla="*/ 55762 h 740098"/>
              <a:gd name="connsiteX693" fmla="*/ 775722 w 1118245"/>
              <a:gd name="connsiteY693" fmla="*/ 55324 h 740098"/>
              <a:gd name="connsiteX694" fmla="*/ 776838 w 1118245"/>
              <a:gd name="connsiteY694" fmla="*/ 54888 h 740098"/>
              <a:gd name="connsiteX695" fmla="*/ 777960 w 1118245"/>
              <a:gd name="connsiteY695" fmla="*/ 54456 h 740098"/>
              <a:gd name="connsiteX696" fmla="*/ 779076 w 1118245"/>
              <a:gd name="connsiteY696" fmla="*/ 54027 h 740098"/>
              <a:gd name="connsiteX697" fmla="*/ 780198 w 1118245"/>
              <a:gd name="connsiteY697" fmla="*/ 53602 h 740098"/>
              <a:gd name="connsiteX698" fmla="*/ 781315 w 1118245"/>
              <a:gd name="connsiteY698" fmla="*/ 53180 h 740098"/>
              <a:gd name="connsiteX699" fmla="*/ 782437 w 1118245"/>
              <a:gd name="connsiteY699" fmla="*/ 52761 h 740098"/>
              <a:gd name="connsiteX700" fmla="*/ 783553 w 1118245"/>
              <a:gd name="connsiteY700" fmla="*/ 52345 h 740098"/>
              <a:gd name="connsiteX701" fmla="*/ 784675 w 1118245"/>
              <a:gd name="connsiteY701" fmla="*/ 51933 h 740098"/>
              <a:gd name="connsiteX702" fmla="*/ 785797 w 1118245"/>
              <a:gd name="connsiteY702" fmla="*/ 51523 h 740098"/>
              <a:gd name="connsiteX703" fmla="*/ 786913 w 1118245"/>
              <a:gd name="connsiteY703" fmla="*/ 51117 h 740098"/>
              <a:gd name="connsiteX704" fmla="*/ 788035 w 1118245"/>
              <a:gd name="connsiteY704" fmla="*/ 50714 h 740098"/>
              <a:gd name="connsiteX705" fmla="*/ 789151 w 1118245"/>
              <a:gd name="connsiteY705" fmla="*/ 50314 h 740098"/>
              <a:gd name="connsiteX706" fmla="*/ 790273 w 1118245"/>
              <a:gd name="connsiteY706" fmla="*/ 49917 h 740098"/>
              <a:gd name="connsiteX707" fmla="*/ 791390 w 1118245"/>
              <a:gd name="connsiteY707" fmla="*/ 49523 h 740098"/>
              <a:gd name="connsiteX708" fmla="*/ 792512 w 1118245"/>
              <a:gd name="connsiteY708" fmla="*/ 49132 h 740098"/>
              <a:gd name="connsiteX709" fmla="*/ 793628 w 1118245"/>
              <a:gd name="connsiteY709" fmla="*/ 48744 h 740098"/>
              <a:gd name="connsiteX710" fmla="*/ 794750 w 1118245"/>
              <a:gd name="connsiteY710" fmla="*/ 48359 h 740098"/>
              <a:gd name="connsiteX711" fmla="*/ 795866 w 1118245"/>
              <a:gd name="connsiteY711" fmla="*/ 47977 h 740098"/>
              <a:gd name="connsiteX712" fmla="*/ 796988 w 1118245"/>
              <a:gd name="connsiteY712" fmla="*/ 47598 h 740098"/>
              <a:gd name="connsiteX713" fmla="*/ 798110 w 1118245"/>
              <a:gd name="connsiteY713" fmla="*/ 47222 h 740098"/>
              <a:gd name="connsiteX714" fmla="*/ 799226 w 1118245"/>
              <a:gd name="connsiteY714" fmla="*/ 46848 h 740098"/>
              <a:gd name="connsiteX715" fmla="*/ 800348 w 1118245"/>
              <a:gd name="connsiteY715" fmla="*/ 46477 h 740098"/>
              <a:gd name="connsiteX716" fmla="*/ 801464 w 1118245"/>
              <a:gd name="connsiteY716" fmla="*/ 46109 h 740098"/>
              <a:gd name="connsiteX717" fmla="*/ 802586 w 1118245"/>
              <a:gd name="connsiteY717" fmla="*/ 45744 h 740098"/>
              <a:gd name="connsiteX718" fmla="*/ 803703 w 1118245"/>
              <a:gd name="connsiteY718" fmla="*/ 45382 h 740098"/>
              <a:gd name="connsiteX719" fmla="*/ 804825 w 1118245"/>
              <a:gd name="connsiteY719" fmla="*/ 45023 h 740098"/>
              <a:gd name="connsiteX720" fmla="*/ 805941 w 1118245"/>
              <a:gd name="connsiteY720" fmla="*/ 44665 h 740098"/>
              <a:gd name="connsiteX721" fmla="*/ 807063 w 1118245"/>
              <a:gd name="connsiteY721" fmla="*/ 44311 h 740098"/>
              <a:gd name="connsiteX722" fmla="*/ 808179 w 1118245"/>
              <a:gd name="connsiteY722" fmla="*/ 43959 h 740098"/>
              <a:gd name="connsiteX723" fmla="*/ 809301 w 1118245"/>
              <a:gd name="connsiteY723" fmla="*/ 43610 h 740098"/>
              <a:gd name="connsiteX724" fmla="*/ 810417 w 1118245"/>
              <a:gd name="connsiteY724" fmla="*/ 43264 h 740098"/>
              <a:gd name="connsiteX725" fmla="*/ 811539 w 1118245"/>
              <a:gd name="connsiteY725" fmla="*/ 42920 h 740098"/>
              <a:gd name="connsiteX726" fmla="*/ 812661 w 1118245"/>
              <a:gd name="connsiteY726" fmla="*/ 42579 h 740098"/>
              <a:gd name="connsiteX727" fmla="*/ 813778 w 1118245"/>
              <a:gd name="connsiteY727" fmla="*/ 42240 h 740098"/>
              <a:gd name="connsiteX728" fmla="*/ 814900 w 1118245"/>
              <a:gd name="connsiteY728" fmla="*/ 41904 h 740098"/>
              <a:gd name="connsiteX729" fmla="*/ 816016 w 1118245"/>
              <a:gd name="connsiteY729" fmla="*/ 41570 h 740098"/>
              <a:gd name="connsiteX730" fmla="*/ 817138 w 1118245"/>
              <a:gd name="connsiteY730" fmla="*/ 41239 h 740098"/>
              <a:gd name="connsiteX731" fmla="*/ 818254 w 1118245"/>
              <a:gd name="connsiteY731" fmla="*/ 40910 h 740098"/>
              <a:gd name="connsiteX732" fmla="*/ 819376 w 1118245"/>
              <a:gd name="connsiteY732" fmla="*/ 40584 h 740098"/>
              <a:gd name="connsiteX733" fmla="*/ 820492 w 1118245"/>
              <a:gd name="connsiteY733" fmla="*/ 40260 h 740098"/>
              <a:gd name="connsiteX734" fmla="*/ 821614 w 1118245"/>
              <a:gd name="connsiteY734" fmla="*/ 39938 h 740098"/>
              <a:gd name="connsiteX735" fmla="*/ 822730 w 1118245"/>
              <a:gd name="connsiteY735" fmla="*/ 39619 h 740098"/>
              <a:gd name="connsiteX736" fmla="*/ 823852 w 1118245"/>
              <a:gd name="connsiteY736" fmla="*/ 39302 h 740098"/>
              <a:gd name="connsiteX737" fmla="*/ 824975 w 1118245"/>
              <a:gd name="connsiteY737" fmla="*/ 38987 h 740098"/>
              <a:gd name="connsiteX738" fmla="*/ 826091 w 1118245"/>
              <a:gd name="connsiteY738" fmla="*/ 38675 h 740098"/>
              <a:gd name="connsiteX739" fmla="*/ 827213 w 1118245"/>
              <a:gd name="connsiteY739" fmla="*/ 38365 h 740098"/>
              <a:gd name="connsiteX740" fmla="*/ 828329 w 1118245"/>
              <a:gd name="connsiteY740" fmla="*/ 38057 h 740098"/>
              <a:gd name="connsiteX741" fmla="*/ 829451 w 1118245"/>
              <a:gd name="connsiteY741" fmla="*/ 37752 h 740098"/>
              <a:gd name="connsiteX742" fmla="*/ 830567 w 1118245"/>
              <a:gd name="connsiteY742" fmla="*/ 37449 h 740098"/>
              <a:gd name="connsiteX743" fmla="*/ 831689 w 1118245"/>
              <a:gd name="connsiteY743" fmla="*/ 37147 h 740098"/>
              <a:gd name="connsiteX744" fmla="*/ 832805 w 1118245"/>
              <a:gd name="connsiteY744" fmla="*/ 36849 h 740098"/>
              <a:gd name="connsiteX745" fmla="*/ 833927 w 1118245"/>
              <a:gd name="connsiteY745" fmla="*/ 36552 h 740098"/>
              <a:gd name="connsiteX746" fmla="*/ 835044 w 1118245"/>
              <a:gd name="connsiteY746" fmla="*/ 36257 h 740098"/>
              <a:gd name="connsiteX747" fmla="*/ 836166 w 1118245"/>
              <a:gd name="connsiteY747" fmla="*/ 35965 h 740098"/>
              <a:gd name="connsiteX748" fmla="*/ 837288 w 1118245"/>
              <a:gd name="connsiteY748" fmla="*/ 35675 h 740098"/>
              <a:gd name="connsiteX749" fmla="*/ 838404 w 1118245"/>
              <a:gd name="connsiteY749" fmla="*/ 35386 h 740098"/>
              <a:gd name="connsiteX750" fmla="*/ 839526 w 1118245"/>
              <a:gd name="connsiteY750" fmla="*/ 35101 h 740098"/>
              <a:gd name="connsiteX751" fmla="*/ 840642 w 1118245"/>
              <a:gd name="connsiteY751" fmla="*/ 34816 h 740098"/>
              <a:gd name="connsiteX752" fmla="*/ 841764 w 1118245"/>
              <a:gd name="connsiteY752" fmla="*/ 34534 h 740098"/>
              <a:gd name="connsiteX753" fmla="*/ 842880 w 1118245"/>
              <a:gd name="connsiteY753" fmla="*/ 34254 h 740098"/>
              <a:gd name="connsiteX754" fmla="*/ 844002 w 1118245"/>
              <a:gd name="connsiteY754" fmla="*/ 33976 h 740098"/>
              <a:gd name="connsiteX755" fmla="*/ 845119 w 1118245"/>
              <a:gd name="connsiteY755" fmla="*/ 33700 h 740098"/>
              <a:gd name="connsiteX756" fmla="*/ 846241 w 1118245"/>
              <a:gd name="connsiteY756" fmla="*/ 33426 h 740098"/>
              <a:gd name="connsiteX757" fmla="*/ 847357 w 1118245"/>
              <a:gd name="connsiteY757" fmla="*/ 33154 h 740098"/>
              <a:gd name="connsiteX758" fmla="*/ 848479 w 1118245"/>
              <a:gd name="connsiteY758" fmla="*/ 32884 h 740098"/>
              <a:gd name="connsiteX759" fmla="*/ 849601 w 1118245"/>
              <a:gd name="connsiteY759" fmla="*/ 32615 h 740098"/>
              <a:gd name="connsiteX760" fmla="*/ 850717 w 1118245"/>
              <a:gd name="connsiteY760" fmla="*/ 32349 h 740098"/>
              <a:gd name="connsiteX761" fmla="*/ 851839 w 1118245"/>
              <a:gd name="connsiteY761" fmla="*/ 32085 h 740098"/>
              <a:gd name="connsiteX762" fmla="*/ 852955 w 1118245"/>
              <a:gd name="connsiteY762" fmla="*/ 31822 h 740098"/>
              <a:gd name="connsiteX763" fmla="*/ 854077 w 1118245"/>
              <a:gd name="connsiteY763" fmla="*/ 31561 h 740098"/>
              <a:gd name="connsiteX764" fmla="*/ 855193 w 1118245"/>
              <a:gd name="connsiteY764" fmla="*/ 31303 h 740098"/>
              <a:gd name="connsiteX765" fmla="*/ 856316 w 1118245"/>
              <a:gd name="connsiteY765" fmla="*/ 31046 h 740098"/>
              <a:gd name="connsiteX766" fmla="*/ 857432 w 1118245"/>
              <a:gd name="connsiteY766" fmla="*/ 30791 h 740098"/>
              <a:gd name="connsiteX767" fmla="*/ 858554 w 1118245"/>
              <a:gd name="connsiteY767" fmla="*/ 30537 h 740098"/>
              <a:gd name="connsiteX768" fmla="*/ 859670 w 1118245"/>
              <a:gd name="connsiteY768" fmla="*/ 30285 h 740098"/>
              <a:gd name="connsiteX769" fmla="*/ 860792 w 1118245"/>
              <a:gd name="connsiteY769" fmla="*/ 30035 h 740098"/>
              <a:gd name="connsiteX770" fmla="*/ 861908 w 1118245"/>
              <a:gd name="connsiteY770" fmla="*/ 29787 h 740098"/>
              <a:gd name="connsiteX771" fmla="*/ 863030 w 1118245"/>
              <a:gd name="connsiteY771" fmla="*/ 29541 h 740098"/>
              <a:gd name="connsiteX772" fmla="*/ 864152 w 1118245"/>
              <a:gd name="connsiteY772" fmla="*/ 29296 h 740098"/>
              <a:gd name="connsiteX773" fmla="*/ 865268 w 1118245"/>
              <a:gd name="connsiteY773" fmla="*/ 29053 h 740098"/>
              <a:gd name="connsiteX774" fmla="*/ 866390 w 1118245"/>
              <a:gd name="connsiteY774" fmla="*/ 28812 h 740098"/>
              <a:gd name="connsiteX775" fmla="*/ 867507 w 1118245"/>
              <a:gd name="connsiteY775" fmla="*/ 28573 h 740098"/>
              <a:gd name="connsiteX776" fmla="*/ 868629 w 1118245"/>
              <a:gd name="connsiteY776" fmla="*/ 28335 h 740098"/>
              <a:gd name="connsiteX777" fmla="*/ 869745 w 1118245"/>
              <a:gd name="connsiteY777" fmla="*/ 28098 h 740098"/>
              <a:gd name="connsiteX778" fmla="*/ 870867 w 1118245"/>
              <a:gd name="connsiteY778" fmla="*/ 27863 h 740098"/>
              <a:gd name="connsiteX779" fmla="*/ 871983 w 1118245"/>
              <a:gd name="connsiteY779" fmla="*/ 27631 h 740098"/>
              <a:gd name="connsiteX780" fmla="*/ 873105 w 1118245"/>
              <a:gd name="connsiteY780" fmla="*/ 27399 h 740098"/>
              <a:gd name="connsiteX781" fmla="*/ 874221 w 1118245"/>
              <a:gd name="connsiteY781" fmla="*/ 27169 h 740098"/>
              <a:gd name="connsiteX782" fmla="*/ 875343 w 1118245"/>
              <a:gd name="connsiteY782" fmla="*/ 26941 h 740098"/>
              <a:gd name="connsiteX783" fmla="*/ 876465 w 1118245"/>
              <a:gd name="connsiteY783" fmla="*/ 26714 h 740098"/>
              <a:gd name="connsiteX784" fmla="*/ 877582 w 1118245"/>
              <a:gd name="connsiteY784" fmla="*/ 26489 h 740098"/>
              <a:gd name="connsiteX785" fmla="*/ 878704 w 1118245"/>
              <a:gd name="connsiteY785" fmla="*/ 26265 h 740098"/>
              <a:gd name="connsiteX786" fmla="*/ 879820 w 1118245"/>
              <a:gd name="connsiteY786" fmla="*/ 26043 h 740098"/>
              <a:gd name="connsiteX787" fmla="*/ 880942 w 1118245"/>
              <a:gd name="connsiteY787" fmla="*/ 25823 h 740098"/>
              <a:gd name="connsiteX788" fmla="*/ 882058 w 1118245"/>
              <a:gd name="connsiteY788" fmla="*/ 25604 h 740098"/>
              <a:gd name="connsiteX789" fmla="*/ 883180 w 1118245"/>
              <a:gd name="connsiteY789" fmla="*/ 25386 h 740098"/>
              <a:gd name="connsiteX790" fmla="*/ 884296 w 1118245"/>
              <a:gd name="connsiteY790" fmla="*/ 25170 h 740098"/>
              <a:gd name="connsiteX791" fmla="*/ 885418 w 1118245"/>
              <a:gd name="connsiteY791" fmla="*/ 24955 h 740098"/>
              <a:gd name="connsiteX792" fmla="*/ 886534 w 1118245"/>
              <a:gd name="connsiteY792" fmla="*/ 24742 h 740098"/>
              <a:gd name="connsiteX793" fmla="*/ 887656 w 1118245"/>
              <a:gd name="connsiteY793" fmla="*/ 24531 h 740098"/>
              <a:gd name="connsiteX794" fmla="*/ 888779 w 1118245"/>
              <a:gd name="connsiteY794" fmla="*/ 24320 h 740098"/>
              <a:gd name="connsiteX795" fmla="*/ 889895 w 1118245"/>
              <a:gd name="connsiteY795" fmla="*/ 24111 h 740098"/>
              <a:gd name="connsiteX796" fmla="*/ 891017 w 1118245"/>
              <a:gd name="connsiteY796" fmla="*/ 23904 h 740098"/>
              <a:gd name="connsiteX797" fmla="*/ 892133 w 1118245"/>
              <a:gd name="connsiteY797" fmla="*/ 23698 h 740098"/>
              <a:gd name="connsiteX798" fmla="*/ 893255 w 1118245"/>
              <a:gd name="connsiteY798" fmla="*/ 23493 h 740098"/>
              <a:gd name="connsiteX799" fmla="*/ 894371 w 1118245"/>
              <a:gd name="connsiteY799" fmla="*/ 23290 h 740098"/>
              <a:gd name="connsiteX800" fmla="*/ 895493 w 1118245"/>
              <a:gd name="connsiteY800" fmla="*/ 23088 h 740098"/>
              <a:gd name="connsiteX801" fmla="*/ 896609 w 1118245"/>
              <a:gd name="connsiteY801" fmla="*/ 22887 h 740098"/>
              <a:gd name="connsiteX802" fmla="*/ 897731 w 1118245"/>
              <a:gd name="connsiteY802" fmla="*/ 22688 h 740098"/>
              <a:gd name="connsiteX803" fmla="*/ 898847 w 1118245"/>
              <a:gd name="connsiteY803" fmla="*/ 22490 h 740098"/>
              <a:gd name="connsiteX804" fmla="*/ 899970 w 1118245"/>
              <a:gd name="connsiteY804" fmla="*/ 22294 h 740098"/>
              <a:gd name="connsiteX805" fmla="*/ 901092 w 1118245"/>
              <a:gd name="connsiteY805" fmla="*/ 22098 h 740098"/>
              <a:gd name="connsiteX806" fmla="*/ 902208 w 1118245"/>
              <a:gd name="connsiteY806" fmla="*/ 21905 h 740098"/>
              <a:gd name="connsiteX807" fmla="*/ 903330 w 1118245"/>
              <a:gd name="connsiteY807" fmla="*/ 21712 h 740098"/>
              <a:gd name="connsiteX808" fmla="*/ 904446 w 1118245"/>
              <a:gd name="connsiteY808" fmla="*/ 21520 h 740098"/>
              <a:gd name="connsiteX809" fmla="*/ 905568 w 1118245"/>
              <a:gd name="connsiteY809" fmla="*/ 21330 h 740098"/>
              <a:gd name="connsiteX810" fmla="*/ 906684 w 1118245"/>
              <a:gd name="connsiteY810" fmla="*/ 21141 h 740098"/>
              <a:gd name="connsiteX811" fmla="*/ 907806 w 1118245"/>
              <a:gd name="connsiteY811" fmla="*/ 20954 h 740098"/>
              <a:gd name="connsiteX812" fmla="*/ 908922 w 1118245"/>
              <a:gd name="connsiteY812" fmla="*/ 20767 h 740098"/>
              <a:gd name="connsiteX813" fmla="*/ 910045 w 1118245"/>
              <a:gd name="connsiteY813" fmla="*/ 20582 h 740098"/>
              <a:gd name="connsiteX814" fmla="*/ 911161 w 1118245"/>
              <a:gd name="connsiteY814" fmla="*/ 20398 h 740098"/>
              <a:gd name="connsiteX815" fmla="*/ 912283 w 1118245"/>
              <a:gd name="connsiteY815" fmla="*/ 20215 h 740098"/>
              <a:gd name="connsiteX816" fmla="*/ 913405 w 1118245"/>
              <a:gd name="connsiteY816" fmla="*/ 20034 h 740098"/>
              <a:gd name="connsiteX817" fmla="*/ 914521 w 1118245"/>
              <a:gd name="connsiteY817" fmla="*/ 19853 h 740098"/>
              <a:gd name="connsiteX818" fmla="*/ 915643 w 1118245"/>
              <a:gd name="connsiteY818" fmla="*/ 19674 h 740098"/>
              <a:gd name="connsiteX819" fmla="*/ 916759 w 1118245"/>
              <a:gd name="connsiteY819" fmla="*/ 19496 h 740098"/>
              <a:gd name="connsiteX820" fmla="*/ 917881 w 1118245"/>
              <a:gd name="connsiteY820" fmla="*/ 19319 h 740098"/>
              <a:gd name="connsiteX821" fmla="*/ 918997 w 1118245"/>
              <a:gd name="connsiteY821" fmla="*/ 19143 h 740098"/>
              <a:gd name="connsiteX822" fmla="*/ 920119 w 1118245"/>
              <a:gd name="connsiteY822" fmla="*/ 18969 h 740098"/>
              <a:gd name="connsiteX823" fmla="*/ 921236 w 1118245"/>
              <a:gd name="connsiteY823" fmla="*/ 18795 h 740098"/>
              <a:gd name="connsiteX824" fmla="*/ 922358 w 1118245"/>
              <a:gd name="connsiteY824" fmla="*/ 18623 h 740098"/>
              <a:gd name="connsiteX825" fmla="*/ 923474 w 1118245"/>
              <a:gd name="connsiteY825" fmla="*/ 18452 h 740098"/>
              <a:gd name="connsiteX826" fmla="*/ 924596 w 1118245"/>
              <a:gd name="connsiteY826" fmla="*/ 18281 h 740098"/>
              <a:gd name="connsiteX827" fmla="*/ 925712 w 1118245"/>
              <a:gd name="connsiteY827" fmla="*/ 18113 h 740098"/>
              <a:gd name="connsiteX828" fmla="*/ 926834 w 1118245"/>
              <a:gd name="connsiteY828" fmla="*/ 17944 h 740098"/>
              <a:gd name="connsiteX829" fmla="*/ 927956 w 1118245"/>
              <a:gd name="connsiteY829" fmla="*/ 17778 h 740098"/>
              <a:gd name="connsiteX830" fmla="*/ 929072 w 1118245"/>
              <a:gd name="connsiteY830" fmla="*/ 17612 h 740098"/>
              <a:gd name="connsiteX831" fmla="*/ 930194 w 1118245"/>
              <a:gd name="connsiteY831" fmla="*/ 17447 h 740098"/>
              <a:gd name="connsiteX832" fmla="*/ 931311 w 1118245"/>
              <a:gd name="connsiteY832" fmla="*/ 17283 h 740098"/>
              <a:gd name="connsiteX833" fmla="*/ 932433 w 1118245"/>
              <a:gd name="connsiteY833" fmla="*/ 17121 h 740098"/>
              <a:gd name="connsiteX834" fmla="*/ 933549 w 1118245"/>
              <a:gd name="connsiteY834" fmla="*/ 16959 h 740098"/>
              <a:gd name="connsiteX835" fmla="*/ 934671 w 1118245"/>
              <a:gd name="connsiteY835" fmla="*/ 16799 h 740098"/>
              <a:gd name="connsiteX836" fmla="*/ 935787 w 1118245"/>
              <a:gd name="connsiteY836" fmla="*/ 16639 h 740098"/>
              <a:gd name="connsiteX837" fmla="*/ 936909 w 1118245"/>
              <a:gd name="connsiteY837" fmla="*/ 16480 h 740098"/>
              <a:gd name="connsiteX838" fmla="*/ 938025 w 1118245"/>
              <a:gd name="connsiteY838" fmla="*/ 16323 h 740098"/>
              <a:gd name="connsiteX839" fmla="*/ 939147 w 1118245"/>
              <a:gd name="connsiteY839" fmla="*/ 16166 h 740098"/>
              <a:gd name="connsiteX840" fmla="*/ 940269 w 1118245"/>
              <a:gd name="connsiteY840" fmla="*/ 16011 h 740098"/>
              <a:gd name="connsiteX841" fmla="*/ 941385 w 1118245"/>
              <a:gd name="connsiteY841" fmla="*/ 15856 h 740098"/>
              <a:gd name="connsiteX842" fmla="*/ 942508 w 1118245"/>
              <a:gd name="connsiteY842" fmla="*/ 15702 h 740098"/>
              <a:gd name="connsiteX843" fmla="*/ 943624 w 1118245"/>
              <a:gd name="connsiteY843" fmla="*/ 15550 h 740098"/>
              <a:gd name="connsiteX844" fmla="*/ 944746 w 1118245"/>
              <a:gd name="connsiteY844" fmla="*/ 15398 h 740098"/>
              <a:gd name="connsiteX845" fmla="*/ 945862 w 1118245"/>
              <a:gd name="connsiteY845" fmla="*/ 15248 h 740098"/>
              <a:gd name="connsiteX846" fmla="*/ 946984 w 1118245"/>
              <a:gd name="connsiteY846" fmla="*/ 15098 h 740098"/>
              <a:gd name="connsiteX847" fmla="*/ 948100 w 1118245"/>
              <a:gd name="connsiteY847" fmla="*/ 14949 h 740098"/>
              <a:gd name="connsiteX848" fmla="*/ 949222 w 1118245"/>
              <a:gd name="connsiteY848" fmla="*/ 14801 h 740098"/>
              <a:gd name="connsiteX849" fmla="*/ 950338 w 1118245"/>
              <a:gd name="connsiteY849" fmla="*/ 14654 h 740098"/>
              <a:gd name="connsiteX850" fmla="*/ 951460 w 1118245"/>
              <a:gd name="connsiteY850" fmla="*/ 14508 h 740098"/>
              <a:gd name="connsiteX851" fmla="*/ 952582 w 1118245"/>
              <a:gd name="connsiteY851" fmla="*/ 14362 h 740098"/>
              <a:gd name="connsiteX852" fmla="*/ 953699 w 1118245"/>
              <a:gd name="connsiteY852" fmla="*/ 14218 h 740098"/>
              <a:gd name="connsiteX853" fmla="*/ 954821 w 1118245"/>
              <a:gd name="connsiteY853" fmla="*/ 14075 h 740098"/>
              <a:gd name="connsiteX854" fmla="*/ 955937 w 1118245"/>
              <a:gd name="connsiteY854" fmla="*/ 13933 h 740098"/>
              <a:gd name="connsiteX855" fmla="*/ 957059 w 1118245"/>
              <a:gd name="connsiteY855" fmla="*/ 13791 h 740098"/>
              <a:gd name="connsiteX856" fmla="*/ 958175 w 1118245"/>
              <a:gd name="connsiteY856" fmla="*/ 13650 h 740098"/>
              <a:gd name="connsiteX857" fmla="*/ 959297 w 1118245"/>
              <a:gd name="connsiteY857" fmla="*/ 13510 h 740098"/>
              <a:gd name="connsiteX858" fmla="*/ 960413 w 1118245"/>
              <a:gd name="connsiteY858" fmla="*/ 13371 h 740098"/>
              <a:gd name="connsiteX859" fmla="*/ 961535 w 1118245"/>
              <a:gd name="connsiteY859" fmla="*/ 13233 h 740098"/>
              <a:gd name="connsiteX860" fmla="*/ 962651 w 1118245"/>
              <a:gd name="connsiteY860" fmla="*/ 13096 h 740098"/>
              <a:gd name="connsiteX861" fmla="*/ 963774 w 1118245"/>
              <a:gd name="connsiteY861" fmla="*/ 12959 h 740098"/>
              <a:gd name="connsiteX862" fmla="*/ 964896 w 1118245"/>
              <a:gd name="connsiteY862" fmla="*/ 12823 h 740098"/>
              <a:gd name="connsiteX863" fmla="*/ 966012 w 1118245"/>
              <a:gd name="connsiteY863" fmla="*/ 12689 h 740098"/>
              <a:gd name="connsiteX864" fmla="*/ 967134 w 1118245"/>
              <a:gd name="connsiteY864" fmla="*/ 12555 h 740098"/>
              <a:gd name="connsiteX865" fmla="*/ 968250 w 1118245"/>
              <a:gd name="connsiteY865" fmla="*/ 12421 h 740098"/>
              <a:gd name="connsiteX866" fmla="*/ 969372 w 1118245"/>
              <a:gd name="connsiteY866" fmla="*/ 12289 h 740098"/>
              <a:gd name="connsiteX867" fmla="*/ 970488 w 1118245"/>
              <a:gd name="connsiteY867" fmla="*/ 12157 h 740098"/>
              <a:gd name="connsiteX868" fmla="*/ 971610 w 1118245"/>
              <a:gd name="connsiteY868" fmla="*/ 12027 h 740098"/>
              <a:gd name="connsiteX869" fmla="*/ 972726 w 1118245"/>
              <a:gd name="connsiteY869" fmla="*/ 11897 h 740098"/>
              <a:gd name="connsiteX870" fmla="*/ 973848 w 1118245"/>
              <a:gd name="connsiteY870" fmla="*/ 11768 h 740098"/>
              <a:gd name="connsiteX871" fmla="*/ 974965 w 1118245"/>
              <a:gd name="connsiteY871" fmla="*/ 11639 h 740098"/>
              <a:gd name="connsiteX872" fmla="*/ 976087 w 1118245"/>
              <a:gd name="connsiteY872" fmla="*/ 11511 h 740098"/>
              <a:gd name="connsiteX873" fmla="*/ 977203 w 1118245"/>
              <a:gd name="connsiteY873" fmla="*/ 11384 h 740098"/>
              <a:gd name="connsiteX874" fmla="*/ 978325 w 1118245"/>
              <a:gd name="connsiteY874" fmla="*/ 11259 h 740098"/>
              <a:gd name="connsiteX875" fmla="*/ 979447 w 1118245"/>
              <a:gd name="connsiteY875" fmla="*/ 11133 h 740098"/>
              <a:gd name="connsiteX876" fmla="*/ 980563 w 1118245"/>
              <a:gd name="connsiteY876" fmla="*/ 11009 h 740098"/>
              <a:gd name="connsiteX877" fmla="*/ 981685 w 1118245"/>
              <a:gd name="connsiteY877" fmla="*/ 10885 h 740098"/>
              <a:gd name="connsiteX878" fmla="*/ 982801 w 1118245"/>
              <a:gd name="connsiteY878" fmla="*/ 10761 h 740098"/>
              <a:gd name="connsiteX879" fmla="*/ 983923 w 1118245"/>
              <a:gd name="connsiteY879" fmla="*/ 10639 h 740098"/>
              <a:gd name="connsiteX880" fmla="*/ 985039 w 1118245"/>
              <a:gd name="connsiteY880" fmla="*/ 10517 h 740098"/>
              <a:gd name="connsiteX881" fmla="*/ 986162 w 1118245"/>
              <a:gd name="connsiteY881" fmla="*/ 10396 h 740098"/>
              <a:gd name="connsiteX882" fmla="*/ 987278 w 1118245"/>
              <a:gd name="connsiteY882" fmla="*/ 10276 h 740098"/>
              <a:gd name="connsiteX883" fmla="*/ 988400 w 1118245"/>
              <a:gd name="connsiteY883" fmla="*/ 10157 h 740098"/>
              <a:gd name="connsiteX884" fmla="*/ 989516 w 1118245"/>
              <a:gd name="connsiteY884" fmla="*/ 10038 h 740098"/>
              <a:gd name="connsiteX885" fmla="*/ 990638 w 1118245"/>
              <a:gd name="connsiteY885" fmla="*/ 9920 h 740098"/>
              <a:gd name="connsiteX886" fmla="*/ 991760 w 1118245"/>
              <a:gd name="connsiteY886" fmla="*/ 9802 h 740098"/>
              <a:gd name="connsiteX887" fmla="*/ 992876 w 1118245"/>
              <a:gd name="connsiteY887" fmla="*/ 9685 h 740098"/>
              <a:gd name="connsiteX888" fmla="*/ 993998 w 1118245"/>
              <a:gd name="connsiteY888" fmla="*/ 9570 h 740098"/>
              <a:gd name="connsiteX889" fmla="*/ 995114 w 1118245"/>
              <a:gd name="connsiteY889" fmla="*/ 9454 h 740098"/>
              <a:gd name="connsiteX890" fmla="*/ 996237 w 1118245"/>
              <a:gd name="connsiteY890" fmla="*/ 9339 h 740098"/>
              <a:gd name="connsiteX891" fmla="*/ 997353 w 1118245"/>
              <a:gd name="connsiteY891" fmla="*/ 9225 h 740098"/>
              <a:gd name="connsiteX892" fmla="*/ 998475 w 1118245"/>
              <a:gd name="connsiteY892" fmla="*/ 9112 h 740098"/>
              <a:gd name="connsiteX893" fmla="*/ 999591 w 1118245"/>
              <a:gd name="connsiteY893" fmla="*/ 8999 h 740098"/>
              <a:gd name="connsiteX894" fmla="*/ 1000713 w 1118245"/>
              <a:gd name="connsiteY894" fmla="*/ 8887 h 740098"/>
              <a:gd name="connsiteX895" fmla="*/ 1001829 w 1118245"/>
              <a:gd name="connsiteY895" fmla="*/ 8776 h 740098"/>
              <a:gd name="connsiteX896" fmla="*/ 1002951 w 1118245"/>
              <a:gd name="connsiteY896" fmla="*/ 8665 h 740098"/>
              <a:gd name="connsiteX897" fmla="*/ 1004073 w 1118245"/>
              <a:gd name="connsiteY897" fmla="*/ 8555 h 740098"/>
              <a:gd name="connsiteX898" fmla="*/ 1005189 w 1118245"/>
              <a:gd name="connsiteY898" fmla="*/ 8446 h 740098"/>
              <a:gd name="connsiteX899" fmla="*/ 1006311 w 1118245"/>
              <a:gd name="connsiteY899" fmla="*/ 8337 h 740098"/>
              <a:gd name="connsiteX900" fmla="*/ 1007428 w 1118245"/>
              <a:gd name="connsiteY900" fmla="*/ 8229 h 740098"/>
              <a:gd name="connsiteX901" fmla="*/ 1008550 w 1118245"/>
              <a:gd name="connsiteY901" fmla="*/ 8121 h 740098"/>
              <a:gd name="connsiteX902" fmla="*/ 1009666 w 1118245"/>
              <a:gd name="connsiteY902" fmla="*/ 8014 h 740098"/>
              <a:gd name="connsiteX903" fmla="*/ 1010788 w 1118245"/>
              <a:gd name="connsiteY903" fmla="*/ 7908 h 740098"/>
              <a:gd name="connsiteX904" fmla="*/ 1011904 w 1118245"/>
              <a:gd name="connsiteY904" fmla="*/ 7802 h 740098"/>
              <a:gd name="connsiteX905" fmla="*/ 1013026 w 1118245"/>
              <a:gd name="connsiteY905" fmla="*/ 7697 h 740098"/>
              <a:gd name="connsiteX906" fmla="*/ 1014142 w 1118245"/>
              <a:gd name="connsiteY906" fmla="*/ 7592 h 740098"/>
              <a:gd name="connsiteX907" fmla="*/ 1015264 w 1118245"/>
              <a:gd name="connsiteY907" fmla="*/ 7488 h 740098"/>
              <a:gd name="connsiteX908" fmla="*/ 1016386 w 1118245"/>
              <a:gd name="connsiteY908" fmla="*/ 7385 h 740098"/>
              <a:gd name="connsiteX909" fmla="*/ 1017503 w 1118245"/>
              <a:gd name="connsiteY909" fmla="*/ 7282 h 740098"/>
              <a:gd name="connsiteX910" fmla="*/ 1018625 w 1118245"/>
              <a:gd name="connsiteY910" fmla="*/ 7180 h 740098"/>
              <a:gd name="connsiteX911" fmla="*/ 1019741 w 1118245"/>
              <a:gd name="connsiteY911" fmla="*/ 7078 h 740098"/>
              <a:gd name="connsiteX912" fmla="*/ 1020863 w 1118245"/>
              <a:gd name="connsiteY912" fmla="*/ 6978 h 740098"/>
              <a:gd name="connsiteX913" fmla="*/ 1021979 w 1118245"/>
              <a:gd name="connsiteY913" fmla="*/ 6877 h 740098"/>
              <a:gd name="connsiteX914" fmla="*/ 1023101 w 1118245"/>
              <a:gd name="connsiteY914" fmla="*/ 6777 h 740098"/>
              <a:gd name="connsiteX915" fmla="*/ 1024217 w 1118245"/>
              <a:gd name="connsiteY915" fmla="*/ 6678 h 740098"/>
              <a:gd name="connsiteX916" fmla="*/ 1025339 w 1118245"/>
              <a:gd name="connsiteY916" fmla="*/ 6579 h 740098"/>
              <a:gd name="connsiteX917" fmla="*/ 1026455 w 1118245"/>
              <a:gd name="connsiteY917" fmla="*/ 6481 h 740098"/>
              <a:gd name="connsiteX918" fmla="*/ 1027577 w 1118245"/>
              <a:gd name="connsiteY918" fmla="*/ 6383 h 740098"/>
              <a:gd name="connsiteX919" fmla="*/ 1028694 w 1118245"/>
              <a:gd name="connsiteY919" fmla="*/ 6286 h 740098"/>
              <a:gd name="connsiteX920" fmla="*/ 1029816 w 1118245"/>
              <a:gd name="connsiteY920" fmla="*/ 6190 h 740098"/>
              <a:gd name="connsiteX921" fmla="*/ 1030938 w 1118245"/>
              <a:gd name="connsiteY921" fmla="*/ 6094 h 740098"/>
              <a:gd name="connsiteX922" fmla="*/ 1032054 w 1118245"/>
              <a:gd name="connsiteY922" fmla="*/ 5998 h 740098"/>
              <a:gd name="connsiteX923" fmla="*/ 1033176 w 1118245"/>
              <a:gd name="connsiteY923" fmla="*/ 5903 h 740098"/>
              <a:gd name="connsiteX924" fmla="*/ 1034292 w 1118245"/>
              <a:gd name="connsiteY924" fmla="*/ 5809 h 740098"/>
              <a:gd name="connsiteX925" fmla="*/ 1035414 w 1118245"/>
              <a:gd name="connsiteY925" fmla="*/ 5715 h 740098"/>
              <a:gd name="connsiteX926" fmla="*/ 1036530 w 1118245"/>
              <a:gd name="connsiteY926" fmla="*/ 5622 h 740098"/>
              <a:gd name="connsiteX927" fmla="*/ 1037652 w 1118245"/>
              <a:gd name="connsiteY927" fmla="*/ 5529 h 740098"/>
              <a:gd name="connsiteX928" fmla="*/ 1038769 w 1118245"/>
              <a:gd name="connsiteY928" fmla="*/ 5436 h 740098"/>
              <a:gd name="connsiteX929" fmla="*/ 1039891 w 1118245"/>
              <a:gd name="connsiteY929" fmla="*/ 5345 h 740098"/>
              <a:gd name="connsiteX930" fmla="*/ 1041007 w 1118245"/>
              <a:gd name="connsiteY930" fmla="*/ 5253 h 740098"/>
              <a:gd name="connsiteX931" fmla="*/ 1042129 w 1118245"/>
              <a:gd name="connsiteY931" fmla="*/ 5162 h 740098"/>
              <a:gd name="connsiteX932" fmla="*/ 1043251 w 1118245"/>
              <a:gd name="connsiteY932" fmla="*/ 5072 h 740098"/>
              <a:gd name="connsiteX933" fmla="*/ 1044367 w 1118245"/>
              <a:gd name="connsiteY933" fmla="*/ 4982 h 740098"/>
              <a:gd name="connsiteX934" fmla="*/ 1045489 w 1118245"/>
              <a:gd name="connsiteY934" fmla="*/ 4893 h 740098"/>
              <a:gd name="connsiteX935" fmla="*/ 1046605 w 1118245"/>
              <a:gd name="connsiteY935" fmla="*/ 4804 h 740098"/>
              <a:gd name="connsiteX936" fmla="*/ 1047727 w 1118245"/>
              <a:gd name="connsiteY936" fmla="*/ 4716 h 740098"/>
              <a:gd name="connsiteX937" fmla="*/ 1048843 w 1118245"/>
              <a:gd name="connsiteY937" fmla="*/ 4628 h 740098"/>
              <a:gd name="connsiteX938" fmla="*/ 1049966 w 1118245"/>
              <a:gd name="connsiteY938" fmla="*/ 4541 h 740098"/>
              <a:gd name="connsiteX939" fmla="*/ 1051082 w 1118245"/>
              <a:gd name="connsiteY939" fmla="*/ 4454 h 740098"/>
              <a:gd name="connsiteX940" fmla="*/ 1052204 w 1118245"/>
              <a:gd name="connsiteY940" fmla="*/ 4367 h 740098"/>
              <a:gd name="connsiteX941" fmla="*/ 1053320 w 1118245"/>
              <a:gd name="connsiteY941" fmla="*/ 4281 h 740098"/>
              <a:gd name="connsiteX942" fmla="*/ 1054442 w 1118245"/>
              <a:gd name="connsiteY942" fmla="*/ 4196 h 740098"/>
              <a:gd name="connsiteX943" fmla="*/ 1055564 w 1118245"/>
              <a:gd name="connsiteY943" fmla="*/ 4111 h 740098"/>
              <a:gd name="connsiteX944" fmla="*/ 1056680 w 1118245"/>
              <a:gd name="connsiteY944" fmla="*/ 4026 h 740098"/>
              <a:gd name="connsiteX945" fmla="*/ 1057802 w 1118245"/>
              <a:gd name="connsiteY945" fmla="*/ 3942 h 740098"/>
              <a:gd name="connsiteX946" fmla="*/ 1058918 w 1118245"/>
              <a:gd name="connsiteY946" fmla="*/ 3858 h 740098"/>
              <a:gd name="connsiteX947" fmla="*/ 1060040 w 1118245"/>
              <a:gd name="connsiteY947" fmla="*/ 3775 h 740098"/>
              <a:gd name="connsiteX948" fmla="*/ 1061157 w 1118245"/>
              <a:gd name="connsiteY948" fmla="*/ 3692 h 740098"/>
              <a:gd name="connsiteX949" fmla="*/ 1062279 w 1118245"/>
              <a:gd name="connsiteY949" fmla="*/ 3610 h 740098"/>
              <a:gd name="connsiteX950" fmla="*/ 1063395 w 1118245"/>
              <a:gd name="connsiteY950" fmla="*/ 3528 h 740098"/>
              <a:gd name="connsiteX951" fmla="*/ 1064517 w 1118245"/>
              <a:gd name="connsiteY951" fmla="*/ 3447 h 740098"/>
              <a:gd name="connsiteX952" fmla="*/ 1065633 w 1118245"/>
              <a:gd name="connsiteY952" fmla="*/ 3366 h 740098"/>
              <a:gd name="connsiteX953" fmla="*/ 1066755 w 1118245"/>
              <a:gd name="connsiteY953" fmla="*/ 3285 h 740098"/>
              <a:gd name="connsiteX954" fmla="*/ 1067877 w 1118245"/>
              <a:gd name="connsiteY954" fmla="*/ 3205 h 740098"/>
              <a:gd name="connsiteX955" fmla="*/ 1068993 w 1118245"/>
              <a:gd name="connsiteY955" fmla="*/ 3125 h 740098"/>
              <a:gd name="connsiteX956" fmla="*/ 1070115 w 1118245"/>
              <a:gd name="connsiteY956" fmla="*/ 3046 h 740098"/>
              <a:gd name="connsiteX957" fmla="*/ 1071232 w 1118245"/>
              <a:gd name="connsiteY957" fmla="*/ 2967 h 740098"/>
              <a:gd name="connsiteX958" fmla="*/ 1072354 w 1118245"/>
              <a:gd name="connsiteY958" fmla="*/ 2889 h 740098"/>
              <a:gd name="connsiteX959" fmla="*/ 1073470 w 1118245"/>
              <a:gd name="connsiteY959" fmla="*/ 2811 h 740098"/>
              <a:gd name="connsiteX960" fmla="*/ 1074592 w 1118245"/>
              <a:gd name="connsiteY960" fmla="*/ 2733 h 740098"/>
              <a:gd name="connsiteX961" fmla="*/ 1075708 w 1118245"/>
              <a:gd name="connsiteY961" fmla="*/ 2656 h 740098"/>
              <a:gd name="connsiteX962" fmla="*/ 1076830 w 1118245"/>
              <a:gd name="connsiteY962" fmla="*/ 2579 h 740098"/>
              <a:gd name="connsiteX963" fmla="*/ 1077946 w 1118245"/>
              <a:gd name="connsiteY963" fmla="*/ 2503 h 740098"/>
              <a:gd name="connsiteX964" fmla="*/ 1079068 w 1118245"/>
              <a:gd name="connsiteY964" fmla="*/ 2427 h 740098"/>
              <a:gd name="connsiteX965" fmla="*/ 1080184 w 1118245"/>
              <a:gd name="connsiteY965" fmla="*/ 2351 h 740098"/>
              <a:gd name="connsiteX966" fmla="*/ 1081306 w 1118245"/>
              <a:gd name="connsiteY966" fmla="*/ 2276 h 740098"/>
              <a:gd name="connsiteX967" fmla="*/ 1082429 w 1118245"/>
              <a:gd name="connsiteY967" fmla="*/ 2201 h 740098"/>
              <a:gd name="connsiteX968" fmla="*/ 1083545 w 1118245"/>
              <a:gd name="connsiteY968" fmla="*/ 2127 h 740098"/>
              <a:gd name="connsiteX969" fmla="*/ 1084667 w 1118245"/>
              <a:gd name="connsiteY969" fmla="*/ 2053 h 740098"/>
              <a:gd name="connsiteX970" fmla="*/ 1085783 w 1118245"/>
              <a:gd name="connsiteY970" fmla="*/ 1979 h 740098"/>
              <a:gd name="connsiteX971" fmla="*/ 1086905 w 1118245"/>
              <a:gd name="connsiteY971" fmla="*/ 1906 h 740098"/>
              <a:gd name="connsiteX972" fmla="*/ 1088021 w 1118245"/>
              <a:gd name="connsiteY972" fmla="*/ 1833 h 740098"/>
              <a:gd name="connsiteX973" fmla="*/ 1089143 w 1118245"/>
              <a:gd name="connsiteY973" fmla="*/ 1760 h 740098"/>
              <a:gd name="connsiteX974" fmla="*/ 1090259 w 1118245"/>
              <a:gd name="connsiteY974" fmla="*/ 1688 h 740098"/>
              <a:gd name="connsiteX975" fmla="*/ 1091381 w 1118245"/>
              <a:gd name="connsiteY975" fmla="*/ 1616 h 740098"/>
              <a:gd name="connsiteX976" fmla="*/ 1092498 w 1118245"/>
              <a:gd name="connsiteY976" fmla="*/ 1545 h 740098"/>
              <a:gd name="connsiteX977" fmla="*/ 1093620 w 1118245"/>
              <a:gd name="connsiteY977" fmla="*/ 1474 h 740098"/>
              <a:gd name="connsiteX978" fmla="*/ 1094742 w 1118245"/>
              <a:gd name="connsiteY978" fmla="*/ 1403 h 740098"/>
              <a:gd name="connsiteX979" fmla="*/ 1095858 w 1118245"/>
              <a:gd name="connsiteY979" fmla="*/ 1333 h 740098"/>
              <a:gd name="connsiteX980" fmla="*/ 1096980 w 1118245"/>
              <a:gd name="connsiteY980" fmla="*/ 1263 h 740098"/>
              <a:gd name="connsiteX981" fmla="*/ 1098096 w 1118245"/>
              <a:gd name="connsiteY981" fmla="*/ 1193 h 740098"/>
              <a:gd name="connsiteX982" fmla="*/ 1099218 w 1118245"/>
              <a:gd name="connsiteY982" fmla="*/ 1124 h 740098"/>
              <a:gd name="connsiteX983" fmla="*/ 1100334 w 1118245"/>
              <a:gd name="connsiteY983" fmla="*/ 1055 h 740098"/>
              <a:gd name="connsiteX984" fmla="*/ 1101456 w 1118245"/>
              <a:gd name="connsiteY984" fmla="*/ 987 h 740098"/>
              <a:gd name="connsiteX985" fmla="*/ 1102572 w 1118245"/>
              <a:gd name="connsiteY985" fmla="*/ 919 h 740098"/>
              <a:gd name="connsiteX986" fmla="*/ 1103695 w 1118245"/>
              <a:gd name="connsiteY986" fmla="*/ 851 h 740098"/>
              <a:gd name="connsiteX987" fmla="*/ 1104811 w 1118245"/>
              <a:gd name="connsiteY987" fmla="*/ 783 h 740098"/>
              <a:gd name="connsiteX988" fmla="*/ 1105933 w 1118245"/>
              <a:gd name="connsiteY988" fmla="*/ 716 h 740098"/>
              <a:gd name="connsiteX989" fmla="*/ 1107055 w 1118245"/>
              <a:gd name="connsiteY989" fmla="*/ 650 h 740098"/>
              <a:gd name="connsiteX990" fmla="*/ 1108171 w 1118245"/>
              <a:gd name="connsiteY990" fmla="*/ 583 h 740098"/>
              <a:gd name="connsiteX991" fmla="*/ 1109293 w 1118245"/>
              <a:gd name="connsiteY991" fmla="*/ 517 h 740098"/>
              <a:gd name="connsiteX992" fmla="*/ 1110409 w 1118245"/>
              <a:gd name="connsiteY992" fmla="*/ 451 h 740098"/>
              <a:gd name="connsiteX993" fmla="*/ 1111531 w 1118245"/>
              <a:gd name="connsiteY993" fmla="*/ 386 h 740098"/>
              <a:gd name="connsiteX994" fmla="*/ 1112647 w 1118245"/>
              <a:gd name="connsiteY994" fmla="*/ 321 h 740098"/>
              <a:gd name="connsiteX995" fmla="*/ 1113770 w 1118245"/>
              <a:gd name="connsiteY995" fmla="*/ 256 h 740098"/>
              <a:gd name="connsiteX996" fmla="*/ 1114886 w 1118245"/>
              <a:gd name="connsiteY996" fmla="*/ 191 h 740098"/>
              <a:gd name="connsiteX997" fmla="*/ 1116008 w 1118245"/>
              <a:gd name="connsiteY997" fmla="*/ 127 h 740098"/>
              <a:gd name="connsiteX998" fmla="*/ 1117124 w 1118245"/>
              <a:gd name="connsiteY998" fmla="*/ 63 h 740098"/>
              <a:gd name="connsiteX999" fmla="*/ 1118246 w 1118245"/>
              <a:gd name="connsiteY999" fmla="*/ 0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18245" h="740098">
                <a:moveTo>
                  <a:pt x="0" y="740099"/>
                </a:moveTo>
                <a:lnTo>
                  <a:pt x="1119" y="740099"/>
                </a:lnTo>
                <a:lnTo>
                  <a:pt x="2239" y="740099"/>
                </a:lnTo>
                <a:lnTo>
                  <a:pt x="3358" y="740099"/>
                </a:lnTo>
                <a:lnTo>
                  <a:pt x="4477" y="740099"/>
                </a:lnTo>
                <a:lnTo>
                  <a:pt x="5597" y="740099"/>
                </a:lnTo>
                <a:lnTo>
                  <a:pt x="6716" y="740099"/>
                </a:lnTo>
                <a:lnTo>
                  <a:pt x="7836" y="740099"/>
                </a:lnTo>
                <a:lnTo>
                  <a:pt x="8955" y="740099"/>
                </a:lnTo>
                <a:lnTo>
                  <a:pt x="10074" y="740099"/>
                </a:lnTo>
                <a:lnTo>
                  <a:pt x="11193" y="740099"/>
                </a:lnTo>
                <a:lnTo>
                  <a:pt x="12313" y="740099"/>
                </a:lnTo>
                <a:lnTo>
                  <a:pt x="13432" y="740099"/>
                </a:lnTo>
                <a:lnTo>
                  <a:pt x="14551" y="740099"/>
                </a:lnTo>
                <a:lnTo>
                  <a:pt x="15671" y="740099"/>
                </a:lnTo>
                <a:lnTo>
                  <a:pt x="16790" y="740099"/>
                </a:lnTo>
                <a:lnTo>
                  <a:pt x="17910" y="740099"/>
                </a:lnTo>
                <a:lnTo>
                  <a:pt x="19029" y="740099"/>
                </a:lnTo>
                <a:lnTo>
                  <a:pt x="20148" y="740099"/>
                </a:lnTo>
                <a:lnTo>
                  <a:pt x="21268" y="740099"/>
                </a:lnTo>
                <a:lnTo>
                  <a:pt x="22387" y="740099"/>
                </a:lnTo>
                <a:lnTo>
                  <a:pt x="23507" y="740099"/>
                </a:lnTo>
                <a:lnTo>
                  <a:pt x="24626" y="740099"/>
                </a:lnTo>
                <a:lnTo>
                  <a:pt x="25745" y="740099"/>
                </a:lnTo>
                <a:lnTo>
                  <a:pt x="26864" y="740099"/>
                </a:lnTo>
                <a:lnTo>
                  <a:pt x="27984" y="740099"/>
                </a:lnTo>
                <a:lnTo>
                  <a:pt x="29103" y="740099"/>
                </a:lnTo>
                <a:lnTo>
                  <a:pt x="30222" y="740099"/>
                </a:lnTo>
                <a:lnTo>
                  <a:pt x="31342" y="740099"/>
                </a:lnTo>
                <a:lnTo>
                  <a:pt x="32461" y="740099"/>
                </a:lnTo>
                <a:lnTo>
                  <a:pt x="33581" y="740099"/>
                </a:lnTo>
                <a:lnTo>
                  <a:pt x="34700" y="740099"/>
                </a:lnTo>
                <a:lnTo>
                  <a:pt x="35820" y="740099"/>
                </a:lnTo>
                <a:lnTo>
                  <a:pt x="36939" y="740099"/>
                </a:lnTo>
                <a:lnTo>
                  <a:pt x="38058" y="740099"/>
                </a:lnTo>
                <a:lnTo>
                  <a:pt x="39178" y="740099"/>
                </a:lnTo>
                <a:lnTo>
                  <a:pt x="40297" y="740099"/>
                </a:lnTo>
                <a:lnTo>
                  <a:pt x="41416" y="740099"/>
                </a:lnTo>
                <a:lnTo>
                  <a:pt x="42536" y="740099"/>
                </a:lnTo>
                <a:lnTo>
                  <a:pt x="43655" y="740099"/>
                </a:lnTo>
                <a:lnTo>
                  <a:pt x="44774" y="740099"/>
                </a:lnTo>
                <a:lnTo>
                  <a:pt x="45893" y="740099"/>
                </a:lnTo>
                <a:lnTo>
                  <a:pt x="47013" y="740099"/>
                </a:lnTo>
                <a:lnTo>
                  <a:pt x="48132" y="740099"/>
                </a:lnTo>
                <a:lnTo>
                  <a:pt x="49252" y="740099"/>
                </a:lnTo>
                <a:lnTo>
                  <a:pt x="50371" y="740099"/>
                </a:lnTo>
                <a:lnTo>
                  <a:pt x="51491" y="740099"/>
                </a:lnTo>
                <a:lnTo>
                  <a:pt x="52610" y="740099"/>
                </a:lnTo>
                <a:lnTo>
                  <a:pt x="53730" y="740099"/>
                </a:lnTo>
                <a:lnTo>
                  <a:pt x="54849" y="740099"/>
                </a:lnTo>
                <a:lnTo>
                  <a:pt x="55968" y="740099"/>
                </a:lnTo>
                <a:lnTo>
                  <a:pt x="57087" y="740099"/>
                </a:lnTo>
                <a:lnTo>
                  <a:pt x="58207" y="740099"/>
                </a:lnTo>
                <a:lnTo>
                  <a:pt x="59326" y="740099"/>
                </a:lnTo>
                <a:lnTo>
                  <a:pt x="60445" y="740099"/>
                </a:lnTo>
                <a:lnTo>
                  <a:pt x="61565" y="740099"/>
                </a:lnTo>
                <a:lnTo>
                  <a:pt x="62684" y="740099"/>
                </a:lnTo>
                <a:lnTo>
                  <a:pt x="63803" y="740099"/>
                </a:lnTo>
                <a:lnTo>
                  <a:pt x="64923" y="740099"/>
                </a:lnTo>
                <a:lnTo>
                  <a:pt x="66042" y="740099"/>
                </a:lnTo>
                <a:lnTo>
                  <a:pt x="67162" y="740099"/>
                </a:lnTo>
                <a:lnTo>
                  <a:pt x="68281" y="740099"/>
                </a:lnTo>
                <a:lnTo>
                  <a:pt x="69401" y="740099"/>
                </a:lnTo>
                <a:lnTo>
                  <a:pt x="70520" y="740099"/>
                </a:lnTo>
                <a:lnTo>
                  <a:pt x="71639" y="740099"/>
                </a:lnTo>
                <a:lnTo>
                  <a:pt x="72759" y="740099"/>
                </a:lnTo>
                <a:lnTo>
                  <a:pt x="73878" y="740099"/>
                </a:lnTo>
                <a:lnTo>
                  <a:pt x="74997" y="740099"/>
                </a:lnTo>
                <a:lnTo>
                  <a:pt x="76116" y="740099"/>
                </a:lnTo>
                <a:lnTo>
                  <a:pt x="77236" y="740099"/>
                </a:lnTo>
                <a:lnTo>
                  <a:pt x="78355" y="740099"/>
                </a:lnTo>
                <a:lnTo>
                  <a:pt x="79475" y="740099"/>
                </a:lnTo>
                <a:lnTo>
                  <a:pt x="80594" y="740099"/>
                </a:lnTo>
                <a:lnTo>
                  <a:pt x="81713" y="740099"/>
                </a:lnTo>
                <a:lnTo>
                  <a:pt x="82833" y="740099"/>
                </a:lnTo>
                <a:lnTo>
                  <a:pt x="83952" y="740099"/>
                </a:lnTo>
                <a:lnTo>
                  <a:pt x="85072" y="740099"/>
                </a:lnTo>
                <a:lnTo>
                  <a:pt x="86191" y="740099"/>
                </a:lnTo>
                <a:lnTo>
                  <a:pt x="87311" y="740099"/>
                </a:lnTo>
                <a:lnTo>
                  <a:pt x="88430" y="740099"/>
                </a:lnTo>
                <a:lnTo>
                  <a:pt x="89549" y="740099"/>
                </a:lnTo>
                <a:lnTo>
                  <a:pt x="90668" y="740093"/>
                </a:lnTo>
                <a:lnTo>
                  <a:pt x="91788" y="740093"/>
                </a:lnTo>
                <a:lnTo>
                  <a:pt x="92907" y="740093"/>
                </a:lnTo>
                <a:lnTo>
                  <a:pt x="94026" y="740093"/>
                </a:lnTo>
                <a:lnTo>
                  <a:pt x="95146" y="740093"/>
                </a:lnTo>
                <a:lnTo>
                  <a:pt x="96265" y="740093"/>
                </a:lnTo>
                <a:lnTo>
                  <a:pt x="97385" y="740093"/>
                </a:lnTo>
                <a:lnTo>
                  <a:pt x="98504" y="740093"/>
                </a:lnTo>
                <a:lnTo>
                  <a:pt x="99623" y="740093"/>
                </a:lnTo>
                <a:lnTo>
                  <a:pt x="100743" y="740093"/>
                </a:lnTo>
                <a:lnTo>
                  <a:pt x="101862" y="740093"/>
                </a:lnTo>
                <a:lnTo>
                  <a:pt x="102982" y="740093"/>
                </a:lnTo>
                <a:lnTo>
                  <a:pt x="104101" y="740093"/>
                </a:lnTo>
                <a:lnTo>
                  <a:pt x="105220" y="740093"/>
                </a:lnTo>
                <a:lnTo>
                  <a:pt x="106339" y="740087"/>
                </a:lnTo>
                <a:lnTo>
                  <a:pt x="107459" y="740087"/>
                </a:lnTo>
                <a:lnTo>
                  <a:pt x="108578" y="740087"/>
                </a:lnTo>
                <a:lnTo>
                  <a:pt x="109697" y="740087"/>
                </a:lnTo>
                <a:lnTo>
                  <a:pt x="110817" y="740087"/>
                </a:lnTo>
                <a:lnTo>
                  <a:pt x="111936" y="740087"/>
                </a:lnTo>
                <a:lnTo>
                  <a:pt x="113056" y="740087"/>
                </a:lnTo>
                <a:lnTo>
                  <a:pt x="114175" y="740087"/>
                </a:lnTo>
                <a:lnTo>
                  <a:pt x="115294" y="740081"/>
                </a:lnTo>
                <a:lnTo>
                  <a:pt x="116414" y="740081"/>
                </a:lnTo>
                <a:lnTo>
                  <a:pt x="117533" y="740081"/>
                </a:lnTo>
                <a:lnTo>
                  <a:pt x="118653" y="740081"/>
                </a:lnTo>
                <a:lnTo>
                  <a:pt x="119772" y="740081"/>
                </a:lnTo>
                <a:lnTo>
                  <a:pt x="120891" y="740081"/>
                </a:lnTo>
                <a:lnTo>
                  <a:pt x="122011" y="740075"/>
                </a:lnTo>
                <a:lnTo>
                  <a:pt x="123130" y="740075"/>
                </a:lnTo>
                <a:lnTo>
                  <a:pt x="124249" y="740075"/>
                </a:lnTo>
                <a:lnTo>
                  <a:pt x="125368" y="740075"/>
                </a:lnTo>
                <a:lnTo>
                  <a:pt x="126488" y="740069"/>
                </a:lnTo>
                <a:lnTo>
                  <a:pt x="127607" y="740069"/>
                </a:lnTo>
                <a:lnTo>
                  <a:pt x="128727" y="740069"/>
                </a:lnTo>
                <a:lnTo>
                  <a:pt x="129846" y="740069"/>
                </a:lnTo>
                <a:lnTo>
                  <a:pt x="130966" y="740063"/>
                </a:lnTo>
                <a:lnTo>
                  <a:pt x="132085" y="740063"/>
                </a:lnTo>
                <a:lnTo>
                  <a:pt x="133204" y="740063"/>
                </a:lnTo>
                <a:lnTo>
                  <a:pt x="134324" y="740057"/>
                </a:lnTo>
                <a:lnTo>
                  <a:pt x="135443" y="740057"/>
                </a:lnTo>
                <a:lnTo>
                  <a:pt x="136562" y="740052"/>
                </a:lnTo>
                <a:lnTo>
                  <a:pt x="137682" y="740052"/>
                </a:lnTo>
                <a:lnTo>
                  <a:pt x="138801" y="740046"/>
                </a:lnTo>
                <a:lnTo>
                  <a:pt x="139920" y="740046"/>
                </a:lnTo>
                <a:lnTo>
                  <a:pt x="141040" y="740046"/>
                </a:lnTo>
                <a:lnTo>
                  <a:pt x="142159" y="740040"/>
                </a:lnTo>
                <a:lnTo>
                  <a:pt x="143278" y="740034"/>
                </a:lnTo>
                <a:lnTo>
                  <a:pt x="144398" y="740034"/>
                </a:lnTo>
                <a:lnTo>
                  <a:pt x="145517" y="740028"/>
                </a:lnTo>
                <a:lnTo>
                  <a:pt x="146637" y="740028"/>
                </a:lnTo>
                <a:lnTo>
                  <a:pt x="147756" y="740022"/>
                </a:lnTo>
                <a:lnTo>
                  <a:pt x="148876" y="740016"/>
                </a:lnTo>
                <a:lnTo>
                  <a:pt x="149995" y="740016"/>
                </a:lnTo>
                <a:lnTo>
                  <a:pt x="151114" y="740010"/>
                </a:lnTo>
                <a:lnTo>
                  <a:pt x="152234" y="740004"/>
                </a:lnTo>
                <a:lnTo>
                  <a:pt x="153353" y="739998"/>
                </a:lnTo>
                <a:lnTo>
                  <a:pt x="154472" y="739993"/>
                </a:lnTo>
                <a:lnTo>
                  <a:pt x="155591" y="739993"/>
                </a:lnTo>
                <a:lnTo>
                  <a:pt x="156711" y="739987"/>
                </a:lnTo>
                <a:lnTo>
                  <a:pt x="157830" y="739981"/>
                </a:lnTo>
                <a:lnTo>
                  <a:pt x="158949" y="739975"/>
                </a:lnTo>
                <a:lnTo>
                  <a:pt x="160069" y="739963"/>
                </a:lnTo>
                <a:lnTo>
                  <a:pt x="161188" y="739957"/>
                </a:lnTo>
                <a:lnTo>
                  <a:pt x="162308" y="739951"/>
                </a:lnTo>
                <a:lnTo>
                  <a:pt x="163427" y="739945"/>
                </a:lnTo>
                <a:lnTo>
                  <a:pt x="164547" y="739939"/>
                </a:lnTo>
                <a:lnTo>
                  <a:pt x="165666" y="739928"/>
                </a:lnTo>
                <a:lnTo>
                  <a:pt x="166786" y="739922"/>
                </a:lnTo>
                <a:lnTo>
                  <a:pt x="167905" y="739910"/>
                </a:lnTo>
                <a:lnTo>
                  <a:pt x="169024" y="739904"/>
                </a:lnTo>
                <a:lnTo>
                  <a:pt x="170143" y="739892"/>
                </a:lnTo>
                <a:lnTo>
                  <a:pt x="171263" y="739880"/>
                </a:lnTo>
                <a:lnTo>
                  <a:pt x="172382" y="739874"/>
                </a:lnTo>
                <a:lnTo>
                  <a:pt x="173501" y="739863"/>
                </a:lnTo>
                <a:lnTo>
                  <a:pt x="174621" y="739851"/>
                </a:lnTo>
                <a:lnTo>
                  <a:pt x="175740" y="739839"/>
                </a:lnTo>
                <a:lnTo>
                  <a:pt x="176859" y="739827"/>
                </a:lnTo>
                <a:lnTo>
                  <a:pt x="177979" y="739809"/>
                </a:lnTo>
                <a:lnTo>
                  <a:pt x="179098" y="739798"/>
                </a:lnTo>
                <a:lnTo>
                  <a:pt x="180218" y="739786"/>
                </a:lnTo>
                <a:lnTo>
                  <a:pt x="181337" y="739768"/>
                </a:lnTo>
                <a:lnTo>
                  <a:pt x="182457" y="739756"/>
                </a:lnTo>
                <a:lnTo>
                  <a:pt x="183576" y="739739"/>
                </a:lnTo>
                <a:lnTo>
                  <a:pt x="184695" y="739721"/>
                </a:lnTo>
                <a:lnTo>
                  <a:pt x="185814" y="739703"/>
                </a:lnTo>
                <a:lnTo>
                  <a:pt x="186934" y="739685"/>
                </a:lnTo>
                <a:lnTo>
                  <a:pt x="188053" y="739668"/>
                </a:lnTo>
                <a:lnTo>
                  <a:pt x="189172" y="739644"/>
                </a:lnTo>
                <a:lnTo>
                  <a:pt x="190292" y="739626"/>
                </a:lnTo>
                <a:lnTo>
                  <a:pt x="191411" y="739603"/>
                </a:lnTo>
                <a:lnTo>
                  <a:pt x="192531" y="739579"/>
                </a:lnTo>
                <a:lnTo>
                  <a:pt x="193650" y="739556"/>
                </a:lnTo>
                <a:lnTo>
                  <a:pt x="194769" y="739532"/>
                </a:lnTo>
                <a:lnTo>
                  <a:pt x="195889" y="739508"/>
                </a:lnTo>
                <a:lnTo>
                  <a:pt x="197008" y="739485"/>
                </a:lnTo>
                <a:lnTo>
                  <a:pt x="198128" y="739455"/>
                </a:lnTo>
                <a:lnTo>
                  <a:pt x="199247" y="739426"/>
                </a:lnTo>
                <a:lnTo>
                  <a:pt x="200366" y="739396"/>
                </a:lnTo>
                <a:lnTo>
                  <a:pt x="201486" y="739366"/>
                </a:lnTo>
                <a:lnTo>
                  <a:pt x="202605" y="739331"/>
                </a:lnTo>
                <a:lnTo>
                  <a:pt x="203724" y="739302"/>
                </a:lnTo>
                <a:lnTo>
                  <a:pt x="204843" y="739266"/>
                </a:lnTo>
                <a:lnTo>
                  <a:pt x="205963" y="739231"/>
                </a:lnTo>
                <a:lnTo>
                  <a:pt x="207082" y="739189"/>
                </a:lnTo>
                <a:lnTo>
                  <a:pt x="208202" y="739154"/>
                </a:lnTo>
                <a:lnTo>
                  <a:pt x="209321" y="739113"/>
                </a:lnTo>
                <a:lnTo>
                  <a:pt x="210441" y="739071"/>
                </a:lnTo>
                <a:lnTo>
                  <a:pt x="211560" y="739024"/>
                </a:lnTo>
                <a:lnTo>
                  <a:pt x="212679" y="738977"/>
                </a:lnTo>
                <a:lnTo>
                  <a:pt x="213799" y="738929"/>
                </a:lnTo>
                <a:lnTo>
                  <a:pt x="214918" y="738882"/>
                </a:lnTo>
                <a:lnTo>
                  <a:pt x="216037" y="738829"/>
                </a:lnTo>
                <a:lnTo>
                  <a:pt x="217157" y="738776"/>
                </a:lnTo>
                <a:lnTo>
                  <a:pt x="218276" y="738723"/>
                </a:lnTo>
                <a:lnTo>
                  <a:pt x="219395" y="738664"/>
                </a:lnTo>
                <a:lnTo>
                  <a:pt x="220514" y="738605"/>
                </a:lnTo>
                <a:lnTo>
                  <a:pt x="221634" y="738546"/>
                </a:lnTo>
                <a:lnTo>
                  <a:pt x="222753" y="738481"/>
                </a:lnTo>
                <a:lnTo>
                  <a:pt x="223873" y="738416"/>
                </a:lnTo>
                <a:lnTo>
                  <a:pt x="224992" y="738351"/>
                </a:lnTo>
                <a:lnTo>
                  <a:pt x="226112" y="738280"/>
                </a:lnTo>
                <a:lnTo>
                  <a:pt x="227231" y="738203"/>
                </a:lnTo>
                <a:lnTo>
                  <a:pt x="228350" y="738126"/>
                </a:lnTo>
                <a:lnTo>
                  <a:pt x="229470" y="738050"/>
                </a:lnTo>
                <a:lnTo>
                  <a:pt x="230589" y="737967"/>
                </a:lnTo>
                <a:lnTo>
                  <a:pt x="231709" y="737884"/>
                </a:lnTo>
                <a:lnTo>
                  <a:pt x="232828" y="737796"/>
                </a:lnTo>
                <a:lnTo>
                  <a:pt x="233947" y="737701"/>
                </a:lnTo>
                <a:lnTo>
                  <a:pt x="235066" y="737613"/>
                </a:lnTo>
                <a:lnTo>
                  <a:pt x="236186" y="737512"/>
                </a:lnTo>
                <a:lnTo>
                  <a:pt x="237305" y="737412"/>
                </a:lnTo>
                <a:lnTo>
                  <a:pt x="238424" y="737311"/>
                </a:lnTo>
                <a:lnTo>
                  <a:pt x="239544" y="737199"/>
                </a:lnTo>
                <a:lnTo>
                  <a:pt x="240663" y="737087"/>
                </a:lnTo>
                <a:lnTo>
                  <a:pt x="241783" y="736975"/>
                </a:lnTo>
                <a:lnTo>
                  <a:pt x="242902" y="736857"/>
                </a:lnTo>
                <a:lnTo>
                  <a:pt x="244022" y="736733"/>
                </a:lnTo>
                <a:lnTo>
                  <a:pt x="245141" y="736609"/>
                </a:lnTo>
                <a:lnTo>
                  <a:pt x="246260" y="736473"/>
                </a:lnTo>
                <a:lnTo>
                  <a:pt x="247380" y="736337"/>
                </a:lnTo>
                <a:lnTo>
                  <a:pt x="248499" y="736201"/>
                </a:lnTo>
                <a:lnTo>
                  <a:pt x="249618" y="736053"/>
                </a:lnTo>
                <a:lnTo>
                  <a:pt x="250737" y="735906"/>
                </a:lnTo>
                <a:lnTo>
                  <a:pt x="251857" y="735752"/>
                </a:lnTo>
                <a:lnTo>
                  <a:pt x="252976" y="735593"/>
                </a:lnTo>
                <a:lnTo>
                  <a:pt x="254095" y="735428"/>
                </a:lnTo>
                <a:lnTo>
                  <a:pt x="255215" y="735256"/>
                </a:lnTo>
                <a:lnTo>
                  <a:pt x="256334" y="735085"/>
                </a:lnTo>
                <a:lnTo>
                  <a:pt x="257454" y="734902"/>
                </a:lnTo>
                <a:lnTo>
                  <a:pt x="258573" y="734719"/>
                </a:lnTo>
                <a:lnTo>
                  <a:pt x="259693" y="734524"/>
                </a:lnTo>
                <a:lnTo>
                  <a:pt x="260812" y="734329"/>
                </a:lnTo>
                <a:lnTo>
                  <a:pt x="261932" y="734122"/>
                </a:lnTo>
                <a:lnTo>
                  <a:pt x="263051" y="733916"/>
                </a:lnTo>
                <a:lnTo>
                  <a:pt x="264170" y="733697"/>
                </a:lnTo>
                <a:lnTo>
                  <a:pt x="265289" y="733473"/>
                </a:lnTo>
                <a:lnTo>
                  <a:pt x="266409" y="733242"/>
                </a:lnTo>
                <a:lnTo>
                  <a:pt x="267528" y="733006"/>
                </a:lnTo>
                <a:lnTo>
                  <a:pt x="268647" y="732764"/>
                </a:lnTo>
                <a:lnTo>
                  <a:pt x="269767" y="732516"/>
                </a:lnTo>
                <a:lnTo>
                  <a:pt x="270886" y="732256"/>
                </a:lnTo>
                <a:lnTo>
                  <a:pt x="272005" y="731990"/>
                </a:lnTo>
                <a:lnTo>
                  <a:pt x="273125" y="731719"/>
                </a:lnTo>
                <a:lnTo>
                  <a:pt x="274244" y="731435"/>
                </a:lnTo>
                <a:lnTo>
                  <a:pt x="275364" y="731146"/>
                </a:lnTo>
                <a:lnTo>
                  <a:pt x="276483" y="730851"/>
                </a:lnTo>
                <a:lnTo>
                  <a:pt x="277603" y="730544"/>
                </a:lnTo>
                <a:lnTo>
                  <a:pt x="278722" y="730231"/>
                </a:lnTo>
                <a:lnTo>
                  <a:pt x="279841" y="729912"/>
                </a:lnTo>
                <a:lnTo>
                  <a:pt x="280961" y="729575"/>
                </a:lnTo>
                <a:lnTo>
                  <a:pt x="282080" y="729238"/>
                </a:lnTo>
                <a:lnTo>
                  <a:pt x="283199" y="728884"/>
                </a:lnTo>
                <a:lnTo>
                  <a:pt x="284318" y="728524"/>
                </a:lnTo>
                <a:lnTo>
                  <a:pt x="285438" y="728158"/>
                </a:lnTo>
                <a:lnTo>
                  <a:pt x="286557" y="727780"/>
                </a:lnTo>
                <a:lnTo>
                  <a:pt x="287677" y="727390"/>
                </a:lnTo>
                <a:lnTo>
                  <a:pt x="288796" y="726988"/>
                </a:lnTo>
                <a:lnTo>
                  <a:pt x="289915" y="726581"/>
                </a:lnTo>
                <a:lnTo>
                  <a:pt x="291035" y="726162"/>
                </a:lnTo>
                <a:lnTo>
                  <a:pt x="292154" y="725731"/>
                </a:lnTo>
                <a:lnTo>
                  <a:pt x="293274" y="725288"/>
                </a:lnTo>
                <a:lnTo>
                  <a:pt x="294393" y="724833"/>
                </a:lnTo>
                <a:lnTo>
                  <a:pt x="295512" y="724366"/>
                </a:lnTo>
                <a:lnTo>
                  <a:pt x="296632" y="723888"/>
                </a:lnTo>
                <a:lnTo>
                  <a:pt x="297751" y="723404"/>
                </a:lnTo>
                <a:lnTo>
                  <a:pt x="298870" y="722902"/>
                </a:lnTo>
                <a:lnTo>
                  <a:pt x="299989" y="722388"/>
                </a:lnTo>
                <a:lnTo>
                  <a:pt x="301109" y="721862"/>
                </a:lnTo>
                <a:lnTo>
                  <a:pt x="302228" y="721325"/>
                </a:lnTo>
                <a:lnTo>
                  <a:pt x="303348" y="720776"/>
                </a:lnTo>
                <a:lnTo>
                  <a:pt x="304467" y="720215"/>
                </a:lnTo>
                <a:lnTo>
                  <a:pt x="305587" y="719636"/>
                </a:lnTo>
                <a:lnTo>
                  <a:pt x="306706" y="719045"/>
                </a:lnTo>
                <a:lnTo>
                  <a:pt x="307825" y="718443"/>
                </a:lnTo>
                <a:lnTo>
                  <a:pt x="308945" y="717823"/>
                </a:lnTo>
                <a:lnTo>
                  <a:pt x="310064" y="717191"/>
                </a:lnTo>
                <a:lnTo>
                  <a:pt x="311184" y="716541"/>
                </a:lnTo>
                <a:lnTo>
                  <a:pt x="312303" y="715886"/>
                </a:lnTo>
                <a:lnTo>
                  <a:pt x="313422" y="715207"/>
                </a:lnTo>
                <a:lnTo>
                  <a:pt x="314541" y="714516"/>
                </a:lnTo>
                <a:lnTo>
                  <a:pt x="315661" y="713813"/>
                </a:lnTo>
                <a:lnTo>
                  <a:pt x="316780" y="713093"/>
                </a:lnTo>
                <a:lnTo>
                  <a:pt x="317899" y="712354"/>
                </a:lnTo>
                <a:lnTo>
                  <a:pt x="319019" y="711604"/>
                </a:lnTo>
                <a:lnTo>
                  <a:pt x="320138" y="710837"/>
                </a:lnTo>
                <a:lnTo>
                  <a:pt x="321258" y="710051"/>
                </a:lnTo>
                <a:lnTo>
                  <a:pt x="322377" y="709254"/>
                </a:lnTo>
                <a:lnTo>
                  <a:pt x="323497" y="708433"/>
                </a:lnTo>
                <a:lnTo>
                  <a:pt x="324616" y="707600"/>
                </a:lnTo>
                <a:lnTo>
                  <a:pt x="325735" y="706750"/>
                </a:lnTo>
                <a:lnTo>
                  <a:pt x="326855" y="705882"/>
                </a:lnTo>
                <a:lnTo>
                  <a:pt x="327974" y="705002"/>
                </a:lnTo>
                <a:lnTo>
                  <a:pt x="329093" y="704098"/>
                </a:lnTo>
                <a:lnTo>
                  <a:pt x="330212" y="703177"/>
                </a:lnTo>
                <a:lnTo>
                  <a:pt x="331332" y="702244"/>
                </a:lnTo>
                <a:lnTo>
                  <a:pt x="332451" y="701287"/>
                </a:lnTo>
                <a:lnTo>
                  <a:pt x="333570" y="700319"/>
                </a:lnTo>
                <a:lnTo>
                  <a:pt x="334690" y="699327"/>
                </a:lnTo>
                <a:lnTo>
                  <a:pt x="335809" y="698317"/>
                </a:lnTo>
                <a:lnTo>
                  <a:pt x="336929" y="697289"/>
                </a:lnTo>
                <a:lnTo>
                  <a:pt x="338048" y="696244"/>
                </a:lnTo>
                <a:lnTo>
                  <a:pt x="339168" y="695181"/>
                </a:lnTo>
                <a:lnTo>
                  <a:pt x="340287" y="694094"/>
                </a:lnTo>
                <a:lnTo>
                  <a:pt x="341406" y="692990"/>
                </a:lnTo>
                <a:lnTo>
                  <a:pt x="342526" y="691868"/>
                </a:lnTo>
                <a:lnTo>
                  <a:pt x="343645" y="690728"/>
                </a:lnTo>
                <a:lnTo>
                  <a:pt x="344764" y="689571"/>
                </a:lnTo>
                <a:lnTo>
                  <a:pt x="345884" y="688390"/>
                </a:lnTo>
                <a:lnTo>
                  <a:pt x="347003" y="687191"/>
                </a:lnTo>
                <a:lnTo>
                  <a:pt x="348122" y="685968"/>
                </a:lnTo>
                <a:lnTo>
                  <a:pt x="349242" y="684728"/>
                </a:lnTo>
                <a:lnTo>
                  <a:pt x="350361" y="683470"/>
                </a:lnTo>
                <a:lnTo>
                  <a:pt x="351480" y="682189"/>
                </a:lnTo>
                <a:lnTo>
                  <a:pt x="352600" y="680889"/>
                </a:lnTo>
                <a:lnTo>
                  <a:pt x="353721" y="679572"/>
                </a:lnTo>
                <a:lnTo>
                  <a:pt x="354837" y="678232"/>
                </a:lnTo>
                <a:lnTo>
                  <a:pt x="355959" y="676874"/>
                </a:lnTo>
                <a:lnTo>
                  <a:pt x="357075" y="675492"/>
                </a:lnTo>
                <a:lnTo>
                  <a:pt x="358197" y="674092"/>
                </a:lnTo>
                <a:lnTo>
                  <a:pt x="359313" y="672669"/>
                </a:lnTo>
                <a:lnTo>
                  <a:pt x="360435" y="671228"/>
                </a:lnTo>
                <a:lnTo>
                  <a:pt x="361558" y="669763"/>
                </a:lnTo>
                <a:lnTo>
                  <a:pt x="362674" y="668281"/>
                </a:lnTo>
                <a:lnTo>
                  <a:pt x="363796" y="666775"/>
                </a:lnTo>
                <a:lnTo>
                  <a:pt x="364912" y="665251"/>
                </a:lnTo>
                <a:lnTo>
                  <a:pt x="366034" y="663704"/>
                </a:lnTo>
                <a:lnTo>
                  <a:pt x="367150" y="662139"/>
                </a:lnTo>
                <a:lnTo>
                  <a:pt x="368272" y="660551"/>
                </a:lnTo>
                <a:lnTo>
                  <a:pt x="369388" y="658944"/>
                </a:lnTo>
                <a:lnTo>
                  <a:pt x="370510" y="657314"/>
                </a:lnTo>
                <a:lnTo>
                  <a:pt x="371627" y="655667"/>
                </a:lnTo>
                <a:lnTo>
                  <a:pt x="372749" y="653995"/>
                </a:lnTo>
                <a:lnTo>
                  <a:pt x="373871" y="652306"/>
                </a:lnTo>
                <a:lnTo>
                  <a:pt x="374987" y="650600"/>
                </a:lnTo>
                <a:lnTo>
                  <a:pt x="376109" y="648869"/>
                </a:lnTo>
                <a:lnTo>
                  <a:pt x="377225" y="647115"/>
                </a:lnTo>
                <a:lnTo>
                  <a:pt x="378347" y="645344"/>
                </a:lnTo>
                <a:lnTo>
                  <a:pt x="379463" y="643554"/>
                </a:lnTo>
                <a:lnTo>
                  <a:pt x="380585" y="641741"/>
                </a:lnTo>
                <a:lnTo>
                  <a:pt x="381701" y="639911"/>
                </a:lnTo>
                <a:lnTo>
                  <a:pt x="382824" y="638056"/>
                </a:lnTo>
                <a:lnTo>
                  <a:pt x="383940" y="636184"/>
                </a:lnTo>
                <a:lnTo>
                  <a:pt x="385062" y="634294"/>
                </a:lnTo>
                <a:lnTo>
                  <a:pt x="386178" y="632381"/>
                </a:lnTo>
                <a:lnTo>
                  <a:pt x="387300" y="630450"/>
                </a:lnTo>
                <a:lnTo>
                  <a:pt x="388422" y="628501"/>
                </a:lnTo>
                <a:lnTo>
                  <a:pt x="389538" y="626529"/>
                </a:lnTo>
                <a:lnTo>
                  <a:pt x="390660" y="624538"/>
                </a:lnTo>
                <a:lnTo>
                  <a:pt x="391776" y="622530"/>
                </a:lnTo>
                <a:lnTo>
                  <a:pt x="392898" y="620505"/>
                </a:lnTo>
                <a:lnTo>
                  <a:pt x="394015" y="618462"/>
                </a:lnTo>
                <a:lnTo>
                  <a:pt x="395137" y="616395"/>
                </a:lnTo>
                <a:lnTo>
                  <a:pt x="396253" y="614316"/>
                </a:lnTo>
                <a:lnTo>
                  <a:pt x="397375" y="612213"/>
                </a:lnTo>
                <a:lnTo>
                  <a:pt x="398491" y="610093"/>
                </a:lnTo>
                <a:lnTo>
                  <a:pt x="399613" y="607961"/>
                </a:lnTo>
                <a:lnTo>
                  <a:pt x="400735" y="605806"/>
                </a:lnTo>
                <a:lnTo>
                  <a:pt x="401851" y="603633"/>
                </a:lnTo>
                <a:lnTo>
                  <a:pt x="402973" y="601448"/>
                </a:lnTo>
                <a:lnTo>
                  <a:pt x="404090" y="599239"/>
                </a:lnTo>
                <a:lnTo>
                  <a:pt x="405212" y="597018"/>
                </a:lnTo>
                <a:lnTo>
                  <a:pt x="406328" y="594780"/>
                </a:lnTo>
                <a:lnTo>
                  <a:pt x="407450" y="592524"/>
                </a:lnTo>
                <a:lnTo>
                  <a:pt x="408566" y="590256"/>
                </a:lnTo>
                <a:lnTo>
                  <a:pt x="409688" y="587971"/>
                </a:lnTo>
                <a:lnTo>
                  <a:pt x="410804" y="585668"/>
                </a:lnTo>
                <a:lnTo>
                  <a:pt x="411926" y="583347"/>
                </a:lnTo>
                <a:lnTo>
                  <a:pt x="413048" y="581014"/>
                </a:lnTo>
                <a:lnTo>
                  <a:pt x="414164" y="578670"/>
                </a:lnTo>
                <a:lnTo>
                  <a:pt x="415287" y="576307"/>
                </a:lnTo>
                <a:lnTo>
                  <a:pt x="416403" y="573933"/>
                </a:lnTo>
                <a:lnTo>
                  <a:pt x="417525" y="571542"/>
                </a:lnTo>
                <a:lnTo>
                  <a:pt x="418641" y="569138"/>
                </a:lnTo>
                <a:lnTo>
                  <a:pt x="419763" y="566723"/>
                </a:lnTo>
                <a:lnTo>
                  <a:pt x="420879" y="564290"/>
                </a:lnTo>
                <a:lnTo>
                  <a:pt x="422001" y="561851"/>
                </a:lnTo>
                <a:lnTo>
                  <a:pt x="423117" y="559394"/>
                </a:lnTo>
                <a:lnTo>
                  <a:pt x="424239" y="556925"/>
                </a:lnTo>
                <a:lnTo>
                  <a:pt x="425361" y="554445"/>
                </a:lnTo>
                <a:lnTo>
                  <a:pt x="426478" y="551959"/>
                </a:lnTo>
                <a:lnTo>
                  <a:pt x="427600" y="549455"/>
                </a:lnTo>
                <a:lnTo>
                  <a:pt x="428716" y="546939"/>
                </a:lnTo>
                <a:lnTo>
                  <a:pt x="429838" y="544417"/>
                </a:lnTo>
                <a:lnTo>
                  <a:pt x="430954" y="541884"/>
                </a:lnTo>
                <a:lnTo>
                  <a:pt x="432076" y="539339"/>
                </a:lnTo>
                <a:lnTo>
                  <a:pt x="433192" y="536786"/>
                </a:lnTo>
                <a:lnTo>
                  <a:pt x="434314" y="534223"/>
                </a:lnTo>
                <a:lnTo>
                  <a:pt x="435430" y="531650"/>
                </a:lnTo>
                <a:lnTo>
                  <a:pt x="436553" y="529069"/>
                </a:lnTo>
                <a:lnTo>
                  <a:pt x="437669" y="526480"/>
                </a:lnTo>
                <a:lnTo>
                  <a:pt x="438791" y="523882"/>
                </a:lnTo>
                <a:lnTo>
                  <a:pt x="439913" y="521277"/>
                </a:lnTo>
                <a:lnTo>
                  <a:pt x="441029" y="518664"/>
                </a:lnTo>
                <a:lnTo>
                  <a:pt x="442151" y="516045"/>
                </a:lnTo>
                <a:lnTo>
                  <a:pt x="443267" y="513418"/>
                </a:lnTo>
                <a:lnTo>
                  <a:pt x="444389" y="510785"/>
                </a:lnTo>
                <a:lnTo>
                  <a:pt x="445505" y="508146"/>
                </a:lnTo>
                <a:lnTo>
                  <a:pt x="446627" y="505501"/>
                </a:lnTo>
                <a:lnTo>
                  <a:pt x="447744" y="502850"/>
                </a:lnTo>
                <a:lnTo>
                  <a:pt x="448866" y="500195"/>
                </a:lnTo>
                <a:lnTo>
                  <a:pt x="449982" y="497535"/>
                </a:lnTo>
                <a:lnTo>
                  <a:pt x="451104" y="494870"/>
                </a:lnTo>
                <a:lnTo>
                  <a:pt x="452226" y="492201"/>
                </a:lnTo>
                <a:lnTo>
                  <a:pt x="453342" y="489529"/>
                </a:lnTo>
                <a:lnTo>
                  <a:pt x="454464" y="486852"/>
                </a:lnTo>
                <a:lnTo>
                  <a:pt x="455580" y="484173"/>
                </a:lnTo>
                <a:lnTo>
                  <a:pt x="456702" y="481490"/>
                </a:lnTo>
                <a:lnTo>
                  <a:pt x="457819" y="478806"/>
                </a:lnTo>
                <a:lnTo>
                  <a:pt x="458941" y="476119"/>
                </a:lnTo>
                <a:lnTo>
                  <a:pt x="460057" y="473430"/>
                </a:lnTo>
                <a:lnTo>
                  <a:pt x="461179" y="470740"/>
                </a:lnTo>
                <a:lnTo>
                  <a:pt x="462295" y="468048"/>
                </a:lnTo>
                <a:lnTo>
                  <a:pt x="463417" y="465356"/>
                </a:lnTo>
                <a:lnTo>
                  <a:pt x="464539" y="462662"/>
                </a:lnTo>
                <a:lnTo>
                  <a:pt x="465655" y="459969"/>
                </a:lnTo>
                <a:lnTo>
                  <a:pt x="466777" y="457275"/>
                </a:lnTo>
                <a:lnTo>
                  <a:pt x="467893" y="454582"/>
                </a:lnTo>
                <a:lnTo>
                  <a:pt x="469016" y="451889"/>
                </a:lnTo>
                <a:lnTo>
                  <a:pt x="470132" y="449198"/>
                </a:lnTo>
                <a:lnTo>
                  <a:pt x="471254" y="446507"/>
                </a:lnTo>
                <a:lnTo>
                  <a:pt x="472370" y="443818"/>
                </a:lnTo>
                <a:lnTo>
                  <a:pt x="473492" y="441131"/>
                </a:lnTo>
                <a:lnTo>
                  <a:pt x="474608" y="438445"/>
                </a:lnTo>
                <a:lnTo>
                  <a:pt x="475730" y="435762"/>
                </a:lnTo>
                <a:lnTo>
                  <a:pt x="476852" y="433082"/>
                </a:lnTo>
                <a:lnTo>
                  <a:pt x="477968" y="430404"/>
                </a:lnTo>
                <a:lnTo>
                  <a:pt x="479090" y="427730"/>
                </a:lnTo>
                <a:lnTo>
                  <a:pt x="480207" y="425059"/>
                </a:lnTo>
                <a:lnTo>
                  <a:pt x="481329" y="422392"/>
                </a:lnTo>
                <a:lnTo>
                  <a:pt x="482445" y="419729"/>
                </a:lnTo>
                <a:lnTo>
                  <a:pt x="483567" y="417069"/>
                </a:lnTo>
                <a:lnTo>
                  <a:pt x="484683" y="414415"/>
                </a:lnTo>
                <a:lnTo>
                  <a:pt x="485805" y="411765"/>
                </a:lnTo>
                <a:lnTo>
                  <a:pt x="486921" y="409120"/>
                </a:lnTo>
                <a:lnTo>
                  <a:pt x="488043" y="406480"/>
                </a:lnTo>
                <a:lnTo>
                  <a:pt x="489159" y="403846"/>
                </a:lnTo>
                <a:lnTo>
                  <a:pt x="490282" y="401217"/>
                </a:lnTo>
                <a:lnTo>
                  <a:pt x="491404" y="398594"/>
                </a:lnTo>
                <a:lnTo>
                  <a:pt x="492520" y="395978"/>
                </a:lnTo>
                <a:lnTo>
                  <a:pt x="493642" y="393368"/>
                </a:lnTo>
                <a:lnTo>
                  <a:pt x="494758" y="390764"/>
                </a:lnTo>
                <a:lnTo>
                  <a:pt x="495880" y="388167"/>
                </a:lnTo>
                <a:lnTo>
                  <a:pt x="496996" y="385578"/>
                </a:lnTo>
                <a:lnTo>
                  <a:pt x="498118" y="382995"/>
                </a:lnTo>
                <a:lnTo>
                  <a:pt x="499234" y="380420"/>
                </a:lnTo>
                <a:lnTo>
                  <a:pt x="500356" y="377852"/>
                </a:lnTo>
                <a:lnTo>
                  <a:pt x="501473" y="375293"/>
                </a:lnTo>
                <a:lnTo>
                  <a:pt x="502595" y="372741"/>
                </a:lnTo>
                <a:lnTo>
                  <a:pt x="503717" y="370197"/>
                </a:lnTo>
                <a:lnTo>
                  <a:pt x="504833" y="367662"/>
                </a:lnTo>
                <a:lnTo>
                  <a:pt x="505955" y="365135"/>
                </a:lnTo>
                <a:lnTo>
                  <a:pt x="507071" y="362618"/>
                </a:lnTo>
                <a:lnTo>
                  <a:pt x="508193" y="360108"/>
                </a:lnTo>
                <a:lnTo>
                  <a:pt x="509309" y="357608"/>
                </a:lnTo>
                <a:lnTo>
                  <a:pt x="510431" y="355118"/>
                </a:lnTo>
                <a:lnTo>
                  <a:pt x="511548" y="352636"/>
                </a:lnTo>
                <a:lnTo>
                  <a:pt x="512670" y="350164"/>
                </a:lnTo>
                <a:lnTo>
                  <a:pt x="513786" y="347702"/>
                </a:lnTo>
                <a:lnTo>
                  <a:pt x="514908" y="345249"/>
                </a:lnTo>
                <a:lnTo>
                  <a:pt x="516030" y="342807"/>
                </a:lnTo>
                <a:lnTo>
                  <a:pt x="517146" y="340374"/>
                </a:lnTo>
                <a:lnTo>
                  <a:pt x="518268" y="337952"/>
                </a:lnTo>
                <a:lnTo>
                  <a:pt x="519384" y="335540"/>
                </a:lnTo>
                <a:lnTo>
                  <a:pt x="520506" y="333139"/>
                </a:lnTo>
                <a:lnTo>
                  <a:pt x="521623" y="330748"/>
                </a:lnTo>
                <a:lnTo>
                  <a:pt x="522745" y="328368"/>
                </a:lnTo>
                <a:lnTo>
                  <a:pt x="523861" y="325999"/>
                </a:lnTo>
                <a:lnTo>
                  <a:pt x="524983" y="323640"/>
                </a:lnTo>
                <a:lnTo>
                  <a:pt x="526099" y="321293"/>
                </a:lnTo>
                <a:lnTo>
                  <a:pt x="527221" y="318956"/>
                </a:lnTo>
                <a:lnTo>
                  <a:pt x="528343" y="316631"/>
                </a:lnTo>
                <a:lnTo>
                  <a:pt x="529459" y="314318"/>
                </a:lnTo>
                <a:lnTo>
                  <a:pt x="530581" y="312016"/>
                </a:lnTo>
                <a:lnTo>
                  <a:pt x="531697" y="309725"/>
                </a:lnTo>
                <a:lnTo>
                  <a:pt x="532819" y="307445"/>
                </a:lnTo>
                <a:lnTo>
                  <a:pt x="533936" y="305178"/>
                </a:lnTo>
                <a:lnTo>
                  <a:pt x="535058" y="302922"/>
                </a:lnTo>
                <a:lnTo>
                  <a:pt x="536174" y="300678"/>
                </a:lnTo>
                <a:lnTo>
                  <a:pt x="537296" y="298446"/>
                </a:lnTo>
                <a:lnTo>
                  <a:pt x="538412" y="296225"/>
                </a:lnTo>
                <a:lnTo>
                  <a:pt x="539534" y="294017"/>
                </a:lnTo>
                <a:lnTo>
                  <a:pt x="540650" y="291821"/>
                </a:lnTo>
                <a:lnTo>
                  <a:pt x="541772" y="289636"/>
                </a:lnTo>
                <a:lnTo>
                  <a:pt x="542894" y="287464"/>
                </a:lnTo>
                <a:lnTo>
                  <a:pt x="544011" y="285305"/>
                </a:lnTo>
                <a:lnTo>
                  <a:pt x="545133" y="283157"/>
                </a:lnTo>
                <a:lnTo>
                  <a:pt x="546249" y="281022"/>
                </a:lnTo>
                <a:lnTo>
                  <a:pt x="547371" y="278899"/>
                </a:lnTo>
                <a:lnTo>
                  <a:pt x="548487" y="276788"/>
                </a:lnTo>
                <a:lnTo>
                  <a:pt x="549609" y="274690"/>
                </a:lnTo>
                <a:lnTo>
                  <a:pt x="550725" y="272604"/>
                </a:lnTo>
                <a:lnTo>
                  <a:pt x="551847" y="270531"/>
                </a:lnTo>
                <a:lnTo>
                  <a:pt x="552963" y="268470"/>
                </a:lnTo>
                <a:lnTo>
                  <a:pt x="554085" y="266421"/>
                </a:lnTo>
                <a:lnTo>
                  <a:pt x="555208" y="264385"/>
                </a:lnTo>
                <a:lnTo>
                  <a:pt x="556324" y="262362"/>
                </a:lnTo>
                <a:lnTo>
                  <a:pt x="557446" y="260351"/>
                </a:lnTo>
                <a:lnTo>
                  <a:pt x="558562" y="258353"/>
                </a:lnTo>
                <a:lnTo>
                  <a:pt x="559684" y="256367"/>
                </a:lnTo>
                <a:lnTo>
                  <a:pt x="560800" y="254394"/>
                </a:lnTo>
                <a:lnTo>
                  <a:pt x="561922" y="252433"/>
                </a:lnTo>
                <a:lnTo>
                  <a:pt x="563038" y="250485"/>
                </a:lnTo>
                <a:lnTo>
                  <a:pt x="564160" y="248549"/>
                </a:lnTo>
                <a:lnTo>
                  <a:pt x="565277" y="246626"/>
                </a:lnTo>
                <a:lnTo>
                  <a:pt x="566399" y="244716"/>
                </a:lnTo>
                <a:lnTo>
                  <a:pt x="567521" y="242818"/>
                </a:lnTo>
                <a:lnTo>
                  <a:pt x="568637" y="240932"/>
                </a:lnTo>
                <a:lnTo>
                  <a:pt x="569759" y="239060"/>
                </a:lnTo>
                <a:lnTo>
                  <a:pt x="570875" y="237200"/>
                </a:lnTo>
                <a:lnTo>
                  <a:pt x="571997" y="235352"/>
                </a:lnTo>
                <a:lnTo>
                  <a:pt x="573113" y="233516"/>
                </a:lnTo>
                <a:lnTo>
                  <a:pt x="574235" y="231693"/>
                </a:lnTo>
                <a:lnTo>
                  <a:pt x="575352" y="229883"/>
                </a:lnTo>
                <a:lnTo>
                  <a:pt x="576474" y="228085"/>
                </a:lnTo>
                <a:lnTo>
                  <a:pt x="577590" y="226299"/>
                </a:lnTo>
                <a:lnTo>
                  <a:pt x="578712" y="224526"/>
                </a:lnTo>
                <a:lnTo>
                  <a:pt x="579834" y="222765"/>
                </a:lnTo>
                <a:lnTo>
                  <a:pt x="580950" y="221017"/>
                </a:lnTo>
                <a:lnTo>
                  <a:pt x="582072" y="219280"/>
                </a:lnTo>
                <a:lnTo>
                  <a:pt x="583188" y="217556"/>
                </a:lnTo>
                <a:lnTo>
                  <a:pt x="584310" y="215844"/>
                </a:lnTo>
                <a:lnTo>
                  <a:pt x="585426" y="214144"/>
                </a:lnTo>
                <a:lnTo>
                  <a:pt x="586548" y="212456"/>
                </a:lnTo>
                <a:lnTo>
                  <a:pt x="587665" y="210781"/>
                </a:lnTo>
                <a:lnTo>
                  <a:pt x="588787" y="209117"/>
                </a:lnTo>
                <a:lnTo>
                  <a:pt x="589903" y="207466"/>
                </a:lnTo>
                <a:lnTo>
                  <a:pt x="591025" y="205827"/>
                </a:lnTo>
                <a:lnTo>
                  <a:pt x="592147" y="204199"/>
                </a:lnTo>
                <a:lnTo>
                  <a:pt x="593263" y="202583"/>
                </a:lnTo>
                <a:lnTo>
                  <a:pt x="594385" y="200979"/>
                </a:lnTo>
                <a:lnTo>
                  <a:pt x="595501" y="199387"/>
                </a:lnTo>
                <a:lnTo>
                  <a:pt x="596623" y="197807"/>
                </a:lnTo>
                <a:lnTo>
                  <a:pt x="597740" y="196238"/>
                </a:lnTo>
                <a:lnTo>
                  <a:pt x="598862" y="194682"/>
                </a:lnTo>
                <a:lnTo>
                  <a:pt x="599978" y="193136"/>
                </a:lnTo>
                <a:lnTo>
                  <a:pt x="601100" y="191603"/>
                </a:lnTo>
                <a:lnTo>
                  <a:pt x="602216" y="190080"/>
                </a:lnTo>
                <a:lnTo>
                  <a:pt x="603338" y="188569"/>
                </a:lnTo>
                <a:lnTo>
                  <a:pt x="604454" y="187070"/>
                </a:lnTo>
                <a:lnTo>
                  <a:pt x="605576" y="185582"/>
                </a:lnTo>
                <a:lnTo>
                  <a:pt x="606698" y="184105"/>
                </a:lnTo>
                <a:lnTo>
                  <a:pt x="607814" y="182639"/>
                </a:lnTo>
                <a:lnTo>
                  <a:pt x="608937" y="181185"/>
                </a:lnTo>
                <a:lnTo>
                  <a:pt x="610053" y="179741"/>
                </a:lnTo>
                <a:lnTo>
                  <a:pt x="611175" y="178309"/>
                </a:lnTo>
                <a:lnTo>
                  <a:pt x="612291" y="176888"/>
                </a:lnTo>
                <a:lnTo>
                  <a:pt x="613413" y="175477"/>
                </a:lnTo>
                <a:lnTo>
                  <a:pt x="614529" y="174078"/>
                </a:lnTo>
                <a:lnTo>
                  <a:pt x="615651" y="172689"/>
                </a:lnTo>
                <a:lnTo>
                  <a:pt x="616767" y="171311"/>
                </a:lnTo>
                <a:lnTo>
                  <a:pt x="617889" y="169944"/>
                </a:lnTo>
                <a:lnTo>
                  <a:pt x="619011" y="168587"/>
                </a:lnTo>
                <a:lnTo>
                  <a:pt x="620128" y="167241"/>
                </a:lnTo>
                <a:lnTo>
                  <a:pt x="621250" y="165906"/>
                </a:lnTo>
                <a:lnTo>
                  <a:pt x="622366" y="164580"/>
                </a:lnTo>
                <a:lnTo>
                  <a:pt x="623488" y="163266"/>
                </a:lnTo>
                <a:lnTo>
                  <a:pt x="624604" y="161961"/>
                </a:lnTo>
                <a:lnTo>
                  <a:pt x="625726" y="160667"/>
                </a:lnTo>
                <a:lnTo>
                  <a:pt x="626842" y="159383"/>
                </a:lnTo>
                <a:lnTo>
                  <a:pt x="627964" y="158110"/>
                </a:lnTo>
                <a:lnTo>
                  <a:pt x="629080" y="156846"/>
                </a:lnTo>
                <a:lnTo>
                  <a:pt x="630203" y="155592"/>
                </a:lnTo>
                <a:lnTo>
                  <a:pt x="631325" y="154348"/>
                </a:lnTo>
                <a:lnTo>
                  <a:pt x="632441" y="153114"/>
                </a:lnTo>
                <a:lnTo>
                  <a:pt x="633563" y="151890"/>
                </a:lnTo>
                <a:lnTo>
                  <a:pt x="634679" y="150676"/>
                </a:lnTo>
                <a:lnTo>
                  <a:pt x="635801" y="149471"/>
                </a:lnTo>
                <a:lnTo>
                  <a:pt x="636917" y="148276"/>
                </a:lnTo>
                <a:lnTo>
                  <a:pt x="638039" y="147090"/>
                </a:lnTo>
                <a:lnTo>
                  <a:pt x="639155" y="145914"/>
                </a:lnTo>
                <a:lnTo>
                  <a:pt x="640277" y="144748"/>
                </a:lnTo>
                <a:lnTo>
                  <a:pt x="641394" y="143590"/>
                </a:lnTo>
                <a:lnTo>
                  <a:pt x="642516" y="142443"/>
                </a:lnTo>
                <a:lnTo>
                  <a:pt x="643638" y="141304"/>
                </a:lnTo>
                <a:lnTo>
                  <a:pt x="644754" y="140174"/>
                </a:lnTo>
                <a:lnTo>
                  <a:pt x="645876" y="139054"/>
                </a:lnTo>
                <a:lnTo>
                  <a:pt x="646992" y="137942"/>
                </a:lnTo>
                <a:lnTo>
                  <a:pt x="648114" y="136840"/>
                </a:lnTo>
                <a:lnTo>
                  <a:pt x="649230" y="135746"/>
                </a:lnTo>
                <a:lnTo>
                  <a:pt x="650352" y="134662"/>
                </a:lnTo>
                <a:lnTo>
                  <a:pt x="651469" y="133586"/>
                </a:lnTo>
                <a:lnTo>
                  <a:pt x="652591" y="132518"/>
                </a:lnTo>
                <a:lnTo>
                  <a:pt x="653707" y="131460"/>
                </a:lnTo>
                <a:lnTo>
                  <a:pt x="654829" y="130410"/>
                </a:lnTo>
                <a:lnTo>
                  <a:pt x="655945" y="129368"/>
                </a:lnTo>
                <a:lnTo>
                  <a:pt x="657067" y="128335"/>
                </a:lnTo>
                <a:lnTo>
                  <a:pt x="658189" y="127310"/>
                </a:lnTo>
                <a:lnTo>
                  <a:pt x="659305" y="126294"/>
                </a:lnTo>
                <a:lnTo>
                  <a:pt x="660427" y="125286"/>
                </a:lnTo>
                <a:lnTo>
                  <a:pt x="661543" y="124286"/>
                </a:lnTo>
                <a:lnTo>
                  <a:pt x="662666" y="123294"/>
                </a:lnTo>
                <a:lnTo>
                  <a:pt x="663782" y="122311"/>
                </a:lnTo>
                <a:lnTo>
                  <a:pt x="664904" y="121335"/>
                </a:lnTo>
                <a:lnTo>
                  <a:pt x="666020" y="120368"/>
                </a:lnTo>
                <a:lnTo>
                  <a:pt x="667142" y="119407"/>
                </a:lnTo>
                <a:lnTo>
                  <a:pt x="668258" y="118456"/>
                </a:lnTo>
                <a:lnTo>
                  <a:pt x="669380" y="117512"/>
                </a:lnTo>
                <a:lnTo>
                  <a:pt x="670502" y="116575"/>
                </a:lnTo>
                <a:lnTo>
                  <a:pt x="671618" y="115646"/>
                </a:lnTo>
                <a:lnTo>
                  <a:pt x="672740" y="114725"/>
                </a:lnTo>
                <a:lnTo>
                  <a:pt x="673857" y="113811"/>
                </a:lnTo>
                <a:lnTo>
                  <a:pt x="674979" y="112905"/>
                </a:lnTo>
                <a:lnTo>
                  <a:pt x="676095" y="112006"/>
                </a:lnTo>
                <a:lnTo>
                  <a:pt x="677217" y="111115"/>
                </a:lnTo>
                <a:lnTo>
                  <a:pt x="678333" y="110230"/>
                </a:lnTo>
                <a:lnTo>
                  <a:pt x="679455" y="109353"/>
                </a:lnTo>
                <a:lnTo>
                  <a:pt x="680571" y="108483"/>
                </a:lnTo>
                <a:lnTo>
                  <a:pt x="681693" y="107621"/>
                </a:lnTo>
                <a:lnTo>
                  <a:pt x="682815" y="106765"/>
                </a:lnTo>
                <a:lnTo>
                  <a:pt x="683932" y="105917"/>
                </a:lnTo>
                <a:lnTo>
                  <a:pt x="685054" y="105075"/>
                </a:lnTo>
                <a:lnTo>
                  <a:pt x="686170" y="104240"/>
                </a:lnTo>
                <a:lnTo>
                  <a:pt x="687292" y="103412"/>
                </a:lnTo>
                <a:lnTo>
                  <a:pt x="688408" y="102591"/>
                </a:lnTo>
                <a:lnTo>
                  <a:pt x="689530" y="101776"/>
                </a:lnTo>
                <a:lnTo>
                  <a:pt x="690646" y="100968"/>
                </a:lnTo>
                <a:lnTo>
                  <a:pt x="691768" y="100167"/>
                </a:lnTo>
                <a:lnTo>
                  <a:pt x="692884" y="99372"/>
                </a:lnTo>
                <a:lnTo>
                  <a:pt x="694006" y="98584"/>
                </a:lnTo>
                <a:lnTo>
                  <a:pt x="695129" y="97802"/>
                </a:lnTo>
                <a:lnTo>
                  <a:pt x="696245" y="97026"/>
                </a:lnTo>
                <a:lnTo>
                  <a:pt x="697367" y="96258"/>
                </a:lnTo>
                <a:lnTo>
                  <a:pt x="698483" y="95495"/>
                </a:lnTo>
                <a:lnTo>
                  <a:pt x="699605" y="94738"/>
                </a:lnTo>
                <a:lnTo>
                  <a:pt x="700721" y="93987"/>
                </a:lnTo>
                <a:lnTo>
                  <a:pt x="701843" y="93243"/>
                </a:lnTo>
                <a:lnTo>
                  <a:pt x="702959" y="92505"/>
                </a:lnTo>
                <a:lnTo>
                  <a:pt x="704081" y="91773"/>
                </a:lnTo>
                <a:lnTo>
                  <a:pt x="705198" y="91046"/>
                </a:lnTo>
                <a:lnTo>
                  <a:pt x="706320" y="90326"/>
                </a:lnTo>
                <a:lnTo>
                  <a:pt x="707436" y="89611"/>
                </a:lnTo>
                <a:lnTo>
                  <a:pt x="708558" y="88903"/>
                </a:lnTo>
                <a:lnTo>
                  <a:pt x="709680" y="88200"/>
                </a:lnTo>
                <a:lnTo>
                  <a:pt x="710796" y="87503"/>
                </a:lnTo>
                <a:lnTo>
                  <a:pt x="711918" y="86811"/>
                </a:lnTo>
                <a:lnTo>
                  <a:pt x="713034" y="86125"/>
                </a:lnTo>
                <a:lnTo>
                  <a:pt x="714156" y="85444"/>
                </a:lnTo>
                <a:lnTo>
                  <a:pt x="715272" y="84769"/>
                </a:lnTo>
                <a:lnTo>
                  <a:pt x="716395" y="84100"/>
                </a:lnTo>
                <a:lnTo>
                  <a:pt x="717511" y="83436"/>
                </a:lnTo>
                <a:lnTo>
                  <a:pt x="718633" y="82777"/>
                </a:lnTo>
                <a:lnTo>
                  <a:pt x="719749" y="82124"/>
                </a:lnTo>
                <a:lnTo>
                  <a:pt x="720871" y="81476"/>
                </a:lnTo>
                <a:lnTo>
                  <a:pt x="721993" y="80833"/>
                </a:lnTo>
                <a:lnTo>
                  <a:pt x="723109" y="80196"/>
                </a:lnTo>
                <a:lnTo>
                  <a:pt x="724231" y="79564"/>
                </a:lnTo>
                <a:lnTo>
                  <a:pt x="725347" y="78936"/>
                </a:lnTo>
                <a:lnTo>
                  <a:pt x="726469" y="78314"/>
                </a:lnTo>
                <a:lnTo>
                  <a:pt x="727586" y="77696"/>
                </a:lnTo>
                <a:lnTo>
                  <a:pt x="728708" y="77084"/>
                </a:lnTo>
                <a:lnTo>
                  <a:pt x="729824" y="76477"/>
                </a:lnTo>
                <a:lnTo>
                  <a:pt x="730946" y="75874"/>
                </a:lnTo>
                <a:lnTo>
                  <a:pt x="732062" y="75277"/>
                </a:lnTo>
                <a:lnTo>
                  <a:pt x="733184" y="74684"/>
                </a:lnTo>
                <a:lnTo>
                  <a:pt x="734306" y="74096"/>
                </a:lnTo>
                <a:lnTo>
                  <a:pt x="735422" y="73512"/>
                </a:lnTo>
                <a:lnTo>
                  <a:pt x="736544" y="72933"/>
                </a:lnTo>
                <a:lnTo>
                  <a:pt x="737661" y="72359"/>
                </a:lnTo>
                <a:lnTo>
                  <a:pt x="738783" y="71790"/>
                </a:lnTo>
                <a:lnTo>
                  <a:pt x="739899" y="71225"/>
                </a:lnTo>
                <a:lnTo>
                  <a:pt x="741021" y="70665"/>
                </a:lnTo>
                <a:lnTo>
                  <a:pt x="742137" y="70109"/>
                </a:lnTo>
                <a:lnTo>
                  <a:pt x="743259" y="69557"/>
                </a:lnTo>
                <a:lnTo>
                  <a:pt x="744375" y="69010"/>
                </a:lnTo>
                <a:lnTo>
                  <a:pt x="745497" y="68467"/>
                </a:lnTo>
                <a:lnTo>
                  <a:pt x="746619" y="67928"/>
                </a:lnTo>
                <a:lnTo>
                  <a:pt x="747735" y="67395"/>
                </a:lnTo>
                <a:lnTo>
                  <a:pt x="748858" y="66864"/>
                </a:lnTo>
                <a:lnTo>
                  <a:pt x="749974" y="66339"/>
                </a:lnTo>
                <a:lnTo>
                  <a:pt x="751096" y="65817"/>
                </a:lnTo>
                <a:lnTo>
                  <a:pt x="752212" y="65299"/>
                </a:lnTo>
                <a:lnTo>
                  <a:pt x="753334" y="64786"/>
                </a:lnTo>
                <a:lnTo>
                  <a:pt x="754450" y="64276"/>
                </a:lnTo>
                <a:lnTo>
                  <a:pt x="755572" y="63772"/>
                </a:lnTo>
                <a:lnTo>
                  <a:pt x="756688" y="63270"/>
                </a:lnTo>
                <a:lnTo>
                  <a:pt x="757810" y="62773"/>
                </a:lnTo>
                <a:lnTo>
                  <a:pt x="758927" y="62279"/>
                </a:lnTo>
                <a:lnTo>
                  <a:pt x="760049" y="61790"/>
                </a:lnTo>
                <a:lnTo>
                  <a:pt x="761171" y="61304"/>
                </a:lnTo>
                <a:lnTo>
                  <a:pt x="762287" y="60822"/>
                </a:lnTo>
                <a:lnTo>
                  <a:pt x="763409" y="60343"/>
                </a:lnTo>
                <a:lnTo>
                  <a:pt x="764525" y="59869"/>
                </a:lnTo>
                <a:lnTo>
                  <a:pt x="765647" y="59398"/>
                </a:lnTo>
                <a:lnTo>
                  <a:pt x="766763" y="58931"/>
                </a:lnTo>
                <a:lnTo>
                  <a:pt x="767885" y="58468"/>
                </a:lnTo>
                <a:lnTo>
                  <a:pt x="769001" y="58008"/>
                </a:lnTo>
                <a:lnTo>
                  <a:pt x="770124" y="57552"/>
                </a:lnTo>
                <a:lnTo>
                  <a:pt x="771240" y="57099"/>
                </a:lnTo>
                <a:lnTo>
                  <a:pt x="772362" y="56650"/>
                </a:lnTo>
                <a:lnTo>
                  <a:pt x="773484" y="56204"/>
                </a:lnTo>
                <a:lnTo>
                  <a:pt x="774600" y="55762"/>
                </a:lnTo>
                <a:lnTo>
                  <a:pt x="775722" y="55324"/>
                </a:lnTo>
                <a:lnTo>
                  <a:pt x="776838" y="54888"/>
                </a:lnTo>
                <a:lnTo>
                  <a:pt x="777960" y="54456"/>
                </a:lnTo>
                <a:lnTo>
                  <a:pt x="779076" y="54027"/>
                </a:lnTo>
                <a:lnTo>
                  <a:pt x="780198" y="53602"/>
                </a:lnTo>
                <a:lnTo>
                  <a:pt x="781315" y="53180"/>
                </a:lnTo>
                <a:lnTo>
                  <a:pt x="782437" y="52761"/>
                </a:lnTo>
                <a:lnTo>
                  <a:pt x="783553" y="52345"/>
                </a:lnTo>
                <a:lnTo>
                  <a:pt x="784675" y="51933"/>
                </a:lnTo>
                <a:lnTo>
                  <a:pt x="785797" y="51523"/>
                </a:lnTo>
                <a:lnTo>
                  <a:pt x="786913" y="51117"/>
                </a:lnTo>
                <a:lnTo>
                  <a:pt x="788035" y="50714"/>
                </a:lnTo>
                <a:lnTo>
                  <a:pt x="789151" y="50314"/>
                </a:lnTo>
                <a:lnTo>
                  <a:pt x="790273" y="49917"/>
                </a:lnTo>
                <a:lnTo>
                  <a:pt x="791390" y="49523"/>
                </a:lnTo>
                <a:lnTo>
                  <a:pt x="792512" y="49132"/>
                </a:lnTo>
                <a:lnTo>
                  <a:pt x="793628" y="48744"/>
                </a:lnTo>
                <a:lnTo>
                  <a:pt x="794750" y="48359"/>
                </a:lnTo>
                <a:lnTo>
                  <a:pt x="795866" y="47977"/>
                </a:lnTo>
                <a:lnTo>
                  <a:pt x="796988" y="47598"/>
                </a:lnTo>
                <a:lnTo>
                  <a:pt x="798110" y="47222"/>
                </a:lnTo>
                <a:lnTo>
                  <a:pt x="799226" y="46848"/>
                </a:lnTo>
                <a:lnTo>
                  <a:pt x="800348" y="46477"/>
                </a:lnTo>
                <a:lnTo>
                  <a:pt x="801464" y="46109"/>
                </a:lnTo>
                <a:lnTo>
                  <a:pt x="802586" y="45744"/>
                </a:lnTo>
                <a:lnTo>
                  <a:pt x="803703" y="45382"/>
                </a:lnTo>
                <a:lnTo>
                  <a:pt x="804825" y="45023"/>
                </a:lnTo>
                <a:lnTo>
                  <a:pt x="805941" y="44665"/>
                </a:lnTo>
                <a:lnTo>
                  <a:pt x="807063" y="44311"/>
                </a:lnTo>
                <a:lnTo>
                  <a:pt x="808179" y="43959"/>
                </a:lnTo>
                <a:lnTo>
                  <a:pt x="809301" y="43610"/>
                </a:lnTo>
                <a:lnTo>
                  <a:pt x="810417" y="43264"/>
                </a:lnTo>
                <a:lnTo>
                  <a:pt x="811539" y="42920"/>
                </a:lnTo>
                <a:lnTo>
                  <a:pt x="812661" y="42579"/>
                </a:lnTo>
                <a:lnTo>
                  <a:pt x="813778" y="42240"/>
                </a:lnTo>
                <a:lnTo>
                  <a:pt x="814900" y="41904"/>
                </a:lnTo>
                <a:lnTo>
                  <a:pt x="816016" y="41570"/>
                </a:lnTo>
                <a:lnTo>
                  <a:pt x="817138" y="41239"/>
                </a:lnTo>
                <a:lnTo>
                  <a:pt x="818254" y="40910"/>
                </a:lnTo>
                <a:lnTo>
                  <a:pt x="819376" y="40584"/>
                </a:lnTo>
                <a:lnTo>
                  <a:pt x="820492" y="40260"/>
                </a:lnTo>
                <a:lnTo>
                  <a:pt x="821614" y="39938"/>
                </a:lnTo>
                <a:lnTo>
                  <a:pt x="822730" y="39619"/>
                </a:lnTo>
                <a:lnTo>
                  <a:pt x="823852" y="39302"/>
                </a:lnTo>
                <a:lnTo>
                  <a:pt x="824975" y="38987"/>
                </a:lnTo>
                <a:lnTo>
                  <a:pt x="826091" y="38675"/>
                </a:lnTo>
                <a:lnTo>
                  <a:pt x="827213" y="38365"/>
                </a:lnTo>
                <a:lnTo>
                  <a:pt x="828329" y="38057"/>
                </a:lnTo>
                <a:lnTo>
                  <a:pt x="829451" y="37752"/>
                </a:lnTo>
                <a:lnTo>
                  <a:pt x="830567" y="37449"/>
                </a:lnTo>
                <a:lnTo>
                  <a:pt x="831689" y="37147"/>
                </a:lnTo>
                <a:lnTo>
                  <a:pt x="832805" y="36849"/>
                </a:lnTo>
                <a:lnTo>
                  <a:pt x="833927" y="36552"/>
                </a:lnTo>
                <a:lnTo>
                  <a:pt x="835044" y="36257"/>
                </a:lnTo>
                <a:lnTo>
                  <a:pt x="836166" y="35965"/>
                </a:lnTo>
                <a:lnTo>
                  <a:pt x="837288" y="35675"/>
                </a:lnTo>
                <a:lnTo>
                  <a:pt x="838404" y="35386"/>
                </a:lnTo>
                <a:lnTo>
                  <a:pt x="839526" y="35101"/>
                </a:lnTo>
                <a:lnTo>
                  <a:pt x="840642" y="34816"/>
                </a:lnTo>
                <a:lnTo>
                  <a:pt x="841764" y="34534"/>
                </a:lnTo>
                <a:lnTo>
                  <a:pt x="842880" y="34254"/>
                </a:lnTo>
                <a:lnTo>
                  <a:pt x="844002" y="33976"/>
                </a:lnTo>
                <a:lnTo>
                  <a:pt x="845119" y="33700"/>
                </a:lnTo>
                <a:lnTo>
                  <a:pt x="846241" y="33426"/>
                </a:lnTo>
                <a:lnTo>
                  <a:pt x="847357" y="33154"/>
                </a:lnTo>
                <a:lnTo>
                  <a:pt x="848479" y="32884"/>
                </a:lnTo>
                <a:lnTo>
                  <a:pt x="849601" y="32615"/>
                </a:lnTo>
                <a:lnTo>
                  <a:pt x="850717" y="32349"/>
                </a:lnTo>
                <a:lnTo>
                  <a:pt x="851839" y="32085"/>
                </a:lnTo>
                <a:lnTo>
                  <a:pt x="852955" y="31822"/>
                </a:lnTo>
                <a:lnTo>
                  <a:pt x="854077" y="31561"/>
                </a:lnTo>
                <a:lnTo>
                  <a:pt x="855193" y="31303"/>
                </a:lnTo>
                <a:lnTo>
                  <a:pt x="856316" y="31046"/>
                </a:lnTo>
                <a:lnTo>
                  <a:pt x="857432" y="30791"/>
                </a:lnTo>
                <a:lnTo>
                  <a:pt x="858554" y="30537"/>
                </a:lnTo>
                <a:lnTo>
                  <a:pt x="859670" y="30285"/>
                </a:lnTo>
                <a:lnTo>
                  <a:pt x="860792" y="30035"/>
                </a:lnTo>
                <a:lnTo>
                  <a:pt x="861908" y="29787"/>
                </a:lnTo>
                <a:lnTo>
                  <a:pt x="863030" y="29541"/>
                </a:lnTo>
                <a:lnTo>
                  <a:pt x="864152" y="29296"/>
                </a:lnTo>
                <a:lnTo>
                  <a:pt x="865268" y="29053"/>
                </a:lnTo>
                <a:lnTo>
                  <a:pt x="866390" y="28812"/>
                </a:lnTo>
                <a:lnTo>
                  <a:pt x="867507" y="28573"/>
                </a:lnTo>
                <a:lnTo>
                  <a:pt x="868629" y="28335"/>
                </a:lnTo>
                <a:lnTo>
                  <a:pt x="869745" y="28098"/>
                </a:lnTo>
                <a:lnTo>
                  <a:pt x="870867" y="27863"/>
                </a:lnTo>
                <a:lnTo>
                  <a:pt x="871983" y="27631"/>
                </a:lnTo>
                <a:lnTo>
                  <a:pt x="873105" y="27399"/>
                </a:lnTo>
                <a:lnTo>
                  <a:pt x="874221" y="27169"/>
                </a:lnTo>
                <a:lnTo>
                  <a:pt x="875343" y="26941"/>
                </a:lnTo>
                <a:lnTo>
                  <a:pt x="876465" y="26714"/>
                </a:lnTo>
                <a:lnTo>
                  <a:pt x="877582" y="26489"/>
                </a:lnTo>
                <a:lnTo>
                  <a:pt x="878704" y="26265"/>
                </a:lnTo>
                <a:lnTo>
                  <a:pt x="879820" y="26043"/>
                </a:lnTo>
                <a:lnTo>
                  <a:pt x="880942" y="25823"/>
                </a:lnTo>
                <a:lnTo>
                  <a:pt x="882058" y="25604"/>
                </a:lnTo>
                <a:lnTo>
                  <a:pt x="883180" y="25386"/>
                </a:lnTo>
                <a:lnTo>
                  <a:pt x="884296" y="25170"/>
                </a:lnTo>
                <a:lnTo>
                  <a:pt x="885418" y="24955"/>
                </a:lnTo>
                <a:lnTo>
                  <a:pt x="886534" y="24742"/>
                </a:lnTo>
                <a:lnTo>
                  <a:pt x="887656" y="24531"/>
                </a:lnTo>
                <a:lnTo>
                  <a:pt x="888779" y="24320"/>
                </a:lnTo>
                <a:lnTo>
                  <a:pt x="889895" y="24111"/>
                </a:lnTo>
                <a:lnTo>
                  <a:pt x="891017" y="23904"/>
                </a:lnTo>
                <a:lnTo>
                  <a:pt x="892133" y="23698"/>
                </a:lnTo>
                <a:lnTo>
                  <a:pt x="893255" y="23493"/>
                </a:lnTo>
                <a:lnTo>
                  <a:pt x="894371" y="23290"/>
                </a:lnTo>
                <a:lnTo>
                  <a:pt x="895493" y="23088"/>
                </a:lnTo>
                <a:lnTo>
                  <a:pt x="896609" y="22887"/>
                </a:lnTo>
                <a:lnTo>
                  <a:pt x="897731" y="22688"/>
                </a:lnTo>
                <a:lnTo>
                  <a:pt x="898847" y="22490"/>
                </a:lnTo>
                <a:lnTo>
                  <a:pt x="899970" y="22294"/>
                </a:lnTo>
                <a:lnTo>
                  <a:pt x="901092" y="22098"/>
                </a:lnTo>
                <a:lnTo>
                  <a:pt x="902208" y="21905"/>
                </a:lnTo>
                <a:lnTo>
                  <a:pt x="903330" y="21712"/>
                </a:lnTo>
                <a:lnTo>
                  <a:pt x="904446" y="21520"/>
                </a:lnTo>
                <a:lnTo>
                  <a:pt x="905568" y="21330"/>
                </a:lnTo>
                <a:lnTo>
                  <a:pt x="906684" y="21141"/>
                </a:lnTo>
                <a:lnTo>
                  <a:pt x="907806" y="20954"/>
                </a:lnTo>
                <a:lnTo>
                  <a:pt x="908922" y="20767"/>
                </a:lnTo>
                <a:lnTo>
                  <a:pt x="910045" y="20582"/>
                </a:lnTo>
                <a:lnTo>
                  <a:pt x="911161" y="20398"/>
                </a:lnTo>
                <a:lnTo>
                  <a:pt x="912283" y="20215"/>
                </a:lnTo>
                <a:lnTo>
                  <a:pt x="913405" y="20034"/>
                </a:lnTo>
                <a:lnTo>
                  <a:pt x="914521" y="19853"/>
                </a:lnTo>
                <a:lnTo>
                  <a:pt x="915643" y="19674"/>
                </a:lnTo>
                <a:lnTo>
                  <a:pt x="916759" y="19496"/>
                </a:lnTo>
                <a:lnTo>
                  <a:pt x="917881" y="19319"/>
                </a:lnTo>
                <a:lnTo>
                  <a:pt x="918997" y="19143"/>
                </a:lnTo>
                <a:lnTo>
                  <a:pt x="920119" y="18969"/>
                </a:lnTo>
                <a:lnTo>
                  <a:pt x="921236" y="18795"/>
                </a:lnTo>
                <a:lnTo>
                  <a:pt x="922358" y="18623"/>
                </a:lnTo>
                <a:lnTo>
                  <a:pt x="923474" y="18452"/>
                </a:lnTo>
                <a:lnTo>
                  <a:pt x="924596" y="18281"/>
                </a:lnTo>
                <a:lnTo>
                  <a:pt x="925712" y="18113"/>
                </a:lnTo>
                <a:lnTo>
                  <a:pt x="926834" y="17944"/>
                </a:lnTo>
                <a:lnTo>
                  <a:pt x="927956" y="17778"/>
                </a:lnTo>
                <a:lnTo>
                  <a:pt x="929072" y="17612"/>
                </a:lnTo>
                <a:lnTo>
                  <a:pt x="930194" y="17447"/>
                </a:lnTo>
                <a:lnTo>
                  <a:pt x="931311" y="17283"/>
                </a:lnTo>
                <a:lnTo>
                  <a:pt x="932433" y="17121"/>
                </a:lnTo>
                <a:lnTo>
                  <a:pt x="933549" y="16959"/>
                </a:lnTo>
                <a:lnTo>
                  <a:pt x="934671" y="16799"/>
                </a:lnTo>
                <a:lnTo>
                  <a:pt x="935787" y="16639"/>
                </a:lnTo>
                <a:lnTo>
                  <a:pt x="936909" y="16480"/>
                </a:lnTo>
                <a:lnTo>
                  <a:pt x="938025" y="16323"/>
                </a:lnTo>
                <a:lnTo>
                  <a:pt x="939147" y="16166"/>
                </a:lnTo>
                <a:lnTo>
                  <a:pt x="940269" y="16011"/>
                </a:lnTo>
                <a:lnTo>
                  <a:pt x="941385" y="15856"/>
                </a:lnTo>
                <a:lnTo>
                  <a:pt x="942508" y="15702"/>
                </a:lnTo>
                <a:lnTo>
                  <a:pt x="943624" y="15550"/>
                </a:lnTo>
                <a:lnTo>
                  <a:pt x="944746" y="15398"/>
                </a:lnTo>
                <a:lnTo>
                  <a:pt x="945862" y="15248"/>
                </a:lnTo>
                <a:lnTo>
                  <a:pt x="946984" y="15098"/>
                </a:lnTo>
                <a:lnTo>
                  <a:pt x="948100" y="14949"/>
                </a:lnTo>
                <a:lnTo>
                  <a:pt x="949222" y="14801"/>
                </a:lnTo>
                <a:lnTo>
                  <a:pt x="950338" y="14654"/>
                </a:lnTo>
                <a:lnTo>
                  <a:pt x="951460" y="14508"/>
                </a:lnTo>
                <a:lnTo>
                  <a:pt x="952582" y="14362"/>
                </a:lnTo>
                <a:lnTo>
                  <a:pt x="953699" y="14218"/>
                </a:lnTo>
                <a:lnTo>
                  <a:pt x="954821" y="14075"/>
                </a:lnTo>
                <a:lnTo>
                  <a:pt x="955937" y="13933"/>
                </a:lnTo>
                <a:lnTo>
                  <a:pt x="957059" y="13791"/>
                </a:lnTo>
                <a:lnTo>
                  <a:pt x="958175" y="13650"/>
                </a:lnTo>
                <a:lnTo>
                  <a:pt x="959297" y="13510"/>
                </a:lnTo>
                <a:lnTo>
                  <a:pt x="960413" y="13371"/>
                </a:lnTo>
                <a:lnTo>
                  <a:pt x="961535" y="13233"/>
                </a:lnTo>
                <a:lnTo>
                  <a:pt x="962651" y="13096"/>
                </a:lnTo>
                <a:lnTo>
                  <a:pt x="963774" y="12959"/>
                </a:lnTo>
                <a:lnTo>
                  <a:pt x="964896" y="12823"/>
                </a:lnTo>
                <a:lnTo>
                  <a:pt x="966012" y="12689"/>
                </a:lnTo>
                <a:lnTo>
                  <a:pt x="967134" y="12555"/>
                </a:lnTo>
                <a:lnTo>
                  <a:pt x="968250" y="12421"/>
                </a:lnTo>
                <a:lnTo>
                  <a:pt x="969372" y="12289"/>
                </a:lnTo>
                <a:lnTo>
                  <a:pt x="970488" y="12157"/>
                </a:lnTo>
                <a:lnTo>
                  <a:pt x="971610" y="12027"/>
                </a:lnTo>
                <a:lnTo>
                  <a:pt x="972726" y="11897"/>
                </a:lnTo>
                <a:lnTo>
                  <a:pt x="973848" y="11768"/>
                </a:lnTo>
                <a:lnTo>
                  <a:pt x="974965" y="11639"/>
                </a:lnTo>
                <a:lnTo>
                  <a:pt x="976087" y="11511"/>
                </a:lnTo>
                <a:lnTo>
                  <a:pt x="977203" y="11384"/>
                </a:lnTo>
                <a:lnTo>
                  <a:pt x="978325" y="11259"/>
                </a:lnTo>
                <a:lnTo>
                  <a:pt x="979447" y="11133"/>
                </a:lnTo>
                <a:lnTo>
                  <a:pt x="980563" y="11009"/>
                </a:lnTo>
                <a:lnTo>
                  <a:pt x="981685" y="10885"/>
                </a:lnTo>
                <a:lnTo>
                  <a:pt x="982801" y="10761"/>
                </a:lnTo>
                <a:lnTo>
                  <a:pt x="983923" y="10639"/>
                </a:lnTo>
                <a:lnTo>
                  <a:pt x="985039" y="10517"/>
                </a:lnTo>
                <a:lnTo>
                  <a:pt x="986162" y="10396"/>
                </a:lnTo>
                <a:lnTo>
                  <a:pt x="987278" y="10276"/>
                </a:lnTo>
                <a:lnTo>
                  <a:pt x="988400" y="10157"/>
                </a:lnTo>
                <a:lnTo>
                  <a:pt x="989516" y="10038"/>
                </a:lnTo>
                <a:lnTo>
                  <a:pt x="990638" y="9920"/>
                </a:lnTo>
                <a:lnTo>
                  <a:pt x="991760" y="9802"/>
                </a:lnTo>
                <a:lnTo>
                  <a:pt x="992876" y="9685"/>
                </a:lnTo>
                <a:lnTo>
                  <a:pt x="993998" y="9570"/>
                </a:lnTo>
                <a:lnTo>
                  <a:pt x="995114" y="9454"/>
                </a:lnTo>
                <a:lnTo>
                  <a:pt x="996237" y="9339"/>
                </a:lnTo>
                <a:lnTo>
                  <a:pt x="997353" y="9225"/>
                </a:lnTo>
                <a:lnTo>
                  <a:pt x="998475" y="9112"/>
                </a:lnTo>
                <a:lnTo>
                  <a:pt x="999591" y="8999"/>
                </a:lnTo>
                <a:lnTo>
                  <a:pt x="1000713" y="8887"/>
                </a:lnTo>
                <a:lnTo>
                  <a:pt x="1001829" y="8776"/>
                </a:lnTo>
                <a:lnTo>
                  <a:pt x="1002951" y="8665"/>
                </a:lnTo>
                <a:lnTo>
                  <a:pt x="1004073" y="8555"/>
                </a:lnTo>
                <a:lnTo>
                  <a:pt x="1005189" y="8446"/>
                </a:lnTo>
                <a:lnTo>
                  <a:pt x="1006311" y="8337"/>
                </a:lnTo>
                <a:lnTo>
                  <a:pt x="1007428" y="8229"/>
                </a:lnTo>
                <a:lnTo>
                  <a:pt x="1008550" y="8121"/>
                </a:lnTo>
                <a:lnTo>
                  <a:pt x="1009666" y="8014"/>
                </a:lnTo>
                <a:lnTo>
                  <a:pt x="1010788" y="7908"/>
                </a:lnTo>
                <a:lnTo>
                  <a:pt x="1011904" y="7802"/>
                </a:lnTo>
                <a:lnTo>
                  <a:pt x="1013026" y="7697"/>
                </a:lnTo>
                <a:lnTo>
                  <a:pt x="1014142" y="7592"/>
                </a:lnTo>
                <a:lnTo>
                  <a:pt x="1015264" y="7488"/>
                </a:lnTo>
                <a:lnTo>
                  <a:pt x="1016386" y="7385"/>
                </a:lnTo>
                <a:lnTo>
                  <a:pt x="1017503" y="7282"/>
                </a:lnTo>
                <a:lnTo>
                  <a:pt x="1018625" y="7180"/>
                </a:lnTo>
                <a:lnTo>
                  <a:pt x="1019741" y="7078"/>
                </a:lnTo>
                <a:lnTo>
                  <a:pt x="1020863" y="6978"/>
                </a:lnTo>
                <a:lnTo>
                  <a:pt x="1021979" y="6877"/>
                </a:lnTo>
                <a:lnTo>
                  <a:pt x="1023101" y="6777"/>
                </a:lnTo>
                <a:lnTo>
                  <a:pt x="1024217" y="6678"/>
                </a:lnTo>
                <a:lnTo>
                  <a:pt x="1025339" y="6579"/>
                </a:lnTo>
                <a:lnTo>
                  <a:pt x="1026455" y="6481"/>
                </a:lnTo>
                <a:lnTo>
                  <a:pt x="1027577" y="6383"/>
                </a:lnTo>
                <a:lnTo>
                  <a:pt x="1028694" y="6286"/>
                </a:lnTo>
                <a:lnTo>
                  <a:pt x="1029816" y="6190"/>
                </a:lnTo>
                <a:lnTo>
                  <a:pt x="1030938" y="6094"/>
                </a:lnTo>
                <a:lnTo>
                  <a:pt x="1032054" y="5998"/>
                </a:lnTo>
                <a:lnTo>
                  <a:pt x="1033176" y="5903"/>
                </a:lnTo>
                <a:lnTo>
                  <a:pt x="1034292" y="5809"/>
                </a:lnTo>
                <a:lnTo>
                  <a:pt x="1035414" y="5715"/>
                </a:lnTo>
                <a:lnTo>
                  <a:pt x="1036530" y="5622"/>
                </a:lnTo>
                <a:lnTo>
                  <a:pt x="1037652" y="5529"/>
                </a:lnTo>
                <a:lnTo>
                  <a:pt x="1038769" y="5436"/>
                </a:lnTo>
                <a:lnTo>
                  <a:pt x="1039891" y="5345"/>
                </a:lnTo>
                <a:lnTo>
                  <a:pt x="1041007" y="5253"/>
                </a:lnTo>
                <a:lnTo>
                  <a:pt x="1042129" y="5162"/>
                </a:lnTo>
                <a:lnTo>
                  <a:pt x="1043251" y="5072"/>
                </a:lnTo>
                <a:lnTo>
                  <a:pt x="1044367" y="4982"/>
                </a:lnTo>
                <a:lnTo>
                  <a:pt x="1045489" y="4893"/>
                </a:lnTo>
                <a:lnTo>
                  <a:pt x="1046605" y="4804"/>
                </a:lnTo>
                <a:lnTo>
                  <a:pt x="1047727" y="4716"/>
                </a:lnTo>
                <a:lnTo>
                  <a:pt x="1048843" y="4628"/>
                </a:lnTo>
                <a:lnTo>
                  <a:pt x="1049966" y="4541"/>
                </a:lnTo>
                <a:lnTo>
                  <a:pt x="1051082" y="4454"/>
                </a:lnTo>
                <a:lnTo>
                  <a:pt x="1052204" y="4367"/>
                </a:lnTo>
                <a:lnTo>
                  <a:pt x="1053320" y="4281"/>
                </a:lnTo>
                <a:lnTo>
                  <a:pt x="1054442" y="4196"/>
                </a:lnTo>
                <a:lnTo>
                  <a:pt x="1055564" y="4111"/>
                </a:lnTo>
                <a:lnTo>
                  <a:pt x="1056680" y="4026"/>
                </a:lnTo>
                <a:lnTo>
                  <a:pt x="1057802" y="3942"/>
                </a:lnTo>
                <a:lnTo>
                  <a:pt x="1058918" y="3858"/>
                </a:lnTo>
                <a:lnTo>
                  <a:pt x="1060040" y="3775"/>
                </a:lnTo>
                <a:lnTo>
                  <a:pt x="1061157" y="3692"/>
                </a:lnTo>
                <a:lnTo>
                  <a:pt x="1062279" y="3610"/>
                </a:lnTo>
                <a:lnTo>
                  <a:pt x="1063395" y="3528"/>
                </a:lnTo>
                <a:lnTo>
                  <a:pt x="1064517" y="3447"/>
                </a:lnTo>
                <a:lnTo>
                  <a:pt x="1065633" y="3366"/>
                </a:lnTo>
                <a:lnTo>
                  <a:pt x="1066755" y="3285"/>
                </a:lnTo>
                <a:lnTo>
                  <a:pt x="1067877" y="3205"/>
                </a:lnTo>
                <a:lnTo>
                  <a:pt x="1068993" y="3125"/>
                </a:lnTo>
                <a:lnTo>
                  <a:pt x="1070115" y="3046"/>
                </a:lnTo>
                <a:lnTo>
                  <a:pt x="1071232" y="2967"/>
                </a:lnTo>
                <a:lnTo>
                  <a:pt x="1072354" y="2889"/>
                </a:lnTo>
                <a:lnTo>
                  <a:pt x="1073470" y="2811"/>
                </a:lnTo>
                <a:lnTo>
                  <a:pt x="1074592" y="2733"/>
                </a:lnTo>
                <a:lnTo>
                  <a:pt x="1075708" y="2656"/>
                </a:lnTo>
                <a:lnTo>
                  <a:pt x="1076830" y="2579"/>
                </a:lnTo>
                <a:lnTo>
                  <a:pt x="1077946" y="2503"/>
                </a:lnTo>
                <a:lnTo>
                  <a:pt x="1079068" y="2427"/>
                </a:lnTo>
                <a:lnTo>
                  <a:pt x="1080184" y="2351"/>
                </a:lnTo>
                <a:lnTo>
                  <a:pt x="1081306" y="2276"/>
                </a:lnTo>
                <a:lnTo>
                  <a:pt x="1082429" y="2201"/>
                </a:lnTo>
                <a:lnTo>
                  <a:pt x="1083545" y="2127"/>
                </a:lnTo>
                <a:lnTo>
                  <a:pt x="1084667" y="2053"/>
                </a:lnTo>
                <a:lnTo>
                  <a:pt x="1085783" y="1979"/>
                </a:lnTo>
                <a:lnTo>
                  <a:pt x="1086905" y="1906"/>
                </a:lnTo>
                <a:lnTo>
                  <a:pt x="1088021" y="1833"/>
                </a:lnTo>
                <a:lnTo>
                  <a:pt x="1089143" y="1760"/>
                </a:lnTo>
                <a:lnTo>
                  <a:pt x="1090259" y="1688"/>
                </a:lnTo>
                <a:lnTo>
                  <a:pt x="1091381" y="1616"/>
                </a:lnTo>
                <a:lnTo>
                  <a:pt x="1092498" y="1545"/>
                </a:lnTo>
                <a:lnTo>
                  <a:pt x="1093620" y="1474"/>
                </a:lnTo>
                <a:lnTo>
                  <a:pt x="1094742" y="1403"/>
                </a:lnTo>
                <a:lnTo>
                  <a:pt x="1095858" y="1333"/>
                </a:lnTo>
                <a:lnTo>
                  <a:pt x="1096980" y="1263"/>
                </a:lnTo>
                <a:lnTo>
                  <a:pt x="1098096" y="1193"/>
                </a:lnTo>
                <a:lnTo>
                  <a:pt x="1099218" y="1124"/>
                </a:lnTo>
                <a:lnTo>
                  <a:pt x="1100334" y="1055"/>
                </a:lnTo>
                <a:lnTo>
                  <a:pt x="1101456" y="987"/>
                </a:lnTo>
                <a:lnTo>
                  <a:pt x="1102572" y="919"/>
                </a:lnTo>
                <a:lnTo>
                  <a:pt x="1103695" y="851"/>
                </a:lnTo>
                <a:lnTo>
                  <a:pt x="1104811" y="783"/>
                </a:lnTo>
                <a:lnTo>
                  <a:pt x="1105933" y="716"/>
                </a:lnTo>
                <a:lnTo>
                  <a:pt x="1107055" y="650"/>
                </a:lnTo>
                <a:lnTo>
                  <a:pt x="1108171" y="583"/>
                </a:lnTo>
                <a:lnTo>
                  <a:pt x="1109293" y="517"/>
                </a:lnTo>
                <a:lnTo>
                  <a:pt x="1110409" y="451"/>
                </a:lnTo>
                <a:lnTo>
                  <a:pt x="1111531" y="386"/>
                </a:lnTo>
                <a:lnTo>
                  <a:pt x="1112647" y="321"/>
                </a:lnTo>
                <a:lnTo>
                  <a:pt x="1113770" y="256"/>
                </a:lnTo>
                <a:lnTo>
                  <a:pt x="1114886" y="191"/>
                </a:lnTo>
                <a:lnTo>
                  <a:pt x="1116008" y="127"/>
                </a:lnTo>
                <a:lnTo>
                  <a:pt x="1117124" y="63"/>
                </a:lnTo>
                <a:lnTo>
                  <a:pt x="1118246" y="0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0BD17A-F2F8-C20B-3817-3DE00A5DE9AB}"/>
                  </a:ext>
                </a:extLst>
              </p:cNvPr>
              <p:cNvSpPr txBox="1"/>
              <p:nvPr/>
            </p:nvSpPr>
            <p:spPr bwMode="gray">
              <a:xfrm>
                <a:off x="857685" y="2595102"/>
                <a:ext cx="72660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0BD17A-F2F8-C20B-3817-3DE00A5DE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7685" y="2595102"/>
                <a:ext cx="726606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453DD4-077B-2FD4-2664-74AF3B313FF0}"/>
                  </a:ext>
                </a:extLst>
              </p:cNvPr>
              <p:cNvSpPr txBox="1"/>
              <p:nvPr/>
            </p:nvSpPr>
            <p:spPr bwMode="gray">
              <a:xfrm>
                <a:off x="2542052" y="2595102"/>
                <a:ext cx="976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453DD4-077B-2FD4-2664-74AF3B313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42052" y="2595102"/>
                <a:ext cx="976763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D97110-173E-CF89-82BC-4FD12C8AC42B}"/>
                  </a:ext>
                </a:extLst>
              </p:cNvPr>
              <p:cNvSpPr txBox="1"/>
              <p:nvPr/>
            </p:nvSpPr>
            <p:spPr bwMode="gray">
              <a:xfrm>
                <a:off x="4351497" y="2595102"/>
                <a:ext cx="976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D97110-173E-CF89-82BC-4FD12C8AC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51497" y="2595102"/>
                <a:ext cx="976763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FCB0F0-DBBC-80CE-310F-B6D0124536F8}"/>
                  </a:ext>
                </a:extLst>
              </p:cNvPr>
              <p:cNvSpPr txBox="1"/>
              <p:nvPr/>
            </p:nvSpPr>
            <p:spPr bwMode="gray">
              <a:xfrm>
                <a:off x="6160941" y="2595102"/>
                <a:ext cx="976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FCB0F0-DBBC-80CE-310F-B6D012453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60941" y="2595102"/>
                <a:ext cx="976763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D109EE-E60F-3717-17FE-5F9396C780D7}"/>
                  </a:ext>
                </a:extLst>
              </p:cNvPr>
              <p:cNvSpPr txBox="1"/>
              <p:nvPr/>
            </p:nvSpPr>
            <p:spPr bwMode="gray">
              <a:xfrm>
                <a:off x="83147" y="3172346"/>
                <a:ext cx="4096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D109EE-E60F-3717-17FE-5F9396C78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147" y="3172346"/>
                <a:ext cx="409630" cy="261610"/>
              </a:xfrm>
              <a:prstGeom prst="rect">
                <a:avLst/>
              </a:prstGeom>
              <a:blipFill>
                <a:blip r:embed="rId10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108A7C-F097-0A73-C86C-BFA4FB2725F4}"/>
                  </a:ext>
                </a:extLst>
              </p:cNvPr>
              <p:cNvSpPr txBox="1"/>
              <p:nvPr/>
            </p:nvSpPr>
            <p:spPr bwMode="gray">
              <a:xfrm>
                <a:off x="79171" y="4298302"/>
                <a:ext cx="4096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108A7C-F097-0A73-C86C-BFA4FB272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171" y="4298302"/>
                <a:ext cx="409630" cy="261610"/>
              </a:xfrm>
              <a:prstGeom prst="rect">
                <a:avLst/>
              </a:prstGeom>
              <a:blipFill>
                <a:blip r:embed="rId11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1911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5" grpId="0" animBg="1"/>
      <p:bldP spid="309" grpId="0" animBg="1"/>
      <p:bldP spid="244" grpId="0" animBg="1"/>
      <p:bldP spid="176" grpId="0" animBg="1"/>
      <p:bldP spid="117" grpId="0" animBg="1"/>
      <p:bldP spid="383" grpId="0" animBg="1"/>
      <p:bldP spid="452" grpId="0" animBg="1"/>
      <p:bldP spid="521" grpId="0" animBg="1"/>
      <p:bldP spid="595" grpId="0" animBg="1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4A78-E0A2-4962-DB94-E3667DF3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7A067-5200-D0AB-9CF8-ACEA8869A1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Distance Measures for Distributions</a:t>
            </a:r>
          </a:p>
          <a:p>
            <a:pPr marL="342900" indent="-342900"/>
            <a:r>
              <a:rPr lang="en-US" altLang="en-DE" dirty="0"/>
              <a:t>Approximating Marginals: Expectation Propagation</a:t>
            </a:r>
          </a:p>
          <a:p>
            <a:pPr marL="342900" indent="-342900"/>
            <a:r>
              <a:rPr lang="en-US" altLang="en-DE" b="1" dirty="0"/>
              <a:t>Approximating Normalization Constants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FF85BB-CA8A-E3F0-B6AF-CAC1E3EA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31593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B269-0F47-9C15-0424-10221FB2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C198C38D-864B-D2F1-BDF2-D21B4B5FCC1F}"/>
              </a:ext>
            </a:extLst>
          </p:cNvPr>
          <p:cNvSpPr/>
          <p:nvPr/>
        </p:nvSpPr>
        <p:spPr bwMode="gray">
          <a:xfrm>
            <a:off x="7235827" y="3128400"/>
            <a:ext cx="1764544" cy="180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B34D2DF-FEAC-1278-9D53-97CCE9E9E96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2667" cy="3563938"/>
              </a:xfrm>
            </p:spPr>
            <p:txBody>
              <a:bodyPr/>
              <a:lstStyle/>
              <a:p>
                <a:r>
                  <a:rPr lang="en-DE" b="1" dirty="0"/>
                  <a:t>Normalization Constant</a:t>
                </a:r>
                <a:r>
                  <a:rPr lang="en-DE" dirty="0"/>
                  <a:t>: </a:t>
                </a:r>
                <a:r>
                  <a:rPr lang="en-DE" i="1" dirty="0"/>
                  <a:t>Given a factor graph with factors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DE" i="1" dirty="0"/>
                  <a:t>, each over a subset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, the </a:t>
                </a:r>
                <a:r>
                  <a:rPr lang="en-DE" dirty="0"/>
                  <a:t>normalization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DE" dirty="0"/>
                  <a:t> </a:t>
                </a:r>
                <a:r>
                  <a:rPr lang="en-DE" i="1" dirty="0"/>
                  <a:t>is defined as the sum over all variables</a:t>
                </a:r>
                <a:endParaRPr lang="en-DE" b="1" i="1" dirty="0"/>
              </a:p>
              <a:p>
                <a:endParaRPr lang="en-DE" b="1" dirty="0"/>
              </a:p>
              <a:p>
                <a:endParaRPr lang="en-DE" b="1" dirty="0"/>
              </a:p>
              <a:p>
                <a:r>
                  <a:rPr lang="en-DE" b="1" dirty="0"/>
                  <a:t>Inference in Factor Graphs</a:t>
                </a:r>
                <a:r>
                  <a:rPr lang="en-DE" dirty="0"/>
                  <a:t>: In order to learn from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we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Modelling</a:t>
                </a:r>
                <a:r>
                  <a:rPr lang="en-DE" sz="1200" dirty="0"/>
                  <a:t>: Formulate a joint model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DE" sz="1200" dirty="0"/>
                  <a:t> of parameters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b="0" dirty="0"/>
                  <a:t> and </a:t>
                </a:r>
                <a:r>
                  <a:rPr lang="en-DE" sz="1200" dirty="0"/>
                  <a:t>data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200" b="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US" sz="1200" b="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b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Conditioning</a:t>
                </a:r>
                <a:r>
                  <a:rPr lang="en-DE" sz="1200" dirty="0"/>
                  <a:t>: Remove the variables that represent data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from the factor graph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dirty="0"/>
              </a:p>
              <a:p>
                <a:pPr lvl="1"/>
                <a:r>
                  <a:rPr lang="en-DE" sz="1200" dirty="0"/>
                  <a:t>The normalization constant is the probability of the data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and measures how good our probabilistic model explains the observed training set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(</a:t>
                </a:r>
                <a:r>
                  <a:rPr lang="en-DE" sz="1200" i="1" dirty="0"/>
                  <a:t>model evidence</a:t>
                </a:r>
                <a:r>
                  <a:rPr lang="en-DE" sz="1200" dirty="0"/>
                  <a:t>)!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B34D2DF-FEAC-1278-9D53-97CCE9E9E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2667" cy="3563938"/>
              </a:xfrm>
              <a:blipFill>
                <a:blip r:embed="rId2"/>
                <a:stretch>
                  <a:fillRect t="-355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4D8662BE-B280-D738-6603-B69B0FC9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Normalization Constant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183DB6-73FF-4A1D-D435-DB872690E3AC}"/>
              </a:ext>
            </a:extLst>
          </p:cNvPr>
          <p:cNvCxnSpPr>
            <a:cxnSpLocks/>
            <a:stCxn id="40" idx="5"/>
            <a:endCxn id="44" idx="1"/>
          </p:cNvCxnSpPr>
          <p:nvPr/>
        </p:nvCxnSpPr>
        <p:spPr bwMode="gray">
          <a:xfrm>
            <a:off x="7991480" y="2240753"/>
            <a:ext cx="167126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2D73E7-3EB2-558A-812C-90314D3F6513}"/>
              </a:ext>
            </a:extLst>
          </p:cNvPr>
          <p:cNvCxnSpPr>
            <a:cxnSpLocks/>
            <a:stCxn id="41" idx="3"/>
            <a:endCxn id="44" idx="3"/>
          </p:cNvCxnSpPr>
          <p:nvPr/>
        </p:nvCxnSpPr>
        <p:spPr bwMode="gray">
          <a:xfrm flipH="1">
            <a:off x="8284605" y="2240753"/>
            <a:ext cx="140723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37BD36D-DA05-F664-54DD-3E530C80706F}"/>
                  </a:ext>
                </a:extLst>
              </p:cNvPr>
              <p:cNvSpPr/>
              <p:nvPr/>
            </p:nvSpPr>
            <p:spPr bwMode="gray">
              <a:xfrm>
                <a:off x="7776385" y="146624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37BD36D-DA05-F664-54DD-3E530C807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6385" y="1466240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EE8164-7A8B-5CEE-E1E8-455745524EAB}"/>
                  </a:ext>
                </a:extLst>
              </p:cNvPr>
              <p:cNvSpPr/>
              <p:nvPr/>
            </p:nvSpPr>
            <p:spPr bwMode="gray">
              <a:xfrm>
                <a:off x="8095606" y="2601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EE8164-7A8B-5CEE-E1E8-455745524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95606" y="2601722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64B55BE-694C-92A6-B0CB-944458E4796F}"/>
                  </a:ext>
                </a:extLst>
              </p:cNvPr>
              <p:cNvSpPr/>
              <p:nvPr/>
            </p:nvSpPr>
            <p:spPr bwMode="gray">
              <a:xfrm>
                <a:off x="8388424" y="146624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64B55BE-694C-92A6-B0CB-944458E479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8424" y="1466240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E0DEF84D-1AF6-A594-4ADD-2B02F8286821}"/>
              </a:ext>
            </a:extLst>
          </p:cNvPr>
          <p:cNvSpPr/>
          <p:nvPr/>
        </p:nvSpPr>
        <p:spPr bwMode="gray">
          <a:xfrm>
            <a:off x="8451424" y="125158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3F321B-DE81-F914-A7A7-2650E2D0F41D}"/>
              </a:ext>
            </a:extLst>
          </p:cNvPr>
          <p:cNvSpPr/>
          <p:nvPr/>
        </p:nvSpPr>
        <p:spPr bwMode="gray">
          <a:xfrm>
            <a:off x="7839385" y="125158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1E8A14-A1D7-9E5C-A993-0822801CC392}"/>
              </a:ext>
            </a:extLst>
          </p:cNvPr>
          <p:cNvCxnSpPr>
            <a:cxnSpLocks/>
            <a:stCxn id="37" idx="2"/>
            <a:endCxn id="33" idx="0"/>
          </p:cNvCxnSpPr>
          <p:nvPr/>
        </p:nvCxnSpPr>
        <p:spPr bwMode="gray">
          <a:xfrm>
            <a:off x="7902385" y="1377586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18E863-2F92-77D5-9686-2A99221E5910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 bwMode="gray">
          <a:xfrm>
            <a:off x="8514424" y="1377586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6552C6F-A448-67A6-C1D1-47ABA372B06D}"/>
                  </a:ext>
                </a:extLst>
              </p:cNvPr>
              <p:cNvSpPr/>
              <p:nvPr/>
            </p:nvSpPr>
            <p:spPr bwMode="gray">
              <a:xfrm>
                <a:off x="7776385" y="20256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6552C6F-A448-67A6-C1D1-47ABA372B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6385" y="2025658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7852ECE-1975-1AA1-CE56-EA2932212DD0}"/>
                  </a:ext>
                </a:extLst>
              </p:cNvPr>
              <p:cNvSpPr/>
              <p:nvPr/>
            </p:nvSpPr>
            <p:spPr bwMode="gray">
              <a:xfrm>
                <a:off x="8388424" y="20256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7852ECE-1975-1AA1-CE56-EA2932212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8424" y="202565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FEE105BD-FD89-399D-DAAC-3CF16B3F2F54}"/>
              </a:ext>
            </a:extLst>
          </p:cNvPr>
          <p:cNvSpPr/>
          <p:nvPr/>
        </p:nvSpPr>
        <p:spPr bwMode="gray">
          <a:xfrm>
            <a:off x="7839385" y="18096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1E8DA1-52D9-57BC-CD21-212E306BB7DA}"/>
              </a:ext>
            </a:extLst>
          </p:cNvPr>
          <p:cNvSpPr/>
          <p:nvPr/>
        </p:nvSpPr>
        <p:spPr bwMode="gray">
          <a:xfrm>
            <a:off x="8451424" y="18096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33F9F5-D529-993F-3FCB-135BA6B7318E}"/>
              </a:ext>
            </a:extLst>
          </p:cNvPr>
          <p:cNvSpPr/>
          <p:nvPr/>
        </p:nvSpPr>
        <p:spPr bwMode="gray">
          <a:xfrm>
            <a:off x="8158606" y="231369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E568F5-BE9C-C7AC-F5C9-C83778177621}"/>
              </a:ext>
            </a:extLst>
          </p:cNvPr>
          <p:cNvCxnSpPr>
            <a:cxnSpLocks/>
            <a:stCxn id="44" idx="2"/>
            <a:endCxn id="34" idx="0"/>
          </p:cNvCxnSpPr>
          <p:nvPr/>
        </p:nvCxnSpPr>
        <p:spPr bwMode="gray">
          <a:xfrm>
            <a:off x="8221606" y="2439689"/>
            <a:ext cx="0" cy="16203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35C45C-7E5C-83A9-873A-04FD3EFE1828}"/>
              </a:ext>
            </a:extLst>
          </p:cNvPr>
          <p:cNvCxnSpPr>
            <a:cxnSpLocks/>
            <a:stCxn id="33" idx="4"/>
            <a:endCxn id="42" idx="0"/>
          </p:cNvCxnSpPr>
          <p:nvPr/>
        </p:nvCxnSpPr>
        <p:spPr bwMode="gray">
          <a:xfrm>
            <a:off x="7902385" y="1718239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8ECC77-0412-96C0-2E96-AC7BFCF14ACA}"/>
              </a:ext>
            </a:extLst>
          </p:cNvPr>
          <p:cNvCxnSpPr>
            <a:cxnSpLocks/>
            <a:stCxn id="35" idx="4"/>
            <a:endCxn id="43" idx="0"/>
          </p:cNvCxnSpPr>
          <p:nvPr/>
        </p:nvCxnSpPr>
        <p:spPr bwMode="gray">
          <a:xfrm>
            <a:off x="8514424" y="1718239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22628F-EC2B-15B0-2EA6-D91073FCF397}"/>
              </a:ext>
            </a:extLst>
          </p:cNvPr>
          <p:cNvCxnSpPr>
            <a:cxnSpLocks/>
            <a:stCxn id="43" idx="2"/>
            <a:endCxn id="41" idx="0"/>
          </p:cNvCxnSpPr>
          <p:nvPr/>
        </p:nvCxnSpPr>
        <p:spPr bwMode="gray">
          <a:xfrm>
            <a:off x="8514424" y="1935633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020683-D4AA-5D6E-8126-E33135345AF0}"/>
              </a:ext>
            </a:extLst>
          </p:cNvPr>
          <p:cNvCxnSpPr>
            <a:cxnSpLocks/>
            <a:stCxn id="42" idx="2"/>
            <a:endCxn id="40" idx="0"/>
          </p:cNvCxnSpPr>
          <p:nvPr/>
        </p:nvCxnSpPr>
        <p:spPr bwMode="gray">
          <a:xfrm>
            <a:off x="7902385" y="1935633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88F351-6BD3-8AE0-8B5E-4D0A8B0952D0}"/>
                  </a:ext>
                </a:extLst>
              </p:cNvPr>
              <p:cNvSpPr txBox="1"/>
              <p:nvPr/>
            </p:nvSpPr>
            <p:spPr bwMode="gray">
              <a:xfrm>
                <a:off x="7375525" y="2817143"/>
                <a:ext cx="169215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88F351-6BD3-8AE0-8B5E-4D0A8B095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5525" y="2817143"/>
                <a:ext cx="169215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FDD7B1E-BD54-E286-74F3-D45B991C83CB}"/>
              </a:ext>
            </a:extLst>
          </p:cNvPr>
          <p:cNvCxnSpPr>
            <a:cxnSpLocks/>
            <a:stCxn id="60" idx="5"/>
            <a:endCxn id="64" idx="1"/>
          </p:cNvCxnSpPr>
          <p:nvPr/>
        </p:nvCxnSpPr>
        <p:spPr bwMode="gray">
          <a:xfrm>
            <a:off x="7990909" y="4255315"/>
            <a:ext cx="167126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10C6CB-9060-660A-72DF-45EBF2C7B660}"/>
              </a:ext>
            </a:extLst>
          </p:cNvPr>
          <p:cNvCxnSpPr>
            <a:cxnSpLocks/>
            <a:stCxn id="61" idx="3"/>
            <a:endCxn id="64" idx="3"/>
          </p:cNvCxnSpPr>
          <p:nvPr/>
        </p:nvCxnSpPr>
        <p:spPr bwMode="gray">
          <a:xfrm flipH="1">
            <a:off x="8284034" y="4255315"/>
            <a:ext cx="140723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E662DAF-1A7A-8A85-A1C6-3B43A227EDD6}"/>
                  </a:ext>
                </a:extLst>
              </p:cNvPr>
              <p:cNvSpPr/>
              <p:nvPr/>
            </p:nvSpPr>
            <p:spPr bwMode="gray">
              <a:xfrm>
                <a:off x="7775814" y="348080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E662DAF-1A7A-8A85-A1C6-3B43A227ED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5814" y="348080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3186A61-AD50-DBB7-E4CE-74DF2467B1D8}"/>
                  </a:ext>
                </a:extLst>
              </p:cNvPr>
              <p:cNvSpPr/>
              <p:nvPr/>
            </p:nvSpPr>
            <p:spPr bwMode="gray">
              <a:xfrm>
                <a:off x="8387853" y="348080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3186A61-AD50-DBB7-E4CE-74DF2467B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853" y="3480802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100A8F23-A2CF-5F1D-2F7B-E3C4D462DC94}"/>
              </a:ext>
            </a:extLst>
          </p:cNvPr>
          <p:cNvSpPr/>
          <p:nvPr/>
        </p:nvSpPr>
        <p:spPr bwMode="gray">
          <a:xfrm>
            <a:off x="8450853" y="32661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AF5E687-20E9-6465-B7AE-DAF29F76AA05}"/>
              </a:ext>
            </a:extLst>
          </p:cNvPr>
          <p:cNvSpPr/>
          <p:nvPr/>
        </p:nvSpPr>
        <p:spPr bwMode="gray">
          <a:xfrm>
            <a:off x="7838814" y="32661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7F6DEB8-8916-9CA1-1DE3-24F6D2F95F70}"/>
              </a:ext>
            </a:extLst>
          </p:cNvPr>
          <p:cNvCxnSpPr>
            <a:cxnSpLocks/>
            <a:stCxn id="57" idx="2"/>
            <a:endCxn id="53" idx="0"/>
          </p:cNvCxnSpPr>
          <p:nvPr/>
        </p:nvCxnSpPr>
        <p:spPr bwMode="gray">
          <a:xfrm>
            <a:off x="7901814" y="3392148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AD8101-F1A2-D296-CD87-828A69D885D0}"/>
              </a:ext>
            </a:extLst>
          </p:cNvPr>
          <p:cNvCxnSpPr>
            <a:cxnSpLocks/>
            <a:stCxn id="56" idx="2"/>
            <a:endCxn id="55" idx="0"/>
          </p:cNvCxnSpPr>
          <p:nvPr/>
        </p:nvCxnSpPr>
        <p:spPr bwMode="gray">
          <a:xfrm>
            <a:off x="8513853" y="3392148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12C7B7C-3CCC-1691-BC35-6B38D8DEF62A}"/>
                  </a:ext>
                </a:extLst>
              </p:cNvPr>
              <p:cNvSpPr/>
              <p:nvPr/>
            </p:nvSpPr>
            <p:spPr bwMode="gray">
              <a:xfrm>
                <a:off x="7775814" y="404022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12C7B7C-3CCC-1691-BC35-6B38D8DEF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5814" y="4040220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8899761-BC47-883C-DBAF-572FEA591517}"/>
                  </a:ext>
                </a:extLst>
              </p:cNvPr>
              <p:cNvSpPr/>
              <p:nvPr/>
            </p:nvSpPr>
            <p:spPr bwMode="gray">
              <a:xfrm>
                <a:off x="8387853" y="404022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8899761-BC47-883C-DBAF-572FEA5915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853" y="4040220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8B666B5D-B0A4-984D-16CD-E0BAB300D762}"/>
              </a:ext>
            </a:extLst>
          </p:cNvPr>
          <p:cNvSpPr/>
          <p:nvPr/>
        </p:nvSpPr>
        <p:spPr bwMode="gray">
          <a:xfrm>
            <a:off x="7838814" y="382419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EEB546-C8A6-1029-48EE-1AB38619AFDF}"/>
              </a:ext>
            </a:extLst>
          </p:cNvPr>
          <p:cNvSpPr/>
          <p:nvPr/>
        </p:nvSpPr>
        <p:spPr bwMode="gray">
          <a:xfrm>
            <a:off x="8450853" y="382419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5CE87D-AC18-9CDA-CC61-4A5E6DC43622}"/>
              </a:ext>
            </a:extLst>
          </p:cNvPr>
          <p:cNvSpPr/>
          <p:nvPr/>
        </p:nvSpPr>
        <p:spPr bwMode="gray">
          <a:xfrm>
            <a:off x="8158035" y="432825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BEB4FA-F687-E8C7-1104-BA87B844C4FD}"/>
              </a:ext>
            </a:extLst>
          </p:cNvPr>
          <p:cNvCxnSpPr>
            <a:cxnSpLocks/>
            <a:stCxn id="53" idx="4"/>
            <a:endCxn id="62" idx="0"/>
          </p:cNvCxnSpPr>
          <p:nvPr/>
        </p:nvCxnSpPr>
        <p:spPr bwMode="gray">
          <a:xfrm>
            <a:off x="7901814" y="3732801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14F4F2D-B9EE-6150-4A83-EB34746136F2}"/>
              </a:ext>
            </a:extLst>
          </p:cNvPr>
          <p:cNvCxnSpPr>
            <a:cxnSpLocks/>
            <a:stCxn id="55" idx="4"/>
            <a:endCxn id="63" idx="0"/>
          </p:cNvCxnSpPr>
          <p:nvPr/>
        </p:nvCxnSpPr>
        <p:spPr bwMode="gray">
          <a:xfrm>
            <a:off x="8513853" y="3732801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3347431-DDDF-2427-6DC5-79B6D59C190F}"/>
              </a:ext>
            </a:extLst>
          </p:cNvPr>
          <p:cNvCxnSpPr>
            <a:cxnSpLocks/>
            <a:stCxn id="63" idx="2"/>
            <a:endCxn id="61" idx="0"/>
          </p:cNvCxnSpPr>
          <p:nvPr/>
        </p:nvCxnSpPr>
        <p:spPr bwMode="gray">
          <a:xfrm>
            <a:off x="8513853" y="3950195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2ACBE89-8D38-B616-E7CB-AB640B0BD051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 bwMode="gray">
          <a:xfrm>
            <a:off x="7901814" y="3950195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70ED45-87C3-8959-586C-39B191A2E204}"/>
                  </a:ext>
                </a:extLst>
              </p:cNvPr>
              <p:cNvSpPr txBox="1"/>
              <p:nvPr/>
            </p:nvSpPr>
            <p:spPr bwMode="gray">
              <a:xfrm>
                <a:off x="7379828" y="4552975"/>
                <a:ext cx="169215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70ED45-87C3-8959-586C-39B191A2E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9828" y="4552975"/>
                <a:ext cx="1692159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DD97FD1-0385-7A85-C073-8C0DA6FF3A14}"/>
                  </a:ext>
                </a:extLst>
              </p:cNvPr>
              <p:cNvSpPr txBox="1"/>
              <p:nvPr/>
            </p:nvSpPr>
            <p:spPr bwMode="gray">
              <a:xfrm>
                <a:off x="1852728" y="1901373"/>
                <a:ext cx="4662661" cy="643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DD97FD1-0385-7A85-C073-8C0DA6FF3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52728" y="1901373"/>
                <a:ext cx="4662661" cy="643125"/>
              </a:xfrm>
              <a:prstGeom prst="rect">
                <a:avLst/>
              </a:prstGeom>
              <a:blipFill>
                <a:blip r:embed="rId14"/>
                <a:stretch>
                  <a:fillRect t="-109615" b="-1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31DA34D-DE17-8010-6238-2EE251B59CDE}"/>
                  </a:ext>
                </a:extLst>
              </p:cNvPr>
              <p:cNvSpPr txBox="1"/>
              <p:nvPr/>
            </p:nvSpPr>
            <p:spPr bwMode="gray">
              <a:xfrm>
                <a:off x="2051720" y="3003798"/>
                <a:ext cx="2309548" cy="643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31DA34D-DE17-8010-6238-2EE251B59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720" y="3003798"/>
                <a:ext cx="2309548" cy="643125"/>
              </a:xfrm>
              <a:prstGeom prst="rect">
                <a:avLst/>
              </a:prstGeom>
              <a:blipFill>
                <a:blip r:embed="rId15"/>
                <a:stretch>
                  <a:fillRect l="-6011" t="-109615" b="-1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EEA1D0-6E18-996B-DB8F-535B4171237B}"/>
                  </a:ext>
                </a:extLst>
              </p:cNvPr>
              <p:cNvSpPr txBox="1"/>
              <p:nvPr/>
            </p:nvSpPr>
            <p:spPr bwMode="gray">
              <a:xfrm>
                <a:off x="4073236" y="3128401"/>
                <a:ext cx="5760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EEA1D0-6E18-996B-DB8F-535B41712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73236" y="3128401"/>
                <a:ext cx="576064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D8E29B5-0A5F-D983-D645-74D80E08C09E}"/>
                  </a:ext>
                </a:extLst>
              </p:cNvPr>
              <p:cNvSpPr txBox="1"/>
              <p:nvPr/>
            </p:nvSpPr>
            <p:spPr bwMode="gray">
              <a:xfrm>
                <a:off x="1907704" y="3833723"/>
                <a:ext cx="2309548" cy="643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D8E29B5-0A5F-D983-D645-74D80E08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07704" y="3833723"/>
                <a:ext cx="2309548" cy="643125"/>
              </a:xfrm>
              <a:prstGeom prst="rect">
                <a:avLst/>
              </a:prstGeom>
              <a:blipFill>
                <a:blip r:embed="rId17"/>
                <a:stretch>
                  <a:fillRect l="-546" t="-109615" b="-1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1D2FA6A-0E48-5CBD-E97E-D2C755CE9177}"/>
                  </a:ext>
                </a:extLst>
              </p:cNvPr>
              <p:cNvSpPr txBox="1"/>
              <p:nvPr/>
            </p:nvSpPr>
            <p:spPr bwMode="gray">
              <a:xfrm>
                <a:off x="3851920" y="3966088"/>
                <a:ext cx="5760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1D2FA6A-0E48-5CBD-E97E-D2C755CE9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1920" y="3966088"/>
                <a:ext cx="576064" cy="307777"/>
              </a:xfrm>
              <a:prstGeom prst="rect">
                <a:avLst/>
              </a:prstGeom>
              <a:blipFill>
                <a:blip r:embed="rId18"/>
                <a:stretch>
                  <a:fillRect r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8EE3F416-FF84-7570-FD77-0830E68ADDEB}"/>
              </a:ext>
            </a:extLst>
          </p:cNvPr>
          <p:cNvSpPr/>
          <p:nvPr/>
        </p:nvSpPr>
        <p:spPr bwMode="gray">
          <a:xfrm>
            <a:off x="2528149" y="3851171"/>
            <a:ext cx="2043851" cy="5860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10B4FED-5A5B-C5A5-5F8B-F109C460424D}"/>
              </a:ext>
            </a:extLst>
          </p:cNvPr>
          <p:cNvCxnSpPr>
            <a:cxnSpLocks/>
            <a:stCxn id="79" idx="1"/>
            <a:endCxn id="77" idx="3"/>
          </p:cNvCxnSpPr>
          <p:nvPr/>
        </p:nvCxnSpPr>
        <p:spPr bwMode="gray">
          <a:xfrm flipH="1">
            <a:off x="4572000" y="4144217"/>
            <a:ext cx="60998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7E48A41-5088-3FEE-4E62-DC17B8FE05D1}"/>
              </a:ext>
            </a:extLst>
          </p:cNvPr>
          <p:cNvSpPr txBox="1"/>
          <p:nvPr/>
        </p:nvSpPr>
        <p:spPr bwMode="gray">
          <a:xfrm>
            <a:off x="5181985" y="3932823"/>
            <a:ext cx="1530784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Law of total probability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751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50" grpId="0"/>
      <p:bldP spid="53" grpId="0" animBg="1"/>
      <p:bldP spid="55" grpId="0" animBg="1"/>
      <p:bldP spid="56" grpId="0" animBg="1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70" grpId="0"/>
      <p:bldP spid="72" grpId="0"/>
      <p:bldP spid="73" grpId="0"/>
      <p:bldP spid="74" grpId="0"/>
      <p:bldP spid="75" grpId="0"/>
      <p:bldP spid="76" grpId="0"/>
      <p:bldP spid="77" grpId="0" animBg="1"/>
      <p:bldP spid="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9D85A65-FB8D-F13C-96CA-BF134EFF214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927588"/>
              </a:xfrm>
            </p:spPr>
            <p:txBody>
              <a:bodyPr/>
              <a:lstStyle/>
              <a:p>
                <a:r>
                  <a:rPr lang="en-US" dirty="0"/>
                  <a:t>The non-normalized marginal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is defined as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9D85A65-FB8D-F13C-96CA-BF134EFF2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927588"/>
              </a:xfrm>
              <a:blipFill>
                <a:blip r:embed="rId2"/>
                <a:stretch>
                  <a:fillRect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84D3ADD-B882-D5A2-D526-6F2C1FC0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Constant via Message Passing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DF913-7282-5CD8-C1D2-156E9F14D569}"/>
                  </a:ext>
                </a:extLst>
              </p:cNvPr>
              <p:cNvSpPr txBox="1"/>
              <p:nvPr/>
            </p:nvSpPr>
            <p:spPr bwMode="gray">
              <a:xfrm>
                <a:off x="6364005" y="2257597"/>
                <a:ext cx="2715352" cy="4675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0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∖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0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nary>
                            <m:naryPr>
                              <m:chr m:val="∏"/>
                              <m:supHide m:val="on"/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DF913-7282-5CD8-C1D2-156E9F14D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64005" y="2257597"/>
                <a:ext cx="2715352" cy="467500"/>
              </a:xfrm>
              <a:prstGeom prst="rect">
                <a:avLst/>
              </a:prstGeom>
              <a:blipFill>
                <a:blip r:embed="rId3"/>
                <a:stretch>
                  <a:fillRect l="-1869" t="-113158" b="-13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CBE9F2-0988-4FAD-6CB8-E825BEB813EC}"/>
                  </a:ext>
                </a:extLst>
              </p:cNvPr>
              <p:cNvSpPr txBox="1"/>
              <p:nvPr/>
            </p:nvSpPr>
            <p:spPr bwMode="gray">
              <a:xfrm>
                <a:off x="1115616" y="1491630"/>
                <a:ext cx="6301456" cy="684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ne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ne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ne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𝑚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CBE9F2-0988-4FAD-6CB8-E825BEB81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1491630"/>
                <a:ext cx="6301456" cy="684033"/>
              </a:xfrm>
              <a:prstGeom prst="rect">
                <a:avLst/>
              </a:prstGeom>
              <a:blipFill>
                <a:blip r:embed="rId4"/>
                <a:stretch>
                  <a:fillRect t="-103636" b="-1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23B6AE-9250-86B7-5780-C62BD51B5B52}"/>
                  </a:ext>
                </a:extLst>
              </p:cNvPr>
              <p:cNvSpPr txBox="1"/>
              <p:nvPr/>
            </p:nvSpPr>
            <p:spPr bwMode="gray">
              <a:xfrm>
                <a:off x="2809375" y="2132443"/>
                <a:ext cx="1800200" cy="6840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23B6AE-9250-86B7-5780-C62BD51B5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09375" y="2132443"/>
                <a:ext cx="1800200" cy="684033"/>
              </a:xfrm>
              <a:prstGeom prst="rect">
                <a:avLst/>
              </a:prstGeom>
              <a:blipFill>
                <a:blip r:embed="rId5"/>
                <a:stretch>
                  <a:fillRect t="-107407" b="-1444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E7C2AA-B875-25E5-477F-D1F2C62F4E7F}"/>
              </a:ext>
            </a:extLst>
          </p:cNvPr>
          <p:cNvCxnSpPr>
            <a:cxnSpLocks/>
            <a:endCxn id="25" idx="3"/>
          </p:cNvCxnSpPr>
          <p:nvPr/>
        </p:nvCxnSpPr>
        <p:spPr bwMode="gray">
          <a:xfrm flipH="1">
            <a:off x="2916836" y="2747064"/>
            <a:ext cx="562191" cy="3686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C2DA4D-F1B2-4727-A949-AE18EAD56845}"/>
                  </a:ext>
                </a:extLst>
              </p:cNvPr>
              <p:cNvSpPr txBox="1"/>
              <p:nvPr/>
            </p:nvSpPr>
            <p:spPr bwMode="gray">
              <a:xfrm>
                <a:off x="4431977" y="2814394"/>
                <a:ext cx="3036101" cy="56105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C2DA4D-F1B2-4727-A949-AE18EAD56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1977" y="2814394"/>
                <a:ext cx="3036101" cy="5610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F3E7FA-6AA5-17B5-D784-0FF23F8B563C}"/>
                  </a:ext>
                </a:extLst>
              </p:cNvPr>
              <p:cNvSpPr txBox="1"/>
              <p:nvPr/>
            </p:nvSpPr>
            <p:spPr bwMode="gray">
              <a:xfrm>
                <a:off x="543623" y="2861877"/>
                <a:ext cx="2373213" cy="50757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F3E7FA-6AA5-17B5-D784-0FF23F8B5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623" y="2861877"/>
                <a:ext cx="2373213" cy="5075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14C12674-FC6B-43C9-2F88-B4076E17BDD6}"/>
              </a:ext>
            </a:extLst>
          </p:cNvPr>
          <p:cNvSpPr txBox="1"/>
          <p:nvPr/>
        </p:nvSpPr>
        <p:spPr bwMode="gray">
          <a:xfrm>
            <a:off x="395536" y="250839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Variable node root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8349D4-86A9-3C7D-4E7A-E2124E7F697A}"/>
              </a:ext>
            </a:extLst>
          </p:cNvPr>
          <p:cNvSpPr txBox="1"/>
          <p:nvPr/>
        </p:nvSpPr>
        <p:spPr bwMode="gray">
          <a:xfrm>
            <a:off x="4387420" y="250839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Factor node root</a:t>
            </a:r>
            <a:endParaRPr lang="en-US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71C72E-8BFC-DD7B-1A34-E4A01B093462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 bwMode="gray">
          <a:xfrm flipH="1">
            <a:off x="973845" y="3666026"/>
            <a:ext cx="426315" cy="17622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430E23-7E16-4A23-12DF-C1D6BF71750A}"/>
              </a:ext>
            </a:extLst>
          </p:cNvPr>
          <p:cNvCxnSpPr>
            <a:cxnSpLocks/>
            <a:stCxn id="45" idx="0"/>
            <a:endCxn id="48" idx="2"/>
          </p:cNvCxnSpPr>
          <p:nvPr/>
        </p:nvCxnSpPr>
        <p:spPr bwMode="gray">
          <a:xfrm flipV="1">
            <a:off x="1036845" y="3905251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5D3F06D-6FFA-6240-E94F-F1AB2681607A}"/>
                  </a:ext>
                </a:extLst>
              </p:cNvPr>
              <p:cNvSpPr/>
              <p:nvPr/>
            </p:nvSpPr>
            <p:spPr bwMode="gray">
              <a:xfrm>
                <a:off x="1774698" y="401174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5D3F06D-6FFA-6240-E94F-F1AB26816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74698" y="4011741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DF7C90C-7F86-FA8D-C968-0053141EBF22}"/>
                  </a:ext>
                </a:extLst>
              </p:cNvPr>
              <p:cNvSpPr/>
              <p:nvPr/>
            </p:nvSpPr>
            <p:spPr bwMode="gray">
              <a:xfrm>
                <a:off x="910845" y="46063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DF7C90C-7F86-FA8D-C968-0053141EB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0845" y="4606337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EADF2FD1-A1C8-8E6E-F783-C5AE50478C07}"/>
              </a:ext>
            </a:extLst>
          </p:cNvPr>
          <p:cNvSpPr/>
          <p:nvPr/>
        </p:nvSpPr>
        <p:spPr bwMode="gray">
          <a:xfrm>
            <a:off x="973845" y="49660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9EBB37-A58F-CE83-EEAE-3CD3D3D79518}"/>
              </a:ext>
            </a:extLst>
          </p:cNvPr>
          <p:cNvSpPr/>
          <p:nvPr/>
        </p:nvSpPr>
        <p:spPr bwMode="gray">
          <a:xfrm>
            <a:off x="1837698" y="437272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2DC8F5-2AC7-0975-9F30-E4C4190E94E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 bwMode="gray">
          <a:xfrm flipV="1">
            <a:off x="1900698" y="4263740"/>
            <a:ext cx="0" cy="10898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CDA502-C85B-6261-4B13-A31A62186566}"/>
              </a:ext>
            </a:extLst>
          </p:cNvPr>
          <p:cNvCxnSpPr>
            <a:cxnSpLocks/>
            <a:stCxn id="40" idx="0"/>
            <a:endCxn id="39" idx="4"/>
          </p:cNvCxnSpPr>
          <p:nvPr/>
        </p:nvCxnSpPr>
        <p:spPr bwMode="gray">
          <a:xfrm flipV="1">
            <a:off x="1036845" y="4858336"/>
            <a:ext cx="0" cy="1076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C2015D-8CA7-B0D5-1D79-66DF00BD3555}"/>
                  </a:ext>
                </a:extLst>
              </p:cNvPr>
              <p:cNvSpPr/>
              <p:nvPr/>
            </p:nvSpPr>
            <p:spPr bwMode="gray">
              <a:xfrm>
                <a:off x="1363256" y="345093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C2015D-8CA7-B0D5-1D79-66DF00BD3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63256" y="3450931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86722EF-4861-B663-E1C6-AF2273B4B72A}"/>
                  </a:ext>
                </a:extLst>
              </p:cNvPr>
              <p:cNvSpPr/>
              <p:nvPr/>
            </p:nvSpPr>
            <p:spPr bwMode="gray">
              <a:xfrm>
                <a:off x="910845" y="401294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86722EF-4861-B663-E1C6-AF2273B4B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0845" y="4012947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C61828D8-16BD-00DD-8669-A5CDAA48EC28}"/>
              </a:ext>
            </a:extLst>
          </p:cNvPr>
          <p:cNvSpPr/>
          <p:nvPr/>
        </p:nvSpPr>
        <p:spPr bwMode="gray">
          <a:xfrm>
            <a:off x="1837698" y="377925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A8D64C-F40C-3B60-FA0D-FB02615988D6}"/>
              </a:ext>
            </a:extLst>
          </p:cNvPr>
          <p:cNvSpPr/>
          <p:nvPr/>
        </p:nvSpPr>
        <p:spPr bwMode="gray">
          <a:xfrm>
            <a:off x="973845" y="437264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528DE6-2325-3E87-57D2-DEA233576D66}"/>
              </a:ext>
            </a:extLst>
          </p:cNvPr>
          <p:cNvSpPr/>
          <p:nvPr/>
        </p:nvSpPr>
        <p:spPr bwMode="gray">
          <a:xfrm>
            <a:off x="973845" y="377925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660334E-F4BD-6C10-5FE1-EF9C427EC979}"/>
              </a:ext>
            </a:extLst>
          </p:cNvPr>
          <p:cNvCxnSpPr>
            <a:cxnSpLocks/>
            <a:stCxn id="38" idx="0"/>
            <a:endCxn id="46" idx="2"/>
          </p:cNvCxnSpPr>
          <p:nvPr/>
        </p:nvCxnSpPr>
        <p:spPr bwMode="gray">
          <a:xfrm flipV="1">
            <a:off x="1900698" y="3905251"/>
            <a:ext cx="0" cy="10649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FD8354-9DE7-ABB0-5138-C0F3ECF22133}"/>
              </a:ext>
            </a:extLst>
          </p:cNvPr>
          <p:cNvCxnSpPr>
            <a:cxnSpLocks/>
            <a:stCxn id="39" idx="0"/>
            <a:endCxn id="47" idx="2"/>
          </p:cNvCxnSpPr>
          <p:nvPr/>
        </p:nvCxnSpPr>
        <p:spPr bwMode="gray">
          <a:xfrm flipV="1">
            <a:off x="1036845" y="4498641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3ABE394-8049-DC8D-072A-B8402A71DB6E}"/>
              </a:ext>
            </a:extLst>
          </p:cNvPr>
          <p:cNvCxnSpPr>
            <a:cxnSpLocks/>
            <a:stCxn id="47" idx="0"/>
            <a:endCxn id="45" idx="4"/>
          </p:cNvCxnSpPr>
          <p:nvPr/>
        </p:nvCxnSpPr>
        <p:spPr bwMode="gray">
          <a:xfrm flipV="1">
            <a:off x="1036845" y="4264946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ABFBCC-034A-B7EB-6568-1FD1B3D08391}"/>
              </a:ext>
            </a:extLst>
          </p:cNvPr>
          <p:cNvCxnSpPr>
            <a:cxnSpLocks/>
            <a:stCxn id="46" idx="0"/>
            <a:endCxn id="44" idx="5"/>
          </p:cNvCxnSpPr>
          <p:nvPr/>
        </p:nvCxnSpPr>
        <p:spPr bwMode="gray">
          <a:xfrm flipH="1" flipV="1">
            <a:off x="1578351" y="3666026"/>
            <a:ext cx="322347" cy="11322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F81EE90-5451-747F-DBC0-B71B95896A23}"/>
              </a:ext>
            </a:extLst>
          </p:cNvPr>
          <p:cNvCxnSpPr>
            <a:cxnSpLocks/>
          </p:cNvCxnSpPr>
          <p:nvPr/>
        </p:nvCxnSpPr>
        <p:spPr bwMode="gray">
          <a:xfrm flipV="1">
            <a:off x="1027923" y="3588249"/>
            <a:ext cx="312117" cy="1450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2BF9FB5F-0471-C7E6-31D3-3D8C07F2A5A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501198">
                <a:off x="751920" y="3482120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2BF9FB5F-0471-C7E6-31D3-3D8C07F2A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501198">
                <a:off x="751920" y="3482120"/>
                <a:ext cx="670796" cy="215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181A75A-F0DA-549E-7B5E-F96CF42545D6}"/>
              </a:ext>
            </a:extLst>
          </p:cNvPr>
          <p:cNvCxnSpPr>
            <a:cxnSpLocks/>
            <a:stCxn id="44" idx="6"/>
          </p:cNvCxnSpPr>
          <p:nvPr/>
        </p:nvCxnSpPr>
        <p:spPr bwMode="gray">
          <a:xfrm>
            <a:off x="1615255" y="3576931"/>
            <a:ext cx="335080" cy="150881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Placeholder 53">
                <a:extLst>
                  <a:ext uri="{FF2B5EF4-FFF2-40B4-BE49-F238E27FC236}">
                    <a16:creationId xmlns:a16="http://schemas.microsoft.com/office/drawing/2014/main" id="{8D06262D-16BB-921D-674D-C3E1EFB30C1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363345">
                <a:off x="1554120" y="3464202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5" name="Text Placeholder 53">
                <a:extLst>
                  <a:ext uri="{FF2B5EF4-FFF2-40B4-BE49-F238E27FC236}">
                    <a16:creationId xmlns:a16="http://schemas.microsoft.com/office/drawing/2014/main" id="{8D06262D-16BB-921D-674D-C3E1EFB30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363345">
                <a:off x="1554120" y="3464202"/>
                <a:ext cx="670796" cy="2159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6CC3D6F-EF64-7AF7-9E94-8BD4C3ABB835}"/>
              </a:ext>
            </a:extLst>
          </p:cNvPr>
          <p:cNvCxnSpPr>
            <a:cxnSpLocks/>
            <a:stCxn id="110" idx="0"/>
            <a:endCxn id="114" idx="1"/>
          </p:cNvCxnSpPr>
          <p:nvPr/>
        </p:nvCxnSpPr>
        <p:spPr bwMode="gray">
          <a:xfrm flipH="1" flipV="1">
            <a:off x="5455552" y="3572422"/>
            <a:ext cx="468957" cy="29080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C32FB2F-6182-67DE-C502-13CC81BA3D9B}"/>
              </a:ext>
            </a:extLst>
          </p:cNvPr>
          <p:cNvCxnSpPr>
            <a:cxnSpLocks/>
            <a:stCxn id="111" idx="0"/>
            <a:endCxn id="114" idx="2"/>
          </p:cNvCxnSpPr>
          <p:nvPr/>
        </p:nvCxnSpPr>
        <p:spPr bwMode="gray">
          <a:xfrm flipV="1">
            <a:off x="5061012" y="3635421"/>
            <a:ext cx="457540" cy="23351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45A1BFC-4321-50FB-D29F-4C4ADA2A4B24}"/>
                  </a:ext>
                </a:extLst>
              </p:cNvPr>
              <p:cNvSpPr/>
              <p:nvPr/>
            </p:nvSpPr>
            <p:spPr bwMode="gray">
              <a:xfrm>
                <a:off x="5798864" y="445918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45A1BFC-4321-50FB-D29F-4C4ADA2A4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8864" y="4459185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136CFA4-5D6E-0313-F485-FE2812E244CF}"/>
                  </a:ext>
                </a:extLst>
              </p:cNvPr>
              <p:cNvSpPr/>
              <p:nvPr/>
            </p:nvSpPr>
            <p:spPr bwMode="gray">
              <a:xfrm>
                <a:off x="4935012" y="44623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136CFA4-5D6E-0313-F485-FE2812E24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5012" y="4462321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>
            <a:extLst>
              <a:ext uri="{FF2B5EF4-FFF2-40B4-BE49-F238E27FC236}">
                <a16:creationId xmlns:a16="http://schemas.microsoft.com/office/drawing/2014/main" id="{D1520B50-5F90-A1EA-F3DB-3DC09BE7B942}"/>
              </a:ext>
            </a:extLst>
          </p:cNvPr>
          <p:cNvSpPr/>
          <p:nvPr/>
        </p:nvSpPr>
        <p:spPr bwMode="gray">
          <a:xfrm>
            <a:off x="4998012" y="482201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BA926EB-8C07-FD2B-522E-4F98151FC9BB}"/>
              </a:ext>
            </a:extLst>
          </p:cNvPr>
          <p:cNvSpPr/>
          <p:nvPr/>
        </p:nvSpPr>
        <p:spPr bwMode="gray">
          <a:xfrm>
            <a:off x="5861865" y="482201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A6DC831-E92B-F6F3-9952-4855B723DDF0}"/>
              </a:ext>
            </a:extLst>
          </p:cNvPr>
          <p:cNvCxnSpPr>
            <a:cxnSpLocks/>
            <a:stCxn id="107" idx="0"/>
            <a:endCxn id="104" idx="4"/>
          </p:cNvCxnSpPr>
          <p:nvPr/>
        </p:nvCxnSpPr>
        <p:spPr bwMode="gray">
          <a:xfrm flipH="1" flipV="1">
            <a:off x="5924864" y="4711184"/>
            <a:ext cx="1" cy="11083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5D529A3-B881-569E-BD74-68141DE8ED87}"/>
              </a:ext>
            </a:extLst>
          </p:cNvPr>
          <p:cNvCxnSpPr>
            <a:cxnSpLocks/>
            <a:stCxn id="106" idx="0"/>
            <a:endCxn id="105" idx="4"/>
          </p:cNvCxnSpPr>
          <p:nvPr/>
        </p:nvCxnSpPr>
        <p:spPr bwMode="gray">
          <a:xfrm flipV="1">
            <a:off x="5061012" y="4714320"/>
            <a:ext cx="0" cy="1076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9802B0A-54A8-D93B-FB01-06CB816940D7}"/>
                  </a:ext>
                </a:extLst>
              </p:cNvPr>
              <p:cNvSpPr/>
              <p:nvPr/>
            </p:nvSpPr>
            <p:spPr bwMode="gray">
              <a:xfrm>
                <a:off x="5798509" y="386323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9802B0A-54A8-D93B-FB01-06CB81694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8509" y="3863231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AD12A59-3B94-26D3-18C0-7BF440D81A23}"/>
                  </a:ext>
                </a:extLst>
              </p:cNvPr>
              <p:cNvSpPr/>
              <p:nvPr/>
            </p:nvSpPr>
            <p:spPr bwMode="gray">
              <a:xfrm>
                <a:off x="4935012" y="386893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AD12A59-3B94-26D3-18C0-7BF440D81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5012" y="3868931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ectangle 111">
            <a:extLst>
              <a:ext uri="{FF2B5EF4-FFF2-40B4-BE49-F238E27FC236}">
                <a16:creationId xmlns:a16="http://schemas.microsoft.com/office/drawing/2014/main" id="{C7EBDCD5-E109-E4C7-1CF1-BD3DECFEFD8F}"/>
              </a:ext>
            </a:extLst>
          </p:cNvPr>
          <p:cNvSpPr/>
          <p:nvPr/>
        </p:nvSpPr>
        <p:spPr bwMode="gray">
          <a:xfrm>
            <a:off x="5861865" y="42378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C0E3089-CDF0-FDEA-EC00-8F1C243BFBE7}"/>
              </a:ext>
            </a:extLst>
          </p:cNvPr>
          <p:cNvSpPr/>
          <p:nvPr/>
        </p:nvSpPr>
        <p:spPr bwMode="gray">
          <a:xfrm>
            <a:off x="4998012" y="422862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1A71208-2E6D-A1E6-0BBC-9DDD5DAFC058}"/>
              </a:ext>
            </a:extLst>
          </p:cNvPr>
          <p:cNvSpPr/>
          <p:nvPr/>
        </p:nvSpPr>
        <p:spPr bwMode="gray">
          <a:xfrm>
            <a:off x="5455552" y="350942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6DA265E-2CAD-9722-9C1F-D2953C37DFCF}"/>
              </a:ext>
            </a:extLst>
          </p:cNvPr>
          <p:cNvCxnSpPr>
            <a:cxnSpLocks/>
            <a:stCxn id="104" idx="0"/>
            <a:endCxn id="112" idx="2"/>
          </p:cNvCxnSpPr>
          <p:nvPr/>
        </p:nvCxnSpPr>
        <p:spPr bwMode="gray">
          <a:xfrm flipV="1">
            <a:off x="5924864" y="4363804"/>
            <a:ext cx="1" cy="953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E6ED6DD-02DC-87D9-06B8-FFAC0786848C}"/>
              </a:ext>
            </a:extLst>
          </p:cNvPr>
          <p:cNvCxnSpPr>
            <a:cxnSpLocks/>
            <a:stCxn id="105" idx="0"/>
            <a:endCxn id="113" idx="2"/>
          </p:cNvCxnSpPr>
          <p:nvPr/>
        </p:nvCxnSpPr>
        <p:spPr bwMode="gray">
          <a:xfrm flipV="1">
            <a:off x="5061012" y="4354625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E644EF2-4A0E-93E6-4EC7-B26D39806900}"/>
              </a:ext>
            </a:extLst>
          </p:cNvPr>
          <p:cNvCxnSpPr>
            <a:cxnSpLocks/>
            <a:stCxn id="113" idx="0"/>
            <a:endCxn id="111" idx="4"/>
          </p:cNvCxnSpPr>
          <p:nvPr/>
        </p:nvCxnSpPr>
        <p:spPr bwMode="gray">
          <a:xfrm flipV="1">
            <a:off x="5061012" y="4120930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DD910C1-07AA-7B25-F605-ADB9C95AE718}"/>
              </a:ext>
            </a:extLst>
          </p:cNvPr>
          <p:cNvCxnSpPr>
            <a:cxnSpLocks/>
            <a:stCxn id="112" idx="0"/>
            <a:endCxn id="110" idx="4"/>
          </p:cNvCxnSpPr>
          <p:nvPr/>
        </p:nvCxnSpPr>
        <p:spPr bwMode="gray">
          <a:xfrm flipH="1" flipV="1">
            <a:off x="5924509" y="4115230"/>
            <a:ext cx="356" cy="12257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4726DAA-2808-1696-709F-CB2F40AEDFDE}"/>
              </a:ext>
            </a:extLst>
          </p:cNvPr>
          <p:cNvCxnSpPr>
            <a:cxnSpLocks/>
          </p:cNvCxnSpPr>
          <p:nvPr/>
        </p:nvCxnSpPr>
        <p:spPr bwMode="gray">
          <a:xfrm rot="19880187">
            <a:off x="5054054" y="3683900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 Placeholder 53">
                <a:extLst>
                  <a:ext uri="{FF2B5EF4-FFF2-40B4-BE49-F238E27FC236}">
                    <a16:creationId xmlns:a16="http://schemas.microsoft.com/office/drawing/2014/main" id="{0BC4838E-F3FE-25EC-9158-5E2C94E3DF8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9880187">
                <a:off x="4796688" y="3517510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1" name="Text Placeholder 53">
                <a:extLst>
                  <a:ext uri="{FF2B5EF4-FFF2-40B4-BE49-F238E27FC236}">
                    <a16:creationId xmlns:a16="http://schemas.microsoft.com/office/drawing/2014/main" id="{0BC4838E-F3FE-25EC-9158-5E2C94E3D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880187">
                <a:off x="4796688" y="3517510"/>
                <a:ext cx="670796" cy="2159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1AB4F5A-D804-D4F8-2373-D34700694BC1}"/>
              </a:ext>
            </a:extLst>
          </p:cNvPr>
          <p:cNvCxnSpPr>
            <a:cxnSpLocks/>
          </p:cNvCxnSpPr>
          <p:nvPr/>
        </p:nvCxnSpPr>
        <p:spPr bwMode="gray">
          <a:xfrm rot="2063301">
            <a:off x="5601029" y="3689729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 Placeholder 53">
                <a:extLst>
                  <a:ext uri="{FF2B5EF4-FFF2-40B4-BE49-F238E27FC236}">
                    <a16:creationId xmlns:a16="http://schemas.microsoft.com/office/drawing/2014/main" id="{AF5F39E3-F2F1-F523-8840-CC3B7FA327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63301">
                <a:off x="5544148" y="3523614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4" name="Text Placeholder 53">
                <a:extLst>
                  <a:ext uri="{FF2B5EF4-FFF2-40B4-BE49-F238E27FC236}">
                    <a16:creationId xmlns:a16="http://schemas.microsoft.com/office/drawing/2014/main" id="{AF5F39E3-F2F1-F523-8840-CC3B7FA32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63301">
                <a:off x="5544148" y="3523614"/>
                <a:ext cx="670796" cy="2159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970B5E8-AE49-133D-51C2-515C473357F9}"/>
              </a:ext>
            </a:extLst>
          </p:cNvPr>
          <p:cNvCxnSpPr>
            <a:cxnSpLocks/>
            <a:stCxn id="140" idx="1"/>
            <a:endCxn id="162" idx="3"/>
          </p:cNvCxnSpPr>
          <p:nvPr/>
        </p:nvCxnSpPr>
        <p:spPr bwMode="gray">
          <a:xfrm flipH="1">
            <a:off x="4358174" y="1919048"/>
            <a:ext cx="2802698" cy="47954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6AF27C0D-1241-B218-AFF9-49E293D6686E}"/>
                  </a:ext>
                </a:extLst>
              </p:cNvPr>
              <p:cNvSpPr txBox="1"/>
              <p:nvPr/>
            </p:nvSpPr>
            <p:spPr bwMode="gray">
              <a:xfrm>
                <a:off x="7160872" y="1707654"/>
                <a:ext cx="1659600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6AF27C0D-1241-B218-AFF9-49E293D66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0872" y="1707654"/>
                <a:ext cx="1659600" cy="4227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60ACEF8B-C925-F618-04CA-42D4CF84C554}"/>
              </a:ext>
            </a:extLst>
          </p:cNvPr>
          <p:cNvSpPr/>
          <p:nvPr/>
        </p:nvSpPr>
        <p:spPr bwMode="gray">
          <a:xfrm>
            <a:off x="3744769" y="2217286"/>
            <a:ext cx="613405" cy="36260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6C1C07FE-A731-06D6-64BE-DF821F7D000D}"/>
              </a:ext>
            </a:extLst>
          </p:cNvPr>
          <p:cNvCxnSpPr>
            <a:cxnSpLocks/>
            <a:endCxn id="20" idx="1"/>
          </p:cNvCxnSpPr>
          <p:nvPr/>
        </p:nvCxnSpPr>
        <p:spPr bwMode="gray">
          <a:xfrm>
            <a:off x="3938126" y="2680417"/>
            <a:ext cx="493851" cy="41450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4A01B8F5-B1CB-85E7-0DD6-14C3DE202653}"/>
              </a:ext>
            </a:extLst>
          </p:cNvPr>
          <p:cNvSpPr/>
          <p:nvPr/>
        </p:nvSpPr>
        <p:spPr bwMode="gray">
          <a:xfrm>
            <a:off x="7414979" y="1794661"/>
            <a:ext cx="613405" cy="28788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E3D3ACA1-92F5-BD3E-9876-06DDBFDEA81C}"/>
              </a:ext>
            </a:extLst>
          </p:cNvPr>
          <p:cNvCxnSpPr>
            <a:cxnSpLocks/>
            <a:stCxn id="191" idx="2"/>
            <a:endCxn id="6" idx="0"/>
          </p:cNvCxnSpPr>
          <p:nvPr/>
        </p:nvCxnSpPr>
        <p:spPr bwMode="gray">
          <a:xfrm flipH="1">
            <a:off x="7721681" y="2082550"/>
            <a:ext cx="1" cy="17504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583F331-4612-FF22-46B5-CBB3D49AB8EB}"/>
              </a:ext>
            </a:extLst>
          </p:cNvPr>
          <p:cNvCxnSpPr>
            <a:cxnSpLocks/>
            <a:stCxn id="201" idx="3"/>
            <a:endCxn id="162" idx="1"/>
          </p:cNvCxnSpPr>
          <p:nvPr/>
        </p:nvCxnSpPr>
        <p:spPr bwMode="gray">
          <a:xfrm>
            <a:off x="2621324" y="2302008"/>
            <a:ext cx="1123445" cy="965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6F3F918-A598-0DBA-0F29-9521EB4EB09A}"/>
                  </a:ext>
                </a:extLst>
              </p:cNvPr>
              <p:cNvSpPr txBox="1"/>
              <p:nvPr/>
            </p:nvSpPr>
            <p:spPr bwMode="gray">
              <a:xfrm>
                <a:off x="1115615" y="2090614"/>
                <a:ext cx="150570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6F3F918-A598-0DBA-0F29-9521EB4E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5" y="2090614"/>
                <a:ext cx="1505709" cy="422788"/>
              </a:xfrm>
              <a:prstGeom prst="rect">
                <a:avLst/>
              </a:prstGeom>
              <a:blipFill>
                <a:blip r:embed="rId21"/>
                <a:stretch>
                  <a:fillRect l="-7500" t="-126471" b="-16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268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/>
      <p:bldP spid="11" grpId="0"/>
      <p:bldP spid="20" grpId="0" animBg="1"/>
      <p:bldP spid="25" grpId="0" animBg="1"/>
      <p:bldP spid="31" grpId="0"/>
      <p:bldP spid="34" grpId="0"/>
      <p:bldP spid="38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85" grpId="0"/>
      <p:bldP spid="95" grpId="0"/>
      <p:bldP spid="104" grpId="0" animBg="1"/>
      <p:bldP spid="105" grpId="0" animBg="1"/>
      <p:bldP spid="106" grpId="0" animBg="1"/>
      <p:bldP spid="107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21" grpId="0"/>
      <p:bldP spid="124" grpId="0"/>
      <p:bldP spid="140" grpId="0"/>
      <p:bldP spid="140" grpId="1"/>
      <p:bldP spid="162" grpId="0" animBg="1"/>
      <p:bldP spid="162" grpId="1" animBg="1"/>
      <p:bldP spid="191" grpId="0" animBg="1"/>
      <p:bldP spid="191" grpId="1" animBg="1"/>
      <p:bldP spid="201" grpId="0"/>
      <p:bldP spid="20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5ADE77-B710-5CD6-3F92-FE5357CE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Constant via Message Passing: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7B9A8-C1DC-C8FE-0692-AC61434D8991}"/>
              </a:ext>
            </a:extLst>
          </p:cNvPr>
          <p:cNvSpPr txBox="1"/>
          <p:nvPr/>
        </p:nvSpPr>
        <p:spPr bwMode="gray">
          <a:xfrm>
            <a:off x="463926" y="156363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Variable node root</a:t>
            </a:r>
            <a:endParaRPr lang="en-US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8408A7-A28E-33F9-5124-429E7949E5FF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 bwMode="gray">
          <a:xfrm flipH="1">
            <a:off x="1108358" y="2750870"/>
            <a:ext cx="509576" cy="5319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708546-7A2A-7405-DBC7-B16F8DF22AE3}"/>
              </a:ext>
            </a:extLst>
          </p:cNvPr>
          <p:cNvCxnSpPr>
            <a:cxnSpLocks/>
            <a:stCxn id="15" idx="0"/>
            <a:endCxn id="18" idx="2"/>
          </p:cNvCxnSpPr>
          <p:nvPr/>
        </p:nvCxnSpPr>
        <p:spPr bwMode="gray">
          <a:xfrm flipV="1">
            <a:off x="1171358" y="3345821"/>
            <a:ext cx="0" cy="30725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CFFADC-2315-A863-4834-31B5C99FEE79}"/>
                  </a:ext>
                </a:extLst>
              </p:cNvPr>
              <p:cNvSpPr/>
              <p:nvPr/>
            </p:nvSpPr>
            <p:spPr bwMode="gray">
              <a:xfrm>
                <a:off x="2097785" y="365187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CFFADC-2315-A863-4834-31B5C99FE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97785" y="3651870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FD6AA9A-A59D-8B14-D643-2E3F7B475708}"/>
                  </a:ext>
                </a:extLst>
              </p:cNvPr>
              <p:cNvSpPr/>
              <p:nvPr/>
            </p:nvSpPr>
            <p:spPr bwMode="gray">
              <a:xfrm>
                <a:off x="1045358" y="451596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FD6AA9A-A59D-8B14-D643-2E3F7B475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5358" y="4515966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A1BF5B1-10F0-8474-8F19-240F4120A996}"/>
              </a:ext>
            </a:extLst>
          </p:cNvPr>
          <p:cNvSpPr/>
          <p:nvPr/>
        </p:nvSpPr>
        <p:spPr bwMode="gray">
          <a:xfrm>
            <a:off x="1108358" y="494801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1C29C-8E46-B636-6D9F-9542CA4DB93D}"/>
              </a:ext>
            </a:extLst>
          </p:cNvPr>
          <p:cNvSpPr/>
          <p:nvPr/>
        </p:nvSpPr>
        <p:spPr bwMode="gray">
          <a:xfrm>
            <a:off x="2160785" y="415600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A68A15-62A0-0EEA-34B9-41764F527FB5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 bwMode="gray">
          <a:xfrm flipV="1">
            <a:off x="2223785" y="3903869"/>
            <a:ext cx="0" cy="25214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AFEE55-5DBE-DABD-DDBD-30A7FDC6D239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 bwMode="gray">
          <a:xfrm flipV="1">
            <a:off x="1171358" y="4767965"/>
            <a:ext cx="0" cy="18004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C88164B-7F02-E1E2-83BF-91AD9A2CC967}"/>
                  </a:ext>
                </a:extLst>
              </p:cNvPr>
              <p:cNvSpPr/>
              <p:nvPr/>
            </p:nvSpPr>
            <p:spPr bwMode="gray">
              <a:xfrm>
                <a:off x="1581030" y="253577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C88164B-7F02-E1E2-83BF-91AD9A2CC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81030" y="2535775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E8311C-EE7A-CEE6-4362-02C022225C1C}"/>
                  </a:ext>
                </a:extLst>
              </p:cNvPr>
              <p:cNvSpPr/>
              <p:nvPr/>
            </p:nvSpPr>
            <p:spPr bwMode="gray">
              <a:xfrm>
                <a:off x="1045358" y="365307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E8311C-EE7A-CEE6-4362-02C022225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5358" y="3653076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A58188C1-B346-DC43-2AD0-1985B1F4F7D0}"/>
              </a:ext>
            </a:extLst>
          </p:cNvPr>
          <p:cNvSpPr/>
          <p:nvPr/>
        </p:nvSpPr>
        <p:spPr bwMode="gray">
          <a:xfrm>
            <a:off x="2160785" y="321982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BBD8C-CDAD-4DDD-C0F2-A0CB7327F4F8}"/>
              </a:ext>
            </a:extLst>
          </p:cNvPr>
          <p:cNvSpPr/>
          <p:nvPr/>
        </p:nvSpPr>
        <p:spPr bwMode="gray">
          <a:xfrm>
            <a:off x="1108358" y="415592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9131E4-D553-7814-3086-FE5A6ABC4795}"/>
              </a:ext>
            </a:extLst>
          </p:cNvPr>
          <p:cNvSpPr/>
          <p:nvPr/>
        </p:nvSpPr>
        <p:spPr bwMode="gray">
          <a:xfrm>
            <a:off x="1108358" y="321982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335115-4646-FD9B-FD52-05C921C3BC17}"/>
              </a:ext>
            </a:extLst>
          </p:cNvPr>
          <p:cNvCxnSpPr>
            <a:cxnSpLocks/>
            <a:stCxn id="8" idx="0"/>
            <a:endCxn id="16" idx="2"/>
          </p:cNvCxnSpPr>
          <p:nvPr/>
        </p:nvCxnSpPr>
        <p:spPr bwMode="gray">
          <a:xfrm flipV="1">
            <a:off x="2223785" y="3345821"/>
            <a:ext cx="0" cy="30604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2D30F4-74CF-B870-6A36-643712330B6E}"/>
              </a:ext>
            </a:extLst>
          </p:cNvPr>
          <p:cNvCxnSpPr>
            <a:cxnSpLocks/>
            <a:stCxn id="9" idx="0"/>
            <a:endCxn id="17" idx="2"/>
          </p:cNvCxnSpPr>
          <p:nvPr/>
        </p:nvCxnSpPr>
        <p:spPr bwMode="gray">
          <a:xfrm flipV="1">
            <a:off x="1171358" y="4281925"/>
            <a:ext cx="0" cy="23404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F57E24-9D05-5DF6-AF4E-7826B92F11AF}"/>
              </a:ext>
            </a:extLst>
          </p:cNvPr>
          <p:cNvCxnSpPr>
            <a:cxnSpLocks/>
            <a:stCxn id="17" idx="0"/>
            <a:endCxn id="15" idx="4"/>
          </p:cNvCxnSpPr>
          <p:nvPr/>
        </p:nvCxnSpPr>
        <p:spPr bwMode="gray">
          <a:xfrm flipV="1">
            <a:off x="1171358" y="3905075"/>
            <a:ext cx="0" cy="2508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E95539-B375-1611-1D29-4EB4E031ADC6}"/>
              </a:ext>
            </a:extLst>
          </p:cNvPr>
          <p:cNvCxnSpPr>
            <a:cxnSpLocks/>
            <a:stCxn id="16" idx="0"/>
            <a:endCxn id="14" idx="5"/>
          </p:cNvCxnSpPr>
          <p:nvPr/>
        </p:nvCxnSpPr>
        <p:spPr bwMode="gray">
          <a:xfrm flipH="1" flipV="1">
            <a:off x="1796125" y="2750870"/>
            <a:ext cx="427660" cy="4689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947FC2-5731-7EB4-2EE0-7B9DED7AB4AD}"/>
                  </a:ext>
                </a:extLst>
              </p:cNvPr>
              <p:cNvSpPr txBox="1"/>
              <p:nvPr/>
            </p:nvSpPr>
            <p:spPr bwMode="gray">
              <a:xfrm>
                <a:off x="1196639" y="1192747"/>
                <a:ext cx="5350122" cy="2795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947FC2-5731-7EB4-2EE0-7B9DED7AB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96639" y="1192747"/>
                <a:ext cx="5350122" cy="279564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FFFB17A-40AC-4FA5-5217-51FE2309C85E}"/>
                  </a:ext>
                </a:extLst>
              </p:cNvPr>
              <p:cNvSpPr/>
              <p:nvPr/>
            </p:nvSpPr>
            <p:spPr bwMode="gray">
              <a:xfrm>
                <a:off x="7811482" y="141117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FFFB17A-40AC-4FA5-5217-51FE2309C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1482" y="1411178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B1721C6-9809-EE0F-1F23-D7033C0B5EF5}"/>
                  </a:ext>
                </a:extLst>
              </p:cNvPr>
              <p:cNvSpPr/>
              <p:nvPr/>
            </p:nvSpPr>
            <p:spPr bwMode="gray">
              <a:xfrm>
                <a:off x="8387983" y="141117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B1721C6-9809-EE0F-1F23-D7033C0B5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983" y="1411178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0B5F005-E5D0-30FA-7334-8871C7C36BD7}"/>
                  </a:ext>
                </a:extLst>
              </p:cNvPr>
              <p:cNvSpPr/>
              <p:nvPr/>
            </p:nvSpPr>
            <p:spPr bwMode="gray">
              <a:xfrm>
                <a:off x="7811482" y="191523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0B5F005-E5D0-30FA-7334-8871C7C36B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1482" y="1915234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AA54641-B757-388C-35C1-A4A63B6ABA76}"/>
                  </a:ext>
                </a:extLst>
              </p:cNvPr>
              <p:cNvSpPr/>
              <p:nvPr/>
            </p:nvSpPr>
            <p:spPr bwMode="gray">
              <a:xfrm>
                <a:off x="8387983" y="191523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AA54641-B757-388C-35C1-A4A63B6AB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983" y="1915234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440C8F4-3213-1D98-97AF-502BFEF947F5}"/>
                  </a:ext>
                </a:extLst>
              </p:cNvPr>
              <p:cNvSpPr/>
              <p:nvPr/>
            </p:nvSpPr>
            <p:spPr bwMode="gray">
              <a:xfrm>
                <a:off x="8099983" y="2347314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440C8F4-3213-1D98-97AF-502BFEF94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99983" y="234731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36DD0F-D36C-3EBC-3C4E-2243729F0088}"/>
              </a:ext>
            </a:extLst>
          </p:cNvPr>
          <p:cNvCxnSpPr>
            <a:stCxn id="28" idx="4"/>
            <a:endCxn id="30" idx="0"/>
          </p:cNvCxnSpPr>
          <p:nvPr/>
        </p:nvCxnSpPr>
        <p:spPr bwMode="gray">
          <a:xfrm>
            <a:off x="7919482" y="1627178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F6455E-9BC3-44BA-F467-7DC6C7971C60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 bwMode="gray">
          <a:xfrm>
            <a:off x="8495983" y="1627178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527D65B-B001-DD44-99AE-79D2D5E47852}"/>
              </a:ext>
            </a:extLst>
          </p:cNvPr>
          <p:cNvCxnSpPr>
            <a:cxnSpLocks/>
            <a:stCxn id="31" idx="4"/>
            <a:endCxn id="32" idx="7"/>
          </p:cNvCxnSpPr>
          <p:nvPr/>
        </p:nvCxnSpPr>
        <p:spPr bwMode="gray">
          <a:xfrm flipH="1">
            <a:off x="8284351" y="2131234"/>
            <a:ext cx="211632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7E0725-2C7A-E85A-B1C1-A69E620F91A8}"/>
              </a:ext>
            </a:extLst>
          </p:cNvPr>
          <p:cNvCxnSpPr>
            <a:cxnSpLocks/>
            <a:stCxn id="30" idx="4"/>
            <a:endCxn id="32" idx="1"/>
          </p:cNvCxnSpPr>
          <p:nvPr/>
        </p:nvCxnSpPr>
        <p:spPr bwMode="gray">
          <a:xfrm>
            <a:off x="7919482" y="2131234"/>
            <a:ext cx="212133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0F3C73A-E74E-B735-D06E-07A532ADCA8B}"/>
              </a:ext>
            </a:extLst>
          </p:cNvPr>
          <p:cNvSpPr txBox="1"/>
          <p:nvPr/>
        </p:nvSpPr>
        <p:spPr bwMode="gray">
          <a:xfrm>
            <a:off x="4152492" y="156363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Factor node root</a:t>
            </a:r>
            <a:endParaRPr lang="en-US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2258F7-53A1-5F17-2C8B-3A1A38C09B93}"/>
              </a:ext>
            </a:extLst>
          </p:cNvPr>
          <p:cNvCxnSpPr>
            <a:cxnSpLocks/>
            <a:stCxn id="47" idx="0"/>
            <a:endCxn id="51" idx="1"/>
          </p:cNvCxnSpPr>
          <p:nvPr/>
        </p:nvCxnSpPr>
        <p:spPr bwMode="gray">
          <a:xfrm flipH="1" flipV="1">
            <a:off x="5455552" y="2657266"/>
            <a:ext cx="574270" cy="64653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CA25364-8BC7-B168-08CC-44368BAD2E1C}"/>
              </a:ext>
            </a:extLst>
          </p:cNvPr>
          <p:cNvCxnSpPr>
            <a:cxnSpLocks/>
            <a:stCxn id="48" idx="0"/>
            <a:endCxn id="51" idx="2"/>
          </p:cNvCxnSpPr>
          <p:nvPr/>
        </p:nvCxnSpPr>
        <p:spPr bwMode="gray">
          <a:xfrm flipV="1">
            <a:off x="4977751" y="2720265"/>
            <a:ext cx="540801" cy="58923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F190BF8-9FC9-2AE5-EEC7-519523895538}"/>
                  </a:ext>
                </a:extLst>
              </p:cNvPr>
              <p:cNvSpPr/>
              <p:nvPr/>
            </p:nvSpPr>
            <p:spPr bwMode="gray">
              <a:xfrm>
                <a:off x="5904177" y="424246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F190BF8-9FC9-2AE5-EEC7-5195238955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04177" y="4242469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76A5801-8779-B3F1-364F-2A403692DDFD}"/>
                  </a:ext>
                </a:extLst>
              </p:cNvPr>
              <p:cNvSpPr/>
              <p:nvPr/>
            </p:nvSpPr>
            <p:spPr bwMode="gray">
              <a:xfrm>
                <a:off x="4851751" y="424560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76A5801-8779-B3F1-364F-2A403692DD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51751" y="4245605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29E2FF5B-DC25-B3EE-E322-61A42DFE0B20}"/>
              </a:ext>
            </a:extLst>
          </p:cNvPr>
          <p:cNvSpPr/>
          <p:nvPr/>
        </p:nvSpPr>
        <p:spPr bwMode="gray">
          <a:xfrm>
            <a:off x="4914751" y="473164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56CC7D-95B6-CC27-B4FC-66526FFB0909}"/>
              </a:ext>
            </a:extLst>
          </p:cNvPr>
          <p:cNvSpPr/>
          <p:nvPr/>
        </p:nvSpPr>
        <p:spPr bwMode="gray">
          <a:xfrm>
            <a:off x="5967178" y="473164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93DED8B-4248-731D-E9DB-B7286240B847}"/>
              </a:ext>
            </a:extLst>
          </p:cNvPr>
          <p:cNvCxnSpPr>
            <a:cxnSpLocks/>
            <a:stCxn id="44" idx="0"/>
            <a:endCxn id="41" idx="4"/>
          </p:cNvCxnSpPr>
          <p:nvPr/>
        </p:nvCxnSpPr>
        <p:spPr bwMode="gray">
          <a:xfrm flipH="1" flipV="1">
            <a:off x="6030177" y="4494468"/>
            <a:ext cx="1" cy="23717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C520B4-8F5B-01EE-D5F7-C34F39EF856F}"/>
              </a:ext>
            </a:extLst>
          </p:cNvPr>
          <p:cNvCxnSpPr>
            <a:cxnSpLocks/>
            <a:stCxn id="43" idx="0"/>
            <a:endCxn id="42" idx="4"/>
          </p:cNvCxnSpPr>
          <p:nvPr/>
        </p:nvCxnSpPr>
        <p:spPr bwMode="gray">
          <a:xfrm flipV="1">
            <a:off x="4977751" y="4497604"/>
            <a:ext cx="0" cy="23404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BFB31D1-C708-ECBF-FDB1-7DA428CC7B42}"/>
                  </a:ext>
                </a:extLst>
              </p:cNvPr>
              <p:cNvSpPr/>
              <p:nvPr/>
            </p:nvSpPr>
            <p:spPr bwMode="gray">
              <a:xfrm>
                <a:off x="5903822" y="330380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BFB31D1-C708-ECBF-FDB1-7DA428CC7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03822" y="3303801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5482B7-FE58-C1D5-1902-6247EFB0709F}"/>
                  </a:ext>
                </a:extLst>
              </p:cNvPr>
              <p:cNvSpPr/>
              <p:nvPr/>
            </p:nvSpPr>
            <p:spPr bwMode="gray">
              <a:xfrm>
                <a:off x="4851751" y="330950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5482B7-FE58-C1D5-1902-6247EFB07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51751" y="3309501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C8A0683C-C5BC-7EF0-22DE-28793D26D48F}"/>
              </a:ext>
            </a:extLst>
          </p:cNvPr>
          <p:cNvSpPr/>
          <p:nvPr/>
        </p:nvSpPr>
        <p:spPr bwMode="gray">
          <a:xfrm>
            <a:off x="5967178" y="38779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520C319-87F1-D7B8-02A9-21ABEE980E9B}"/>
              </a:ext>
            </a:extLst>
          </p:cNvPr>
          <p:cNvSpPr/>
          <p:nvPr/>
        </p:nvSpPr>
        <p:spPr bwMode="gray">
          <a:xfrm>
            <a:off x="4914751" y="386875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F7886C-5909-C925-5725-7FD96DF5F852}"/>
              </a:ext>
            </a:extLst>
          </p:cNvPr>
          <p:cNvSpPr/>
          <p:nvPr/>
        </p:nvSpPr>
        <p:spPr bwMode="gray">
          <a:xfrm>
            <a:off x="5455552" y="259426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3684FE-9DC0-2561-EBD8-A37CC4611289}"/>
              </a:ext>
            </a:extLst>
          </p:cNvPr>
          <p:cNvCxnSpPr>
            <a:cxnSpLocks/>
            <a:stCxn id="41" idx="0"/>
            <a:endCxn id="49" idx="2"/>
          </p:cNvCxnSpPr>
          <p:nvPr/>
        </p:nvCxnSpPr>
        <p:spPr bwMode="gray">
          <a:xfrm flipV="1">
            <a:off x="6030177" y="4003933"/>
            <a:ext cx="1" cy="23853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BE75D4-DA19-61B1-1768-7DBB829C2881}"/>
              </a:ext>
            </a:extLst>
          </p:cNvPr>
          <p:cNvCxnSpPr>
            <a:cxnSpLocks/>
            <a:stCxn id="42" idx="0"/>
            <a:endCxn id="50" idx="2"/>
          </p:cNvCxnSpPr>
          <p:nvPr/>
        </p:nvCxnSpPr>
        <p:spPr bwMode="gray">
          <a:xfrm flipV="1">
            <a:off x="4977751" y="3994754"/>
            <a:ext cx="0" cy="2508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2AE7DE-6E8A-706C-DED8-F9367C4E2E49}"/>
              </a:ext>
            </a:extLst>
          </p:cNvPr>
          <p:cNvCxnSpPr>
            <a:cxnSpLocks/>
            <a:stCxn id="50" idx="0"/>
            <a:endCxn id="48" idx="4"/>
          </p:cNvCxnSpPr>
          <p:nvPr/>
        </p:nvCxnSpPr>
        <p:spPr bwMode="gray">
          <a:xfrm flipV="1">
            <a:off x="4977751" y="3561500"/>
            <a:ext cx="0" cy="30725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2709AE-7A3A-D925-25FD-B9D583A32279}"/>
              </a:ext>
            </a:extLst>
          </p:cNvPr>
          <p:cNvCxnSpPr>
            <a:cxnSpLocks/>
            <a:stCxn id="49" idx="0"/>
            <a:endCxn id="47" idx="4"/>
          </p:cNvCxnSpPr>
          <p:nvPr/>
        </p:nvCxnSpPr>
        <p:spPr bwMode="gray">
          <a:xfrm flipH="1" flipV="1">
            <a:off x="6029822" y="3555800"/>
            <a:ext cx="356" cy="3221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473F23-DC7D-0A7B-C385-6F528DC16F81}"/>
                  </a:ext>
                </a:extLst>
              </p:cNvPr>
              <p:cNvSpPr txBox="1"/>
              <p:nvPr/>
            </p:nvSpPr>
            <p:spPr bwMode="gray">
              <a:xfrm>
                <a:off x="4029885" y="1886282"/>
                <a:ext cx="3036101" cy="56105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473F23-DC7D-0A7B-C385-6F528DC16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9885" y="1886282"/>
                <a:ext cx="3036101" cy="5610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D17E53-DA41-5530-354C-7C83D0E31FFE}"/>
                  </a:ext>
                </a:extLst>
              </p:cNvPr>
              <p:cNvSpPr txBox="1"/>
              <p:nvPr/>
            </p:nvSpPr>
            <p:spPr bwMode="gray">
              <a:xfrm>
                <a:off x="761397" y="1913020"/>
                <a:ext cx="2373213" cy="50757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D17E53-DA41-5530-354C-7C83D0E31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1397" y="1913020"/>
                <a:ext cx="2373213" cy="5075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Graphic 66">
            <a:extLst>
              <a:ext uri="{FF2B5EF4-FFF2-40B4-BE49-F238E27FC236}">
                <a16:creationId xmlns:a16="http://schemas.microsoft.com/office/drawing/2014/main" id="{6D10B45B-BFCC-9212-90E5-83440738A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879" y="4532029"/>
            <a:ext cx="917207" cy="611471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77B1B855-601C-BEC3-3F7E-94944A406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30" y="3756997"/>
            <a:ext cx="917207" cy="611471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81A5AB77-4353-B62F-BD40-D4E30EB482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12763" y="2514473"/>
            <a:ext cx="917207" cy="611471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4D43461C-8B72-9F5C-8A6A-D005ADAF1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85716" y="3698261"/>
            <a:ext cx="917207" cy="611471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6CC813B9-DBA0-2197-C426-6A56014D8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60027" y="2533872"/>
            <a:ext cx="917207" cy="611471"/>
          </a:xfrm>
          <a:prstGeom prst="rect">
            <a:avLst/>
          </a:prstGeom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D7F8B7B-1627-5A9F-80A7-C64B241CA3EE}"/>
              </a:ext>
            </a:extLst>
          </p:cNvPr>
          <p:cNvCxnSpPr>
            <a:cxnSpLocks/>
          </p:cNvCxnSpPr>
          <p:nvPr/>
        </p:nvCxnSpPr>
        <p:spPr bwMode="gray">
          <a:xfrm>
            <a:off x="2339752" y="3905075"/>
            <a:ext cx="0" cy="219958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659D6D6-4595-04AF-111C-77414D871EE5}"/>
              </a:ext>
            </a:extLst>
          </p:cNvPr>
          <p:cNvCxnSpPr>
            <a:cxnSpLocks/>
          </p:cNvCxnSpPr>
          <p:nvPr/>
        </p:nvCxnSpPr>
        <p:spPr bwMode="gray">
          <a:xfrm>
            <a:off x="1867195" y="2724118"/>
            <a:ext cx="388089" cy="40567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82E0F54-2902-DCAC-8AD9-BF200EAD0444}"/>
              </a:ext>
            </a:extLst>
          </p:cNvPr>
          <p:cNvCxnSpPr>
            <a:cxnSpLocks/>
          </p:cNvCxnSpPr>
          <p:nvPr/>
        </p:nvCxnSpPr>
        <p:spPr bwMode="gray">
          <a:xfrm flipH="1">
            <a:off x="1125021" y="2717542"/>
            <a:ext cx="431947" cy="42543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4A2998-F5B6-BABD-7FA6-2EAE3ECB81EF}"/>
              </a:ext>
            </a:extLst>
          </p:cNvPr>
          <p:cNvCxnSpPr>
            <a:cxnSpLocks/>
          </p:cNvCxnSpPr>
          <p:nvPr/>
        </p:nvCxnSpPr>
        <p:spPr bwMode="gray">
          <a:xfrm>
            <a:off x="1043608" y="3898673"/>
            <a:ext cx="0" cy="23524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F196354-560A-D96D-C293-3EBF0061AA79}"/>
              </a:ext>
            </a:extLst>
          </p:cNvPr>
          <p:cNvCxnSpPr>
            <a:cxnSpLocks/>
          </p:cNvCxnSpPr>
          <p:nvPr/>
        </p:nvCxnSpPr>
        <p:spPr bwMode="gray">
          <a:xfrm>
            <a:off x="1043608" y="4740018"/>
            <a:ext cx="0" cy="23524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phic 88">
            <a:extLst>
              <a:ext uri="{FF2B5EF4-FFF2-40B4-BE49-F238E27FC236}">
                <a16:creationId xmlns:a16="http://schemas.microsoft.com/office/drawing/2014/main" id="{6A1F7E02-92CF-B468-B5B4-BC14F5AAE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71700" y="4261122"/>
            <a:ext cx="917207" cy="611471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19EC712-7DBB-6DB2-3894-FBB7319ACF50}"/>
              </a:ext>
            </a:extLst>
          </p:cNvPr>
          <p:cNvCxnSpPr>
            <a:cxnSpLocks/>
          </p:cNvCxnSpPr>
          <p:nvPr/>
        </p:nvCxnSpPr>
        <p:spPr bwMode="gray">
          <a:xfrm>
            <a:off x="4851751" y="4475097"/>
            <a:ext cx="0" cy="23524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Graphic 90">
            <a:extLst>
              <a:ext uri="{FF2B5EF4-FFF2-40B4-BE49-F238E27FC236}">
                <a16:creationId xmlns:a16="http://schemas.microsoft.com/office/drawing/2014/main" id="{83C2B9D9-F857-0718-D05E-7E85B56D99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62685" y="4261121"/>
            <a:ext cx="917207" cy="611471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68A75A-86FC-5649-30B7-0B9BC4C54689}"/>
              </a:ext>
            </a:extLst>
          </p:cNvPr>
          <p:cNvCxnSpPr>
            <a:cxnSpLocks/>
          </p:cNvCxnSpPr>
          <p:nvPr/>
        </p:nvCxnSpPr>
        <p:spPr bwMode="gray">
          <a:xfrm>
            <a:off x="6155821" y="4477479"/>
            <a:ext cx="0" cy="219958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Graphic 92">
            <a:extLst>
              <a:ext uri="{FF2B5EF4-FFF2-40B4-BE49-F238E27FC236}">
                <a16:creationId xmlns:a16="http://schemas.microsoft.com/office/drawing/2014/main" id="{630F5B95-4B67-8F7E-E183-DDE287CCAB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62684" y="3346051"/>
            <a:ext cx="917207" cy="611471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2DEB5BC-9DE3-496C-022C-6FC96A6C4046}"/>
              </a:ext>
            </a:extLst>
          </p:cNvPr>
          <p:cNvCxnSpPr>
            <a:cxnSpLocks/>
          </p:cNvCxnSpPr>
          <p:nvPr/>
        </p:nvCxnSpPr>
        <p:spPr bwMode="gray">
          <a:xfrm>
            <a:off x="6162961" y="3555800"/>
            <a:ext cx="0" cy="297212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Graphic 97">
            <a:extLst>
              <a:ext uri="{FF2B5EF4-FFF2-40B4-BE49-F238E27FC236}">
                <a16:creationId xmlns:a16="http://schemas.microsoft.com/office/drawing/2014/main" id="{77125891-3C18-5927-F14C-516D8175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71700" y="3394946"/>
            <a:ext cx="917207" cy="611471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2B46898-09D6-EB70-4EAD-FFE1CA981904}"/>
              </a:ext>
            </a:extLst>
          </p:cNvPr>
          <p:cNvCxnSpPr>
            <a:cxnSpLocks/>
          </p:cNvCxnSpPr>
          <p:nvPr/>
        </p:nvCxnSpPr>
        <p:spPr bwMode="gray">
          <a:xfrm>
            <a:off x="4863388" y="3571543"/>
            <a:ext cx="0" cy="28146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E253889-604E-6D91-255D-46BC0EC5C403}"/>
              </a:ext>
            </a:extLst>
          </p:cNvPr>
          <p:cNvCxnSpPr>
            <a:cxnSpLocks/>
          </p:cNvCxnSpPr>
          <p:nvPr/>
        </p:nvCxnSpPr>
        <p:spPr bwMode="gray">
          <a:xfrm flipH="1">
            <a:off x="4944282" y="2750870"/>
            <a:ext cx="419806" cy="44618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Graphic 103">
            <a:extLst>
              <a:ext uri="{FF2B5EF4-FFF2-40B4-BE49-F238E27FC236}">
                <a16:creationId xmlns:a16="http://schemas.microsoft.com/office/drawing/2014/main" id="{E351765F-8CA9-2F9D-61EE-859D9B01BA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51277" y="2556902"/>
            <a:ext cx="917207" cy="611471"/>
          </a:xfrm>
          <a:prstGeom prst="rect">
            <a:avLst/>
          </a:prstGeom>
        </p:spPr>
      </p:pic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626FD68-04D9-0B81-5AE3-ACDCCA00FF6C}"/>
              </a:ext>
            </a:extLst>
          </p:cNvPr>
          <p:cNvCxnSpPr>
            <a:cxnSpLocks/>
          </p:cNvCxnSpPr>
          <p:nvPr/>
        </p:nvCxnSpPr>
        <p:spPr bwMode="gray">
          <a:xfrm>
            <a:off x="5652120" y="2717542"/>
            <a:ext cx="416499" cy="50228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E7CCDBD-38CA-A847-A9F5-38B5D62EE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66766" y="2574876"/>
            <a:ext cx="917207" cy="61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029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  <p:bldP spid="41" grpId="0" animBg="1"/>
      <p:bldP spid="42" grpId="0" animBg="1"/>
      <p:bldP spid="43" grpId="0" animBg="1"/>
      <p:bldP spid="4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0" grpId="0" animBg="1"/>
      <p:bldP spid="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E7F03AF-AB2A-F641-FB26-4694883FC1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73205"/>
              </a:xfrm>
            </p:spPr>
            <p:txBody>
              <a:bodyPr/>
              <a:lstStyle/>
              <a:p>
                <a:r>
                  <a:rPr lang="en-US" b="1" dirty="0"/>
                  <a:t>Challenge</a:t>
                </a:r>
                <a:r>
                  <a:rPr lang="en-US" dirty="0"/>
                  <a:t>: Computing the normalization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requires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Tracking the normalization constants for all messages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Choosing 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or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as a root of the factor tree</a:t>
                </a:r>
              </a:p>
              <a:p>
                <a:r>
                  <a:rPr lang="en-US" b="1" dirty="0"/>
                  <a:t>Observation</a:t>
                </a:r>
                <a:r>
                  <a:rPr lang="en-US" dirty="0"/>
                  <a:t>: Tracking the normalization constant for all messages is not always possible when approximating messages!</a:t>
                </a:r>
              </a:p>
              <a:p>
                <a:r>
                  <a:rPr lang="en-US" b="1" i="1" dirty="0"/>
                  <a:t>Theorem</a:t>
                </a:r>
                <a:r>
                  <a:rPr lang="en-US" i="1" dirty="0"/>
                  <a:t>: Given a factor tree with renormalized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i="1" dirty="0"/>
                  <a:t> </a:t>
                </a:r>
                <a:r>
                  <a:rPr lang="en-US" i="1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the normalization constant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i="1" dirty="0"/>
                  <a:t> is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E7F03AF-AB2A-F641-FB26-4694883F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73205"/>
              </a:xfrm>
              <a:blipFill>
                <a:blip r:embed="rId2"/>
                <a:stretch>
                  <a:fillRect t="-58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0D6B2C-7F7F-73EA-4C08-F7414E8F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Constant via Approximate Message Passing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E36F9E9-AF5C-BADB-7D94-66176623341D}"/>
              </a:ext>
            </a:extLst>
          </p:cNvPr>
          <p:cNvCxnSpPr>
            <a:cxnSpLocks/>
            <a:stCxn id="6" idx="2"/>
            <a:endCxn id="8" idx="3"/>
          </p:cNvCxnSpPr>
          <p:nvPr/>
        </p:nvCxnSpPr>
        <p:spPr bwMode="gray">
          <a:xfrm flipH="1" flipV="1">
            <a:off x="8127387" y="1923678"/>
            <a:ext cx="657110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B345F2-6FFC-E7F9-1152-5A6D7C164A1F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 bwMode="gray">
          <a:xfrm flipV="1">
            <a:off x="7344279" y="1923678"/>
            <a:ext cx="657109" cy="570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C22F6C4-CDD1-C821-E129-F60D5D570BD8}"/>
                  </a:ext>
                </a:extLst>
              </p:cNvPr>
              <p:cNvSpPr/>
              <p:nvPr/>
            </p:nvSpPr>
            <p:spPr bwMode="gray">
              <a:xfrm>
                <a:off x="8784497" y="179767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C22F6C4-CDD1-C821-E129-F60D5D570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784497" y="1797679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42FD43C-95BC-87D6-EA4A-48550439302C}"/>
                  </a:ext>
                </a:extLst>
              </p:cNvPr>
              <p:cNvSpPr/>
              <p:nvPr/>
            </p:nvSpPr>
            <p:spPr bwMode="gray">
              <a:xfrm>
                <a:off x="7092280" y="180337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42FD43C-95BC-87D6-EA4A-485504393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92280" y="180337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863C62B-3A72-D1DE-E03D-92065FE5E5CB}"/>
              </a:ext>
            </a:extLst>
          </p:cNvPr>
          <p:cNvSpPr/>
          <p:nvPr/>
        </p:nvSpPr>
        <p:spPr bwMode="gray">
          <a:xfrm>
            <a:off x="8001388" y="1860678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C813F0-FFCE-9FAC-FA12-D5962E52E25D}"/>
              </a:ext>
            </a:extLst>
          </p:cNvPr>
          <p:cNvCxnSpPr>
            <a:cxnSpLocks/>
          </p:cNvCxnSpPr>
          <p:nvPr/>
        </p:nvCxnSpPr>
        <p:spPr bwMode="gray">
          <a:xfrm>
            <a:off x="8172400" y="1851670"/>
            <a:ext cx="576064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5B15F8-A0E9-D910-A710-655394F492A4}"/>
              </a:ext>
            </a:extLst>
          </p:cNvPr>
          <p:cNvCxnSpPr>
            <a:cxnSpLocks/>
          </p:cNvCxnSpPr>
          <p:nvPr/>
        </p:nvCxnSpPr>
        <p:spPr bwMode="gray">
          <a:xfrm flipH="1">
            <a:off x="7361826" y="1851670"/>
            <a:ext cx="594550" cy="9008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A499F6-3847-66C0-5BC4-EFBE253BC7CE}"/>
              </a:ext>
            </a:extLst>
          </p:cNvPr>
          <p:cNvCxnSpPr>
            <a:cxnSpLocks/>
          </p:cNvCxnSpPr>
          <p:nvPr/>
        </p:nvCxnSpPr>
        <p:spPr bwMode="gray">
          <a:xfrm>
            <a:off x="7344279" y="1995686"/>
            <a:ext cx="594550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BD379E-1146-C95A-4EA2-10D4C75E910A}"/>
              </a:ext>
            </a:extLst>
          </p:cNvPr>
          <p:cNvCxnSpPr>
            <a:cxnSpLocks/>
          </p:cNvCxnSpPr>
          <p:nvPr/>
        </p:nvCxnSpPr>
        <p:spPr bwMode="gray">
          <a:xfrm flipH="1">
            <a:off x="8189947" y="1991182"/>
            <a:ext cx="595489" cy="45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D4C36CE2-83B9-65F4-FF09-C94984996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387" y="2179413"/>
            <a:ext cx="804530" cy="536353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EF7C02F5-35F4-C2B8-C78E-DC23959B0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0896" y="2179413"/>
            <a:ext cx="804530" cy="536353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77F54A4C-DDA1-3608-508B-662BFE606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6836" y="1137401"/>
            <a:ext cx="804530" cy="536353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FBF45CE3-B82F-4231-D84A-B69ADD80B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85426" y="1131590"/>
            <a:ext cx="804530" cy="5363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821E09-C30A-6244-7A43-CB39ED033E68}"/>
                  </a:ext>
                </a:extLst>
              </p:cNvPr>
              <p:cNvSpPr txBox="1"/>
              <p:nvPr/>
            </p:nvSpPr>
            <p:spPr bwMode="gray">
              <a:xfrm>
                <a:off x="7488324" y="1986677"/>
                <a:ext cx="93610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821E09-C30A-6244-7A43-CB39ED033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88324" y="1986677"/>
                <a:ext cx="936104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7DA8CD-E1D8-9EF9-C57A-E0E768962235}"/>
                  </a:ext>
                </a:extLst>
              </p:cNvPr>
              <p:cNvSpPr txBox="1"/>
              <p:nvPr/>
            </p:nvSpPr>
            <p:spPr bwMode="gray">
              <a:xfrm>
                <a:off x="2935492" y="3209552"/>
                <a:ext cx="2304256" cy="785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7DA8CD-E1D8-9EF9-C57A-E0E768962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35492" y="3209552"/>
                <a:ext cx="2304256" cy="785921"/>
              </a:xfrm>
              <a:prstGeom prst="rect">
                <a:avLst/>
              </a:prstGeom>
              <a:blipFill>
                <a:blip r:embed="rId14"/>
                <a:stretch>
                  <a:fillRect l="-3846" t="-76190" b="-1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50679C-83D0-0181-8A22-C639CE320E73}"/>
                  </a:ext>
                </a:extLst>
              </p:cNvPr>
              <p:cNvSpPr txBox="1"/>
              <p:nvPr/>
            </p:nvSpPr>
            <p:spPr bwMode="gray">
              <a:xfrm>
                <a:off x="251520" y="4048017"/>
                <a:ext cx="4268148" cy="837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50679C-83D0-0181-8A22-C639CE320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0" y="4048017"/>
                <a:ext cx="4268148" cy="837793"/>
              </a:xfrm>
              <a:prstGeom prst="rect">
                <a:avLst/>
              </a:prstGeom>
              <a:blipFill>
                <a:blip r:embed="rId15"/>
                <a:stretch>
                  <a:fillRect t="-35821" b="-46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D8C036-AB55-6A04-DD52-F06014A0F78D}"/>
                  </a:ext>
                </a:extLst>
              </p:cNvPr>
              <p:cNvSpPr txBox="1"/>
              <p:nvPr/>
            </p:nvSpPr>
            <p:spPr bwMode="gray">
              <a:xfrm>
                <a:off x="4624334" y="4201392"/>
                <a:ext cx="3068936" cy="684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D8C036-AB55-6A04-DD52-F06014A0F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24334" y="4201392"/>
                <a:ext cx="3068936" cy="684418"/>
              </a:xfrm>
              <a:prstGeom prst="rect">
                <a:avLst/>
              </a:prstGeom>
              <a:blipFill>
                <a:blip r:embed="rId16"/>
                <a:stretch>
                  <a:fillRect t="-103636" b="-1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29682C7-D694-6893-3E42-18EC6F013915}"/>
              </a:ext>
            </a:extLst>
          </p:cNvPr>
          <p:cNvCxnSpPr>
            <a:cxnSpLocks/>
            <a:stCxn id="62" idx="2"/>
          </p:cNvCxnSpPr>
          <p:nvPr/>
        </p:nvCxnSpPr>
        <p:spPr bwMode="gray">
          <a:xfrm flipH="1">
            <a:off x="3814654" y="3774058"/>
            <a:ext cx="135322" cy="2456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E03E23A-67B4-2050-16C9-D5FBDDFD4234}"/>
              </a:ext>
            </a:extLst>
          </p:cNvPr>
          <p:cNvSpPr/>
          <p:nvPr/>
        </p:nvSpPr>
        <p:spPr bwMode="gray">
          <a:xfrm>
            <a:off x="434649" y="4019745"/>
            <a:ext cx="3921327" cy="83779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A345CF57-AE51-78B9-4477-13F1E0D3ACC2}"/>
              </a:ext>
            </a:extLst>
          </p:cNvPr>
          <p:cNvSpPr/>
          <p:nvPr/>
        </p:nvSpPr>
        <p:spPr bwMode="gray">
          <a:xfrm>
            <a:off x="3814654" y="3486169"/>
            <a:ext cx="270643" cy="28788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93BEE75-09E3-67B1-6C80-D5CD29998229}"/>
              </a:ext>
            </a:extLst>
          </p:cNvPr>
          <p:cNvCxnSpPr>
            <a:cxnSpLocks/>
            <a:stCxn id="70" idx="2"/>
          </p:cNvCxnSpPr>
          <p:nvPr/>
        </p:nvCxnSpPr>
        <p:spPr bwMode="gray">
          <a:xfrm>
            <a:off x="4829138" y="3774058"/>
            <a:ext cx="104063" cy="2739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05E753F-5EE1-E230-0A77-34D9C304F8B2}"/>
              </a:ext>
            </a:extLst>
          </p:cNvPr>
          <p:cNvSpPr/>
          <p:nvPr/>
        </p:nvSpPr>
        <p:spPr bwMode="gray">
          <a:xfrm>
            <a:off x="4817104" y="4019745"/>
            <a:ext cx="2418724" cy="83779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969117C8-E29E-FE84-6623-7E2607E61D1D}"/>
              </a:ext>
            </a:extLst>
          </p:cNvPr>
          <p:cNvSpPr/>
          <p:nvPr/>
        </p:nvSpPr>
        <p:spPr bwMode="gray">
          <a:xfrm>
            <a:off x="4693816" y="3486169"/>
            <a:ext cx="270643" cy="28788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DE2DF9-87CB-2759-DA27-57F936A600C2}"/>
              </a:ext>
            </a:extLst>
          </p:cNvPr>
          <p:cNvSpPr txBox="1"/>
          <p:nvPr/>
        </p:nvSpPr>
        <p:spPr bwMode="gray">
          <a:xfrm>
            <a:off x="5319122" y="3745785"/>
            <a:ext cx="1530784" cy="2739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Variable Normalization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718133-788A-568D-7AD1-BD98A76D6687}"/>
              </a:ext>
            </a:extLst>
          </p:cNvPr>
          <p:cNvSpPr txBox="1"/>
          <p:nvPr/>
        </p:nvSpPr>
        <p:spPr bwMode="gray">
          <a:xfrm>
            <a:off x="1546470" y="3745785"/>
            <a:ext cx="1530784" cy="2739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Factor Normalization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3675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53" grpId="0"/>
      <p:bldP spid="55" grpId="0"/>
      <p:bldP spid="57" grpId="0"/>
      <p:bldP spid="59" grpId="0"/>
      <p:bldP spid="61" grpId="0" animBg="1"/>
      <p:bldP spid="62" grpId="0" animBg="1"/>
      <p:bldP spid="69" grpId="0" animBg="1"/>
      <p:bldP spid="70" grpId="0" animBg="1"/>
      <p:bldP spid="72" grpId="0"/>
      <p:bldP spid="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E39772D-F7D1-3563-AC33-0ECB164F60CC}"/>
              </a:ext>
            </a:extLst>
          </p:cNvPr>
          <p:cNvSpPr/>
          <p:nvPr/>
        </p:nvSpPr>
        <p:spPr bwMode="gray">
          <a:xfrm>
            <a:off x="7397466" y="3547821"/>
            <a:ext cx="1639030" cy="1427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791935-ACB6-4432-B765-CFC0E34E513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Simplifying the variable normalization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and factor normalization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791935-ACB6-4432-B765-CFC0E34E5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1A7236-972F-04AE-C225-A64DECC6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Normalization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45C856-485D-C033-4799-1B39BC98668A}"/>
                  </a:ext>
                </a:extLst>
              </p:cNvPr>
              <p:cNvSpPr txBox="1"/>
              <p:nvPr/>
            </p:nvSpPr>
            <p:spPr bwMode="gray">
              <a:xfrm>
                <a:off x="2969679" y="1851670"/>
                <a:ext cx="4268148" cy="731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45C856-485D-C033-4799-1B39BC986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69679" y="1851670"/>
                <a:ext cx="4268148" cy="731482"/>
              </a:xfrm>
              <a:prstGeom prst="rect">
                <a:avLst/>
              </a:prstGeom>
              <a:blipFill>
                <a:blip r:embed="rId3"/>
                <a:stretch>
                  <a:fillRect t="-32203" b="-423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2C537-D8F6-B33E-BB11-F1E8986D9251}"/>
                  </a:ext>
                </a:extLst>
              </p:cNvPr>
              <p:cNvSpPr txBox="1"/>
              <p:nvPr/>
            </p:nvSpPr>
            <p:spPr bwMode="gray">
              <a:xfrm>
                <a:off x="3347863" y="2598289"/>
                <a:ext cx="6120681" cy="780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ne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ne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ne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2C537-D8F6-B33E-BB11-F1E8986D9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3" y="2598289"/>
                <a:ext cx="6120681" cy="780022"/>
              </a:xfrm>
              <a:prstGeom prst="rect">
                <a:avLst/>
              </a:prstGeom>
              <a:blipFill>
                <a:blip r:embed="rId4"/>
                <a:stretch>
                  <a:fillRect t="-30645" b="-419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0908A6-E367-7188-EEE8-D7D8FF11CB69}"/>
                  </a:ext>
                </a:extLst>
              </p:cNvPr>
              <p:cNvSpPr txBox="1"/>
              <p:nvPr/>
            </p:nvSpPr>
            <p:spPr bwMode="gray">
              <a:xfrm>
                <a:off x="3347862" y="3348442"/>
                <a:ext cx="2538897" cy="568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0908A6-E367-7188-EEE8-D7D8FF11C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2" y="3348442"/>
                <a:ext cx="2538897" cy="568361"/>
              </a:xfrm>
              <a:prstGeom prst="rect">
                <a:avLst/>
              </a:prstGeom>
              <a:blipFill>
                <a:blip r:embed="rId5"/>
                <a:stretch>
                  <a:fillRect t="-2174" b="-673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CFFE5-7B68-633D-49AE-CD17B3A685EF}"/>
                  </a:ext>
                </a:extLst>
              </p:cNvPr>
              <p:cNvSpPr txBox="1"/>
              <p:nvPr/>
            </p:nvSpPr>
            <p:spPr bwMode="gray">
              <a:xfrm>
                <a:off x="35496" y="1949078"/>
                <a:ext cx="2304256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CFFE5-7B68-633D-49AE-CD17B3A68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96" y="1949078"/>
                <a:ext cx="2304256" cy="599908"/>
              </a:xfrm>
              <a:prstGeom prst="rect">
                <a:avLst/>
              </a:prstGeom>
              <a:blipFill>
                <a:blip r:embed="rId6"/>
                <a:stretch>
                  <a:fillRect t="-102083" b="-137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8DFD29-2384-7506-3A40-E2871ED5D2C0}"/>
                  </a:ext>
                </a:extLst>
              </p:cNvPr>
              <p:cNvSpPr txBox="1"/>
              <p:nvPr/>
            </p:nvSpPr>
            <p:spPr bwMode="gray">
              <a:xfrm>
                <a:off x="251050" y="2579024"/>
                <a:ext cx="3691023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8DFD29-2384-7506-3A40-E2871ED5D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050" y="2579024"/>
                <a:ext cx="3691023" cy="599908"/>
              </a:xfrm>
              <a:prstGeom prst="rect">
                <a:avLst/>
              </a:prstGeom>
              <a:blipFill>
                <a:blip r:embed="rId7"/>
                <a:stretch>
                  <a:fillRect t="-102083" b="-13541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B7BFEC-F680-9320-E8DE-0BFE0A07CD3B}"/>
                  </a:ext>
                </a:extLst>
              </p:cNvPr>
              <p:cNvSpPr txBox="1"/>
              <p:nvPr/>
            </p:nvSpPr>
            <p:spPr bwMode="gray">
              <a:xfrm>
                <a:off x="248994" y="3266879"/>
                <a:ext cx="2304256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B7BFEC-F680-9320-E8DE-0BFE0A07C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8994" y="3266879"/>
                <a:ext cx="2304256" cy="599908"/>
              </a:xfrm>
              <a:prstGeom prst="rect">
                <a:avLst/>
              </a:prstGeom>
              <a:blipFill>
                <a:blip r:embed="rId8"/>
                <a:stretch>
                  <a:fillRect t="-102083" b="-137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3D7A55A-7D5A-2F76-2DF6-0367BFD60E0E}"/>
              </a:ext>
            </a:extLst>
          </p:cNvPr>
          <p:cNvSpPr txBox="1"/>
          <p:nvPr/>
        </p:nvSpPr>
        <p:spPr bwMode="gray">
          <a:xfrm>
            <a:off x="463926" y="156363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Variable normalization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EDA64-5182-D6EE-0F64-3A4FF43C1107}"/>
              </a:ext>
            </a:extLst>
          </p:cNvPr>
          <p:cNvSpPr txBox="1"/>
          <p:nvPr/>
        </p:nvSpPr>
        <p:spPr bwMode="gray">
          <a:xfrm>
            <a:off x="4299419" y="1557442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Factor normalization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F2924E-57EB-AE37-E224-7FF60D42DF42}"/>
                  </a:ext>
                </a:extLst>
              </p:cNvPr>
              <p:cNvSpPr txBox="1"/>
              <p:nvPr/>
            </p:nvSpPr>
            <p:spPr bwMode="gray">
              <a:xfrm>
                <a:off x="1533600" y="4273512"/>
                <a:ext cx="1790888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F2924E-57EB-AE37-E224-7FF60D42D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3600" y="4273512"/>
                <a:ext cx="1790888" cy="686855"/>
              </a:xfrm>
              <a:prstGeom prst="rect">
                <a:avLst/>
              </a:prstGeom>
              <a:blipFill>
                <a:blip r:embed="rId9"/>
                <a:stretch>
                  <a:fillRect l="-16197" t="-76364" b="-1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65867D-71CE-C443-3443-2A0A6C346D99}"/>
                  </a:ext>
                </a:extLst>
              </p:cNvPr>
              <p:cNvSpPr txBox="1"/>
              <p:nvPr/>
            </p:nvSpPr>
            <p:spPr bwMode="gray">
              <a:xfrm>
                <a:off x="4837107" y="4362253"/>
                <a:ext cx="2602923" cy="578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65867D-71CE-C443-3443-2A0A6C346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7107" y="4362253"/>
                <a:ext cx="2602923" cy="578107"/>
              </a:xfrm>
              <a:prstGeom prst="rect">
                <a:avLst/>
              </a:prstGeom>
              <a:blipFill>
                <a:blip r:embed="rId10"/>
                <a:stretch>
                  <a:fillRect l="-485" b="-6956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B79A51-BA08-BBEB-7D13-E7B436AE54C4}"/>
                  </a:ext>
                </a:extLst>
              </p:cNvPr>
              <p:cNvSpPr txBox="1"/>
              <p:nvPr/>
            </p:nvSpPr>
            <p:spPr bwMode="gray">
              <a:xfrm>
                <a:off x="3084574" y="4273511"/>
                <a:ext cx="1991482" cy="701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B79A51-BA08-BBEB-7D13-E7B436AE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84574" y="4273511"/>
                <a:ext cx="1991482" cy="701346"/>
              </a:xfrm>
              <a:prstGeom prst="rect">
                <a:avLst/>
              </a:prstGeom>
              <a:blipFill>
                <a:blip r:embed="rId11"/>
                <a:stretch>
                  <a:fillRect l="-6962" t="-75000" b="-1160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DE71A0-C7C3-0FE7-2B2C-B9FFD6810E10}"/>
              </a:ext>
            </a:extLst>
          </p:cNvPr>
          <p:cNvCxnSpPr>
            <a:cxnSpLocks/>
            <a:endCxn id="20" idx="3"/>
          </p:cNvCxnSpPr>
          <p:nvPr/>
        </p:nvCxnSpPr>
        <p:spPr bwMode="gray">
          <a:xfrm flipH="1">
            <a:off x="2339752" y="1949078"/>
            <a:ext cx="323280" cy="2613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C13204-50DC-F3A6-8688-9F936480EF64}"/>
              </a:ext>
            </a:extLst>
          </p:cNvPr>
          <p:cNvSpPr/>
          <p:nvPr/>
        </p:nvSpPr>
        <p:spPr bwMode="gray">
          <a:xfrm>
            <a:off x="1480985" y="2029142"/>
            <a:ext cx="858767" cy="36260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CD88AA-922E-5F84-B392-6AB518D98604}"/>
                  </a:ext>
                </a:extLst>
              </p:cNvPr>
              <p:cNvSpPr txBox="1"/>
              <p:nvPr/>
            </p:nvSpPr>
            <p:spPr bwMode="gray">
              <a:xfrm>
                <a:off x="2448561" y="1794703"/>
                <a:ext cx="1272026" cy="20518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CD88AA-922E-5F84-B392-6AB518D98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48561" y="1794703"/>
                <a:ext cx="1272026" cy="205184"/>
              </a:xfrm>
              <a:prstGeom prst="rect">
                <a:avLst/>
              </a:prstGeom>
              <a:blipFill>
                <a:blip r:embed="rId12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499EEF5-37D3-9612-ACD1-BBC7A7A223C1}"/>
              </a:ext>
            </a:extLst>
          </p:cNvPr>
          <p:cNvSpPr/>
          <p:nvPr/>
        </p:nvSpPr>
        <p:spPr bwMode="gray">
          <a:xfrm>
            <a:off x="1763688" y="2603600"/>
            <a:ext cx="1687615" cy="57533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6E5ADD-B1CD-693C-4018-E941DA0B6155}"/>
              </a:ext>
            </a:extLst>
          </p:cNvPr>
          <p:cNvCxnSpPr>
            <a:cxnSpLocks/>
            <a:endCxn id="32" idx="0"/>
          </p:cNvCxnSpPr>
          <p:nvPr/>
        </p:nvCxnSpPr>
        <p:spPr bwMode="gray">
          <a:xfrm flipH="1">
            <a:off x="2607496" y="2306662"/>
            <a:ext cx="163262" cy="2969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A277E33-0282-DD98-7B4B-19DEC9E3EA1D}"/>
                  </a:ext>
                </a:extLst>
              </p:cNvPr>
              <p:cNvSpPr txBox="1"/>
              <p:nvPr/>
            </p:nvSpPr>
            <p:spPr bwMode="gray">
              <a:xfrm>
                <a:off x="2549161" y="2197348"/>
                <a:ext cx="520243" cy="16158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A277E33-0282-DD98-7B4B-19DEC9E3E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49161" y="2197348"/>
                <a:ext cx="520243" cy="161583"/>
              </a:xfrm>
              <a:prstGeom prst="rect">
                <a:avLst/>
              </a:prstGeom>
              <a:blipFill>
                <a:blip r:embed="rId1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DFABAE-DF93-3BBE-6728-BB05B72EB56B}"/>
              </a:ext>
            </a:extLst>
          </p:cNvPr>
          <p:cNvCxnSpPr>
            <a:cxnSpLocks/>
            <a:endCxn id="38" idx="3"/>
          </p:cNvCxnSpPr>
          <p:nvPr/>
        </p:nvCxnSpPr>
        <p:spPr bwMode="gray">
          <a:xfrm flipH="1">
            <a:off x="6726293" y="1728640"/>
            <a:ext cx="323280" cy="29719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3D3070C-95C2-A10F-E3EF-6F7F4E30C07C}"/>
              </a:ext>
            </a:extLst>
          </p:cNvPr>
          <p:cNvSpPr/>
          <p:nvPr/>
        </p:nvSpPr>
        <p:spPr bwMode="gray">
          <a:xfrm>
            <a:off x="5867526" y="1880356"/>
            <a:ext cx="858767" cy="29095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77979FA-D37F-5A88-6B24-11F4CA2EEB2B}"/>
                  </a:ext>
                </a:extLst>
              </p:cNvPr>
              <p:cNvSpPr txBox="1"/>
              <p:nvPr/>
            </p:nvSpPr>
            <p:spPr bwMode="gray">
              <a:xfrm>
                <a:off x="6835102" y="1574265"/>
                <a:ext cx="1272026" cy="17735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77979FA-D37F-5A88-6B24-11F4CA2E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35102" y="1574265"/>
                <a:ext cx="1272026" cy="177356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5128197-4CB6-DBEE-40D2-494895861D0E}"/>
              </a:ext>
            </a:extLst>
          </p:cNvPr>
          <p:cNvSpPr/>
          <p:nvPr/>
        </p:nvSpPr>
        <p:spPr bwMode="gray">
          <a:xfrm>
            <a:off x="5643085" y="2612890"/>
            <a:ext cx="2817347" cy="36635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19BBB3-1679-8A7A-7E6B-C7DF002CE22A}"/>
              </a:ext>
            </a:extLst>
          </p:cNvPr>
          <p:cNvCxnSpPr>
            <a:cxnSpLocks/>
          </p:cNvCxnSpPr>
          <p:nvPr/>
        </p:nvCxnSpPr>
        <p:spPr bwMode="gray">
          <a:xfrm flipH="1">
            <a:off x="7714680" y="2318819"/>
            <a:ext cx="163262" cy="2969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34AA2A-9000-A9C0-3A86-2B2BD6AA285A}"/>
                  </a:ext>
                </a:extLst>
              </p:cNvPr>
              <p:cNvSpPr txBox="1"/>
              <p:nvPr/>
            </p:nvSpPr>
            <p:spPr bwMode="gray">
              <a:xfrm>
                <a:off x="7656345" y="2209505"/>
                <a:ext cx="520243" cy="16158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34AA2A-9000-A9C0-3A86-2B2BD6AA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56345" y="2209505"/>
                <a:ext cx="520243" cy="161583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1542275-E9F9-A47E-313D-0BE66EFFE285}"/>
              </a:ext>
            </a:extLst>
          </p:cNvPr>
          <p:cNvSpPr/>
          <p:nvPr/>
        </p:nvSpPr>
        <p:spPr bwMode="gray">
          <a:xfrm>
            <a:off x="6150433" y="2999952"/>
            <a:ext cx="2886063" cy="31972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9075CC8-3593-1057-8AB0-55ECE8913202}"/>
              </a:ext>
            </a:extLst>
          </p:cNvPr>
          <p:cNvCxnSpPr>
            <a:cxnSpLocks/>
          </p:cNvCxnSpPr>
          <p:nvPr/>
        </p:nvCxnSpPr>
        <p:spPr bwMode="gray">
          <a:xfrm flipV="1">
            <a:off x="7235827" y="3327422"/>
            <a:ext cx="323279" cy="32229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CAA5DB-332B-6F39-FBCA-ED6A10104DB4}"/>
                  </a:ext>
                </a:extLst>
              </p:cNvPr>
              <p:cNvSpPr txBox="1"/>
              <p:nvPr/>
            </p:nvSpPr>
            <p:spPr bwMode="gray">
              <a:xfrm>
                <a:off x="6217049" y="3632931"/>
                <a:ext cx="2568175" cy="4139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sz="105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05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5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CAA5DB-332B-6F39-FBCA-ED6A10104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17049" y="3632931"/>
                <a:ext cx="2568175" cy="413959"/>
              </a:xfrm>
              <a:prstGeom prst="rect">
                <a:avLst/>
              </a:prstGeom>
              <a:blipFill>
                <a:blip r:embed="rId16"/>
                <a:stretch>
                  <a:fillRect l="-6404" t="-151515" b="-20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C7F4FDF-9F15-21DE-9708-AE19863BDBAA}"/>
              </a:ext>
            </a:extLst>
          </p:cNvPr>
          <p:cNvSpPr/>
          <p:nvPr/>
        </p:nvSpPr>
        <p:spPr bwMode="gray">
          <a:xfrm>
            <a:off x="789415" y="3293856"/>
            <a:ext cx="1209379" cy="568362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04A10E0-CA2A-4473-2AA3-0BFCAB20F385}"/>
              </a:ext>
            </a:extLst>
          </p:cNvPr>
          <p:cNvSpPr/>
          <p:nvPr/>
        </p:nvSpPr>
        <p:spPr bwMode="gray">
          <a:xfrm>
            <a:off x="2054411" y="4515965"/>
            <a:ext cx="285341" cy="287809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F14FD9D-355B-E0C6-199A-07CA572DB3F4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 bwMode="gray">
          <a:xfrm>
            <a:off x="1394105" y="3862218"/>
            <a:ext cx="802977" cy="6537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F9C410D-D556-F682-6E9A-875EB86E4AEC}"/>
              </a:ext>
            </a:extLst>
          </p:cNvPr>
          <p:cNvSpPr/>
          <p:nvPr/>
        </p:nvSpPr>
        <p:spPr bwMode="gray">
          <a:xfrm>
            <a:off x="3863243" y="3335301"/>
            <a:ext cx="1679094" cy="568362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6C83498-2F15-B092-9E35-B8468787F712}"/>
              </a:ext>
            </a:extLst>
          </p:cNvPr>
          <p:cNvSpPr/>
          <p:nvPr/>
        </p:nvSpPr>
        <p:spPr bwMode="gray">
          <a:xfrm>
            <a:off x="2834734" y="4462614"/>
            <a:ext cx="234670" cy="341160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68277B1-5C9E-9D1D-9776-DF58967C0F2E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 bwMode="gray">
          <a:xfrm flipH="1">
            <a:off x="2952069" y="3903663"/>
            <a:ext cx="1750721" cy="55895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6343843-BF62-088C-495A-6720D0487AA7}"/>
              </a:ext>
            </a:extLst>
          </p:cNvPr>
          <p:cNvCxnSpPr/>
          <p:nvPr/>
        </p:nvCxnSpPr>
        <p:spPr bwMode="gray">
          <a:xfrm>
            <a:off x="4519178" y="2744346"/>
            <a:ext cx="10070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DA79B88-0367-A24C-2B37-51458B7CCAFA}"/>
              </a:ext>
            </a:extLst>
          </p:cNvPr>
          <p:cNvCxnSpPr/>
          <p:nvPr/>
        </p:nvCxnSpPr>
        <p:spPr bwMode="gray">
          <a:xfrm>
            <a:off x="3863243" y="3147814"/>
            <a:ext cx="10070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1703629-1C67-DDFA-E0B3-D2921FCC9648}"/>
              </a:ext>
            </a:extLst>
          </p:cNvPr>
          <p:cNvSpPr/>
          <p:nvPr/>
        </p:nvSpPr>
        <p:spPr bwMode="gray">
          <a:xfrm>
            <a:off x="3410611" y="4310467"/>
            <a:ext cx="1209768" cy="63936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04619C5-4396-5122-5F96-A64E05EE38A2}"/>
              </a:ext>
            </a:extLst>
          </p:cNvPr>
          <p:cNvSpPr/>
          <p:nvPr/>
        </p:nvSpPr>
        <p:spPr bwMode="gray">
          <a:xfrm>
            <a:off x="5022712" y="4620678"/>
            <a:ext cx="1349487" cy="28006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8988F2-1156-4C58-B290-10BCF507BA5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519178" y="4940360"/>
            <a:ext cx="116371" cy="906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436345-0775-CB43-E781-C1F3A50F269E}"/>
              </a:ext>
            </a:extLst>
          </p:cNvPr>
          <p:cNvCxnSpPr>
            <a:cxnSpLocks/>
          </p:cNvCxnSpPr>
          <p:nvPr/>
        </p:nvCxnSpPr>
        <p:spPr bwMode="gray">
          <a:xfrm flipV="1">
            <a:off x="4959685" y="4900746"/>
            <a:ext cx="116371" cy="1072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68534CD-EDA6-1963-4BEE-FBABAB9717DE}"/>
              </a:ext>
            </a:extLst>
          </p:cNvPr>
          <p:cNvSpPr txBox="1"/>
          <p:nvPr/>
        </p:nvSpPr>
        <p:spPr bwMode="gray">
          <a:xfrm>
            <a:off x="4318789" y="5011465"/>
            <a:ext cx="1514533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68287" lvl="1" indent="0">
              <a:buNone/>
            </a:pPr>
            <a:r>
              <a:rPr lang="en-US" sz="800" dirty="0">
                <a:solidFill>
                  <a:srgbClr val="C00000"/>
                </a:solidFill>
              </a:rPr>
              <a:t>identical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D193CC-A6EF-D3FE-1159-C2670BC238D2}"/>
              </a:ext>
            </a:extLst>
          </p:cNvPr>
          <p:cNvSpPr/>
          <p:nvPr/>
        </p:nvSpPr>
        <p:spPr bwMode="gray">
          <a:xfrm>
            <a:off x="6469176" y="4616938"/>
            <a:ext cx="874377" cy="28688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386C4F4-1B83-3424-F973-3998A3FA10E0}"/>
              </a:ext>
            </a:extLst>
          </p:cNvPr>
          <p:cNvCxnSpPr>
            <a:cxnSpLocks/>
          </p:cNvCxnSpPr>
          <p:nvPr/>
        </p:nvCxnSpPr>
        <p:spPr bwMode="gray">
          <a:xfrm flipH="1">
            <a:off x="7343553" y="4545833"/>
            <a:ext cx="201558" cy="25794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B9F23-C109-36FB-894C-8C726AC1F1FE}"/>
                  </a:ext>
                </a:extLst>
              </p:cNvPr>
              <p:cNvSpPr txBox="1"/>
              <p:nvPr/>
            </p:nvSpPr>
            <p:spPr bwMode="gray">
              <a:xfrm>
                <a:off x="7452555" y="4349348"/>
                <a:ext cx="15152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050" dirty="0">
                    <a:solidFill>
                      <a:srgbClr val="C00000"/>
                    </a:solidFill>
                  </a:rPr>
                  <a:t> because </a:t>
                </a:r>
              </a:p>
              <a:p>
                <a:pPr marL="268287" lvl="1" indent="0">
                  <a:buNone/>
                </a:pPr>
                <a:r>
                  <a:rPr lang="en-US" sz="1050" dirty="0">
                    <a:solidFill>
                      <a:srgbClr val="C00000"/>
                    </a:solidFill>
                  </a:rPr>
                  <a:t>the factor graph</a:t>
                </a:r>
              </a:p>
              <a:p>
                <a:pPr marL="268287" lvl="1" indent="0">
                  <a:buNone/>
                </a:pPr>
                <a:r>
                  <a:rPr lang="en-US" sz="1050" dirty="0">
                    <a:solidFill>
                      <a:srgbClr val="C00000"/>
                    </a:solidFill>
                  </a:rPr>
                  <a:t>is a tree with </a:t>
                </a:r>
              </a:p>
              <a:p>
                <a:pPr marL="268287" lvl="1" indent="0">
                  <a:buNone/>
                </a:pPr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050" dirty="0">
                    <a:solidFill>
                      <a:srgbClr val="C00000"/>
                    </a:solidFill>
                  </a:rPr>
                  <a:t> nodes!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B9F23-C109-36FB-894C-8C726AC1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2555" y="4349348"/>
                <a:ext cx="1515225" cy="646331"/>
              </a:xfrm>
              <a:prstGeom prst="rect">
                <a:avLst/>
              </a:prstGeom>
              <a:blipFill>
                <a:blip r:embed="rId17"/>
                <a:stretch>
                  <a:fillRect t="-7692" b="-134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4485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4" grpId="0"/>
      <p:bldP spid="15" grpId="0"/>
      <p:bldP spid="16" grpId="0"/>
      <p:bldP spid="20" grpId="0" animBg="1"/>
      <p:bldP spid="28" grpId="0"/>
      <p:bldP spid="32" grpId="0" animBg="1"/>
      <p:bldP spid="36" grpId="0"/>
      <p:bldP spid="38" grpId="0" animBg="1"/>
      <p:bldP spid="39" grpId="0"/>
      <p:bldP spid="41" grpId="0" animBg="1"/>
      <p:bldP spid="43" grpId="0"/>
      <p:bldP spid="44" grpId="0" animBg="1"/>
      <p:bldP spid="46" grpId="0"/>
      <p:bldP spid="50" grpId="0" animBg="1"/>
      <p:bldP spid="51" grpId="0" animBg="1"/>
      <p:bldP spid="55" grpId="0" animBg="1"/>
      <p:bldP spid="56" grpId="0" animBg="1"/>
      <p:bldP spid="63" grpId="0" animBg="1"/>
      <p:bldP spid="64" grpId="0" animBg="1"/>
      <p:bldP spid="74" grpId="0"/>
      <p:bldP spid="75" grpId="0" animBg="1"/>
      <p:bldP spid="7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sz="quarter" idx="10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42900" indent="-342900"/>
                <a:r>
                  <a:rPr lang="en-US" altLang="en-DE" b="1" dirty="0"/>
                  <a:t>Distance Measures for Distributions</a:t>
                </a:r>
              </a:p>
              <a:p>
                <a:pPr marL="614125" lvl="1" indent="-342900"/>
                <a14:m>
                  <m:oMath xmlns:m="http://schemas.openxmlformats.org/officeDocument/2006/math">
                    <m:r>
                      <a:rPr lang="en-US" sz="1200" b="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-divergences are a general class of distance measures between distributions</a:t>
                </a:r>
              </a:p>
              <a:p>
                <a:pPr marL="614125" lvl="1" indent="-342900"/>
                <a:r>
                  <a:rPr lang="en-US" altLang="en-DE" sz="1200" dirty="0"/>
                  <a:t>For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DE" sz="1200" dirty="0"/>
                  <a:t>, the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-divergence</a:t>
                </a:r>
                <a:r>
                  <a:rPr lang="en-US" altLang="en-DE" sz="1200" dirty="0"/>
                  <a:t> becomes the </a:t>
                </a:r>
                <a:r>
                  <a:rPr lang="en-US" altLang="en-DE" sz="1200" dirty="0" err="1"/>
                  <a:t>Kullback-Leibler</a:t>
                </a:r>
                <a:r>
                  <a:rPr lang="en-US" altLang="en-DE" sz="1200" dirty="0"/>
                  <a:t> divergence where the minimizer for Gaussian approximating distributions matches mean and variance</a:t>
                </a:r>
              </a:p>
              <a:p>
                <a:pPr marL="614125" lvl="1" indent="-342900"/>
                <a:r>
                  <a:rPr lang="en-US" sz="1200" dirty="0"/>
                  <a:t>Minimizers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DE" sz="1200" dirty="0"/>
                  <a:t>-divergences range from mode-seeking to support-seeking</a:t>
                </a:r>
              </a:p>
              <a:p>
                <a:pPr marL="342900" indent="-342900"/>
                <a:r>
                  <a:rPr lang="en-US" altLang="en-DE" b="1" dirty="0"/>
                  <a:t>Approximate Message Passing and Expectation Propagation</a:t>
                </a:r>
              </a:p>
              <a:p>
                <a:pPr marL="614125" lvl="1" indent="-342900"/>
                <a:r>
                  <a:rPr lang="en-US" altLang="en-DE" sz="1200" dirty="0"/>
                  <a:t>Approximations will always be done on the marginals, </a:t>
                </a:r>
                <a:r>
                  <a:rPr lang="en-US" altLang="en-DE" sz="1200" b="1" dirty="0"/>
                  <a:t>not</a:t>
                </a:r>
                <a:r>
                  <a:rPr lang="en-US" altLang="en-DE" sz="1200" dirty="0"/>
                  <a:t> the messages</a:t>
                </a:r>
              </a:p>
              <a:p>
                <a:pPr marL="614125" lvl="1" indent="-342900"/>
                <a:r>
                  <a:rPr lang="en-US" altLang="en-DE" sz="1200" dirty="0"/>
                  <a:t>When the </a:t>
                </a:r>
                <a:r>
                  <a:rPr lang="en-US" altLang="en-DE" sz="1200" dirty="0" err="1"/>
                  <a:t>Kullback-Leibler</a:t>
                </a:r>
                <a:r>
                  <a:rPr lang="en-US" altLang="en-DE" sz="1200" dirty="0"/>
                  <a:t> divergence is used as distance, all moments get preserved</a:t>
                </a:r>
              </a:p>
              <a:p>
                <a:pPr marL="614125" lvl="1" indent="-342900"/>
                <a:r>
                  <a:rPr lang="en-US" altLang="en-DE" sz="1200" dirty="0"/>
                  <a:t>In case of doubly-truncated Gaussians, the moments are closed form</a:t>
                </a:r>
              </a:p>
              <a:p>
                <a:pPr marL="342900" indent="-342900"/>
                <a:r>
                  <a:rPr lang="en-US" altLang="en-DE" b="1" dirty="0"/>
                  <a:t>Approximating Normalization Constants</a:t>
                </a:r>
              </a:p>
              <a:p>
                <a:pPr marL="614125" lvl="1" indent="-342900"/>
                <a:r>
                  <a:rPr lang="en-US" altLang="en-DE" sz="1200" dirty="0"/>
                  <a:t>If factor graphs represent joint probabilities of data and parameters with data variables only, the normalization constant equals the probability of data (under the model)</a:t>
                </a:r>
              </a:p>
              <a:p>
                <a:pPr marL="614125" lvl="1" indent="-342900"/>
                <a:r>
                  <a:rPr lang="en-US" altLang="en-DE" sz="1200" dirty="0"/>
                  <a:t>If messages can be explicitly represented and normalized, efficient updates can be done starting at any factor or variable</a:t>
                </a:r>
              </a:p>
              <a:p>
                <a:pPr marL="614125" lvl="1" indent="-342900"/>
                <a:r>
                  <a:rPr lang="en-US" altLang="en-DE" sz="1200" dirty="0"/>
                  <a:t>There is a general distributed algorithm for approximating the normalization constant</a:t>
                </a:r>
                <a:endParaRPr lang="en-US" altLang="en-DE" dirty="0"/>
              </a:p>
              <a:p>
                <a:pPr marL="342900" indent="-342900"/>
                <a:endParaRPr lang="en-US" altLang="en-DE" sz="1200" dirty="0"/>
              </a:p>
              <a:p>
                <a:pPr marL="0" indent="0">
                  <a:buNone/>
                </a:pPr>
                <a:endParaRPr lang="en-US" altLang="en-DE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845" t="-355" r="-1476" b="-74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7781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39366</TotalTime>
  <Words>1458</Words>
  <Application>Microsoft Macintosh PowerPoint</Application>
  <PresentationFormat>On-screen Show (16:9)</PresentationFormat>
  <Paragraphs>264</Paragraphs>
  <Slides>21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Distance Measures: α-Divergence</vt:lpstr>
      <vt:lpstr>α-Divergence with a Gaussian in Pictures</vt:lpstr>
      <vt:lpstr>α-Divergence with a Gaussian and Moment Matching</vt:lpstr>
      <vt:lpstr>α=1: KL Divergence</vt:lpstr>
      <vt:lpstr>Overview</vt:lpstr>
      <vt:lpstr>Sum-Product Algorithm Revisited</vt:lpstr>
      <vt:lpstr>Approximate Message Passing: Example</vt:lpstr>
      <vt:lpstr>Expectation Propagation</vt:lpstr>
      <vt:lpstr>Doubly-Truncated Gaussians</vt:lpstr>
      <vt:lpstr>Doubly-Truncated Gaussians (ctd)</vt:lpstr>
      <vt:lpstr>Overview</vt:lpstr>
      <vt:lpstr>Normalization Constant</vt:lpstr>
      <vt:lpstr>Normalization Constant via Message Passing </vt:lpstr>
      <vt:lpstr>Normalization Constant via Message Passing: Example</vt:lpstr>
      <vt:lpstr>Normalization Constant via Approximate Message Passing </vt:lpstr>
      <vt:lpstr>Proof of Normalization Theorem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321</cp:revision>
  <cp:lastPrinted>2014-05-07T12:19:03Z</cp:lastPrinted>
  <dcterms:created xsi:type="dcterms:W3CDTF">2022-08-10T08:10:37Z</dcterms:created>
  <dcterms:modified xsi:type="dcterms:W3CDTF">2026-05-09T09:51:01Z</dcterms:modified>
</cp:coreProperties>
</file>